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 id="2147483702" r:id="rId2"/>
  </p:sldMasterIdLst>
  <p:notesMasterIdLst>
    <p:notesMasterId r:id="rId23"/>
  </p:notesMasterIdLst>
  <p:handoutMasterIdLst>
    <p:handoutMasterId r:id="rId24"/>
  </p:handoutMasterIdLst>
  <p:sldIdLst>
    <p:sldId id="362" r:id="rId3"/>
    <p:sldId id="386" r:id="rId4"/>
    <p:sldId id="384" r:id="rId5"/>
    <p:sldId id="387" r:id="rId6"/>
    <p:sldId id="367" r:id="rId7"/>
    <p:sldId id="341" r:id="rId8"/>
    <p:sldId id="343" r:id="rId9"/>
    <p:sldId id="352" r:id="rId10"/>
    <p:sldId id="375" r:id="rId11"/>
    <p:sldId id="376" r:id="rId12"/>
    <p:sldId id="377" r:id="rId13"/>
    <p:sldId id="378" r:id="rId14"/>
    <p:sldId id="379" r:id="rId15"/>
    <p:sldId id="380" r:id="rId16"/>
    <p:sldId id="339" r:id="rId17"/>
    <p:sldId id="382" r:id="rId18"/>
    <p:sldId id="383" r:id="rId19"/>
    <p:sldId id="381" r:id="rId20"/>
    <p:sldId id="372" r:id="rId21"/>
    <p:sldId id="279" r:id="rId22"/>
  </p:sldIdLst>
  <p:sldSz cx="12192000" cy="6858000"/>
  <p:notesSz cx="6858000" cy="9144000"/>
  <p:custDataLst>
    <p:tags r:id="rId25"/>
  </p:custDataLst>
  <p:defaultTextStyle>
    <a:defPPr>
      <a:defRPr lang="en-US"/>
    </a:defPPr>
    <a:lvl1pPr algn="l" rtl="0" eaLnBrk="0" fontAlgn="base" hangingPunct="0">
      <a:spcBef>
        <a:spcPct val="0"/>
      </a:spcBef>
      <a:spcAft>
        <a:spcPct val="0"/>
      </a:spcAft>
      <a:defRPr kern="1200">
        <a:solidFill>
          <a:schemeClr val="tx1"/>
        </a:solidFill>
        <a:latin typeface="Arial" pitchFamily="34" charset="0"/>
        <a:ea typeface="Arial Unicode MS" pitchFamily="34" charset="-128"/>
        <a:cs typeface="Arial Unicode MS" pitchFamily="34" charset="-128"/>
      </a:defRPr>
    </a:lvl1pPr>
    <a:lvl2pPr marL="457200" algn="l" rtl="0" eaLnBrk="0" fontAlgn="base" hangingPunct="0">
      <a:spcBef>
        <a:spcPct val="0"/>
      </a:spcBef>
      <a:spcAft>
        <a:spcPct val="0"/>
      </a:spcAft>
      <a:defRPr kern="1200">
        <a:solidFill>
          <a:schemeClr val="tx1"/>
        </a:solidFill>
        <a:latin typeface="Arial" pitchFamily="34" charset="0"/>
        <a:ea typeface="Arial Unicode MS" pitchFamily="34" charset="-128"/>
        <a:cs typeface="Arial Unicode MS" pitchFamily="34" charset="-128"/>
      </a:defRPr>
    </a:lvl2pPr>
    <a:lvl3pPr marL="914400" algn="l" rtl="0" eaLnBrk="0" fontAlgn="base" hangingPunct="0">
      <a:spcBef>
        <a:spcPct val="0"/>
      </a:spcBef>
      <a:spcAft>
        <a:spcPct val="0"/>
      </a:spcAft>
      <a:defRPr kern="1200">
        <a:solidFill>
          <a:schemeClr val="tx1"/>
        </a:solidFill>
        <a:latin typeface="Arial" pitchFamily="34" charset="0"/>
        <a:ea typeface="Arial Unicode MS" pitchFamily="34" charset="-128"/>
        <a:cs typeface="Arial Unicode MS" pitchFamily="34" charset="-128"/>
      </a:defRPr>
    </a:lvl3pPr>
    <a:lvl4pPr marL="1371600" algn="l" rtl="0" eaLnBrk="0" fontAlgn="base" hangingPunct="0">
      <a:spcBef>
        <a:spcPct val="0"/>
      </a:spcBef>
      <a:spcAft>
        <a:spcPct val="0"/>
      </a:spcAft>
      <a:defRPr kern="1200">
        <a:solidFill>
          <a:schemeClr val="tx1"/>
        </a:solidFill>
        <a:latin typeface="Arial" pitchFamily="34" charset="0"/>
        <a:ea typeface="Arial Unicode MS" pitchFamily="34" charset="-128"/>
        <a:cs typeface="Arial Unicode MS" pitchFamily="34" charset="-128"/>
      </a:defRPr>
    </a:lvl4pPr>
    <a:lvl5pPr marL="1828800" algn="l" rtl="0" eaLnBrk="0" fontAlgn="base" hangingPunct="0">
      <a:spcBef>
        <a:spcPct val="0"/>
      </a:spcBef>
      <a:spcAft>
        <a:spcPct val="0"/>
      </a:spcAft>
      <a:defRPr kern="1200">
        <a:solidFill>
          <a:schemeClr val="tx1"/>
        </a:solidFill>
        <a:latin typeface="Arial" pitchFamily="34" charset="0"/>
        <a:ea typeface="Arial Unicode MS" pitchFamily="34" charset="-128"/>
        <a:cs typeface="Arial Unicode MS" pitchFamily="34" charset="-128"/>
      </a:defRPr>
    </a:lvl5pPr>
    <a:lvl6pPr marL="2286000" algn="l" defTabSz="914400" rtl="0" eaLnBrk="1" latinLnBrk="0" hangingPunct="1">
      <a:defRPr kern="1200">
        <a:solidFill>
          <a:schemeClr val="tx1"/>
        </a:solidFill>
        <a:latin typeface="Arial" pitchFamily="34" charset="0"/>
        <a:ea typeface="Arial Unicode MS" pitchFamily="34" charset="-128"/>
        <a:cs typeface="Arial Unicode MS" pitchFamily="34" charset="-128"/>
      </a:defRPr>
    </a:lvl6pPr>
    <a:lvl7pPr marL="2743200" algn="l" defTabSz="914400" rtl="0" eaLnBrk="1" latinLnBrk="0" hangingPunct="1">
      <a:defRPr kern="1200">
        <a:solidFill>
          <a:schemeClr val="tx1"/>
        </a:solidFill>
        <a:latin typeface="Arial" pitchFamily="34" charset="0"/>
        <a:ea typeface="Arial Unicode MS" pitchFamily="34" charset="-128"/>
        <a:cs typeface="Arial Unicode MS" pitchFamily="34" charset="-128"/>
      </a:defRPr>
    </a:lvl7pPr>
    <a:lvl8pPr marL="3200400" algn="l" defTabSz="914400" rtl="0" eaLnBrk="1" latinLnBrk="0" hangingPunct="1">
      <a:defRPr kern="1200">
        <a:solidFill>
          <a:schemeClr val="tx1"/>
        </a:solidFill>
        <a:latin typeface="Arial" pitchFamily="34" charset="0"/>
        <a:ea typeface="Arial Unicode MS" pitchFamily="34" charset="-128"/>
        <a:cs typeface="Arial Unicode MS" pitchFamily="34" charset="-128"/>
      </a:defRPr>
    </a:lvl8pPr>
    <a:lvl9pPr marL="3657600" algn="l" defTabSz="914400" rtl="0" eaLnBrk="1" latinLnBrk="0" hangingPunct="1">
      <a:defRPr kern="1200">
        <a:solidFill>
          <a:schemeClr val="tx1"/>
        </a:solidFill>
        <a:latin typeface="Arial" pitchFamily="34" charset="0"/>
        <a:ea typeface="Arial Unicode MS" pitchFamily="34" charset="-128"/>
        <a:cs typeface="Arial Unicode MS" pitchFamily="34" charset="-128"/>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D8137"/>
    <a:srgbClr val="860000"/>
    <a:srgbClr val="1B3F5B"/>
    <a:srgbClr val="00B0F0"/>
    <a:srgbClr val="BC8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7" autoAdjust="0"/>
    <p:restoredTop sz="94660"/>
  </p:normalViewPr>
  <p:slideViewPr>
    <p:cSldViewPr snapToGrid="0">
      <p:cViewPr varScale="1">
        <p:scale>
          <a:sx n="73" d="100"/>
          <a:sy n="73" d="100"/>
        </p:scale>
        <p:origin x="576"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5EA51A-F66C-4B3D-8CA2-EC5547C8B5CB}"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C852AAB1-BDF9-45A5-B90D-6FFFB796CEB8}">
      <dgm:prSet custT="1"/>
      <dgm:spPr>
        <a:xfrm>
          <a:off x="4822" y="1357788"/>
          <a:ext cx="2108299" cy="1810385"/>
        </a:xfr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rtl="0"/>
          <a:r>
            <a:rPr lang="en-US" sz="2400" dirty="0">
              <a:solidFill>
                <a:schemeClr val="tx1"/>
              </a:solidFill>
              <a:latin typeface="Times New Roman" pitchFamily="18" charset="0"/>
              <a:ea typeface="+mn-ea"/>
              <a:cs typeface="Times New Roman" pitchFamily="18" charset="0"/>
            </a:rPr>
            <a:t>Jump statements</a:t>
          </a:r>
        </a:p>
      </dgm:t>
    </dgm:pt>
    <dgm:pt modelId="{69B2D50A-AE9B-4A80-A586-AE6147E118E7}" type="parTrans" cxnId="{938E2EA0-CDB9-4C7C-9592-D3BA227E920E}">
      <dgm:prSet/>
      <dgm:spPr/>
      <dgm:t>
        <a:bodyPr/>
        <a:lstStyle/>
        <a:p>
          <a:endParaRPr lang="en-US"/>
        </a:p>
      </dgm:t>
    </dgm:pt>
    <dgm:pt modelId="{A03E38F5-0F1F-493D-BF26-771C06FE2A99}" type="sibTrans" cxnId="{938E2EA0-CDB9-4C7C-9592-D3BA227E920E}">
      <dgm:prSet/>
      <dgm:spPr/>
      <dgm:t>
        <a:bodyPr/>
        <a:lstStyle/>
        <a:p>
          <a:endParaRPr lang="en-US"/>
        </a:p>
      </dgm:t>
    </dgm:pt>
    <dgm:pt modelId="{8636D3D0-E7A0-4A6B-9F7A-8E28903FCA53}">
      <dgm:prSet custT="1"/>
      <dgm:spPr>
        <a:xfrm>
          <a:off x="2218536" y="1357788"/>
          <a:ext cx="2108299" cy="1810385"/>
        </a:xfr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rtl="0"/>
          <a:r>
            <a:rPr lang="en-US" sz="2400" dirty="0">
              <a:solidFill>
                <a:schemeClr val="tx1"/>
              </a:solidFill>
              <a:latin typeface="Times New Roman" pitchFamily="18" charset="0"/>
              <a:ea typeface="+mn-ea"/>
              <a:cs typeface="Times New Roman" pitchFamily="18" charset="0"/>
            </a:rPr>
            <a:t>break</a:t>
          </a:r>
        </a:p>
      </dgm:t>
    </dgm:pt>
    <dgm:pt modelId="{D3483E18-FE43-4751-A6B5-0588C1F6DB5C}" type="parTrans" cxnId="{3AE1666D-2CD3-4EE2-85D9-A655662D1E63}">
      <dgm:prSet/>
      <dgm:spPr/>
      <dgm:t>
        <a:bodyPr/>
        <a:lstStyle/>
        <a:p>
          <a:endParaRPr lang="en-US"/>
        </a:p>
      </dgm:t>
    </dgm:pt>
    <dgm:pt modelId="{52EA5179-9685-45C0-B897-474CD2B1456B}" type="sibTrans" cxnId="{3AE1666D-2CD3-4EE2-85D9-A655662D1E63}">
      <dgm:prSet/>
      <dgm:spPr/>
      <dgm:t>
        <a:bodyPr/>
        <a:lstStyle/>
        <a:p>
          <a:endParaRPr lang="en-US"/>
        </a:p>
      </dgm:t>
    </dgm:pt>
    <dgm:pt modelId="{E81BBABC-741E-47BF-A8F6-1719207D5ED5}">
      <dgm:prSet custT="1"/>
      <dgm:spPr>
        <a:xfrm>
          <a:off x="4432250" y="1357788"/>
          <a:ext cx="2108299" cy="1810385"/>
        </a:xfr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rtl="0"/>
          <a:r>
            <a:rPr lang="en-US" sz="2400" dirty="0">
              <a:solidFill>
                <a:schemeClr val="tx1"/>
              </a:solidFill>
              <a:latin typeface="Times New Roman" pitchFamily="18" charset="0"/>
              <a:ea typeface="+mn-ea"/>
              <a:cs typeface="Times New Roman" pitchFamily="18" charset="0"/>
            </a:rPr>
            <a:t>continue</a:t>
          </a:r>
        </a:p>
      </dgm:t>
    </dgm:pt>
    <dgm:pt modelId="{593BFC34-7FDD-436D-AAE9-02502B5A8175}" type="parTrans" cxnId="{0529986C-5824-4413-9EFE-1CCCCBF7A952}">
      <dgm:prSet/>
      <dgm:spPr/>
      <dgm:t>
        <a:bodyPr/>
        <a:lstStyle/>
        <a:p>
          <a:endParaRPr lang="en-US"/>
        </a:p>
      </dgm:t>
    </dgm:pt>
    <dgm:pt modelId="{1BEBE766-9433-4F46-B729-76C6FAFE70DF}" type="sibTrans" cxnId="{0529986C-5824-4413-9EFE-1CCCCBF7A952}">
      <dgm:prSet/>
      <dgm:spPr/>
      <dgm:t>
        <a:bodyPr/>
        <a:lstStyle/>
        <a:p>
          <a:endParaRPr lang="en-US"/>
        </a:p>
      </dgm:t>
    </dgm:pt>
    <dgm:pt modelId="{7A2C61C3-8C35-4B08-8477-C299F430BA6F}">
      <dgm:prSet custT="1"/>
      <dgm:spPr>
        <a:xfrm>
          <a:off x="6645964" y="1357788"/>
          <a:ext cx="2108299" cy="1810385"/>
        </a:xfr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rtl="0"/>
          <a:r>
            <a:rPr lang="en-US" sz="2400" dirty="0" err="1">
              <a:solidFill>
                <a:schemeClr val="tx1"/>
              </a:solidFill>
              <a:latin typeface="Times New Roman" pitchFamily="18" charset="0"/>
              <a:ea typeface="+mn-ea"/>
              <a:cs typeface="Times New Roman" pitchFamily="18" charset="0"/>
            </a:rPr>
            <a:t>goto</a:t>
          </a:r>
          <a:endParaRPr lang="en-US" sz="2400" dirty="0">
            <a:solidFill>
              <a:schemeClr val="tx1"/>
            </a:solidFill>
            <a:latin typeface="Times New Roman" pitchFamily="18" charset="0"/>
            <a:ea typeface="+mn-ea"/>
            <a:cs typeface="Times New Roman" pitchFamily="18" charset="0"/>
          </a:endParaRPr>
        </a:p>
      </dgm:t>
    </dgm:pt>
    <dgm:pt modelId="{CB877047-C215-4C92-A0DD-0E674399171C}" type="parTrans" cxnId="{333D9950-08AB-4F30-9BCC-B17AA64F9C61}">
      <dgm:prSet/>
      <dgm:spPr/>
      <dgm:t>
        <a:bodyPr/>
        <a:lstStyle/>
        <a:p>
          <a:endParaRPr lang="en-US"/>
        </a:p>
      </dgm:t>
    </dgm:pt>
    <dgm:pt modelId="{03D23E09-34C5-4D66-AFC8-7D6A566CEB85}" type="sibTrans" cxnId="{333D9950-08AB-4F30-9BCC-B17AA64F9C61}">
      <dgm:prSet/>
      <dgm:spPr/>
      <dgm:t>
        <a:bodyPr/>
        <a:lstStyle/>
        <a:p>
          <a:endParaRPr lang="en-US"/>
        </a:p>
      </dgm:t>
    </dgm:pt>
    <dgm:pt modelId="{AFC05FC2-DA37-44DC-998F-B06A287BC08C}">
      <dgm:prSet custT="1"/>
      <dgm:spPr>
        <a:xfrm>
          <a:off x="2218536" y="1357788"/>
          <a:ext cx="2108299" cy="1810385"/>
        </a:xfr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rtl="0"/>
          <a:r>
            <a:rPr lang="en-US" sz="2400" dirty="0">
              <a:solidFill>
                <a:schemeClr val="tx1"/>
              </a:solidFill>
              <a:latin typeface="Times New Roman" pitchFamily="18" charset="0"/>
              <a:ea typeface="+mn-ea"/>
              <a:cs typeface="Times New Roman" pitchFamily="18" charset="0"/>
            </a:rPr>
            <a:t>return</a:t>
          </a:r>
        </a:p>
      </dgm:t>
    </dgm:pt>
    <dgm:pt modelId="{A3C8546E-B784-4058-9A25-6CDEB4768E37}" type="parTrans" cxnId="{328FBFD7-96C6-41D8-8E8C-FB0D0584CE06}">
      <dgm:prSet/>
      <dgm:spPr/>
      <dgm:t>
        <a:bodyPr/>
        <a:lstStyle/>
        <a:p>
          <a:endParaRPr lang="en-US"/>
        </a:p>
      </dgm:t>
    </dgm:pt>
    <dgm:pt modelId="{9F2E7FA5-35C6-4B69-8E6A-F477E6B7D828}" type="sibTrans" cxnId="{328FBFD7-96C6-41D8-8E8C-FB0D0584CE06}">
      <dgm:prSet/>
      <dgm:spPr/>
      <dgm:t>
        <a:bodyPr/>
        <a:lstStyle/>
        <a:p>
          <a:endParaRPr lang="en-US"/>
        </a:p>
      </dgm:t>
    </dgm:pt>
    <dgm:pt modelId="{162E2935-A6D5-475C-96AB-E565C34340D5}" type="pres">
      <dgm:prSet presAssocID="{FD5EA51A-F66C-4B3D-8CA2-EC5547C8B5CB}" presName="CompostProcess" presStyleCnt="0">
        <dgm:presLayoutVars>
          <dgm:dir/>
          <dgm:resizeHandles val="exact"/>
        </dgm:presLayoutVars>
      </dgm:prSet>
      <dgm:spPr/>
      <dgm:t>
        <a:bodyPr/>
        <a:lstStyle/>
        <a:p>
          <a:endParaRPr lang="en-US"/>
        </a:p>
      </dgm:t>
    </dgm:pt>
    <dgm:pt modelId="{1E22D3DB-0524-47DC-8AAD-F96127B6FE54}" type="pres">
      <dgm:prSet presAssocID="{FD5EA51A-F66C-4B3D-8CA2-EC5547C8B5CB}" presName="arrow" presStyleLbl="bgShp" presStyleIdx="0" presStyleCnt="1" custScaleX="117647" custLinFactNeighborX="542" custLinFactNeighborY="8370"/>
      <dgm:spPr>
        <a:xfrm>
          <a:off x="822959" y="0"/>
          <a:ext cx="9326880" cy="4525963"/>
        </a:xfrm>
        <a:prstGeom prst="rightArrow">
          <a:avLst/>
        </a:prstGeom>
        <a:solidFill>
          <a:schemeClr val="accent2">
            <a:lumMod val="50000"/>
          </a:schemeClr>
        </a:solidFill>
        <a:ln>
          <a:noFill/>
        </a:ln>
        <a:effectLst/>
      </dgm:spPr>
    </dgm:pt>
    <dgm:pt modelId="{C9CA4A9C-6B85-4F1C-AB0C-B887C3AE402D}" type="pres">
      <dgm:prSet presAssocID="{FD5EA51A-F66C-4B3D-8CA2-EC5547C8B5CB}" presName="linearProcess" presStyleCnt="0"/>
      <dgm:spPr/>
    </dgm:pt>
    <dgm:pt modelId="{194C694B-B289-4DFE-9BE5-A9E174C5D70D}" type="pres">
      <dgm:prSet presAssocID="{C852AAB1-BDF9-45A5-B90D-6FFFB796CEB8}" presName="textNode" presStyleLbl="node1" presStyleIdx="0" presStyleCnt="5" custScaleX="88162" custScaleY="46933" custLinFactNeighborX="-2">
        <dgm:presLayoutVars>
          <dgm:bulletEnabled val="1"/>
        </dgm:presLayoutVars>
      </dgm:prSet>
      <dgm:spPr>
        <a:prstGeom prst="roundRect">
          <a:avLst/>
        </a:prstGeom>
      </dgm:spPr>
      <dgm:t>
        <a:bodyPr/>
        <a:lstStyle/>
        <a:p>
          <a:endParaRPr lang="en-US"/>
        </a:p>
      </dgm:t>
    </dgm:pt>
    <dgm:pt modelId="{598B6E05-8FF5-419F-BEBA-2090DADD5072}" type="pres">
      <dgm:prSet presAssocID="{A03E38F5-0F1F-493D-BF26-771C06FE2A99}" presName="sibTrans" presStyleCnt="0"/>
      <dgm:spPr/>
    </dgm:pt>
    <dgm:pt modelId="{70358FE6-FC06-42C3-A5D9-CA1BF17C6E50}" type="pres">
      <dgm:prSet presAssocID="{8636D3D0-E7A0-4A6B-9F7A-8E28903FCA53}" presName="textNode" presStyleLbl="node1" presStyleIdx="1" presStyleCnt="5" custScaleX="75718" custScaleY="45355" custLinFactNeighborX="718" custLinFactNeighborY="-560">
        <dgm:presLayoutVars>
          <dgm:bulletEnabled val="1"/>
        </dgm:presLayoutVars>
      </dgm:prSet>
      <dgm:spPr>
        <a:prstGeom prst="roundRect">
          <a:avLst/>
        </a:prstGeom>
      </dgm:spPr>
      <dgm:t>
        <a:bodyPr/>
        <a:lstStyle/>
        <a:p>
          <a:endParaRPr lang="en-US"/>
        </a:p>
      </dgm:t>
    </dgm:pt>
    <dgm:pt modelId="{455CAAE7-B224-4398-AB42-0553E990A756}" type="pres">
      <dgm:prSet presAssocID="{52EA5179-9685-45C0-B897-474CD2B1456B}" presName="sibTrans" presStyleCnt="0"/>
      <dgm:spPr/>
    </dgm:pt>
    <dgm:pt modelId="{A2321190-82C4-4863-AE02-2B799C547A61}" type="pres">
      <dgm:prSet presAssocID="{E81BBABC-741E-47BF-A8F6-1719207D5ED5}" presName="textNode" presStyleLbl="node1" presStyleIdx="2" presStyleCnt="5" custScaleX="76524" custScaleY="48446" custLinFactNeighborX="-47767" custLinFactNeighborY="161">
        <dgm:presLayoutVars>
          <dgm:bulletEnabled val="1"/>
        </dgm:presLayoutVars>
      </dgm:prSet>
      <dgm:spPr>
        <a:prstGeom prst="roundRect">
          <a:avLst/>
        </a:prstGeom>
      </dgm:spPr>
      <dgm:t>
        <a:bodyPr/>
        <a:lstStyle/>
        <a:p>
          <a:endParaRPr lang="en-US"/>
        </a:p>
      </dgm:t>
    </dgm:pt>
    <dgm:pt modelId="{E927BA9A-ECCA-437D-B347-8D75E7DE5CCC}" type="pres">
      <dgm:prSet presAssocID="{1BEBE766-9433-4F46-B729-76C6FAFE70DF}" presName="sibTrans" presStyleCnt="0"/>
      <dgm:spPr/>
    </dgm:pt>
    <dgm:pt modelId="{8A824044-236F-4A77-AFFD-9BA491A1BA9B}" type="pres">
      <dgm:prSet presAssocID="{7A2C61C3-8C35-4B08-8477-C299F430BA6F}" presName="textNode" presStyleLbl="node1" presStyleIdx="3" presStyleCnt="5" custScaleX="84631" custScaleY="49685" custLinFactNeighborX="-98415" custLinFactNeighborY="1604">
        <dgm:presLayoutVars>
          <dgm:bulletEnabled val="1"/>
        </dgm:presLayoutVars>
      </dgm:prSet>
      <dgm:spPr>
        <a:prstGeom prst="roundRect">
          <a:avLst/>
        </a:prstGeom>
      </dgm:spPr>
      <dgm:t>
        <a:bodyPr/>
        <a:lstStyle/>
        <a:p>
          <a:endParaRPr lang="en-US"/>
        </a:p>
      </dgm:t>
    </dgm:pt>
    <dgm:pt modelId="{3AC93804-ABD1-413E-BA4D-FC6ED59F68A2}" type="pres">
      <dgm:prSet presAssocID="{03D23E09-34C5-4D66-AFC8-7D6A566CEB85}" presName="sibTrans" presStyleCnt="0"/>
      <dgm:spPr/>
    </dgm:pt>
    <dgm:pt modelId="{A0980A67-5E36-4CE7-80FC-B91C1DA98163}" type="pres">
      <dgm:prSet presAssocID="{AFC05FC2-DA37-44DC-998F-B06A287BC08C}" presName="textNode" presStyleLbl="node1" presStyleIdx="4" presStyleCnt="5" custScaleX="82277" custScaleY="45355" custLinFactX="-7657" custLinFactNeighborX="-100000" custLinFactNeighborY="722">
        <dgm:presLayoutVars>
          <dgm:bulletEnabled val="1"/>
        </dgm:presLayoutVars>
      </dgm:prSet>
      <dgm:spPr>
        <a:prstGeom prst="roundRect">
          <a:avLst/>
        </a:prstGeom>
      </dgm:spPr>
      <dgm:t>
        <a:bodyPr/>
        <a:lstStyle/>
        <a:p>
          <a:endParaRPr lang="en-US"/>
        </a:p>
      </dgm:t>
    </dgm:pt>
  </dgm:ptLst>
  <dgm:cxnLst>
    <dgm:cxn modelId="{A9BFCADA-16CB-41DD-9C22-189EC0F23E29}" type="presOf" srcId="{C852AAB1-BDF9-45A5-B90D-6FFFB796CEB8}" destId="{194C694B-B289-4DFE-9BE5-A9E174C5D70D}" srcOrd="0" destOrd="0" presId="urn:microsoft.com/office/officeart/2005/8/layout/hProcess9"/>
    <dgm:cxn modelId="{328FBFD7-96C6-41D8-8E8C-FB0D0584CE06}" srcId="{FD5EA51A-F66C-4B3D-8CA2-EC5547C8B5CB}" destId="{AFC05FC2-DA37-44DC-998F-B06A287BC08C}" srcOrd="4" destOrd="0" parTransId="{A3C8546E-B784-4058-9A25-6CDEB4768E37}" sibTransId="{9F2E7FA5-35C6-4B69-8E6A-F477E6B7D828}"/>
    <dgm:cxn modelId="{0529986C-5824-4413-9EFE-1CCCCBF7A952}" srcId="{FD5EA51A-F66C-4B3D-8CA2-EC5547C8B5CB}" destId="{E81BBABC-741E-47BF-A8F6-1719207D5ED5}" srcOrd="2" destOrd="0" parTransId="{593BFC34-7FDD-436D-AAE9-02502B5A8175}" sibTransId="{1BEBE766-9433-4F46-B729-76C6FAFE70DF}"/>
    <dgm:cxn modelId="{938E2EA0-CDB9-4C7C-9592-D3BA227E920E}" srcId="{FD5EA51A-F66C-4B3D-8CA2-EC5547C8B5CB}" destId="{C852AAB1-BDF9-45A5-B90D-6FFFB796CEB8}" srcOrd="0" destOrd="0" parTransId="{69B2D50A-AE9B-4A80-A586-AE6147E118E7}" sibTransId="{A03E38F5-0F1F-493D-BF26-771C06FE2A99}"/>
    <dgm:cxn modelId="{0CEFC373-0F34-460B-9703-FE8F4AED5E7A}" type="presOf" srcId="{FD5EA51A-F66C-4B3D-8CA2-EC5547C8B5CB}" destId="{162E2935-A6D5-475C-96AB-E565C34340D5}" srcOrd="0" destOrd="0" presId="urn:microsoft.com/office/officeart/2005/8/layout/hProcess9"/>
    <dgm:cxn modelId="{ED0C7E40-8417-4A1E-AFB5-9DC0180EEE4F}" type="presOf" srcId="{8636D3D0-E7A0-4A6B-9F7A-8E28903FCA53}" destId="{70358FE6-FC06-42C3-A5D9-CA1BF17C6E50}" srcOrd="0" destOrd="0" presId="urn:microsoft.com/office/officeart/2005/8/layout/hProcess9"/>
    <dgm:cxn modelId="{7097B988-FE87-4F04-BB8F-3BD7677E2D61}" type="presOf" srcId="{AFC05FC2-DA37-44DC-998F-B06A287BC08C}" destId="{A0980A67-5E36-4CE7-80FC-B91C1DA98163}" srcOrd="0" destOrd="0" presId="urn:microsoft.com/office/officeart/2005/8/layout/hProcess9"/>
    <dgm:cxn modelId="{46B2331C-5CEB-4424-AC0F-A496B430A813}" type="presOf" srcId="{7A2C61C3-8C35-4B08-8477-C299F430BA6F}" destId="{8A824044-236F-4A77-AFFD-9BA491A1BA9B}" srcOrd="0" destOrd="0" presId="urn:microsoft.com/office/officeart/2005/8/layout/hProcess9"/>
    <dgm:cxn modelId="{6CDD3B89-D1A1-4934-9A09-3B70964790C4}" type="presOf" srcId="{E81BBABC-741E-47BF-A8F6-1719207D5ED5}" destId="{A2321190-82C4-4863-AE02-2B799C547A61}" srcOrd="0" destOrd="0" presId="urn:microsoft.com/office/officeart/2005/8/layout/hProcess9"/>
    <dgm:cxn modelId="{3AE1666D-2CD3-4EE2-85D9-A655662D1E63}" srcId="{FD5EA51A-F66C-4B3D-8CA2-EC5547C8B5CB}" destId="{8636D3D0-E7A0-4A6B-9F7A-8E28903FCA53}" srcOrd="1" destOrd="0" parTransId="{D3483E18-FE43-4751-A6B5-0588C1F6DB5C}" sibTransId="{52EA5179-9685-45C0-B897-474CD2B1456B}"/>
    <dgm:cxn modelId="{333D9950-08AB-4F30-9BCC-B17AA64F9C61}" srcId="{FD5EA51A-F66C-4B3D-8CA2-EC5547C8B5CB}" destId="{7A2C61C3-8C35-4B08-8477-C299F430BA6F}" srcOrd="3" destOrd="0" parTransId="{CB877047-C215-4C92-A0DD-0E674399171C}" sibTransId="{03D23E09-34C5-4D66-AFC8-7D6A566CEB85}"/>
    <dgm:cxn modelId="{DFBF186E-DBFC-4B04-973D-14A11030B313}" type="presParOf" srcId="{162E2935-A6D5-475C-96AB-E565C34340D5}" destId="{1E22D3DB-0524-47DC-8AAD-F96127B6FE54}" srcOrd="0" destOrd="0" presId="urn:microsoft.com/office/officeart/2005/8/layout/hProcess9"/>
    <dgm:cxn modelId="{9615264B-1138-44E4-A121-E66559658348}" type="presParOf" srcId="{162E2935-A6D5-475C-96AB-E565C34340D5}" destId="{C9CA4A9C-6B85-4F1C-AB0C-B887C3AE402D}" srcOrd="1" destOrd="0" presId="urn:microsoft.com/office/officeart/2005/8/layout/hProcess9"/>
    <dgm:cxn modelId="{1CAB2587-573B-44C5-B08F-A1237BF2827E}" type="presParOf" srcId="{C9CA4A9C-6B85-4F1C-AB0C-B887C3AE402D}" destId="{194C694B-B289-4DFE-9BE5-A9E174C5D70D}" srcOrd="0" destOrd="0" presId="urn:microsoft.com/office/officeart/2005/8/layout/hProcess9"/>
    <dgm:cxn modelId="{0E634A63-8AC6-4B46-BEB7-DD0F26FC53ED}" type="presParOf" srcId="{C9CA4A9C-6B85-4F1C-AB0C-B887C3AE402D}" destId="{598B6E05-8FF5-419F-BEBA-2090DADD5072}" srcOrd="1" destOrd="0" presId="urn:microsoft.com/office/officeart/2005/8/layout/hProcess9"/>
    <dgm:cxn modelId="{28D777CC-1B73-4624-8FB9-D8E5EC26A288}" type="presParOf" srcId="{C9CA4A9C-6B85-4F1C-AB0C-B887C3AE402D}" destId="{70358FE6-FC06-42C3-A5D9-CA1BF17C6E50}" srcOrd="2" destOrd="0" presId="urn:microsoft.com/office/officeart/2005/8/layout/hProcess9"/>
    <dgm:cxn modelId="{E9258A2A-C1A2-4E75-AD1F-A7CBFAD5F8E4}" type="presParOf" srcId="{C9CA4A9C-6B85-4F1C-AB0C-B887C3AE402D}" destId="{455CAAE7-B224-4398-AB42-0553E990A756}" srcOrd="3" destOrd="0" presId="urn:microsoft.com/office/officeart/2005/8/layout/hProcess9"/>
    <dgm:cxn modelId="{BAE9A383-25BE-4947-847A-6AA52362F2BB}" type="presParOf" srcId="{C9CA4A9C-6B85-4F1C-AB0C-B887C3AE402D}" destId="{A2321190-82C4-4863-AE02-2B799C547A61}" srcOrd="4" destOrd="0" presId="urn:microsoft.com/office/officeart/2005/8/layout/hProcess9"/>
    <dgm:cxn modelId="{E63AEA5F-63A2-4FCF-82CF-D4D53B320006}" type="presParOf" srcId="{C9CA4A9C-6B85-4F1C-AB0C-B887C3AE402D}" destId="{E927BA9A-ECCA-437D-B347-8D75E7DE5CCC}" srcOrd="5" destOrd="0" presId="urn:microsoft.com/office/officeart/2005/8/layout/hProcess9"/>
    <dgm:cxn modelId="{09A38A4A-A609-48BB-9544-9A752369B81D}" type="presParOf" srcId="{C9CA4A9C-6B85-4F1C-AB0C-B887C3AE402D}" destId="{8A824044-236F-4A77-AFFD-9BA491A1BA9B}" srcOrd="6" destOrd="0" presId="urn:microsoft.com/office/officeart/2005/8/layout/hProcess9"/>
    <dgm:cxn modelId="{20FA4B46-F308-4EFF-8F58-1B84E5B6DFA0}" type="presParOf" srcId="{C9CA4A9C-6B85-4F1C-AB0C-B887C3AE402D}" destId="{3AC93804-ABD1-413E-BA4D-FC6ED59F68A2}" srcOrd="7" destOrd="0" presId="urn:microsoft.com/office/officeart/2005/8/layout/hProcess9"/>
    <dgm:cxn modelId="{C94EDE0E-94D9-4251-BD11-F2EBF82DC931}" type="presParOf" srcId="{C9CA4A9C-6B85-4F1C-AB0C-B887C3AE402D}" destId="{A0980A67-5E36-4CE7-80FC-B91C1DA98163}"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E16C22A-54E3-4D1B-AB6F-30D02F604542}" type="doc">
      <dgm:prSet loTypeId="urn:microsoft.com/office/officeart/2005/8/layout/list1" loCatId="list" qsTypeId="urn:microsoft.com/office/officeart/2005/8/quickstyle/simple1" qsCatId="simple" csTypeId="urn:microsoft.com/office/officeart/2005/8/colors/accent0_2" csCatId="mainScheme" phldr="1"/>
      <dgm:spPr/>
      <dgm:t>
        <a:bodyPr/>
        <a:lstStyle/>
        <a:p>
          <a:endParaRPr lang="en-US"/>
        </a:p>
      </dgm:t>
    </dgm:pt>
    <dgm:pt modelId="{DBC17E41-E877-4625-869E-97BC467FB50B}">
      <dgm:prSet phldrT="[Text]" custT="1"/>
      <dgm:spPr>
        <a:solidFill>
          <a:srgbClr val="ED8137"/>
        </a:solidFill>
        <a:ln>
          <a:solidFill>
            <a:schemeClr val="accent1"/>
          </a:solidFill>
        </a:ln>
      </dgm:spPr>
      <dgm:t>
        <a:bodyPr/>
        <a:lstStyle/>
        <a:p>
          <a:pPr algn="just"/>
          <a:r>
            <a:rPr lang="en-US" sz="2400" dirty="0">
              <a:solidFill>
                <a:schemeClr val="tx1"/>
              </a:solidFill>
            </a:rPr>
            <a:t>Jump statements can be used to modify the behavior of conditional and iterative statements</a:t>
          </a:r>
          <a:endParaRPr lang="en-US" sz="2400" dirty="0">
            <a:solidFill>
              <a:schemeClr val="tx1"/>
            </a:solidFill>
            <a:latin typeface="Arial" pitchFamily="34" charset="0"/>
            <a:cs typeface="Arial" pitchFamily="34" charset="0"/>
          </a:endParaRPr>
        </a:p>
      </dgm:t>
    </dgm:pt>
    <dgm:pt modelId="{BB1D78B4-8701-4907-822F-E58C835DCD9F}" type="parTrans" cxnId="{2E0784DC-EFD4-4BEE-ADFC-F6DBC4BFE618}">
      <dgm:prSet/>
      <dgm:spPr/>
      <dgm:t>
        <a:bodyPr/>
        <a:lstStyle/>
        <a:p>
          <a:endParaRPr lang="en-US"/>
        </a:p>
      </dgm:t>
    </dgm:pt>
    <dgm:pt modelId="{D673935C-677E-4214-8EF5-72429AFA300A}" type="sibTrans" cxnId="{2E0784DC-EFD4-4BEE-ADFC-F6DBC4BFE618}">
      <dgm:prSet/>
      <dgm:spPr/>
      <dgm:t>
        <a:bodyPr/>
        <a:lstStyle/>
        <a:p>
          <a:endParaRPr lang="en-US"/>
        </a:p>
      </dgm:t>
    </dgm:pt>
    <dgm:pt modelId="{C33E1E4C-D03A-404A-A321-502F092FF4CF}">
      <dgm:prSet phldrT="[Text]" custT="1"/>
      <dgm:spPr>
        <a:solidFill>
          <a:schemeClr val="accent2"/>
        </a:solidFill>
      </dgm:spPr>
      <dgm:t>
        <a:bodyPr/>
        <a:lstStyle/>
        <a:p>
          <a:pPr algn="just"/>
          <a:r>
            <a:rPr lang="en-US" sz="2400" dirty="0">
              <a:solidFill>
                <a:schemeClr val="bg1"/>
              </a:solidFill>
            </a:rPr>
            <a:t>They allow you to exit a loop, start the next iteration of a loop, or explicitly transfer program control to a specified location in your program.</a:t>
          </a:r>
          <a:endParaRPr lang="en-US" sz="2400" dirty="0">
            <a:solidFill>
              <a:schemeClr val="bg1"/>
            </a:solidFill>
            <a:latin typeface="Arial" pitchFamily="34" charset="0"/>
            <a:cs typeface="Arial" pitchFamily="34" charset="0"/>
          </a:endParaRPr>
        </a:p>
      </dgm:t>
    </dgm:pt>
    <dgm:pt modelId="{B6478310-CACD-4F06-AE4A-5359DBE55D9A}" type="parTrans" cxnId="{0CA568DA-4410-47B5-B48D-B9931DA0F02F}">
      <dgm:prSet/>
      <dgm:spPr/>
      <dgm:t>
        <a:bodyPr/>
        <a:lstStyle/>
        <a:p>
          <a:endParaRPr lang="en-US"/>
        </a:p>
      </dgm:t>
    </dgm:pt>
    <dgm:pt modelId="{8F8E829A-4E47-49B7-B9A8-609A3DA9F508}" type="sibTrans" cxnId="{0CA568DA-4410-47B5-B48D-B9931DA0F02F}">
      <dgm:prSet/>
      <dgm:spPr/>
      <dgm:t>
        <a:bodyPr/>
        <a:lstStyle/>
        <a:p>
          <a:endParaRPr lang="en-US"/>
        </a:p>
      </dgm:t>
    </dgm:pt>
    <dgm:pt modelId="{A9C55C1D-BEB4-413E-9712-63D64FCCE92B}" type="pres">
      <dgm:prSet presAssocID="{EE16C22A-54E3-4D1B-AB6F-30D02F604542}" presName="linear" presStyleCnt="0">
        <dgm:presLayoutVars>
          <dgm:dir/>
          <dgm:animLvl val="lvl"/>
          <dgm:resizeHandles val="exact"/>
        </dgm:presLayoutVars>
      </dgm:prSet>
      <dgm:spPr/>
      <dgm:t>
        <a:bodyPr/>
        <a:lstStyle/>
        <a:p>
          <a:endParaRPr lang="en-US"/>
        </a:p>
      </dgm:t>
    </dgm:pt>
    <dgm:pt modelId="{FB9B231C-2A75-4822-9A3A-1907D7BC6BA4}" type="pres">
      <dgm:prSet presAssocID="{DBC17E41-E877-4625-869E-97BC467FB50B}" presName="parentLin" presStyleCnt="0"/>
      <dgm:spPr/>
    </dgm:pt>
    <dgm:pt modelId="{23B7DDB7-C304-42EC-A754-A23114F4A7C5}" type="pres">
      <dgm:prSet presAssocID="{DBC17E41-E877-4625-869E-97BC467FB50B}" presName="parentLeftMargin" presStyleLbl="node1" presStyleIdx="0" presStyleCnt="2"/>
      <dgm:spPr/>
      <dgm:t>
        <a:bodyPr/>
        <a:lstStyle/>
        <a:p>
          <a:endParaRPr lang="en-US"/>
        </a:p>
      </dgm:t>
    </dgm:pt>
    <dgm:pt modelId="{E6998537-B21C-4E36-B02B-9C781D395043}" type="pres">
      <dgm:prSet presAssocID="{DBC17E41-E877-4625-869E-97BC467FB50B}" presName="parentText" presStyleLbl="node1" presStyleIdx="0" presStyleCnt="2">
        <dgm:presLayoutVars>
          <dgm:chMax val="0"/>
          <dgm:bulletEnabled val="1"/>
        </dgm:presLayoutVars>
      </dgm:prSet>
      <dgm:spPr/>
      <dgm:t>
        <a:bodyPr/>
        <a:lstStyle/>
        <a:p>
          <a:endParaRPr lang="en-US"/>
        </a:p>
      </dgm:t>
    </dgm:pt>
    <dgm:pt modelId="{793D0BFA-B151-47AC-BBFC-E9BB2A4B5A35}" type="pres">
      <dgm:prSet presAssocID="{DBC17E41-E877-4625-869E-97BC467FB50B}" presName="negativeSpace" presStyleCnt="0"/>
      <dgm:spPr/>
    </dgm:pt>
    <dgm:pt modelId="{67445B82-EA8F-48F5-B904-9ED3701BEA80}" type="pres">
      <dgm:prSet presAssocID="{DBC17E41-E877-4625-869E-97BC467FB50B}" presName="childText" presStyleLbl="conFgAcc1" presStyleIdx="0" presStyleCnt="2">
        <dgm:presLayoutVars>
          <dgm:bulletEnabled val="1"/>
        </dgm:presLayoutVars>
      </dgm:prSet>
      <dgm:spPr>
        <a:solidFill>
          <a:schemeClr val="accent2">
            <a:lumMod val="50000"/>
            <a:alpha val="90000"/>
          </a:schemeClr>
        </a:solidFill>
      </dgm:spPr>
    </dgm:pt>
    <dgm:pt modelId="{C3EFA6DE-8060-4784-B451-006BBAF6B0BC}" type="pres">
      <dgm:prSet presAssocID="{D673935C-677E-4214-8EF5-72429AFA300A}" presName="spaceBetweenRectangles" presStyleCnt="0"/>
      <dgm:spPr/>
    </dgm:pt>
    <dgm:pt modelId="{47A5A733-D97C-4DF4-B259-3EFA2A3695D2}" type="pres">
      <dgm:prSet presAssocID="{C33E1E4C-D03A-404A-A321-502F092FF4CF}" presName="parentLin" presStyleCnt="0"/>
      <dgm:spPr/>
    </dgm:pt>
    <dgm:pt modelId="{E617FF53-A0B5-4A3B-A304-C7B8D9DB84D5}" type="pres">
      <dgm:prSet presAssocID="{C33E1E4C-D03A-404A-A321-502F092FF4CF}" presName="parentLeftMargin" presStyleLbl="node1" presStyleIdx="0" presStyleCnt="2"/>
      <dgm:spPr/>
      <dgm:t>
        <a:bodyPr/>
        <a:lstStyle/>
        <a:p>
          <a:endParaRPr lang="en-US"/>
        </a:p>
      </dgm:t>
    </dgm:pt>
    <dgm:pt modelId="{3B5F42D8-9ECA-4F21-8D0A-A5B4F3835B82}" type="pres">
      <dgm:prSet presAssocID="{C33E1E4C-D03A-404A-A321-502F092FF4CF}" presName="parentText" presStyleLbl="node1" presStyleIdx="1" presStyleCnt="2">
        <dgm:presLayoutVars>
          <dgm:chMax val="0"/>
          <dgm:bulletEnabled val="1"/>
        </dgm:presLayoutVars>
      </dgm:prSet>
      <dgm:spPr/>
      <dgm:t>
        <a:bodyPr/>
        <a:lstStyle/>
        <a:p>
          <a:endParaRPr lang="en-US"/>
        </a:p>
      </dgm:t>
    </dgm:pt>
    <dgm:pt modelId="{B7D0FD01-665C-4A27-A482-640BDD19D80D}" type="pres">
      <dgm:prSet presAssocID="{C33E1E4C-D03A-404A-A321-502F092FF4CF}" presName="negativeSpace" presStyleCnt="0"/>
      <dgm:spPr/>
    </dgm:pt>
    <dgm:pt modelId="{D5B5793E-7A19-4225-81FD-9995E32D9263}" type="pres">
      <dgm:prSet presAssocID="{C33E1E4C-D03A-404A-A321-502F092FF4CF}" presName="childText" presStyleLbl="conFgAcc1" presStyleIdx="1" presStyleCnt="2">
        <dgm:presLayoutVars>
          <dgm:bulletEnabled val="1"/>
        </dgm:presLayoutVars>
      </dgm:prSet>
      <dgm:spPr>
        <a:solidFill>
          <a:schemeClr val="accent2">
            <a:lumMod val="50000"/>
            <a:alpha val="90000"/>
          </a:schemeClr>
        </a:solidFill>
      </dgm:spPr>
    </dgm:pt>
  </dgm:ptLst>
  <dgm:cxnLst>
    <dgm:cxn modelId="{E0952E2A-1048-47EB-854A-811231E3EFF4}" type="presOf" srcId="{C33E1E4C-D03A-404A-A321-502F092FF4CF}" destId="{E617FF53-A0B5-4A3B-A304-C7B8D9DB84D5}" srcOrd="0" destOrd="0" presId="urn:microsoft.com/office/officeart/2005/8/layout/list1"/>
    <dgm:cxn modelId="{2E0784DC-EFD4-4BEE-ADFC-F6DBC4BFE618}" srcId="{EE16C22A-54E3-4D1B-AB6F-30D02F604542}" destId="{DBC17E41-E877-4625-869E-97BC467FB50B}" srcOrd="0" destOrd="0" parTransId="{BB1D78B4-8701-4907-822F-E58C835DCD9F}" sibTransId="{D673935C-677E-4214-8EF5-72429AFA300A}"/>
    <dgm:cxn modelId="{75C54C31-DCC5-4C11-BABC-6F8748EED851}" type="presOf" srcId="{C33E1E4C-D03A-404A-A321-502F092FF4CF}" destId="{3B5F42D8-9ECA-4F21-8D0A-A5B4F3835B82}" srcOrd="1" destOrd="0" presId="urn:microsoft.com/office/officeart/2005/8/layout/list1"/>
    <dgm:cxn modelId="{0CA568DA-4410-47B5-B48D-B9931DA0F02F}" srcId="{EE16C22A-54E3-4D1B-AB6F-30D02F604542}" destId="{C33E1E4C-D03A-404A-A321-502F092FF4CF}" srcOrd="1" destOrd="0" parTransId="{B6478310-CACD-4F06-AE4A-5359DBE55D9A}" sibTransId="{8F8E829A-4E47-49B7-B9A8-609A3DA9F508}"/>
    <dgm:cxn modelId="{5DC065C5-BC60-49B4-A9A2-975B188E5B68}" type="presOf" srcId="{EE16C22A-54E3-4D1B-AB6F-30D02F604542}" destId="{A9C55C1D-BEB4-413E-9712-63D64FCCE92B}" srcOrd="0" destOrd="0" presId="urn:microsoft.com/office/officeart/2005/8/layout/list1"/>
    <dgm:cxn modelId="{EBFE17CF-A133-4F7F-B18B-1248C388C870}" type="presOf" srcId="{DBC17E41-E877-4625-869E-97BC467FB50B}" destId="{23B7DDB7-C304-42EC-A754-A23114F4A7C5}" srcOrd="0" destOrd="0" presId="urn:microsoft.com/office/officeart/2005/8/layout/list1"/>
    <dgm:cxn modelId="{C8D1A080-6673-4DBF-87F3-FA4C5FAC37FC}" type="presOf" srcId="{DBC17E41-E877-4625-869E-97BC467FB50B}" destId="{E6998537-B21C-4E36-B02B-9C781D395043}" srcOrd="1" destOrd="0" presId="urn:microsoft.com/office/officeart/2005/8/layout/list1"/>
    <dgm:cxn modelId="{9D771B25-8300-4372-BA00-2542D8547490}" type="presParOf" srcId="{A9C55C1D-BEB4-413E-9712-63D64FCCE92B}" destId="{FB9B231C-2A75-4822-9A3A-1907D7BC6BA4}" srcOrd="0" destOrd="0" presId="urn:microsoft.com/office/officeart/2005/8/layout/list1"/>
    <dgm:cxn modelId="{6F060B8E-C313-4D6D-890A-0FAAACEFCD0C}" type="presParOf" srcId="{FB9B231C-2A75-4822-9A3A-1907D7BC6BA4}" destId="{23B7DDB7-C304-42EC-A754-A23114F4A7C5}" srcOrd="0" destOrd="0" presId="urn:microsoft.com/office/officeart/2005/8/layout/list1"/>
    <dgm:cxn modelId="{77CFF79E-F47D-4F11-A739-D64ACFAD0356}" type="presParOf" srcId="{FB9B231C-2A75-4822-9A3A-1907D7BC6BA4}" destId="{E6998537-B21C-4E36-B02B-9C781D395043}" srcOrd="1" destOrd="0" presId="urn:microsoft.com/office/officeart/2005/8/layout/list1"/>
    <dgm:cxn modelId="{2E1AC748-EC72-4803-A6B3-426E14E36D04}" type="presParOf" srcId="{A9C55C1D-BEB4-413E-9712-63D64FCCE92B}" destId="{793D0BFA-B151-47AC-BBFC-E9BB2A4B5A35}" srcOrd="1" destOrd="0" presId="urn:microsoft.com/office/officeart/2005/8/layout/list1"/>
    <dgm:cxn modelId="{486B3F84-0D40-4B84-B84A-5A374BB8073D}" type="presParOf" srcId="{A9C55C1D-BEB4-413E-9712-63D64FCCE92B}" destId="{67445B82-EA8F-48F5-B904-9ED3701BEA80}" srcOrd="2" destOrd="0" presId="urn:microsoft.com/office/officeart/2005/8/layout/list1"/>
    <dgm:cxn modelId="{CAEE236B-6CC0-4D0E-8A7B-212472631BF2}" type="presParOf" srcId="{A9C55C1D-BEB4-413E-9712-63D64FCCE92B}" destId="{C3EFA6DE-8060-4784-B451-006BBAF6B0BC}" srcOrd="3" destOrd="0" presId="urn:microsoft.com/office/officeart/2005/8/layout/list1"/>
    <dgm:cxn modelId="{1224072A-942A-4D30-82D7-54905BCDE577}" type="presParOf" srcId="{A9C55C1D-BEB4-413E-9712-63D64FCCE92B}" destId="{47A5A733-D97C-4DF4-B259-3EFA2A3695D2}" srcOrd="4" destOrd="0" presId="urn:microsoft.com/office/officeart/2005/8/layout/list1"/>
    <dgm:cxn modelId="{5AE249E4-07C8-4630-A694-2252C58C4F9D}" type="presParOf" srcId="{47A5A733-D97C-4DF4-B259-3EFA2A3695D2}" destId="{E617FF53-A0B5-4A3B-A304-C7B8D9DB84D5}" srcOrd="0" destOrd="0" presId="urn:microsoft.com/office/officeart/2005/8/layout/list1"/>
    <dgm:cxn modelId="{694C72C1-FECD-486A-83FC-270AE8F40345}" type="presParOf" srcId="{47A5A733-D97C-4DF4-B259-3EFA2A3695D2}" destId="{3B5F42D8-9ECA-4F21-8D0A-A5B4F3835B82}" srcOrd="1" destOrd="0" presId="urn:microsoft.com/office/officeart/2005/8/layout/list1"/>
    <dgm:cxn modelId="{6470CDAF-DE0F-4D00-83C3-98751CC39285}" type="presParOf" srcId="{A9C55C1D-BEB4-413E-9712-63D64FCCE92B}" destId="{B7D0FD01-665C-4A27-A482-640BDD19D80D}" srcOrd="5" destOrd="0" presId="urn:microsoft.com/office/officeart/2005/8/layout/list1"/>
    <dgm:cxn modelId="{C2FEBE8C-DE4F-4404-938D-418348383C7B}" type="presParOf" srcId="{A9C55C1D-BEB4-413E-9712-63D64FCCE92B}" destId="{D5B5793E-7A19-4225-81FD-9995E32D9263}"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22D3DB-0524-47DC-8AAD-F96127B6FE54}">
      <dsp:nvSpPr>
        <dsp:cNvPr id="0" name=""/>
        <dsp:cNvSpPr/>
      </dsp:nvSpPr>
      <dsp:spPr>
        <a:xfrm>
          <a:off x="5" y="0"/>
          <a:ext cx="11351617" cy="4099243"/>
        </a:xfrm>
        <a:prstGeom prst="rightArrow">
          <a:avLst/>
        </a:prstGeom>
        <a:solidFill>
          <a:schemeClr val="accent2">
            <a:lumMod val="50000"/>
          </a:schemeClr>
        </a:solidFill>
        <a:ln>
          <a:noFill/>
        </a:ln>
        <a:effectLst/>
      </dsp:spPr>
      <dsp:style>
        <a:lnRef idx="0">
          <a:scrgbClr r="0" g="0" b="0"/>
        </a:lnRef>
        <a:fillRef idx="1">
          <a:scrgbClr r="0" g="0" b="0"/>
        </a:fillRef>
        <a:effectRef idx="0">
          <a:scrgbClr r="0" g="0" b="0"/>
        </a:effectRef>
        <a:fontRef idx="minor"/>
      </dsp:style>
    </dsp:sp>
    <dsp:sp modelId="{194C694B-B289-4DFE-9BE5-A9E174C5D70D}">
      <dsp:nvSpPr>
        <dsp:cNvPr id="0" name=""/>
        <dsp:cNvSpPr/>
      </dsp:nvSpPr>
      <dsp:spPr>
        <a:xfrm>
          <a:off x="384767" y="1664841"/>
          <a:ext cx="2001638" cy="769559"/>
        </a:xfrm>
        <a:prstGeom prst="roundRect">
          <a:avLst/>
        </a:prstGeo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kern="1200" dirty="0">
              <a:solidFill>
                <a:schemeClr val="tx1"/>
              </a:solidFill>
              <a:latin typeface="Times New Roman" pitchFamily="18" charset="0"/>
              <a:ea typeface="+mn-ea"/>
              <a:cs typeface="Times New Roman" pitchFamily="18" charset="0"/>
            </a:rPr>
            <a:t>Jump statements</a:t>
          </a:r>
        </a:p>
      </dsp:txBody>
      <dsp:txXfrm>
        <a:off x="422334" y="1702408"/>
        <a:ext cx="1926504" cy="694425"/>
      </dsp:txXfrm>
    </dsp:sp>
    <dsp:sp modelId="{70358FE6-FC06-42C3-A5D9-CA1BF17C6E50}">
      <dsp:nvSpPr>
        <dsp:cNvPr id="0" name=""/>
        <dsp:cNvSpPr/>
      </dsp:nvSpPr>
      <dsp:spPr>
        <a:xfrm>
          <a:off x="2722414" y="1668596"/>
          <a:ext cx="1719108" cy="743684"/>
        </a:xfrm>
        <a:prstGeom prst="roundRect">
          <a:avLst/>
        </a:prstGeo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kern="1200" dirty="0">
              <a:solidFill>
                <a:schemeClr val="tx1"/>
              </a:solidFill>
              <a:latin typeface="Times New Roman" pitchFamily="18" charset="0"/>
              <a:ea typeface="+mn-ea"/>
              <a:cs typeface="Times New Roman" pitchFamily="18" charset="0"/>
            </a:rPr>
            <a:t>break</a:t>
          </a:r>
        </a:p>
      </dsp:txBody>
      <dsp:txXfrm>
        <a:off x="2758718" y="1704900"/>
        <a:ext cx="1646500" cy="671076"/>
      </dsp:txXfrm>
    </dsp:sp>
    <dsp:sp modelId="{A2321190-82C4-4863-AE02-2B799C547A61}">
      <dsp:nvSpPr>
        <dsp:cNvPr id="0" name=""/>
        <dsp:cNvSpPr/>
      </dsp:nvSpPr>
      <dsp:spPr>
        <a:xfrm>
          <a:off x="4613379" y="1655077"/>
          <a:ext cx="1737407" cy="794367"/>
        </a:xfrm>
        <a:prstGeom prst="roundRect">
          <a:avLst/>
        </a:prstGeo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kern="1200" dirty="0">
              <a:solidFill>
                <a:schemeClr val="tx1"/>
              </a:solidFill>
              <a:latin typeface="Times New Roman" pitchFamily="18" charset="0"/>
              <a:ea typeface="+mn-ea"/>
              <a:cs typeface="Times New Roman" pitchFamily="18" charset="0"/>
            </a:rPr>
            <a:t>continue</a:t>
          </a:r>
        </a:p>
      </dsp:txBody>
      <dsp:txXfrm>
        <a:off x="4652157" y="1693855"/>
        <a:ext cx="1659851" cy="716811"/>
      </dsp:txXfrm>
    </dsp:sp>
    <dsp:sp modelId="{8A824044-236F-4A77-AFFD-9BA491A1BA9B}">
      <dsp:nvSpPr>
        <dsp:cNvPr id="0" name=""/>
        <dsp:cNvSpPr/>
      </dsp:nvSpPr>
      <dsp:spPr>
        <a:xfrm>
          <a:off x="6515429" y="1668580"/>
          <a:ext cx="1921469" cy="814683"/>
        </a:xfrm>
        <a:prstGeom prst="roundRect">
          <a:avLst/>
        </a:prstGeo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kern="1200" dirty="0" err="1">
              <a:solidFill>
                <a:schemeClr val="tx1"/>
              </a:solidFill>
              <a:latin typeface="Times New Roman" pitchFamily="18" charset="0"/>
              <a:ea typeface="+mn-ea"/>
              <a:cs typeface="Times New Roman" pitchFamily="18" charset="0"/>
            </a:rPr>
            <a:t>goto</a:t>
          </a:r>
          <a:endParaRPr lang="en-US" sz="2400" kern="1200" dirty="0">
            <a:solidFill>
              <a:schemeClr val="tx1"/>
            </a:solidFill>
            <a:latin typeface="Times New Roman" pitchFamily="18" charset="0"/>
            <a:ea typeface="+mn-ea"/>
            <a:cs typeface="Times New Roman" pitchFamily="18" charset="0"/>
          </a:endParaRPr>
        </a:p>
      </dsp:txBody>
      <dsp:txXfrm>
        <a:off x="6555199" y="1708350"/>
        <a:ext cx="1841929" cy="735143"/>
      </dsp:txXfrm>
    </dsp:sp>
    <dsp:sp modelId="{A0980A67-5E36-4CE7-80FC-B91C1DA98163}">
      <dsp:nvSpPr>
        <dsp:cNvPr id="0" name=""/>
        <dsp:cNvSpPr/>
      </dsp:nvSpPr>
      <dsp:spPr>
        <a:xfrm>
          <a:off x="8591372" y="1689617"/>
          <a:ext cx="1868024" cy="743684"/>
        </a:xfrm>
        <a:prstGeom prst="roundRect">
          <a:avLst/>
        </a:prstGeo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kern="1200" dirty="0">
              <a:solidFill>
                <a:schemeClr val="tx1"/>
              </a:solidFill>
              <a:latin typeface="Times New Roman" pitchFamily="18" charset="0"/>
              <a:ea typeface="+mn-ea"/>
              <a:cs typeface="Times New Roman" pitchFamily="18" charset="0"/>
            </a:rPr>
            <a:t>return</a:t>
          </a:r>
        </a:p>
      </dsp:txBody>
      <dsp:txXfrm>
        <a:off x="8627676" y="1725921"/>
        <a:ext cx="1795416" cy="6710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445B82-EA8F-48F5-B904-9ED3701BEA80}">
      <dsp:nvSpPr>
        <dsp:cNvPr id="0" name=""/>
        <dsp:cNvSpPr/>
      </dsp:nvSpPr>
      <dsp:spPr>
        <a:xfrm>
          <a:off x="0" y="700863"/>
          <a:ext cx="9321800" cy="1184400"/>
        </a:xfrm>
        <a:prstGeom prst="rect">
          <a:avLst/>
        </a:prstGeom>
        <a:solidFill>
          <a:schemeClr val="accent2">
            <a:lumMod val="50000"/>
            <a:alpha val="9000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6998537-B21C-4E36-B02B-9C781D395043}">
      <dsp:nvSpPr>
        <dsp:cNvPr id="0" name=""/>
        <dsp:cNvSpPr/>
      </dsp:nvSpPr>
      <dsp:spPr>
        <a:xfrm>
          <a:off x="466090" y="7143"/>
          <a:ext cx="6525260" cy="1387440"/>
        </a:xfrm>
        <a:prstGeom prst="roundRect">
          <a:avLst/>
        </a:prstGeom>
        <a:solidFill>
          <a:srgbClr val="ED8137"/>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6639" tIns="0" rIns="246639" bIns="0" numCol="1" spcCol="1270" anchor="ctr" anchorCtr="0">
          <a:noAutofit/>
        </a:bodyPr>
        <a:lstStyle/>
        <a:p>
          <a:pPr lvl="0" algn="just" defTabSz="1066800">
            <a:lnSpc>
              <a:spcPct val="90000"/>
            </a:lnSpc>
            <a:spcBef>
              <a:spcPct val="0"/>
            </a:spcBef>
            <a:spcAft>
              <a:spcPct val="35000"/>
            </a:spcAft>
          </a:pPr>
          <a:r>
            <a:rPr lang="en-US" sz="2400" kern="1200" dirty="0">
              <a:solidFill>
                <a:schemeClr val="tx1"/>
              </a:solidFill>
            </a:rPr>
            <a:t>Jump statements can be used to modify the behavior of conditional and iterative statements</a:t>
          </a:r>
          <a:endParaRPr lang="en-US" sz="2400" kern="1200" dirty="0">
            <a:solidFill>
              <a:schemeClr val="tx1"/>
            </a:solidFill>
            <a:latin typeface="Arial" pitchFamily="34" charset="0"/>
            <a:cs typeface="Arial" pitchFamily="34" charset="0"/>
          </a:endParaRPr>
        </a:p>
      </dsp:txBody>
      <dsp:txXfrm>
        <a:off x="533819" y="74872"/>
        <a:ext cx="6389802" cy="1251982"/>
      </dsp:txXfrm>
    </dsp:sp>
    <dsp:sp modelId="{D5B5793E-7A19-4225-81FD-9995E32D9263}">
      <dsp:nvSpPr>
        <dsp:cNvPr id="0" name=""/>
        <dsp:cNvSpPr/>
      </dsp:nvSpPr>
      <dsp:spPr>
        <a:xfrm>
          <a:off x="0" y="2832783"/>
          <a:ext cx="9321800" cy="1184400"/>
        </a:xfrm>
        <a:prstGeom prst="rect">
          <a:avLst/>
        </a:prstGeom>
        <a:solidFill>
          <a:schemeClr val="accent2">
            <a:lumMod val="50000"/>
            <a:alpha val="9000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B5F42D8-9ECA-4F21-8D0A-A5B4F3835B82}">
      <dsp:nvSpPr>
        <dsp:cNvPr id="0" name=""/>
        <dsp:cNvSpPr/>
      </dsp:nvSpPr>
      <dsp:spPr>
        <a:xfrm>
          <a:off x="466090" y="2139063"/>
          <a:ext cx="6525260" cy="1387440"/>
        </a:xfrm>
        <a:prstGeom prst="roundRect">
          <a:avLst/>
        </a:prstGeom>
        <a:solidFill>
          <a:schemeClr val="accent2"/>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6639" tIns="0" rIns="246639" bIns="0" numCol="1" spcCol="1270" anchor="ctr" anchorCtr="0">
          <a:noAutofit/>
        </a:bodyPr>
        <a:lstStyle/>
        <a:p>
          <a:pPr lvl="0" algn="just" defTabSz="1066800">
            <a:lnSpc>
              <a:spcPct val="90000"/>
            </a:lnSpc>
            <a:spcBef>
              <a:spcPct val="0"/>
            </a:spcBef>
            <a:spcAft>
              <a:spcPct val="35000"/>
            </a:spcAft>
          </a:pPr>
          <a:r>
            <a:rPr lang="en-US" sz="2400" kern="1200" dirty="0">
              <a:solidFill>
                <a:schemeClr val="bg1"/>
              </a:solidFill>
            </a:rPr>
            <a:t>They allow you to exit a loop, start the next iteration of a loop, or explicitly transfer program control to a specified location in your program.</a:t>
          </a:r>
          <a:endParaRPr lang="en-US" sz="2400" kern="1200" dirty="0">
            <a:solidFill>
              <a:schemeClr val="bg1"/>
            </a:solidFill>
            <a:latin typeface="Arial" pitchFamily="34" charset="0"/>
            <a:cs typeface="Arial" pitchFamily="34" charset="0"/>
          </a:endParaRPr>
        </a:p>
      </dsp:txBody>
      <dsp:txXfrm>
        <a:off x="533819" y="2206792"/>
        <a:ext cx="6389802" cy="125198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cs typeface="+mn-cs"/>
              </a:defRPr>
            </a:lvl1pPr>
          </a:lstStyle>
          <a:p>
            <a:pPr>
              <a:defRPr/>
            </a:pPr>
            <a:fld id="{7AD9FDBC-9686-4E8C-97EC-F579FCE43787}" type="datetimeFigureOut">
              <a:rPr lang="en-US"/>
              <a:pPr>
                <a:defRPr/>
              </a:pPr>
              <a:t>6/1/2023</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itchFamily="34" charset="0"/>
              </a:defRPr>
            </a:lvl1pPr>
          </a:lstStyle>
          <a:p>
            <a:pPr>
              <a:defRPr/>
            </a:pPr>
            <a:fld id="{B5C11F7A-B65A-4133-BA3E-2721FE6631DA}" type="slidenum">
              <a:rPr lang="en-US" altLang="en-US"/>
              <a:pPr>
                <a:defRPr/>
              </a:pPr>
              <a:t>‹#›</a:t>
            </a:fld>
            <a:endParaRPr lang="en-US" altLang="en-US"/>
          </a:p>
        </p:txBody>
      </p:sp>
    </p:spTree>
    <p:extLst>
      <p:ext uri="{BB962C8B-B14F-4D97-AF65-F5344CB8AC3E}">
        <p14:creationId xmlns:p14="http://schemas.microsoft.com/office/powerpoint/2010/main" val="100006565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cs typeface="+mn-cs"/>
              </a:defRPr>
            </a:lvl1pPr>
          </a:lstStyle>
          <a:p>
            <a:pPr>
              <a:defRPr/>
            </a:pPr>
            <a:fld id="{304046D7-37C4-4BE1-A3D5-8E310FDEA21C}" type="datetimeFigureOut">
              <a:rPr lang="en-US"/>
              <a:pPr>
                <a:defRPr/>
              </a:pPr>
              <a:t>6/1/2023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itchFamily="34" charset="0"/>
              </a:defRPr>
            </a:lvl1pPr>
          </a:lstStyle>
          <a:p>
            <a:pPr>
              <a:defRPr/>
            </a:pPr>
            <a:fld id="{EFBBE0DE-DC73-480C-B25C-4A5FD856E1E4}" type="slidenum">
              <a:rPr lang="en-US" altLang="en-US"/>
              <a:pPr>
                <a:defRPr/>
              </a:pPr>
              <a:t>‹#›</a:t>
            </a:fld>
            <a:endParaRPr lang="en-US" altLang="en-US"/>
          </a:p>
        </p:txBody>
      </p:sp>
    </p:spTree>
    <p:extLst>
      <p:ext uri="{BB962C8B-B14F-4D97-AF65-F5344CB8AC3E}">
        <p14:creationId xmlns:p14="http://schemas.microsoft.com/office/powerpoint/2010/main" val="3449224343"/>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632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2834A3E5-D8BD-4AFE-8C72-661F3F6F4743}" type="slidenum">
              <a:rPr lang="en-US" altLang="en-US">
                <a:cs typeface="Arial" pitchFamily="34" charset="0"/>
              </a:rPr>
              <a:pPr>
                <a:spcBef>
                  <a:spcPct val="0"/>
                </a:spcBef>
              </a:pPr>
              <a:t>1</a:t>
            </a:fld>
            <a:endParaRPr lang="en-US" altLang="en-US">
              <a:cs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268953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smtClean="0"/>
          </a:p>
        </p:txBody>
      </p:sp>
      <p:sp>
        <p:nvSpPr>
          <p:cNvPr id="583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DBF6BB84-8472-41D5-A4B7-E5B6D2E8845F}" type="slidenum">
              <a:rPr lang="en-US" altLang="en-US">
                <a:latin typeface="Calibri" pitchFamily="34" charset="0"/>
              </a:rPr>
              <a:pPr/>
              <a:t>3</a:t>
            </a:fld>
            <a:endParaRPr lang="en-US" altLang="en-US">
              <a:latin typeface="Calibri"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25815360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6042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CDD841C1-3EB2-4958-BDE3-1AED7366D34F}" type="slidenum">
              <a:rPr lang="en-US" altLang="en-US">
                <a:cs typeface="Arial" pitchFamily="34" charset="0"/>
              </a:rPr>
              <a:pPr>
                <a:spcBef>
                  <a:spcPct val="0"/>
                </a:spcBef>
              </a:pPr>
              <a:t>5</a:t>
            </a:fld>
            <a:endParaRPr lang="en-US" altLang="en-US">
              <a:cs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6144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26EB28CC-C2D6-48E0-8E18-DA0395E883C5}" type="slidenum">
              <a:rPr lang="en-US" altLang="en-US">
                <a:cs typeface="Arial" pitchFamily="34" charset="0"/>
              </a:rPr>
              <a:pPr>
                <a:spcBef>
                  <a:spcPct val="0"/>
                </a:spcBef>
              </a:pPr>
              <a:t>6</a:t>
            </a:fld>
            <a:endParaRPr lang="en-US" altLang="en-US">
              <a:cs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624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8BDDAA99-86EA-4334-B81B-8EDAB9ECF86E}" type="slidenum">
              <a:rPr lang="en-US" altLang="en-US">
                <a:cs typeface="Arial" pitchFamily="34" charset="0"/>
              </a:rPr>
              <a:pPr>
                <a:spcBef>
                  <a:spcPct val="0"/>
                </a:spcBef>
              </a:pPr>
              <a:t>7</a:t>
            </a:fld>
            <a:endParaRPr lang="en-US" altLang="en-US">
              <a:cs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6349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EBED7EAF-F2B0-48B9-AE28-37403992C438}" type="slidenum">
              <a:rPr lang="en-US" altLang="en-US">
                <a:cs typeface="Arial" pitchFamily="34" charset="0"/>
              </a:rPr>
              <a:pPr>
                <a:spcBef>
                  <a:spcPct val="0"/>
                </a:spcBef>
              </a:pPr>
              <a:t>8</a:t>
            </a:fld>
            <a:endParaRPr lang="en-US" altLang="en-US">
              <a:cs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645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AF5C5AD6-20A6-45A8-B418-BB242639615D}" type="slidenum">
              <a:rPr lang="en-US" altLang="en-US">
                <a:cs typeface="Arial" pitchFamily="34" charset="0"/>
              </a:rPr>
              <a:pPr>
                <a:spcBef>
                  <a:spcPct val="0"/>
                </a:spcBef>
              </a:pPr>
              <a:t>15</a:t>
            </a:fld>
            <a:endParaRPr lang="en-US" altLang="en-US">
              <a:cs typeface="Arial"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6554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FE9C1079-2FA4-4EFA-B0CB-E9F6D062FD13}" type="slidenum">
              <a:rPr lang="en-US" altLang="en-US">
                <a:cs typeface="Arial" pitchFamily="34" charset="0"/>
              </a:rPr>
              <a:pPr>
                <a:spcBef>
                  <a:spcPct val="0"/>
                </a:spcBef>
              </a:pPr>
              <a:t>19</a:t>
            </a:fld>
            <a:endParaRPr lang="en-US" altLang="en-US">
              <a:cs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6656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3DDA4106-168A-4916-B6BB-109A65C07CEB}" type="slidenum">
              <a:rPr lang="en-US" altLang="en-US">
                <a:cs typeface="Arial" pitchFamily="34" charset="0"/>
              </a:rPr>
              <a:pPr>
                <a:spcBef>
                  <a:spcPct val="0"/>
                </a:spcBef>
              </a:pPr>
              <a:t>20</a:t>
            </a:fld>
            <a:endParaRPr lang="en-US" altLang="en-US">
              <a:cs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7743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4037013" y="0"/>
            <a:ext cx="4129087" cy="60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dirty="0">
              <a:solidFill>
                <a:prstClr val="white"/>
              </a:solidFill>
            </a:endParaRPr>
          </a:p>
        </p:txBody>
      </p:sp>
      <p:sp>
        <p:nvSpPr>
          <p:cNvPr id="5" name="Rectangle 4"/>
          <p:cNvSpPr/>
          <p:nvPr userDrawn="1"/>
        </p:nvSpPr>
        <p:spPr>
          <a:xfrm>
            <a:off x="0" y="6753225"/>
            <a:ext cx="12192000" cy="111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dirty="0">
              <a:solidFill>
                <a:prstClr val="white"/>
              </a:solidFill>
            </a:endParaRPr>
          </a:p>
        </p:txBody>
      </p:sp>
      <p:sp>
        <p:nvSpPr>
          <p:cNvPr id="10" name="Text Placeholder 9"/>
          <p:cNvSpPr>
            <a:spLocks noGrp="1"/>
          </p:cNvSpPr>
          <p:nvPr>
            <p:ph type="body" sz="quarter" idx="10"/>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a:t>Click to edit Master text styles</a:t>
            </a:r>
          </a:p>
        </p:txBody>
      </p:sp>
    </p:spTree>
    <p:extLst>
      <p:ext uri="{BB962C8B-B14F-4D97-AF65-F5344CB8AC3E}">
        <p14:creationId xmlns:p14="http://schemas.microsoft.com/office/powerpoint/2010/main" val="3640392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 Layout">
    <p:spTree>
      <p:nvGrpSpPr>
        <p:cNvPr id="1" name=""/>
        <p:cNvGrpSpPr/>
        <p:nvPr/>
      </p:nvGrpSpPr>
      <p:grpSpPr>
        <a:xfrm>
          <a:off x="0" y="0"/>
          <a:ext cx="0" cy="0"/>
          <a:chOff x="0" y="0"/>
          <a:chExt cx="0" cy="0"/>
        </a:xfrm>
      </p:grpSpPr>
      <p:sp>
        <p:nvSpPr>
          <p:cNvPr id="4" name="Rectangle 3"/>
          <p:cNvSpPr/>
          <p:nvPr userDrawn="1"/>
        </p:nvSpPr>
        <p:spPr>
          <a:xfrm>
            <a:off x="4037013" y="0"/>
            <a:ext cx="4129087" cy="60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dirty="0">
              <a:solidFill>
                <a:prstClr val="white"/>
              </a:solidFill>
            </a:endParaRPr>
          </a:p>
        </p:txBody>
      </p:sp>
      <p:sp>
        <p:nvSpPr>
          <p:cNvPr id="5" name="Rectangle 4"/>
          <p:cNvSpPr/>
          <p:nvPr userDrawn="1"/>
        </p:nvSpPr>
        <p:spPr>
          <a:xfrm>
            <a:off x="0" y="6753225"/>
            <a:ext cx="12192000" cy="111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dirty="0">
              <a:solidFill>
                <a:prstClr val="white"/>
              </a:solidFill>
            </a:endParaRPr>
          </a:p>
        </p:txBody>
      </p:sp>
      <p:sp>
        <p:nvSpPr>
          <p:cNvPr id="10" name="Text Placeholder 9"/>
          <p:cNvSpPr>
            <a:spLocks noGrp="1"/>
          </p:cNvSpPr>
          <p:nvPr>
            <p:ph type="body" sz="quarter" idx="10"/>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Click to edit Master text styles</a:t>
            </a:r>
          </a:p>
        </p:txBody>
      </p:sp>
    </p:spTree>
    <p:extLst>
      <p:ext uri="{BB962C8B-B14F-4D97-AF65-F5344CB8AC3E}">
        <p14:creationId xmlns:p14="http://schemas.microsoft.com/office/powerpoint/2010/main" val="1615998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asic Layout">
    <p:spTree>
      <p:nvGrpSpPr>
        <p:cNvPr id="1" name=""/>
        <p:cNvGrpSpPr/>
        <p:nvPr/>
      </p:nvGrpSpPr>
      <p:grpSpPr>
        <a:xfrm>
          <a:off x="0" y="0"/>
          <a:ext cx="0" cy="0"/>
          <a:chOff x="0" y="0"/>
          <a:chExt cx="0" cy="0"/>
        </a:xfrm>
      </p:grpSpPr>
      <p:sp>
        <p:nvSpPr>
          <p:cNvPr id="4" name="Rectangle 3"/>
          <p:cNvSpPr/>
          <p:nvPr userDrawn="1"/>
        </p:nvSpPr>
        <p:spPr>
          <a:xfrm>
            <a:off x="0" y="0"/>
            <a:ext cx="2543175" cy="6864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dirty="0">
              <a:solidFill>
                <a:prstClr val="white"/>
              </a:solidFill>
            </a:endParaRPr>
          </a:p>
        </p:txBody>
      </p:sp>
      <p:sp>
        <p:nvSpPr>
          <p:cNvPr id="10" name="Text Placeholder 9"/>
          <p:cNvSpPr>
            <a:spLocks noGrp="1"/>
          </p:cNvSpPr>
          <p:nvPr>
            <p:ph type="body" sz="quarter" idx="10"/>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a:t>Click to edit Master text styles</a:t>
            </a:r>
          </a:p>
        </p:txBody>
      </p:sp>
    </p:spTree>
    <p:extLst>
      <p:ext uri="{BB962C8B-B14F-4D97-AF65-F5344CB8AC3E}">
        <p14:creationId xmlns:p14="http://schemas.microsoft.com/office/powerpoint/2010/main" val="1849839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8" name="Rectangle 7"/>
          <p:cNvSpPr/>
          <p:nvPr userDrawn="1"/>
        </p:nvSpPr>
        <p:spPr>
          <a:xfrm>
            <a:off x="0" y="2276475"/>
            <a:ext cx="12192000" cy="24003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2400">
              <a:solidFill>
                <a:prstClr val="white"/>
              </a:solidFill>
            </a:endParaRPr>
          </a:p>
        </p:txBody>
      </p:sp>
      <p:sp>
        <p:nvSpPr>
          <p:cNvPr id="9" name="Isosceles Triangle 8"/>
          <p:cNvSpPr/>
          <p:nvPr userDrawn="1"/>
        </p:nvSpPr>
        <p:spPr>
          <a:xfrm rot="10800000">
            <a:off x="1582738" y="4676775"/>
            <a:ext cx="384175" cy="3317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2400">
              <a:solidFill>
                <a:prstClr val="white"/>
              </a:solidFill>
            </a:endParaRPr>
          </a:p>
        </p:txBody>
      </p:sp>
      <p:sp>
        <p:nvSpPr>
          <p:cNvPr id="12" name="Isosceles Triangle 11"/>
          <p:cNvSpPr/>
          <p:nvPr userDrawn="1"/>
        </p:nvSpPr>
        <p:spPr>
          <a:xfrm rot="10800000">
            <a:off x="4464050" y="4676775"/>
            <a:ext cx="384175" cy="3317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2400">
              <a:solidFill>
                <a:prstClr val="white"/>
              </a:solidFill>
            </a:endParaRPr>
          </a:p>
        </p:txBody>
      </p:sp>
      <p:sp>
        <p:nvSpPr>
          <p:cNvPr id="13" name="Isosceles Triangle 12"/>
          <p:cNvSpPr/>
          <p:nvPr userDrawn="1"/>
        </p:nvSpPr>
        <p:spPr>
          <a:xfrm rot="10800000">
            <a:off x="7343775" y="4676775"/>
            <a:ext cx="384175" cy="3317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2400">
              <a:solidFill>
                <a:prstClr val="white"/>
              </a:solidFill>
            </a:endParaRPr>
          </a:p>
        </p:txBody>
      </p:sp>
      <p:sp>
        <p:nvSpPr>
          <p:cNvPr id="14" name="Isosceles Triangle 13"/>
          <p:cNvSpPr/>
          <p:nvPr userDrawn="1"/>
        </p:nvSpPr>
        <p:spPr>
          <a:xfrm rot="10800000">
            <a:off x="10225088" y="4676775"/>
            <a:ext cx="382587" cy="3317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2400">
              <a:solidFill>
                <a:prstClr val="white"/>
              </a:solidFill>
            </a:endParaRPr>
          </a:p>
        </p:txBody>
      </p:sp>
      <p:sp>
        <p:nvSpPr>
          <p:cNvPr id="15" name="Rectangle 14"/>
          <p:cNvSpPr/>
          <p:nvPr userDrawn="1"/>
        </p:nvSpPr>
        <p:spPr>
          <a:xfrm>
            <a:off x="4037013" y="0"/>
            <a:ext cx="4129087" cy="60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dirty="0">
              <a:solidFill>
                <a:prstClr val="white"/>
              </a:solidFill>
            </a:endParaRPr>
          </a:p>
        </p:txBody>
      </p:sp>
      <p:sp>
        <p:nvSpPr>
          <p:cNvPr id="16" name="Rectangle 15"/>
          <p:cNvSpPr/>
          <p:nvPr userDrawn="1"/>
        </p:nvSpPr>
        <p:spPr>
          <a:xfrm>
            <a:off x="0" y="6753225"/>
            <a:ext cx="12192000" cy="111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dirty="0">
              <a:solidFill>
                <a:prstClr val="white"/>
              </a:solidFill>
            </a:endParaRPr>
          </a:p>
        </p:txBody>
      </p:sp>
      <p:sp>
        <p:nvSpPr>
          <p:cNvPr id="10" name="Text Placeholder 9"/>
          <p:cNvSpPr>
            <a:spLocks noGrp="1"/>
          </p:cNvSpPr>
          <p:nvPr>
            <p:ph type="body" sz="quarter" idx="10"/>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Click to edit Master text styles</a:t>
            </a:r>
          </a:p>
        </p:txBody>
      </p:sp>
      <p:sp>
        <p:nvSpPr>
          <p:cNvPr id="17" name="Picture Placeholder 2"/>
          <p:cNvSpPr>
            <a:spLocks noGrp="1"/>
          </p:cNvSpPr>
          <p:nvPr>
            <p:ph type="pic" idx="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8" name="Picture Placeholder 2"/>
          <p:cNvSpPr>
            <a:spLocks noGrp="1"/>
          </p:cNvSpPr>
          <p:nvPr>
            <p:ph type="pic" idx="12"/>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9" name="Picture Placeholder 2"/>
          <p:cNvSpPr>
            <a:spLocks noGrp="1"/>
          </p:cNvSpPr>
          <p:nvPr>
            <p:ph type="pic" idx="13"/>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20" name="Picture Placeholder 2"/>
          <p:cNvSpPr>
            <a:spLocks noGrp="1"/>
          </p:cNvSpPr>
          <p:nvPr>
            <p:ph type="pic" idx="14"/>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1896810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3" name="Rectangle 2"/>
          <p:cNvSpPr/>
          <p:nvPr userDrawn="1"/>
        </p:nvSpPr>
        <p:spPr>
          <a:xfrm>
            <a:off x="5232400" y="2276475"/>
            <a:ext cx="5711825" cy="3937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2400">
              <a:solidFill>
                <a:prstClr val="black">
                  <a:lumMod val="75000"/>
                  <a:lumOff val="25000"/>
                </a:prstClr>
              </a:solidFill>
            </a:endParaRPr>
          </a:p>
        </p:txBody>
      </p:sp>
      <p:sp>
        <p:nvSpPr>
          <p:cNvPr id="7" name="Picture Placeholder 2"/>
          <p:cNvSpPr>
            <a:spLocks noGrp="1"/>
          </p:cNvSpPr>
          <p:nvPr>
            <p:ph type="pic" idx="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1261693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8" name="Picture Placeholder 2"/>
          <p:cNvSpPr>
            <a:spLocks noGrp="1"/>
          </p:cNvSpPr>
          <p:nvPr>
            <p:ph type="pic" idx="1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2161928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2" name="Picture Placeholder 2"/>
          <p:cNvSpPr>
            <a:spLocks noGrp="1"/>
          </p:cNvSpPr>
          <p:nvPr>
            <p:ph type="pic" idx="10"/>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3" name="Picture Placeholder 2"/>
          <p:cNvSpPr>
            <a:spLocks noGrp="1"/>
          </p:cNvSpPr>
          <p:nvPr>
            <p:ph type="pic" idx="1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3256076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8" name="Rectangle 7"/>
          <p:cNvSpPr/>
          <p:nvPr userDrawn="1"/>
        </p:nvSpPr>
        <p:spPr>
          <a:xfrm>
            <a:off x="595313" y="4102100"/>
            <a:ext cx="2400300" cy="23034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1600">
              <a:solidFill>
                <a:prstClr val="black">
                  <a:lumMod val="75000"/>
                  <a:lumOff val="25000"/>
                </a:prstClr>
              </a:solidFill>
            </a:endParaRPr>
          </a:p>
        </p:txBody>
      </p:sp>
      <p:sp>
        <p:nvSpPr>
          <p:cNvPr id="9" name="Rectangle 8"/>
          <p:cNvSpPr/>
          <p:nvPr userDrawn="1"/>
        </p:nvSpPr>
        <p:spPr>
          <a:xfrm>
            <a:off x="9196388" y="1700213"/>
            <a:ext cx="2400300" cy="23050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1600">
              <a:solidFill>
                <a:prstClr val="black">
                  <a:lumMod val="75000"/>
                  <a:lumOff val="25000"/>
                </a:prstClr>
              </a:solidFill>
            </a:endParaRPr>
          </a:p>
        </p:txBody>
      </p:sp>
      <p:sp>
        <p:nvSpPr>
          <p:cNvPr id="10" name="Text Placeholder 9"/>
          <p:cNvSpPr>
            <a:spLocks noGrp="1"/>
          </p:cNvSpPr>
          <p:nvPr>
            <p:ph type="body" sz="quarter" idx="10"/>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Click to edit Master text styles</a:t>
            </a:r>
          </a:p>
        </p:txBody>
      </p:sp>
      <p:sp>
        <p:nvSpPr>
          <p:cNvPr id="13" name="Picture Placeholder 2"/>
          <p:cNvSpPr>
            <a:spLocks noGrp="1"/>
          </p:cNvSpPr>
          <p:nvPr>
            <p:ph type="pic" idx="12"/>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4" name="Picture Placeholder 2"/>
          <p:cNvSpPr>
            <a:spLocks noGrp="1"/>
          </p:cNvSpPr>
          <p:nvPr>
            <p:ph type="pic" idx="13"/>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5" name="Picture Placeholder 2"/>
          <p:cNvSpPr>
            <a:spLocks noGrp="1"/>
          </p:cNvSpPr>
          <p:nvPr>
            <p:ph type="pic" idx="14"/>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6" name="Picture Placeholder 2"/>
          <p:cNvSpPr>
            <a:spLocks noGrp="1"/>
          </p:cNvSpPr>
          <p:nvPr>
            <p:ph type="pic" idx="15"/>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3290891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7" name="Picture Placeholder 2"/>
          <p:cNvSpPr>
            <a:spLocks noGrp="1"/>
          </p:cNvSpPr>
          <p:nvPr>
            <p:ph type="pic" idx="13"/>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8" name="Picture Placeholder 2"/>
          <p:cNvSpPr>
            <a:spLocks noGrp="1"/>
          </p:cNvSpPr>
          <p:nvPr>
            <p:ph type="pic" idx="14"/>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9" name="Picture Placeholder 2"/>
          <p:cNvSpPr>
            <a:spLocks noGrp="1"/>
          </p:cNvSpPr>
          <p:nvPr>
            <p:ph type="pic" idx="16"/>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20" name="Picture Placeholder 2"/>
          <p:cNvSpPr>
            <a:spLocks noGrp="1"/>
          </p:cNvSpPr>
          <p:nvPr>
            <p:ph type="pic" idx="17"/>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750862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pic>
        <p:nvPicPr>
          <p:cNvPr id="5" name="그림 1"/>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46600" y="2276475"/>
            <a:ext cx="7239000" cy="396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userDrawn="1"/>
        </p:nvSpPr>
        <p:spPr>
          <a:xfrm>
            <a:off x="4037013" y="0"/>
            <a:ext cx="4129087" cy="6032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dirty="0">
              <a:solidFill>
                <a:prstClr val="white"/>
              </a:solidFill>
            </a:endParaRPr>
          </a:p>
        </p:txBody>
      </p:sp>
      <p:sp>
        <p:nvSpPr>
          <p:cNvPr id="8" name="Rectangle 7"/>
          <p:cNvSpPr/>
          <p:nvPr userDrawn="1"/>
        </p:nvSpPr>
        <p:spPr>
          <a:xfrm>
            <a:off x="0" y="6753225"/>
            <a:ext cx="12192000" cy="11112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dirty="0">
              <a:solidFill>
                <a:prstClr val="white"/>
              </a:solidFill>
            </a:endParaRPr>
          </a:p>
        </p:txBody>
      </p:sp>
      <p:sp>
        <p:nvSpPr>
          <p:cNvPr id="10" name="Text Placeholder 9"/>
          <p:cNvSpPr>
            <a:spLocks noGrp="1"/>
          </p:cNvSpPr>
          <p:nvPr>
            <p:ph type="body" sz="quarter" idx="10"/>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Click to edit Master text styles</a:t>
            </a:r>
          </a:p>
        </p:txBody>
      </p:sp>
      <p:sp>
        <p:nvSpPr>
          <p:cNvPr id="7" name="Picture Placeholder 2"/>
          <p:cNvSpPr>
            <a:spLocks noGrp="1"/>
          </p:cNvSpPr>
          <p:nvPr>
            <p:ph type="pic" idx="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18670852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pic>
        <p:nvPicPr>
          <p:cNvPr id="7" name="Picture 1"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288" y="1816100"/>
            <a:ext cx="3360737" cy="334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900" y="1816100"/>
            <a:ext cx="3360738" cy="334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513" y="1816100"/>
            <a:ext cx="3360737" cy="334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p:cNvSpPr/>
          <p:nvPr userDrawn="1"/>
        </p:nvSpPr>
        <p:spPr>
          <a:xfrm>
            <a:off x="4037013" y="0"/>
            <a:ext cx="4129087" cy="60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dirty="0">
              <a:solidFill>
                <a:prstClr val="white"/>
              </a:solidFill>
            </a:endParaRPr>
          </a:p>
        </p:txBody>
      </p:sp>
      <p:sp>
        <p:nvSpPr>
          <p:cNvPr id="16" name="Rectangle 15"/>
          <p:cNvSpPr/>
          <p:nvPr userDrawn="1"/>
        </p:nvSpPr>
        <p:spPr>
          <a:xfrm>
            <a:off x="0" y="6753225"/>
            <a:ext cx="12192000" cy="111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dirty="0">
              <a:solidFill>
                <a:prstClr val="white"/>
              </a:solidFill>
            </a:endParaRPr>
          </a:p>
        </p:txBody>
      </p:sp>
      <p:sp>
        <p:nvSpPr>
          <p:cNvPr id="10" name="Text Placeholder 9"/>
          <p:cNvSpPr>
            <a:spLocks noGrp="1"/>
          </p:cNvSpPr>
          <p:nvPr>
            <p:ph type="body" sz="quarter" idx="10"/>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Click to edit Master text styles</a:t>
            </a:r>
          </a:p>
        </p:txBody>
      </p:sp>
      <p:sp>
        <p:nvSpPr>
          <p:cNvPr id="13" name="Picture Placeholder 2"/>
          <p:cNvSpPr>
            <a:spLocks noGrp="1"/>
          </p:cNvSpPr>
          <p:nvPr>
            <p:ph type="pic" idx="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4" name="Picture Placeholder 2"/>
          <p:cNvSpPr>
            <a:spLocks noGrp="1"/>
          </p:cNvSpPr>
          <p:nvPr>
            <p:ph type="pic" idx="12"/>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5" name="Picture Placeholder 2"/>
          <p:cNvSpPr>
            <a:spLocks noGrp="1"/>
          </p:cNvSpPr>
          <p:nvPr>
            <p:ph type="pic" idx="13"/>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2391234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27387458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grpSp>
        <p:nvGrpSpPr>
          <p:cNvPr id="3" name="Group 4"/>
          <p:cNvGrpSpPr>
            <a:grpSpLocks/>
          </p:cNvGrpSpPr>
          <p:nvPr userDrawn="1"/>
        </p:nvGrpSpPr>
        <p:grpSpPr bwMode="auto">
          <a:xfrm>
            <a:off x="471488" y="1508125"/>
            <a:ext cx="3800475" cy="4865688"/>
            <a:chOff x="354008" y="1131589"/>
            <a:chExt cx="2849840" cy="3649171"/>
          </a:xfrm>
        </p:grpSpPr>
        <p:sp>
          <p:nvSpPr>
            <p:cNvPr id="4" name="Rounded Rectangle 3"/>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sz="2400" dirty="0">
                <a:solidFill>
                  <a:prstClr val="white"/>
                </a:solidFill>
              </a:endParaRPr>
            </a:p>
          </p:txBody>
        </p:sp>
        <p:sp>
          <p:nvSpPr>
            <p:cNvPr id="5" name="Rounded Rectangle 4"/>
            <p:cNvSpPr/>
            <p:nvPr/>
          </p:nvSpPr>
          <p:spPr>
            <a:xfrm>
              <a:off x="531379" y="1347087"/>
              <a:ext cx="109518" cy="3240797"/>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sz="2400">
                <a:solidFill>
                  <a:prstClr val="white"/>
                </a:solidFill>
              </a:endParaRPr>
            </a:p>
          </p:txBody>
        </p:sp>
        <p:sp>
          <p:nvSpPr>
            <p:cNvPr id="6" name="Half Frame 5"/>
            <p:cNvSpPr/>
            <p:nvPr/>
          </p:nvSpPr>
          <p:spPr>
            <a:xfrm rot="5400000">
              <a:off x="2593724" y="1238186"/>
              <a:ext cx="501240" cy="502353"/>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sz="2400">
                <a:solidFill>
                  <a:prstClr val="black"/>
                </a:solidFill>
              </a:endParaRPr>
            </a:p>
          </p:txBody>
        </p:sp>
      </p:grpSp>
      <p:sp>
        <p:nvSpPr>
          <p:cNvPr id="10" name="Text Placeholder 9"/>
          <p:cNvSpPr>
            <a:spLocks noGrp="1"/>
          </p:cNvSpPr>
          <p:nvPr>
            <p:ph type="body" sz="quarter" idx="10"/>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a:t>Click to edit Master text styles</a:t>
            </a:r>
          </a:p>
        </p:txBody>
      </p:sp>
    </p:spTree>
    <p:extLst>
      <p:ext uri="{BB962C8B-B14F-4D97-AF65-F5344CB8AC3E}">
        <p14:creationId xmlns:p14="http://schemas.microsoft.com/office/powerpoint/2010/main" val="2812009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0" y="0"/>
            <a:ext cx="0" cy="0"/>
          </a:xfrm>
        </p:spPr>
        <p:txBody>
          <a:bodyPr/>
          <a:lstStyle>
            <a:lvl1pPr eaLnBrk="1" hangingPunct="1">
              <a:defRPr>
                <a:ea typeface="+mn-ea"/>
                <a:cs typeface="Arial" panose="020B0604020202020204" pitchFamily="34" charset="0"/>
              </a:defRPr>
            </a:lvl1pPr>
          </a:lstStyle>
          <a:p>
            <a:pPr>
              <a:defRPr/>
            </a:pPr>
            <a:endParaRPr lang="en-US"/>
          </a:p>
        </p:txBody>
      </p:sp>
      <p:sp>
        <p:nvSpPr>
          <p:cNvPr id="5" name="Footer Placeholder 4"/>
          <p:cNvSpPr>
            <a:spLocks noGrp="1"/>
          </p:cNvSpPr>
          <p:nvPr>
            <p:ph type="ftr" sz="quarter" idx="11"/>
          </p:nvPr>
        </p:nvSpPr>
        <p:spPr>
          <a:xfrm>
            <a:off x="0" y="0"/>
            <a:ext cx="0" cy="0"/>
          </a:xfrm>
        </p:spPr>
        <p:txBody>
          <a:bodyPr/>
          <a:lstStyle>
            <a:lvl1pPr eaLnBrk="1" hangingPunct="1">
              <a:defRPr>
                <a:ea typeface="+mn-ea"/>
                <a:cs typeface="Arial" panose="020B0604020202020204" pitchFamily="34" charset="0"/>
              </a:defRPr>
            </a:lvl1pPr>
          </a:lstStyle>
          <a:p>
            <a:pPr>
              <a:defRPr/>
            </a:pPr>
            <a:endParaRPr lang="en-US"/>
          </a:p>
        </p:txBody>
      </p:sp>
      <p:sp>
        <p:nvSpPr>
          <p:cNvPr id="6" name="Slide Number Placeholder 5"/>
          <p:cNvSpPr>
            <a:spLocks noGrp="1"/>
          </p:cNvSpPr>
          <p:nvPr>
            <p:ph type="sldNum" sz="quarter" idx="12"/>
          </p:nvPr>
        </p:nvSpPr>
        <p:spPr>
          <a:xfrm>
            <a:off x="0" y="0"/>
            <a:ext cx="0" cy="0"/>
          </a:xfr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A9D2834A-A28A-4F94-9190-9E3550B51D97}" type="slidenum">
              <a:rPr lang="en-US" altLang="en-US"/>
              <a:pPr>
                <a:defRPr/>
              </a:pPr>
              <a:t>‹#›</a:t>
            </a:fld>
            <a:endParaRPr lang="en-US" altLang="en-US"/>
          </a:p>
        </p:txBody>
      </p:sp>
    </p:spTree>
    <p:extLst>
      <p:ext uri="{BB962C8B-B14F-4D97-AF65-F5344CB8AC3E}">
        <p14:creationId xmlns:p14="http://schemas.microsoft.com/office/powerpoint/2010/main" val="177078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a:xfrm>
            <a:off x="0" y="0"/>
            <a:ext cx="0" cy="0"/>
          </a:xfrm>
        </p:spPr>
        <p:txBody>
          <a:bodyPr/>
          <a:lstStyle>
            <a:lvl1pPr eaLnBrk="1" hangingPunct="1">
              <a:defRPr>
                <a:ea typeface="+mn-ea"/>
                <a:cs typeface="Arial" panose="020B0604020202020204" pitchFamily="34" charset="0"/>
              </a:defRPr>
            </a:lvl1pPr>
          </a:lstStyle>
          <a:p>
            <a:pPr>
              <a:defRPr/>
            </a:pPr>
            <a:endParaRPr lang="en-US"/>
          </a:p>
        </p:txBody>
      </p:sp>
      <p:sp>
        <p:nvSpPr>
          <p:cNvPr id="6" name="Footer Placeholder 4"/>
          <p:cNvSpPr>
            <a:spLocks noGrp="1"/>
          </p:cNvSpPr>
          <p:nvPr>
            <p:ph type="ftr" sz="quarter" idx="11"/>
          </p:nvPr>
        </p:nvSpPr>
        <p:spPr>
          <a:xfrm>
            <a:off x="0" y="0"/>
            <a:ext cx="0" cy="0"/>
          </a:xfrm>
        </p:spPr>
        <p:txBody>
          <a:bodyPr/>
          <a:lstStyle>
            <a:lvl1pPr eaLnBrk="1" hangingPunct="1">
              <a:defRPr>
                <a:ea typeface="+mn-ea"/>
                <a:cs typeface="Arial" panose="020B0604020202020204" pitchFamily="34" charset="0"/>
              </a:defRPr>
            </a:lvl1pPr>
          </a:lstStyle>
          <a:p>
            <a:pPr>
              <a:defRPr/>
            </a:pPr>
            <a:endParaRPr lang="en-US"/>
          </a:p>
        </p:txBody>
      </p:sp>
      <p:sp>
        <p:nvSpPr>
          <p:cNvPr id="7" name="Slide Number Placeholder 5"/>
          <p:cNvSpPr>
            <a:spLocks noGrp="1"/>
          </p:cNvSpPr>
          <p:nvPr>
            <p:ph type="sldNum" sz="quarter" idx="12"/>
          </p:nvPr>
        </p:nvSpPr>
        <p:spPr>
          <a:xfrm>
            <a:off x="0" y="0"/>
            <a:ext cx="0" cy="0"/>
          </a:xfr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D6D887C1-3CFA-4C4B-89C1-085E376906E4}" type="slidenum">
              <a:rPr lang="en-US" altLang="en-US"/>
              <a:pPr>
                <a:defRPr/>
              </a:pPr>
              <a:t>‹#›</a:t>
            </a:fld>
            <a:endParaRPr lang="en-US" altLang="en-US"/>
          </a:p>
        </p:txBody>
      </p:sp>
    </p:spTree>
    <p:extLst>
      <p:ext uri="{BB962C8B-B14F-4D97-AF65-F5344CB8AC3E}">
        <p14:creationId xmlns:p14="http://schemas.microsoft.com/office/powerpoint/2010/main" val="25831292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16000" y="1447800"/>
            <a:ext cx="10972800" cy="4800600"/>
          </a:xfrm>
          <a:prstGeom prst="rect">
            <a:avLst/>
          </a:prstGeo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p:cNvSpPr>
            <a:spLocks noGrp="1"/>
          </p:cNvSpPr>
          <p:nvPr>
            <p:ph type="body" sz="quarter" idx="10"/>
          </p:nvPr>
        </p:nvSpPr>
        <p:spPr>
          <a:xfrm>
            <a:off x="1422400" y="609600"/>
            <a:ext cx="10566400" cy="685800"/>
          </a:xfrm>
          <a:prstGeom prst="rect">
            <a:avLst/>
          </a:prstGeom>
          <a:solidFill>
            <a:schemeClr val="bg1"/>
          </a:solidFill>
          <a:effectLst>
            <a:softEdge rad="63500"/>
          </a:effectLst>
        </p:spPr>
        <p:txBody>
          <a:bodyPr anchor="ctr">
            <a:normAutofit/>
          </a:bodyPr>
          <a:lstStyle>
            <a:lvl1pPr algn="ctr">
              <a:buNone/>
              <a:defRPr sz="3200" b="1">
                <a:solidFill>
                  <a:srgbClr val="C00000"/>
                </a:solidFill>
              </a:defRPr>
            </a:lvl1pPr>
          </a:lstStyle>
          <a:p>
            <a:pPr lvl="0"/>
            <a:r>
              <a:rPr lang="en-US"/>
              <a:t>Click to edit Master text styles</a:t>
            </a:r>
          </a:p>
        </p:txBody>
      </p:sp>
    </p:spTree>
    <p:extLst>
      <p:ext uri="{BB962C8B-B14F-4D97-AF65-F5344CB8AC3E}">
        <p14:creationId xmlns:p14="http://schemas.microsoft.com/office/powerpoint/2010/main" val="1030808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0" y="0"/>
            <a:ext cx="0" cy="0"/>
          </a:xfrm>
        </p:spPr>
        <p:txBody>
          <a:bodyPr/>
          <a:lstStyle>
            <a:lvl1pPr eaLnBrk="1" hangingPunct="1">
              <a:defRPr>
                <a:solidFill>
                  <a:prstClr val="black">
                    <a:tint val="75000"/>
                  </a:prstClr>
                </a:solidFill>
                <a:ea typeface="+mn-ea"/>
                <a:cs typeface="Arial" panose="020B0604020202020204" pitchFamily="34" charset="0"/>
              </a:defRPr>
            </a:lvl1pPr>
          </a:lstStyle>
          <a:p>
            <a:pPr>
              <a:defRPr/>
            </a:pPr>
            <a:endParaRPr lang="en-US"/>
          </a:p>
        </p:txBody>
      </p:sp>
      <p:sp>
        <p:nvSpPr>
          <p:cNvPr id="3" name="Footer Placeholder 4"/>
          <p:cNvSpPr>
            <a:spLocks noGrp="1"/>
          </p:cNvSpPr>
          <p:nvPr>
            <p:ph type="ftr" sz="quarter" idx="11"/>
          </p:nvPr>
        </p:nvSpPr>
        <p:spPr>
          <a:xfrm>
            <a:off x="0" y="0"/>
            <a:ext cx="0" cy="0"/>
          </a:xfrm>
        </p:spPr>
        <p:txBody>
          <a:bodyPr/>
          <a:lstStyle>
            <a:lvl1pPr eaLnBrk="1" hangingPunct="1">
              <a:defRPr>
                <a:solidFill>
                  <a:prstClr val="black">
                    <a:tint val="75000"/>
                  </a:prstClr>
                </a:solidFill>
                <a:ea typeface="+mn-ea"/>
                <a:cs typeface="Arial" panose="020B0604020202020204" pitchFamily="34" charset="0"/>
              </a:defRPr>
            </a:lvl1pPr>
          </a:lstStyle>
          <a:p>
            <a:pPr>
              <a:defRPr/>
            </a:pPr>
            <a:endParaRPr lang="en-US"/>
          </a:p>
        </p:txBody>
      </p:sp>
      <p:sp>
        <p:nvSpPr>
          <p:cNvPr id="4" name="Slide Number Placeholder 5"/>
          <p:cNvSpPr>
            <a:spLocks noGrp="1"/>
          </p:cNvSpPr>
          <p:nvPr>
            <p:ph type="sldNum" sz="quarter" idx="12"/>
          </p:nvPr>
        </p:nvSpPr>
        <p:spPr>
          <a:xfrm>
            <a:off x="0" y="0"/>
            <a:ext cx="0" cy="0"/>
          </a:xfr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B92F760F-D4EE-4DD9-879B-CB7796C015FB}" type="slidenum">
              <a:rPr lang="en-US" altLang="en-US"/>
              <a:pPr>
                <a:defRPr/>
              </a:pPr>
              <a:t>‹#›</a:t>
            </a:fld>
            <a:endParaRPr lang="en-US" altLang="en-US"/>
          </a:p>
        </p:txBody>
      </p:sp>
    </p:spTree>
    <p:extLst>
      <p:ext uri="{BB962C8B-B14F-4D97-AF65-F5344CB8AC3E}">
        <p14:creationId xmlns:p14="http://schemas.microsoft.com/office/powerpoint/2010/main" val="12234864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rtlCol="0">
            <a:normAutofit/>
          </a:bodyPr>
          <a:lstStyle/>
          <a:p>
            <a:pPr lvl="0"/>
            <a:endParaRPr lang="ru-RU" noProof="0" dirty="0"/>
          </a:p>
        </p:txBody>
      </p:sp>
    </p:spTree>
    <p:extLst>
      <p:ext uri="{BB962C8B-B14F-4D97-AF65-F5344CB8AC3E}">
        <p14:creationId xmlns:p14="http://schemas.microsoft.com/office/powerpoint/2010/main" val="30778861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09955" y="389401"/>
            <a:ext cx="10972092" cy="524999"/>
          </a:xfrm>
          <a:prstGeom prst="rect">
            <a:avLst/>
          </a:prstGeom>
        </p:spPr>
        <p:txBody>
          <a:bodyPr rtlCol="0">
            <a:noAutofit/>
          </a:bodyPr>
          <a:lstStyle/>
          <a:p>
            <a:r>
              <a:rPr lang="en-US" dirty="0"/>
              <a:t>Click to edit slide headline</a:t>
            </a:r>
          </a:p>
        </p:txBody>
      </p:sp>
      <p:sp>
        <p:nvSpPr>
          <p:cNvPr id="8" name="Text Placeholder 2"/>
          <p:cNvSpPr>
            <a:spLocks noGrp="1"/>
          </p:cNvSpPr>
          <p:nvPr>
            <p:ph type="body" idx="28"/>
          </p:nvPr>
        </p:nvSpPr>
        <p:spPr>
          <a:xfrm>
            <a:off x="609600" y="140718"/>
            <a:ext cx="10972800" cy="299548"/>
          </a:xfrm>
          <a:prstGeom prst="rect">
            <a:avLst/>
          </a:prstGeom>
        </p:spPr>
        <p:txBody>
          <a:bodyPr>
            <a:noAutofit/>
          </a:bodyPr>
          <a:lstStyle>
            <a:lvl1pPr marL="0" indent="0">
              <a:lnSpc>
                <a:spcPct val="85000"/>
              </a:lnSpc>
              <a:spcBef>
                <a:spcPts val="0"/>
              </a:spcBef>
              <a:spcAft>
                <a:spcPts val="0"/>
              </a:spcAft>
              <a:buNone/>
              <a:defRPr sz="14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quarter" idx="29"/>
          </p:nvPr>
        </p:nvSpPr>
        <p:spPr>
          <a:xfrm>
            <a:off x="609600" y="1219200"/>
            <a:ext cx="10972800" cy="4800600"/>
          </a:xfrm>
        </p:spPr>
        <p:txBody>
          <a:bodyPr/>
          <a:lstStyle>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357017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09955" y="381000"/>
            <a:ext cx="10972092" cy="524999"/>
          </a:xfrm>
          <a:prstGeom prst="rect">
            <a:avLst/>
          </a:prstGeom>
        </p:spPr>
        <p:txBody>
          <a:bodyPr rtlCol="0">
            <a:noAutofit/>
          </a:bodyPr>
          <a:lstStyle/>
          <a:p>
            <a:r>
              <a:rPr lang="en-US" dirty="0"/>
              <a:t>Click to edit slide headline</a:t>
            </a:r>
          </a:p>
        </p:txBody>
      </p:sp>
      <p:sp>
        <p:nvSpPr>
          <p:cNvPr id="8" name="Text Placeholder 2"/>
          <p:cNvSpPr>
            <a:spLocks noGrp="1"/>
          </p:cNvSpPr>
          <p:nvPr>
            <p:ph type="body" idx="28"/>
          </p:nvPr>
        </p:nvSpPr>
        <p:spPr>
          <a:xfrm>
            <a:off x="609600" y="140718"/>
            <a:ext cx="10972800" cy="299548"/>
          </a:xfrm>
          <a:prstGeom prst="rect">
            <a:avLst/>
          </a:prstGeom>
        </p:spPr>
        <p:txBody>
          <a:bodyPr>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5" name="Content Placeholder 3"/>
          <p:cNvSpPr>
            <a:spLocks noGrp="1"/>
          </p:cNvSpPr>
          <p:nvPr>
            <p:ph sz="quarter" idx="29"/>
          </p:nvPr>
        </p:nvSpPr>
        <p:spPr>
          <a:xfrm>
            <a:off x="609600" y="1219200"/>
            <a:ext cx="5218047" cy="4800600"/>
          </a:xfrm>
        </p:spPr>
        <p:txBody>
          <a:bodyPr/>
          <a:lstStyle>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quarter" idx="30"/>
          </p:nvPr>
        </p:nvSpPr>
        <p:spPr>
          <a:xfrm>
            <a:off x="6366644" y="1219200"/>
            <a:ext cx="5218047" cy="4800600"/>
          </a:xfrm>
        </p:spPr>
        <p:txBody>
          <a:bodyPr/>
          <a:lstStyle>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888246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09955" y="381000"/>
            <a:ext cx="10972092" cy="524999"/>
          </a:xfrm>
          <a:prstGeom prst="rect">
            <a:avLst/>
          </a:prstGeom>
        </p:spPr>
        <p:txBody>
          <a:bodyPr rtlCol="0">
            <a:noAutofit/>
          </a:bodyPr>
          <a:lstStyle/>
          <a:p>
            <a:r>
              <a:rPr lang="en-US" dirty="0"/>
              <a:t>Click to edit slide headline</a:t>
            </a:r>
          </a:p>
        </p:txBody>
      </p:sp>
      <p:sp>
        <p:nvSpPr>
          <p:cNvPr id="8" name="Text Placeholder 2"/>
          <p:cNvSpPr>
            <a:spLocks noGrp="1"/>
          </p:cNvSpPr>
          <p:nvPr>
            <p:ph type="body" idx="28"/>
          </p:nvPr>
        </p:nvSpPr>
        <p:spPr>
          <a:xfrm>
            <a:off x="609600" y="140718"/>
            <a:ext cx="10972800" cy="299548"/>
          </a:xfrm>
          <a:prstGeom prst="rect">
            <a:avLst/>
          </a:prstGeom>
        </p:spPr>
        <p:txBody>
          <a:bodyPr>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5" name="Content Placeholder 3"/>
          <p:cNvSpPr>
            <a:spLocks noGrp="1"/>
          </p:cNvSpPr>
          <p:nvPr>
            <p:ph sz="quarter" idx="29"/>
          </p:nvPr>
        </p:nvSpPr>
        <p:spPr>
          <a:xfrm>
            <a:off x="609601" y="1219200"/>
            <a:ext cx="3346497" cy="4800600"/>
          </a:xfrm>
        </p:spPr>
        <p:txBody>
          <a:bodyPr/>
          <a:lstStyle>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p:cNvSpPr>
            <a:spLocks noGrp="1"/>
          </p:cNvSpPr>
          <p:nvPr>
            <p:ph sz="quarter" idx="30"/>
          </p:nvPr>
        </p:nvSpPr>
        <p:spPr>
          <a:xfrm>
            <a:off x="4422752" y="1219200"/>
            <a:ext cx="3346497" cy="4800600"/>
          </a:xfrm>
        </p:spPr>
        <p:txBody>
          <a:bodyPr/>
          <a:lstStyle>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p:cNvSpPr>
            <a:spLocks noGrp="1"/>
          </p:cNvSpPr>
          <p:nvPr>
            <p:ph sz="quarter" idx="31"/>
          </p:nvPr>
        </p:nvSpPr>
        <p:spPr>
          <a:xfrm>
            <a:off x="8241059" y="1219200"/>
            <a:ext cx="3346497" cy="4800600"/>
          </a:xfrm>
        </p:spPr>
        <p:txBody>
          <a:bodyPr/>
          <a:lstStyle>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385108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09955" y="381000"/>
            <a:ext cx="10972092" cy="524999"/>
          </a:xfrm>
          <a:prstGeom prst="rect">
            <a:avLst/>
          </a:prstGeom>
        </p:spPr>
        <p:txBody>
          <a:bodyPr rtlCol="0">
            <a:noAutofit/>
          </a:bodyPr>
          <a:lstStyle/>
          <a:p>
            <a:r>
              <a:rPr lang="en-US" dirty="0"/>
              <a:t>Click to edit slide headline</a:t>
            </a:r>
          </a:p>
        </p:txBody>
      </p:sp>
      <p:sp>
        <p:nvSpPr>
          <p:cNvPr id="8" name="Text Placeholder 2"/>
          <p:cNvSpPr>
            <a:spLocks noGrp="1"/>
          </p:cNvSpPr>
          <p:nvPr>
            <p:ph type="body" idx="28"/>
          </p:nvPr>
        </p:nvSpPr>
        <p:spPr>
          <a:xfrm>
            <a:off x="609600" y="140718"/>
            <a:ext cx="10972800" cy="299548"/>
          </a:xfrm>
          <a:prstGeom prst="rect">
            <a:avLst/>
          </a:prstGeom>
        </p:spPr>
        <p:txBody>
          <a:bodyPr>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11" name="Content Placeholder 3"/>
          <p:cNvSpPr>
            <a:spLocks noGrp="1"/>
          </p:cNvSpPr>
          <p:nvPr>
            <p:ph sz="quarter" idx="29"/>
          </p:nvPr>
        </p:nvSpPr>
        <p:spPr>
          <a:xfrm>
            <a:off x="609601" y="1219200"/>
            <a:ext cx="2496047" cy="4800600"/>
          </a:xfrm>
        </p:spPr>
        <p:txBody>
          <a:bodyPr/>
          <a:lstStyle>
            <a:lvl2pPr>
              <a:defRPr sz="2000"/>
            </a:lvl2pPr>
            <a:lvl3pPr>
              <a:defRPr sz="2000"/>
            </a:lvl3pPr>
            <a:lvl4pPr>
              <a:defRPr sz="2000"/>
            </a:lvl4pPr>
            <a:lvl5pPr>
              <a:defRPr sz="2000"/>
            </a:lvl5pPr>
          </a:lstStyle>
          <a:p>
            <a:pPr lvl="0"/>
            <a:r>
              <a:rPr lang="en-US" dirty="0"/>
              <a:t>Click to edit Master text styles</a:t>
            </a:r>
          </a:p>
        </p:txBody>
      </p:sp>
      <p:sp>
        <p:nvSpPr>
          <p:cNvPr id="12" name="Content Placeholder 3"/>
          <p:cNvSpPr>
            <a:spLocks noGrp="1"/>
          </p:cNvSpPr>
          <p:nvPr>
            <p:ph sz="quarter" idx="30"/>
          </p:nvPr>
        </p:nvSpPr>
        <p:spPr>
          <a:xfrm>
            <a:off x="3433657" y="1219200"/>
            <a:ext cx="2496047" cy="4800600"/>
          </a:xfrm>
        </p:spPr>
        <p:txBody>
          <a:bodyPr/>
          <a:lstStyle>
            <a:lvl2pPr>
              <a:defRPr sz="2000"/>
            </a:lvl2pPr>
            <a:lvl3pPr>
              <a:defRPr sz="2000"/>
            </a:lvl3pPr>
            <a:lvl4pPr>
              <a:defRPr sz="2000"/>
            </a:lvl4pPr>
            <a:lvl5pPr>
              <a:defRPr sz="2000"/>
            </a:lvl5pPr>
          </a:lstStyle>
          <a:p>
            <a:pPr lvl="0"/>
            <a:r>
              <a:rPr lang="en-US" dirty="0"/>
              <a:t>Click to edit Master text styles</a:t>
            </a:r>
          </a:p>
        </p:txBody>
      </p:sp>
      <p:sp>
        <p:nvSpPr>
          <p:cNvPr id="13" name="Content Placeholder 3"/>
          <p:cNvSpPr>
            <a:spLocks noGrp="1"/>
          </p:cNvSpPr>
          <p:nvPr>
            <p:ph sz="quarter" idx="31"/>
          </p:nvPr>
        </p:nvSpPr>
        <p:spPr>
          <a:xfrm>
            <a:off x="6257713" y="1219200"/>
            <a:ext cx="2496047" cy="4800600"/>
          </a:xfrm>
        </p:spPr>
        <p:txBody>
          <a:bodyPr/>
          <a:lstStyle>
            <a:lvl2pPr>
              <a:defRPr sz="2000"/>
            </a:lvl2pPr>
            <a:lvl3pPr>
              <a:defRPr sz="2000"/>
            </a:lvl3pPr>
            <a:lvl4pPr>
              <a:defRPr sz="2000"/>
            </a:lvl4pPr>
            <a:lvl5pPr>
              <a:defRPr sz="2000"/>
            </a:lvl5pPr>
          </a:lstStyle>
          <a:p>
            <a:pPr lvl="0"/>
            <a:r>
              <a:rPr lang="en-US" dirty="0"/>
              <a:t>Click to edit Master text styles</a:t>
            </a:r>
          </a:p>
        </p:txBody>
      </p:sp>
      <p:sp>
        <p:nvSpPr>
          <p:cNvPr id="14" name="Content Placeholder 3"/>
          <p:cNvSpPr>
            <a:spLocks noGrp="1"/>
          </p:cNvSpPr>
          <p:nvPr>
            <p:ph sz="quarter" idx="32"/>
          </p:nvPr>
        </p:nvSpPr>
        <p:spPr>
          <a:xfrm>
            <a:off x="9081769" y="1219200"/>
            <a:ext cx="2496047" cy="4800600"/>
          </a:xfrm>
        </p:spPr>
        <p:txBody>
          <a:bodyPr/>
          <a:lstStyle>
            <a:lvl2pPr>
              <a:defRPr sz="2000"/>
            </a:lvl2pPr>
            <a:lvl3pPr>
              <a:defRPr sz="2000"/>
            </a:lvl3pPr>
            <a:lvl4pPr>
              <a:defRPr sz="2000"/>
            </a:lvl4pPr>
            <a:lvl5pPr>
              <a:defRPr sz="2000"/>
            </a:lvl5pPr>
          </a:lstStyle>
          <a:p>
            <a:pPr lvl="0"/>
            <a:r>
              <a:rPr lang="en-US" dirty="0"/>
              <a:t>Click to edit Master text styles</a:t>
            </a:r>
          </a:p>
        </p:txBody>
      </p:sp>
    </p:spTree>
    <p:extLst>
      <p:ext uri="{BB962C8B-B14F-4D97-AF65-F5344CB8AC3E}">
        <p14:creationId xmlns:p14="http://schemas.microsoft.com/office/powerpoint/2010/main" val="40279089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am members - 5 or less">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09955" y="381000"/>
            <a:ext cx="10972092" cy="524999"/>
          </a:xfrm>
          <a:prstGeom prst="rect">
            <a:avLst/>
          </a:prstGeom>
        </p:spPr>
        <p:txBody>
          <a:bodyPr rtlCol="0">
            <a:noAutofit/>
          </a:bodyPr>
          <a:lstStyle/>
          <a:p>
            <a:r>
              <a:rPr lang="en-US" dirty="0"/>
              <a:t>Click to edit slide headline</a:t>
            </a:r>
          </a:p>
        </p:txBody>
      </p:sp>
      <p:sp>
        <p:nvSpPr>
          <p:cNvPr id="8" name="Text Placeholder 2"/>
          <p:cNvSpPr>
            <a:spLocks noGrp="1"/>
          </p:cNvSpPr>
          <p:nvPr>
            <p:ph type="body" idx="28"/>
          </p:nvPr>
        </p:nvSpPr>
        <p:spPr>
          <a:xfrm>
            <a:off x="609600" y="140718"/>
            <a:ext cx="10972800" cy="299548"/>
          </a:xfrm>
          <a:prstGeom prst="rect">
            <a:avLst/>
          </a:prstGeom>
        </p:spPr>
        <p:txBody>
          <a:bodyPr>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3" name="Picture Placeholder 2"/>
          <p:cNvSpPr>
            <a:spLocks noGrp="1"/>
          </p:cNvSpPr>
          <p:nvPr>
            <p:ph type="pic" sz="quarter" idx="29"/>
          </p:nvPr>
        </p:nvSpPr>
        <p:spPr>
          <a:xfrm>
            <a:off x="609600" y="1828800"/>
            <a:ext cx="1885770" cy="1885770"/>
          </a:xfrm>
          <a:solidFill>
            <a:schemeClr val="tx1">
              <a:lumMod val="20000"/>
              <a:lumOff val="80000"/>
            </a:schemeClr>
          </a:solidFill>
        </p:spPr>
        <p:txBody>
          <a:bodyPr tIns="365760" rtlCol="0">
            <a:normAutofit/>
          </a:bodyPr>
          <a:lstStyle>
            <a:lvl1pPr marL="0" indent="0" algn="ctr">
              <a:buNone/>
              <a:defRPr sz="1400">
                <a:solidFill>
                  <a:schemeClr val="bg1"/>
                </a:solidFill>
              </a:defRPr>
            </a:lvl1pPr>
          </a:lstStyle>
          <a:p>
            <a:pPr lvl="0"/>
            <a:r>
              <a:rPr lang="en-US" noProof="0"/>
              <a:t>Click icon to add picture</a:t>
            </a:r>
            <a:endParaRPr lang="en-US" noProof="0" dirty="0"/>
          </a:p>
        </p:txBody>
      </p:sp>
      <p:sp>
        <p:nvSpPr>
          <p:cNvPr id="33" name="Picture Placeholder 2"/>
          <p:cNvSpPr>
            <a:spLocks noGrp="1"/>
          </p:cNvSpPr>
          <p:nvPr>
            <p:ph type="pic" sz="quarter" idx="32"/>
          </p:nvPr>
        </p:nvSpPr>
        <p:spPr>
          <a:xfrm>
            <a:off x="2881269" y="1828800"/>
            <a:ext cx="1885770" cy="1885770"/>
          </a:xfrm>
          <a:solidFill>
            <a:schemeClr val="tx1">
              <a:lumMod val="20000"/>
              <a:lumOff val="80000"/>
            </a:schemeClr>
          </a:solidFill>
        </p:spPr>
        <p:txBody>
          <a:bodyPr tIns="365760" rtlCol="0">
            <a:normAutofit/>
          </a:bodyPr>
          <a:lstStyle>
            <a:lvl1pPr marL="0" indent="0" algn="ctr">
              <a:buNone/>
              <a:defRPr sz="1400">
                <a:solidFill>
                  <a:schemeClr val="bg1"/>
                </a:solidFill>
              </a:defRPr>
            </a:lvl1pPr>
          </a:lstStyle>
          <a:p>
            <a:pPr lvl="0"/>
            <a:r>
              <a:rPr lang="en-US" noProof="0"/>
              <a:t>Click icon to add picture</a:t>
            </a:r>
            <a:endParaRPr lang="en-US" noProof="0" dirty="0"/>
          </a:p>
        </p:txBody>
      </p:sp>
      <p:sp>
        <p:nvSpPr>
          <p:cNvPr id="36" name="Picture Placeholder 2"/>
          <p:cNvSpPr>
            <a:spLocks noGrp="1"/>
          </p:cNvSpPr>
          <p:nvPr>
            <p:ph type="pic" sz="quarter" idx="35"/>
          </p:nvPr>
        </p:nvSpPr>
        <p:spPr>
          <a:xfrm>
            <a:off x="5152938" y="1828800"/>
            <a:ext cx="1885770" cy="1885770"/>
          </a:xfrm>
          <a:solidFill>
            <a:schemeClr val="tx1">
              <a:lumMod val="20000"/>
              <a:lumOff val="80000"/>
            </a:schemeClr>
          </a:solidFill>
        </p:spPr>
        <p:txBody>
          <a:bodyPr tIns="365760" rtlCol="0">
            <a:normAutofit/>
          </a:bodyPr>
          <a:lstStyle>
            <a:lvl1pPr marL="0" indent="0" algn="ctr">
              <a:buNone/>
              <a:defRPr sz="1400">
                <a:solidFill>
                  <a:schemeClr val="bg1"/>
                </a:solidFill>
              </a:defRPr>
            </a:lvl1pPr>
          </a:lstStyle>
          <a:p>
            <a:pPr lvl="0"/>
            <a:r>
              <a:rPr lang="en-US" noProof="0"/>
              <a:t>Click icon to add picture</a:t>
            </a:r>
            <a:endParaRPr lang="en-US" noProof="0" dirty="0"/>
          </a:p>
        </p:txBody>
      </p:sp>
      <p:sp>
        <p:nvSpPr>
          <p:cNvPr id="39" name="Picture Placeholder 2"/>
          <p:cNvSpPr>
            <a:spLocks noGrp="1"/>
          </p:cNvSpPr>
          <p:nvPr>
            <p:ph type="pic" sz="quarter" idx="38"/>
          </p:nvPr>
        </p:nvSpPr>
        <p:spPr>
          <a:xfrm>
            <a:off x="7424607" y="1828800"/>
            <a:ext cx="1885770" cy="1885770"/>
          </a:xfrm>
          <a:solidFill>
            <a:schemeClr val="tx1">
              <a:lumMod val="20000"/>
              <a:lumOff val="80000"/>
            </a:schemeClr>
          </a:solidFill>
        </p:spPr>
        <p:txBody>
          <a:bodyPr tIns="365760" rtlCol="0">
            <a:normAutofit/>
          </a:bodyPr>
          <a:lstStyle>
            <a:lvl1pPr marL="0" indent="0" algn="ctr">
              <a:buNone/>
              <a:defRPr sz="1400">
                <a:solidFill>
                  <a:schemeClr val="bg1"/>
                </a:solidFill>
              </a:defRPr>
            </a:lvl1pPr>
          </a:lstStyle>
          <a:p>
            <a:pPr lvl="0"/>
            <a:r>
              <a:rPr lang="en-US" noProof="0"/>
              <a:t>Click icon to add picture</a:t>
            </a:r>
            <a:endParaRPr lang="en-US" noProof="0" dirty="0"/>
          </a:p>
        </p:txBody>
      </p:sp>
      <p:sp>
        <p:nvSpPr>
          <p:cNvPr id="42" name="Picture Placeholder 2"/>
          <p:cNvSpPr>
            <a:spLocks noGrp="1"/>
          </p:cNvSpPr>
          <p:nvPr>
            <p:ph type="pic" sz="quarter" idx="41"/>
          </p:nvPr>
        </p:nvSpPr>
        <p:spPr>
          <a:xfrm>
            <a:off x="9696277" y="1828800"/>
            <a:ext cx="1885770" cy="1885770"/>
          </a:xfrm>
          <a:solidFill>
            <a:schemeClr val="tx1">
              <a:lumMod val="20000"/>
              <a:lumOff val="80000"/>
            </a:schemeClr>
          </a:solidFill>
        </p:spPr>
        <p:txBody>
          <a:bodyPr tIns="365760" rtlCol="0">
            <a:normAutofit/>
          </a:bodyPr>
          <a:lstStyle>
            <a:lvl1pPr marL="0" indent="0" algn="ctr">
              <a:buNone/>
              <a:defRPr sz="1400">
                <a:solidFill>
                  <a:schemeClr val="bg1"/>
                </a:solidFill>
              </a:defRPr>
            </a:lvl1pPr>
          </a:lstStyle>
          <a:p>
            <a:pPr lvl="0"/>
            <a:r>
              <a:rPr lang="en-US" noProof="0"/>
              <a:t>Click icon to add picture</a:t>
            </a:r>
            <a:endParaRPr lang="en-US" noProof="0" dirty="0"/>
          </a:p>
        </p:txBody>
      </p:sp>
      <p:sp>
        <p:nvSpPr>
          <p:cNvPr id="43" name="Text Placeholder 30"/>
          <p:cNvSpPr>
            <a:spLocks noGrp="1"/>
          </p:cNvSpPr>
          <p:nvPr>
            <p:ph type="body" sz="quarter" idx="42"/>
          </p:nvPr>
        </p:nvSpPr>
        <p:spPr>
          <a:xfrm>
            <a:off x="9695896" y="3720921"/>
            <a:ext cx="1883790" cy="517452"/>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44" name="Text Placeholder 30"/>
          <p:cNvSpPr>
            <a:spLocks noGrp="1"/>
          </p:cNvSpPr>
          <p:nvPr>
            <p:ph type="body" sz="quarter" idx="43"/>
          </p:nvPr>
        </p:nvSpPr>
        <p:spPr>
          <a:xfrm>
            <a:off x="9695896" y="4238373"/>
            <a:ext cx="1883791" cy="622742"/>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66" name="Text Placeholder 30"/>
          <p:cNvSpPr>
            <a:spLocks noGrp="1"/>
          </p:cNvSpPr>
          <p:nvPr>
            <p:ph type="body" sz="quarter" idx="44"/>
          </p:nvPr>
        </p:nvSpPr>
        <p:spPr>
          <a:xfrm>
            <a:off x="611579" y="3720921"/>
            <a:ext cx="1883790" cy="517452"/>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67" name="Text Placeholder 30"/>
          <p:cNvSpPr>
            <a:spLocks noGrp="1"/>
          </p:cNvSpPr>
          <p:nvPr>
            <p:ph type="body" sz="quarter" idx="45"/>
          </p:nvPr>
        </p:nvSpPr>
        <p:spPr>
          <a:xfrm>
            <a:off x="611579" y="4238373"/>
            <a:ext cx="1883791" cy="622742"/>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68" name="Text Placeholder 30"/>
          <p:cNvSpPr>
            <a:spLocks noGrp="1"/>
          </p:cNvSpPr>
          <p:nvPr>
            <p:ph type="body" sz="quarter" idx="46"/>
          </p:nvPr>
        </p:nvSpPr>
        <p:spPr>
          <a:xfrm>
            <a:off x="2883249" y="3720921"/>
            <a:ext cx="1883790" cy="517452"/>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69" name="Text Placeholder 30"/>
          <p:cNvSpPr>
            <a:spLocks noGrp="1"/>
          </p:cNvSpPr>
          <p:nvPr>
            <p:ph type="body" sz="quarter" idx="47"/>
          </p:nvPr>
        </p:nvSpPr>
        <p:spPr>
          <a:xfrm>
            <a:off x="2883249" y="4238373"/>
            <a:ext cx="1883791" cy="622742"/>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70" name="Text Placeholder 30"/>
          <p:cNvSpPr>
            <a:spLocks noGrp="1"/>
          </p:cNvSpPr>
          <p:nvPr>
            <p:ph type="body" sz="quarter" idx="48"/>
          </p:nvPr>
        </p:nvSpPr>
        <p:spPr>
          <a:xfrm>
            <a:off x="5152938" y="3720921"/>
            <a:ext cx="1883790" cy="517452"/>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71" name="Text Placeholder 30"/>
          <p:cNvSpPr>
            <a:spLocks noGrp="1"/>
          </p:cNvSpPr>
          <p:nvPr>
            <p:ph type="body" sz="quarter" idx="49"/>
          </p:nvPr>
        </p:nvSpPr>
        <p:spPr>
          <a:xfrm>
            <a:off x="5152938" y="4238373"/>
            <a:ext cx="1883791" cy="622742"/>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72" name="Text Placeholder 30"/>
          <p:cNvSpPr>
            <a:spLocks noGrp="1"/>
          </p:cNvSpPr>
          <p:nvPr>
            <p:ph type="body" sz="quarter" idx="50"/>
          </p:nvPr>
        </p:nvSpPr>
        <p:spPr>
          <a:xfrm>
            <a:off x="7433629" y="3720921"/>
            <a:ext cx="1883790" cy="517452"/>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73" name="Text Placeholder 30"/>
          <p:cNvSpPr>
            <a:spLocks noGrp="1"/>
          </p:cNvSpPr>
          <p:nvPr>
            <p:ph type="body" sz="quarter" idx="51"/>
          </p:nvPr>
        </p:nvSpPr>
        <p:spPr>
          <a:xfrm>
            <a:off x="7433629" y="4238373"/>
            <a:ext cx="1883791" cy="622742"/>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Tree>
    <p:extLst>
      <p:ext uri="{BB962C8B-B14F-4D97-AF65-F5344CB8AC3E}">
        <p14:creationId xmlns:p14="http://schemas.microsoft.com/office/powerpoint/2010/main" val="30121834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am members - 6 or more">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09955" y="381000"/>
            <a:ext cx="10972092" cy="524999"/>
          </a:xfrm>
          <a:prstGeom prst="rect">
            <a:avLst/>
          </a:prstGeom>
        </p:spPr>
        <p:txBody>
          <a:bodyPr rtlCol="0">
            <a:noAutofit/>
          </a:bodyPr>
          <a:lstStyle/>
          <a:p>
            <a:r>
              <a:rPr lang="en-US" dirty="0"/>
              <a:t>Click to edit slide headline</a:t>
            </a:r>
          </a:p>
        </p:txBody>
      </p:sp>
      <p:sp>
        <p:nvSpPr>
          <p:cNvPr id="8" name="Text Placeholder 2"/>
          <p:cNvSpPr>
            <a:spLocks noGrp="1"/>
          </p:cNvSpPr>
          <p:nvPr>
            <p:ph type="body" idx="28"/>
          </p:nvPr>
        </p:nvSpPr>
        <p:spPr>
          <a:xfrm>
            <a:off x="609600" y="140718"/>
            <a:ext cx="10972800" cy="299548"/>
          </a:xfrm>
          <a:prstGeom prst="rect">
            <a:avLst/>
          </a:prstGeom>
        </p:spPr>
        <p:txBody>
          <a:bodyPr>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3" name="Picture Placeholder 2"/>
          <p:cNvSpPr>
            <a:spLocks noGrp="1"/>
          </p:cNvSpPr>
          <p:nvPr>
            <p:ph type="pic" sz="quarter" idx="29"/>
          </p:nvPr>
        </p:nvSpPr>
        <p:spPr>
          <a:xfrm>
            <a:off x="609600" y="1143000"/>
            <a:ext cx="1524000" cy="1524000"/>
          </a:xfrm>
          <a:solidFill>
            <a:schemeClr val="tx1">
              <a:lumMod val="20000"/>
              <a:lumOff val="80000"/>
            </a:schemeClr>
          </a:solidFill>
        </p:spPr>
        <p:txBody>
          <a:bodyPr tIns="365760" rtlCol="0">
            <a:normAutofit/>
          </a:bodyPr>
          <a:lstStyle>
            <a:lvl1pPr marL="0" indent="0" algn="ctr">
              <a:buNone/>
              <a:defRPr sz="1400">
                <a:solidFill>
                  <a:schemeClr val="bg1"/>
                </a:solidFill>
              </a:defRPr>
            </a:lvl1pPr>
          </a:lstStyle>
          <a:p>
            <a:pPr lvl="0"/>
            <a:r>
              <a:rPr lang="en-US" noProof="0"/>
              <a:t>Click icon to add picture</a:t>
            </a:r>
            <a:endParaRPr lang="en-US" noProof="0" dirty="0"/>
          </a:p>
        </p:txBody>
      </p:sp>
      <p:sp>
        <p:nvSpPr>
          <p:cNvPr id="31" name="Text Placeholder 30"/>
          <p:cNvSpPr>
            <a:spLocks noGrp="1"/>
          </p:cNvSpPr>
          <p:nvPr>
            <p:ph type="body" sz="quarter" idx="30"/>
          </p:nvPr>
        </p:nvSpPr>
        <p:spPr>
          <a:xfrm>
            <a:off x="611199" y="2669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32" name="Text Placeholder 30"/>
          <p:cNvSpPr>
            <a:spLocks noGrp="1"/>
          </p:cNvSpPr>
          <p:nvPr>
            <p:ph type="body" sz="quarter" idx="31"/>
          </p:nvPr>
        </p:nvSpPr>
        <p:spPr>
          <a:xfrm>
            <a:off x="611199" y="3187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33" name="Picture Placeholder 2"/>
          <p:cNvSpPr>
            <a:spLocks noGrp="1"/>
          </p:cNvSpPr>
          <p:nvPr>
            <p:ph type="pic" sz="quarter" idx="32"/>
          </p:nvPr>
        </p:nvSpPr>
        <p:spPr>
          <a:xfrm>
            <a:off x="2497942" y="1143000"/>
            <a:ext cx="1524000" cy="1524000"/>
          </a:xfrm>
          <a:solidFill>
            <a:schemeClr val="tx1">
              <a:lumMod val="20000"/>
              <a:lumOff val="80000"/>
            </a:schemeClr>
          </a:solidFill>
        </p:spPr>
        <p:txBody>
          <a:bodyPr tIns="365760" rtlCol="0">
            <a:normAutofit/>
          </a:bodyPr>
          <a:lstStyle>
            <a:lvl1pPr marL="0" indent="0" algn="ctr">
              <a:buNone/>
              <a:defRPr sz="1400">
                <a:solidFill>
                  <a:schemeClr val="bg1"/>
                </a:solidFill>
              </a:defRPr>
            </a:lvl1pPr>
          </a:lstStyle>
          <a:p>
            <a:pPr lvl="0"/>
            <a:r>
              <a:rPr lang="en-US" noProof="0"/>
              <a:t>Click icon to add picture</a:t>
            </a:r>
            <a:endParaRPr lang="en-US" noProof="0" dirty="0"/>
          </a:p>
        </p:txBody>
      </p:sp>
      <p:sp>
        <p:nvSpPr>
          <p:cNvPr id="34" name="Text Placeholder 30"/>
          <p:cNvSpPr>
            <a:spLocks noGrp="1"/>
          </p:cNvSpPr>
          <p:nvPr>
            <p:ph type="body" sz="quarter" idx="33"/>
          </p:nvPr>
        </p:nvSpPr>
        <p:spPr>
          <a:xfrm>
            <a:off x="2499541" y="2669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35" name="Text Placeholder 30"/>
          <p:cNvSpPr>
            <a:spLocks noGrp="1"/>
          </p:cNvSpPr>
          <p:nvPr>
            <p:ph type="body" sz="quarter" idx="34"/>
          </p:nvPr>
        </p:nvSpPr>
        <p:spPr>
          <a:xfrm>
            <a:off x="2499541" y="3187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36" name="Picture Placeholder 2"/>
          <p:cNvSpPr>
            <a:spLocks noGrp="1"/>
          </p:cNvSpPr>
          <p:nvPr>
            <p:ph type="pic" sz="quarter" idx="35"/>
          </p:nvPr>
        </p:nvSpPr>
        <p:spPr>
          <a:xfrm>
            <a:off x="4386284" y="1143000"/>
            <a:ext cx="1524000" cy="1524000"/>
          </a:xfrm>
          <a:solidFill>
            <a:schemeClr val="tx1">
              <a:lumMod val="20000"/>
              <a:lumOff val="80000"/>
            </a:schemeClr>
          </a:solidFill>
        </p:spPr>
        <p:txBody>
          <a:bodyPr tIns="365760" rtlCol="0">
            <a:normAutofit/>
          </a:bodyPr>
          <a:lstStyle>
            <a:lvl1pPr marL="0" indent="0" algn="ctr">
              <a:buNone/>
              <a:defRPr sz="1400">
                <a:solidFill>
                  <a:schemeClr val="bg1"/>
                </a:solidFill>
              </a:defRPr>
            </a:lvl1pPr>
          </a:lstStyle>
          <a:p>
            <a:pPr lvl="0"/>
            <a:r>
              <a:rPr lang="en-US" noProof="0"/>
              <a:t>Click icon to add picture</a:t>
            </a:r>
            <a:endParaRPr lang="en-US" noProof="0" dirty="0"/>
          </a:p>
        </p:txBody>
      </p:sp>
      <p:sp>
        <p:nvSpPr>
          <p:cNvPr id="37" name="Text Placeholder 30"/>
          <p:cNvSpPr>
            <a:spLocks noGrp="1"/>
          </p:cNvSpPr>
          <p:nvPr>
            <p:ph type="body" sz="quarter" idx="36"/>
          </p:nvPr>
        </p:nvSpPr>
        <p:spPr>
          <a:xfrm>
            <a:off x="4387883" y="2669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38" name="Text Placeholder 30"/>
          <p:cNvSpPr>
            <a:spLocks noGrp="1"/>
          </p:cNvSpPr>
          <p:nvPr>
            <p:ph type="body" sz="quarter" idx="37"/>
          </p:nvPr>
        </p:nvSpPr>
        <p:spPr>
          <a:xfrm>
            <a:off x="4387883" y="3187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39" name="Picture Placeholder 2"/>
          <p:cNvSpPr>
            <a:spLocks noGrp="1"/>
          </p:cNvSpPr>
          <p:nvPr>
            <p:ph type="pic" sz="quarter" idx="38"/>
          </p:nvPr>
        </p:nvSpPr>
        <p:spPr>
          <a:xfrm>
            <a:off x="6274626" y="1143000"/>
            <a:ext cx="1524000" cy="1524000"/>
          </a:xfrm>
          <a:solidFill>
            <a:schemeClr val="tx1">
              <a:lumMod val="20000"/>
              <a:lumOff val="80000"/>
            </a:schemeClr>
          </a:solidFill>
        </p:spPr>
        <p:txBody>
          <a:bodyPr tIns="365760" rtlCol="0">
            <a:normAutofit/>
          </a:bodyPr>
          <a:lstStyle>
            <a:lvl1pPr marL="0" indent="0" algn="ctr">
              <a:buNone/>
              <a:defRPr sz="1400">
                <a:solidFill>
                  <a:schemeClr val="bg1"/>
                </a:solidFill>
              </a:defRPr>
            </a:lvl1pPr>
          </a:lstStyle>
          <a:p>
            <a:pPr lvl="0"/>
            <a:r>
              <a:rPr lang="en-US" noProof="0"/>
              <a:t>Click icon to add picture</a:t>
            </a:r>
            <a:endParaRPr lang="en-US" noProof="0" dirty="0"/>
          </a:p>
        </p:txBody>
      </p:sp>
      <p:sp>
        <p:nvSpPr>
          <p:cNvPr id="40" name="Text Placeholder 30"/>
          <p:cNvSpPr>
            <a:spLocks noGrp="1"/>
          </p:cNvSpPr>
          <p:nvPr>
            <p:ph type="body" sz="quarter" idx="39"/>
          </p:nvPr>
        </p:nvSpPr>
        <p:spPr>
          <a:xfrm>
            <a:off x="6276225" y="2669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41" name="Text Placeholder 30"/>
          <p:cNvSpPr>
            <a:spLocks noGrp="1"/>
          </p:cNvSpPr>
          <p:nvPr>
            <p:ph type="body" sz="quarter" idx="40"/>
          </p:nvPr>
        </p:nvSpPr>
        <p:spPr>
          <a:xfrm>
            <a:off x="6276225" y="3187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42" name="Picture Placeholder 2"/>
          <p:cNvSpPr>
            <a:spLocks noGrp="1"/>
          </p:cNvSpPr>
          <p:nvPr>
            <p:ph type="pic" sz="quarter" idx="41"/>
          </p:nvPr>
        </p:nvSpPr>
        <p:spPr>
          <a:xfrm>
            <a:off x="8162968" y="1143000"/>
            <a:ext cx="1524000" cy="1524000"/>
          </a:xfrm>
          <a:solidFill>
            <a:schemeClr val="tx1">
              <a:lumMod val="20000"/>
              <a:lumOff val="80000"/>
            </a:schemeClr>
          </a:solidFill>
        </p:spPr>
        <p:txBody>
          <a:bodyPr tIns="365760" rtlCol="0">
            <a:normAutofit/>
          </a:bodyPr>
          <a:lstStyle>
            <a:lvl1pPr marL="0" indent="0" algn="ctr">
              <a:buNone/>
              <a:defRPr sz="1400">
                <a:solidFill>
                  <a:schemeClr val="bg1"/>
                </a:solidFill>
              </a:defRPr>
            </a:lvl1pPr>
          </a:lstStyle>
          <a:p>
            <a:pPr lvl="0"/>
            <a:r>
              <a:rPr lang="en-US" noProof="0"/>
              <a:t>Click icon to add picture</a:t>
            </a:r>
            <a:endParaRPr lang="en-US" noProof="0" dirty="0"/>
          </a:p>
        </p:txBody>
      </p:sp>
      <p:sp>
        <p:nvSpPr>
          <p:cNvPr id="43" name="Text Placeholder 30"/>
          <p:cNvSpPr>
            <a:spLocks noGrp="1"/>
          </p:cNvSpPr>
          <p:nvPr>
            <p:ph type="body" sz="quarter" idx="42"/>
          </p:nvPr>
        </p:nvSpPr>
        <p:spPr>
          <a:xfrm>
            <a:off x="8164567" y="2669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44" name="Text Placeholder 30"/>
          <p:cNvSpPr>
            <a:spLocks noGrp="1"/>
          </p:cNvSpPr>
          <p:nvPr>
            <p:ph type="body" sz="quarter" idx="43"/>
          </p:nvPr>
        </p:nvSpPr>
        <p:spPr>
          <a:xfrm>
            <a:off x="8164567" y="3187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45" name="Picture Placeholder 2"/>
          <p:cNvSpPr>
            <a:spLocks noGrp="1"/>
          </p:cNvSpPr>
          <p:nvPr>
            <p:ph type="pic" sz="quarter" idx="44"/>
          </p:nvPr>
        </p:nvSpPr>
        <p:spPr>
          <a:xfrm>
            <a:off x="10051311" y="1143000"/>
            <a:ext cx="1524000" cy="1524000"/>
          </a:xfrm>
          <a:solidFill>
            <a:schemeClr val="tx1">
              <a:lumMod val="20000"/>
              <a:lumOff val="80000"/>
            </a:schemeClr>
          </a:solidFill>
        </p:spPr>
        <p:txBody>
          <a:bodyPr tIns="365760" rtlCol="0">
            <a:normAutofit/>
          </a:bodyPr>
          <a:lstStyle>
            <a:lvl1pPr marL="0" indent="0" algn="ctr">
              <a:buNone/>
              <a:defRPr sz="1400">
                <a:solidFill>
                  <a:schemeClr val="bg1"/>
                </a:solidFill>
              </a:defRPr>
            </a:lvl1pPr>
          </a:lstStyle>
          <a:p>
            <a:pPr lvl="0"/>
            <a:r>
              <a:rPr lang="en-US" noProof="0"/>
              <a:t>Click icon to add picture</a:t>
            </a:r>
            <a:endParaRPr lang="en-US" noProof="0" dirty="0"/>
          </a:p>
        </p:txBody>
      </p:sp>
      <p:sp>
        <p:nvSpPr>
          <p:cNvPr id="46" name="Text Placeholder 30"/>
          <p:cNvSpPr>
            <a:spLocks noGrp="1"/>
          </p:cNvSpPr>
          <p:nvPr>
            <p:ph type="body" sz="quarter" idx="45"/>
          </p:nvPr>
        </p:nvSpPr>
        <p:spPr>
          <a:xfrm>
            <a:off x="10052910" y="2669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47" name="Text Placeholder 30"/>
          <p:cNvSpPr>
            <a:spLocks noGrp="1"/>
          </p:cNvSpPr>
          <p:nvPr>
            <p:ph type="body" sz="quarter" idx="46"/>
          </p:nvPr>
        </p:nvSpPr>
        <p:spPr>
          <a:xfrm>
            <a:off x="10052910" y="3187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48" name="Picture Placeholder 2"/>
          <p:cNvSpPr>
            <a:spLocks noGrp="1"/>
          </p:cNvSpPr>
          <p:nvPr>
            <p:ph type="pic" sz="quarter" idx="47"/>
          </p:nvPr>
        </p:nvSpPr>
        <p:spPr>
          <a:xfrm>
            <a:off x="609600" y="3810000"/>
            <a:ext cx="1524000" cy="1524000"/>
          </a:xfrm>
          <a:solidFill>
            <a:schemeClr val="tx1">
              <a:lumMod val="20000"/>
              <a:lumOff val="80000"/>
            </a:schemeClr>
          </a:solidFill>
        </p:spPr>
        <p:txBody>
          <a:bodyPr tIns="365760" rtlCol="0">
            <a:normAutofit/>
          </a:bodyPr>
          <a:lstStyle>
            <a:lvl1pPr marL="0" indent="0" algn="ctr">
              <a:buNone/>
              <a:defRPr sz="1400">
                <a:solidFill>
                  <a:schemeClr val="bg1"/>
                </a:solidFill>
              </a:defRPr>
            </a:lvl1pPr>
          </a:lstStyle>
          <a:p>
            <a:pPr lvl="0"/>
            <a:r>
              <a:rPr lang="en-US" noProof="0"/>
              <a:t>Click icon to add picture</a:t>
            </a:r>
            <a:endParaRPr lang="en-US" noProof="0" dirty="0"/>
          </a:p>
        </p:txBody>
      </p:sp>
      <p:sp>
        <p:nvSpPr>
          <p:cNvPr id="49" name="Text Placeholder 30"/>
          <p:cNvSpPr>
            <a:spLocks noGrp="1"/>
          </p:cNvSpPr>
          <p:nvPr>
            <p:ph type="body" sz="quarter" idx="48"/>
          </p:nvPr>
        </p:nvSpPr>
        <p:spPr>
          <a:xfrm>
            <a:off x="611199" y="5336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50" name="Text Placeholder 30"/>
          <p:cNvSpPr>
            <a:spLocks noGrp="1"/>
          </p:cNvSpPr>
          <p:nvPr>
            <p:ph type="body" sz="quarter" idx="49"/>
          </p:nvPr>
        </p:nvSpPr>
        <p:spPr>
          <a:xfrm>
            <a:off x="611199" y="5854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51" name="Picture Placeholder 2"/>
          <p:cNvSpPr>
            <a:spLocks noGrp="1"/>
          </p:cNvSpPr>
          <p:nvPr>
            <p:ph type="pic" sz="quarter" idx="50"/>
          </p:nvPr>
        </p:nvSpPr>
        <p:spPr>
          <a:xfrm>
            <a:off x="2497942" y="3810000"/>
            <a:ext cx="1524000" cy="1524000"/>
          </a:xfrm>
          <a:solidFill>
            <a:schemeClr val="tx1">
              <a:lumMod val="20000"/>
              <a:lumOff val="80000"/>
            </a:schemeClr>
          </a:solidFill>
        </p:spPr>
        <p:txBody>
          <a:bodyPr tIns="365760" rtlCol="0">
            <a:normAutofit/>
          </a:bodyPr>
          <a:lstStyle>
            <a:lvl1pPr marL="0" indent="0" algn="ctr">
              <a:buNone/>
              <a:defRPr sz="1400">
                <a:solidFill>
                  <a:schemeClr val="bg1"/>
                </a:solidFill>
              </a:defRPr>
            </a:lvl1pPr>
          </a:lstStyle>
          <a:p>
            <a:pPr lvl="0"/>
            <a:r>
              <a:rPr lang="en-US" noProof="0"/>
              <a:t>Click icon to add picture</a:t>
            </a:r>
            <a:endParaRPr lang="en-US" noProof="0" dirty="0"/>
          </a:p>
        </p:txBody>
      </p:sp>
      <p:sp>
        <p:nvSpPr>
          <p:cNvPr id="52" name="Text Placeholder 30"/>
          <p:cNvSpPr>
            <a:spLocks noGrp="1"/>
          </p:cNvSpPr>
          <p:nvPr>
            <p:ph type="body" sz="quarter" idx="51"/>
          </p:nvPr>
        </p:nvSpPr>
        <p:spPr>
          <a:xfrm>
            <a:off x="2499541" y="5336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53" name="Text Placeholder 30"/>
          <p:cNvSpPr>
            <a:spLocks noGrp="1"/>
          </p:cNvSpPr>
          <p:nvPr>
            <p:ph type="body" sz="quarter" idx="52"/>
          </p:nvPr>
        </p:nvSpPr>
        <p:spPr>
          <a:xfrm>
            <a:off x="2499541" y="5854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54" name="Picture Placeholder 2"/>
          <p:cNvSpPr>
            <a:spLocks noGrp="1"/>
          </p:cNvSpPr>
          <p:nvPr>
            <p:ph type="pic" sz="quarter" idx="53"/>
          </p:nvPr>
        </p:nvSpPr>
        <p:spPr>
          <a:xfrm>
            <a:off x="4386284" y="3810000"/>
            <a:ext cx="1524000" cy="1524000"/>
          </a:xfrm>
          <a:solidFill>
            <a:schemeClr val="tx1">
              <a:lumMod val="20000"/>
              <a:lumOff val="80000"/>
            </a:schemeClr>
          </a:solidFill>
        </p:spPr>
        <p:txBody>
          <a:bodyPr tIns="365760" rtlCol="0">
            <a:normAutofit/>
          </a:bodyPr>
          <a:lstStyle>
            <a:lvl1pPr marL="0" indent="0" algn="ctr">
              <a:buNone/>
              <a:defRPr sz="1400">
                <a:solidFill>
                  <a:schemeClr val="bg1"/>
                </a:solidFill>
              </a:defRPr>
            </a:lvl1pPr>
          </a:lstStyle>
          <a:p>
            <a:pPr lvl="0"/>
            <a:r>
              <a:rPr lang="en-US" noProof="0"/>
              <a:t>Click icon to add picture</a:t>
            </a:r>
            <a:endParaRPr lang="en-US" noProof="0" dirty="0"/>
          </a:p>
        </p:txBody>
      </p:sp>
      <p:sp>
        <p:nvSpPr>
          <p:cNvPr id="55" name="Text Placeholder 30"/>
          <p:cNvSpPr>
            <a:spLocks noGrp="1"/>
          </p:cNvSpPr>
          <p:nvPr>
            <p:ph type="body" sz="quarter" idx="54"/>
          </p:nvPr>
        </p:nvSpPr>
        <p:spPr>
          <a:xfrm>
            <a:off x="4387883" y="5336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56" name="Text Placeholder 30"/>
          <p:cNvSpPr>
            <a:spLocks noGrp="1"/>
          </p:cNvSpPr>
          <p:nvPr>
            <p:ph type="body" sz="quarter" idx="55"/>
          </p:nvPr>
        </p:nvSpPr>
        <p:spPr>
          <a:xfrm>
            <a:off x="4387883" y="5854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57" name="Picture Placeholder 2"/>
          <p:cNvSpPr>
            <a:spLocks noGrp="1"/>
          </p:cNvSpPr>
          <p:nvPr>
            <p:ph type="pic" sz="quarter" idx="56"/>
          </p:nvPr>
        </p:nvSpPr>
        <p:spPr>
          <a:xfrm>
            <a:off x="6274626" y="3810000"/>
            <a:ext cx="1524000" cy="1524000"/>
          </a:xfrm>
          <a:solidFill>
            <a:schemeClr val="tx1">
              <a:lumMod val="20000"/>
              <a:lumOff val="80000"/>
            </a:schemeClr>
          </a:solidFill>
        </p:spPr>
        <p:txBody>
          <a:bodyPr tIns="365760" rtlCol="0">
            <a:normAutofit/>
          </a:bodyPr>
          <a:lstStyle>
            <a:lvl1pPr marL="0" indent="0" algn="ctr">
              <a:buNone/>
              <a:defRPr sz="1400">
                <a:solidFill>
                  <a:schemeClr val="bg1"/>
                </a:solidFill>
              </a:defRPr>
            </a:lvl1pPr>
          </a:lstStyle>
          <a:p>
            <a:pPr lvl="0"/>
            <a:r>
              <a:rPr lang="en-US" noProof="0"/>
              <a:t>Click icon to add picture</a:t>
            </a:r>
            <a:endParaRPr lang="en-US" noProof="0" dirty="0"/>
          </a:p>
        </p:txBody>
      </p:sp>
      <p:sp>
        <p:nvSpPr>
          <p:cNvPr id="58" name="Text Placeholder 30"/>
          <p:cNvSpPr>
            <a:spLocks noGrp="1"/>
          </p:cNvSpPr>
          <p:nvPr>
            <p:ph type="body" sz="quarter" idx="57"/>
          </p:nvPr>
        </p:nvSpPr>
        <p:spPr>
          <a:xfrm>
            <a:off x="6276225" y="5336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59" name="Text Placeholder 30"/>
          <p:cNvSpPr>
            <a:spLocks noGrp="1"/>
          </p:cNvSpPr>
          <p:nvPr>
            <p:ph type="body" sz="quarter" idx="58"/>
          </p:nvPr>
        </p:nvSpPr>
        <p:spPr>
          <a:xfrm>
            <a:off x="6276225" y="5854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60" name="Picture Placeholder 2"/>
          <p:cNvSpPr>
            <a:spLocks noGrp="1"/>
          </p:cNvSpPr>
          <p:nvPr>
            <p:ph type="pic" sz="quarter" idx="59"/>
          </p:nvPr>
        </p:nvSpPr>
        <p:spPr>
          <a:xfrm>
            <a:off x="8162968" y="3810000"/>
            <a:ext cx="1524000" cy="1524000"/>
          </a:xfrm>
          <a:solidFill>
            <a:schemeClr val="tx1">
              <a:lumMod val="20000"/>
              <a:lumOff val="80000"/>
            </a:schemeClr>
          </a:solidFill>
        </p:spPr>
        <p:txBody>
          <a:bodyPr tIns="365760" rtlCol="0">
            <a:normAutofit/>
          </a:bodyPr>
          <a:lstStyle>
            <a:lvl1pPr marL="0" indent="0" algn="ctr">
              <a:buNone/>
              <a:defRPr sz="1400">
                <a:solidFill>
                  <a:schemeClr val="bg1"/>
                </a:solidFill>
              </a:defRPr>
            </a:lvl1pPr>
          </a:lstStyle>
          <a:p>
            <a:pPr lvl="0"/>
            <a:r>
              <a:rPr lang="en-US" noProof="0"/>
              <a:t>Click icon to add picture</a:t>
            </a:r>
            <a:endParaRPr lang="en-US" noProof="0" dirty="0"/>
          </a:p>
        </p:txBody>
      </p:sp>
      <p:sp>
        <p:nvSpPr>
          <p:cNvPr id="61" name="Text Placeholder 30"/>
          <p:cNvSpPr>
            <a:spLocks noGrp="1"/>
          </p:cNvSpPr>
          <p:nvPr>
            <p:ph type="body" sz="quarter" idx="60"/>
          </p:nvPr>
        </p:nvSpPr>
        <p:spPr>
          <a:xfrm>
            <a:off x="8164567" y="5336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62" name="Text Placeholder 30"/>
          <p:cNvSpPr>
            <a:spLocks noGrp="1"/>
          </p:cNvSpPr>
          <p:nvPr>
            <p:ph type="body" sz="quarter" idx="61"/>
          </p:nvPr>
        </p:nvSpPr>
        <p:spPr>
          <a:xfrm>
            <a:off x="8164567" y="5854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63" name="Picture Placeholder 2"/>
          <p:cNvSpPr>
            <a:spLocks noGrp="1"/>
          </p:cNvSpPr>
          <p:nvPr>
            <p:ph type="pic" sz="quarter" idx="62"/>
          </p:nvPr>
        </p:nvSpPr>
        <p:spPr>
          <a:xfrm>
            <a:off x="10051311" y="3810000"/>
            <a:ext cx="1524000" cy="1524000"/>
          </a:xfrm>
          <a:solidFill>
            <a:schemeClr val="tx1">
              <a:lumMod val="20000"/>
              <a:lumOff val="80000"/>
            </a:schemeClr>
          </a:solidFill>
        </p:spPr>
        <p:txBody>
          <a:bodyPr tIns="365760" rtlCol="0">
            <a:normAutofit/>
          </a:bodyPr>
          <a:lstStyle>
            <a:lvl1pPr marL="0" indent="0" algn="ctr">
              <a:buNone/>
              <a:defRPr sz="1400">
                <a:solidFill>
                  <a:schemeClr val="bg1"/>
                </a:solidFill>
              </a:defRPr>
            </a:lvl1pPr>
          </a:lstStyle>
          <a:p>
            <a:pPr lvl="0"/>
            <a:r>
              <a:rPr lang="en-US" noProof="0"/>
              <a:t>Click icon to add picture</a:t>
            </a:r>
            <a:endParaRPr lang="en-US" noProof="0" dirty="0"/>
          </a:p>
        </p:txBody>
      </p:sp>
      <p:sp>
        <p:nvSpPr>
          <p:cNvPr id="64" name="Text Placeholder 30"/>
          <p:cNvSpPr>
            <a:spLocks noGrp="1"/>
          </p:cNvSpPr>
          <p:nvPr>
            <p:ph type="body" sz="quarter" idx="63"/>
          </p:nvPr>
        </p:nvSpPr>
        <p:spPr>
          <a:xfrm>
            <a:off x="10052910" y="5336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
        <p:nvSpPr>
          <p:cNvPr id="65" name="Text Placeholder 30"/>
          <p:cNvSpPr>
            <a:spLocks noGrp="1"/>
          </p:cNvSpPr>
          <p:nvPr>
            <p:ph type="body" sz="quarter" idx="64"/>
          </p:nvPr>
        </p:nvSpPr>
        <p:spPr>
          <a:xfrm>
            <a:off x="10052910" y="5854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a:t>Click to edit Master text styles</a:t>
            </a:r>
          </a:p>
        </p:txBody>
      </p:sp>
    </p:spTree>
    <p:extLst>
      <p:ext uri="{BB962C8B-B14F-4D97-AF65-F5344CB8AC3E}">
        <p14:creationId xmlns:p14="http://schemas.microsoft.com/office/powerpoint/2010/main" val="29116248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w/ left image">
    <p:spTree>
      <p:nvGrpSpPr>
        <p:cNvPr id="1" name=""/>
        <p:cNvGrpSpPr/>
        <p:nvPr/>
      </p:nvGrpSpPr>
      <p:grpSpPr>
        <a:xfrm>
          <a:off x="0" y="0"/>
          <a:ext cx="0" cy="0"/>
          <a:chOff x="0" y="0"/>
          <a:chExt cx="0" cy="0"/>
        </a:xfrm>
      </p:grpSpPr>
      <p:sp>
        <p:nvSpPr>
          <p:cNvPr id="6" name="Right Triangle 5"/>
          <p:cNvSpPr/>
          <p:nvPr userDrawn="1"/>
        </p:nvSpPr>
        <p:spPr>
          <a:xfrm flipH="1">
            <a:off x="11807825" y="5715000"/>
            <a:ext cx="384175" cy="1143000"/>
          </a:xfrm>
          <a:prstGeom prst="r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3200" dirty="0">
              <a:solidFill>
                <a:srgbClr val="FFFFFF"/>
              </a:solidFill>
            </a:endParaRPr>
          </a:p>
        </p:txBody>
      </p:sp>
      <p:sp>
        <p:nvSpPr>
          <p:cNvPr id="9" name="TextBox 8"/>
          <p:cNvSpPr txBox="1"/>
          <p:nvPr userDrawn="1"/>
        </p:nvSpPr>
        <p:spPr>
          <a:xfrm>
            <a:off x="11785600" y="6553200"/>
            <a:ext cx="523875" cy="138113"/>
          </a:xfrm>
          <a:prstGeom prst="rect">
            <a:avLst/>
          </a:prstGeom>
          <a:noFill/>
        </p:spPr>
        <p:txBody>
          <a:bodyPr lIns="0" tIns="0" rIns="0" bIns="0"/>
          <a:lstStyle>
            <a:lvl1pPr defTabSz="1217613">
              <a:defRPr>
                <a:solidFill>
                  <a:schemeClr val="tx1"/>
                </a:solidFill>
                <a:latin typeface="Arial" pitchFamily="34" charset="0"/>
                <a:ea typeface="Arial Unicode MS" pitchFamily="34" charset="-128"/>
                <a:cs typeface="Arial Unicode MS" pitchFamily="34" charset="-128"/>
              </a:defRPr>
            </a:lvl1pPr>
            <a:lvl2pPr marL="742950" indent="-285750" defTabSz="1217613">
              <a:defRPr>
                <a:solidFill>
                  <a:schemeClr val="tx1"/>
                </a:solidFill>
                <a:latin typeface="Arial" pitchFamily="34" charset="0"/>
                <a:ea typeface="Arial Unicode MS" pitchFamily="34" charset="-128"/>
                <a:cs typeface="Arial Unicode MS" pitchFamily="34" charset="-128"/>
              </a:defRPr>
            </a:lvl2pPr>
            <a:lvl3pPr marL="1143000" indent="-228600" defTabSz="1217613">
              <a:defRPr>
                <a:solidFill>
                  <a:schemeClr val="tx1"/>
                </a:solidFill>
                <a:latin typeface="Arial" pitchFamily="34" charset="0"/>
                <a:ea typeface="Arial Unicode MS" pitchFamily="34" charset="-128"/>
                <a:cs typeface="Arial Unicode MS" pitchFamily="34" charset="-128"/>
              </a:defRPr>
            </a:lvl3pPr>
            <a:lvl4pPr marL="1600200" indent="-228600" defTabSz="1217613">
              <a:defRPr>
                <a:solidFill>
                  <a:schemeClr val="tx1"/>
                </a:solidFill>
                <a:latin typeface="Arial" pitchFamily="34" charset="0"/>
                <a:ea typeface="Arial Unicode MS" pitchFamily="34" charset="-128"/>
                <a:cs typeface="Arial Unicode MS" pitchFamily="34" charset="-128"/>
              </a:defRPr>
            </a:lvl4pPr>
            <a:lvl5pPr marL="2057400" indent="-228600" defTabSz="1217613">
              <a:defRPr>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ctr" eaLnBrk="1" hangingPunct="1">
              <a:defRPr/>
            </a:pPr>
            <a:fld id="{86F5618E-0CB2-42A1-BF25-3390D2E428CA}" type="slidenum">
              <a:rPr lang="en-US" altLang="en-US" sz="1200" smtClean="0">
                <a:solidFill>
                  <a:srgbClr val="FFFFFF"/>
                </a:solidFill>
                <a:latin typeface="Calibri" pitchFamily="34" charset="0"/>
              </a:rPr>
              <a:pPr algn="ctr" eaLnBrk="1" hangingPunct="1">
                <a:defRPr/>
              </a:pPr>
              <a:t>‹#›</a:t>
            </a:fld>
            <a:endParaRPr lang="en-US" altLang="en-US" sz="1200" smtClean="0">
              <a:solidFill>
                <a:srgbClr val="FFFFFF"/>
              </a:solidFill>
              <a:latin typeface="Calibri" pitchFamily="34" charset="0"/>
            </a:endParaRPr>
          </a:p>
        </p:txBody>
      </p:sp>
      <p:sp>
        <p:nvSpPr>
          <p:cNvPr id="7" name="Title Placeholder 1"/>
          <p:cNvSpPr>
            <a:spLocks noGrp="1"/>
          </p:cNvSpPr>
          <p:nvPr>
            <p:ph type="title"/>
          </p:nvPr>
        </p:nvSpPr>
        <p:spPr>
          <a:xfrm>
            <a:off x="609955" y="381000"/>
            <a:ext cx="5105045" cy="524999"/>
          </a:xfrm>
          <a:prstGeom prst="rect">
            <a:avLst/>
          </a:prstGeom>
        </p:spPr>
        <p:txBody>
          <a:bodyPr rtlCol="0">
            <a:noAutofit/>
          </a:bodyPr>
          <a:lstStyle/>
          <a:p>
            <a:r>
              <a:rPr lang="en-US" dirty="0"/>
              <a:t>Click to edit slide headline</a:t>
            </a:r>
          </a:p>
        </p:txBody>
      </p:sp>
      <p:sp>
        <p:nvSpPr>
          <p:cNvPr id="8" name="Text Placeholder 2"/>
          <p:cNvSpPr>
            <a:spLocks noGrp="1"/>
          </p:cNvSpPr>
          <p:nvPr>
            <p:ph type="body" idx="28"/>
          </p:nvPr>
        </p:nvSpPr>
        <p:spPr>
          <a:xfrm>
            <a:off x="609601" y="140718"/>
            <a:ext cx="5105374" cy="299548"/>
          </a:xfrm>
          <a:prstGeom prst="rect">
            <a:avLst/>
          </a:prstGeom>
        </p:spPr>
        <p:txBody>
          <a:bodyPr>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3" name="Picture Placeholder 2"/>
          <p:cNvSpPr>
            <a:spLocks noGrp="1"/>
          </p:cNvSpPr>
          <p:nvPr>
            <p:ph type="pic" sz="quarter" idx="29"/>
          </p:nvPr>
        </p:nvSpPr>
        <p:spPr>
          <a:xfrm>
            <a:off x="6094228" y="0"/>
            <a:ext cx="6097772" cy="6858000"/>
          </a:xfrm>
          <a:solidFill>
            <a:schemeClr val="tx1">
              <a:lumMod val="20000"/>
              <a:lumOff val="80000"/>
            </a:schemeClr>
          </a:solidFill>
        </p:spPr>
        <p:txBody>
          <a:bodyPr tIns="54864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10" name="Content Placeholder 9"/>
          <p:cNvSpPr>
            <a:spLocks noGrp="1"/>
          </p:cNvSpPr>
          <p:nvPr>
            <p:ph sz="quarter" idx="30"/>
          </p:nvPr>
        </p:nvSpPr>
        <p:spPr>
          <a:xfrm>
            <a:off x="607828" y="1219200"/>
            <a:ext cx="5107172" cy="464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774732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w/ light image">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475582" y="381000"/>
            <a:ext cx="5105045" cy="524999"/>
          </a:xfrm>
          <a:prstGeom prst="rect">
            <a:avLst/>
          </a:prstGeom>
        </p:spPr>
        <p:txBody>
          <a:bodyPr rtlCol="0">
            <a:noAutofit/>
          </a:bodyPr>
          <a:lstStyle/>
          <a:p>
            <a:r>
              <a:rPr lang="en-US" dirty="0"/>
              <a:t>Click to edit slide headline</a:t>
            </a:r>
          </a:p>
        </p:txBody>
      </p:sp>
      <p:sp>
        <p:nvSpPr>
          <p:cNvPr id="8" name="Text Placeholder 2"/>
          <p:cNvSpPr>
            <a:spLocks noGrp="1"/>
          </p:cNvSpPr>
          <p:nvPr>
            <p:ph type="body" idx="28"/>
          </p:nvPr>
        </p:nvSpPr>
        <p:spPr>
          <a:xfrm>
            <a:off x="6475228" y="140718"/>
            <a:ext cx="5105374" cy="299548"/>
          </a:xfrm>
          <a:prstGeom prst="rect">
            <a:avLst/>
          </a:prstGeom>
        </p:spPr>
        <p:txBody>
          <a:bodyPr>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3" name="Picture Placeholder 2"/>
          <p:cNvSpPr>
            <a:spLocks noGrp="1"/>
          </p:cNvSpPr>
          <p:nvPr>
            <p:ph type="pic" sz="quarter" idx="29"/>
          </p:nvPr>
        </p:nvSpPr>
        <p:spPr>
          <a:xfrm>
            <a:off x="0" y="0"/>
            <a:ext cx="6097772" cy="6858000"/>
          </a:xfrm>
          <a:solidFill>
            <a:schemeClr val="tx1">
              <a:lumMod val="20000"/>
              <a:lumOff val="80000"/>
            </a:schemeClr>
          </a:solidFill>
        </p:spPr>
        <p:txBody>
          <a:bodyPr tIns="54864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6" name="Content Placeholder 9"/>
          <p:cNvSpPr>
            <a:spLocks noGrp="1"/>
          </p:cNvSpPr>
          <p:nvPr>
            <p:ph sz="quarter" idx="30"/>
          </p:nvPr>
        </p:nvSpPr>
        <p:spPr>
          <a:xfrm>
            <a:off x="6473455" y="1219200"/>
            <a:ext cx="5107172" cy="464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626624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w/ left image (thin)">
    <p:spTree>
      <p:nvGrpSpPr>
        <p:cNvPr id="1" name=""/>
        <p:cNvGrpSpPr/>
        <p:nvPr/>
      </p:nvGrpSpPr>
      <p:grpSpPr>
        <a:xfrm>
          <a:off x="0" y="0"/>
          <a:ext cx="0" cy="0"/>
          <a:chOff x="0" y="0"/>
          <a:chExt cx="0" cy="0"/>
        </a:xfrm>
      </p:grpSpPr>
      <p:sp>
        <p:nvSpPr>
          <p:cNvPr id="6" name="Right Triangle 5"/>
          <p:cNvSpPr/>
          <p:nvPr userDrawn="1"/>
        </p:nvSpPr>
        <p:spPr>
          <a:xfrm flipH="1">
            <a:off x="11807825" y="5715000"/>
            <a:ext cx="384175" cy="1143000"/>
          </a:xfrm>
          <a:prstGeom prst="r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3200" dirty="0">
              <a:solidFill>
                <a:srgbClr val="FFFFFF"/>
              </a:solidFill>
            </a:endParaRPr>
          </a:p>
        </p:txBody>
      </p:sp>
      <p:sp>
        <p:nvSpPr>
          <p:cNvPr id="9" name="TextBox 8"/>
          <p:cNvSpPr txBox="1"/>
          <p:nvPr userDrawn="1"/>
        </p:nvSpPr>
        <p:spPr>
          <a:xfrm>
            <a:off x="11785600" y="6553200"/>
            <a:ext cx="523875" cy="138113"/>
          </a:xfrm>
          <a:prstGeom prst="rect">
            <a:avLst/>
          </a:prstGeom>
          <a:noFill/>
        </p:spPr>
        <p:txBody>
          <a:bodyPr lIns="0" tIns="0" rIns="0" bIns="0"/>
          <a:lstStyle>
            <a:lvl1pPr defTabSz="1217613">
              <a:defRPr>
                <a:solidFill>
                  <a:schemeClr val="tx1"/>
                </a:solidFill>
                <a:latin typeface="Arial" pitchFamily="34" charset="0"/>
                <a:ea typeface="Arial Unicode MS" pitchFamily="34" charset="-128"/>
                <a:cs typeface="Arial Unicode MS" pitchFamily="34" charset="-128"/>
              </a:defRPr>
            </a:lvl1pPr>
            <a:lvl2pPr marL="742950" indent="-285750" defTabSz="1217613">
              <a:defRPr>
                <a:solidFill>
                  <a:schemeClr val="tx1"/>
                </a:solidFill>
                <a:latin typeface="Arial" pitchFamily="34" charset="0"/>
                <a:ea typeface="Arial Unicode MS" pitchFamily="34" charset="-128"/>
                <a:cs typeface="Arial Unicode MS" pitchFamily="34" charset="-128"/>
              </a:defRPr>
            </a:lvl2pPr>
            <a:lvl3pPr marL="1143000" indent="-228600" defTabSz="1217613">
              <a:defRPr>
                <a:solidFill>
                  <a:schemeClr val="tx1"/>
                </a:solidFill>
                <a:latin typeface="Arial" pitchFamily="34" charset="0"/>
                <a:ea typeface="Arial Unicode MS" pitchFamily="34" charset="-128"/>
                <a:cs typeface="Arial Unicode MS" pitchFamily="34" charset="-128"/>
              </a:defRPr>
            </a:lvl3pPr>
            <a:lvl4pPr marL="1600200" indent="-228600" defTabSz="1217613">
              <a:defRPr>
                <a:solidFill>
                  <a:schemeClr val="tx1"/>
                </a:solidFill>
                <a:latin typeface="Arial" pitchFamily="34" charset="0"/>
                <a:ea typeface="Arial Unicode MS" pitchFamily="34" charset="-128"/>
                <a:cs typeface="Arial Unicode MS" pitchFamily="34" charset="-128"/>
              </a:defRPr>
            </a:lvl4pPr>
            <a:lvl5pPr marL="2057400" indent="-228600" defTabSz="1217613">
              <a:defRPr>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ctr" eaLnBrk="1" hangingPunct="1">
              <a:defRPr/>
            </a:pPr>
            <a:fld id="{242A355F-AE00-4D4A-96B8-72EF60A7AE7F}" type="slidenum">
              <a:rPr lang="en-US" altLang="en-US" sz="1200" smtClean="0">
                <a:solidFill>
                  <a:srgbClr val="FFFFFF"/>
                </a:solidFill>
                <a:latin typeface="Calibri" pitchFamily="34" charset="0"/>
              </a:rPr>
              <a:pPr algn="ctr" eaLnBrk="1" hangingPunct="1">
                <a:defRPr/>
              </a:pPr>
              <a:t>‹#›</a:t>
            </a:fld>
            <a:endParaRPr lang="en-US" altLang="en-US" sz="1200" smtClean="0">
              <a:solidFill>
                <a:srgbClr val="FFFFFF"/>
              </a:solidFill>
              <a:latin typeface="Calibri" pitchFamily="34" charset="0"/>
            </a:endParaRPr>
          </a:p>
        </p:txBody>
      </p:sp>
      <p:sp>
        <p:nvSpPr>
          <p:cNvPr id="7" name="Title Placeholder 1"/>
          <p:cNvSpPr>
            <a:spLocks noGrp="1"/>
          </p:cNvSpPr>
          <p:nvPr>
            <p:ph type="title"/>
          </p:nvPr>
        </p:nvSpPr>
        <p:spPr>
          <a:xfrm>
            <a:off x="609955" y="381000"/>
            <a:ext cx="8380280" cy="524999"/>
          </a:xfrm>
          <a:prstGeom prst="rect">
            <a:avLst/>
          </a:prstGeom>
        </p:spPr>
        <p:txBody>
          <a:bodyPr rtlCol="0">
            <a:noAutofit/>
          </a:bodyPr>
          <a:lstStyle/>
          <a:p>
            <a:r>
              <a:rPr lang="en-US" dirty="0"/>
              <a:t>Click to edit slide headline</a:t>
            </a:r>
          </a:p>
        </p:txBody>
      </p:sp>
      <p:sp>
        <p:nvSpPr>
          <p:cNvPr id="8" name="Text Placeholder 2"/>
          <p:cNvSpPr>
            <a:spLocks noGrp="1"/>
          </p:cNvSpPr>
          <p:nvPr>
            <p:ph type="body" idx="28"/>
          </p:nvPr>
        </p:nvSpPr>
        <p:spPr>
          <a:xfrm>
            <a:off x="609601" y="140718"/>
            <a:ext cx="8380820" cy="299548"/>
          </a:xfrm>
          <a:prstGeom prst="rect">
            <a:avLst/>
          </a:prstGeom>
        </p:spPr>
        <p:txBody>
          <a:bodyPr>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3" name="Picture Placeholder 2"/>
          <p:cNvSpPr>
            <a:spLocks noGrp="1"/>
          </p:cNvSpPr>
          <p:nvPr>
            <p:ph type="pic" sz="quarter" idx="29"/>
          </p:nvPr>
        </p:nvSpPr>
        <p:spPr>
          <a:xfrm>
            <a:off x="9448800" y="0"/>
            <a:ext cx="2743200" cy="6858000"/>
          </a:xfrm>
          <a:solidFill>
            <a:schemeClr val="tx1">
              <a:lumMod val="20000"/>
              <a:lumOff val="80000"/>
            </a:schemeClr>
          </a:solidFill>
        </p:spPr>
        <p:txBody>
          <a:bodyPr tIns="54864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10" name="Content Placeholder 9"/>
          <p:cNvSpPr>
            <a:spLocks noGrp="1"/>
          </p:cNvSpPr>
          <p:nvPr>
            <p:ph sz="quarter" idx="30"/>
          </p:nvPr>
        </p:nvSpPr>
        <p:spPr>
          <a:xfrm>
            <a:off x="607828" y="1219200"/>
            <a:ext cx="8383772" cy="464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293967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images with content">
    <p:spTree>
      <p:nvGrpSpPr>
        <p:cNvPr id="1" name=""/>
        <p:cNvGrpSpPr/>
        <p:nvPr/>
      </p:nvGrpSpPr>
      <p:grpSpPr>
        <a:xfrm>
          <a:off x="0" y="0"/>
          <a:ext cx="0" cy="0"/>
          <a:chOff x="0" y="0"/>
          <a:chExt cx="0" cy="0"/>
        </a:xfrm>
      </p:grpSpPr>
      <p:sp>
        <p:nvSpPr>
          <p:cNvPr id="4" name="Text Placeholder 3"/>
          <p:cNvSpPr>
            <a:spLocks noGrp="1"/>
          </p:cNvSpPr>
          <p:nvPr>
            <p:ph type="body" sz="quarter" idx="31"/>
          </p:nvPr>
        </p:nvSpPr>
        <p:spPr>
          <a:xfrm>
            <a:off x="609600" y="4076440"/>
            <a:ext cx="10972447" cy="2019560"/>
          </a:xfrm>
        </p:spPr>
        <p:txBody>
          <a:bodyPr>
            <a:noAutofit/>
          </a:bodyPr>
          <a:lstStyle>
            <a:lvl1pPr marL="0" indent="0" algn="ctr">
              <a:buNone/>
              <a:defRPr sz="1600" baseline="0">
                <a:solidFill>
                  <a:schemeClr val="tx2">
                    <a:lumMod val="75000"/>
                  </a:schemeClr>
                </a:solidFill>
              </a:defRPr>
            </a:lvl1pPr>
            <a:lvl2pPr marL="609585" indent="0">
              <a:buNone/>
              <a:defRPr sz="1400"/>
            </a:lvl2pPr>
            <a:lvl3pPr marL="853419" indent="0">
              <a:buNone/>
              <a:defRPr sz="1400"/>
            </a:lvl3pPr>
            <a:lvl4pPr marL="1341086" indent="0">
              <a:buNone/>
              <a:defRPr sz="1400"/>
            </a:lvl4pPr>
            <a:lvl5pPr marL="1828754" indent="0">
              <a:buNone/>
              <a:defRPr sz="1400"/>
            </a:lvl5pPr>
          </a:lstStyle>
          <a:p>
            <a:pPr lvl="0"/>
            <a:r>
              <a:rPr lang="en-US"/>
              <a:t>Click to edit Master text styles</a:t>
            </a:r>
          </a:p>
        </p:txBody>
      </p:sp>
      <p:sp>
        <p:nvSpPr>
          <p:cNvPr id="7" name="Title Placeholder 1"/>
          <p:cNvSpPr>
            <a:spLocks noGrp="1"/>
          </p:cNvSpPr>
          <p:nvPr>
            <p:ph type="title"/>
          </p:nvPr>
        </p:nvSpPr>
        <p:spPr>
          <a:xfrm>
            <a:off x="609955" y="381000"/>
            <a:ext cx="10972092" cy="524999"/>
          </a:xfrm>
          <a:prstGeom prst="rect">
            <a:avLst/>
          </a:prstGeom>
        </p:spPr>
        <p:txBody>
          <a:bodyPr rtlCol="0">
            <a:noAutofit/>
          </a:bodyPr>
          <a:lstStyle/>
          <a:p>
            <a:r>
              <a:rPr lang="en-US" dirty="0"/>
              <a:t>Click to edit slide headline</a:t>
            </a:r>
          </a:p>
        </p:txBody>
      </p:sp>
      <p:sp>
        <p:nvSpPr>
          <p:cNvPr id="8" name="Text Placeholder 2"/>
          <p:cNvSpPr>
            <a:spLocks noGrp="1"/>
          </p:cNvSpPr>
          <p:nvPr>
            <p:ph type="body" idx="28"/>
          </p:nvPr>
        </p:nvSpPr>
        <p:spPr>
          <a:xfrm>
            <a:off x="609600" y="140718"/>
            <a:ext cx="10972800" cy="299548"/>
          </a:xfrm>
          <a:prstGeom prst="rect">
            <a:avLst/>
          </a:prstGeom>
        </p:spPr>
        <p:txBody>
          <a:bodyPr>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19" name="Picture Placeholder 2"/>
          <p:cNvSpPr>
            <a:spLocks noGrp="1"/>
          </p:cNvSpPr>
          <p:nvPr>
            <p:ph type="pic" sz="quarter" idx="29"/>
          </p:nvPr>
        </p:nvSpPr>
        <p:spPr>
          <a:xfrm>
            <a:off x="0" y="1211059"/>
            <a:ext cx="6035040" cy="2514600"/>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20" name="Picture Placeholder 2"/>
          <p:cNvSpPr>
            <a:spLocks noGrp="1"/>
          </p:cNvSpPr>
          <p:nvPr>
            <p:ph type="pic" sz="quarter" idx="30"/>
          </p:nvPr>
        </p:nvSpPr>
        <p:spPr>
          <a:xfrm>
            <a:off x="6156960" y="1211059"/>
            <a:ext cx="6035040" cy="2514600"/>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8992480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ext w/ left image">
    <p:spTree>
      <p:nvGrpSpPr>
        <p:cNvPr id="1" name=""/>
        <p:cNvGrpSpPr/>
        <p:nvPr/>
      </p:nvGrpSpPr>
      <p:grpSpPr>
        <a:xfrm>
          <a:off x="0" y="0"/>
          <a:ext cx="0" cy="0"/>
          <a:chOff x="0" y="0"/>
          <a:chExt cx="0" cy="0"/>
        </a:xfrm>
      </p:grpSpPr>
      <p:sp>
        <p:nvSpPr>
          <p:cNvPr id="10" name="Right Triangle 9"/>
          <p:cNvSpPr/>
          <p:nvPr userDrawn="1"/>
        </p:nvSpPr>
        <p:spPr>
          <a:xfrm flipH="1">
            <a:off x="11807825" y="5715000"/>
            <a:ext cx="384175" cy="1143000"/>
          </a:xfrm>
          <a:prstGeom prst="r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3200" dirty="0">
              <a:solidFill>
                <a:srgbClr val="FFFFFF"/>
              </a:solidFill>
            </a:endParaRPr>
          </a:p>
        </p:txBody>
      </p:sp>
      <p:sp>
        <p:nvSpPr>
          <p:cNvPr id="11" name="TextBox 10"/>
          <p:cNvSpPr txBox="1"/>
          <p:nvPr userDrawn="1"/>
        </p:nvSpPr>
        <p:spPr>
          <a:xfrm>
            <a:off x="11785600" y="6553200"/>
            <a:ext cx="523875" cy="138113"/>
          </a:xfrm>
          <a:prstGeom prst="rect">
            <a:avLst/>
          </a:prstGeom>
          <a:noFill/>
        </p:spPr>
        <p:txBody>
          <a:bodyPr lIns="0" tIns="0" rIns="0" bIns="0"/>
          <a:lstStyle>
            <a:lvl1pPr defTabSz="1217613">
              <a:defRPr>
                <a:solidFill>
                  <a:schemeClr val="tx1"/>
                </a:solidFill>
                <a:latin typeface="Arial" pitchFamily="34" charset="0"/>
                <a:ea typeface="Arial Unicode MS" pitchFamily="34" charset="-128"/>
                <a:cs typeface="Arial Unicode MS" pitchFamily="34" charset="-128"/>
              </a:defRPr>
            </a:lvl1pPr>
            <a:lvl2pPr marL="742950" indent="-285750" defTabSz="1217613">
              <a:defRPr>
                <a:solidFill>
                  <a:schemeClr val="tx1"/>
                </a:solidFill>
                <a:latin typeface="Arial" pitchFamily="34" charset="0"/>
                <a:ea typeface="Arial Unicode MS" pitchFamily="34" charset="-128"/>
                <a:cs typeface="Arial Unicode MS" pitchFamily="34" charset="-128"/>
              </a:defRPr>
            </a:lvl2pPr>
            <a:lvl3pPr marL="1143000" indent="-228600" defTabSz="1217613">
              <a:defRPr>
                <a:solidFill>
                  <a:schemeClr val="tx1"/>
                </a:solidFill>
                <a:latin typeface="Arial" pitchFamily="34" charset="0"/>
                <a:ea typeface="Arial Unicode MS" pitchFamily="34" charset="-128"/>
                <a:cs typeface="Arial Unicode MS" pitchFamily="34" charset="-128"/>
              </a:defRPr>
            </a:lvl3pPr>
            <a:lvl4pPr marL="1600200" indent="-228600" defTabSz="1217613">
              <a:defRPr>
                <a:solidFill>
                  <a:schemeClr val="tx1"/>
                </a:solidFill>
                <a:latin typeface="Arial" pitchFamily="34" charset="0"/>
                <a:ea typeface="Arial Unicode MS" pitchFamily="34" charset="-128"/>
                <a:cs typeface="Arial Unicode MS" pitchFamily="34" charset="-128"/>
              </a:defRPr>
            </a:lvl4pPr>
            <a:lvl5pPr marL="2057400" indent="-228600" defTabSz="1217613">
              <a:defRPr>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ctr" eaLnBrk="1" hangingPunct="1">
              <a:defRPr/>
            </a:pPr>
            <a:fld id="{69834018-BDB6-4513-B84A-8E26C78B927C}" type="slidenum">
              <a:rPr lang="en-US" altLang="en-US" sz="1200" smtClean="0">
                <a:solidFill>
                  <a:srgbClr val="FFFFFF"/>
                </a:solidFill>
                <a:latin typeface="Calibri" pitchFamily="34" charset="0"/>
              </a:rPr>
              <a:pPr algn="ctr" eaLnBrk="1" hangingPunct="1">
                <a:defRPr/>
              </a:pPr>
              <a:t>‹#›</a:t>
            </a:fld>
            <a:endParaRPr lang="en-US" altLang="en-US" sz="1200" smtClean="0">
              <a:solidFill>
                <a:srgbClr val="FFFFFF"/>
              </a:solidFill>
              <a:latin typeface="Calibri" pitchFamily="34" charset="0"/>
            </a:endParaRPr>
          </a:p>
        </p:txBody>
      </p:sp>
      <p:sp>
        <p:nvSpPr>
          <p:cNvPr id="7" name="Title Placeholder 1"/>
          <p:cNvSpPr>
            <a:spLocks noGrp="1"/>
          </p:cNvSpPr>
          <p:nvPr>
            <p:ph type="title"/>
          </p:nvPr>
        </p:nvSpPr>
        <p:spPr>
          <a:xfrm>
            <a:off x="609955" y="381000"/>
            <a:ext cx="5409718" cy="524999"/>
          </a:xfrm>
          <a:prstGeom prst="rect">
            <a:avLst/>
          </a:prstGeom>
        </p:spPr>
        <p:txBody>
          <a:bodyPr rtlCol="0">
            <a:noAutofit/>
          </a:bodyPr>
          <a:lstStyle/>
          <a:p>
            <a:r>
              <a:rPr lang="en-US" dirty="0"/>
              <a:t>Click to edit slide headline</a:t>
            </a:r>
          </a:p>
        </p:txBody>
      </p:sp>
      <p:sp>
        <p:nvSpPr>
          <p:cNvPr id="8" name="Text Placeholder 2"/>
          <p:cNvSpPr>
            <a:spLocks noGrp="1"/>
          </p:cNvSpPr>
          <p:nvPr>
            <p:ph type="body" idx="28"/>
          </p:nvPr>
        </p:nvSpPr>
        <p:spPr>
          <a:xfrm>
            <a:off x="609600" y="140718"/>
            <a:ext cx="5410067" cy="299548"/>
          </a:xfrm>
          <a:prstGeom prst="rect">
            <a:avLst/>
          </a:prstGeom>
        </p:spPr>
        <p:txBody>
          <a:bodyPr>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3" name="Picture Placeholder 2"/>
          <p:cNvSpPr>
            <a:spLocks noGrp="1"/>
          </p:cNvSpPr>
          <p:nvPr>
            <p:ph type="pic" sz="quarter" idx="29"/>
          </p:nvPr>
        </p:nvSpPr>
        <p:spPr>
          <a:xfrm>
            <a:off x="6462677" y="0"/>
            <a:ext cx="2533402" cy="3671350"/>
          </a:xfrm>
          <a:solidFill>
            <a:schemeClr val="tx1">
              <a:lumMod val="20000"/>
              <a:lumOff val="80000"/>
            </a:schemeClr>
          </a:solidFill>
        </p:spPr>
        <p:txBody>
          <a:bodyPr tIns="91440" rtlCol="0">
            <a:normAutofit/>
          </a:bodyPr>
          <a:lstStyle>
            <a:lvl1pPr marL="0" indent="0" algn="ctr">
              <a:buNone/>
              <a:defRPr sz="1600">
                <a:solidFill>
                  <a:schemeClr val="bg1"/>
                </a:solidFill>
              </a:defRPr>
            </a:lvl1pPr>
          </a:lstStyle>
          <a:p>
            <a:pPr lvl="0"/>
            <a:r>
              <a:rPr lang="en-US" noProof="0"/>
              <a:t>Click icon to add picture</a:t>
            </a:r>
            <a:endParaRPr lang="en-US" noProof="0" dirty="0"/>
          </a:p>
        </p:txBody>
      </p:sp>
      <p:sp>
        <p:nvSpPr>
          <p:cNvPr id="9" name="Picture Placeholder 2"/>
          <p:cNvSpPr>
            <a:spLocks noGrp="1"/>
          </p:cNvSpPr>
          <p:nvPr>
            <p:ph type="pic" sz="quarter" idx="31"/>
          </p:nvPr>
        </p:nvSpPr>
        <p:spPr>
          <a:xfrm>
            <a:off x="6462677" y="3757137"/>
            <a:ext cx="2533402" cy="3103622"/>
          </a:xfrm>
          <a:solidFill>
            <a:schemeClr val="tx1">
              <a:lumMod val="20000"/>
              <a:lumOff val="80000"/>
            </a:schemeClr>
          </a:solidFill>
        </p:spPr>
        <p:txBody>
          <a:bodyPr tIns="91440" rtlCol="0">
            <a:normAutofit/>
          </a:bodyPr>
          <a:lstStyle>
            <a:lvl1pPr marL="0" indent="0" algn="ctr">
              <a:buNone/>
              <a:defRPr sz="1600">
                <a:solidFill>
                  <a:schemeClr val="bg1"/>
                </a:solidFill>
              </a:defRPr>
            </a:lvl1pPr>
          </a:lstStyle>
          <a:p>
            <a:pPr lvl="0"/>
            <a:r>
              <a:rPr lang="en-US" noProof="0"/>
              <a:t>Click icon to add picture</a:t>
            </a:r>
            <a:endParaRPr lang="en-US" noProof="0" dirty="0"/>
          </a:p>
        </p:txBody>
      </p:sp>
      <p:sp>
        <p:nvSpPr>
          <p:cNvPr id="13" name="Picture Placeholder 2"/>
          <p:cNvSpPr>
            <a:spLocks noGrp="1"/>
          </p:cNvSpPr>
          <p:nvPr>
            <p:ph type="pic" sz="quarter" idx="32"/>
          </p:nvPr>
        </p:nvSpPr>
        <p:spPr>
          <a:xfrm>
            <a:off x="9080054" y="0"/>
            <a:ext cx="2533402" cy="2531366"/>
          </a:xfrm>
          <a:solidFill>
            <a:schemeClr val="tx1">
              <a:lumMod val="20000"/>
              <a:lumOff val="80000"/>
            </a:schemeClr>
          </a:solidFill>
        </p:spPr>
        <p:txBody>
          <a:bodyPr tIns="91440" rtlCol="0">
            <a:normAutofit/>
          </a:bodyPr>
          <a:lstStyle>
            <a:lvl1pPr marL="0" indent="0" algn="ctr">
              <a:buNone/>
              <a:defRPr sz="1600">
                <a:solidFill>
                  <a:schemeClr val="bg1"/>
                </a:solidFill>
              </a:defRPr>
            </a:lvl1pPr>
          </a:lstStyle>
          <a:p>
            <a:pPr lvl="0"/>
            <a:r>
              <a:rPr lang="en-US" noProof="0"/>
              <a:t>Click icon to add picture</a:t>
            </a:r>
            <a:endParaRPr lang="en-US" noProof="0" dirty="0"/>
          </a:p>
        </p:txBody>
      </p:sp>
      <p:sp>
        <p:nvSpPr>
          <p:cNvPr id="14" name="Picture Placeholder 2"/>
          <p:cNvSpPr>
            <a:spLocks noGrp="1"/>
          </p:cNvSpPr>
          <p:nvPr>
            <p:ph type="pic" sz="quarter" idx="33"/>
          </p:nvPr>
        </p:nvSpPr>
        <p:spPr>
          <a:xfrm>
            <a:off x="9080054" y="2613941"/>
            <a:ext cx="2533402" cy="4244059"/>
          </a:xfrm>
          <a:solidFill>
            <a:schemeClr val="tx1">
              <a:lumMod val="20000"/>
              <a:lumOff val="80000"/>
            </a:schemeClr>
          </a:solidFill>
        </p:spPr>
        <p:txBody>
          <a:bodyPr tIns="91440" rtlCol="0">
            <a:normAutofit/>
          </a:bodyPr>
          <a:lstStyle>
            <a:lvl1pPr marL="0" indent="0" algn="ctr">
              <a:buNone/>
              <a:defRPr sz="1600">
                <a:solidFill>
                  <a:schemeClr val="bg1"/>
                </a:solidFill>
              </a:defRPr>
            </a:lvl1pPr>
          </a:lstStyle>
          <a:p>
            <a:pPr lvl="0"/>
            <a:r>
              <a:rPr lang="en-US" noProof="0"/>
              <a:t>Click icon to add picture</a:t>
            </a:r>
            <a:endParaRPr lang="en-US" noProof="0" dirty="0"/>
          </a:p>
        </p:txBody>
      </p:sp>
      <p:sp>
        <p:nvSpPr>
          <p:cNvPr id="15" name="Content Placeholder 9"/>
          <p:cNvSpPr>
            <a:spLocks noGrp="1"/>
          </p:cNvSpPr>
          <p:nvPr>
            <p:ph sz="quarter" idx="30"/>
          </p:nvPr>
        </p:nvSpPr>
        <p:spPr>
          <a:xfrm>
            <a:off x="607827" y="1219200"/>
            <a:ext cx="5411839" cy="464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652180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w/ left image and feature box">
    <p:spTree>
      <p:nvGrpSpPr>
        <p:cNvPr id="1" name=""/>
        <p:cNvGrpSpPr/>
        <p:nvPr/>
      </p:nvGrpSpPr>
      <p:grpSpPr>
        <a:xfrm>
          <a:off x="0" y="0"/>
          <a:ext cx="0" cy="0"/>
          <a:chOff x="0" y="0"/>
          <a:chExt cx="0" cy="0"/>
        </a:xfrm>
      </p:grpSpPr>
      <p:sp>
        <p:nvSpPr>
          <p:cNvPr id="3" name="Picture Placeholder 2"/>
          <p:cNvSpPr>
            <a:spLocks noGrp="1"/>
          </p:cNvSpPr>
          <p:nvPr>
            <p:ph type="pic" sz="quarter" idx="29"/>
          </p:nvPr>
        </p:nvSpPr>
        <p:spPr>
          <a:xfrm>
            <a:off x="0" y="0"/>
            <a:ext cx="6097772" cy="6858000"/>
          </a:xfrm>
          <a:solidFill>
            <a:schemeClr val="tx1">
              <a:lumMod val="20000"/>
              <a:lumOff val="80000"/>
            </a:schemeClr>
          </a:solidFill>
        </p:spPr>
        <p:txBody>
          <a:bodyPr tIns="54864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4" name="Text Placeholder 3"/>
          <p:cNvSpPr>
            <a:spLocks noGrp="1"/>
          </p:cNvSpPr>
          <p:nvPr>
            <p:ph type="body" sz="quarter" idx="30"/>
          </p:nvPr>
        </p:nvSpPr>
        <p:spPr>
          <a:xfrm>
            <a:off x="8382000" y="1549400"/>
            <a:ext cx="3276600" cy="3759200"/>
          </a:xfrm>
        </p:spPr>
        <p:txBody>
          <a:bodyPr anchor="ctr"/>
          <a:lstStyle>
            <a:lvl1pPr marL="0" indent="0">
              <a:buNone/>
              <a:defRPr sz="1800">
                <a:solidFill>
                  <a:schemeClr val="tx2">
                    <a:lumMod val="75000"/>
                  </a:schemeClr>
                </a:solidFill>
              </a:defRPr>
            </a:lvl1pPr>
            <a:lvl2pPr marL="609585" indent="0">
              <a:buNone/>
              <a:defRPr/>
            </a:lvl2pPr>
            <a:lvl3pPr marL="853419" indent="0">
              <a:buNone/>
              <a:defRPr/>
            </a:lvl3pPr>
            <a:lvl4pPr marL="1341086" indent="0">
              <a:buNone/>
              <a:defRPr/>
            </a:lvl4pPr>
            <a:lvl5pPr marL="1828754" indent="0">
              <a:buNone/>
              <a:defRPr/>
            </a:lvl5pPr>
          </a:lstStyle>
          <a:p>
            <a:pPr lvl="0"/>
            <a:r>
              <a:rPr lang="en-US"/>
              <a:t>Click to edit Master text styles</a:t>
            </a:r>
          </a:p>
        </p:txBody>
      </p:sp>
      <p:sp>
        <p:nvSpPr>
          <p:cNvPr id="11" name="Text Placeholder 10"/>
          <p:cNvSpPr>
            <a:spLocks noGrp="1"/>
          </p:cNvSpPr>
          <p:nvPr>
            <p:ph type="body" sz="quarter" idx="31"/>
          </p:nvPr>
        </p:nvSpPr>
        <p:spPr>
          <a:xfrm>
            <a:off x="4216400" y="1549400"/>
            <a:ext cx="3759200" cy="3759200"/>
          </a:xfrm>
          <a:solidFill>
            <a:schemeClr val="accent5">
              <a:alpha val="96000"/>
            </a:schemeClr>
          </a:solidFill>
        </p:spPr>
        <p:txBody>
          <a:bodyPr lIns="182880" rIns="182880" anchor="ctr"/>
          <a:lstStyle>
            <a:lvl1pPr marL="0" indent="0" algn="ctr">
              <a:buNone/>
              <a:defRPr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6997342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w/ box &amp; right image ">
    <p:spTree>
      <p:nvGrpSpPr>
        <p:cNvPr id="1" name=""/>
        <p:cNvGrpSpPr/>
        <p:nvPr/>
      </p:nvGrpSpPr>
      <p:grpSpPr>
        <a:xfrm>
          <a:off x="0" y="0"/>
          <a:ext cx="0" cy="0"/>
          <a:chOff x="0" y="0"/>
          <a:chExt cx="0" cy="0"/>
        </a:xfrm>
      </p:grpSpPr>
      <p:sp>
        <p:nvSpPr>
          <p:cNvPr id="5" name="Right Triangle 4"/>
          <p:cNvSpPr/>
          <p:nvPr userDrawn="1"/>
        </p:nvSpPr>
        <p:spPr>
          <a:xfrm flipH="1">
            <a:off x="11807825" y="5715000"/>
            <a:ext cx="384175" cy="1143000"/>
          </a:xfrm>
          <a:prstGeom prst="r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3200" dirty="0">
              <a:solidFill>
                <a:srgbClr val="FFFFFF"/>
              </a:solidFill>
            </a:endParaRPr>
          </a:p>
        </p:txBody>
      </p:sp>
      <p:sp>
        <p:nvSpPr>
          <p:cNvPr id="6" name="TextBox 5"/>
          <p:cNvSpPr txBox="1"/>
          <p:nvPr userDrawn="1"/>
        </p:nvSpPr>
        <p:spPr>
          <a:xfrm>
            <a:off x="11785600" y="6553200"/>
            <a:ext cx="523875" cy="138113"/>
          </a:xfrm>
          <a:prstGeom prst="rect">
            <a:avLst/>
          </a:prstGeom>
          <a:noFill/>
        </p:spPr>
        <p:txBody>
          <a:bodyPr lIns="0" tIns="0" rIns="0" bIns="0"/>
          <a:lstStyle>
            <a:lvl1pPr defTabSz="1217613">
              <a:defRPr>
                <a:solidFill>
                  <a:schemeClr val="tx1"/>
                </a:solidFill>
                <a:latin typeface="Arial" pitchFamily="34" charset="0"/>
                <a:ea typeface="Arial Unicode MS" pitchFamily="34" charset="-128"/>
                <a:cs typeface="Arial Unicode MS" pitchFamily="34" charset="-128"/>
              </a:defRPr>
            </a:lvl1pPr>
            <a:lvl2pPr marL="742950" indent="-285750" defTabSz="1217613">
              <a:defRPr>
                <a:solidFill>
                  <a:schemeClr val="tx1"/>
                </a:solidFill>
                <a:latin typeface="Arial" pitchFamily="34" charset="0"/>
                <a:ea typeface="Arial Unicode MS" pitchFamily="34" charset="-128"/>
                <a:cs typeface="Arial Unicode MS" pitchFamily="34" charset="-128"/>
              </a:defRPr>
            </a:lvl2pPr>
            <a:lvl3pPr marL="1143000" indent="-228600" defTabSz="1217613">
              <a:defRPr>
                <a:solidFill>
                  <a:schemeClr val="tx1"/>
                </a:solidFill>
                <a:latin typeface="Arial" pitchFamily="34" charset="0"/>
                <a:ea typeface="Arial Unicode MS" pitchFamily="34" charset="-128"/>
                <a:cs typeface="Arial Unicode MS" pitchFamily="34" charset="-128"/>
              </a:defRPr>
            </a:lvl3pPr>
            <a:lvl4pPr marL="1600200" indent="-228600" defTabSz="1217613">
              <a:defRPr>
                <a:solidFill>
                  <a:schemeClr val="tx1"/>
                </a:solidFill>
                <a:latin typeface="Arial" pitchFamily="34" charset="0"/>
                <a:ea typeface="Arial Unicode MS" pitchFamily="34" charset="-128"/>
                <a:cs typeface="Arial Unicode MS" pitchFamily="34" charset="-128"/>
              </a:defRPr>
            </a:lvl4pPr>
            <a:lvl5pPr marL="2057400" indent="-228600" defTabSz="1217613">
              <a:defRPr>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ctr" eaLnBrk="1" hangingPunct="1">
              <a:defRPr/>
            </a:pPr>
            <a:fld id="{19A5FC80-A2DE-4C8F-BBE4-F81C5EED15EE}" type="slidenum">
              <a:rPr lang="en-US" altLang="en-US" sz="1200" smtClean="0">
                <a:solidFill>
                  <a:srgbClr val="FFFFFF"/>
                </a:solidFill>
                <a:latin typeface="Calibri" pitchFamily="34" charset="0"/>
              </a:rPr>
              <a:pPr algn="ctr" eaLnBrk="1" hangingPunct="1">
                <a:defRPr/>
              </a:pPr>
              <a:t>‹#›</a:t>
            </a:fld>
            <a:endParaRPr lang="en-US" altLang="en-US" sz="1200" smtClean="0">
              <a:solidFill>
                <a:srgbClr val="FFFFFF"/>
              </a:solidFill>
              <a:latin typeface="Calibri" pitchFamily="34" charset="0"/>
            </a:endParaRPr>
          </a:p>
        </p:txBody>
      </p:sp>
      <p:sp>
        <p:nvSpPr>
          <p:cNvPr id="3" name="Picture Placeholder 2"/>
          <p:cNvSpPr>
            <a:spLocks noGrp="1"/>
          </p:cNvSpPr>
          <p:nvPr>
            <p:ph type="pic" sz="quarter" idx="29"/>
          </p:nvPr>
        </p:nvSpPr>
        <p:spPr>
          <a:xfrm>
            <a:off x="5334000" y="0"/>
            <a:ext cx="6858000" cy="6858000"/>
          </a:xfrm>
          <a:solidFill>
            <a:schemeClr val="tx1">
              <a:lumMod val="20000"/>
              <a:lumOff val="80000"/>
            </a:schemeClr>
          </a:solidFill>
        </p:spPr>
        <p:txBody>
          <a:bodyPr tIns="54864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7" name="Text Placeholder 10"/>
          <p:cNvSpPr>
            <a:spLocks noGrp="1"/>
          </p:cNvSpPr>
          <p:nvPr>
            <p:ph type="body" sz="quarter" idx="33"/>
          </p:nvPr>
        </p:nvSpPr>
        <p:spPr>
          <a:xfrm>
            <a:off x="630865" y="609600"/>
            <a:ext cx="5740400" cy="2048900"/>
          </a:xfrm>
          <a:solidFill>
            <a:schemeClr val="accent5">
              <a:alpha val="96000"/>
            </a:schemeClr>
          </a:solidFill>
        </p:spPr>
        <p:txBody>
          <a:bodyPr lIns="182880" rIns="182880" anchor="ctr"/>
          <a:lstStyle>
            <a:lvl1pPr marL="0" indent="0" algn="ctr">
              <a:buNone/>
              <a:defRPr sz="2000" i="1" baseline="0">
                <a:solidFill>
                  <a:schemeClr val="bg1"/>
                </a:solidFill>
              </a:defRPr>
            </a:lvl1pPr>
          </a:lstStyle>
          <a:p>
            <a:pPr lvl="0"/>
            <a:r>
              <a:rPr lang="en-US"/>
              <a:t>Click to edit Master text styles</a:t>
            </a:r>
          </a:p>
        </p:txBody>
      </p:sp>
      <p:sp>
        <p:nvSpPr>
          <p:cNvPr id="13" name="Text Placeholder 12"/>
          <p:cNvSpPr>
            <a:spLocks noGrp="1"/>
          </p:cNvSpPr>
          <p:nvPr>
            <p:ph type="body" sz="quarter" idx="32"/>
          </p:nvPr>
        </p:nvSpPr>
        <p:spPr>
          <a:xfrm>
            <a:off x="630865" y="3048000"/>
            <a:ext cx="4398335" cy="3200400"/>
          </a:xfrm>
        </p:spPr>
        <p:txBody>
          <a:bodyPr/>
          <a:lstStyle>
            <a:lvl1pPr marL="0" indent="0">
              <a:buFont typeface="Arial" charset="0"/>
              <a:buNone/>
              <a:defRPr sz="1800" baseline="0">
                <a:solidFill>
                  <a:schemeClr val="tx1"/>
                </a:solidFill>
              </a:defRPr>
            </a:lvl1pPr>
            <a:lvl2pPr>
              <a:defRPr sz="1600">
                <a:solidFill>
                  <a:schemeClr val="tx1"/>
                </a:solidFill>
              </a:defRPr>
            </a:lvl2pPr>
            <a:lvl3pPr marL="1219170" indent="-365751">
              <a:buFont typeface="Wingdings" charset="2"/>
              <a:buChar char="§"/>
              <a:defRPr sz="1600">
                <a:solidFill>
                  <a:schemeClr val="tx1"/>
                </a:solidFill>
              </a:defRPr>
            </a:lvl3pPr>
            <a:lvl4pPr marL="1706837" indent="-365751">
              <a:buFont typeface="Arial" charset="0"/>
              <a:buChar char="•"/>
              <a:defRPr sz="1600">
                <a:solidFill>
                  <a:schemeClr val="tx1"/>
                </a:solidFill>
              </a:defRPr>
            </a:lvl4pPr>
            <a:lvl5pPr marL="2072588" indent="-243834">
              <a:buFont typeface="Arial" charset="0"/>
              <a:buChar char="•"/>
              <a:defRPr sz="1600">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7462455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w/ box &amp; left image ">
    <p:spTree>
      <p:nvGrpSpPr>
        <p:cNvPr id="1" name=""/>
        <p:cNvGrpSpPr/>
        <p:nvPr/>
      </p:nvGrpSpPr>
      <p:grpSpPr>
        <a:xfrm>
          <a:off x="0" y="0"/>
          <a:ext cx="0" cy="0"/>
          <a:chOff x="0" y="0"/>
          <a:chExt cx="0" cy="0"/>
        </a:xfrm>
      </p:grpSpPr>
      <p:sp>
        <p:nvSpPr>
          <p:cNvPr id="3" name="Picture Placeholder 2"/>
          <p:cNvSpPr>
            <a:spLocks noGrp="1"/>
          </p:cNvSpPr>
          <p:nvPr>
            <p:ph type="pic" sz="quarter" idx="29"/>
          </p:nvPr>
        </p:nvSpPr>
        <p:spPr>
          <a:xfrm>
            <a:off x="0" y="0"/>
            <a:ext cx="6858000" cy="6858000"/>
          </a:xfrm>
          <a:solidFill>
            <a:schemeClr val="tx1">
              <a:lumMod val="20000"/>
              <a:lumOff val="80000"/>
            </a:schemeClr>
          </a:solidFill>
        </p:spPr>
        <p:txBody>
          <a:bodyPr tIns="54864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13" name="Text Placeholder 12"/>
          <p:cNvSpPr>
            <a:spLocks noGrp="1"/>
          </p:cNvSpPr>
          <p:nvPr>
            <p:ph type="body" sz="quarter" idx="32"/>
          </p:nvPr>
        </p:nvSpPr>
        <p:spPr>
          <a:xfrm>
            <a:off x="7209465" y="3048000"/>
            <a:ext cx="4398335" cy="3200400"/>
          </a:xfrm>
        </p:spPr>
        <p:txBody>
          <a:bodyPr/>
          <a:lstStyle>
            <a:lvl1pPr marL="0" indent="0">
              <a:buFont typeface="Arial" charset="0"/>
              <a:buNone/>
              <a:defRPr sz="1600" baseline="0">
                <a:solidFill>
                  <a:schemeClr val="tx1"/>
                </a:solidFill>
              </a:defRPr>
            </a:lvl1pPr>
            <a:lvl2pPr>
              <a:defRPr sz="1600">
                <a:solidFill>
                  <a:schemeClr val="tx1"/>
                </a:solidFill>
              </a:defRPr>
            </a:lvl2pPr>
            <a:lvl3pPr marL="1219170" indent="-365751">
              <a:buFont typeface="Wingdings" charset="2"/>
              <a:buChar char="§"/>
              <a:defRPr sz="1600">
                <a:solidFill>
                  <a:schemeClr val="tx1"/>
                </a:solidFill>
              </a:defRPr>
            </a:lvl3pPr>
            <a:lvl4pPr marL="1706837" indent="-365751">
              <a:buFont typeface="Arial" charset="0"/>
              <a:buChar char="•"/>
              <a:defRPr sz="1600">
                <a:solidFill>
                  <a:schemeClr val="tx1"/>
                </a:solidFill>
              </a:defRPr>
            </a:lvl4pPr>
            <a:lvl5pPr marL="2072588" indent="-243834">
              <a:buFont typeface="Arial" charset="0"/>
              <a:buChar char="•"/>
              <a:defRPr sz="1600">
                <a:solidFill>
                  <a:schemeClr val="tx1"/>
                </a:solidFill>
              </a:defRPr>
            </a:lvl5pPr>
          </a:lstStyle>
          <a:p>
            <a:pPr lvl="0"/>
            <a:r>
              <a:rPr lang="en-US"/>
              <a:t>Click to edit Master text styles</a:t>
            </a:r>
          </a:p>
        </p:txBody>
      </p:sp>
      <p:sp>
        <p:nvSpPr>
          <p:cNvPr id="5" name="Text Placeholder 10"/>
          <p:cNvSpPr>
            <a:spLocks noGrp="1"/>
          </p:cNvSpPr>
          <p:nvPr>
            <p:ph type="body" sz="quarter" idx="33"/>
          </p:nvPr>
        </p:nvSpPr>
        <p:spPr>
          <a:xfrm>
            <a:off x="5867400" y="609600"/>
            <a:ext cx="5740400" cy="2048900"/>
          </a:xfrm>
          <a:solidFill>
            <a:schemeClr val="accent5">
              <a:alpha val="96000"/>
            </a:schemeClr>
          </a:solidFill>
        </p:spPr>
        <p:txBody>
          <a:bodyPr lIns="182880" rIns="182880" anchor="ctr"/>
          <a:lstStyle>
            <a:lvl1pPr marL="0" indent="0" algn="ctr">
              <a:buNone/>
              <a:defRPr sz="2000" i="1"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516721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2 images with content">
    <p:spTree>
      <p:nvGrpSpPr>
        <p:cNvPr id="1" name=""/>
        <p:cNvGrpSpPr/>
        <p:nvPr/>
      </p:nvGrpSpPr>
      <p:grpSpPr>
        <a:xfrm>
          <a:off x="0" y="0"/>
          <a:ext cx="0" cy="0"/>
          <a:chOff x="0" y="0"/>
          <a:chExt cx="0" cy="0"/>
        </a:xfrm>
      </p:grpSpPr>
      <p:sp>
        <p:nvSpPr>
          <p:cNvPr id="19" name="Picture Placeholder 2"/>
          <p:cNvSpPr>
            <a:spLocks noGrp="1"/>
          </p:cNvSpPr>
          <p:nvPr>
            <p:ph type="pic" sz="quarter" idx="29"/>
          </p:nvPr>
        </p:nvSpPr>
        <p:spPr>
          <a:xfrm>
            <a:off x="0" y="0"/>
            <a:ext cx="7725144" cy="3733800"/>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14" name="Content Placeholder 10"/>
          <p:cNvSpPr>
            <a:spLocks noGrp="1"/>
          </p:cNvSpPr>
          <p:nvPr>
            <p:ph sz="quarter" idx="32"/>
          </p:nvPr>
        </p:nvSpPr>
        <p:spPr>
          <a:xfrm>
            <a:off x="7725144" y="0"/>
            <a:ext cx="4466856" cy="3733800"/>
          </a:xfrm>
          <a:solidFill>
            <a:schemeClr val="accent5"/>
          </a:solidFill>
          <a:ln>
            <a:noFill/>
          </a:ln>
        </p:spPr>
        <p:txBody>
          <a:bodyPr lIns="365760" rIns="365760" anchor="ctr"/>
          <a:lstStyle>
            <a:lvl1pPr marL="0" marR="0" indent="0" algn="l" defTabSz="609585" rtl="0" eaLnBrk="1" fontAlgn="auto" latinLnBrk="0" hangingPunct="1">
              <a:lnSpc>
                <a:spcPct val="100000"/>
              </a:lnSpc>
              <a:spcBef>
                <a:spcPts val="800"/>
              </a:spcBef>
              <a:spcAft>
                <a:spcPts val="0"/>
              </a:spcAft>
              <a:buClr>
                <a:schemeClr val="bg2"/>
              </a:buClr>
              <a:buSzTx/>
              <a:buFont typeface="Arial" charset="0"/>
              <a:buNone/>
              <a:tabLst/>
              <a:defRPr sz="2000" b="0" i="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8" name="Text Placeholder 3"/>
          <p:cNvSpPr>
            <a:spLocks noGrp="1"/>
          </p:cNvSpPr>
          <p:nvPr>
            <p:ph type="body" sz="quarter" idx="31"/>
          </p:nvPr>
        </p:nvSpPr>
        <p:spPr>
          <a:xfrm>
            <a:off x="609600" y="4076440"/>
            <a:ext cx="10972447" cy="2019560"/>
          </a:xfrm>
        </p:spPr>
        <p:txBody>
          <a:bodyPr>
            <a:noAutofit/>
          </a:bodyPr>
          <a:lstStyle>
            <a:lvl1pPr marL="0" indent="0" algn="ctr">
              <a:buNone/>
              <a:defRPr sz="1600" baseline="0">
                <a:solidFill>
                  <a:schemeClr val="tx2">
                    <a:lumMod val="75000"/>
                  </a:schemeClr>
                </a:solidFill>
              </a:defRPr>
            </a:lvl1pPr>
            <a:lvl2pPr marL="609585" indent="0">
              <a:buNone/>
              <a:defRPr sz="1400"/>
            </a:lvl2pPr>
            <a:lvl3pPr marL="853419" indent="0">
              <a:buNone/>
              <a:defRPr sz="1400"/>
            </a:lvl3pPr>
            <a:lvl4pPr marL="1341086" indent="0">
              <a:buNone/>
              <a:defRPr sz="1400"/>
            </a:lvl4pPr>
            <a:lvl5pPr marL="1828754" indent="0">
              <a:buNone/>
              <a:defRPr sz="1400"/>
            </a:lvl5pPr>
          </a:lstStyle>
          <a:p>
            <a:pPr lvl="0"/>
            <a:r>
              <a:rPr lang="en-US"/>
              <a:t>Click to edit Master text styles</a:t>
            </a:r>
          </a:p>
        </p:txBody>
      </p:sp>
    </p:spTree>
    <p:extLst>
      <p:ext uri="{BB962C8B-B14F-4D97-AF65-F5344CB8AC3E}">
        <p14:creationId xmlns:p14="http://schemas.microsoft.com/office/powerpoint/2010/main" val="10054027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 blocks">
    <p:spTree>
      <p:nvGrpSpPr>
        <p:cNvPr id="1" name=""/>
        <p:cNvGrpSpPr/>
        <p:nvPr/>
      </p:nvGrpSpPr>
      <p:grpSpPr>
        <a:xfrm>
          <a:off x="0" y="0"/>
          <a:ext cx="0" cy="0"/>
          <a:chOff x="0" y="0"/>
          <a:chExt cx="0" cy="0"/>
        </a:xfrm>
      </p:grpSpPr>
      <p:sp>
        <p:nvSpPr>
          <p:cNvPr id="13" name="Rectangle 12"/>
          <p:cNvSpPr/>
          <p:nvPr userDrawn="1"/>
        </p:nvSpPr>
        <p:spPr>
          <a:xfrm>
            <a:off x="0" y="0"/>
            <a:ext cx="12192000" cy="6858000"/>
          </a:xfrm>
          <a:prstGeom prst="rect">
            <a:avLst/>
          </a:prstGeom>
          <a:solidFill>
            <a:srgbClr val="E9EAEC"/>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2400" dirty="0">
              <a:solidFill>
                <a:srgbClr val="FFFFFF"/>
              </a:solidFill>
            </a:endParaRPr>
          </a:p>
        </p:txBody>
      </p:sp>
      <p:sp>
        <p:nvSpPr>
          <p:cNvPr id="14" name="Right Triangle 13"/>
          <p:cNvSpPr/>
          <p:nvPr userDrawn="1"/>
        </p:nvSpPr>
        <p:spPr>
          <a:xfrm flipH="1">
            <a:off x="11807825" y="5715000"/>
            <a:ext cx="384175" cy="1143000"/>
          </a:xfrm>
          <a:prstGeom prst="r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3200" dirty="0">
              <a:solidFill>
                <a:srgbClr val="FFFFFF"/>
              </a:solidFill>
            </a:endParaRPr>
          </a:p>
        </p:txBody>
      </p:sp>
      <p:sp>
        <p:nvSpPr>
          <p:cNvPr id="15" name="TextBox 14"/>
          <p:cNvSpPr txBox="1"/>
          <p:nvPr userDrawn="1"/>
        </p:nvSpPr>
        <p:spPr>
          <a:xfrm>
            <a:off x="11785600" y="6553200"/>
            <a:ext cx="523875" cy="138113"/>
          </a:xfrm>
          <a:prstGeom prst="rect">
            <a:avLst/>
          </a:prstGeom>
          <a:noFill/>
        </p:spPr>
        <p:txBody>
          <a:bodyPr lIns="0" tIns="0" rIns="0" bIns="0"/>
          <a:lstStyle>
            <a:lvl1pPr defTabSz="1217613">
              <a:defRPr>
                <a:solidFill>
                  <a:schemeClr val="tx1"/>
                </a:solidFill>
                <a:latin typeface="Arial" pitchFamily="34" charset="0"/>
                <a:ea typeface="Arial Unicode MS" pitchFamily="34" charset="-128"/>
                <a:cs typeface="Arial Unicode MS" pitchFamily="34" charset="-128"/>
              </a:defRPr>
            </a:lvl1pPr>
            <a:lvl2pPr marL="742950" indent="-285750" defTabSz="1217613">
              <a:defRPr>
                <a:solidFill>
                  <a:schemeClr val="tx1"/>
                </a:solidFill>
                <a:latin typeface="Arial" pitchFamily="34" charset="0"/>
                <a:ea typeface="Arial Unicode MS" pitchFamily="34" charset="-128"/>
                <a:cs typeface="Arial Unicode MS" pitchFamily="34" charset="-128"/>
              </a:defRPr>
            </a:lvl2pPr>
            <a:lvl3pPr marL="1143000" indent="-228600" defTabSz="1217613">
              <a:defRPr>
                <a:solidFill>
                  <a:schemeClr val="tx1"/>
                </a:solidFill>
                <a:latin typeface="Arial" pitchFamily="34" charset="0"/>
                <a:ea typeface="Arial Unicode MS" pitchFamily="34" charset="-128"/>
                <a:cs typeface="Arial Unicode MS" pitchFamily="34" charset="-128"/>
              </a:defRPr>
            </a:lvl3pPr>
            <a:lvl4pPr marL="1600200" indent="-228600" defTabSz="1217613">
              <a:defRPr>
                <a:solidFill>
                  <a:schemeClr val="tx1"/>
                </a:solidFill>
                <a:latin typeface="Arial" pitchFamily="34" charset="0"/>
                <a:ea typeface="Arial Unicode MS" pitchFamily="34" charset="-128"/>
                <a:cs typeface="Arial Unicode MS" pitchFamily="34" charset="-128"/>
              </a:defRPr>
            </a:lvl4pPr>
            <a:lvl5pPr marL="2057400" indent="-228600" defTabSz="1217613">
              <a:defRPr>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ctr" eaLnBrk="1" hangingPunct="1">
              <a:defRPr/>
            </a:pPr>
            <a:fld id="{EB368D90-B768-4728-B661-CAFACF12B3A1}" type="slidenum">
              <a:rPr lang="en-US" altLang="en-US" sz="1200" smtClean="0">
                <a:solidFill>
                  <a:srgbClr val="FFFFFF"/>
                </a:solidFill>
                <a:latin typeface="Calibri" pitchFamily="34" charset="0"/>
              </a:rPr>
              <a:pPr algn="ctr" eaLnBrk="1" hangingPunct="1">
                <a:defRPr/>
              </a:pPr>
              <a:t>‹#›</a:t>
            </a:fld>
            <a:endParaRPr lang="en-US" altLang="en-US" sz="1200" smtClean="0">
              <a:solidFill>
                <a:srgbClr val="FFFFFF"/>
              </a:solidFill>
              <a:latin typeface="Calibri" pitchFamily="34" charset="0"/>
            </a:endParaRPr>
          </a:p>
        </p:txBody>
      </p:sp>
      <p:sp>
        <p:nvSpPr>
          <p:cNvPr id="4" name="Text Placeholder 3"/>
          <p:cNvSpPr>
            <a:spLocks noGrp="1"/>
          </p:cNvSpPr>
          <p:nvPr>
            <p:ph type="body" sz="quarter" idx="10"/>
          </p:nvPr>
        </p:nvSpPr>
        <p:spPr>
          <a:xfrm>
            <a:off x="611248" y="685800"/>
            <a:ext cx="2133600" cy="5486400"/>
          </a:xfrm>
          <a:solidFill>
            <a:schemeClr val="bg1">
              <a:alpha val="95000"/>
            </a:schemeClr>
          </a:solidFill>
          <a:ln>
            <a:noFill/>
          </a:ln>
        </p:spPr>
        <p:txBody>
          <a:bodyPr lIns="182880" tIns="2377440" rIns="182880"/>
          <a:lstStyle>
            <a:lvl1pPr marL="0" marR="0" indent="0" algn="ctr" defTabSz="609585" rtl="0" eaLnBrk="1" fontAlgn="auto" latinLnBrk="0" hangingPunct="1">
              <a:lnSpc>
                <a:spcPct val="90000"/>
              </a:lnSpc>
              <a:spcBef>
                <a:spcPts val="800"/>
              </a:spcBef>
              <a:spcAft>
                <a:spcPts val="0"/>
              </a:spcAft>
              <a:buClr>
                <a:schemeClr val="accent1"/>
              </a:buClr>
              <a:buSzTx/>
              <a:buFont typeface="Arial" charset="0"/>
              <a:buNone/>
              <a:tabLst/>
              <a:defRPr sz="1600" b="0" baseline="0">
                <a:solidFill>
                  <a:schemeClr val="tx1"/>
                </a:solidFill>
              </a:defRPr>
            </a:lvl1pPr>
            <a:lvl2pPr marL="0" indent="0" algn="ctr">
              <a:buNone/>
              <a:defRPr sz="1600">
                <a:solidFill>
                  <a:schemeClr val="tx1"/>
                </a:solidFill>
              </a:defRPr>
            </a:lvl2pPr>
            <a:lvl3pPr marL="853419" indent="0" algn="ctr">
              <a:buNone/>
              <a:defRPr/>
            </a:lvl3pPr>
            <a:lvl4pPr marL="1341086" indent="0" algn="ctr">
              <a:buNone/>
              <a:defRPr/>
            </a:lvl4pPr>
            <a:lvl5pPr marL="1828754" indent="0" algn="ctr">
              <a:buNone/>
              <a:defRPr/>
            </a:lvl5pPr>
          </a:lstStyle>
          <a:p>
            <a:pPr lvl="0"/>
            <a:r>
              <a:rPr lang="en-US"/>
              <a:t>Click to edit Master text styles</a:t>
            </a:r>
          </a:p>
          <a:p>
            <a:pPr lvl="1"/>
            <a:r>
              <a:rPr lang="en-US"/>
              <a:t>Second level</a:t>
            </a:r>
          </a:p>
        </p:txBody>
      </p:sp>
      <p:sp>
        <p:nvSpPr>
          <p:cNvPr id="25" name="Text Placeholder 3"/>
          <p:cNvSpPr>
            <a:spLocks noGrp="1"/>
          </p:cNvSpPr>
          <p:nvPr>
            <p:ph type="body" sz="quarter" idx="21"/>
          </p:nvPr>
        </p:nvSpPr>
        <p:spPr>
          <a:xfrm>
            <a:off x="2823484" y="685800"/>
            <a:ext cx="2133600" cy="5486400"/>
          </a:xfrm>
          <a:solidFill>
            <a:schemeClr val="bg1">
              <a:alpha val="95000"/>
            </a:schemeClr>
          </a:solidFill>
          <a:ln>
            <a:noFill/>
          </a:ln>
        </p:spPr>
        <p:txBody>
          <a:bodyPr lIns="182880" tIns="2377440" rIns="182880"/>
          <a:lstStyle>
            <a:lvl1pPr marL="0" marR="0" indent="0" algn="ctr" defTabSz="609585" rtl="0" eaLnBrk="1" fontAlgn="auto" latinLnBrk="0" hangingPunct="1">
              <a:lnSpc>
                <a:spcPct val="90000"/>
              </a:lnSpc>
              <a:spcBef>
                <a:spcPts val="800"/>
              </a:spcBef>
              <a:spcAft>
                <a:spcPts val="0"/>
              </a:spcAft>
              <a:buClr>
                <a:schemeClr val="accent1"/>
              </a:buClr>
              <a:buSzTx/>
              <a:buFont typeface="Arial" charset="0"/>
              <a:buNone/>
              <a:tabLst/>
              <a:defRPr sz="1600" b="0" baseline="0">
                <a:solidFill>
                  <a:schemeClr val="tx1"/>
                </a:solidFill>
              </a:defRPr>
            </a:lvl1pPr>
            <a:lvl2pPr marL="0" indent="0" algn="ctr">
              <a:buNone/>
              <a:defRPr sz="1600">
                <a:solidFill>
                  <a:schemeClr val="tx1"/>
                </a:solidFill>
              </a:defRPr>
            </a:lvl2pPr>
            <a:lvl3pPr marL="853419" indent="0" algn="ctr">
              <a:buNone/>
              <a:defRPr/>
            </a:lvl3pPr>
            <a:lvl4pPr marL="1341086" indent="0" algn="ctr">
              <a:buNone/>
              <a:defRPr/>
            </a:lvl4pPr>
            <a:lvl5pPr marL="1828754" indent="0" algn="ctr">
              <a:buNone/>
              <a:defRPr/>
            </a:lvl5pPr>
          </a:lstStyle>
          <a:p>
            <a:pPr lvl="0"/>
            <a:r>
              <a:rPr lang="en-US"/>
              <a:t>Click to edit Master text styles</a:t>
            </a:r>
          </a:p>
          <a:p>
            <a:pPr lvl="1"/>
            <a:r>
              <a:rPr lang="en-US"/>
              <a:t>Second level</a:t>
            </a:r>
          </a:p>
        </p:txBody>
      </p:sp>
      <p:sp>
        <p:nvSpPr>
          <p:cNvPr id="38" name="Text Placeholder 3"/>
          <p:cNvSpPr>
            <a:spLocks noGrp="1"/>
          </p:cNvSpPr>
          <p:nvPr>
            <p:ph type="body" sz="quarter" idx="22"/>
          </p:nvPr>
        </p:nvSpPr>
        <p:spPr>
          <a:xfrm>
            <a:off x="5035720" y="685800"/>
            <a:ext cx="2133600" cy="5486400"/>
          </a:xfrm>
          <a:solidFill>
            <a:schemeClr val="bg1">
              <a:alpha val="95000"/>
            </a:schemeClr>
          </a:solidFill>
          <a:ln>
            <a:noFill/>
          </a:ln>
        </p:spPr>
        <p:txBody>
          <a:bodyPr lIns="182880" tIns="2377440" rIns="182880"/>
          <a:lstStyle>
            <a:lvl1pPr marL="0" marR="0" indent="0" algn="ctr" defTabSz="609585" rtl="0" eaLnBrk="1" fontAlgn="auto" latinLnBrk="0" hangingPunct="1">
              <a:lnSpc>
                <a:spcPct val="90000"/>
              </a:lnSpc>
              <a:spcBef>
                <a:spcPts val="800"/>
              </a:spcBef>
              <a:spcAft>
                <a:spcPts val="0"/>
              </a:spcAft>
              <a:buClr>
                <a:schemeClr val="accent1"/>
              </a:buClr>
              <a:buSzTx/>
              <a:buFont typeface="Arial" charset="0"/>
              <a:buNone/>
              <a:tabLst/>
              <a:defRPr sz="1600" b="0" baseline="0">
                <a:solidFill>
                  <a:schemeClr val="tx1"/>
                </a:solidFill>
              </a:defRPr>
            </a:lvl1pPr>
            <a:lvl2pPr marL="0" indent="0" algn="ctr">
              <a:buNone/>
              <a:defRPr sz="1600">
                <a:solidFill>
                  <a:schemeClr val="tx1"/>
                </a:solidFill>
              </a:defRPr>
            </a:lvl2pPr>
            <a:lvl3pPr marL="853419" indent="0" algn="ctr">
              <a:buNone/>
              <a:defRPr/>
            </a:lvl3pPr>
            <a:lvl4pPr marL="1341086" indent="0" algn="ctr">
              <a:buNone/>
              <a:defRPr/>
            </a:lvl4pPr>
            <a:lvl5pPr marL="1828754" indent="0" algn="ctr">
              <a:buNone/>
              <a:defRPr/>
            </a:lvl5pPr>
          </a:lstStyle>
          <a:p>
            <a:pPr lvl="0"/>
            <a:r>
              <a:rPr lang="en-US"/>
              <a:t>Click to edit Master text styles</a:t>
            </a:r>
          </a:p>
          <a:p>
            <a:pPr lvl="1"/>
            <a:r>
              <a:rPr lang="en-US"/>
              <a:t>Second level</a:t>
            </a:r>
          </a:p>
        </p:txBody>
      </p:sp>
      <p:sp>
        <p:nvSpPr>
          <p:cNvPr id="39" name="Text Placeholder 3"/>
          <p:cNvSpPr>
            <a:spLocks noGrp="1"/>
          </p:cNvSpPr>
          <p:nvPr>
            <p:ph type="body" sz="quarter" idx="23"/>
          </p:nvPr>
        </p:nvSpPr>
        <p:spPr>
          <a:xfrm>
            <a:off x="7247956" y="685800"/>
            <a:ext cx="2133600" cy="5486400"/>
          </a:xfrm>
          <a:solidFill>
            <a:schemeClr val="bg1">
              <a:alpha val="95000"/>
            </a:schemeClr>
          </a:solidFill>
          <a:ln>
            <a:noFill/>
          </a:ln>
        </p:spPr>
        <p:txBody>
          <a:bodyPr lIns="182880" tIns="2377440" rIns="182880"/>
          <a:lstStyle>
            <a:lvl1pPr marL="0" marR="0" indent="0" algn="ctr" defTabSz="609585" rtl="0" eaLnBrk="1" fontAlgn="auto" latinLnBrk="0" hangingPunct="1">
              <a:lnSpc>
                <a:spcPct val="90000"/>
              </a:lnSpc>
              <a:spcBef>
                <a:spcPts val="800"/>
              </a:spcBef>
              <a:spcAft>
                <a:spcPts val="0"/>
              </a:spcAft>
              <a:buClr>
                <a:schemeClr val="accent1"/>
              </a:buClr>
              <a:buSzTx/>
              <a:buFont typeface="Arial" charset="0"/>
              <a:buNone/>
              <a:tabLst/>
              <a:defRPr sz="1600" b="0" baseline="0">
                <a:solidFill>
                  <a:schemeClr val="tx1"/>
                </a:solidFill>
              </a:defRPr>
            </a:lvl1pPr>
            <a:lvl2pPr marL="0" indent="0" algn="ctr">
              <a:buNone/>
              <a:defRPr sz="1600">
                <a:solidFill>
                  <a:schemeClr val="tx1"/>
                </a:solidFill>
              </a:defRPr>
            </a:lvl2pPr>
            <a:lvl3pPr marL="853419" indent="0" algn="ctr">
              <a:buNone/>
              <a:defRPr/>
            </a:lvl3pPr>
            <a:lvl4pPr marL="1341086" indent="0" algn="ctr">
              <a:buNone/>
              <a:defRPr/>
            </a:lvl4pPr>
            <a:lvl5pPr marL="1828754" indent="0" algn="ctr">
              <a:buNone/>
              <a:defRPr/>
            </a:lvl5pPr>
          </a:lstStyle>
          <a:p>
            <a:pPr lvl="0"/>
            <a:r>
              <a:rPr lang="en-US"/>
              <a:t>Click to edit Master text styles</a:t>
            </a:r>
          </a:p>
          <a:p>
            <a:pPr lvl="1"/>
            <a:r>
              <a:rPr lang="en-US"/>
              <a:t>Second level</a:t>
            </a:r>
          </a:p>
        </p:txBody>
      </p:sp>
      <p:sp>
        <p:nvSpPr>
          <p:cNvPr id="40" name="Text Placeholder 3"/>
          <p:cNvSpPr>
            <a:spLocks noGrp="1"/>
          </p:cNvSpPr>
          <p:nvPr>
            <p:ph type="body" sz="quarter" idx="24"/>
          </p:nvPr>
        </p:nvSpPr>
        <p:spPr>
          <a:xfrm>
            <a:off x="9460191" y="685800"/>
            <a:ext cx="2133600" cy="5486400"/>
          </a:xfrm>
          <a:solidFill>
            <a:schemeClr val="bg1">
              <a:alpha val="95000"/>
            </a:schemeClr>
          </a:solidFill>
          <a:ln>
            <a:noFill/>
          </a:ln>
        </p:spPr>
        <p:txBody>
          <a:bodyPr lIns="182880" tIns="2377440" rIns="182880"/>
          <a:lstStyle>
            <a:lvl1pPr marL="0" marR="0" indent="0" algn="ctr" defTabSz="609585" rtl="0" eaLnBrk="1" fontAlgn="auto" latinLnBrk="0" hangingPunct="1">
              <a:lnSpc>
                <a:spcPct val="90000"/>
              </a:lnSpc>
              <a:spcBef>
                <a:spcPts val="800"/>
              </a:spcBef>
              <a:spcAft>
                <a:spcPts val="0"/>
              </a:spcAft>
              <a:buClr>
                <a:schemeClr val="accent1"/>
              </a:buClr>
              <a:buSzTx/>
              <a:buFont typeface="Arial" charset="0"/>
              <a:buNone/>
              <a:tabLst/>
              <a:defRPr sz="1600" b="0" baseline="0">
                <a:solidFill>
                  <a:schemeClr val="tx1"/>
                </a:solidFill>
              </a:defRPr>
            </a:lvl1pPr>
            <a:lvl2pPr marL="0" indent="0" algn="ctr">
              <a:buNone/>
              <a:defRPr sz="1600">
                <a:solidFill>
                  <a:schemeClr val="tx1"/>
                </a:solidFill>
              </a:defRPr>
            </a:lvl2pPr>
            <a:lvl3pPr marL="853419" indent="0" algn="ctr">
              <a:buNone/>
              <a:defRPr/>
            </a:lvl3pPr>
            <a:lvl4pPr marL="1341086" indent="0" algn="ctr">
              <a:buNone/>
              <a:defRPr/>
            </a:lvl4pPr>
            <a:lvl5pPr marL="1828754" indent="0" algn="ctr">
              <a:buNone/>
              <a:defRPr/>
            </a:lvl5pPr>
          </a:lstStyle>
          <a:p>
            <a:pPr lvl="0"/>
            <a:r>
              <a:rPr lang="en-US"/>
              <a:t>Click to edit Master text styles</a:t>
            </a:r>
          </a:p>
          <a:p>
            <a:pPr lvl="1"/>
            <a:r>
              <a:rPr lang="en-US"/>
              <a:t>Second level</a:t>
            </a:r>
          </a:p>
        </p:txBody>
      </p:sp>
      <p:sp>
        <p:nvSpPr>
          <p:cNvPr id="28" name="Text Placeholder 27"/>
          <p:cNvSpPr>
            <a:spLocks noGrp="1"/>
          </p:cNvSpPr>
          <p:nvPr>
            <p:ph type="body" sz="quarter" idx="11"/>
          </p:nvPr>
        </p:nvSpPr>
        <p:spPr>
          <a:xfrm>
            <a:off x="1267389" y="1779181"/>
            <a:ext cx="821318" cy="821318"/>
          </a:xfrm>
          <a:prstGeom prst="ellipse">
            <a:avLst/>
          </a:prstGeom>
          <a:solidFill>
            <a:schemeClr val="accent5"/>
          </a:solidFill>
        </p:spPr>
        <p:txBody>
          <a:bodyPr anchor="ctr"/>
          <a:lstStyle>
            <a:lvl1pPr marL="0" indent="0" algn="ctr">
              <a:buNone/>
              <a:defRPr sz="1000" baseline="0">
                <a:solidFill>
                  <a:schemeClr val="bg1"/>
                </a:solidFill>
              </a:defRPr>
            </a:lvl1pPr>
            <a:lvl2pPr marL="609585" indent="0">
              <a:buNone/>
              <a:defRPr/>
            </a:lvl2pPr>
            <a:lvl3pPr marL="853419" indent="0">
              <a:buNone/>
              <a:defRPr/>
            </a:lvl3pPr>
            <a:lvl4pPr marL="1341086" indent="0">
              <a:buNone/>
              <a:defRPr/>
            </a:lvl4pPr>
            <a:lvl5pPr marL="1828754" indent="0">
              <a:buNone/>
              <a:defRPr/>
            </a:lvl5pPr>
          </a:lstStyle>
          <a:p>
            <a:pPr lvl="0"/>
            <a:r>
              <a:rPr lang="en-US"/>
              <a:t>Click to edit Master text styles</a:t>
            </a:r>
          </a:p>
        </p:txBody>
      </p:sp>
      <p:sp>
        <p:nvSpPr>
          <p:cNvPr id="30" name="Text Placeholder 27"/>
          <p:cNvSpPr>
            <a:spLocks noGrp="1"/>
          </p:cNvSpPr>
          <p:nvPr>
            <p:ph type="body" sz="quarter" idx="13"/>
          </p:nvPr>
        </p:nvSpPr>
        <p:spPr>
          <a:xfrm>
            <a:off x="3475541" y="1779181"/>
            <a:ext cx="821318" cy="821318"/>
          </a:xfrm>
          <a:prstGeom prst="ellipse">
            <a:avLst/>
          </a:prstGeom>
          <a:solidFill>
            <a:schemeClr val="accent5"/>
          </a:solidFill>
        </p:spPr>
        <p:txBody>
          <a:bodyPr anchor="ctr"/>
          <a:lstStyle>
            <a:lvl1pPr marL="0" indent="0" algn="ctr">
              <a:buNone/>
              <a:defRPr sz="1000" baseline="0">
                <a:solidFill>
                  <a:schemeClr val="bg1"/>
                </a:solidFill>
              </a:defRPr>
            </a:lvl1pPr>
            <a:lvl2pPr marL="609585" indent="0">
              <a:buNone/>
              <a:defRPr/>
            </a:lvl2pPr>
            <a:lvl3pPr marL="853419" indent="0">
              <a:buNone/>
              <a:defRPr/>
            </a:lvl3pPr>
            <a:lvl4pPr marL="1341086" indent="0">
              <a:buNone/>
              <a:defRPr/>
            </a:lvl4pPr>
            <a:lvl5pPr marL="1828754" indent="0">
              <a:buNone/>
              <a:defRPr/>
            </a:lvl5pPr>
          </a:lstStyle>
          <a:p>
            <a:pPr lvl="0"/>
            <a:r>
              <a:rPr lang="en-US"/>
              <a:t>Click to edit Master text styles</a:t>
            </a:r>
          </a:p>
        </p:txBody>
      </p:sp>
      <p:sp>
        <p:nvSpPr>
          <p:cNvPr id="32" name="Text Placeholder 27"/>
          <p:cNvSpPr>
            <a:spLocks noGrp="1"/>
          </p:cNvSpPr>
          <p:nvPr>
            <p:ph type="body" sz="quarter" idx="15"/>
          </p:nvPr>
        </p:nvSpPr>
        <p:spPr>
          <a:xfrm>
            <a:off x="5685341" y="1779181"/>
            <a:ext cx="821318" cy="821318"/>
          </a:xfrm>
          <a:prstGeom prst="ellipse">
            <a:avLst/>
          </a:prstGeom>
          <a:solidFill>
            <a:schemeClr val="accent5"/>
          </a:solidFill>
        </p:spPr>
        <p:txBody>
          <a:bodyPr anchor="ctr"/>
          <a:lstStyle>
            <a:lvl1pPr marL="0" indent="0" algn="ctr">
              <a:buNone/>
              <a:defRPr sz="1000" baseline="0">
                <a:solidFill>
                  <a:schemeClr val="bg1"/>
                </a:solidFill>
              </a:defRPr>
            </a:lvl1pPr>
            <a:lvl2pPr marL="609585" indent="0">
              <a:buNone/>
              <a:defRPr/>
            </a:lvl2pPr>
            <a:lvl3pPr marL="853419" indent="0">
              <a:buNone/>
              <a:defRPr/>
            </a:lvl3pPr>
            <a:lvl4pPr marL="1341086" indent="0">
              <a:buNone/>
              <a:defRPr/>
            </a:lvl4pPr>
            <a:lvl5pPr marL="1828754" indent="0">
              <a:buNone/>
              <a:defRPr/>
            </a:lvl5pPr>
          </a:lstStyle>
          <a:p>
            <a:pPr lvl="0"/>
            <a:r>
              <a:rPr lang="en-US"/>
              <a:t>Click to edit Master text styles</a:t>
            </a:r>
          </a:p>
        </p:txBody>
      </p:sp>
      <p:sp>
        <p:nvSpPr>
          <p:cNvPr id="34" name="Text Placeholder 27"/>
          <p:cNvSpPr>
            <a:spLocks noGrp="1"/>
          </p:cNvSpPr>
          <p:nvPr>
            <p:ph type="body" sz="quarter" idx="17"/>
          </p:nvPr>
        </p:nvSpPr>
        <p:spPr>
          <a:xfrm>
            <a:off x="7895141" y="1779181"/>
            <a:ext cx="821318" cy="821318"/>
          </a:xfrm>
          <a:prstGeom prst="ellipse">
            <a:avLst/>
          </a:prstGeom>
          <a:solidFill>
            <a:schemeClr val="accent5"/>
          </a:solidFill>
        </p:spPr>
        <p:txBody>
          <a:bodyPr anchor="ctr"/>
          <a:lstStyle>
            <a:lvl1pPr marL="0" indent="0" algn="ctr">
              <a:buNone/>
              <a:defRPr sz="1000" baseline="0">
                <a:solidFill>
                  <a:schemeClr val="bg1"/>
                </a:solidFill>
              </a:defRPr>
            </a:lvl1pPr>
            <a:lvl2pPr marL="609585" indent="0">
              <a:buNone/>
              <a:defRPr/>
            </a:lvl2pPr>
            <a:lvl3pPr marL="853419" indent="0">
              <a:buNone/>
              <a:defRPr/>
            </a:lvl3pPr>
            <a:lvl4pPr marL="1341086" indent="0">
              <a:buNone/>
              <a:defRPr/>
            </a:lvl4pPr>
            <a:lvl5pPr marL="1828754" indent="0">
              <a:buNone/>
              <a:defRPr/>
            </a:lvl5pPr>
          </a:lstStyle>
          <a:p>
            <a:pPr lvl="0"/>
            <a:r>
              <a:rPr lang="en-US"/>
              <a:t>Click to edit Master text styles</a:t>
            </a:r>
          </a:p>
        </p:txBody>
      </p:sp>
      <p:sp>
        <p:nvSpPr>
          <p:cNvPr id="36" name="Text Placeholder 27"/>
          <p:cNvSpPr>
            <a:spLocks noGrp="1"/>
          </p:cNvSpPr>
          <p:nvPr>
            <p:ph type="body" sz="quarter" idx="19"/>
          </p:nvPr>
        </p:nvSpPr>
        <p:spPr>
          <a:xfrm>
            <a:off x="10104941" y="1779181"/>
            <a:ext cx="821318" cy="821318"/>
          </a:xfrm>
          <a:prstGeom prst="ellipse">
            <a:avLst/>
          </a:prstGeom>
          <a:solidFill>
            <a:schemeClr val="accent5"/>
          </a:solidFill>
        </p:spPr>
        <p:txBody>
          <a:bodyPr anchor="ctr"/>
          <a:lstStyle>
            <a:lvl1pPr marL="0" indent="0" algn="ctr">
              <a:buNone/>
              <a:defRPr sz="1000" baseline="0">
                <a:solidFill>
                  <a:schemeClr val="bg1"/>
                </a:solidFill>
              </a:defRPr>
            </a:lvl1pPr>
            <a:lvl2pPr marL="609585" indent="0">
              <a:buNone/>
              <a:defRPr/>
            </a:lvl2pPr>
            <a:lvl3pPr marL="853419" indent="0">
              <a:buNone/>
              <a:defRPr/>
            </a:lvl3pPr>
            <a:lvl4pPr marL="1341086" indent="0">
              <a:buNone/>
              <a:defRPr/>
            </a:lvl4pPr>
            <a:lvl5pPr marL="1828754" indent="0">
              <a:buNone/>
              <a:defRPr/>
            </a:lvl5pPr>
          </a:lstStyle>
          <a:p>
            <a:pPr lvl="0"/>
            <a:r>
              <a:rPr lang="en-US"/>
              <a:t>Click to edit Master text styles</a:t>
            </a:r>
          </a:p>
        </p:txBody>
      </p:sp>
      <p:sp>
        <p:nvSpPr>
          <p:cNvPr id="10" name="Text Placeholder 9"/>
          <p:cNvSpPr>
            <a:spLocks noGrp="1"/>
          </p:cNvSpPr>
          <p:nvPr>
            <p:ph type="body" sz="quarter" idx="20"/>
          </p:nvPr>
        </p:nvSpPr>
        <p:spPr>
          <a:xfrm>
            <a:off x="2057400" y="228600"/>
            <a:ext cx="8534400" cy="762000"/>
          </a:xfrm>
          <a:solidFill>
            <a:schemeClr val="accent1"/>
          </a:solidFill>
        </p:spPr>
        <p:txBody>
          <a:bodyPr tIns="0" anchor="ctr"/>
          <a:lstStyle>
            <a:lvl1pPr marL="0" marR="0" indent="0" algn="ctr" defTabSz="609585" rtl="0" eaLnBrk="1" fontAlgn="auto" latinLnBrk="0" hangingPunct="1">
              <a:lnSpc>
                <a:spcPct val="100000"/>
              </a:lnSpc>
              <a:spcBef>
                <a:spcPts val="800"/>
              </a:spcBef>
              <a:spcAft>
                <a:spcPts val="0"/>
              </a:spcAft>
              <a:buClr>
                <a:schemeClr val="accent1"/>
              </a:buClr>
              <a:buSzTx/>
              <a:buFont typeface="Arial" charset="0"/>
              <a:buNone/>
              <a:tabLst/>
              <a:defRPr sz="1800" b="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0663835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5" name="Text Placeholder 2"/>
          <p:cNvSpPr>
            <a:spLocks noGrp="1"/>
          </p:cNvSpPr>
          <p:nvPr>
            <p:ph type="body" idx="28"/>
          </p:nvPr>
        </p:nvSpPr>
        <p:spPr>
          <a:xfrm>
            <a:off x="609600" y="140718"/>
            <a:ext cx="10972800" cy="299548"/>
          </a:xfrm>
          <a:prstGeom prst="rect">
            <a:avLst/>
          </a:prstGeom>
        </p:spPr>
        <p:txBody>
          <a:bodyPr>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2" name="Title 1"/>
          <p:cNvSpPr>
            <a:spLocks noGrp="1"/>
          </p:cNvSpPr>
          <p:nvPr>
            <p:ph type="title"/>
          </p:nvPr>
        </p:nvSpPr>
        <p:spPr>
          <a:xfrm>
            <a:off x="609955" y="381000"/>
            <a:ext cx="10972092" cy="524999"/>
          </a:xfrm>
        </p:spPr>
        <p:txBody>
          <a:bodyPr/>
          <a:lstStyle/>
          <a:p>
            <a:r>
              <a:rPr lang="en-US"/>
              <a:t>Click to edit Master title style</a:t>
            </a:r>
          </a:p>
        </p:txBody>
      </p:sp>
      <p:sp>
        <p:nvSpPr>
          <p:cNvPr id="8" name="Picture Placeholder 7"/>
          <p:cNvSpPr>
            <a:spLocks noGrp="1"/>
          </p:cNvSpPr>
          <p:nvPr>
            <p:ph type="pic" sz="quarter" idx="10"/>
          </p:nvPr>
        </p:nvSpPr>
        <p:spPr>
          <a:xfrm>
            <a:off x="7284720" y="1274608"/>
            <a:ext cx="3017520" cy="3017520"/>
          </a:xfrm>
          <a:prstGeom prst="ellipse">
            <a:avLst/>
          </a:prstGeom>
          <a:solidFill>
            <a:schemeClr val="tx1">
              <a:lumMod val="20000"/>
              <a:lumOff val="80000"/>
            </a:schemeClr>
          </a:solidFill>
        </p:spPr>
        <p:txBody>
          <a:bodyPr rtlCol="0">
            <a:normAutofit/>
          </a:bodyPr>
          <a:lstStyle>
            <a:lvl1pPr marL="0" indent="0" algn="ctr">
              <a:buNone/>
              <a:defRPr sz="1600">
                <a:solidFill>
                  <a:schemeClr val="bg1"/>
                </a:solidFill>
              </a:defRPr>
            </a:lvl1pPr>
          </a:lstStyle>
          <a:p>
            <a:pPr lvl="0"/>
            <a:r>
              <a:rPr lang="en-US" noProof="0"/>
              <a:t>Click icon to add picture</a:t>
            </a:r>
            <a:endParaRPr lang="en-US" noProof="0" dirty="0"/>
          </a:p>
        </p:txBody>
      </p:sp>
      <p:sp>
        <p:nvSpPr>
          <p:cNvPr id="9" name="Picture Placeholder 7"/>
          <p:cNvSpPr>
            <a:spLocks noGrp="1"/>
          </p:cNvSpPr>
          <p:nvPr>
            <p:ph type="pic" sz="quarter" idx="11"/>
          </p:nvPr>
        </p:nvSpPr>
        <p:spPr>
          <a:xfrm>
            <a:off x="1828800" y="1274608"/>
            <a:ext cx="3017520" cy="3017520"/>
          </a:xfrm>
          <a:prstGeom prst="ellipse">
            <a:avLst/>
          </a:prstGeom>
          <a:solidFill>
            <a:schemeClr val="tx1">
              <a:lumMod val="20000"/>
              <a:lumOff val="80000"/>
            </a:schemeClr>
          </a:solidFill>
        </p:spPr>
        <p:txBody>
          <a:bodyPr rtlCol="0">
            <a:normAutofit/>
          </a:bodyPr>
          <a:lstStyle>
            <a:lvl1pPr marL="0" indent="0" algn="ctr">
              <a:buNone/>
              <a:defRPr sz="1600">
                <a:solidFill>
                  <a:schemeClr val="bg1"/>
                </a:solidFill>
              </a:defRPr>
            </a:lvl1pPr>
          </a:lstStyle>
          <a:p>
            <a:pPr lvl="0"/>
            <a:r>
              <a:rPr lang="en-US" noProof="0"/>
              <a:t>Click icon to add picture</a:t>
            </a:r>
            <a:endParaRPr lang="en-US" noProof="0" dirty="0"/>
          </a:p>
        </p:txBody>
      </p:sp>
      <p:sp>
        <p:nvSpPr>
          <p:cNvPr id="11" name="Text Placeholder 10"/>
          <p:cNvSpPr>
            <a:spLocks noGrp="1"/>
          </p:cNvSpPr>
          <p:nvPr>
            <p:ph type="body" sz="quarter" idx="12"/>
          </p:nvPr>
        </p:nvSpPr>
        <p:spPr>
          <a:xfrm>
            <a:off x="4338320" y="1056168"/>
            <a:ext cx="3454400" cy="3454400"/>
          </a:xfrm>
          <a:prstGeom prst="ellipse">
            <a:avLst/>
          </a:prstGeom>
          <a:solidFill>
            <a:schemeClr val="accent5"/>
          </a:solidFill>
        </p:spPr>
        <p:txBody>
          <a:bodyPr anchor="ctr"/>
          <a:lstStyle>
            <a:lvl1pPr marL="0" indent="0" algn="ctr">
              <a:lnSpc>
                <a:spcPct val="80000"/>
              </a:lnSpc>
              <a:buNone/>
              <a:defRPr sz="3000">
                <a:solidFill>
                  <a:schemeClr val="bg1"/>
                </a:solidFill>
              </a:defRPr>
            </a:lvl1pPr>
            <a:lvl2pPr marL="609585" indent="0">
              <a:buNone/>
              <a:defRPr>
                <a:solidFill>
                  <a:schemeClr val="bg1"/>
                </a:solidFill>
              </a:defRPr>
            </a:lvl2pPr>
            <a:lvl3pPr marL="853419" indent="0">
              <a:buNone/>
              <a:defRPr>
                <a:solidFill>
                  <a:schemeClr val="bg1"/>
                </a:solidFill>
              </a:defRPr>
            </a:lvl3pPr>
            <a:lvl4pPr marL="1341086" indent="0">
              <a:buNone/>
              <a:defRPr>
                <a:solidFill>
                  <a:schemeClr val="bg1"/>
                </a:solidFill>
              </a:defRPr>
            </a:lvl4pPr>
            <a:lvl5pPr marL="1828754" indent="0">
              <a:buNone/>
              <a:defRPr>
                <a:solidFill>
                  <a:schemeClr val="bg1"/>
                </a:solidFill>
              </a:defRPr>
            </a:lvl5pPr>
          </a:lstStyle>
          <a:p>
            <a:pPr lvl="0"/>
            <a:r>
              <a:rPr lang="en-US"/>
              <a:t>Click to edit Master text styles</a:t>
            </a:r>
          </a:p>
          <a:p>
            <a:pPr lvl="1"/>
            <a:r>
              <a:rPr lang="en-US"/>
              <a:t>Second level</a:t>
            </a:r>
          </a:p>
        </p:txBody>
      </p:sp>
      <p:sp>
        <p:nvSpPr>
          <p:cNvPr id="10" name="Text Placeholder 12"/>
          <p:cNvSpPr>
            <a:spLocks noGrp="1"/>
          </p:cNvSpPr>
          <p:nvPr>
            <p:ph type="body" sz="quarter" idx="32"/>
          </p:nvPr>
        </p:nvSpPr>
        <p:spPr>
          <a:xfrm>
            <a:off x="8182313" y="4800600"/>
            <a:ext cx="3393560" cy="1447800"/>
          </a:xfrm>
        </p:spPr>
        <p:txBody>
          <a:bodyPr/>
          <a:lstStyle>
            <a:lvl1pPr marL="0" indent="0" algn="ctr">
              <a:buFont typeface="Arial" charset="0"/>
              <a:buNone/>
              <a:defRPr sz="1600" baseline="0">
                <a:solidFill>
                  <a:schemeClr val="tx1"/>
                </a:solidFill>
              </a:defRPr>
            </a:lvl1pPr>
            <a:lvl2pPr>
              <a:defRPr sz="1600">
                <a:solidFill>
                  <a:schemeClr val="tx1"/>
                </a:solidFill>
              </a:defRPr>
            </a:lvl2pPr>
            <a:lvl3pPr marL="1219170" indent="-365751">
              <a:buFont typeface="Wingdings" charset="2"/>
              <a:buChar char="§"/>
              <a:defRPr sz="1600">
                <a:solidFill>
                  <a:schemeClr val="tx1"/>
                </a:solidFill>
              </a:defRPr>
            </a:lvl3pPr>
            <a:lvl4pPr marL="1706837" indent="-365751">
              <a:buFont typeface="Arial" charset="0"/>
              <a:buChar char="•"/>
              <a:defRPr sz="1600">
                <a:solidFill>
                  <a:schemeClr val="tx1"/>
                </a:solidFill>
              </a:defRPr>
            </a:lvl4pPr>
            <a:lvl5pPr marL="2072588" indent="-243834">
              <a:buFont typeface="Arial" charset="0"/>
              <a:buChar char="•"/>
              <a:defRPr sz="1600">
                <a:solidFill>
                  <a:schemeClr val="tx1"/>
                </a:solidFill>
              </a:defRPr>
            </a:lvl5pPr>
          </a:lstStyle>
          <a:p>
            <a:pPr lvl="0"/>
            <a:r>
              <a:rPr lang="en-US"/>
              <a:t>Click to edit Master text styles</a:t>
            </a:r>
          </a:p>
        </p:txBody>
      </p:sp>
      <p:sp>
        <p:nvSpPr>
          <p:cNvPr id="16" name="Text Placeholder 12"/>
          <p:cNvSpPr>
            <a:spLocks noGrp="1"/>
          </p:cNvSpPr>
          <p:nvPr>
            <p:ph type="body" sz="quarter" idx="36"/>
          </p:nvPr>
        </p:nvSpPr>
        <p:spPr>
          <a:xfrm>
            <a:off x="4399220" y="4800600"/>
            <a:ext cx="3393560" cy="1447800"/>
          </a:xfrm>
        </p:spPr>
        <p:txBody>
          <a:bodyPr/>
          <a:lstStyle>
            <a:lvl1pPr marL="0" indent="0" algn="ctr">
              <a:buFont typeface="Arial" charset="0"/>
              <a:buNone/>
              <a:defRPr sz="1600" baseline="0">
                <a:solidFill>
                  <a:schemeClr val="tx1"/>
                </a:solidFill>
              </a:defRPr>
            </a:lvl1pPr>
            <a:lvl2pPr>
              <a:defRPr sz="1600">
                <a:solidFill>
                  <a:schemeClr val="tx1"/>
                </a:solidFill>
              </a:defRPr>
            </a:lvl2pPr>
            <a:lvl3pPr marL="1219170" indent="-365751">
              <a:buFont typeface="Wingdings" charset="2"/>
              <a:buChar char="§"/>
              <a:defRPr sz="1600">
                <a:solidFill>
                  <a:schemeClr val="tx1"/>
                </a:solidFill>
              </a:defRPr>
            </a:lvl3pPr>
            <a:lvl4pPr marL="1706837" indent="-365751">
              <a:buFont typeface="Arial" charset="0"/>
              <a:buChar char="•"/>
              <a:defRPr sz="1600">
                <a:solidFill>
                  <a:schemeClr val="tx1"/>
                </a:solidFill>
              </a:defRPr>
            </a:lvl4pPr>
            <a:lvl5pPr marL="2072588" indent="-243834">
              <a:buFont typeface="Arial" charset="0"/>
              <a:buChar char="•"/>
              <a:defRPr sz="1600">
                <a:solidFill>
                  <a:schemeClr val="tx1"/>
                </a:solidFill>
              </a:defRPr>
            </a:lvl5pPr>
          </a:lstStyle>
          <a:p>
            <a:pPr lvl="0"/>
            <a:r>
              <a:rPr lang="en-US"/>
              <a:t>Click to edit Master text styles</a:t>
            </a:r>
          </a:p>
        </p:txBody>
      </p:sp>
      <p:sp>
        <p:nvSpPr>
          <p:cNvPr id="17" name="Text Placeholder 12"/>
          <p:cNvSpPr>
            <a:spLocks noGrp="1"/>
          </p:cNvSpPr>
          <p:nvPr>
            <p:ph type="body" sz="quarter" idx="37"/>
          </p:nvPr>
        </p:nvSpPr>
        <p:spPr>
          <a:xfrm>
            <a:off x="609955" y="4800600"/>
            <a:ext cx="3393560" cy="1447800"/>
          </a:xfrm>
        </p:spPr>
        <p:txBody>
          <a:bodyPr/>
          <a:lstStyle>
            <a:lvl1pPr marL="0" indent="0" algn="ctr">
              <a:buFont typeface="Arial" charset="0"/>
              <a:buNone/>
              <a:defRPr sz="1600" baseline="0">
                <a:solidFill>
                  <a:schemeClr val="tx1"/>
                </a:solidFill>
              </a:defRPr>
            </a:lvl1pPr>
            <a:lvl2pPr>
              <a:defRPr sz="1600">
                <a:solidFill>
                  <a:schemeClr val="tx1"/>
                </a:solidFill>
              </a:defRPr>
            </a:lvl2pPr>
            <a:lvl3pPr marL="1219170" indent="-365751">
              <a:buFont typeface="Wingdings" charset="2"/>
              <a:buChar char="§"/>
              <a:defRPr sz="1600">
                <a:solidFill>
                  <a:schemeClr val="tx1"/>
                </a:solidFill>
              </a:defRPr>
            </a:lvl3pPr>
            <a:lvl4pPr marL="1706837" indent="-365751">
              <a:buFont typeface="Arial" charset="0"/>
              <a:buChar char="•"/>
              <a:defRPr sz="1600">
                <a:solidFill>
                  <a:schemeClr val="tx1"/>
                </a:solidFill>
              </a:defRPr>
            </a:lvl4pPr>
            <a:lvl5pPr marL="2072588" indent="-243834">
              <a:buFont typeface="Arial" charset="0"/>
              <a:buChar char="•"/>
              <a:defRPr sz="1600">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57623424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2 images with content">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09955" y="381000"/>
            <a:ext cx="10972092" cy="524999"/>
          </a:xfrm>
          <a:prstGeom prst="rect">
            <a:avLst/>
          </a:prstGeom>
        </p:spPr>
        <p:txBody>
          <a:bodyPr rtlCol="0">
            <a:noAutofit/>
          </a:bodyPr>
          <a:lstStyle/>
          <a:p>
            <a:r>
              <a:rPr lang="en-US" dirty="0"/>
              <a:t>Click to edit slide headline</a:t>
            </a:r>
          </a:p>
        </p:txBody>
      </p:sp>
      <p:sp>
        <p:nvSpPr>
          <p:cNvPr id="8" name="Text Placeholder 2"/>
          <p:cNvSpPr>
            <a:spLocks noGrp="1"/>
          </p:cNvSpPr>
          <p:nvPr>
            <p:ph type="body" idx="28"/>
          </p:nvPr>
        </p:nvSpPr>
        <p:spPr>
          <a:xfrm>
            <a:off x="609600" y="140718"/>
            <a:ext cx="10972800" cy="299548"/>
          </a:xfrm>
          <a:prstGeom prst="rect">
            <a:avLst/>
          </a:prstGeom>
        </p:spPr>
        <p:txBody>
          <a:bodyPr>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19" name="Picture Placeholder 2"/>
          <p:cNvSpPr>
            <a:spLocks noGrp="1"/>
          </p:cNvSpPr>
          <p:nvPr>
            <p:ph type="pic" sz="quarter" idx="29"/>
          </p:nvPr>
        </p:nvSpPr>
        <p:spPr>
          <a:xfrm>
            <a:off x="619760" y="1566659"/>
            <a:ext cx="2699772" cy="2078827"/>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9" name="Picture Placeholder 2"/>
          <p:cNvSpPr>
            <a:spLocks noGrp="1"/>
          </p:cNvSpPr>
          <p:nvPr>
            <p:ph type="pic" sz="quarter" idx="32"/>
          </p:nvPr>
        </p:nvSpPr>
        <p:spPr>
          <a:xfrm>
            <a:off x="619760" y="3722533"/>
            <a:ext cx="2699772" cy="2078827"/>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10" name="Picture Placeholder 2"/>
          <p:cNvSpPr>
            <a:spLocks noGrp="1"/>
          </p:cNvSpPr>
          <p:nvPr>
            <p:ph type="pic" sz="quarter" idx="33"/>
          </p:nvPr>
        </p:nvSpPr>
        <p:spPr>
          <a:xfrm>
            <a:off x="3398520" y="1566659"/>
            <a:ext cx="2699772" cy="2078827"/>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11" name="Picture Placeholder 2"/>
          <p:cNvSpPr>
            <a:spLocks noGrp="1"/>
          </p:cNvSpPr>
          <p:nvPr>
            <p:ph type="pic" sz="quarter" idx="34"/>
          </p:nvPr>
        </p:nvSpPr>
        <p:spPr>
          <a:xfrm>
            <a:off x="3398520" y="3722533"/>
            <a:ext cx="2699772" cy="2078827"/>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12" name="Picture Placeholder 2"/>
          <p:cNvSpPr>
            <a:spLocks noGrp="1"/>
          </p:cNvSpPr>
          <p:nvPr>
            <p:ph type="pic" sz="quarter" idx="35"/>
          </p:nvPr>
        </p:nvSpPr>
        <p:spPr>
          <a:xfrm>
            <a:off x="6167120" y="1566659"/>
            <a:ext cx="5435600" cy="4234701"/>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11222941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2 images with content">
    <p:spTree>
      <p:nvGrpSpPr>
        <p:cNvPr id="1" name=""/>
        <p:cNvGrpSpPr/>
        <p:nvPr/>
      </p:nvGrpSpPr>
      <p:grpSpPr>
        <a:xfrm>
          <a:off x="0" y="0"/>
          <a:ext cx="0" cy="0"/>
          <a:chOff x="0" y="0"/>
          <a:chExt cx="0" cy="0"/>
        </a:xfrm>
      </p:grpSpPr>
      <p:sp>
        <p:nvSpPr>
          <p:cNvPr id="20" name="Rectangle 19"/>
          <p:cNvSpPr/>
          <p:nvPr userDrawn="1"/>
        </p:nvSpPr>
        <p:spPr>
          <a:xfrm>
            <a:off x="8097838" y="2279650"/>
            <a:ext cx="2160587" cy="229235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2400" dirty="0">
              <a:solidFill>
                <a:srgbClr val="FFFFFF"/>
              </a:solidFill>
            </a:endParaRPr>
          </a:p>
        </p:txBody>
      </p:sp>
      <p:sp>
        <p:nvSpPr>
          <p:cNvPr id="21" name="Rectangle 20"/>
          <p:cNvSpPr/>
          <p:nvPr userDrawn="1"/>
        </p:nvSpPr>
        <p:spPr>
          <a:xfrm>
            <a:off x="6005513" y="4568825"/>
            <a:ext cx="2203450" cy="229393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2400" dirty="0">
              <a:solidFill>
                <a:srgbClr val="FFFFFF"/>
              </a:solidFill>
            </a:endParaRPr>
          </a:p>
        </p:txBody>
      </p:sp>
      <p:sp>
        <p:nvSpPr>
          <p:cNvPr id="24" name="Rectangle 23"/>
          <p:cNvSpPr/>
          <p:nvPr userDrawn="1"/>
        </p:nvSpPr>
        <p:spPr>
          <a:xfrm>
            <a:off x="4060825" y="2279650"/>
            <a:ext cx="2111375" cy="22923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2400" dirty="0">
              <a:solidFill>
                <a:srgbClr val="FFFFFF"/>
              </a:solidFill>
            </a:endParaRPr>
          </a:p>
        </p:txBody>
      </p:sp>
      <p:sp>
        <p:nvSpPr>
          <p:cNvPr id="26" name="Rectangle 25"/>
          <p:cNvSpPr/>
          <p:nvPr userDrawn="1"/>
        </p:nvSpPr>
        <p:spPr>
          <a:xfrm>
            <a:off x="1960563" y="-11113"/>
            <a:ext cx="2190750" cy="2292351"/>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2400" dirty="0">
              <a:solidFill>
                <a:srgbClr val="FFFFFF"/>
              </a:solidFill>
            </a:endParaRPr>
          </a:p>
        </p:txBody>
      </p:sp>
      <p:sp>
        <p:nvSpPr>
          <p:cNvPr id="28" name="Rectangle 27"/>
          <p:cNvSpPr/>
          <p:nvPr userDrawn="1"/>
        </p:nvSpPr>
        <p:spPr>
          <a:xfrm>
            <a:off x="-1588" y="4568825"/>
            <a:ext cx="2084388" cy="2289175"/>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2400" dirty="0">
              <a:solidFill>
                <a:srgbClr val="FFFFFF"/>
              </a:solidFill>
            </a:endParaRPr>
          </a:p>
        </p:txBody>
      </p:sp>
      <p:sp>
        <p:nvSpPr>
          <p:cNvPr id="13" name="Picture Placeholder 2"/>
          <p:cNvSpPr>
            <a:spLocks noGrp="1" noChangeAspect="1"/>
          </p:cNvSpPr>
          <p:nvPr>
            <p:ph type="pic" sz="quarter" idx="35"/>
          </p:nvPr>
        </p:nvSpPr>
        <p:spPr>
          <a:xfrm>
            <a:off x="10131883" y="-10839"/>
            <a:ext cx="2052270" cy="2289447"/>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27" name="Picture Placeholder 2"/>
          <p:cNvSpPr>
            <a:spLocks noGrp="1" noChangeAspect="1"/>
          </p:cNvSpPr>
          <p:nvPr>
            <p:ph type="pic" sz="quarter" idx="41"/>
          </p:nvPr>
        </p:nvSpPr>
        <p:spPr>
          <a:xfrm>
            <a:off x="10183751" y="2279207"/>
            <a:ext cx="2000401" cy="2289447"/>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33" name="Picture Placeholder 2"/>
          <p:cNvSpPr>
            <a:spLocks noGrp="1" noChangeAspect="1"/>
          </p:cNvSpPr>
          <p:nvPr>
            <p:ph type="pic" sz="quarter" idx="47"/>
          </p:nvPr>
        </p:nvSpPr>
        <p:spPr>
          <a:xfrm>
            <a:off x="10131883" y="4569253"/>
            <a:ext cx="2052270" cy="2289447"/>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12" name="Picture Placeholder 2"/>
          <p:cNvSpPr>
            <a:spLocks noGrp="1" noChangeAspect="1"/>
          </p:cNvSpPr>
          <p:nvPr>
            <p:ph type="pic" sz="quarter" idx="34"/>
          </p:nvPr>
        </p:nvSpPr>
        <p:spPr>
          <a:xfrm>
            <a:off x="8110654" y="-10839"/>
            <a:ext cx="2086302" cy="2289447"/>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32" name="Picture Placeholder 2"/>
          <p:cNvSpPr>
            <a:spLocks noGrp="1" noChangeAspect="1"/>
          </p:cNvSpPr>
          <p:nvPr>
            <p:ph type="pic" sz="quarter" idx="46"/>
          </p:nvPr>
        </p:nvSpPr>
        <p:spPr>
          <a:xfrm>
            <a:off x="8134542" y="4569253"/>
            <a:ext cx="2062413" cy="2289447"/>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11" name="Picture Placeholder 2"/>
          <p:cNvSpPr>
            <a:spLocks noGrp="1" noChangeAspect="1"/>
          </p:cNvSpPr>
          <p:nvPr>
            <p:ph type="pic" sz="quarter" idx="33"/>
          </p:nvPr>
        </p:nvSpPr>
        <p:spPr>
          <a:xfrm>
            <a:off x="6076902" y="-10839"/>
            <a:ext cx="2072585" cy="2289447"/>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25" name="Picture Placeholder 2"/>
          <p:cNvSpPr>
            <a:spLocks noGrp="1" noChangeAspect="1"/>
          </p:cNvSpPr>
          <p:nvPr>
            <p:ph type="pic" sz="quarter" idx="39"/>
          </p:nvPr>
        </p:nvSpPr>
        <p:spPr>
          <a:xfrm>
            <a:off x="6099330" y="2279207"/>
            <a:ext cx="2050157" cy="2289447"/>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10" name="Picture Placeholder 2"/>
          <p:cNvSpPr>
            <a:spLocks noGrp="1" noChangeAspect="1"/>
          </p:cNvSpPr>
          <p:nvPr>
            <p:ph type="pic" sz="quarter" idx="32"/>
          </p:nvPr>
        </p:nvSpPr>
        <p:spPr>
          <a:xfrm>
            <a:off x="4080931" y="-10839"/>
            <a:ext cx="2016827" cy="2289447"/>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30" name="Picture Placeholder 2"/>
          <p:cNvSpPr>
            <a:spLocks noGrp="1" noChangeAspect="1"/>
          </p:cNvSpPr>
          <p:nvPr>
            <p:ph type="pic" sz="quarter" idx="44"/>
          </p:nvPr>
        </p:nvSpPr>
        <p:spPr>
          <a:xfrm>
            <a:off x="4064812" y="4569253"/>
            <a:ext cx="2028662" cy="2289447"/>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23" name="Picture Placeholder 2"/>
          <p:cNvSpPr>
            <a:spLocks noGrp="1" noChangeAspect="1"/>
          </p:cNvSpPr>
          <p:nvPr>
            <p:ph type="pic" sz="quarter" idx="37"/>
          </p:nvPr>
        </p:nvSpPr>
        <p:spPr>
          <a:xfrm>
            <a:off x="2032406" y="2279207"/>
            <a:ext cx="2052270" cy="2289447"/>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29" name="Picture Placeholder 2"/>
          <p:cNvSpPr>
            <a:spLocks noGrp="1" noChangeAspect="1"/>
          </p:cNvSpPr>
          <p:nvPr>
            <p:ph type="pic" sz="quarter" idx="43"/>
          </p:nvPr>
        </p:nvSpPr>
        <p:spPr>
          <a:xfrm>
            <a:off x="2032406" y="4569253"/>
            <a:ext cx="2052270" cy="2289447"/>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39" name="Text Placeholder 37"/>
          <p:cNvSpPr>
            <a:spLocks noGrp="1"/>
          </p:cNvSpPr>
          <p:nvPr>
            <p:ph type="body" sz="quarter" idx="49"/>
          </p:nvPr>
        </p:nvSpPr>
        <p:spPr>
          <a:xfrm>
            <a:off x="4395626" y="2700030"/>
            <a:ext cx="1363292" cy="1447800"/>
          </a:xfrm>
        </p:spPr>
        <p:txBody>
          <a:bodyPr anchor="ctr"/>
          <a:lstStyle>
            <a:lvl1pPr marL="0" indent="0" algn="ctr">
              <a:buNone/>
              <a:defRPr sz="2000">
                <a:solidFill>
                  <a:schemeClr val="bg1"/>
                </a:solidFill>
              </a:defRPr>
            </a:lvl1pPr>
          </a:lstStyle>
          <a:p>
            <a:pPr lvl="0"/>
            <a:r>
              <a:rPr lang="en-US"/>
              <a:t>Click to edit Master text styles</a:t>
            </a:r>
          </a:p>
        </p:txBody>
      </p:sp>
      <p:sp>
        <p:nvSpPr>
          <p:cNvPr id="40" name="Text Placeholder 37"/>
          <p:cNvSpPr>
            <a:spLocks noGrp="1"/>
          </p:cNvSpPr>
          <p:nvPr>
            <p:ph type="body" sz="quarter" idx="50"/>
          </p:nvPr>
        </p:nvSpPr>
        <p:spPr>
          <a:xfrm>
            <a:off x="6434819" y="4990076"/>
            <a:ext cx="1363292" cy="1447800"/>
          </a:xfrm>
        </p:spPr>
        <p:txBody>
          <a:bodyPr anchor="ctr"/>
          <a:lstStyle>
            <a:lvl1pPr marL="0" indent="0" algn="ctr">
              <a:buNone/>
              <a:defRPr sz="2000">
                <a:solidFill>
                  <a:schemeClr val="bg1"/>
                </a:solidFill>
              </a:defRPr>
            </a:lvl1pPr>
          </a:lstStyle>
          <a:p>
            <a:pPr lvl="0"/>
            <a:r>
              <a:rPr lang="en-US"/>
              <a:t>Click to edit Master text styles</a:t>
            </a:r>
          </a:p>
        </p:txBody>
      </p:sp>
      <p:sp>
        <p:nvSpPr>
          <p:cNvPr id="41" name="Text Placeholder 37"/>
          <p:cNvSpPr>
            <a:spLocks noGrp="1"/>
          </p:cNvSpPr>
          <p:nvPr>
            <p:ph type="body" sz="quarter" idx="51"/>
          </p:nvPr>
        </p:nvSpPr>
        <p:spPr>
          <a:xfrm>
            <a:off x="8484027" y="2700030"/>
            <a:ext cx="1363292" cy="1447800"/>
          </a:xfrm>
        </p:spPr>
        <p:txBody>
          <a:bodyPr anchor="ctr"/>
          <a:lstStyle>
            <a:lvl1pPr marL="0" indent="0" algn="ctr">
              <a:buNone/>
              <a:defRPr sz="2000">
                <a:solidFill>
                  <a:schemeClr val="bg1"/>
                </a:solidFill>
              </a:defRPr>
            </a:lvl1pPr>
          </a:lstStyle>
          <a:p>
            <a:pPr lvl="0"/>
            <a:r>
              <a:rPr lang="en-US"/>
              <a:t>Click to edit Master text styles</a:t>
            </a:r>
          </a:p>
        </p:txBody>
      </p:sp>
      <p:sp>
        <p:nvSpPr>
          <p:cNvPr id="19" name="Picture Placeholder 2"/>
          <p:cNvSpPr>
            <a:spLocks noGrp="1" noChangeAspect="1"/>
          </p:cNvSpPr>
          <p:nvPr>
            <p:ph type="pic" sz="quarter" idx="29"/>
          </p:nvPr>
        </p:nvSpPr>
        <p:spPr>
          <a:xfrm>
            <a:off x="0" y="-10839"/>
            <a:ext cx="2052270" cy="2289447"/>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22" name="Picture Placeholder 2"/>
          <p:cNvSpPr>
            <a:spLocks noGrp="1" noChangeAspect="1"/>
          </p:cNvSpPr>
          <p:nvPr>
            <p:ph type="pic" sz="quarter" idx="36"/>
          </p:nvPr>
        </p:nvSpPr>
        <p:spPr>
          <a:xfrm>
            <a:off x="0" y="2279207"/>
            <a:ext cx="2052270" cy="2289447"/>
          </a:xfrm>
          <a:solidFill>
            <a:schemeClr val="tx1">
              <a:lumMod val="20000"/>
              <a:lumOff val="80000"/>
            </a:schemeClr>
          </a:solidFill>
        </p:spPr>
        <p:txBody>
          <a:bodyPr tIns="274320"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42" name="Text Placeholder 37"/>
          <p:cNvSpPr>
            <a:spLocks noGrp="1"/>
          </p:cNvSpPr>
          <p:nvPr>
            <p:ph type="body" sz="quarter" idx="52"/>
          </p:nvPr>
        </p:nvSpPr>
        <p:spPr>
          <a:xfrm>
            <a:off x="333424" y="4990076"/>
            <a:ext cx="1363292" cy="1447800"/>
          </a:xfrm>
        </p:spPr>
        <p:txBody>
          <a:bodyPr anchor="ctr"/>
          <a:lstStyle>
            <a:lvl1pPr marL="0" indent="0" algn="ctr">
              <a:buNone/>
              <a:defRPr sz="2000">
                <a:solidFill>
                  <a:schemeClr val="bg1"/>
                </a:solidFill>
              </a:defRPr>
            </a:lvl1pPr>
          </a:lstStyle>
          <a:p>
            <a:pPr lvl="0"/>
            <a:r>
              <a:rPr lang="en-US"/>
              <a:t>Click to edit Master text styles</a:t>
            </a:r>
          </a:p>
        </p:txBody>
      </p:sp>
      <p:sp>
        <p:nvSpPr>
          <p:cNvPr id="38" name="Text Placeholder 37"/>
          <p:cNvSpPr>
            <a:spLocks noGrp="1"/>
          </p:cNvSpPr>
          <p:nvPr>
            <p:ph type="body" sz="quarter" idx="48"/>
          </p:nvPr>
        </p:nvSpPr>
        <p:spPr>
          <a:xfrm>
            <a:off x="2364525" y="409984"/>
            <a:ext cx="1363292" cy="1447800"/>
          </a:xfrm>
        </p:spPr>
        <p:txBody>
          <a:bodyPr anchor="ctr"/>
          <a:lstStyle>
            <a:lvl1pPr marL="0" indent="0" algn="ctr">
              <a:buNone/>
              <a:defRPr sz="20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77613330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192000" cy="6858000"/>
          </a:xfrm>
          <a:solidFill>
            <a:schemeClr val="tx1">
              <a:lumMod val="20000"/>
              <a:lumOff val="80000"/>
            </a:schemeClr>
          </a:solidFill>
        </p:spPr>
        <p:txBody>
          <a:bodyPr rtlCol="0">
            <a:normAutofit/>
          </a:bodyPr>
          <a:lstStyle>
            <a:lvl1pPr marL="0" indent="0" algn="ctr">
              <a:buNone/>
              <a:defRPr baseline="0">
                <a:solidFill>
                  <a:schemeClr val="bg1"/>
                </a:solidFill>
              </a:defRPr>
            </a:lvl1pPr>
          </a:lstStyle>
          <a:p>
            <a:pPr lvl="0"/>
            <a:r>
              <a:rPr lang="en-US" noProof="0"/>
              <a:t>Click icon to add picture</a:t>
            </a:r>
            <a:endParaRPr lang="en-US" noProof="0" dirty="0"/>
          </a:p>
        </p:txBody>
      </p:sp>
      <p:sp>
        <p:nvSpPr>
          <p:cNvPr id="5" name="Text Placeholder 9"/>
          <p:cNvSpPr>
            <a:spLocks noGrp="1"/>
          </p:cNvSpPr>
          <p:nvPr>
            <p:ph type="body" sz="quarter" idx="20"/>
          </p:nvPr>
        </p:nvSpPr>
        <p:spPr>
          <a:xfrm>
            <a:off x="2895600" y="5715000"/>
            <a:ext cx="6400800" cy="762000"/>
          </a:xfrm>
          <a:solidFill>
            <a:schemeClr val="accent1"/>
          </a:solidFill>
        </p:spPr>
        <p:txBody>
          <a:bodyPr tIns="0" anchor="ctr"/>
          <a:lstStyle>
            <a:lvl1pPr marL="0" marR="0" indent="0" algn="ctr" defTabSz="609585" rtl="0" eaLnBrk="1" fontAlgn="auto" latinLnBrk="0" hangingPunct="1">
              <a:lnSpc>
                <a:spcPct val="100000"/>
              </a:lnSpc>
              <a:spcBef>
                <a:spcPts val="800"/>
              </a:spcBef>
              <a:spcAft>
                <a:spcPts val="0"/>
              </a:spcAft>
              <a:buClr>
                <a:schemeClr val="accent1"/>
              </a:buClr>
              <a:buSzTx/>
              <a:buFont typeface="Arial" charset="0"/>
              <a:buNone/>
              <a:tabLst/>
              <a:defRPr sz="1800" b="0"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851012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ext Step">
    <p:spTree>
      <p:nvGrpSpPr>
        <p:cNvPr id="1" name=""/>
        <p:cNvGrpSpPr/>
        <p:nvPr/>
      </p:nvGrpSpPr>
      <p:grpSpPr>
        <a:xfrm>
          <a:off x="0" y="0"/>
          <a:ext cx="0" cy="0"/>
          <a:chOff x="0" y="0"/>
          <a:chExt cx="0" cy="0"/>
        </a:xfrm>
      </p:grpSpPr>
      <p:sp>
        <p:nvSpPr>
          <p:cNvPr id="2" name="Rectangle 1"/>
          <p:cNvSpPr/>
          <p:nvPr userDrawn="1"/>
        </p:nvSpPr>
        <p:spPr>
          <a:xfrm>
            <a:off x="533400" y="0"/>
            <a:ext cx="2667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2400" dirty="0">
              <a:solidFill>
                <a:srgbClr val="FFFFFF"/>
              </a:solidFill>
            </a:endParaRPr>
          </a:p>
        </p:txBody>
      </p:sp>
    </p:spTree>
    <p:extLst>
      <p:ext uri="{BB962C8B-B14F-4D97-AF65-F5344CB8AC3E}">
        <p14:creationId xmlns:p14="http://schemas.microsoft.com/office/powerpoint/2010/main" val="20083782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pple Watch Sample">
    <p:spTree>
      <p:nvGrpSpPr>
        <p:cNvPr id="1" name=""/>
        <p:cNvGrpSpPr/>
        <p:nvPr/>
      </p:nvGrpSpPr>
      <p:grpSpPr>
        <a:xfrm>
          <a:off x="0" y="0"/>
          <a:ext cx="0" cy="0"/>
          <a:chOff x="0" y="0"/>
          <a:chExt cx="0" cy="0"/>
        </a:xfrm>
      </p:grpSpPr>
      <p:sp>
        <p:nvSpPr>
          <p:cNvPr id="6" name="Rectangle 5"/>
          <p:cNvSpPr/>
          <p:nvPr userDrawn="1"/>
        </p:nvSpPr>
        <p:spPr>
          <a:xfrm>
            <a:off x="5486400" y="0"/>
            <a:ext cx="6705600" cy="6858000"/>
          </a:xfrm>
          <a:prstGeom prst="rect">
            <a:avLst/>
          </a:prstGeom>
          <a:gradFill>
            <a:gsLst>
              <a:gs pos="0">
                <a:schemeClr val="bg1">
                  <a:alpha val="80000"/>
                </a:schemeClr>
              </a:gs>
              <a:gs pos="100000">
                <a:schemeClr val="accent5">
                  <a:lumMod val="10000"/>
                  <a:lumOff val="9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900" dirty="0">
              <a:solidFill>
                <a:srgbClr val="FFFFFF"/>
              </a:solidFill>
            </a:endParaRPr>
          </a:p>
        </p:txBody>
      </p:sp>
      <p:pic>
        <p:nvPicPr>
          <p:cNvPr id="7" name="Picture 11"/>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824913" y="1309688"/>
            <a:ext cx="245268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ight Triangle 8"/>
          <p:cNvSpPr/>
          <p:nvPr userDrawn="1"/>
        </p:nvSpPr>
        <p:spPr>
          <a:xfrm flipH="1">
            <a:off x="11807825" y="5715000"/>
            <a:ext cx="384175" cy="1143000"/>
          </a:xfrm>
          <a:prstGeom prst="r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3200" dirty="0">
              <a:solidFill>
                <a:srgbClr val="FFFFFF"/>
              </a:solidFill>
            </a:endParaRPr>
          </a:p>
        </p:txBody>
      </p:sp>
      <p:sp>
        <p:nvSpPr>
          <p:cNvPr id="10" name="TextBox 9"/>
          <p:cNvSpPr txBox="1"/>
          <p:nvPr userDrawn="1"/>
        </p:nvSpPr>
        <p:spPr>
          <a:xfrm>
            <a:off x="11785600" y="6553200"/>
            <a:ext cx="523875" cy="138113"/>
          </a:xfrm>
          <a:prstGeom prst="rect">
            <a:avLst/>
          </a:prstGeom>
          <a:noFill/>
        </p:spPr>
        <p:txBody>
          <a:bodyPr lIns="0" tIns="0" rIns="0" bIns="0"/>
          <a:lstStyle>
            <a:lvl1pPr defTabSz="1217613">
              <a:defRPr>
                <a:solidFill>
                  <a:schemeClr val="tx1"/>
                </a:solidFill>
                <a:latin typeface="Arial" pitchFamily="34" charset="0"/>
                <a:ea typeface="Arial Unicode MS" pitchFamily="34" charset="-128"/>
                <a:cs typeface="Arial Unicode MS" pitchFamily="34" charset="-128"/>
              </a:defRPr>
            </a:lvl1pPr>
            <a:lvl2pPr marL="742950" indent="-285750" defTabSz="1217613">
              <a:defRPr>
                <a:solidFill>
                  <a:schemeClr val="tx1"/>
                </a:solidFill>
                <a:latin typeface="Arial" pitchFamily="34" charset="0"/>
                <a:ea typeface="Arial Unicode MS" pitchFamily="34" charset="-128"/>
                <a:cs typeface="Arial Unicode MS" pitchFamily="34" charset="-128"/>
              </a:defRPr>
            </a:lvl2pPr>
            <a:lvl3pPr marL="1143000" indent="-228600" defTabSz="1217613">
              <a:defRPr>
                <a:solidFill>
                  <a:schemeClr val="tx1"/>
                </a:solidFill>
                <a:latin typeface="Arial" pitchFamily="34" charset="0"/>
                <a:ea typeface="Arial Unicode MS" pitchFamily="34" charset="-128"/>
                <a:cs typeface="Arial Unicode MS" pitchFamily="34" charset="-128"/>
              </a:defRPr>
            </a:lvl3pPr>
            <a:lvl4pPr marL="1600200" indent="-228600" defTabSz="1217613">
              <a:defRPr>
                <a:solidFill>
                  <a:schemeClr val="tx1"/>
                </a:solidFill>
                <a:latin typeface="Arial" pitchFamily="34" charset="0"/>
                <a:ea typeface="Arial Unicode MS" pitchFamily="34" charset="-128"/>
                <a:cs typeface="Arial Unicode MS" pitchFamily="34" charset="-128"/>
              </a:defRPr>
            </a:lvl4pPr>
            <a:lvl5pPr marL="2057400" indent="-228600" defTabSz="1217613">
              <a:defRPr>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ctr" eaLnBrk="1" hangingPunct="1">
              <a:defRPr/>
            </a:pPr>
            <a:fld id="{B8352835-DB58-4522-982C-0DCA2A2E265A}" type="slidenum">
              <a:rPr lang="en-US" altLang="en-US" sz="1200" smtClean="0">
                <a:solidFill>
                  <a:srgbClr val="FFFFFF"/>
                </a:solidFill>
                <a:latin typeface="Calibri" pitchFamily="34" charset="0"/>
              </a:rPr>
              <a:pPr algn="ctr" eaLnBrk="1" hangingPunct="1">
                <a:defRPr/>
              </a:pPr>
              <a:t>‹#›</a:t>
            </a:fld>
            <a:endParaRPr lang="en-US" altLang="en-US" sz="1200" smtClean="0">
              <a:solidFill>
                <a:srgbClr val="FFFFFF"/>
              </a:solidFill>
              <a:latin typeface="Calibri" pitchFamily="34" charset="0"/>
            </a:endParaRPr>
          </a:p>
        </p:txBody>
      </p:sp>
      <p:sp>
        <p:nvSpPr>
          <p:cNvPr id="11" name="Title Placeholder 1"/>
          <p:cNvSpPr>
            <a:spLocks noGrp="1"/>
          </p:cNvSpPr>
          <p:nvPr>
            <p:ph type="title"/>
          </p:nvPr>
        </p:nvSpPr>
        <p:spPr>
          <a:xfrm>
            <a:off x="609955" y="381000"/>
            <a:ext cx="10972092" cy="524999"/>
          </a:xfrm>
          <a:prstGeom prst="rect">
            <a:avLst/>
          </a:prstGeom>
        </p:spPr>
        <p:txBody>
          <a:bodyPr rtlCol="0">
            <a:noAutofit/>
          </a:bodyPr>
          <a:lstStyle/>
          <a:p>
            <a:r>
              <a:rPr lang="en-US" dirty="0"/>
              <a:t>Click to edit slide headline</a:t>
            </a:r>
          </a:p>
        </p:txBody>
      </p:sp>
      <p:sp>
        <p:nvSpPr>
          <p:cNvPr id="12" name="Text Placeholder 2"/>
          <p:cNvSpPr>
            <a:spLocks noGrp="1"/>
          </p:cNvSpPr>
          <p:nvPr>
            <p:ph type="body" idx="28"/>
          </p:nvPr>
        </p:nvSpPr>
        <p:spPr>
          <a:xfrm>
            <a:off x="609600" y="140718"/>
            <a:ext cx="10972800" cy="299548"/>
          </a:xfrm>
          <a:prstGeom prst="rect">
            <a:avLst/>
          </a:prstGeom>
        </p:spPr>
        <p:txBody>
          <a:bodyPr>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13" name="Content Placeholder 2"/>
          <p:cNvSpPr>
            <a:spLocks noGrp="1"/>
          </p:cNvSpPr>
          <p:nvPr>
            <p:ph idx="1"/>
          </p:nvPr>
        </p:nvSpPr>
        <p:spPr>
          <a:xfrm>
            <a:off x="609600" y="1219200"/>
            <a:ext cx="7620000" cy="4525963"/>
          </a:xfrm>
        </p:spPr>
        <p:txBody>
          <a:bodyPr/>
          <a:lstStyle>
            <a:lvl1pPr>
              <a:defRPr sz="2667"/>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p:cNvSpPr>
            <a:spLocks noGrp="1"/>
          </p:cNvSpPr>
          <p:nvPr>
            <p:ph type="pic" sz="quarter" idx="29"/>
          </p:nvPr>
        </p:nvSpPr>
        <p:spPr>
          <a:xfrm>
            <a:off x="9178705" y="2526670"/>
            <a:ext cx="1649240" cy="1936687"/>
          </a:xfrm>
        </p:spPr>
        <p:txBody>
          <a:bodyPr rtlCol="0">
            <a:normAutofit/>
          </a:bodyPr>
          <a:lstStyle>
            <a:lvl1pPr marL="0" indent="0" algn="ctr">
              <a:buFontTx/>
              <a:buNone/>
              <a:defRPr sz="2000">
                <a:solidFill>
                  <a:schemeClr val="bg1"/>
                </a:solidFill>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1537643294"/>
      </p:ext>
    </p:extLst>
  </p:cSld>
  <p:clrMapOvr>
    <a:masterClrMapping/>
  </p:clrMapOvr>
  <p:transition spd="med">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Pad Tablet Sample">
    <p:spTree>
      <p:nvGrpSpPr>
        <p:cNvPr id="1" name=""/>
        <p:cNvGrpSpPr/>
        <p:nvPr/>
      </p:nvGrpSpPr>
      <p:grpSpPr>
        <a:xfrm>
          <a:off x="0" y="0"/>
          <a:ext cx="0" cy="0"/>
          <a:chOff x="0" y="0"/>
          <a:chExt cx="0" cy="0"/>
        </a:xfrm>
      </p:grpSpPr>
      <p:sp>
        <p:nvSpPr>
          <p:cNvPr id="6" name="Rectangle 5"/>
          <p:cNvSpPr/>
          <p:nvPr userDrawn="1"/>
        </p:nvSpPr>
        <p:spPr>
          <a:xfrm>
            <a:off x="4572000" y="0"/>
            <a:ext cx="7626350" cy="4572000"/>
          </a:xfrm>
          <a:prstGeom prst="rect">
            <a:avLst/>
          </a:prstGeom>
          <a:gradFill>
            <a:gsLst>
              <a:gs pos="0">
                <a:schemeClr val="bg1">
                  <a:alpha val="80000"/>
                </a:schemeClr>
              </a:gs>
              <a:gs pos="100000">
                <a:schemeClr val="accent5">
                  <a:lumMod val="10000"/>
                  <a:lumOff val="9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900" dirty="0">
              <a:solidFill>
                <a:srgbClr val="FFFFFF"/>
              </a:solidFill>
            </a:endParaRPr>
          </a:p>
        </p:txBody>
      </p:sp>
      <p:pic>
        <p:nvPicPr>
          <p:cNvPr id="7" name="Picture 6" descr="iPad Air White wo Shadow.png"/>
          <p:cNvPicPr>
            <a:picLocks noChangeAspect="1"/>
          </p:cNvPicPr>
          <p:nvPr userDrawn="1"/>
        </p:nvPicPr>
        <p:blipFill>
          <a:blip r:embed="rId2">
            <a:extLst>
              <a:ext uri="{28A0092B-C50C-407E-A947-70E740481C1C}">
                <a14:useLocalDpi xmlns:a14="http://schemas.microsoft.com/office/drawing/2010/main" val="0"/>
              </a:ext>
            </a:extLst>
          </a:blip>
          <a:srcRect t="5026" r="3035"/>
          <a:stretch>
            <a:fillRect/>
          </a:stretch>
        </p:blipFill>
        <p:spPr bwMode="auto">
          <a:xfrm>
            <a:off x="7424738" y="469900"/>
            <a:ext cx="4325937" cy="626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Placeholder 1"/>
          <p:cNvSpPr>
            <a:spLocks noGrp="1"/>
          </p:cNvSpPr>
          <p:nvPr>
            <p:ph type="title"/>
          </p:nvPr>
        </p:nvSpPr>
        <p:spPr>
          <a:xfrm>
            <a:off x="609955" y="381000"/>
            <a:ext cx="6705237" cy="524999"/>
          </a:xfrm>
          <a:prstGeom prst="rect">
            <a:avLst/>
          </a:prstGeom>
        </p:spPr>
        <p:txBody>
          <a:bodyPr rtlCol="0">
            <a:noAutofit/>
          </a:bodyPr>
          <a:lstStyle/>
          <a:p>
            <a:r>
              <a:rPr lang="en-US" dirty="0"/>
              <a:t>Click to edit slide headline</a:t>
            </a:r>
          </a:p>
        </p:txBody>
      </p:sp>
      <p:sp>
        <p:nvSpPr>
          <p:cNvPr id="12" name="Text Placeholder 2"/>
          <p:cNvSpPr>
            <a:spLocks noGrp="1"/>
          </p:cNvSpPr>
          <p:nvPr>
            <p:ph type="body" idx="28"/>
          </p:nvPr>
        </p:nvSpPr>
        <p:spPr>
          <a:xfrm>
            <a:off x="609600" y="140718"/>
            <a:ext cx="6705670" cy="299548"/>
          </a:xfrm>
          <a:prstGeom prst="rect">
            <a:avLst/>
          </a:prstGeom>
        </p:spPr>
        <p:txBody>
          <a:bodyPr>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13" name="Content Placeholder 2"/>
          <p:cNvSpPr>
            <a:spLocks noGrp="1"/>
          </p:cNvSpPr>
          <p:nvPr>
            <p:ph idx="1"/>
          </p:nvPr>
        </p:nvSpPr>
        <p:spPr>
          <a:xfrm>
            <a:off x="609600" y="1219200"/>
            <a:ext cx="6705600" cy="4525963"/>
          </a:xfrm>
        </p:spPr>
        <p:txBody>
          <a:bodyPr/>
          <a:lstStyle>
            <a:lvl1pPr>
              <a:defRPr sz="2667"/>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p:cNvSpPr>
            <a:spLocks noGrp="1"/>
          </p:cNvSpPr>
          <p:nvPr>
            <p:ph type="pic" sz="quarter" idx="10"/>
          </p:nvPr>
        </p:nvSpPr>
        <p:spPr>
          <a:xfrm>
            <a:off x="8030627" y="1144552"/>
            <a:ext cx="3299684" cy="4403725"/>
          </a:xfrm>
          <a:solidFill>
            <a:schemeClr val="tx1">
              <a:lumMod val="20000"/>
              <a:lumOff val="80000"/>
            </a:schemeClr>
          </a:solidFill>
        </p:spPr>
        <p:txBody>
          <a:bodyPr rtlCol="0">
            <a:normAutofit/>
          </a:bodyPr>
          <a:lstStyle>
            <a:lvl1pPr marL="0" indent="0" algn="ctr">
              <a:buNone/>
              <a:defRPr sz="1600">
                <a:solidFill>
                  <a:schemeClr val="bg1"/>
                </a:solidFill>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392904188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urface Tablet Sample">
    <p:spTree>
      <p:nvGrpSpPr>
        <p:cNvPr id="1" name=""/>
        <p:cNvGrpSpPr/>
        <p:nvPr/>
      </p:nvGrpSpPr>
      <p:grpSpPr>
        <a:xfrm>
          <a:off x="0" y="0"/>
          <a:ext cx="0" cy="0"/>
          <a:chOff x="0" y="0"/>
          <a:chExt cx="0" cy="0"/>
        </a:xfrm>
      </p:grpSpPr>
      <p:sp>
        <p:nvSpPr>
          <p:cNvPr id="6" name="Rectangle 5"/>
          <p:cNvSpPr/>
          <p:nvPr userDrawn="1"/>
        </p:nvSpPr>
        <p:spPr>
          <a:xfrm>
            <a:off x="6317725" y="0"/>
            <a:ext cx="5874275" cy="5104953"/>
          </a:xfrm>
          <a:prstGeom prst="rect">
            <a:avLst/>
          </a:prstGeom>
          <a:gradFill>
            <a:gsLst>
              <a:gs pos="52000">
                <a:schemeClr val="bg1">
                  <a:alpha val="80000"/>
                </a:schemeClr>
              </a:gs>
              <a:gs pos="100000">
                <a:schemeClr val="accent5">
                  <a:lumMod val="10000"/>
                  <a:lumOff val="90000"/>
                </a:schemeClr>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900" dirty="0">
              <a:solidFill>
                <a:srgbClr val="FFFFFF"/>
              </a:solidFill>
            </a:endParaRPr>
          </a:p>
        </p:txBody>
      </p:sp>
      <p:pic>
        <p:nvPicPr>
          <p:cNvPr id="7" name="Picture 11"/>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48400" y="1670050"/>
            <a:ext cx="5757863" cy="367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Placeholder 1"/>
          <p:cNvSpPr>
            <a:spLocks noGrp="1"/>
          </p:cNvSpPr>
          <p:nvPr>
            <p:ph type="title"/>
          </p:nvPr>
        </p:nvSpPr>
        <p:spPr>
          <a:xfrm>
            <a:off x="609955" y="381000"/>
            <a:ext cx="10972445" cy="524999"/>
          </a:xfrm>
          <a:prstGeom prst="rect">
            <a:avLst/>
          </a:prstGeom>
        </p:spPr>
        <p:txBody>
          <a:bodyPr rtlCol="0">
            <a:noAutofit/>
          </a:bodyPr>
          <a:lstStyle/>
          <a:p>
            <a:r>
              <a:rPr lang="en-US" dirty="0"/>
              <a:t>Click to edit slide headline</a:t>
            </a:r>
          </a:p>
        </p:txBody>
      </p:sp>
      <p:sp>
        <p:nvSpPr>
          <p:cNvPr id="12" name="Text Placeholder 2"/>
          <p:cNvSpPr>
            <a:spLocks noGrp="1"/>
          </p:cNvSpPr>
          <p:nvPr>
            <p:ph type="body" idx="28"/>
          </p:nvPr>
        </p:nvSpPr>
        <p:spPr>
          <a:xfrm>
            <a:off x="609600" y="140718"/>
            <a:ext cx="10973154" cy="299548"/>
          </a:xfrm>
          <a:prstGeom prst="rect">
            <a:avLst/>
          </a:prstGeom>
        </p:spPr>
        <p:txBody>
          <a:bodyPr>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13" name="Content Placeholder 2"/>
          <p:cNvSpPr>
            <a:spLocks noGrp="1"/>
          </p:cNvSpPr>
          <p:nvPr>
            <p:ph idx="1"/>
          </p:nvPr>
        </p:nvSpPr>
        <p:spPr>
          <a:xfrm>
            <a:off x="609600" y="1219200"/>
            <a:ext cx="5334000" cy="4525963"/>
          </a:xfrm>
        </p:spPr>
        <p:txBody>
          <a:bodyPr/>
          <a:lstStyle>
            <a:lvl1pPr>
              <a:defRPr sz="2667"/>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p:cNvSpPr>
            <a:spLocks noGrp="1"/>
          </p:cNvSpPr>
          <p:nvPr>
            <p:ph type="pic" sz="quarter" idx="10"/>
          </p:nvPr>
        </p:nvSpPr>
        <p:spPr>
          <a:xfrm>
            <a:off x="6553200" y="1980054"/>
            <a:ext cx="4625856" cy="3018208"/>
          </a:xfrm>
          <a:solidFill>
            <a:schemeClr val="tx1">
              <a:lumMod val="20000"/>
              <a:lumOff val="80000"/>
            </a:schemeClr>
          </a:solidFill>
        </p:spPr>
        <p:txBody>
          <a:bodyPr rtlCol="0">
            <a:normAutofit/>
          </a:bodyPr>
          <a:lstStyle>
            <a:lvl1pPr marL="0" indent="0" algn="ctr">
              <a:buNone/>
              <a:defRPr sz="1600">
                <a:solidFill>
                  <a:schemeClr val="bg1"/>
                </a:solidFill>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2404823634"/>
      </p:ext>
    </p:extLst>
  </p:cSld>
  <p:clrMapOvr>
    <a:masterClrMapping/>
  </p:clrMapOvr>
  <p:transition spd="med">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cbook Sample">
    <p:spTree>
      <p:nvGrpSpPr>
        <p:cNvPr id="1" name=""/>
        <p:cNvGrpSpPr/>
        <p:nvPr/>
      </p:nvGrpSpPr>
      <p:grpSpPr>
        <a:xfrm>
          <a:off x="0" y="0"/>
          <a:ext cx="0" cy="0"/>
          <a:chOff x="0" y="0"/>
          <a:chExt cx="0" cy="0"/>
        </a:xfrm>
      </p:grpSpPr>
      <p:sp>
        <p:nvSpPr>
          <p:cNvPr id="6" name="Rectangle 5"/>
          <p:cNvSpPr/>
          <p:nvPr userDrawn="1"/>
        </p:nvSpPr>
        <p:spPr>
          <a:xfrm>
            <a:off x="5492750" y="0"/>
            <a:ext cx="6705600" cy="4114800"/>
          </a:xfrm>
          <a:prstGeom prst="rect">
            <a:avLst/>
          </a:prstGeom>
          <a:gradFill>
            <a:gsLst>
              <a:gs pos="0">
                <a:schemeClr val="bg1">
                  <a:alpha val="80000"/>
                </a:schemeClr>
              </a:gs>
              <a:gs pos="100000">
                <a:schemeClr val="accent5">
                  <a:lumMod val="10000"/>
                  <a:lumOff val="9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900" dirty="0">
              <a:solidFill>
                <a:srgbClr val="FFFFFF"/>
              </a:solidFill>
            </a:endParaRPr>
          </a:p>
        </p:txBody>
      </p:sp>
      <p:pic>
        <p:nvPicPr>
          <p:cNvPr id="7" name="Picture 11"/>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827713" y="1484313"/>
            <a:ext cx="6234112" cy="363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Placeholder 1"/>
          <p:cNvSpPr>
            <a:spLocks noGrp="1"/>
          </p:cNvSpPr>
          <p:nvPr>
            <p:ph type="title"/>
          </p:nvPr>
        </p:nvSpPr>
        <p:spPr>
          <a:xfrm>
            <a:off x="609955" y="381000"/>
            <a:ext cx="10972445" cy="524999"/>
          </a:xfrm>
          <a:prstGeom prst="rect">
            <a:avLst/>
          </a:prstGeom>
        </p:spPr>
        <p:txBody>
          <a:bodyPr rtlCol="0">
            <a:noAutofit/>
          </a:bodyPr>
          <a:lstStyle/>
          <a:p>
            <a:r>
              <a:rPr lang="en-US" dirty="0"/>
              <a:t>Click to edit slide headline</a:t>
            </a:r>
          </a:p>
        </p:txBody>
      </p:sp>
      <p:sp>
        <p:nvSpPr>
          <p:cNvPr id="12" name="Text Placeholder 2"/>
          <p:cNvSpPr>
            <a:spLocks noGrp="1"/>
          </p:cNvSpPr>
          <p:nvPr>
            <p:ph type="body" idx="28"/>
          </p:nvPr>
        </p:nvSpPr>
        <p:spPr>
          <a:xfrm>
            <a:off x="609600" y="140718"/>
            <a:ext cx="10973154" cy="299548"/>
          </a:xfrm>
          <a:prstGeom prst="rect">
            <a:avLst/>
          </a:prstGeom>
        </p:spPr>
        <p:txBody>
          <a:bodyPr>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13" name="Content Placeholder 2"/>
          <p:cNvSpPr>
            <a:spLocks noGrp="1"/>
          </p:cNvSpPr>
          <p:nvPr>
            <p:ph idx="1"/>
          </p:nvPr>
        </p:nvSpPr>
        <p:spPr>
          <a:xfrm>
            <a:off x="609600" y="1219200"/>
            <a:ext cx="5334000" cy="4525963"/>
          </a:xfrm>
        </p:spPr>
        <p:txBody>
          <a:bodyPr/>
          <a:lstStyle>
            <a:lvl1pPr>
              <a:defRPr sz="2667"/>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p:cNvSpPr>
            <a:spLocks noGrp="1"/>
          </p:cNvSpPr>
          <p:nvPr>
            <p:ph type="pic" sz="quarter" idx="10"/>
          </p:nvPr>
        </p:nvSpPr>
        <p:spPr>
          <a:xfrm>
            <a:off x="6723934" y="1815051"/>
            <a:ext cx="4434496" cy="2777576"/>
          </a:xfrm>
          <a:solidFill>
            <a:schemeClr val="tx1">
              <a:lumMod val="20000"/>
              <a:lumOff val="80000"/>
            </a:schemeClr>
          </a:solidFill>
        </p:spPr>
        <p:txBody>
          <a:bodyPr rtlCol="0">
            <a:normAutofit/>
          </a:bodyPr>
          <a:lstStyle>
            <a:lvl1pPr marL="0" indent="0" algn="ctr">
              <a:buNone/>
              <a:defRPr sz="1600">
                <a:solidFill>
                  <a:schemeClr val="bg1"/>
                </a:solidFill>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40364087"/>
      </p:ext>
    </p:extLst>
  </p:cSld>
  <p:clrMapOvr>
    <a:masterClrMapping/>
  </p:clrMapOvr>
  <p:transition spd="med">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aptop Sample">
    <p:spTree>
      <p:nvGrpSpPr>
        <p:cNvPr id="1" name=""/>
        <p:cNvGrpSpPr/>
        <p:nvPr/>
      </p:nvGrpSpPr>
      <p:grpSpPr>
        <a:xfrm>
          <a:off x="0" y="0"/>
          <a:ext cx="0" cy="0"/>
          <a:chOff x="0" y="0"/>
          <a:chExt cx="0" cy="0"/>
        </a:xfrm>
      </p:grpSpPr>
      <p:sp>
        <p:nvSpPr>
          <p:cNvPr id="6" name="Rectangle 5"/>
          <p:cNvSpPr/>
          <p:nvPr userDrawn="1"/>
        </p:nvSpPr>
        <p:spPr>
          <a:xfrm>
            <a:off x="5492750" y="0"/>
            <a:ext cx="6705600" cy="4114800"/>
          </a:xfrm>
          <a:prstGeom prst="rect">
            <a:avLst/>
          </a:prstGeom>
          <a:gradFill>
            <a:gsLst>
              <a:gs pos="0">
                <a:schemeClr val="bg1">
                  <a:alpha val="80000"/>
                </a:schemeClr>
              </a:gs>
              <a:gs pos="100000">
                <a:schemeClr val="accent5">
                  <a:lumMod val="10000"/>
                  <a:lumOff val="9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900" dirty="0">
              <a:solidFill>
                <a:srgbClr val="FFFFFF"/>
              </a:solidFill>
            </a:endParaRPr>
          </a:p>
        </p:txBody>
      </p:sp>
      <p:pic>
        <p:nvPicPr>
          <p:cNvPr id="7" name="Picture 11"/>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553200" y="1484313"/>
            <a:ext cx="5514975" cy="363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Placeholder 1"/>
          <p:cNvSpPr>
            <a:spLocks noGrp="1"/>
          </p:cNvSpPr>
          <p:nvPr>
            <p:ph type="title"/>
          </p:nvPr>
        </p:nvSpPr>
        <p:spPr>
          <a:xfrm>
            <a:off x="609955" y="381000"/>
            <a:ext cx="10972445" cy="524999"/>
          </a:xfrm>
          <a:prstGeom prst="rect">
            <a:avLst/>
          </a:prstGeom>
        </p:spPr>
        <p:txBody>
          <a:bodyPr rtlCol="0">
            <a:noAutofit/>
          </a:bodyPr>
          <a:lstStyle/>
          <a:p>
            <a:r>
              <a:rPr lang="en-US" dirty="0"/>
              <a:t>Click to edit slide headline</a:t>
            </a:r>
          </a:p>
        </p:txBody>
      </p:sp>
      <p:sp>
        <p:nvSpPr>
          <p:cNvPr id="12" name="Text Placeholder 2"/>
          <p:cNvSpPr>
            <a:spLocks noGrp="1"/>
          </p:cNvSpPr>
          <p:nvPr>
            <p:ph type="body" idx="28"/>
          </p:nvPr>
        </p:nvSpPr>
        <p:spPr>
          <a:xfrm>
            <a:off x="609600" y="140718"/>
            <a:ext cx="10973154" cy="299548"/>
          </a:xfrm>
          <a:prstGeom prst="rect">
            <a:avLst/>
          </a:prstGeom>
        </p:spPr>
        <p:txBody>
          <a:bodyPr>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13" name="Content Placeholder 2"/>
          <p:cNvSpPr>
            <a:spLocks noGrp="1"/>
          </p:cNvSpPr>
          <p:nvPr>
            <p:ph idx="1"/>
          </p:nvPr>
        </p:nvSpPr>
        <p:spPr>
          <a:xfrm>
            <a:off x="609600" y="1219200"/>
            <a:ext cx="5334000" cy="4525963"/>
          </a:xfrm>
        </p:spPr>
        <p:txBody>
          <a:bodyPr/>
          <a:lstStyle>
            <a:lvl1pPr>
              <a:defRPr sz="2667"/>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p:cNvSpPr>
            <a:spLocks noGrp="1"/>
          </p:cNvSpPr>
          <p:nvPr>
            <p:ph type="pic" sz="quarter" idx="10"/>
          </p:nvPr>
        </p:nvSpPr>
        <p:spPr>
          <a:xfrm>
            <a:off x="7200181" y="1760050"/>
            <a:ext cx="4207615" cy="2461315"/>
          </a:xfrm>
          <a:solidFill>
            <a:schemeClr val="tx1">
              <a:lumMod val="20000"/>
              <a:lumOff val="80000"/>
            </a:schemeClr>
          </a:solidFill>
        </p:spPr>
        <p:txBody>
          <a:bodyPr rtlCol="0">
            <a:normAutofit/>
          </a:bodyPr>
          <a:lstStyle>
            <a:lvl1pPr marL="0" indent="0" algn="ctr">
              <a:buNone/>
              <a:defRPr sz="1600">
                <a:solidFill>
                  <a:schemeClr val="bg1"/>
                </a:solidFill>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4133616986"/>
      </p:ext>
    </p:extLst>
  </p:cSld>
  <p:clrMapOvr>
    <a:masterClrMapping/>
  </p:clrMapOvr>
  <p:transition spd="med">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Mac Sample">
    <p:spTree>
      <p:nvGrpSpPr>
        <p:cNvPr id="1" name=""/>
        <p:cNvGrpSpPr/>
        <p:nvPr/>
      </p:nvGrpSpPr>
      <p:grpSpPr>
        <a:xfrm>
          <a:off x="0" y="0"/>
          <a:ext cx="0" cy="0"/>
          <a:chOff x="0" y="0"/>
          <a:chExt cx="0" cy="0"/>
        </a:xfrm>
      </p:grpSpPr>
      <p:sp>
        <p:nvSpPr>
          <p:cNvPr id="6" name="Rectangle 5"/>
          <p:cNvSpPr/>
          <p:nvPr userDrawn="1"/>
        </p:nvSpPr>
        <p:spPr>
          <a:xfrm>
            <a:off x="5492750" y="0"/>
            <a:ext cx="6705600" cy="4114800"/>
          </a:xfrm>
          <a:prstGeom prst="rect">
            <a:avLst/>
          </a:prstGeom>
          <a:gradFill>
            <a:gsLst>
              <a:gs pos="0">
                <a:schemeClr val="bg1">
                  <a:alpha val="80000"/>
                </a:schemeClr>
              </a:gs>
              <a:gs pos="100000">
                <a:schemeClr val="accent5">
                  <a:lumMod val="10000"/>
                  <a:lumOff val="9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900" dirty="0">
              <a:solidFill>
                <a:srgbClr val="FFFFFF"/>
              </a:solidFill>
            </a:endParaRPr>
          </a:p>
        </p:txBody>
      </p:sp>
      <p:pic>
        <p:nvPicPr>
          <p:cNvPr id="7" name="Picture 6" descr="iMac.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215063" y="1022350"/>
            <a:ext cx="5989637"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Placeholder 1"/>
          <p:cNvSpPr>
            <a:spLocks noGrp="1"/>
          </p:cNvSpPr>
          <p:nvPr>
            <p:ph type="title"/>
          </p:nvPr>
        </p:nvSpPr>
        <p:spPr>
          <a:xfrm>
            <a:off x="609955" y="381000"/>
            <a:ext cx="10972445" cy="524999"/>
          </a:xfrm>
          <a:prstGeom prst="rect">
            <a:avLst/>
          </a:prstGeom>
        </p:spPr>
        <p:txBody>
          <a:bodyPr rtlCol="0">
            <a:noAutofit/>
          </a:bodyPr>
          <a:lstStyle/>
          <a:p>
            <a:r>
              <a:rPr lang="en-US" dirty="0"/>
              <a:t>Click to edit slide headline</a:t>
            </a:r>
          </a:p>
        </p:txBody>
      </p:sp>
      <p:sp>
        <p:nvSpPr>
          <p:cNvPr id="12" name="Text Placeholder 2"/>
          <p:cNvSpPr>
            <a:spLocks noGrp="1"/>
          </p:cNvSpPr>
          <p:nvPr>
            <p:ph type="body" idx="28"/>
          </p:nvPr>
        </p:nvSpPr>
        <p:spPr>
          <a:xfrm>
            <a:off x="609600" y="140718"/>
            <a:ext cx="10973154" cy="299548"/>
          </a:xfrm>
          <a:prstGeom prst="rect">
            <a:avLst/>
          </a:prstGeom>
        </p:spPr>
        <p:txBody>
          <a:bodyPr>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13" name="Content Placeholder 2"/>
          <p:cNvSpPr>
            <a:spLocks noGrp="1"/>
          </p:cNvSpPr>
          <p:nvPr>
            <p:ph idx="1"/>
          </p:nvPr>
        </p:nvSpPr>
        <p:spPr>
          <a:xfrm>
            <a:off x="609600" y="1219200"/>
            <a:ext cx="5334000" cy="4525963"/>
          </a:xfrm>
        </p:spPr>
        <p:txBody>
          <a:bodyPr/>
          <a:lstStyle>
            <a:lvl1pPr>
              <a:defRPr sz="2667"/>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p:cNvSpPr>
            <a:spLocks noGrp="1"/>
          </p:cNvSpPr>
          <p:nvPr>
            <p:ph type="pic" sz="quarter" idx="10"/>
          </p:nvPr>
        </p:nvSpPr>
        <p:spPr>
          <a:xfrm>
            <a:off x="7042975" y="1769583"/>
            <a:ext cx="4375506" cy="2461315"/>
          </a:xfrm>
          <a:solidFill>
            <a:schemeClr val="tx1">
              <a:lumMod val="20000"/>
              <a:lumOff val="80000"/>
            </a:schemeClr>
          </a:solidFill>
        </p:spPr>
        <p:txBody>
          <a:bodyPr rtlCol="0">
            <a:normAutofit/>
          </a:bodyPr>
          <a:lstStyle>
            <a:lvl1pPr marL="0" indent="0" algn="ctr">
              <a:buNone/>
              <a:defRPr sz="1600">
                <a:solidFill>
                  <a:schemeClr val="bg1"/>
                </a:solidFill>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402234034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cons 1">
    <p:spTree>
      <p:nvGrpSpPr>
        <p:cNvPr id="1" name=""/>
        <p:cNvGrpSpPr/>
        <p:nvPr/>
      </p:nvGrpSpPr>
      <p:grpSpPr>
        <a:xfrm>
          <a:off x="0" y="0"/>
          <a:ext cx="0" cy="0"/>
          <a:chOff x="0" y="0"/>
          <a:chExt cx="0" cy="0"/>
        </a:xfrm>
      </p:grpSpPr>
      <p:grpSp>
        <p:nvGrpSpPr>
          <p:cNvPr id="4" name="Group 9"/>
          <p:cNvGrpSpPr>
            <a:grpSpLocks/>
          </p:cNvGrpSpPr>
          <p:nvPr userDrawn="1"/>
        </p:nvGrpSpPr>
        <p:grpSpPr bwMode="auto">
          <a:xfrm>
            <a:off x="958850" y="1104900"/>
            <a:ext cx="10852150" cy="5078413"/>
            <a:chOff x="959089" y="1104576"/>
            <a:chExt cx="10851911" cy="5078313"/>
          </a:xfrm>
        </p:grpSpPr>
        <p:sp>
          <p:nvSpPr>
            <p:cNvPr id="5" name="TextBox 4"/>
            <p:cNvSpPr txBox="1">
              <a:spLocks noChangeArrowheads="1"/>
            </p:cNvSpPr>
            <p:nvPr/>
          </p:nvSpPr>
          <p:spPr bwMode="auto">
            <a:xfrm>
              <a:off x="959089" y="1104576"/>
              <a:ext cx="1447768"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217613">
                <a:defRPr>
                  <a:solidFill>
                    <a:schemeClr val="tx1"/>
                  </a:solidFill>
                  <a:latin typeface="Arial" pitchFamily="34" charset="0"/>
                  <a:ea typeface="Arial Unicode MS" pitchFamily="34" charset="-128"/>
                  <a:cs typeface="Arial Unicode MS" pitchFamily="34" charset="-128"/>
                </a:defRPr>
              </a:lvl1pPr>
              <a:lvl2pPr marL="742950" indent="-285750" defTabSz="1217613">
                <a:defRPr>
                  <a:solidFill>
                    <a:schemeClr val="tx1"/>
                  </a:solidFill>
                  <a:latin typeface="Arial" pitchFamily="34" charset="0"/>
                  <a:ea typeface="Arial Unicode MS" pitchFamily="34" charset="-128"/>
                  <a:cs typeface="Arial Unicode MS" pitchFamily="34" charset="-128"/>
                </a:defRPr>
              </a:lvl2pPr>
              <a:lvl3pPr marL="1143000" indent="-228600" defTabSz="1217613">
                <a:defRPr>
                  <a:solidFill>
                    <a:schemeClr val="tx1"/>
                  </a:solidFill>
                  <a:latin typeface="Arial" pitchFamily="34" charset="0"/>
                  <a:ea typeface="Arial Unicode MS" pitchFamily="34" charset="-128"/>
                  <a:cs typeface="Arial Unicode MS" pitchFamily="34" charset="-128"/>
                </a:defRPr>
              </a:lvl3pPr>
              <a:lvl4pPr marL="1600200" indent="-228600" defTabSz="1217613">
                <a:defRPr>
                  <a:solidFill>
                    <a:schemeClr val="tx1"/>
                  </a:solidFill>
                  <a:latin typeface="Arial" pitchFamily="34" charset="0"/>
                  <a:ea typeface="Arial Unicode MS" pitchFamily="34" charset="-128"/>
                  <a:cs typeface="Arial Unicode MS" pitchFamily="34" charset="-128"/>
                </a:defRPr>
              </a:lvl4pPr>
              <a:lvl5pPr marL="2057400" indent="-228600" defTabSz="1217613">
                <a:defRPr>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eaLnBrk="1" hangingPunct="1">
                <a:lnSpc>
                  <a:spcPct val="300000"/>
                </a:lnSpc>
                <a:defRPr/>
              </a:pPr>
              <a:r>
                <a:rPr lang="en-US" altLang="en-US" sz="900" smtClean="0">
                  <a:solidFill>
                    <a:srgbClr val="3C3C3C"/>
                  </a:solidFill>
                  <a:latin typeface="Calibri" pitchFamily="34" charset="0"/>
                </a:rPr>
                <a:t>API</a:t>
              </a:r>
            </a:p>
            <a:p>
              <a:pPr eaLnBrk="1" hangingPunct="1">
                <a:lnSpc>
                  <a:spcPct val="300000"/>
                </a:lnSpc>
                <a:defRPr/>
              </a:pPr>
              <a:r>
                <a:rPr lang="en-US" altLang="en-US" sz="900" smtClean="0">
                  <a:solidFill>
                    <a:srgbClr val="3C3C3C"/>
                  </a:solidFill>
                  <a:latin typeface="Calibri" pitchFamily="34" charset="0"/>
                </a:rPr>
                <a:t>Application</a:t>
              </a:r>
            </a:p>
            <a:p>
              <a:pPr eaLnBrk="1" hangingPunct="1">
                <a:lnSpc>
                  <a:spcPct val="300000"/>
                </a:lnSpc>
                <a:defRPr/>
              </a:pPr>
              <a:r>
                <a:rPr lang="en-US" altLang="en-US" sz="900" smtClean="0">
                  <a:solidFill>
                    <a:srgbClr val="3C3C3C"/>
                  </a:solidFill>
                  <a:latin typeface="Calibri" pitchFamily="34" charset="0"/>
                </a:rPr>
                <a:t>Architecture</a:t>
              </a:r>
            </a:p>
            <a:p>
              <a:pPr eaLnBrk="1" hangingPunct="1">
                <a:lnSpc>
                  <a:spcPct val="300000"/>
                </a:lnSpc>
                <a:defRPr/>
              </a:pPr>
              <a:r>
                <a:rPr lang="en-US" altLang="en-US" sz="900" smtClean="0">
                  <a:solidFill>
                    <a:srgbClr val="3C3C3C"/>
                  </a:solidFill>
                  <a:latin typeface="Calibri" pitchFamily="34" charset="0"/>
                </a:rPr>
                <a:t>Agile Development</a:t>
              </a:r>
            </a:p>
            <a:p>
              <a:pPr eaLnBrk="1" hangingPunct="1">
                <a:lnSpc>
                  <a:spcPct val="300000"/>
                </a:lnSpc>
                <a:defRPr/>
              </a:pPr>
              <a:r>
                <a:rPr lang="en-US" altLang="en-US" sz="900" smtClean="0">
                  <a:solidFill>
                    <a:srgbClr val="3C3C3C"/>
                  </a:solidFill>
                  <a:latin typeface="Calibri" pitchFamily="34" charset="0"/>
                </a:rPr>
                <a:t>Arrow - Pointer</a:t>
              </a:r>
            </a:p>
            <a:p>
              <a:pPr eaLnBrk="1" hangingPunct="1">
                <a:lnSpc>
                  <a:spcPct val="300000"/>
                </a:lnSpc>
                <a:defRPr/>
              </a:pPr>
              <a:r>
                <a:rPr lang="en-US" altLang="en-US" sz="900" smtClean="0">
                  <a:solidFill>
                    <a:srgbClr val="3C3C3C"/>
                  </a:solidFill>
                  <a:latin typeface="Calibri" pitchFamily="34" charset="0"/>
                </a:rPr>
                <a:t>Arrow - Single</a:t>
              </a:r>
            </a:p>
            <a:p>
              <a:pPr eaLnBrk="1" hangingPunct="1">
                <a:lnSpc>
                  <a:spcPct val="300000"/>
                </a:lnSpc>
                <a:defRPr/>
              </a:pPr>
              <a:r>
                <a:rPr lang="en-US" altLang="en-US" sz="900" smtClean="0">
                  <a:solidFill>
                    <a:srgbClr val="3C3C3C"/>
                  </a:solidFill>
                  <a:latin typeface="Calibri" pitchFamily="34" charset="0"/>
                </a:rPr>
                <a:t>Arrow - Bi-directional</a:t>
              </a:r>
            </a:p>
            <a:p>
              <a:pPr eaLnBrk="1" hangingPunct="1">
                <a:lnSpc>
                  <a:spcPct val="300000"/>
                </a:lnSpc>
                <a:defRPr/>
              </a:pPr>
              <a:r>
                <a:rPr lang="en-US" altLang="en-US" sz="900" smtClean="0">
                  <a:solidFill>
                    <a:srgbClr val="3C3C3C"/>
                  </a:solidFill>
                  <a:latin typeface="Calibri" pitchFamily="34" charset="0"/>
                </a:rPr>
                <a:t>Arrow - Cycle</a:t>
              </a:r>
            </a:p>
            <a:p>
              <a:pPr eaLnBrk="1" hangingPunct="1">
                <a:lnSpc>
                  <a:spcPct val="300000"/>
                </a:lnSpc>
                <a:defRPr/>
              </a:pPr>
              <a:r>
                <a:rPr lang="en-US" altLang="en-US" sz="900" smtClean="0">
                  <a:solidFill>
                    <a:srgbClr val="3C3C3C"/>
                  </a:solidFill>
                  <a:latin typeface="Calibri" pitchFamily="34" charset="0"/>
                </a:rPr>
                <a:t>Arrow - Cycle 2</a:t>
              </a:r>
            </a:p>
            <a:p>
              <a:pPr eaLnBrk="1" hangingPunct="1">
                <a:lnSpc>
                  <a:spcPct val="300000"/>
                </a:lnSpc>
                <a:defRPr/>
              </a:pPr>
              <a:r>
                <a:rPr lang="en-US" altLang="en-US" sz="900" smtClean="0">
                  <a:solidFill>
                    <a:srgbClr val="3C3C3C"/>
                  </a:solidFill>
                  <a:latin typeface="Calibri" pitchFamily="34" charset="0"/>
                </a:rPr>
                <a:t>Arrow - Flexible</a:t>
              </a:r>
            </a:p>
            <a:p>
              <a:pPr eaLnBrk="1" hangingPunct="1">
                <a:lnSpc>
                  <a:spcPct val="300000"/>
                </a:lnSpc>
                <a:defRPr/>
              </a:pPr>
              <a:r>
                <a:rPr lang="en-US" altLang="en-US" sz="900" smtClean="0">
                  <a:solidFill>
                    <a:srgbClr val="3C3C3C"/>
                  </a:solidFill>
                  <a:latin typeface="Calibri" pitchFamily="34" charset="0"/>
                </a:rPr>
                <a:t>Arrow - Forward</a:t>
              </a:r>
            </a:p>
            <a:p>
              <a:pPr eaLnBrk="1" hangingPunct="1">
                <a:lnSpc>
                  <a:spcPct val="300000"/>
                </a:lnSpc>
                <a:defRPr/>
              </a:pPr>
              <a:r>
                <a:rPr lang="en-US" altLang="en-US" sz="900" smtClean="0">
                  <a:solidFill>
                    <a:srgbClr val="3C3C3C"/>
                  </a:solidFill>
                  <a:latin typeface="Calibri" pitchFamily="34" charset="0"/>
                </a:rPr>
                <a:t>Arrow - Merge</a:t>
              </a:r>
            </a:p>
          </p:txBody>
        </p:sp>
        <p:sp>
          <p:nvSpPr>
            <p:cNvPr id="6" name="TextBox 5"/>
            <p:cNvSpPr txBox="1">
              <a:spLocks noChangeArrowheads="1"/>
            </p:cNvSpPr>
            <p:nvPr/>
          </p:nvSpPr>
          <p:spPr bwMode="auto">
            <a:xfrm>
              <a:off x="2840236" y="1104576"/>
              <a:ext cx="1447768"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217613">
                <a:defRPr>
                  <a:solidFill>
                    <a:schemeClr val="tx1"/>
                  </a:solidFill>
                  <a:latin typeface="Arial" pitchFamily="34" charset="0"/>
                  <a:ea typeface="Arial Unicode MS" pitchFamily="34" charset="-128"/>
                  <a:cs typeface="Arial Unicode MS" pitchFamily="34" charset="-128"/>
                </a:defRPr>
              </a:lvl1pPr>
              <a:lvl2pPr marL="742950" indent="-285750" defTabSz="1217613">
                <a:defRPr>
                  <a:solidFill>
                    <a:schemeClr val="tx1"/>
                  </a:solidFill>
                  <a:latin typeface="Arial" pitchFamily="34" charset="0"/>
                  <a:ea typeface="Arial Unicode MS" pitchFamily="34" charset="-128"/>
                  <a:cs typeface="Arial Unicode MS" pitchFamily="34" charset="-128"/>
                </a:defRPr>
              </a:lvl2pPr>
              <a:lvl3pPr marL="1143000" indent="-228600" defTabSz="1217613">
                <a:defRPr>
                  <a:solidFill>
                    <a:schemeClr val="tx1"/>
                  </a:solidFill>
                  <a:latin typeface="Arial" pitchFamily="34" charset="0"/>
                  <a:ea typeface="Arial Unicode MS" pitchFamily="34" charset="-128"/>
                  <a:cs typeface="Arial Unicode MS" pitchFamily="34" charset="-128"/>
                </a:defRPr>
              </a:lvl3pPr>
              <a:lvl4pPr marL="1600200" indent="-228600" defTabSz="1217613">
                <a:defRPr>
                  <a:solidFill>
                    <a:schemeClr val="tx1"/>
                  </a:solidFill>
                  <a:latin typeface="Arial" pitchFamily="34" charset="0"/>
                  <a:ea typeface="Arial Unicode MS" pitchFamily="34" charset="-128"/>
                  <a:cs typeface="Arial Unicode MS" pitchFamily="34" charset="-128"/>
                </a:defRPr>
              </a:lvl4pPr>
              <a:lvl5pPr marL="2057400" indent="-228600" defTabSz="1217613">
                <a:defRPr>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eaLnBrk="1" hangingPunct="1">
                <a:lnSpc>
                  <a:spcPct val="300000"/>
                </a:lnSpc>
                <a:defRPr/>
              </a:pPr>
              <a:r>
                <a:rPr lang="en-US" altLang="en-US" sz="900" smtClean="0">
                  <a:solidFill>
                    <a:srgbClr val="3C3C3C"/>
                  </a:solidFill>
                  <a:latin typeface="Calibri" pitchFamily="34" charset="0"/>
                </a:rPr>
                <a:t>Arrow - Switch</a:t>
              </a:r>
            </a:p>
            <a:p>
              <a:pPr eaLnBrk="1" hangingPunct="1">
                <a:lnSpc>
                  <a:spcPct val="300000"/>
                </a:lnSpc>
                <a:defRPr/>
              </a:pPr>
              <a:r>
                <a:rPr lang="en-US" altLang="en-US" sz="900" smtClean="0">
                  <a:solidFill>
                    <a:srgbClr val="3C3C3C"/>
                  </a:solidFill>
                  <a:latin typeface="Calibri" pitchFamily="34" charset="0"/>
                </a:rPr>
                <a:t>Arrow - Growth</a:t>
              </a:r>
            </a:p>
            <a:p>
              <a:pPr eaLnBrk="1" hangingPunct="1">
                <a:lnSpc>
                  <a:spcPct val="300000"/>
                </a:lnSpc>
                <a:defRPr/>
              </a:pPr>
              <a:r>
                <a:rPr lang="en-US" altLang="en-US" sz="900" smtClean="0">
                  <a:solidFill>
                    <a:srgbClr val="3C3C3C"/>
                  </a:solidFill>
                  <a:latin typeface="Calibri" pitchFamily="34" charset="0"/>
                </a:rPr>
                <a:t>Arrow - Crossover</a:t>
              </a:r>
            </a:p>
            <a:p>
              <a:pPr eaLnBrk="1" hangingPunct="1">
                <a:lnSpc>
                  <a:spcPct val="300000"/>
                </a:lnSpc>
                <a:defRPr/>
              </a:pPr>
              <a:r>
                <a:rPr lang="en-US" altLang="en-US" sz="900" smtClean="0">
                  <a:solidFill>
                    <a:srgbClr val="3C3C3C"/>
                  </a:solidFill>
                  <a:latin typeface="Calibri" pitchFamily="34" charset="0"/>
                </a:rPr>
                <a:t>Arrow - Multi</a:t>
              </a:r>
            </a:p>
            <a:p>
              <a:pPr eaLnBrk="1" hangingPunct="1">
                <a:lnSpc>
                  <a:spcPct val="300000"/>
                </a:lnSpc>
                <a:defRPr/>
              </a:pPr>
              <a:r>
                <a:rPr lang="en-US" altLang="en-US" sz="900" smtClean="0">
                  <a:solidFill>
                    <a:srgbClr val="3C3C3C"/>
                  </a:solidFill>
                  <a:latin typeface="Calibri" pitchFamily="34" charset="0"/>
                </a:rPr>
                <a:t>Award</a:t>
              </a:r>
            </a:p>
            <a:p>
              <a:pPr eaLnBrk="1" hangingPunct="1">
                <a:lnSpc>
                  <a:spcPct val="300000"/>
                </a:lnSpc>
                <a:defRPr/>
              </a:pPr>
              <a:r>
                <a:rPr lang="en-US" altLang="en-US" sz="900" smtClean="0">
                  <a:solidFill>
                    <a:srgbClr val="3C3C3C"/>
                  </a:solidFill>
                  <a:latin typeface="Calibri" pitchFamily="34" charset="0"/>
                </a:rPr>
                <a:t>Book 1</a:t>
              </a:r>
            </a:p>
            <a:p>
              <a:pPr eaLnBrk="1" hangingPunct="1">
                <a:lnSpc>
                  <a:spcPct val="300000"/>
                </a:lnSpc>
                <a:defRPr/>
              </a:pPr>
              <a:r>
                <a:rPr lang="en-US" altLang="en-US" sz="900" smtClean="0">
                  <a:solidFill>
                    <a:srgbClr val="3C3C3C"/>
                  </a:solidFill>
                  <a:latin typeface="Calibri" pitchFamily="34" charset="0"/>
                </a:rPr>
                <a:t>Book 2</a:t>
              </a:r>
            </a:p>
            <a:p>
              <a:pPr eaLnBrk="1" hangingPunct="1">
                <a:lnSpc>
                  <a:spcPct val="300000"/>
                </a:lnSpc>
                <a:defRPr/>
              </a:pPr>
              <a:r>
                <a:rPr lang="en-US" altLang="en-US" sz="900" smtClean="0">
                  <a:solidFill>
                    <a:srgbClr val="3C3C3C"/>
                  </a:solidFill>
                  <a:latin typeface="Calibri" pitchFamily="34" charset="0"/>
                </a:rPr>
                <a:t>Book 3</a:t>
              </a:r>
            </a:p>
            <a:p>
              <a:pPr eaLnBrk="1" hangingPunct="1">
                <a:lnSpc>
                  <a:spcPct val="300000"/>
                </a:lnSpc>
                <a:defRPr/>
              </a:pPr>
              <a:r>
                <a:rPr lang="en-US" altLang="en-US" sz="900" smtClean="0">
                  <a:solidFill>
                    <a:srgbClr val="3C3C3C"/>
                  </a:solidFill>
                  <a:latin typeface="Calibri" pitchFamily="34" charset="0"/>
                </a:rPr>
                <a:t>Box</a:t>
              </a:r>
            </a:p>
            <a:p>
              <a:pPr eaLnBrk="1" hangingPunct="1">
                <a:lnSpc>
                  <a:spcPct val="300000"/>
                </a:lnSpc>
                <a:defRPr/>
              </a:pPr>
              <a:r>
                <a:rPr lang="en-US" altLang="en-US" sz="900" smtClean="0">
                  <a:solidFill>
                    <a:srgbClr val="3C3C3C"/>
                  </a:solidFill>
                  <a:latin typeface="Calibri" pitchFamily="34" charset="0"/>
                </a:rPr>
                <a:t>Briefcase</a:t>
              </a:r>
            </a:p>
            <a:p>
              <a:pPr eaLnBrk="1" hangingPunct="1">
                <a:lnSpc>
                  <a:spcPct val="300000"/>
                </a:lnSpc>
                <a:defRPr/>
              </a:pPr>
              <a:r>
                <a:rPr lang="en-US" altLang="en-US" sz="900" smtClean="0">
                  <a:solidFill>
                    <a:srgbClr val="3C3C3C"/>
                  </a:solidFill>
                  <a:latin typeface="Calibri" pitchFamily="34" charset="0"/>
                </a:rPr>
                <a:t>Building - Bank</a:t>
              </a:r>
            </a:p>
            <a:p>
              <a:pPr eaLnBrk="1" hangingPunct="1">
                <a:lnSpc>
                  <a:spcPct val="300000"/>
                </a:lnSpc>
                <a:defRPr/>
              </a:pPr>
              <a:r>
                <a:rPr lang="en-US" altLang="en-US" sz="900" smtClean="0">
                  <a:solidFill>
                    <a:srgbClr val="3C3C3C"/>
                  </a:solidFill>
                  <a:latin typeface="Calibri" pitchFamily="34" charset="0"/>
                </a:rPr>
                <a:t>Building - Government</a:t>
              </a:r>
            </a:p>
          </p:txBody>
        </p:sp>
        <p:sp>
          <p:nvSpPr>
            <p:cNvPr id="7" name="TextBox 6"/>
            <p:cNvSpPr txBox="1">
              <a:spLocks noChangeArrowheads="1"/>
            </p:cNvSpPr>
            <p:nvPr/>
          </p:nvSpPr>
          <p:spPr bwMode="auto">
            <a:xfrm>
              <a:off x="4721381" y="1104576"/>
              <a:ext cx="1447768"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217613">
                <a:defRPr>
                  <a:solidFill>
                    <a:schemeClr val="tx1"/>
                  </a:solidFill>
                  <a:latin typeface="Arial" pitchFamily="34" charset="0"/>
                  <a:ea typeface="Arial Unicode MS" pitchFamily="34" charset="-128"/>
                  <a:cs typeface="Arial Unicode MS" pitchFamily="34" charset="-128"/>
                </a:defRPr>
              </a:lvl1pPr>
              <a:lvl2pPr marL="742950" indent="-285750" defTabSz="1217613">
                <a:defRPr>
                  <a:solidFill>
                    <a:schemeClr val="tx1"/>
                  </a:solidFill>
                  <a:latin typeface="Arial" pitchFamily="34" charset="0"/>
                  <a:ea typeface="Arial Unicode MS" pitchFamily="34" charset="-128"/>
                  <a:cs typeface="Arial Unicode MS" pitchFamily="34" charset="-128"/>
                </a:defRPr>
              </a:lvl2pPr>
              <a:lvl3pPr marL="1143000" indent="-228600" defTabSz="1217613">
                <a:defRPr>
                  <a:solidFill>
                    <a:schemeClr val="tx1"/>
                  </a:solidFill>
                  <a:latin typeface="Arial" pitchFamily="34" charset="0"/>
                  <a:ea typeface="Arial Unicode MS" pitchFamily="34" charset="-128"/>
                  <a:cs typeface="Arial Unicode MS" pitchFamily="34" charset="-128"/>
                </a:defRPr>
              </a:lvl3pPr>
              <a:lvl4pPr marL="1600200" indent="-228600" defTabSz="1217613">
                <a:defRPr>
                  <a:solidFill>
                    <a:schemeClr val="tx1"/>
                  </a:solidFill>
                  <a:latin typeface="Arial" pitchFamily="34" charset="0"/>
                  <a:ea typeface="Arial Unicode MS" pitchFamily="34" charset="-128"/>
                  <a:cs typeface="Arial Unicode MS" pitchFamily="34" charset="-128"/>
                </a:defRPr>
              </a:lvl4pPr>
              <a:lvl5pPr marL="2057400" indent="-228600" defTabSz="1217613">
                <a:defRPr>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eaLnBrk="1" hangingPunct="1">
                <a:lnSpc>
                  <a:spcPct val="300000"/>
                </a:lnSpc>
                <a:defRPr/>
              </a:pPr>
              <a:r>
                <a:rPr lang="en-US" altLang="en-US" sz="900" smtClean="0">
                  <a:solidFill>
                    <a:srgbClr val="3C3C3C"/>
                  </a:solidFill>
                  <a:latin typeface="Calibri" pitchFamily="34" charset="0"/>
                </a:rPr>
                <a:t>Building - Home</a:t>
              </a:r>
            </a:p>
            <a:p>
              <a:pPr eaLnBrk="1" hangingPunct="1">
                <a:lnSpc>
                  <a:spcPct val="300000"/>
                </a:lnSpc>
                <a:defRPr/>
              </a:pPr>
              <a:r>
                <a:rPr lang="en-US" altLang="en-US" sz="900" smtClean="0">
                  <a:solidFill>
                    <a:srgbClr val="3C3C3C"/>
                  </a:solidFill>
                  <a:latin typeface="Calibri" pitchFamily="34" charset="0"/>
                </a:rPr>
                <a:t>Building - Hospital</a:t>
              </a:r>
            </a:p>
            <a:p>
              <a:pPr eaLnBrk="1" hangingPunct="1">
                <a:lnSpc>
                  <a:spcPct val="300000"/>
                </a:lnSpc>
                <a:defRPr/>
              </a:pPr>
              <a:r>
                <a:rPr lang="en-US" altLang="en-US" sz="900" smtClean="0">
                  <a:solidFill>
                    <a:srgbClr val="3C3C3C"/>
                  </a:solidFill>
                  <a:latin typeface="Calibri" pitchFamily="34" charset="0"/>
                </a:rPr>
                <a:t>Building - Office</a:t>
              </a:r>
            </a:p>
            <a:p>
              <a:pPr eaLnBrk="1" hangingPunct="1">
                <a:lnSpc>
                  <a:spcPct val="300000"/>
                </a:lnSpc>
                <a:defRPr/>
              </a:pPr>
              <a:r>
                <a:rPr lang="en-US" altLang="en-US" sz="900" smtClean="0">
                  <a:solidFill>
                    <a:srgbClr val="3C3C3C"/>
                  </a:solidFill>
                  <a:latin typeface="Calibri" pitchFamily="34" charset="0"/>
                </a:rPr>
                <a:t>Bullseye</a:t>
              </a:r>
            </a:p>
            <a:p>
              <a:pPr eaLnBrk="1" hangingPunct="1">
                <a:lnSpc>
                  <a:spcPct val="300000"/>
                </a:lnSpc>
                <a:defRPr/>
              </a:pPr>
              <a:r>
                <a:rPr lang="en-US" altLang="en-US" sz="900" smtClean="0">
                  <a:solidFill>
                    <a:srgbClr val="3C3C3C"/>
                  </a:solidFill>
                  <a:latin typeface="Calibri" pitchFamily="34" charset="0"/>
                </a:rPr>
                <a:t>Calendar</a:t>
              </a:r>
            </a:p>
            <a:p>
              <a:pPr eaLnBrk="1" hangingPunct="1">
                <a:lnSpc>
                  <a:spcPct val="300000"/>
                </a:lnSpc>
                <a:defRPr/>
              </a:pPr>
              <a:r>
                <a:rPr lang="en-US" altLang="en-US" sz="900" smtClean="0">
                  <a:solidFill>
                    <a:srgbClr val="3C3C3C"/>
                  </a:solidFill>
                  <a:latin typeface="Calibri" pitchFamily="34" charset="0"/>
                </a:rPr>
                <a:t>Chart - Analytics</a:t>
              </a:r>
            </a:p>
            <a:p>
              <a:pPr eaLnBrk="1" hangingPunct="1">
                <a:lnSpc>
                  <a:spcPct val="300000"/>
                </a:lnSpc>
                <a:defRPr/>
              </a:pPr>
              <a:r>
                <a:rPr lang="en-US" altLang="en-US" sz="900" smtClean="0">
                  <a:solidFill>
                    <a:srgbClr val="3C3C3C"/>
                  </a:solidFill>
                  <a:latin typeface="Calibri" pitchFamily="34" charset="0"/>
                </a:rPr>
                <a:t>Chart - Bar</a:t>
              </a:r>
            </a:p>
            <a:p>
              <a:pPr eaLnBrk="1" hangingPunct="1">
                <a:lnSpc>
                  <a:spcPct val="300000"/>
                </a:lnSpc>
                <a:defRPr/>
              </a:pPr>
              <a:r>
                <a:rPr lang="en-US" altLang="en-US" sz="900" smtClean="0">
                  <a:solidFill>
                    <a:srgbClr val="3C3C3C"/>
                  </a:solidFill>
                  <a:latin typeface="Calibri" pitchFamily="34" charset="0"/>
                </a:rPr>
                <a:t>Chart - Growth</a:t>
              </a:r>
            </a:p>
            <a:p>
              <a:pPr eaLnBrk="1" hangingPunct="1">
                <a:lnSpc>
                  <a:spcPct val="300000"/>
                </a:lnSpc>
                <a:defRPr/>
              </a:pPr>
              <a:r>
                <a:rPr lang="en-US" altLang="en-US" sz="900" smtClean="0">
                  <a:solidFill>
                    <a:srgbClr val="3C3C3C"/>
                  </a:solidFill>
                  <a:latin typeface="Calibri" pitchFamily="34" charset="0"/>
                </a:rPr>
                <a:t>Chart - Pie 1</a:t>
              </a:r>
            </a:p>
            <a:p>
              <a:pPr eaLnBrk="1" hangingPunct="1">
                <a:lnSpc>
                  <a:spcPct val="300000"/>
                </a:lnSpc>
                <a:defRPr/>
              </a:pPr>
              <a:r>
                <a:rPr lang="en-US" altLang="en-US" sz="900" smtClean="0">
                  <a:solidFill>
                    <a:srgbClr val="3C3C3C"/>
                  </a:solidFill>
                  <a:latin typeface="Calibri" pitchFamily="34" charset="0"/>
                </a:rPr>
                <a:t>Chart - Pie 2</a:t>
              </a:r>
            </a:p>
            <a:p>
              <a:pPr eaLnBrk="1" hangingPunct="1">
                <a:lnSpc>
                  <a:spcPct val="300000"/>
                </a:lnSpc>
                <a:defRPr/>
              </a:pPr>
              <a:r>
                <a:rPr lang="en-US" altLang="en-US" sz="900" smtClean="0">
                  <a:solidFill>
                    <a:srgbClr val="3C3C3C"/>
                  </a:solidFill>
                  <a:latin typeface="Calibri" pitchFamily="34" charset="0"/>
                </a:rPr>
                <a:t>Check box</a:t>
              </a:r>
            </a:p>
            <a:p>
              <a:pPr eaLnBrk="1" hangingPunct="1">
                <a:lnSpc>
                  <a:spcPct val="300000"/>
                </a:lnSpc>
                <a:defRPr/>
              </a:pPr>
              <a:r>
                <a:rPr lang="en-US" altLang="en-US" sz="900" smtClean="0">
                  <a:solidFill>
                    <a:srgbClr val="3C3C3C"/>
                  </a:solidFill>
                  <a:latin typeface="Calibri" pitchFamily="34" charset="0"/>
                </a:rPr>
                <a:t>Checklist</a:t>
              </a:r>
            </a:p>
          </p:txBody>
        </p:sp>
        <p:sp>
          <p:nvSpPr>
            <p:cNvPr id="8" name="TextBox 7"/>
            <p:cNvSpPr txBox="1">
              <a:spLocks noChangeArrowheads="1"/>
            </p:cNvSpPr>
            <p:nvPr/>
          </p:nvSpPr>
          <p:spPr bwMode="auto">
            <a:xfrm>
              <a:off x="6600940" y="1104576"/>
              <a:ext cx="1447768"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217613">
                <a:defRPr>
                  <a:solidFill>
                    <a:schemeClr val="tx1"/>
                  </a:solidFill>
                  <a:latin typeface="Arial" pitchFamily="34" charset="0"/>
                  <a:ea typeface="Arial Unicode MS" pitchFamily="34" charset="-128"/>
                  <a:cs typeface="Arial Unicode MS" pitchFamily="34" charset="-128"/>
                </a:defRPr>
              </a:lvl1pPr>
              <a:lvl2pPr marL="742950" indent="-285750" defTabSz="1217613">
                <a:defRPr>
                  <a:solidFill>
                    <a:schemeClr val="tx1"/>
                  </a:solidFill>
                  <a:latin typeface="Arial" pitchFamily="34" charset="0"/>
                  <a:ea typeface="Arial Unicode MS" pitchFamily="34" charset="-128"/>
                  <a:cs typeface="Arial Unicode MS" pitchFamily="34" charset="-128"/>
                </a:defRPr>
              </a:lvl2pPr>
              <a:lvl3pPr marL="1143000" indent="-228600" defTabSz="1217613">
                <a:defRPr>
                  <a:solidFill>
                    <a:schemeClr val="tx1"/>
                  </a:solidFill>
                  <a:latin typeface="Arial" pitchFamily="34" charset="0"/>
                  <a:ea typeface="Arial Unicode MS" pitchFamily="34" charset="-128"/>
                  <a:cs typeface="Arial Unicode MS" pitchFamily="34" charset="-128"/>
                </a:defRPr>
              </a:lvl3pPr>
              <a:lvl4pPr marL="1600200" indent="-228600" defTabSz="1217613">
                <a:defRPr>
                  <a:solidFill>
                    <a:schemeClr val="tx1"/>
                  </a:solidFill>
                  <a:latin typeface="Arial" pitchFamily="34" charset="0"/>
                  <a:ea typeface="Arial Unicode MS" pitchFamily="34" charset="-128"/>
                  <a:cs typeface="Arial Unicode MS" pitchFamily="34" charset="-128"/>
                </a:defRPr>
              </a:lvl4pPr>
              <a:lvl5pPr marL="2057400" indent="-228600" defTabSz="1217613">
                <a:defRPr>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eaLnBrk="1" hangingPunct="1">
                <a:lnSpc>
                  <a:spcPct val="300000"/>
                </a:lnSpc>
                <a:defRPr/>
              </a:pPr>
              <a:r>
                <a:rPr lang="en-US" altLang="en-US" sz="900" smtClean="0">
                  <a:solidFill>
                    <a:srgbClr val="3C3C3C"/>
                  </a:solidFill>
                  <a:latin typeface="Calibri" pitchFamily="34" charset="0"/>
                </a:rPr>
                <a:t>Cloud - Solid</a:t>
              </a:r>
            </a:p>
            <a:p>
              <a:pPr eaLnBrk="1" hangingPunct="1">
                <a:lnSpc>
                  <a:spcPct val="300000"/>
                </a:lnSpc>
                <a:defRPr/>
              </a:pPr>
              <a:r>
                <a:rPr lang="en-US" altLang="en-US" sz="900" smtClean="0">
                  <a:solidFill>
                    <a:srgbClr val="3C3C3C"/>
                  </a:solidFill>
                  <a:latin typeface="Calibri" pitchFamily="34" charset="0"/>
                </a:rPr>
                <a:t>Cloud - Outline</a:t>
              </a:r>
            </a:p>
            <a:p>
              <a:pPr eaLnBrk="1" hangingPunct="1">
                <a:lnSpc>
                  <a:spcPct val="300000"/>
                </a:lnSpc>
                <a:defRPr/>
              </a:pPr>
              <a:r>
                <a:rPr lang="en-US" altLang="en-US" sz="900" smtClean="0">
                  <a:solidFill>
                    <a:srgbClr val="3C3C3C"/>
                  </a:solidFill>
                  <a:latin typeface="Calibri" pitchFamily="34" charset="0"/>
                </a:rPr>
                <a:t>Cloud - Hybrid</a:t>
              </a:r>
            </a:p>
            <a:p>
              <a:pPr eaLnBrk="1" hangingPunct="1">
                <a:lnSpc>
                  <a:spcPct val="300000"/>
                </a:lnSpc>
                <a:defRPr/>
              </a:pPr>
              <a:r>
                <a:rPr lang="en-US" altLang="en-US" sz="900" smtClean="0">
                  <a:solidFill>
                    <a:srgbClr val="3C3C3C"/>
                  </a:solidFill>
                  <a:latin typeface="Calibri" pitchFamily="34" charset="0"/>
                </a:rPr>
                <a:t>Cloud - Mobile</a:t>
              </a:r>
            </a:p>
            <a:p>
              <a:pPr eaLnBrk="1" hangingPunct="1">
                <a:lnSpc>
                  <a:spcPct val="300000"/>
                </a:lnSpc>
                <a:defRPr/>
              </a:pPr>
              <a:r>
                <a:rPr lang="en-US" altLang="en-US" sz="900" smtClean="0">
                  <a:solidFill>
                    <a:srgbClr val="3C3C3C"/>
                  </a:solidFill>
                  <a:latin typeface="Calibri" pitchFamily="34" charset="0"/>
                </a:rPr>
                <a:t>Cloud - Private</a:t>
              </a:r>
            </a:p>
            <a:p>
              <a:pPr eaLnBrk="1" hangingPunct="1">
                <a:lnSpc>
                  <a:spcPct val="300000"/>
                </a:lnSpc>
                <a:defRPr/>
              </a:pPr>
              <a:r>
                <a:rPr lang="en-US" altLang="en-US" sz="900" smtClean="0">
                  <a:solidFill>
                    <a:srgbClr val="3C3C3C"/>
                  </a:solidFill>
                  <a:latin typeface="Calibri" pitchFamily="34" charset="0"/>
                </a:rPr>
                <a:t>Cloud - Public</a:t>
              </a:r>
            </a:p>
            <a:p>
              <a:pPr eaLnBrk="1" hangingPunct="1">
                <a:lnSpc>
                  <a:spcPct val="300000"/>
                </a:lnSpc>
                <a:defRPr/>
              </a:pPr>
              <a:r>
                <a:rPr lang="en-US" altLang="en-US" sz="900" smtClean="0">
                  <a:solidFill>
                    <a:srgbClr val="3C3C3C"/>
                  </a:solidFill>
                  <a:latin typeface="Calibri" pitchFamily="34" charset="0"/>
                </a:rPr>
                <a:t>Coding</a:t>
              </a:r>
            </a:p>
            <a:p>
              <a:pPr eaLnBrk="1" hangingPunct="1">
                <a:lnSpc>
                  <a:spcPct val="300000"/>
                </a:lnSpc>
                <a:defRPr/>
              </a:pPr>
              <a:r>
                <a:rPr lang="en-US" altLang="en-US" sz="900" smtClean="0">
                  <a:solidFill>
                    <a:srgbClr val="3C3C3C"/>
                  </a:solidFill>
                  <a:latin typeface="Calibri" pitchFamily="34" charset="0"/>
                </a:rPr>
                <a:t>Compass</a:t>
              </a:r>
            </a:p>
            <a:p>
              <a:pPr eaLnBrk="1" hangingPunct="1">
                <a:lnSpc>
                  <a:spcPct val="300000"/>
                </a:lnSpc>
                <a:defRPr/>
              </a:pPr>
              <a:r>
                <a:rPr lang="en-US" altLang="en-US" sz="900" smtClean="0">
                  <a:solidFill>
                    <a:srgbClr val="3C3C3C"/>
                  </a:solidFill>
                  <a:latin typeface="Calibri" pitchFamily="34" charset="0"/>
                </a:rPr>
                <a:t>Connection</a:t>
              </a:r>
            </a:p>
            <a:p>
              <a:pPr eaLnBrk="1" hangingPunct="1">
                <a:lnSpc>
                  <a:spcPct val="300000"/>
                </a:lnSpc>
                <a:defRPr/>
              </a:pPr>
              <a:r>
                <a:rPr lang="en-US" altLang="en-US" sz="900" smtClean="0">
                  <a:solidFill>
                    <a:srgbClr val="3C3C3C"/>
                  </a:solidFill>
                  <a:latin typeface="Calibri" pitchFamily="34" charset="0"/>
                </a:rPr>
                <a:t>Content 1</a:t>
              </a:r>
            </a:p>
            <a:p>
              <a:pPr eaLnBrk="1" hangingPunct="1">
                <a:lnSpc>
                  <a:spcPct val="300000"/>
                </a:lnSpc>
                <a:defRPr/>
              </a:pPr>
              <a:r>
                <a:rPr lang="en-US" altLang="en-US" sz="900" smtClean="0">
                  <a:solidFill>
                    <a:srgbClr val="3C3C3C"/>
                  </a:solidFill>
                  <a:latin typeface="Calibri" pitchFamily="34" charset="0"/>
                </a:rPr>
                <a:t>Content 2</a:t>
              </a:r>
            </a:p>
            <a:p>
              <a:pPr eaLnBrk="1" hangingPunct="1">
                <a:lnSpc>
                  <a:spcPct val="300000"/>
                </a:lnSpc>
                <a:defRPr/>
              </a:pPr>
              <a:r>
                <a:rPr lang="en-US" altLang="en-US" sz="900" smtClean="0">
                  <a:solidFill>
                    <a:srgbClr val="3C3C3C"/>
                  </a:solidFill>
                  <a:latin typeface="Calibri" pitchFamily="34" charset="0"/>
                </a:rPr>
                <a:t>Database</a:t>
              </a:r>
            </a:p>
          </p:txBody>
        </p:sp>
        <p:sp>
          <p:nvSpPr>
            <p:cNvPr id="9" name="TextBox 8"/>
            <p:cNvSpPr txBox="1">
              <a:spLocks noChangeArrowheads="1"/>
            </p:cNvSpPr>
            <p:nvPr/>
          </p:nvSpPr>
          <p:spPr bwMode="auto">
            <a:xfrm>
              <a:off x="8482086" y="1104576"/>
              <a:ext cx="1447768" cy="5005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217613">
                <a:defRPr>
                  <a:solidFill>
                    <a:schemeClr val="tx1"/>
                  </a:solidFill>
                  <a:latin typeface="Arial" pitchFamily="34" charset="0"/>
                  <a:ea typeface="Arial Unicode MS" pitchFamily="34" charset="-128"/>
                  <a:cs typeface="Arial Unicode MS" pitchFamily="34" charset="-128"/>
                </a:defRPr>
              </a:lvl1pPr>
              <a:lvl2pPr marL="742950" indent="-285750" defTabSz="1217613">
                <a:defRPr>
                  <a:solidFill>
                    <a:schemeClr val="tx1"/>
                  </a:solidFill>
                  <a:latin typeface="Arial" pitchFamily="34" charset="0"/>
                  <a:ea typeface="Arial Unicode MS" pitchFamily="34" charset="-128"/>
                  <a:cs typeface="Arial Unicode MS" pitchFamily="34" charset="-128"/>
                </a:defRPr>
              </a:lvl2pPr>
              <a:lvl3pPr marL="1143000" indent="-228600" defTabSz="1217613">
                <a:defRPr>
                  <a:solidFill>
                    <a:schemeClr val="tx1"/>
                  </a:solidFill>
                  <a:latin typeface="Arial" pitchFamily="34" charset="0"/>
                  <a:ea typeface="Arial Unicode MS" pitchFamily="34" charset="-128"/>
                  <a:cs typeface="Arial Unicode MS" pitchFamily="34" charset="-128"/>
                </a:defRPr>
              </a:lvl3pPr>
              <a:lvl4pPr marL="1600200" indent="-228600" defTabSz="1217613">
                <a:defRPr>
                  <a:solidFill>
                    <a:schemeClr val="tx1"/>
                  </a:solidFill>
                  <a:latin typeface="Arial" pitchFamily="34" charset="0"/>
                  <a:ea typeface="Arial Unicode MS" pitchFamily="34" charset="-128"/>
                  <a:cs typeface="Arial Unicode MS" pitchFamily="34" charset="-128"/>
                </a:defRPr>
              </a:lvl4pPr>
              <a:lvl5pPr marL="2057400" indent="-228600" defTabSz="1217613">
                <a:defRPr>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eaLnBrk="1" hangingPunct="1">
                <a:lnSpc>
                  <a:spcPct val="300000"/>
                </a:lnSpc>
                <a:defRPr/>
              </a:pPr>
              <a:r>
                <a:rPr lang="en-US" altLang="en-US" sz="900" smtClean="0">
                  <a:solidFill>
                    <a:srgbClr val="3C3C3C"/>
                  </a:solidFill>
                  <a:latin typeface="Calibri" pitchFamily="34" charset="0"/>
                </a:rPr>
                <a:t>Database - Input</a:t>
              </a:r>
            </a:p>
            <a:p>
              <a:pPr eaLnBrk="1" hangingPunct="1">
                <a:lnSpc>
                  <a:spcPct val="300000"/>
                </a:lnSpc>
                <a:defRPr/>
              </a:pPr>
              <a:r>
                <a:rPr lang="en-US" altLang="en-US" sz="900" smtClean="0">
                  <a:solidFill>
                    <a:srgbClr val="3C3C3C"/>
                  </a:solidFill>
                  <a:latin typeface="Calibri" pitchFamily="34" charset="0"/>
                </a:rPr>
                <a:t>Data Center</a:t>
              </a:r>
            </a:p>
            <a:p>
              <a:pPr eaLnBrk="1" hangingPunct="1">
                <a:lnSpc>
                  <a:spcPct val="300000"/>
                </a:lnSpc>
                <a:defRPr/>
              </a:pPr>
              <a:r>
                <a:rPr lang="en-US" altLang="en-US" sz="900" smtClean="0">
                  <a:solidFill>
                    <a:srgbClr val="3C3C3C"/>
                  </a:solidFill>
                  <a:latin typeface="Calibri" pitchFamily="34" charset="0"/>
                </a:rPr>
                <a:t>Data Mining</a:t>
              </a:r>
            </a:p>
            <a:p>
              <a:pPr eaLnBrk="1" hangingPunct="1">
                <a:lnSpc>
                  <a:spcPct val="300000"/>
                </a:lnSpc>
                <a:defRPr/>
              </a:pPr>
              <a:r>
                <a:rPr lang="en-US" altLang="en-US" sz="900" smtClean="0">
                  <a:solidFill>
                    <a:srgbClr val="3C3C3C"/>
                  </a:solidFill>
                  <a:latin typeface="Calibri" pitchFamily="34" charset="0"/>
                </a:rPr>
                <a:t>Device - Chat</a:t>
              </a:r>
            </a:p>
            <a:p>
              <a:pPr eaLnBrk="1" hangingPunct="1">
                <a:lnSpc>
                  <a:spcPct val="300000"/>
                </a:lnSpc>
                <a:defRPr/>
              </a:pPr>
              <a:r>
                <a:rPr lang="en-US" altLang="en-US" sz="900" smtClean="0">
                  <a:solidFill>
                    <a:srgbClr val="3C3C3C"/>
                  </a:solidFill>
                  <a:latin typeface="Calibri" pitchFamily="34" charset="0"/>
                </a:rPr>
                <a:t>Device - Desktop</a:t>
              </a:r>
            </a:p>
            <a:p>
              <a:pPr eaLnBrk="1" hangingPunct="1">
                <a:lnSpc>
                  <a:spcPct val="300000"/>
                </a:lnSpc>
                <a:defRPr/>
              </a:pPr>
              <a:r>
                <a:rPr lang="en-US" altLang="en-US" sz="900" smtClean="0">
                  <a:solidFill>
                    <a:srgbClr val="3C3C3C"/>
                  </a:solidFill>
                  <a:latin typeface="Calibri" pitchFamily="34" charset="0"/>
                </a:rPr>
                <a:t>Device - Laptop 1</a:t>
              </a:r>
            </a:p>
            <a:p>
              <a:pPr eaLnBrk="1" hangingPunct="1">
                <a:lnSpc>
                  <a:spcPct val="300000"/>
                </a:lnSpc>
                <a:defRPr/>
              </a:pPr>
              <a:r>
                <a:rPr lang="en-US" altLang="en-US" sz="900" smtClean="0">
                  <a:solidFill>
                    <a:srgbClr val="3C3C3C"/>
                  </a:solidFill>
                  <a:latin typeface="Calibri" pitchFamily="34" charset="0"/>
                </a:rPr>
                <a:t>Device - Laptop 2</a:t>
              </a:r>
            </a:p>
            <a:p>
              <a:pPr eaLnBrk="1" hangingPunct="1">
                <a:lnSpc>
                  <a:spcPct val="300000"/>
                </a:lnSpc>
                <a:defRPr/>
              </a:pPr>
              <a:r>
                <a:rPr lang="en-US" altLang="en-US" sz="900" smtClean="0">
                  <a:solidFill>
                    <a:srgbClr val="3C3C3C"/>
                  </a:solidFill>
                  <a:latin typeface="Calibri" pitchFamily="34" charset="0"/>
                </a:rPr>
                <a:t>Device - Networked</a:t>
              </a:r>
            </a:p>
            <a:p>
              <a:pPr eaLnBrk="1" hangingPunct="1">
                <a:lnSpc>
                  <a:spcPct val="300000"/>
                </a:lnSpc>
                <a:defRPr/>
              </a:pPr>
              <a:r>
                <a:rPr lang="en-US" altLang="en-US" sz="900" smtClean="0">
                  <a:solidFill>
                    <a:srgbClr val="3C3C3C"/>
                  </a:solidFill>
                  <a:latin typeface="Calibri" pitchFamily="34" charset="0"/>
                </a:rPr>
                <a:t>Device - Cellphone</a:t>
              </a:r>
            </a:p>
            <a:p>
              <a:pPr eaLnBrk="1" hangingPunct="1">
                <a:lnSpc>
                  <a:spcPct val="300000"/>
                </a:lnSpc>
                <a:defRPr/>
              </a:pPr>
              <a:r>
                <a:rPr lang="en-US" altLang="en-US" sz="900" smtClean="0">
                  <a:solidFill>
                    <a:srgbClr val="3C3C3C"/>
                  </a:solidFill>
                  <a:latin typeface="Calibri" pitchFamily="34" charset="0"/>
                </a:rPr>
                <a:t>Device - Tablet</a:t>
              </a:r>
            </a:p>
            <a:p>
              <a:pPr eaLnBrk="1" hangingPunct="1">
                <a:lnSpc>
                  <a:spcPct val="300000"/>
                </a:lnSpc>
                <a:defRPr/>
              </a:pPr>
              <a:r>
                <a:rPr lang="en-US" altLang="en-US" sz="900" smtClean="0">
                  <a:solidFill>
                    <a:srgbClr val="3C3C3C"/>
                  </a:solidFill>
                  <a:latin typeface="Calibri" pitchFamily="34" charset="0"/>
                </a:rPr>
                <a:t>Devices</a:t>
              </a:r>
            </a:p>
            <a:p>
              <a:pPr eaLnBrk="1" hangingPunct="1">
                <a:lnSpc>
                  <a:spcPct val="300000"/>
                </a:lnSpc>
                <a:defRPr/>
              </a:pPr>
              <a:r>
                <a:rPr lang="en-US" altLang="en-US" sz="900" smtClean="0">
                  <a:solidFill>
                    <a:srgbClr val="3C3C3C"/>
                  </a:solidFill>
                  <a:latin typeface="Calibri" pitchFamily="34" charset="0"/>
                </a:rPr>
                <a:t>Document</a:t>
              </a:r>
            </a:p>
          </p:txBody>
        </p:sp>
        <p:sp>
          <p:nvSpPr>
            <p:cNvPr id="10" name="TextBox 9"/>
            <p:cNvSpPr txBox="1">
              <a:spLocks noChangeArrowheads="1"/>
            </p:cNvSpPr>
            <p:nvPr/>
          </p:nvSpPr>
          <p:spPr bwMode="auto">
            <a:xfrm>
              <a:off x="10363232" y="1104576"/>
              <a:ext cx="1447768"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217613">
                <a:defRPr>
                  <a:solidFill>
                    <a:schemeClr val="tx1"/>
                  </a:solidFill>
                  <a:latin typeface="Arial" pitchFamily="34" charset="0"/>
                  <a:ea typeface="Arial Unicode MS" pitchFamily="34" charset="-128"/>
                  <a:cs typeface="Arial Unicode MS" pitchFamily="34" charset="-128"/>
                </a:defRPr>
              </a:lvl1pPr>
              <a:lvl2pPr marL="742950" indent="-285750" defTabSz="1217613">
                <a:defRPr>
                  <a:solidFill>
                    <a:schemeClr val="tx1"/>
                  </a:solidFill>
                  <a:latin typeface="Arial" pitchFamily="34" charset="0"/>
                  <a:ea typeface="Arial Unicode MS" pitchFamily="34" charset="-128"/>
                  <a:cs typeface="Arial Unicode MS" pitchFamily="34" charset="-128"/>
                </a:defRPr>
              </a:lvl2pPr>
              <a:lvl3pPr marL="1143000" indent="-228600" defTabSz="1217613">
                <a:defRPr>
                  <a:solidFill>
                    <a:schemeClr val="tx1"/>
                  </a:solidFill>
                  <a:latin typeface="Arial" pitchFamily="34" charset="0"/>
                  <a:ea typeface="Arial Unicode MS" pitchFamily="34" charset="-128"/>
                  <a:cs typeface="Arial Unicode MS" pitchFamily="34" charset="-128"/>
                </a:defRPr>
              </a:lvl3pPr>
              <a:lvl4pPr marL="1600200" indent="-228600" defTabSz="1217613">
                <a:defRPr>
                  <a:solidFill>
                    <a:schemeClr val="tx1"/>
                  </a:solidFill>
                  <a:latin typeface="Arial" pitchFamily="34" charset="0"/>
                  <a:ea typeface="Arial Unicode MS" pitchFamily="34" charset="-128"/>
                  <a:cs typeface="Arial Unicode MS" pitchFamily="34" charset="-128"/>
                </a:defRPr>
              </a:lvl4pPr>
              <a:lvl5pPr marL="2057400" indent="-228600" defTabSz="1217613">
                <a:defRPr>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eaLnBrk="1" hangingPunct="1">
                <a:lnSpc>
                  <a:spcPct val="300000"/>
                </a:lnSpc>
                <a:defRPr/>
              </a:pPr>
              <a:r>
                <a:rPr lang="en-US" altLang="en-US" sz="900" smtClean="0">
                  <a:solidFill>
                    <a:srgbClr val="3C3C3C"/>
                  </a:solidFill>
                  <a:latin typeface="Calibri" pitchFamily="34" charset="0"/>
                </a:rPr>
                <a:t>Document - Assessment</a:t>
              </a:r>
            </a:p>
            <a:p>
              <a:pPr eaLnBrk="1" hangingPunct="1">
                <a:lnSpc>
                  <a:spcPct val="300000"/>
                </a:lnSpc>
                <a:defRPr/>
              </a:pPr>
              <a:r>
                <a:rPr lang="en-US" altLang="en-US" sz="900" smtClean="0">
                  <a:solidFill>
                    <a:srgbClr val="3C3C3C"/>
                  </a:solidFill>
                  <a:latin typeface="Calibri" pitchFamily="34" charset="0"/>
                </a:rPr>
                <a:t>Document - Certification 1</a:t>
              </a:r>
            </a:p>
            <a:p>
              <a:pPr eaLnBrk="1" hangingPunct="1">
                <a:lnSpc>
                  <a:spcPct val="300000"/>
                </a:lnSpc>
                <a:defRPr/>
              </a:pPr>
              <a:r>
                <a:rPr lang="en-US" altLang="en-US" sz="900" smtClean="0">
                  <a:solidFill>
                    <a:srgbClr val="3C3C3C"/>
                  </a:solidFill>
                  <a:latin typeface="Calibri" pitchFamily="34" charset="0"/>
                </a:rPr>
                <a:t>Document - Certification 2</a:t>
              </a:r>
            </a:p>
            <a:p>
              <a:pPr eaLnBrk="1" hangingPunct="1">
                <a:lnSpc>
                  <a:spcPct val="300000"/>
                </a:lnSpc>
                <a:defRPr/>
              </a:pPr>
              <a:r>
                <a:rPr lang="en-US" altLang="en-US" sz="900" smtClean="0">
                  <a:solidFill>
                    <a:srgbClr val="3C3C3C"/>
                  </a:solidFill>
                  <a:latin typeface="Calibri" pitchFamily="34" charset="0"/>
                </a:rPr>
                <a:t>Document - Contract</a:t>
              </a:r>
            </a:p>
            <a:p>
              <a:pPr eaLnBrk="1" hangingPunct="1">
                <a:lnSpc>
                  <a:spcPct val="300000"/>
                </a:lnSpc>
                <a:defRPr/>
              </a:pPr>
              <a:r>
                <a:rPr lang="en-US" altLang="en-US" sz="900" smtClean="0">
                  <a:solidFill>
                    <a:srgbClr val="3C3C3C"/>
                  </a:solidFill>
                  <a:latin typeface="Calibri" pitchFamily="34" charset="0"/>
                </a:rPr>
                <a:t>Document - Learning</a:t>
              </a:r>
            </a:p>
            <a:p>
              <a:pPr eaLnBrk="1" hangingPunct="1">
                <a:lnSpc>
                  <a:spcPct val="300000"/>
                </a:lnSpc>
                <a:defRPr/>
              </a:pPr>
              <a:r>
                <a:rPr lang="en-US" altLang="en-US" sz="900" smtClean="0">
                  <a:solidFill>
                    <a:srgbClr val="3C3C3C"/>
                  </a:solidFill>
                  <a:latin typeface="Calibri" pitchFamily="34" charset="0"/>
                </a:rPr>
                <a:t>Document - PDF</a:t>
              </a:r>
            </a:p>
            <a:p>
              <a:pPr eaLnBrk="1" hangingPunct="1">
                <a:lnSpc>
                  <a:spcPct val="300000"/>
                </a:lnSpc>
                <a:defRPr/>
              </a:pPr>
              <a:r>
                <a:rPr lang="en-US" altLang="en-US" sz="900" smtClean="0">
                  <a:solidFill>
                    <a:srgbClr val="3C3C3C"/>
                  </a:solidFill>
                  <a:latin typeface="Calibri" pitchFamily="34" charset="0"/>
                </a:rPr>
                <a:t>Document - Profile</a:t>
              </a:r>
            </a:p>
            <a:p>
              <a:pPr eaLnBrk="1" hangingPunct="1">
                <a:lnSpc>
                  <a:spcPct val="300000"/>
                </a:lnSpc>
                <a:defRPr/>
              </a:pPr>
              <a:r>
                <a:rPr lang="en-US" altLang="en-US" sz="900" smtClean="0">
                  <a:solidFill>
                    <a:srgbClr val="3C3C3C"/>
                  </a:solidFill>
                  <a:latin typeface="Calibri" pitchFamily="34" charset="0"/>
                </a:rPr>
                <a:t>Document - Policy</a:t>
              </a:r>
            </a:p>
            <a:p>
              <a:pPr eaLnBrk="1" hangingPunct="1">
                <a:lnSpc>
                  <a:spcPct val="300000"/>
                </a:lnSpc>
                <a:defRPr/>
              </a:pPr>
              <a:r>
                <a:rPr lang="en-US" altLang="en-US" sz="900" smtClean="0">
                  <a:solidFill>
                    <a:srgbClr val="3C3C3C"/>
                  </a:solidFill>
                  <a:latin typeface="Calibri" pitchFamily="34" charset="0"/>
                </a:rPr>
                <a:t>Document - Search</a:t>
              </a:r>
            </a:p>
            <a:p>
              <a:pPr eaLnBrk="1" hangingPunct="1">
                <a:lnSpc>
                  <a:spcPct val="300000"/>
                </a:lnSpc>
                <a:defRPr/>
              </a:pPr>
              <a:r>
                <a:rPr lang="en-US" altLang="en-US" sz="900" smtClean="0">
                  <a:solidFill>
                    <a:srgbClr val="3C3C3C"/>
                  </a:solidFill>
                  <a:latin typeface="Calibri" pitchFamily="34" charset="0"/>
                </a:rPr>
                <a:t>Document - Template</a:t>
              </a:r>
            </a:p>
            <a:p>
              <a:pPr eaLnBrk="1" hangingPunct="1">
                <a:lnSpc>
                  <a:spcPct val="300000"/>
                </a:lnSpc>
                <a:defRPr/>
              </a:pPr>
              <a:r>
                <a:rPr lang="en-US" altLang="en-US" sz="900" smtClean="0">
                  <a:solidFill>
                    <a:srgbClr val="3C3C3C"/>
                  </a:solidFill>
                  <a:latin typeface="Calibri" pitchFamily="34" charset="0"/>
                </a:rPr>
                <a:t>Email</a:t>
              </a:r>
            </a:p>
            <a:p>
              <a:pPr eaLnBrk="1" hangingPunct="1">
                <a:lnSpc>
                  <a:spcPct val="300000"/>
                </a:lnSpc>
                <a:defRPr/>
              </a:pPr>
              <a:r>
                <a:rPr lang="en-US" altLang="en-US" sz="900" smtClean="0">
                  <a:solidFill>
                    <a:srgbClr val="3C3C3C"/>
                  </a:solidFill>
                  <a:latin typeface="Calibri" pitchFamily="34" charset="0"/>
                </a:rPr>
                <a:t>Evening</a:t>
              </a:r>
            </a:p>
          </p:txBody>
        </p:sp>
      </p:grpSp>
      <p:sp>
        <p:nvSpPr>
          <p:cNvPr id="13" name="Title Placeholder 1"/>
          <p:cNvSpPr>
            <a:spLocks noGrp="1"/>
          </p:cNvSpPr>
          <p:nvPr>
            <p:ph type="title"/>
          </p:nvPr>
        </p:nvSpPr>
        <p:spPr>
          <a:xfrm>
            <a:off x="609955" y="381000"/>
            <a:ext cx="10972092" cy="524999"/>
          </a:xfrm>
          <a:prstGeom prst="rect">
            <a:avLst/>
          </a:prstGeom>
        </p:spPr>
        <p:txBody>
          <a:bodyPr rtlCol="0">
            <a:noAutofit/>
          </a:bodyPr>
          <a:lstStyle/>
          <a:p>
            <a:r>
              <a:rPr lang="en-US" dirty="0"/>
              <a:t>Click to edit slide headline</a:t>
            </a:r>
          </a:p>
        </p:txBody>
      </p:sp>
      <p:sp>
        <p:nvSpPr>
          <p:cNvPr id="14" name="Text Placeholder 2"/>
          <p:cNvSpPr>
            <a:spLocks noGrp="1"/>
          </p:cNvSpPr>
          <p:nvPr>
            <p:ph type="body" idx="28"/>
          </p:nvPr>
        </p:nvSpPr>
        <p:spPr>
          <a:xfrm>
            <a:off x="609600" y="140718"/>
            <a:ext cx="10972800" cy="299548"/>
          </a:xfrm>
          <a:prstGeom prst="rect">
            <a:avLst/>
          </a:prstGeom>
        </p:spPr>
        <p:txBody>
          <a:bodyPr>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Tree>
    <p:extLst>
      <p:ext uri="{BB962C8B-B14F-4D97-AF65-F5344CB8AC3E}">
        <p14:creationId xmlns:p14="http://schemas.microsoft.com/office/powerpoint/2010/main" val="2272175175"/>
      </p:ext>
    </p:extLst>
  </p:cSld>
  <p:clrMapOvr>
    <a:masterClrMapping/>
  </p:clrMapOvr>
  <p:transition spd="med">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Closing Slide">
    <p:spTree>
      <p:nvGrpSpPr>
        <p:cNvPr id="1" name=""/>
        <p:cNvGrpSpPr/>
        <p:nvPr/>
      </p:nvGrpSpPr>
      <p:grpSpPr>
        <a:xfrm>
          <a:off x="0" y="0"/>
          <a:ext cx="0" cy="0"/>
          <a:chOff x="0" y="0"/>
          <a:chExt cx="0" cy="0"/>
        </a:xfrm>
      </p:grpSpPr>
      <p:sp>
        <p:nvSpPr>
          <p:cNvPr id="2" name="Freeform 1"/>
          <p:cNvSpPr/>
          <p:nvPr userDrawn="1"/>
        </p:nvSpPr>
        <p:spPr>
          <a:xfrm flipH="1">
            <a:off x="914400" y="6010275"/>
            <a:ext cx="11277600" cy="852488"/>
          </a:xfrm>
          <a:custGeom>
            <a:avLst/>
            <a:gdLst>
              <a:gd name="connsiteX0" fmla="*/ 5722374 w 5948516"/>
              <a:gd name="connsiteY0" fmla="*/ 639097 h 639097"/>
              <a:gd name="connsiteX1" fmla="*/ 0 w 5948516"/>
              <a:gd name="connsiteY1" fmla="*/ 639097 h 639097"/>
              <a:gd name="connsiteX2" fmla="*/ 0 w 5948516"/>
              <a:gd name="connsiteY2" fmla="*/ 0 h 639097"/>
              <a:gd name="connsiteX3" fmla="*/ 5948516 w 5948516"/>
              <a:gd name="connsiteY3" fmla="*/ 432620 h 639097"/>
              <a:gd name="connsiteX4" fmla="*/ 5722374 w 5948516"/>
              <a:gd name="connsiteY4" fmla="*/ 639097 h 639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8516" h="639097">
                <a:moveTo>
                  <a:pt x="5722374" y="639097"/>
                </a:moveTo>
                <a:lnTo>
                  <a:pt x="0" y="639097"/>
                </a:lnTo>
                <a:lnTo>
                  <a:pt x="0" y="0"/>
                </a:lnTo>
                <a:lnTo>
                  <a:pt x="5948516" y="432620"/>
                </a:lnTo>
                <a:lnTo>
                  <a:pt x="5722374" y="63909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3200" dirty="0">
              <a:solidFill>
                <a:srgbClr val="FFFFFF"/>
              </a:solidFill>
            </a:endParaRPr>
          </a:p>
        </p:txBody>
      </p:sp>
      <p:sp>
        <p:nvSpPr>
          <p:cNvPr id="3" name="Right Triangle 2"/>
          <p:cNvSpPr/>
          <p:nvPr userDrawn="1"/>
        </p:nvSpPr>
        <p:spPr>
          <a:xfrm>
            <a:off x="0" y="5410200"/>
            <a:ext cx="1428750" cy="1447800"/>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3200" dirty="0">
              <a:solidFill>
                <a:srgbClr val="FFFFFF"/>
              </a:solidFill>
            </a:endParaRPr>
          </a:p>
        </p:txBody>
      </p:sp>
      <p:sp>
        <p:nvSpPr>
          <p:cNvPr id="4" name="Freeform 3"/>
          <p:cNvSpPr/>
          <p:nvPr userDrawn="1"/>
        </p:nvSpPr>
        <p:spPr>
          <a:xfrm flipH="1">
            <a:off x="1144588" y="6572250"/>
            <a:ext cx="284162" cy="287338"/>
          </a:xfrm>
          <a:custGeom>
            <a:avLst/>
            <a:gdLst>
              <a:gd name="connsiteX0" fmla="*/ 0 w 212725"/>
              <a:gd name="connsiteY0" fmla="*/ 215900 h 215900"/>
              <a:gd name="connsiteX1" fmla="*/ 212725 w 212725"/>
              <a:gd name="connsiteY1" fmla="*/ 3175 h 215900"/>
              <a:gd name="connsiteX2" fmla="*/ 101600 w 212725"/>
              <a:gd name="connsiteY2" fmla="*/ 0 h 215900"/>
              <a:gd name="connsiteX3" fmla="*/ 0 w 212725"/>
              <a:gd name="connsiteY3" fmla="*/ 215900 h 215900"/>
            </a:gdLst>
            <a:ahLst/>
            <a:cxnLst>
              <a:cxn ang="0">
                <a:pos x="connsiteX0" y="connsiteY0"/>
              </a:cxn>
              <a:cxn ang="0">
                <a:pos x="connsiteX1" y="connsiteY1"/>
              </a:cxn>
              <a:cxn ang="0">
                <a:pos x="connsiteX2" y="connsiteY2"/>
              </a:cxn>
              <a:cxn ang="0">
                <a:pos x="connsiteX3" y="connsiteY3"/>
              </a:cxn>
            </a:cxnLst>
            <a:rect l="l" t="t" r="r" b="b"/>
            <a:pathLst>
              <a:path w="212725" h="215900">
                <a:moveTo>
                  <a:pt x="0" y="215900"/>
                </a:moveTo>
                <a:lnTo>
                  <a:pt x="212725" y="3175"/>
                </a:lnTo>
                <a:lnTo>
                  <a:pt x="101600" y="0"/>
                </a:lnTo>
                <a:lnTo>
                  <a:pt x="0" y="215900"/>
                </a:lnTo>
                <a:close/>
              </a:path>
            </a:pathLst>
          </a:custGeom>
          <a:solidFill>
            <a:schemeClr val="accent6">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3200" dirty="0">
              <a:solidFill>
                <a:srgbClr val="FFFFFF"/>
              </a:solidFill>
            </a:endParaRPr>
          </a:p>
        </p:txBody>
      </p:sp>
      <p:sp>
        <p:nvSpPr>
          <p:cNvPr id="5" name="Rectangle 4"/>
          <p:cNvSpPr/>
          <p:nvPr userDrawn="1"/>
        </p:nvSpPr>
        <p:spPr>
          <a:xfrm>
            <a:off x="9223712" y="6413707"/>
            <a:ext cx="2664634" cy="338554"/>
          </a:xfrm>
          <a:prstGeom prst="rect">
            <a:avLst/>
          </a:prstGeom>
        </p:spPr>
        <p:txBody>
          <a:bodyPr>
            <a:spAutoFit/>
          </a:bodyPr>
          <a:lstStyle/>
          <a:p>
            <a:pPr algn="ctr" defTabSz="1219170" eaLnBrk="1" fontAlgn="auto" hangingPunct="1">
              <a:spcBef>
                <a:spcPts val="0"/>
              </a:spcBef>
              <a:spcAft>
                <a:spcPts val="0"/>
              </a:spcAft>
              <a:defRPr/>
            </a:pPr>
            <a:endParaRPr lang="en-US" sz="700" dirty="0">
              <a:solidFill>
                <a:srgbClr val="FFFFFF">
                  <a:alpha val="69000"/>
                </a:srgbClr>
              </a:solidFill>
              <a:latin typeface="+mn-lt"/>
              <a:ea typeface="+mn-ea"/>
              <a:cs typeface="Calibri"/>
            </a:endParaRPr>
          </a:p>
          <a:p>
            <a:pPr algn="ctr" eaLnBrk="1" fontAlgn="auto" hangingPunct="1">
              <a:spcBef>
                <a:spcPts val="0"/>
              </a:spcBef>
              <a:spcAft>
                <a:spcPts val="0"/>
              </a:spcAft>
              <a:defRPr/>
            </a:pPr>
            <a:r>
              <a:rPr lang="en-US" sz="900" dirty="0">
                <a:solidFill>
                  <a:srgbClr val="FFFFFF">
                    <a:alpha val="69000"/>
                  </a:srgbClr>
                </a:solidFill>
                <a:latin typeface="+mn-lt"/>
                <a:ea typeface="+mn-ea"/>
                <a:cs typeface="Calibri"/>
              </a:rPr>
              <a:t>© 2018 Virtusa Corporation. All rights reserved. </a:t>
            </a:r>
            <a:endParaRPr lang="en-US" sz="700" dirty="0">
              <a:solidFill>
                <a:srgbClr val="FFFFFF">
                  <a:alpha val="69000"/>
                </a:srgbClr>
              </a:solidFill>
              <a:latin typeface="+mn-lt"/>
              <a:ea typeface="+mn-ea"/>
              <a:cs typeface="Calibri"/>
            </a:endParaRPr>
          </a:p>
        </p:txBody>
      </p:sp>
      <p:sp>
        <p:nvSpPr>
          <p:cNvPr id="6" name="Rectangle 5"/>
          <p:cNvSpPr/>
          <p:nvPr userDrawn="1"/>
        </p:nvSpPr>
        <p:spPr>
          <a:xfrm>
            <a:off x="533400" y="0"/>
            <a:ext cx="2590800" cy="2286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2400" dirty="0">
              <a:solidFill>
                <a:srgbClr val="FFFFFF"/>
              </a:solidFill>
            </a:endParaRPr>
          </a:p>
        </p:txBody>
      </p:sp>
    </p:spTree>
    <p:extLst>
      <p:ext uri="{BB962C8B-B14F-4D97-AF65-F5344CB8AC3E}">
        <p14:creationId xmlns:p14="http://schemas.microsoft.com/office/powerpoint/2010/main" val="20203769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5" name="Rectangle 4"/>
          <p:cNvSpPr/>
          <p:nvPr userDrawn="1"/>
        </p:nvSpPr>
        <p:spPr>
          <a:xfrm rot="5400000">
            <a:off x="6019800" y="-1143000"/>
            <a:ext cx="152400" cy="2438400"/>
          </a:xfrm>
          <a:prstGeom prst="rect">
            <a:avLst/>
          </a:prstGeom>
          <a:solidFill>
            <a:srgbClr val="F3702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dirty="0">
              <a:solidFill>
                <a:srgbClr val="FFFFFF"/>
              </a:solidFill>
            </a:endParaRPr>
          </a:p>
        </p:txBody>
      </p:sp>
      <p:sp>
        <p:nvSpPr>
          <p:cNvPr id="2" name="Title 1"/>
          <p:cNvSpPr>
            <a:spLocks noGrp="1"/>
          </p:cNvSpPr>
          <p:nvPr>
            <p:ph type="title"/>
          </p:nvPr>
        </p:nvSpPr>
        <p:spPr>
          <a:xfrm>
            <a:off x="304801" y="389402"/>
            <a:ext cx="11582400" cy="524998"/>
          </a:xfrm>
        </p:spPr>
        <p:txBody>
          <a:bodyPr lIns="91440" rIns="91440"/>
          <a:lstStyle>
            <a:lvl1pPr>
              <a:defRPr sz="2400">
                <a:solidFill>
                  <a:srgbClr val="000000"/>
                </a:solidFill>
                <a:latin typeface="Calibri"/>
                <a:cs typeface="Calibri"/>
              </a:defRPr>
            </a:lvl1pPr>
          </a:lstStyle>
          <a:p>
            <a:r>
              <a:rPr lang="en-US"/>
              <a:t>Click to edit Master title style</a:t>
            </a:r>
            <a:endParaRPr lang="en-US" dirty="0"/>
          </a:p>
        </p:txBody>
      </p:sp>
      <p:sp>
        <p:nvSpPr>
          <p:cNvPr id="19" name="Text Placeholder 2"/>
          <p:cNvSpPr>
            <a:spLocks noGrp="1"/>
          </p:cNvSpPr>
          <p:nvPr>
            <p:ph type="body" idx="28"/>
          </p:nvPr>
        </p:nvSpPr>
        <p:spPr>
          <a:xfrm>
            <a:off x="304801" y="995852"/>
            <a:ext cx="11582400" cy="299548"/>
          </a:xfrm>
          <a:prstGeom prst="rect">
            <a:avLst/>
          </a:prstGeom>
        </p:spPr>
        <p:txBody>
          <a:bodyPr>
            <a:noAutofit/>
          </a:bodyPr>
          <a:lstStyle>
            <a:lvl1pPr marL="0" indent="0" algn="ctr">
              <a:lnSpc>
                <a:spcPct val="85000"/>
              </a:lnSpc>
              <a:spcBef>
                <a:spcPts val="0"/>
              </a:spcBef>
              <a:spcAft>
                <a:spcPts val="0"/>
              </a:spcAft>
              <a:buNone/>
              <a:defRPr sz="1800" b="0" i="1">
                <a:solidFill>
                  <a:srgbClr val="F37021"/>
                </a:solidFill>
                <a:latin typeface="Georgia"/>
                <a:cs typeface="Georgi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17"/>
          </p:nvPr>
        </p:nvSpPr>
        <p:spPr>
          <a:xfrm>
            <a:off x="304800" y="76200"/>
            <a:ext cx="11582400" cy="304800"/>
          </a:xfrm>
          <a:prstGeom prst="rect">
            <a:avLst/>
          </a:prstGeom>
        </p:spPr>
        <p:txBody>
          <a:bodyPr>
            <a:noAutofit/>
          </a:bodyPr>
          <a:lstStyle>
            <a:lvl1pPr marL="0" indent="0" algn="ctr">
              <a:buNone/>
              <a:defRPr sz="1200" b="1" i="0" cap="all">
                <a:solidFill>
                  <a:srgbClr val="F37021"/>
                </a:solidFill>
                <a:latin typeface="Calibri"/>
                <a:cs typeface="Calibri"/>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028808262"/>
      </p:ext>
    </p:extLst>
  </p:cSld>
  <p:clrMapOvr>
    <a:masterClrMapping/>
  </p:clrMapOvr>
  <p:transition spd="slow">
    <p:push/>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4" name="bk object 16"/>
          <p:cNvSpPr>
            <a:spLocks/>
          </p:cNvSpPr>
          <p:nvPr/>
        </p:nvSpPr>
        <p:spPr bwMode="auto">
          <a:xfrm>
            <a:off x="4876800" y="0"/>
            <a:ext cx="2438400" cy="152400"/>
          </a:xfrm>
          <a:custGeom>
            <a:avLst/>
            <a:gdLst>
              <a:gd name="T0" fmla="*/ 0 w 2438400"/>
              <a:gd name="T1" fmla="*/ 152401 h 152400"/>
              <a:gd name="T2" fmla="*/ 2438400 w 2438400"/>
              <a:gd name="T3" fmla="*/ 152401 h 152400"/>
              <a:gd name="T4" fmla="*/ 2438400 w 2438400"/>
              <a:gd name="T5" fmla="*/ 0 h 152400"/>
              <a:gd name="T6" fmla="*/ 0 w 2438400"/>
              <a:gd name="T7" fmla="*/ 0 h 152400"/>
              <a:gd name="T8" fmla="*/ 0 w 2438400"/>
              <a:gd name="T9" fmla="*/ 152401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8400" h="152400">
                <a:moveTo>
                  <a:pt x="0" y="152401"/>
                </a:moveTo>
                <a:lnTo>
                  <a:pt x="2438400" y="152401"/>
                </a:lnTo>
                <a:lnTo>
                  <a:pt x="2438400" y="0"/>
                </a:lnTo>
                <a:lnTo>
                  <a:pt x="0" y="0"/>
                </a:lnTo>
                <a:lnTo>
                  <a:pt x="0" y="152401"/>
                </a:lnTo>
                <a:close/>
              </a:path>
            </a:pathLst>
          </a:custGeom>
          <a:solidFill>
            <a:srgbClr val="F7852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4"/>
          <p:cNvSpPr txBox="1"/>
          <p:nvPr userDrawn="1"/>
        </p:nvSpPr>
        <p:spPr>
          <a:xfrm>
            <a:off x="11660188" y="6708775"/>
            <a:ext cx="523875" cy="138113"/>
          </a:xfrm>
          <a:prstGeom prst="rect">
            <a:avLst/>
          </a:prstGeom>
          <a:noFill/>
        </p:spPr>
        <p:txBody>
          <a:bodyPr lIns="0" tIns="0" rIns="0" bIns="0"/>
          <a:lstStyle>
            <a:lvl1pPr defTabSz="1217613">
              <a:defRPr>
                <a:solidFill>
                  <a:schemeClr val="tx1"/>
                </a:solidFill>
                <a:latin typeface="Arial" pitchFamily="34" charset="0"/>
                <a:ea typeface="Arial Unicode MS" pitchFamily="34" charset="-128"/>
                <a:cs typeface="Arial Unicode MS" pitchFamily="34" charset="-128"/>
              </a:defRPr>
            </a:lvl1pPr>
            <a:lvl2pPr marL="742950" indent="-285750" defTabSz="1217613">
              <a:defRPr>
                <a:solidFill>
                  <a:schemeClr val="tx1"/>
                </a:solidFill>
                <a:latin typeface="Arial" pitchFamily="34" charset="0"/>
                <a:ea typeface="Arial Unicode MS" pitchFamily="34" charset="-128"/>
                <a:cs typeface="Arial Unicode MS" pitchFamily="34" charset="-128"/>
              </a:defRPr>
            </a:lvl2pPr>
            <a:lvl3pPr marL="1143000" indent="-228600" defTabSz="1217613">
              <a:defRPr>
                <a:solidFill>
                  <a:schemeClr val="tx1"/>
                </a:solidFill>
                <a:latin typeface="Arial" pitchFamily="34" charset="0"/>
                <a:ea typeface="Arial Unicode MS" pitchFamily="34" charset="-128"/>
                <a:cs typeface="Arial Unicode MS" pitchFamily="34" charset="-128"/>
              </a:defRPr>
            </a:lvl3pPr>
            <a:lvl4pPr marL="1600200" indent="-228600" defTabSz="1217613">
              <a:defRPr>
                <a:solidFill>
                  <a:schemeClr val="tx1"/>
                </a:solidFill>
                <a:latin typeface="Arial" pitchFamily="34" charset="0"/>
                <a:ea typeface="Arial Unicode MS" pitchFamily="34" charset="-128"/>
                <a:cs typeface="Arial Unicode MS" pitchFamily="34" charset="-128"/>
              </a:defRPr>
            </a:lvl4pPr>
            <a:lvl5pPr marL="2057400" indent="-228600" defTabSz="1217613">
              <a:defRPr>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eaLnBrk="1" hangingPunct="1">
              <a:defRPr/>
            </a:pPr>
            <a:fld id="{2D74956F-51CA-49C2-BE11-4F74799ABB14}" type="slidenum">
              <a:rPr lang="en-US" altLang="en-US" sz="800" smtClean="0">
                <a:solidFill>
                  <a:srgbClr val="2D2D2A"/>
                </a:solidFill>
                <a:latin typeface="Calibri" pitchFamily="34" charset="0"/>
              </a:rPr>
              <a:pPr eaLnBrk="1" hangingPunct="1">
                <a:defRPr/>
              </a:pPr>
              <a:t>‹#›</a:t>
            </a:fld>
            <a:endParaRPr lang="en-US" altLang="en-US" sz="800" smtClean="0">
              <a:solidFill>
                <a:srgbClr val="2D2D2A"/>
              </a:solidFill>
              <a:latin typeface="Calibri" pitchFamily="34" charset="0"/>
            </a:endParaRPr>
          </a:p>
        </p:txBody>
      </p:sp>
      <p:pic>
        <p:nvPicPr>
          <p:cNvPr id="6"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8900" y="6399213"/>
            <a:ext cx="1042988"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Holder 2"/>
          <p:cNvSpPr>
            <a:spLocks noGrp="1"/>
          </p:cNvSpPr>
          <p:nvPr>
            <p:ph type="title"/>
          </p:nvPr>
        </p:nvSpPr>
        <p:spPr/>
        <p:txBody>
          <a:bodyPr/>
          <a:lstStyle>
            <a:lvl1pPr>
              <a:defRPr sz="2600" b="1" i="0">
                <a:solidFill>
                  <a:schemeClr val="tx1"/>
                </a:solidFill>
                <a:latin typeface="Calibri"/>
                <a:cs typeface="Calibri"/>
              </a:defRPr>
            </a:lvl1pPr>
          </a:lstStyle>
          <a:p>
            <a:endParaRPr/>
          </a:p>
        </p:txBody>
      </p:sp>
      <p:sp>
        <p:nvSpPr>
          <p:cNvPr id="3" name="Holder 3"/>
          <p:cNvSpPr>
            <a:spLocks noGrp="1"/>
          </p:cNvSpPr>
          <p:nvPr>
            <p:ph type="body" idx="1"/>
          </p:nvPr>
        </p:nvSpPr>
        <p:spPr/>
        <p:txBody>
          <a:bodyPr tIns="0" bIns="0"/>
          <a:lstStyle>
            <a:lvl1pPr>
              <a:defRPr/>
            </a:lvl1pPr>
          </a:lstStyle>
          <a:p>
            <a:endParaRPr/>
          </a:p>
        </p:txBody>
      </p:sp>
      <p:sp>
        <p:nvSpPr>
          <p:cNvPr id="7" name="Holder 4"/>
          <p:cNvSpPr>
            <a:spLocks noGrp="1"/>
          </p:cNvSpPr>
          <p:nvPr>
            <p:ph type="ftr" sz="quarter" idx="10"/>
          </p:nvPr>
        </p:nvSpPr>
        <p:spPr>
          <a:xfrm>
            <a:off x="0" y="0"/>
            <a:ext cx="0" cy="0"/>
          </a:xfrm>
        </p:spPr>
        <p:txBody>
          <a:bodyPr vert="horz" wrap="square" lIns="0" tIns="0" rIns="0" bIns="0" numCol="1" anchor="t" anchorCtr="0" compatLnSpc="1">
            <a:prstTxWarp prst="textNoShape">
              <a:avLst/>
            </a:prstTxWarp>
          </a:bodyPr>
          <a:lstStyle>
            <a:lvl1pPr algn="ctr" eaLnBrk="1" hangingPunct="1">
              <a:defRPr sz="2400">
                <a:solidFill>
                  <a:srgbClr val="919191"/>
                </a:solidFill>
                <a:latin typeface="Calibri" pitchFamily="34" charset="0"/>
                <a:ea typeface="+mn-ea"/>
                <a:cs typeface="Arial" panose="020B0604020202020204" pitchFamily="34" charset="0"/>
              </a:defRPr>
            </a:lvl1pPr>
          </a:lstStyle>
          <a:p>
            <a:pPr>
              <a:defRPr/>
            </a:pPr>
            <a:endParaRPr lang="en-US"/>
          </a:p>
        </p:txBody>
      </p:sp>
      <p:sp>
        <p:nvSpPr>
          <p:cNvPr id="8" name="Holder 5"/>
          <p:cNvSpPr>
            <a:spLocks noGrp="1"/>
          </p:cNvSpPr>
          <p:nvPr>
            <p:ph type="dt" sz="half" idx="11"/>
          </p:nvPr>
        </p:nvSpPr>
        <p:spPr>
          <a:xfrm>
            <a:off x="0" y="0"/>
            <a:ext cx="0" cy="0"/>
          </a:xfrm>
        </p:spPr>
        <p:txBody>
          <a:bodyPr vert="horz" wrap="square" lIns="0" tIns="0" rIns="0" bIns="0" numCol="1" anchor="t" anchorCtr="0" compatLnSpc="1">
            <a:prstTxWarp prst="textNoShape">
              <a:avLst/>
            </a:prstTxWarp>
          </a:bodyPr>
          <a:lstStyle>
            <a:lvl1pPr eaLnBrk="1" hangingPunct="1">
              <a:defRPr sz="2400">
                <a:solidFill>
                  <a:srgbClr val="919191"/>
                </a:solidFill>
                <a:latin typeface="Calibri" pitchFamily="34" charset="0"/>
                <a:ea typeface="+mn-ea"/>
                <a:cs typeface="Arial" panose="020B0604020202020204" pitchFamily="34" charset="0"/>
              </a:defRPr>
            </a:lvl1pPr>
          </a:lstStyle>
          <a:p>
            <a:pPr>
              <a:defRPr/>
            </a:pPr>
            <a:endParaRPr lang="en-US"/>
          </a:p>
        </p:txBody>
      </p:sp>
      <p:sp>
        <p:nvSpPr>
          <p:cNvPr id="9" name="Holder 6"/>
          <p:cNvSpPr>
            <a:spLocks noGrp="1"/>
          </p:cNvSpPr>
          <p:nvPr>
            <p:ph type="sldNum" sz="quarter" idx="12"/>
          </p:nvPr>
        </p:nvSpPr>
        <p:spPr>
          <a:xfrm>
            <a:off x="0" y="0"/>
            <a:ext cx="0" cy="0"/>
          </a:xfrm>
        </p:spPr>
        <p:txBody>
          <a:bodyPr vert="horz" wrap="square" lIns="0" tIns="0" rIns="0" bIns="0" numCol="1" anchor="t" anchorCtr="0" compatLnSpc="1">
            <a:prstTxWarp prst="textNoShape">
              <a:avLst/>
            </a:prstTxWarp>
          </a:bodyPr>
          <a:lstStyle>
            <a:lvl1pPr algn="r" eaLnBrk="1" hangingPunct="1">
              <a:defRPr sz="2400" smtClean="0">
                <a:solidFill>
                  <a:srgbClr val="919191"/>
                </a:solidFill>
                <a:latin typeface="Calibri" pitchFamily="34" charset="0"/>
              </a:defRPr>
            </a:lvl1pPr>
          </a:lstStyle>
          <a:p>
            <a:pPr>
              <a:defRPr/>
            </a:pPr>
            <a:fld id="{B1188061-0A44-4F84-B8FC-8509894C3D26}" type="slidenum">
              <a:rPr lang="en-US" altLang="en-US"/>
              <a:pPr>
                <a:defRPr/>
              </a:pPr>
              <a:t>‹#›</a:t>
            </a:fld>
            <a:endParaRPr lang="en-US" altLang="en-US"/>
          </a:p>
        </p:txBody>
      </p:sp>
    </p:spTree>
    <p:extLst>
      <p:ext uri="{BB962C8B-B14F-4D97-AF65-F5344CB8AC3E}">
        <p14:creationId xmlns:p14="http://schemas.microsoft.com/office/powerpoint/2010/main" val="373740675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Rectangle 2"/>
          <p:cNvSpPr/>
          <p:nvPr userDrawn="1"/>
        </p:nvSpPr>
        <p:spPr>
          <a:xfrm>
            <a:off x="130175" y="2897188"/>
            <a:ext cx="3076575" cy="1076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0" anchor="ctr"/>
          <a:lstStyle/>
          <a:p>
            <a:pPr algn="ctr" defTabSz="1219170" eaLnBrk="1" fontAlgn="auto" hangingPunct="1">
              <a:spcBef>
                <a:spcPts val="0"/>
              </a:spcBef>
              <a:spcAft>
                <a:spcPts val="0"/>
              </a:spcAft>
              <a:defRPr/>
            </a:pPr>
            <a:r>
              <a:rPr lang="en-US" sz="4800" b="1" dirty="0">
                <a:solidFill>
                  <a:srgbClr val="3C44AB"/>
                </a:solidFill>
              </a:rPr>
              <a:t>Agenda</a:t>
            </a:r>
          </a:p>
        </p:txBody>
      </p:sp>
      <p:sp>
        <p:nvSpPr>
          <p:cNvPr id="4" name="Rectangle 3"/>
          <p:cNvSpPr/>
          <p:nvPr userDrawn="1"/>
        </p:nvSpPr>
        <p:spPr>
          <a:xfrm>
            <a:off x="3344863" y="685800"/>
            <a:ext cx="58737" cy="5486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2400" dirty="0">
              <a:solidFill>
                <a:srgbClr val="FFFFFF"/>
              </a:solidFill>
            </a:endParaRPr>
          </a:p>
        </p:txBody>
      </p:sp>
      <p:sp>
        <p:nvSpPr>
          <p:cNvPr id="5" name="Right Triangle 4"/>
          <p:cNvSpPr/>
          <p:nvPr userDrawn="1"/>
        </p:nvSpPr>
        <p:spPr>
          <a:xfrm flipH="1">
            <a:off x="11807825" y="5715000"/>
            <a:ext cx="384175" cy="1143000"/>
          </a:xfrm>
          <a:prstGeom prst="r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3200" dirty="0">
              <a:solidFill>
                <a:srgbClr val="FFFFFF"/>
              </a:solidFill>
            </a:endParaRPr>
          </a:p>
        </p:txBody>
      </p:sp>
      <p:sp>
        <p:nvSpPr>
          <p:cNvPr id="6" name="TextBox 5"/>
          <p:cNvSpPr txBox="1"/>
          <p:nvPr userDrawn="1"/>
        </p:nvSpPr>
        <p:spPr>
          <a:xfrm>
            <a:off x="11785600" y="6553200"/>
            <a:ext cx="523875" cy="138113"/>
          </a:xfrm>
          <a:prstGeom prst="rect">
            <a:avLst/>
          </a:prstGeom>
          <a:noFill/>
        </p:spPr>
        <p:txBody>
          <a:bodyPr lIns="0" tIns="0" rIns="0" bIns="0"/>
          <a:lstStyle>
            <a:lvl1pPr defTabSz="1217613">
              <a:defRPr>
                <a:solidFill>
                  <a:schemeClr val="tx1"/>
                </a:solidFill>
                <a:latin typeface="Arial" pitchFamily="34" charset="0"/>
                <a:ea typeface="Arial Unicode MS" pitchFamily="34" charset="-128"/>
                <a:cs typeface="Arial Unicode MS" pitchFamily="34" charset="-128"/>
              </a:defRPr>
            </a:lvl1pPr>
            <a:lvl2pPr marL="742950" indent="-285750" defTabSz="1217613">
              <a:defRPr>
                <a:solidFill>
                  <a:schemeClr val="tx1"/>
                </a:solidFill>
                <a:latin typeface="Arial" pitchFamily="34" charset="0"/>
                <a:ea typeface="Arial Unicode MS" pitchFamily="34" charset="-128"/>
                <a:cs typeface="Arial Unicode MS" pitchFamily="34" charset="-128"/>
              </a:defRPr>
            </a:lvl2pPr>
            <a:lvl3pPr marL="1143000" indent="-228600" defTabSz="1217613">
              <a:defRPr>
                <a:solidFill>
                  <a:schemeClr val="tx1"/>
                </a:solidFill>
                <a:latin typeface="Arial" pitchFamily="34" charset="0"/>
                <a:ea typeface="Arial Unicode MS" pitchFamily="34" charset="-128"/>
                <a:cs typeface="Arial Unicode MS" pitchFamily="34" charset="-128"/>
              </a:defRPr>
            </a:lvl3pPr>
            <a:lvl4pPr marL="1600200" indent="-228600" defTabSz="1217613">
              <a:defRPr>
                <a:solidFill>
                  <a:schemeClr val="tx1"/>
                </a:solidFill>
                <a:latin typeface="Arial" pitchFamily="34" charset="0"/>
                <a:ea typeface="Arial Unicode MS" pitchFamily="34" charset="-128"/>
                <a:cs typeface="Arial Unicode MS" pitchFamily="34" charset="-128"/>
              </a:defRPr>
            </a:lvl4pPr>
            <a:lvl5pPr marL="2057400" indent="-228600" defTabSz="1217613">
              <a:defRPr>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ctr" eaLnBrk="1" hangingPunct="1">
              <a:defRPr/>
            </a:pPr>
            <a:fld id="{5A735D23-EB8F-454A-920B-4ACC763E055C}" type="slidenum">
              <a:rPr lang="en-US" altLang="en-US" sz="1200" smtClean="0">
                <a:solidFill>
                  <a:srgbClr val="FFFFFF"/>
                </a:solidFill>
                <a:latin typeface="Calibri" pitchFamily="34" charset="0"/>
              </a:rPr>
              <a:pPr algn="ctr" eaLnBrk="1" hangingPunct="1">
                <a:defRPr/>
              </a:pPr>
              <a:t>‹#›</a:t>
            </a:fld>
            <a:endParaRPr lang="en-US" altLang="en-US" sz="1200" smtClean="0">
              <a:solidFill>
                <a:srgbClr val="FFFFFF"/>
              </a:solidFill>
              <a:latin typeface="Calibri" pitchFamily="34" charset="0"/>
            </a:endParaRPr>
          </a:p>
        </p:txBody>
      </p:sp>
      <p:sp>
        <p:nvSpPr>
          <p:cNvPr id="15" name="Text Placeholder 14"/>
          <p:cNvSpPr>
            <a:spLocks noGrp="1"/>
          </p:cNvSpPr>
          <p:nvPr>
            <p:ph type="body" sz="quarter" idx="10"/>
          </p:nvPr>
        </p:nvSpPr>
        <p:spPr>
          <a:xfrm>
            <a:off x="4114800" y="685800"/>
            <a:ext cx="7315200" cy="5486400"/>
          </a:xfrm>
          <a:prstGeom prst="rect">
            <a:avLst/>
          </a:prstGeom>
        </p:spPr>
        <p:txBody>
          <a:bodyPr anchor="ctr"/>
          <a:lstStyle>
            <a:lvl1pPr marL="0" marR="0" indent="0" algn="l" defTabSz="914400" rtl="0" eaLnBrk="1" fontAlgn="auto" latinLnBrk="0" hangingPunct="1">
              <a:lnSpc>
                <a:spcPct val="200000"/>
              </a:lnSpc>
              <a:spcBef>
                <a:spcPts val="0"/>
              </a:spcBef>
              <a:spcAft>
                <a:spcPts val="0"/>
              </a:spcAft>
              <a:buClrTx/>
              <a:buSzTx/>
              <a:buFont typeface="Arial"/>
              <a:buNone/>
              <a:tabLst/>
              <a:defRPr sz="2600"/>
            </a:lvl1pPr>
          </a:lstStyle>
          <a:p>
            <a:pPr lvl="0"/>
            <a:r>
              <a:rPr lang="en-US"/>
              <a:t>Click to edit Master text styles</a:t>
            </a:r>
          </a:p>
        </p:txBody>
      </p:sp>
    </p:spTree>
    <p:extLst>
      <p:ext uri="{BB962C8B-B14F-4D97-AF65-F5344CB8AC3E}">
        <p14:creationId xmlns:p14="http://schemas.microsoft.com/office/powerpoint/2010/main" val="5831685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Rectangle 1"/>
          <p:cNvSpPr>
            <a:spLocks noChangeArrowheads="1"/>
          </p:cNvSpPr>
          <p:nvPr userDrawn="1"/>
        </p:nvSpPr>
        <p:spPr bwMode="auto">
          <a:xfrm>
            <a:off x="8610600" y="42863"/>
            <a:ext cx="358140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217613">
              <a:defRPr>
                <a:solidFill>
                  <a:schemeClr val="tx1"/>
                </a:solidFill>
                <a:latin typeface="Arial" pitchFamily="34" charset="0"/>
                <a:ea typeface="Arial Unicode MS" pitchFamily="34" charset="-128"/>
                <a:cs typeface="Arial Unicode MS" pitchFamily="34" charset="-128"/>
              </a:defRPr>
            </a:lvl1pPr>
            <a:lvl2pPr marL="742950" indent="-285750" defTabSz="1217613">
              <a:defRPr>
                <a:solidFill>
                  <a:schemeClr val="tx1"/>
                </a:solidFill>
                <a:latin typeface="Arial" pitchFamily="34" charset="0"/>
                <a:ea typeface="Arial Unicode MS" pitchFamily="34" charset="-128"/>
                <a:cs typeface="Arial Unicode MS" pitchFamily="34" charset="-128"/>
              </a:defRPr>
            </a:lvl2pPr>
            <a:lvl3pPr marL="1143000" indent="-228600" defTabSz="1217613">
              <a:defRPr>
                <a:solidFill>
                  <a:schemeClr val="tx1"/>
                </a:solidFill>
                <a:latin typeface="Arial" pitchFamily="34" charset="0"/>
                <a:ea typeface="Arial Unicode MS" pitchFamily="34" charset="-128"/>
                <a:cs typeface="Arial Unicode MS" pitchFamily="34" charset="-128"/>
              </a:defRPr>
            </a:lvl3pPr>
            <a:lvl4pPr marL="1600200" indent="-228600" defTabSz="1217613">
              <a:defRPr>
                <a:solidFill>
                  <a:schemeClr val="tx1"/>
                </a:solidFill>
                <a:latin typeface="Arial" pitchFamily="34" charset="0"/>
                <a:ea typeface="Arial Unicode MS" pitchFamily="34" charset="-128"/>
                <a:cs typeface="Arial Unicode MS" pitchFamily="34" charset="-128"/>
              </a:defRPr>
            </a:lvl4pPr>
            <a:lvl5pPr marL="2057400" indent="-228600" defTabSz="1217613">
              <a:defRPr>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eaLnBrk="1" hangingPunct="1">
              <a:defRPr/>
            </a:pPr>
            <a:r>
              <a:rPr lang="en-US" altLang="en-US" sz="900" smtClean="0">
                <a:solidFill>
                  <a:srgbClr val="FFFFFF"/>
                </a:solidFill>
                <a:latin typeface="Calibri" pitchFamily="34" charset="0"/>
              </a:rPr>
              <a:t>Confidential information. Not for disclosure to external/third parties</a:t>
            </a:r>
          </a:p>
        </p:txBody>
      </p:sp>
    </p:spTree>
    <p:extLst>
      <p:ext uri="{BB962C8B-B14F-4D97-AF65-F5344CB8AC3E}">
        <p14:creationId xmlns:p14="http://schemas.microsoft.com/office/powerpoint/2010/main" val="306151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2.xml"/><Relationship Id="rId18" Type="http://schemas.openxmlformats.org/officeDocument/2006/relationships/slideLayout" Target="../slideLayouts/slideLayout37.xml"/><Relationship Id="rId26" Type="http://schemas.openxmlformats.org/officeDocument/2006/relationships/slideLayout" Target="../slideLayouts/slideLayout45.xml"/><Relationship Id="rId3" Type="http://schemas.openxmlformats.org/officeDocument/2006/relationships/slideLayout" Target="../slideLayouts/slideLayout22.xml"/><Relationship Id="rId21" Type="http://schemas.openxmlformats.org/officeDocument/2006/relationships/slideLayout" Target="../slideLayouts/slideLayout40.xml"/><Relationship Id="rId34" Type="http://schemas.openxmlformats.org/officeDocument/2006/relationships/theme" Target="../theme/theme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5" Type="http://schemas.openxmlformats.org/officeDocument/2006/relationships/slideLayout" Target="../slideLayouts/slideLayout44.xml"/><Relationship Id="rId33" Type="http://schemas.openxmlformats.org/officeDocument/2006/relationships/slideLayout" Target="../slideLayouts/slideLayout52.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slideLayout" Target="../slideLayouts/slideLayout39.xml"/><Relationship Id="rId29" Type="http://schemas.openxmlformats.org/officeDocument/2006/relationships/slideLayout" Target="../slideLayouts/slideLayout48.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24" Type="http://schemas.openxmlformats.org/officeDocument/2006/relationships/slideLayout" Target="../slideLayouts/slideLayout43.xml"/><Relationship Id="rId32" Type="http://schemas.openxmlformats.org/officeDocument/2006/relationships/slideLayout" Target="../slideLayouts/slideLayout51.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23" Type="http://schemas.openxmlformats.org/officeDocument/2006/relationships/slideLayout" Target="../slideLayouts/slideLayout42.xml"/><Relationship Id="rId28" Type="http://schemas.openxmlformats.org/officeDocument/2006/relationships/slideLayout" Target="../slideLayouts/slideLayout47.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31" Type="http://schemas.openxmlformats.org/officeDocument/2006/relationships/slideLayout" Target="../slideLayouts/slideLayout50.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 Id="rId22" Type="http://schemas.openxmlformats.org/officeDocument/2006/relationships/slideLayout" Target="../slideLayouts/slideLayout41.xml"/><Relationship Id="rId27" Type="http://schemas.openxmlformats.org/officeDocument/2006/relationships/slideLayout" Target="../slideLayouts/slideLayout46.xml"/><Relationship Id="rId30" Type="http://schemas.openxmlformats.org/officeDocument/2006/relationships/slideLayout" Target="../slideLayouts/slideLayout49.xml"/><Relationship Id="rId35" Type="http://schemas.openxmlformats.org/officeDocument/2006/relationships/image" Target="../media/image5.png"/><Relationship Id="rId8"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901" r:id="rId1"/>
    <p:sldLayoutId id="2147484902" r:id="rId2"/>
    <p:sldLayoutId id="2147484903" r:id="rId3"/>
    <p:sldLayoutId id="2147484904" r:id="rId4"/>
    <p:sldLayoutId id="2147484905" r:id="rId5"/>
    <p:sldLayoutId id="2147484906" r:id="rId6"/>
    <p:sldLayoutId id="2147484882" r:id="rId7"/>
    <p:sldLayoutId id="2147484883" r:id="rId8"/>
    <p:sldLayoutId id="2147484907" r:id="rId9"/>
    <p:sldLayoutId id="2147484884" r:id="rId10"/>
    <p:sldLayoutId id="2147484908" r:id="rId11"/>
    <p:sldLayoutId id="2147484909" r:id="rId12"/>
    <p:sldLayoutId id="2147484885" r:id="rId13"/>
    <p:sldLayoutId id="2147484910" r:id="rId14"/>
    <p:sldLayoutId id="2147484911" r:id="rId15"/>
    <p:sldLayoutId id="2147484912" r:id="rId16"/>
    <p:sldLayoutId id="2147484886" r:id="rId17"/>
    <p:sldLayoutId id="2147484913" r:id="rId18"/>
    <p:sldLayoutId id="2147484914" r:id="rId19"/>
  </p:sldLayoutIdLst>
  <p:hf hdr="0" ftr="0" dt="0"/>
  <p:txStyles>
    <p:titleStyle>
      <a:lvl1pPr algn="ctr" defTabSz="1217613" rtl="0" eaLnBrk="0" fontAlgn="base" latinLnBrk="1" hangingPunct="0">
        <a:spcBef>
          <a:spcPct val="0"/>
        </a:spcBef>
        <a:spcAft>
          <a:spcPct val="0"/>
        </a:spcAft>
        <a:defRPr sz="5800" kern="1200">
          <a:solidFill>
            <a:schemeClr val="tx1"/>
          </a:solidFill>
          <a:latin typeface="+mj-lt"/>
          <a:ea typeface="+mj-ea"/>
          <a:cs typeface="Arial Unicode MS" pitchFamily="34" charset="-128"/>
        </a:defRPr>
      </a:lvl1pPr>
      <a:lvl2pPr algn="ctr" defTabSz="1217613" rtl="0" eaLnBrk="0" fontAlgn="base" latinLnBrk="1" hangingPunct="0">
        <a:spcBef>
          <a:spcPct val="0"/>
        </a:spcBef>
        <a:spcAft>
          <a:spcPct val="0"/>
        </a:spcAft>
        <a:defRPr sz="5800">
          <a:solidFill>
            <a:schemeClr val="tx1"/>
          </a:solidFill>
          <a:latin typeface="Arial" pitchFamily="34" charset="0"/>
          <a:ea typeface="Arial Unicode MS" pitchFamily="34" charset="-128"/>
          <a:cs typeface="Arial Unicode MS" pitchFamily="34" charset="-128"/>
        </a:defRPr>
      </a:lvl2pPr>
      <a:lvl3pPr algn="ctr" defTabSz="1217613" rtl="0" eaLnBrk="0" fontAlgn="base" latinLnBrk="1" hangingPunct="0">
        <a:spcBef>
          <a:spcPct val="0"/>
        </a:spcBef>
        <a:spcAft>
          <a:spcPct val="0"/>
        </a:spcAft>
        <a:defRPr sz="5800">
          <a:solidFill>
            <a:schemeClr val="tx1"/>
          </a:solidFill>
          <a:latin typeface="Arial" pitchFamily="34" charset="0"/>
          <a:ea typeface="Arial Unicode MS" pitchFamily="34" charset="-128"/>
          <a:cs typeface="Arial Unicode MS" pitchFamily="34" charset="-128"/>
        </a:defRPr>
      </a:lvl3pPr>
      <a:lvl4pPr algn="ctr" defTabSz="1217613" rtl="0" eaLnBrk="0" fontAlgn="base" latinLnBrk="1" hangingPunct="0">
        <a:spcBef>
          <a:spcPct val="0"/>
        </a:spcBef>
        <a:spcAft>
          <a:spcPct val="0"/>
        </a:spcAft>
        <a:defRPr sz="5800">
          <a:solidFill>
            <a:schemeClr val="tx1"/>
          </a:solidFill>
          <a:latin typeface="Arial" pitchFamily="34" charset="0"/>
          <a:ea typeface="Arial Unicode MS" pitchFamily="34" charset="-128"/>
          <a:cs typeface="Arial Unicode MS" pitchFamily="34" charset="-128"/>
        </a:defRPr>
      </a:lvl4pPr>
      <a:lvl5pPr algn="ctr" defTabSz="1217613" rtl="0" eaLnBrk="0" fontAlgn="base" latinLnBrk="1" hangingPunct="0">
        <a:spcBef>
          <a:spcPct val="0"/>
        </a:spcBef>
        <a:spcAft>
          <a:spcPct val="0"/>
        </a:spcAft>
        <a:defRPr sz="5800">
          <a:solidFill>
            <a:schemeClr val="tx1"/>
          </a:solidFill>
          <a:latin typeface="Arial" pitchFamily="34" charset="0"/>
          <a:ea typeface="Arial Unicode MS" pitchFamily="34" charset="-128"/>
          <a:cs typeface="Arial Unicode MS" pitchFamily="34" charset="-128"/>
        </a:defRPr>
      </a:lvl5pPr>
      <a:lvl6pPr marL="457200" algn="ctr" defTabSz="1217613" rtl="0" fontAlgn="base" latinLnBrk="1">
        <a:spcBef>
          <a:spcPct val="0"/>
        </a:spcBef>
        <a:spcAft>
          <a:spcPct val="0"/>
        </a:spcAft>
        <a:defRPr sz="5800">
          <a:solidFill>
            <a:schemeClr val="tx1"/>
          </a:solidFill>
          <a:latin typeface="Arial" pitchFamily="34" charset="0"/>
          <a:ea typeface="Arial Unicode MS" pitchFamily="34" charset="-128"/>
          <a:cs typeface="Arial Unicode MS" pitchFamily="34" charset="-128"/>
        </a:defRPr>
      </a:lvl6pPr>
      <a:lvl7pPr marL="914400" algn="ctr" defTabSz="1217613" rtl="0" fontAlgn="base" latinLnBrk="1">
        <a:spcBef>
          <a:spcPct val="0"/>
        </a:spcBef>
        <a:spcAft>
          <a:spcPct val="0"/>
        </a:spcAft>
        <a:defRPr sz="5800">
          <a:solidFill>
            <a:schemeClr val="tx1"/>
          </a:solidFill>
          <a:latin typeface="Arial" pitchFamily="34" charset="0"/>
          <a:ea typeface="Arial Unicode MS" pitchFamily="34" charset="-128"/>
          <a:cs typeface="Arial Unicode MS" pitchFamily="34" charset="-128"/>
        </a:defRPr>
      </a:lvl7pPr>
      <a:lvl8pPr marL="1371600" algn="ctr" defTabSz="1217613" rtl="0" fontAlgn="base" latinLnBrk="1">
        <a:spcBef>
          <a:spcPct val="0"/>
        </a:spcBef>
        <a:spcAft>
          <a:spcPct val="0"/>
        </a:spcAft>
        <a:defRPr sz="5800">
          <a:solidFill>
            <a:schemeClr val="tx1"/>
          </a:solidFill>
          <a:latin typeface="Arial" pitchFamily="34" charset="0"/>
          <a:ea typeface="Arial Unicode MS" pitchFamily="34" charset="-128"/>
          <a:cs typeface="Arial Unicode MS" pitchFamily="34" charset="-128"/>
        </a:defRPr>
      </a:lvl8pPr>
      <a:lvl9pPr marL="1828800" algn="ctr" defTabSz="1217613" rtl="0" fontAlgn="base" latinLnBrk="1">
        <a:spcBef>
          <a:spcPct val="0"/>
        </a:spcBef>
        <a:spcAft>
          <a:spcPct val="0"/>
        </a:spcAft>
        <a:defRPr sz="5800">
          <a:solidFill>
            <a:schemeClr val="tx1"/>
          </a:solidFill>
          <a:latin typeface="Arial" pitchFamily="34" charset="0"/>
          <a:ea typeface="Arial Unicode MS" pitchFamily="34" charset="-128"/>
          <a:cs typeface="Arial Unicode MS" pitchFamily="34" charset="-128"/>
        </a:defRPr>
      </a:lvl9pPr>
    </p:titleStyle>
    <p:bodyStyle>
      <a:lvl1pPr marL="455613" indent="-455613" algn="l" defTabSz="1217613" rtl="0" eaLnBrk="0" fontAlgn="base" latinLnBrk="1" hangingPunct="0">
        <a:spcBef>
          <a:spcPct val="20000"/>
        </a:spcBef>
        <a:spcAft>
          <a:spcPct val="0"/>
        </a:spcAft>
        <a:buFont typeface="Arial" pitchFamily="34" charset="0"/>
        <a:buChar char="•"/>
        <a:defRPr sz="4200" kern="1200">
          <a:solidFill>
            <a:schemeClr val="tx1"/>
          </a:solidFill>
          <a:latin typeface="+mn-lt"/>
          <a:ea typeface="+mn-ea"/>
          <a:cs typeface="Arial Unicode MS" pitchFamily="34" charset="-128"/>
        </a:defRPr>
      </a:lvl1pPr>
      <a:lvl2pPr marL="989013" indent="-379413" algn="l" defTabSz="1217613" rtl="0" eaLnBrk="0" fontAlgn="base" latinLnBrk="1" hangingPunct="0">
        <a:spcBef>
          <a:spcPct val="20000"/>
        </a:spcBef>
        <a:spcAft>
          <a:spcPct val="0"/>
        </a:spcAft>
        <a:buFont typeface="Arial" pitchFamily="34" charset="0"/>
        <a:buChar char="–"/>
        <a:defRPr sz="3700" kern="1200">
          <a:solidFill>
            <a:schemeClr val="tx1"/>
          </a:solidFill>
          <a:latin typeface="+mn-lt"/>
          <a:ea typeface="+mn-ea"/>
          <a:cs typeface="Arial Unicode MS" pitchFamily="34" charset="-128"/>
        </a:defRPr>
      </a:lvl2pPr>
      <a:lvl3pPr marL="1522413" indent="-303213" algn="l" defTabSz="1217613" rtl="0" eaLnBrk="0" fontAlgn="base" latinLnBrk="1" hangingPunct="0">
        <a:spcBef>
          <a:spcPct val="20000"/>
        </a:spcBef>
        <a:spcAft>
          <a:spcPct val="0"/>
        </a:spcAft>
        <a:buFont typeface="Arial" pitchFamily="34" charset="0"/>
        <a:buChar char="•"/>
        <a:defRPr sz="3200" kern="1200">
          <a:solidFill>
            <a:schemeClr val="tx1"/>
          </a:solidFill>
          <a:latin typeface="+mn-lt"/>
          <a:ea typeface="+mn-ea"/>
          <a:cs typeface="Arial Unicode MS" pitchFamily="34" charset="-128"/>
        </a:defRPr>
      </a:lvl3pPr>
      <a:lvl4pPr marL="2132013" indent="-303213" algn="l" defTabSz="1217613" rtl="0" eaLnBrk="0" fontAlgn="base" latinLnBrk="1" hangingPunct="0">
        <a:spcBef>
          <a:spcPct val="20000"/>
        </a:spcBef>
        <a:spcAft>
          <a:spcPct val="0"/>
        </a:spcAft>
        <a:buFont typeface="Arial" pitchFamily="34" charset="0"/>
        <a:buChar char="–"/>
        <a:defRPr sz="2600" kern="1200">
          <a:solidFill>
            <a:schemeClr val="tx1"/>
          </a:solidFill>
          <a:latin typeface="+mn-lt"/>
          <a:ea typeface="+mn-ea"/>
          <a:cs typeface="Arial Unicode MS" pitchFamily="34" charset="-128"/>
        </a:defRPr>
      </a:lvl4pPr>
      <a:lvl5pPr marL="2741613" indent="-303213" algn="l" defTabSz="1217613" rtl="0" eaLnBrk="0" fontAlgn="base" latinLnBrk="1" hangingPunct="0">
        <a:spcBef>
          <a:spcPct val="20000"/>
        </a:spcBef>
        <a:spcAft>
          <a:spcPct val="0"/>
        </a:spcAft>
        <a:buFont typeface="Arial" pitchFamily="34" charset="0"/>
        <a:buChar char="»"/>
        <a:defRPr sz="2600" kern="1200">
          <a:solidFill>
            <a:schemeClr val="tx1"/>
          </a:solidFill>
          <a:latin typeface="+mn-lt"/>
          <a:ea typeface="+mn-ea"/>
          <a:cs typeface="Arial Unicode MS" pitchFamily="34" charset="-128"/>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609600" y="1219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7" name="Title Placeholder 1"/>
          <p:cNvSpPr>
            <a:spLocks noGrp="1"/>
          </p:cNvSpPr>
          <p:nvPr>
            <p:ph type="title"/>
          </p:nvPr>
        </p:nvSpPr>
        <p:spPr bwMode="auto">
          <a:xfrm>
            <a:off x="609600" y="381000"/>
            <a:ext cx="1097280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slide headline</a:t>
            </a:r>
          </a:p>
        </p:txBody>
      </p:sp>
      <p:sp>
        <p:nvSpPr>
          <p:cNvPr id="8" name="Rectangle 7"/>
          <p:cNvSpPr/>
          <p:nvPr userDrawn="1"/>
        </p:nvSpPr>
        <p:spPr>
          <a:xfrm>
            <a:off x="628650" y="0"/>
            <a:ext cx="2438400" cy="12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3200" dirty="0">
              <a:solidFill>
                <a:srgbClr val="FFFFFF"/>
              </a:solidFill>
            </a:endParaRPr>
          </a:p>
        </p:txBody>
      </p:sp>
      <p:pic>
        <p:nvPicPr>
          <p:cNvPr id="1029" name="Picture 1"/>
          <p:cNvPicPr>
            <a:picLocks noChangeAspect="1"/>
          </p:cNvPicPr>
          <p:nvPr userDrawn="1"/>
        </p:nvPicPr>
        <p:blipFill>
          <a:blip r:embed="rId35" cstate="print">
            <a:extLst>
              <a:ext uri="{28A0092B-C50C-407E-A947-70E740481C1C}">
                <a14:useLocalDpi xmlns:a14="http://schemas.microsoft.com/office/drawing/2010/main" val="0"/>
              </a:ext>
            </a:extLst>
          </a:blip>
          <a:srcRect/>
          <a:stretch>
            <a:fillRect/>
          </a:stretch>
        </p:blipFill>
        <p:spPr bwMode="auto">
          <a:xfrm>
            <a:off x="628650" y="6554788"/>
            <a:ext cx="590550" cy="13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ight Triangle 4"/>
          <p:cNvSpPr/>
          <p:nvPr userDrawn="1"/>
        </p:nvSpPr>
        <p:spPr>
          <a:xfrm flipH="1">
            <a:off x="11807825" y="5715000"/>
            <a:ext cx="384175" cy="1143000"/>
          </a:xfrm>
          <a:prstGeom prst="r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170" eaLnBrk="1" fontAlgn="auto" hangingPunct="1">
              <a:spcBef>
                <a:spcPts val="0"/>
              </a:spcBef>
              <a:spcAft>
                <a:spcPts val="0"/>
              </a:spcAft>
              <a:defRPr/>
            </a:pPr>
            <a:endParaRPr lang="en-US" sz="3200" dirty="0">
              <a:solidFill>
                <a:srgbClr val="FFFFFF"/>
              </a:solidFill>
            </a:endParaRPr>
          </a:p>
        </p:txBody>
      </p:sp>
      <p:sp>
        <p:nvSpPr>
          <p:cNvPr id="11" name="TextBox 10"/>
          <p:cNvSpPr txBox="1"/>
          <p:nvPr userDrawn="1"/>
        </p:nvSpPr>
        <p:spPr>
          <a:xfrm>
            <a:off x="11785600" y="6553200"/>
            <a:ext cx="523875" cy="138113"/>
          </a:xfrm>
          <a:prstGeom prst="rect">
            <a:avLst/>
          </a:prstGeom>
          <a:noFill/>
        </p:spPr>
        <p:txBody>
          <a:bodyPr lIns="0" tIns="0" rIns="0" bIns="0"/>
          <a:lstStyle>
            <a:lvl1pPr defTabSz="1217613">
              <a:defRPr>
                <a:solidFill>
                  <a:schemeClr val="tx1"/>
                </a:solidFill>
                <a:latin typeface="Arial" pitchFamily="34" charset="0"/>
                <a:ea typeface="Arial Unicode MS" pitchFamily="34" charset="-128"/>
                <a:cs typeface="Arial Unicode MS" pitchFamily="34" charset="-128"/>
              </a:defRPr>
            </a:lvl1pPr>
            <a:lvl2pPr marL="742950" indent="-285750" defTabSz="1217613">
              <a:defRPr>
                <a:solidFill>
                  <a:schemeClr val="tx1"/>
                </a:solidFill>
                <a:latin typeface="Arial" pitchFamily="34" charset="0"/>
                <a:ea typeface="Arial Unicode MS" pitchFamily="34" charset="-128"/>
                <a:cs typeface="Arial Unicode MS" pitchFamily="34" charset="-128"/>
              </a:defRPr>
            </a:lvl2pPr>
            <a:lvl3pPr marL="1143000" indent="-228600" defTabSz="1217613">
              <a:defRPr>
                <a:solidFill>
                  <a:schemeClr val="tx1"/>
                </a:solidFill>
                <a:latin typeface="Arial" pitchFamily="34" charset="0"/>
                <a:ea typeface="Arial Unicode MS" pitchFamily="34" charset="-128"/>
                <a:cs typeface="Arial Unicode MS" pitchFamily="34" charset="-128"/>
              </a:defRPr>
            </a:lvl3pPr>
            <a:lvl4pPr marL="1600200" indent="-228600" defTabSz="1217613">
              <a:defRPr>
                <a:solidFill>
                  <a:schemeClr val="tx1"/>
                </a:solidFill>
                <a:latin typeface="Arial" pitchFamily="34" charset="0"/>
                <a:ea typeface="Arial Unicode MS" pitchFamily="34" charset="-128"/>
                <a:cs typeface="Arial Unicode MS" pitchFamily="34" charset="-128"/>
              </a:defRPr>
            </a:lvl4pPr>
            <a:lvl5pPr marL="2057400" indent="-228600" defTabSz="1217613">
              <a:defRPr>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ctr" eaLnBrk="1" hangingPunct="1">
              <a:defRPr/>
            </a:pPr>
            <a:fld id="{7DF70F9C-D923-4675-93A1-2086FB1BB0B6}" type="slidenum">
              <a:rPr lang="en-US" altLang="en-US" sz="1200" smtClean="0">
                <a:solidFill>
                  <a:srgbClr val="FFFFFF"/>
                </a:solidFill>
                <a:latin typeface="Calibri" pitchFamily="34" charset="0"/>
              </a:rPr>
              <a:pPr algn="ctr" eaLnBrk="1" hangingPunct="1">
                <a:defRPr/>
              </a:pPr>
              <a:t>‹#›</a:t>
            </a:fld>
            <a:endParaRPr lang="en-US" altLang="en-US" sz="1200" smtClean="0">
              <a:solidFill>
                <a:srgbClr val="FFFFFF"/>
              </a:solidFill>
              <a:latin typeface="Calibri" pitchFamily="34" charset="0"/>
            </a:endParaRPr>
          </a:p>
        </p:txBody>
      </p:sp>
      <p:sp>
        <p:nvSpPr>
          <p:cNvPr id="9" name="Rectangle 8"/>
          <p:cNvSpPr/>
          <p:nvPr userDrawn="1"/>
        </p:nvSpPr>
        <p:spPr>
          <a:xfrm>
            <a:off x="9223712" y="6413707"/>
            <a:ext cx="2664634" cy="338554"/>
          </a:xfrm>
          <a:prstGeom prst="rect">
            <a:avLst/>
          </a:prstGeom>
        </p:spPr>
        <p:txBody>
          <a:bodyPr>
            <a:spAutoFit/>
          </a:bodyPr>
          <a:lstStyle/>
          <a:p>
            <a:pPr algn="ctr" defTabSz="1219170" eaLnBrk="1" fontAlgn="auto" hangingPunct="1">
              <a:spcBef>
                <a:spcPts val="0"/>
              </a:spcBef>
              <a:spcAft>
                <a:spcPts val="0"/>
              </a:spcAft>
              <a:defRPr/>
            </a:pPr>
            <a:endParaRPr lang="en-US" sz="700" dirty="0">
              <a:solidFill>
                <a:srgbClr val="3C3C3C">
                  <a:lumMod val="60000"/>
                  <a:lumOff val="40000"/>
                  <a:alpha val="69000"/>
                </a:srgbClr>
              </a:solidFill>
              <a:latin typeface="+mn-lt"/>
              <a:ea typeface="+mn-ea"/>
              <a:cs typeface="Calibri"/>
            </a:endParaRPr>
          </a:p>
          <a:p>
            <a:pPr algn="ctr" eaLnBrk="1" fontAlgn="auto" hangingPunct="1">
              <a:spcBef>
                <a:spcPts val="0"/>
              </a:spcBef>
              <a:spcAft>
                <a:spcPts val="0"/>
              </a:spcAft>
              <a:defRPr/>
            </a:pPr>
            <a:r>
              <a:rPr lang="en-US" sz="900" dirty="0">
                <a:solidFill>
                  <a:srgbClr val="3C3C3C">
                    <a:lumMod val="60000"/>
                    <a:lumOff val="40000"/>
                    <a:alpha val="69000"/>
                  </a:srgbClr>
                </a:solidFill>
                <a:latin typeface="+mn-lt"/>
                <a:ea typeface="+mn-ea"/>
                <a:cs typeface="Calibri"/>
              </a:rPr>
              <a:t>© 2018 Virtusa Corporation. All rights reserved. </a:t>
            </a:r>
            <a:endParaRPr lang="en-US" sz="700" dirty="0">
              <a:solidFill>
                <a:srgbClr val="3C3C3C">
                  <a:lumMod val="60000"/>
                  <a:lumOff val="40000"/>
                  <a:alpha val="69000"/>
                </a:srgbClr>
              </a:solidFill>
              <a:latin typeface="+mn-lt"/>
              <a:ea typeface="+mn-ea"/>
              <a:cs typeface="Calibri"/>
            </a:endParaRPr>
          </a:p>
        </p:txBody>
      </p:sp>
    </p:spTree>
  </p:cSld>
  <p:clrMap bg1="lt1" tx1="dk1" bg2="lt2" tx2="dk2" accent1="accent1" accent2="accent2" accent3="accent3" accent4="accent4" accent5="accent5" accent6="accent6" hlink="hlink" folHlink="folHlink"/>
  <p:sldLayoutIdLst>
    <p:sldLayoutId id="2147484887" r:id="rId1"/>
    <p:sldLayoutId id="2147484888" r:id="rId2"/>
    <p:sldLayoutId id="2147484889" r:id="rId3"/>
    <p:sldLayoutId id="2147484890" r:id="rId4"/>
    <p:sldLayoutId id="2147484891" r:id="rId5"/>
    <p:sldLayoutId id="2147484892" r:id="rId6"/>
    <p:sldLayoutId id="2147484915" r:id="rId7"/>
    <p:sldLayoutId id="2147484893" r:id="rId8"/>
    <p:sldLayoutId id="2147484916" r:id="rId9"/>
    <p:sldLayoutId id="2147484894" r:id="rId10"/>
    <p:sldLayoutId id="2147484917" r:id="rId11"/>
    <p:sldLayoutId id="2147484895" r:id="rId12"/>
    <p:sldLayoutId id="2147484918" r:id="rId13"/>
    <p:sldLayoutId id="2147484896" r:id="rId14"/>
    <p:sldLayoutId id="2147484897" r:id="rId15"/>
    <p:sldLayoutId id="2147484919" r:id="rId16"/>
    <p:sldLayoutId id="2147484898" r:id="rId17"/>
    <p:sldLayoutId id="2147484899" r:id="rId18"/>
    <p:sldLayoutId id="2147484920" r:id="rId19"/>
    <p:sldLayoutId id="2147484900" r:id="rId20"/>
    <p:sldLayoutId id="2147484921" r:id="rId21"/>
    <p:sldLayoutId id="2147484922" r:id="rId22"/>
    <p:sldLayoutId id="2147484923" r:id="rId23"/>
    <p:sldLayoutId id="2147484924" r:id="rId24"/>
    <p:sldLayoutId id="2147484925" r:id="rId25"/>
    <p:sldLayoutId id="2147484926" r:id="rId26"/>
    <p:sldLayoutId id="2147484927" r:id="rId27"/>
    <p:sldLayoutId id="2147484928" r:id="rId28"/>
    <p:sldLayoutId id="2147484929" r:id="rId29"/>
    <p:sldLayoutId id="2147484930" r:id="rId30"/>
    <p:sldLayoutId id="2147484931" r:id="rId31"/>
    <p:sldLayoutId id="2147484932" r:id="rId32"/>
    <p:sldLayoutId id="2147484933" r:id="rId33"/>
  </p:sldLayoutIdLst>
  <p:hf hdr="0" ftr="0" dt="0"/>
  <p:txStyles>
    <p:titleStyle>
      <a:lvl1pPr algn="l" defTabSz="608013" rtl="0" eaLnBrk="0" fontAlgn="base" hangingPunct="0">
        <a:spcBef>
          <a:spcPct val="0"/>
        </a:spcBef>
        <a:spcAft>
          <a:spcPct val="0"/>
        </a:spcAft>
        <a:defRPr sz="2600" b="1" kern="1200">
          <a:solidFill>
            <a:srgbClr val="3C44AB"/>
          </a:solidFill>
          <a:latin typeface="+mj-lt"/>
          <a:ea typeface="+mj-ea"/>
          <a:cs typeface="+mj-cs"/>
        </a:defRPr>
      </a:lvl1pPr>
      <a:lvl2pPr algn="l" defTabSz="608013" rtl="0" eaLnBrk="0" fontAlgn="base" hangingPunct="0">
        <a:spcBef>
          <a:spcPct val="0"/>
        </a:spcBef>
        <a:spcAft>
          <a:spcPct val="0"/>
        </a:spcAft>
        <a:defRPr sz="2600" b="1">
          <a:solidFill>
            <a:srgbClr val="3C44AB"/>
          </a:solidFill>
          <a:latin typeface="Calibri" pitchFamily="34" charset="0"/>
        </a:defRPr>
      </a:lvl2pPr>
      <a:lvl3pPr algn="l" defTabSz="608013" rtl="0" eaLnBrk="0" fontAlgn="base" hangingPunct="0">
        <a:spcBef>
          <a:spcPct val="0"/>
        </a:spcBef>
        <a:spcAft>
          <a:spcPct val="0"/>
        </a:spcAft>
        <a:defRPr sz="2600" b="1">
          <a:solidFill>
            <a:srgbClr val="3C44AB"/>
          </a:solidFill>
          <a:latin typeface="Calibri" pitchFamily="34" charset="0"/>
        </a:defRPr>
      </a:lvl3pPr>
      <a:lvl4pPr algn="l" defTabSz="608013" rtl="0" eaLnBrk="0" fontAlgn="base" hangingPunct="0">
        <a:spcBef>
          <a:spcPct val="0"/>
        </a:spcBef>
        <a:spcAft>
          <a:spcPct val="0"/>
        </a:spcAft>
        <a:defRPr sz="2600" b="1">
          <a:solidFill>
            <a:srgbClr val="3C44AB"/>
          </a:solidFill>
          <a:latin typeface="Calibri" pitchFamily="34" charset="0"/>
        </a:defRPr>
      </a:lvl4pPr>
      <a:lvl5pPr algn="l" defTabSz="608013" rtl="0" eaLnBrk="0" fontAlgn="base" hangingPunct="0">
        <a:spcBef>
          <a:spcPct val="0"/>
        </a:spcBef>
        <a:spcAft>
          <a:spcPct val="0"/>
        </a:spcAft>
        <a:defRPr sz="2600" b="1">
          <a:solidFill>
            <a:srgbClr val="3C44AB"/>
          </a:solidFill>
          <a:latin typeface="Calibri" pitchFamily="34" charset="0"/>
        </a:defRPr>
      </a:lvl5pPr>
      <a:lvl6pPr marL="457200" algn="l" defTabSz="608013" rtl="0" fontAlgn="base">
        <a:spcBef>
          <a:spcPct val="0"/>
        </a:spcBef>
        <a:spcAft>
          <a:spcPct val="0"/>
        </a:spcAft>
        <a:defRPr sz="2600" b="1">
          <a:solidFill>
            <a:srgbClr val="3C44AB"/>
          </a:solidFill>
          <a:latin typeface="Calibri" pitchFamily="34" charset="0"/>
        </a:defRPr>
      </a:lvl6pPr>
      <a:lvl7pPr marL="914400" algn="l" defTabSz="608013" rtl="0" fontAlgn="base">
        <a:spcBef>
          <a:spcPct val="0"/>
        </a:spcBef>
        <a:spcAft>
          <a:spcPct val="0"/>
        </a:spcAft>
        <a:defRPr sz="2600" b="1">
          <a:solidFill>
            <a:srgbClr val="3C44AB"/>
          </a:solidFill>
          <a:latin typeface="Calibri" pitchFamily="34" charset="0"/>
        </a:defRPr>
      </a:lvl7pPr>
      <a:lvl8pPr marL="1371600" algn="l" defTabSz="608013" rtl="0" fontAlgn="base">
        <a:spcBef>
          <a:spcPct val="0"/>
        </a:spcBef>
        <a:spcAft>
          <a:spcPct val="0"/>
        </a:spcAft>
        <a:defRPr sz="2600" b="1">
          <a:solidFill>
            <a:srgbClr val="3C44AB"/>
          </a:solidFill>
          <a:latin typeface="Calibri" pitchFamily="34" charset="0"/>
        </a:defRPr>
      </a:lvl8pPr>
      <a:lvl9pPr marL="1828800" algn="l" defTabSz="608013" rtl="0" fontAlgn="base">
        <a:spcBef>
          <a:spcPct val="0"/>
        </a:spcBef>
        <a:spcAft>
          <a:spcPct val="0"/>
        </a:spcAft>
        <a:defRPr sz="2600" b="1">
          <a:solidFill>
            <a:srgbClr val="3C44AB"/>
          </a:solidFill>
          <a:latin typeface="Calibri" pitchFamily="34" charset="0"/>
        </a:defRPr>
      </a:lvl9pPr>
    </p:titleStyle>
    <p:bodyStyle>
      <a:lvl1pPr marL="303213" indent="-303213" algn="l" defTabSz="608013" rtl="0" eaLnBrk="0" fontAlgn="base" hangingPunct="0">
        <a:spcBef>
          <a:spcPts val="800"/>
        </a:spcBef>
        <a:spcAft>
          <a:spcPct val="0"/>
        </a:spcAft>
        <a:buClr>
          <a:schemeClr val="accent1"/>
        </a:buClr>
        <a:buFont typeface="Arial" pitchFamily="34" charset="0"/>
        <a:buChar char="•"/>
        <a:defRPr sz="2600" kern="1200">
          <a:solidFill>
            <a:schemeClr val="tx1"/>
          </a:solidFill>
          <a:latin typeface="+mn-lt"/>
          <a:ea typeface="+mn-ea"/>
          <a:cs typeface="+mn-cs"/>
        </a:defRPr>
      </a:lvl1pPr>
      <a:lvl2pPr marL="974725" indent="-365125" algn="l" defTabSz="608013" rtl="0" eaLnBrk="0" fontAlgn="base" hangingPunct="0">
        <a:spcBef>
          <a:spcPts val="800"/>
        </a:spcBef>
        <a:spcAft>
          <a:spcPct val="0"/>
        </a:spcAft>
        <a:buClr>
          <a:schemeClr val="accent1"/>
        </a:buClr>
        <a:buFont typeface="Arial" pitchFamily="34" charset="0"/>
        <a:buChar char="–"/>
        <a:defRPr sz="2000" kern="1200">
          <a:solidFill>
            <a:schemeClr val="tx1"/>
          </a:solidFill>
          <a:latin typeface="+mn-lt"/>
          <a:ea typeface="+mn-ea"/>
          <a:cs typeface="+mn-cs"/>
        </a:defRPr>
      </a:lvl2pPr>
      <a:lvl3pPr marL="1217613" indent="-365125" algn="l" defTabSz="608013" rtl="0" eaLnBrk="0" fontAlgn="base" hangingPunct="0">
        <a:spcBef>
          <a:spcPts val="1338"/>
        </a:spcBef>
        <a:spcAft>
          <a:spcPct val="0"/>
        </a:spcAft>
        <a:buClr>
          <a:schemeClr val="accent1"/>
        </a:buClr>
        <a:buFont typeface="Wingdings" pitchFamily="2" charset="2"/>
        <a:buChar char="§"/>
        <a:defRPr sz="2000" kern="1200">
          <a:solidFill>
            <a:schemeClr val="tx1"/>
          </a:solidFill>
          <a:latin typeface="+mn-lt"/>
          <a:ea typeface="+mn-ea"/>
          <a:cs typeface="+mn-cs"/>
        </a:defRPr>
      </a:lvl3pPr>
      <a:lvl4pPr marL="1706563" indent="-365125" algn="l" defTabSz="608013" rtl="0" eaLnBrk="0" fontAlgn="base" hangingPunct="0">
        <a:spcBef>
          <a:spcPts val="1600"/>
        </a:spcBef>
        <a:spcAft>
          <a:spcPct val="0"/>
        </a:spcAft>
        <a:buClr>
          <a:schemeClr val="accent1"/>
        </a:buClr>
        <a:buFont typeface="Arial" pitchFamily="34" charset="0"/>
        <a:buChar char="•"/>
        <a:defRPr sz="2000" kern="1200">
          <a:solidFill>
            <a:schemeClr val="tx1"/>
          </a:solidFill>
          <a:latin typeface="+mn-lt"/>
          <a:ea typeface="+mn-ea"/>
          <a:cs typeface="+mn-cs"/>
        </a:defRPr>
      </a:lvl4pPr>
      <a:lvl5pPr marL="2071688" indent="-242888" algn="l" defTabSz="608013" rtl="0" eaLnBrk="0" fontAlgn="base" hangingPunct="0">
        <a:spcBef>
          <a:spcPts val="1863"/>
        </a:spcBef>
        <a:spcAft>
          <a:spcPct val="0"/>
        </a:spcAft>
        <a:buClr>
          <a:schemeClr val="accent1"/>
        </a:buClr>
        <a:buFont typeface="Arial" pitchFamily="34" charset="0"/>
        <a:buChar char="•"/>
        <a:defRPr sz="20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vmlDrawing" Target="../drawings/vmlDrawing1.vml"/><Relationship Id="rId6" Type="http://schemas.openxmlformats.org/officeDocument/2006/relationships/image" Target="../media/image14.png"/><Relationship Id="rId5" Type="http://schemas.openxmlformats.org/officeDocument/2006/relationships/image" Target="../media/image13.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xml"/><Relationship Id="rId1" Type="http://schemas.openxmlformats.org/officeDocument/2006/relationships/slideLayout" Target="../slideLayouts/slideLayout16.xml"/><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6.xml"/><Relationship Id="rId5" Type="http://schemas.openxmlformats.org/officeDocument/2006/relationships/image" Target="../media/image19.jpe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8" Type="http://schemas.openxmlformats.org/officeDocument/2006/relationships/hyperlink" Target="https://www.youtube.com/watch?v=67TlTBT68LE" TargetMode="External"/><Relationship Id="rId3" Type="http://schemas.openxmlformats.org/officeDocument/2006/relationships/hyperlink" Target="https://www.pdfdrive.com/learn-to-program-with-c-learn-to-program-using-the-popular-c-programming-language-e166650744.html" TargetMode="External"/><Relationship Id="rId7" Type="http://schemas.openxmlformats.org/officeDocument/2006/relationships/hyperlink" Target="https://spoken-tutorial.org/watch/C+and+Cpp/Loops/English/" TargetMode="External"/><Relationship Id="rId12" Type="http://schemas.openxmlformats.org/officeDocument/2006/relationships/hyperlink" Target="https://www.geeksforgeeks.org/c-sharp-jump-statements-break-continue-goto-return-and-throw/" TargetMode="External"/><Relationship Id="rId2" Type="http://schemas.openxmlformats.org/officeDocument/2006/relationships/notesSlide" Target="../notesSlides/notesSlide10.xml"/><Relationship Id="rId1" Type="http://schemas.openxmlformats.org/officeDocument/2006/relationships/slideLayout" Target="../slideLayouts/slideLayout17.xml"/><Relationship Id="rId6" Type="http://schemas.openxmlformats.org/officeDocument/2006/relationships/hyperlink" Target="http://www.digimat.in/nptel/courses/video/106104128/L17.html" TargetMode="External"/><Relationship Id="rId11" Type="http://schemas.openxmlformats.org/officeDocument/2006/relationships/hyperlink" Target="https://www.programiz.com/c-programming/c-goto-statement" TargetMode="External"/><Relationship Id="rId5" Type="http://schemas.openxmlformats.org/officeDocument/2006/relationships/hyperlink" Target="http://www.freebookcentre.net/programming-books-download/The-Basics-of-C-Programming.html" TargetMode="External"/><Relationship Id="rId10" Type="http://schemas.openxmlformats.org/officeDocument/2006/relationships/hyperlink" Target="https://www.cs.auckland.ac.nz/references/unix/digital/AQTLTBTE/DOCU_075.HTM" TargetMode="External"/><Relationship Id="rId4" Type="http://schemas.openxmlformats.org/officeDocument/2006/relationships/hyperlink" Target="http://www2.cs.uregina.ca/~hilder/cs833/Other%20Reference%20Materials/The%20C%20Programming%20Language.pdf" TargetMode="External"/><Relationship Id="rId9" Type="http://schemas.openxmlformats.org/officeDocument/2006/relationships/hyperlink" Target="https://www.youtube.com/watch?v=Bv1LcqhqnZs" TargetMode="Externa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8.xml"/><Relationship Id="rId1" Type="http://schemas.openxmlformats.org/officeDocument/2006/relationships/vmlDrawing" Target="../drawings/vmlDrawing2.vml"/><Relationship Id="rId5" Type="http://schemas.openxmlformats.org/officeDocument/2006/relationships/image" Target="../media/image13.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763" y="6191250"/>
            <a:ext cx="12196763" cy="7540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p:cNvSpPr/>
          <p:nvPr/>
        </p:nvSpPr>
        <p:spPr>
          <a:xfrm>
            <a:off x="301625" y="5902325"/>
            <a:ext cx="46038" cy="6127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4820" name="Slide Number Placeholder 2"/>
          <p:cNvSpPr txBox="1">
            <a:spLocks/>
          </p:cNvSpPr>
          <p:nvPr/>
        </p:nvSpPr>
        <p:spPr bwMode="auto">
          <a:xfrm>
            <a:off x="8763000" y="65087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r" eaLnBrk="1" hangingPunct="1"/>
            <a:endParaRPr lang="en-US" altLang="en-US" sz="1200">
              <a:solidFill>
                <a:srgbClr val="898989"/>
              </a:solidFill>
              <a:latin typeface="Calibri" pitchFamily="34" charset="0"/>
            </a:endParaRPr>
          </a:p>
        </p:txBody>
      </p:sp>
      <p:sp>
        <p:nvSpPr>
          <p:cNvPr id="46" name="Right Triangle 45"/>
          <p:cNvSpPr/>
          <p:nvPr/>
        </p:nvSpPr>
        <p:spPr>
          <a:xfrm flipV="1">
            <a:off x="9507538" y="5940425"/>
            <a:ext cx="1290637" cy="1157288"/>
          </a:xfrm>
          <a:prstGeom prst="rtTriangle">
            <a:avLst/>
          </a:prstGeom>
          <a:solidFill>
            <a:srgbClr val="FFFFFF">
              <a:lumMod val="95000"/>
              <a:alpha val="17000"/>
            </a:srgb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ID" kern="0">
              <a:solidFill>
                <a:srgbClr val="FFFFFF"/>
              </a:solidFill>
              <a:latin typeface="Calibri" panose="020F0502020204030204"/>
              <a:ea typeface="+mn-ea"/>
              <a:cs typeface="+mn-cs"/>
            </a:endParaRPr>
          </a:p>
        </p:txBody>
      </p:sp>
      <p:graphicFrame>
        <p:nvGraphicFramePr>
          <p:cNvPr id="34822" name="Object 9"/>
          <p:cNvGraphicFramePr>
            <a:graphicFrameLocks noChangeAspect="1"/>
          </p:cNvGraphicFramePr>
          <p:nvPr/>
        </p:nvGraphicFramePr>
        <p:xfrm>
          <a:off x="160338" y="3195638"/>
          <a:ext cx="3303587" cy="3148012"/>
        </p:xfrm>
        <a:graphic>
          <a:graphicData uri="http://schemas.openxmlformats.org/presentationml/2006/ole">
            <mc:AlternateContent xmlns:mc="http://schemas.openxmlformats.org/markup-compatibility/2006">
              <mc:Choice xmlns:v="urn:schemas-microsoft-com:vml" Requires="v">
                <p:oleObj spid="_x0000_s34838" name="CorelDRAW" r:id="rId4" imgW="2169000" imgH="2169360" progId="">
                  <p:embed/>
                </p:oleObj>
              </mc:Choice>
              <mc:Fallback>
                <p:oleObj name="CorelDRAW" r:id="rId4" imgW="2169000" imgH="2169360" progId="">
                  <p:embed/>
                  <p:pic>
                    <p:nvPicPr>
                      <p:cNvPr id="0" name="Object 9"/>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160338" y="3195638"/>
                        <a:ext cx="3303587" cy="314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 name="Right Triangle 36"/>
          <p:cNvSpPr/>
          <p:nvPr/>
        </p:nvSpPr>
        <p:spPr>
          <a:xfrm flipH="1">
            <a:off x="7045325" y="11113"/>
            <a:ext cx="5146675" cy="5853112"/>
          </a:xfrm>
          <a:prstGeom prst="rtTriangle">
            <a:avLst/>
          </a:prstGeom>
          <a:solidFill>
            <a:srgbClr val="FFFFFF">
              <a:lumMod val="95000"/>
              <a:alpha val="17000"/>
            </a:srgb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ID" kern="0">
              <a:solidFill>
                <a:srgbClr val="FFFFFF"/>
              </a:solidFill>
              <a:latin typeface="Calibri" panose="020F0502020204030204"/>
              <a:ea typeface="+mn-ea"/>
              <a:cs typeface="+mn-cs"/>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34827" name="Picture 29"/>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2700" y="23813"/>
            <a:ext cx="3859213" cy="153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Right Triangle 42"/>
          <p:cNvSpPr/>
          <p:nvPr/>
        </p:nvSpPr>
        <p:spPr>
          <a:xfrm rot="10800000" flipV="1">
            <a:off x="9829800" y="5334000"/>
            <a:ext cx="2366963" cy="1600200"/>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4829" name="TextBox 35"/>
          <p:cNvSpPr txBox="1">
            <a:spLocks noChangeArrowheads="1"/>
          </p:cNvSpPr>
          <p:nvPr/>
        </p:nvSpPr>
        <p:spPr bwMode="auto">
          <a:xfrm>
            <a:off x="6881813" y="6019800"/>
            <a:ext cx="4927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eaLnBrk="1" hangingPunct="1"/>
            <a:r>
              <a:rPr lang="en-US" altLang="en-US" sz="2000" b="1">
                <a:solidFill>
                  <a:srgbClr val="595959"/>
                </a:solidFill>
                <a:latin typeface="Casper"/>
                <a:ea typeface="Karla"/>
                <a:cs typeface="Karla"/>
              </a:rPr>
              <a:t>DISCOVER . </a:t>
            </a:r>
            <a:r>
              <a:rPr lang="en-US" altLang="en-US" sz="2000" b="1">
                <a:solidFill>
                  <a:srgbClr val="C00000"/>
                </a:solidFill>
                <a:latin typeface="Casper"/>
                <a:ea typeface="Karla"/>
                <a:cs typeface="Karla"/>
              </a:rPr>
              <a:t>LEARN</a:t>
            </a:r>
            <a:r>
              <a:rPr lang="en-US" altLang="en-US" sz="2000" b="1">
                <a:solidFill>
                  <a:srgbClr val="595959"/>
                </a:solidFill>
                <a:latin typeface="Casper"/>
                <a:ea typeface="Karla"/>
                <a:cs typeface="Karla"/>
              </a:rPr>
              <a:t> . EMPOWER     </a:t>
            </a:r>
            <a:endParaRPr lang="en-US" altLang="en-US" sz="1200" b="1">
              <a:solidFill>
                <a:srgbClr val="000000"/>
              </a:solidFill>
              <a:latin typeface="Casper"/>
            </a:endParaRPr>
          </a:p>
          <a:p>
            <a:pPr eaLnBrk="1" hangingPunct="1"/>
            <a:endParaRPr lang="en-US" altLang="en-US" sz="1600" b="1">
              <a:latin typeface="Casper"/>
            </a:endParaRPr>
          </a:p>
        </p:txBody>
      </p:sp>
      <p:sp>
        <p:nvSpPr>
          <p:cNvPr id="52" name="Rectangle 51"/>
          <p:cNvSpPr/>
          <p:nvPr/>
        </p:nvSpPr>
        <p:spPr>
          <a:xfrm>
            <a:off x="6884988" y="6043613"/>
            <a:ext cx="46037" cy="36988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4831" name="TextBox 52"/>
          <p:cNvSpPr txBox="1">
            <a:spLocks noChangeArrowheads="1"/>
          </p:cNvSpPr>
          <p:nvPr/>
        </p:nvSpPr>
        <p:spPr bwMode="auto">
          <a:xfrm>
            <a:off x="339725" y="6022975"/>
            <a:ext cx="64325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22300">
              <a:defRPr>
                <a:solidFill>
                  <a:schemeClr val="tx1"/>
                </a:solidFill>
                <a:latin typeface="Arial" pitchFamily="34" charset="0"/>
                <a:ea typeface="Arial Unicode MS" pitchFamily="34" charset="-128"/>
                <a:cs typeface="Arial Unicode MS" pitchFamily="34" charset="-128"/>
              </a:defRPr>
            </a:lvl1pPr>
            <a:lvl2pPr marL="742950" indent="-285750" defTabSz="622300">
              <a:defRPr>
                <a:solidFill>
                  <a:schemeClr val="tx1"/>
                </a:solidFill>
                <a:latin typeface="Arial" pitchFamily="34" charset="0"/>
                <a:ea typeface="Arial Unicode MS" pitchFamily="34" charset="-128"/>
                <a:cs typeface="Arial Unicode MS" pitchFamily="34" charset="-128"/>
              </a:defRPr>
            </a:lvl2pPr>
            <a:lvl3pPr marL="1143000" indent="-228600" defTabSz="622300">
              <a:defRPr>
                <a:solidFill>
                  <a:schemeClr val="tx1"/>
                </a:solidFill>
                <a:latin typeface="Arial" pitchFamily="34" charset="0"/>
                <a:ea typeface="Arial Unicode MS" pitchFamily="34" charset="-128"/>
                <a:cs typeface="Arial Unicode MS" pitchFamily="34" charset="-128"/>
              </a:defRPr>
            </a:lvl3pPr>
            <a:lvl4pPr marL="1600200" indent="-228600" defTabSz="622300">
              <a:defRPr>
                <a:solidFill>
                  <a:schemeClr val="tx1"/>
                </a:solidFill>
                <a:latin typeface="Arial" pitchFamily="34" charset="0"/>
                <a:ea typeface="Arial Unicode MS" pitchFamily="34" charset="-128"/>
                <a:cs typeface="Arial Unicode MS" pitchFamily="34" charset="-128"/>
              </a:defRPr>
            </a:lvl4pPr>
            <a:lvl5pPr marL="2057400" indent="-228600" defTabSz="622300">
              <a:defRPr>
                <a:solidFill>
                  <a:schemeClr val="tx1"/>
                </a:solidFill>
                <a:latin typeface="Arial" pitchFamily="34" charset="0"/>
                <a:ea typeface="Arial Unicode MS" pitchFamily="34" charset="-128"/>
                <a:cs typeface="Arial Unicode MS" pitchFamily="34" charset="-128"/>
              </a:defRPr>
            </a:lvl5pPr>
            <a:lvl6pPr marL="2514600" indent="-228600" defTabSz="6223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defTabSz="6223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defTabSz="6223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defTabSz="6223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eaLnBrk="1" hangingPunct="1">
              <a:lnSpc>
                <a:spcPct val="90000"/>
              </a:lnSpc>
              <a:spcAft>
                <a:spcPct val="35000"/>
              </a:spcAft>
            </a:pPr>
            <a:r>
              <a:rPr lang="en-IN" altLang="en-US" sz="3200">
                <a:latin typeface="King"/>
              </a:rPr>
              <a:t>Jump Statements</a:t>
            </a:r>
            <a:r>
              <a:rPr lang="en-US" altLang="en-US" sz="3200" b="1">
                <a:solidFill>
                  <a:srgbClr val="262626"/>
                </a:solidFill>
                <a:latin typeface="Times New Roman" pitchFamily="18" charset="0"/>
                <a:cs typeface="Times New Roman" pitchFamily="18" charset="0"/>
              </a:rPr>
              <a:t> </a:t>
            </a:r>
          </a:p>
          <a:p>
            <a:pPr eaLnBrk="1" hangingPunct="1"/>
            <a:endParaRPr lang="en-US" altLang="en-US" sz="1600">
              <a:latin typeface="Raleway ExtraBold" pitchFamily="34" charset="0"/>
            </a:endParaRPr>
          </a:p>
        </p:txBody>
      </p:sp>
      <p:sp>
        <p:nvSpPr>
          <p:cNvPr id="34833" name="Slide Number Placeholder 14"/>
          <p:cNvSpPr>
            <a:spLocks noGrp="1" noChangeArrowheads="1"/>
          </p:cNvSpPr>
          <p:nvPr>
            <p:ph type="sldNum" sz="quarter" idx="1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9A06622C-3E61-4B60-99C0-51663164405A}" type="slidenum">
              <a:rPr lang="en-US" altLang="en-US">
                <a:solidFill>
                  <a:srgbClr val="898989"/>
                </a:solidFill>
                <a:latin typeface="Calibri" pitchFamily="34" charset="0"/>
              </a:rPr>
              <a:pPr/>
              <a:t>1</a:t>
            </a:fld>
            <a:endParaRPr lang="en-US" altLang="en-US">
              <a:solidFill>
                <a:srgbClr val="898989"/>
              </a:solidFill>
              <a:latin typeface="Calibri" pitchFamily="34" charset="0"/>
            </a:endParaRPr>
          </a:p>
        </p:txBody>
      </p:sp>
      <p:sp>
        <p:nvSpPr>
          <p:cNvPr id="16" name="TextBox 15"/>
          <p:cNvSpPr txBox="1">
            <a:spLocks noChangeArrowheads="1"/>
          </p:cNvSpPr>
          <p:nvPr/>
        </p:nvSpPr>
        <p:spPr bwMode="auto">
          <a:xfrm>
            <a:off x="1030403" y="1632908"/>
            <a:ext cx="9884238" cy="327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UNIT-2</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Introduction to Problem Solving</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Code:23CSH-101</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195942" y="0"/>
            <a:ext cx="5652408" cy="2619374"/>
          </a:xfrm>
        </p:spPr>
        <p:txBody>
          <a:bodyPr>
            <a:normAutofit/>
          </a:bodyPr>
          <a:lstStyle/>
          <a:p>
            <a:pPr algn="ctr"/>
            <a:r>
              <a:rPr lang="en-US" sz="4400" dirty="0" smtClean="0">
                <a:latin typeface="Times New Roman" panose="02020603050405020304" pitchFamily="18" charset="0"/>
                <a:ea typeface="Calibri" panose="020F0502020204030204" pitchFamily="34" charset="0"/>
                <a:cs typeface="Times New Roman" panose="02020603050405020304" pitchFamily="18" charset="0"/>
              </a:rPr>
              <a:t>Introduction to Problem Solving</a:t>
            </a: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450248" y="3457574"/>
            <a:ext cx="3683602" cy="333376"/>
          </a:xfrm>
        </p:spPr>
        <p:txBody>
          <a:bodyPr>
            <a:normAutofit fontScale="77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graphicFrame>
        <p:nvGraphicFramePr>
          <p:cNvPr id="10" name="Table 10">
            <a:extLst>
              <a:ext uri="{FF2B5EF4-FFF2-40B4-BE49-F238E27FC236}">
                <a16:creationId xmlns:a16="http://schemas.microsoft.com/office/drawing/2014/main" id="{61791A24-3CC5-4ACD-B2EC-2F300FCC8BF6}"/>
              </a:ext>
            </a:extLst>
          </p:cNvPr>
          <p:cNvGraphicFramePr>
            <a:graphicFrameLocks noGrp="1"/>
          </p:cNvGraphicFramePr>
          <p:nvPr/>
        </p:nvGraphicFramePr>
        <p:xfrm>
          <a:off x="450248" y="3952876"/>
          <a:ext cx="5398102" cy="2983901"/>
        </p:xfrm>
        <a:graphic>
          <a:graphicData uri="http://schemas.openxmlformats.org/drawingml/2006/table">
            <a:tbl>
              <a:tblPr firstRow="1" bandRow="1">
                <a:tableStyleId>{5940675A-B579-460E-94D1-54222C63F5DA}</a:tableStyleId>
              </a:tblPr>
              <a:tblGrid>
                <a:gridCol w="5398102">
                  <a:extLst>
                    <a:ext uri="{9D8B030D-6E8A-4147-A177-3AD203B41FA5}">
                      <a16:colId xmlns:a16="http://schemas.microsoft.com/office/drawing/2014/main" val="529727568"/>
                    </a:ext>
                  </a:extLst>
                </a:gridCol>
              </a:tblGrid>
              <a:tr h="78415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The course aims to provide exposure to problem-solving through programming.</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1055258708"/>
                  </a:ext>
                </a:extLst>
              </a:tr>
              <a:tr h="790538">
                <a:tc>
                  <a:txBody>
                    <a:bodyPr/>
                    <a:lstStyle/>
                    <a:p>
                      <a:pPr marL="0" lvl="0" indent="0" algn="just">
                        <a:buFont typeface="Arial" panose="020B0604020202020204" pitchFamily="34" charset="0"/>
                        <a:buNone/>
                      </a:pPr>
                      <a:r>
                        <a:rPr lang="en-US" sz="2000" b="1" kern="1200" dirty="0">
                          <a:solidFill>
                            <a:srgbClr val="FF0000"/>
                          </a:solidFill>
                          <a:effectLst/>
                          <a:latin typeface="+mn-lt"/>
                          <a:ea typeface="+mn-ea"/>
                          <a:cs typeface="+mn-cs"/>
                        </a:rPr>
                        <a:t>The course aims to raise the programming skills of students via logic building capability.</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990456970"/>
                  </a:ext>
                </a:extLst>
              </a:tr>
              <a:tr h="1193902">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With knowledge of C programming language, students would be able to model real world problems.</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557340115"/>
                  </a:ext>
                </a:extLst>
              </a:tr>
            </a:tbl>
          </a:graphicData>
        </a:graphic>
      </p:graphicFrame>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spTree>
    <p:extLst>
      <p:ext uri="{BB962C8B-B14F-4D97-AF65-F5344CB8AC3E}">
        <p14:creationId xmlns:p14="http://schemas.microsoft.com/office/powerpoint/2010/main" val="2932644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2"/>
          <p:cNvSpPr>
            <a:spLocks noGrp="1"/>
          </p:cNvSpPr>
          <p:nvPr>
            <p:ph idx="1"/>
          </p:nvPr>
        </p:nvSpPr>
        <p:spPr bwMode="auto">
          <a:xfrm>
            <a:off x="8123238" y="1144588"/>
            <a:ext cx="3756025" cy="47275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tLang="en-US" sz="2400" smtClean="0">
              <a:latin typeface="Casper"/>
              <a:cs typeface="Arial" pitchFamily="34" charset="0"/>
            </a:endParaRPr>
          </a:p>
          <a:p>
            <a:endParaRPr lang="en-US" altLang="en-US" sz="2400" smtClean="0">
              <a:latin typeface="Casper"/>
              <a:cs typeface="Arial" pitchFamily="34" charset="0"/>
            </a:endParaRPr>
          </a:p>
        </p:txBody>
      </p:sp>
      <p:sp>
        <p:nvSpPr>
          <p:cNvPr id="36867" name="Slide Number Placeholder 4"/>
          <p:cNvSpPr>
            <a:spLocks noGrp="1"/>
          </p:cNvSpPr>
          <p:nvPr>
            <p:ph type="sldNum" sz="quarter" idx="12"/>
          </p:nvPr>
        </p:nvSpPr>
        <p:spPr bwMode="auto">
          <a:xfrm>
            <a:off x="88392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1A30BA4E-9746-4901-A0B5-AAA49441D32E}" type="slidenum">
              <a:rPr lang="en-US" altLang="en-US"/>
              <a:pPr/>
              <a:t>3</a:t>
            </a:fld>
            <a:endParaRPr lang="en-US" altLang="en-US"/>
          </a:p>
        </p:txBody>
      </p:sp>
      <p:sp>
        <p:nvSpPr>
          <p:cNvPr id="2" name="Rectangle 1"/>
          <p:cNvSpPr/>
          <p:nvPr/>
        </p:nvSpPr>
        <p:spPr>
          <a:xfrm>
            <a:off x="8297863" y="1566863"/>
            <a:ext cx="3363912" cy="4121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0" name="Oval 9"/>
          <p:cNvSpPr/>
          <p:nvPr/>
        </p:nvSpPr>
        <p:spPr>
          <a:xfrm>
            <a:off x="11217275"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graphicFrame>
        <p:nvGraphicFramePr>
          <p:cNvPr id="6" name="Table 5"/>
          <p:cNvGraphicFramePr>
            <a:graphicFrameLocks noGrp="1"/>
          </p:cNvGraphicFramePr>
          <p:nvPr/>
        </p:nvGraphicFramePr>
        <p:xfrm>
          <a:off x="374650" y="1801813"/>
          <a:ext cx="7531100" cy="4071939"/>
        </p:xfrm>
        <a:graphic>
          <a:graphicData uri="http://schemas.openxmlformats.org/drawingml/2006/table">
            <a:tbl>
              <a:tblPr/>
              <a:tblGrid>
                <a:gridCol w="1092200">
                  <a:extLst>
                    <a:ext uri="{9D8B030D-6E8A-4147-A177-3AD203B41FA5}">
                      <a16:colId xmlns:a16="http://schemas.microsoft.com/office/drawing/2014/main" val="20000"/>
                    </a:ext>
                  </a:extLst>
                </a:gridCol>
                <a:gridCol w="6438900">
                  <a:extLst>
                    <a:ext uri="{9D8B030D-6E8A-4147-A177-3AD203B41FA5}">
                      <a16:colId xmlns:a16="http://schemas.microsoft.com/office/drawing/2014/main" val="20001"/>
                    </a:ext>
                  </a:extLst>
                </a:gridCol>
              </a:tblGrid>
              <a:tr h="719138">
                <a:tc>
                  <a:txBody>
                    <a:bodyPr/>
                    <a:lstStyle>
                      <a:lvl1pPr defTabSz="1217613" latinLnBrk="1">
                        <a:spcBef>
                          <a:spcPct val="20000"/>
                        </a:spcBef>
                        <a:buFont typeface="Arial" pitchFamily="34" charset="0"/>
                        <a:defRPr sz="3800">
                          <a:solidFill>
                            <a:schemeClr val="tx1"/>
                          </a:solidFill>
                          <a:latin typeface="Arial" pitchFamily="34" charset="0"/>
                          <a:ea typeface="Arial Unicode MS" pitchFamily="34" charset="-128"/>
                          <a:cs typeface="Arial Unicode MS" pitchFamily="34" charset="-128"/>
                        </a:defRPr>
                      </a:lvl1pPr>
                      <a:lvl2pPr marL="742950" indent="-285750" defTabSz="1217613" latinLnBrk="1">
                        <a:spcBef>
                          <a:spcPct val="20000"/>
                        </a:spcBef>
                        <a:buFont typeface="Arial" pitchFamily="34" charset="0"/>
                        <a:defRPr sz="3300">
                          <a:solidFill>
                            <a:schemeClr val="tx1"/>
                          </a:solidFill>
                          <a:latin typeface="Arial" pitchFamily="34" charset="0"/>
                          <a:ea typeface="Arial Unicode MS" pitchFamily="34" charset="-128"/>
                          <a:cs typeface="Arial Unicode MS" pitchFamily="34" charset="-128"/>
                        </a:defRPr>
                      </a:lvl2pPr>
                      <a:lvl3pPr marL="1143000" indent="-228600" defTabSz="1217613" latinLnBrk="1">
                        <a:spcBef>
                          <a:spcPct val="20000"/>
                        </a:spcBef>
                        <a:buFont typeface="Arial" pitchFamily="34" charset="0"/>
                        <a:defRPr sz="2800">
                          <a:solidFill>
                            <a:schemeClr val="tx1"/>
                          </a:solidFill>
                          <a:latin typeface="Arial" pitchFamily="34" charset="0"/>
                          <a:ea typeface="Arial Unicode MS" pitchFamily="34" charset="-128"/>
                          <a:cs typeface="Arial Unicode MS" pitchFamily="34" charset="-128"/>
                        </a:defRPr>
                      </a:lvl3pPr>
                      <a:lvl4pPr marL="16002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4pPr>
                      <a:lvl5pPr marL="20574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9pPr>
                    </a:lstStyle>
                    <a:p>
                      <a:pPr marL="0" marR="0" lvl="0" indent="0" algn="l" defTabSz="1217613" rtl="0" eaLnBrk="1" fontAlgn="base" latinLnBrk="1"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itchFamily="34" charset="0"/>
                          <a:ea typeface="Arial Unicode MS" pitchFamily="34" charset="-128"/>
                          <a:cs typeface="Arial Unicode MS" pitchFamily="34" charset="-128"/>
                        </a:rPr>
                        <a:t>CO Number</a:t>
                      </a:r>
                      <a:endPar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17613" latinLnBrk="1">
                        <a:spcBef>
                          <a:spcPct val="20000"/>
                        </a:spcBef>
                        <a:buFont typeface="Arial" pitchFamily="34" charset="0"/>
                        <a:defRPr sz="3800">
                          <a:solidFill>
                            <a:schemeClr val="tx1"/>
                          </a:solidFill>
                          <a:latin typeface="Arial" pitchFamily="34" charset="0"/>
                          <a:ea typeface="Arial Unicode MS" pitchFamily="34" charset="-128"/>
                          <a:cs typeface="Arial Unicode MS" pitchFamily="34" charset="-128"/>
                        </a:defRPr>
                      </a:lvl1pPr>
                      <a:lvl2pPr marL="742950" indent="-285750" defTabSz="1217613" latinLnBrk="1">
                        <a:spcBef>
                          <a:spcPct val="20000"/>
                        </a:spcBef>
                        <a:buFont typeface="Arial" pitchFamily="34" charset="0"/>
                        <a:defRPr sz="3300">
                          <a:solidFill>
                            <a:schemeClr val="tx1"/>
                          </a:solidFill>
                          <a:latin typeface="Arial" pitchFamily="34" charset="0"/>
                          <a:ea typeface="Arial Unicode MS" pitchFamily="34" charset="-128"/>
                          <a:cs typeface="Arial Unicode MS" pitchFamily="34" charset="-128"/>
                        </a:defRPr>
                      </a:lvl2pPr>
                      <a:lvl3pPr marL="1143000" indent="-228600" defTabSz="1217613" latinLnBrk="1">
                        <a:spcBef>
                          <a:spcPct val="20000"/>
                        </a:spcBef>
                        <a:buFont typeface="Arial" pitchFamily="34" charset="0"/>
                        <a:defRPr sz="2800">
                          <a:solidFill>
                            <a:schemeClr val="tx1"/>
                          </a:solidFill>
                          <a:latin typeface="Arial" pitchFamily="34" charset="0"/>
                          <a:ea typeface="Arial Unicode MS" pitchFamily="34" charset="-128"/>
                          <a:cs typeface="Arial Unicode MS" pitchFamily="34" charset="-128"/>
                        </a:defRPr>
                      </a:lvl3pPr>
                      <a:lvl4pPr marL="16002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4pPr>
                      <a:lvl5pPr marL="20574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9pPr>
                    </a:lstStyle>
                    <a:p>
                      <a:pPr marL="0" marR="0" lvl="0" indent="0" algn="l" defTabSz="1217613" rtl="0" eaLnBrk="1" fontAlgn="base" latinLnBrk="1"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itchFamily="34" charset="0"/>
                          <a:ea typeface="Arial Unicode MS" pitchFamily="34" charset="-128"/>
                          <a:cs typeface="Arial Unicode MS" pitchFamily="34" charset="-128"/>
                        </a:rPr>
                        <a:t>Course Outcome</a:t>
                      </a:r>
                      <a:endPar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84213">
                <a:tc>
                  <a:txBody>
                    <a:bodyPr/>
                    <a:lstStyle>
                      <a:lvl1pPr defTabSz="1217613" latinLnBrk="1">
                        <a:spcBef>
                          <a:spcPct val="20000"/>
                        </a:spcBef>
                        <a:buFont typeface="Arial" pitchFamily="34" charset="0"/>
                        <a:defRPr sz="3800">
                          <a:solidFill>
                            <a:schemeClr val="tx1"/>
                          </a:solidFill>
                          <a:latin typeface="Arial" pitchFamily="34" charset="0"/>
                          <a:ea typeface="Arial Unicode MS" pitchFamily="34" charset="-128"/>
                          <a:cs typeface="Arial Unicode MS" pitchFamily="34" charset="-128"/>
                        </a:defRPr>
                      </a:lvl1pPr>
                      <a:lvl2pPr marL="742950" indent="-285750" defTabSz="1217613" latinLnBrk="1">
                        <a:spcBef>
                          <a:spcPct val="20000"/>
                        </a:spcBef>
                        <a:buFont typeface="Arial" pitchFamily="34" charset="0"/>
                        <a:defRPr sz="3300">
                          <a:solidFill>
                            <a:schemeClr val="tx1"/>
                          </a:solidFill>
                          <a:latin typeface="Arial" pitchFamily="34" charset="0"/>
                          <a:ea typeface="Arial Unicode MS" pitchFamily="34" charset="-128"/>
                          <a:cs typeface="Arial Unicode MS" pitchFamily="34" charset="-128"/>
                        </a:defRPr>
                      </a:lvl2pPr>
                      <a:lvl3pPr marL="1143000" indent="-228600" defTabSz="1217613" latinLnBrk="1">
                        <a:spcBef>
                          <a:spcPct val="20000"/>
                        </a:spcBef>
                        <a:buFont typeface="Arial" pitchFamily="34" charset="0"/>
                        <a:defRPr sz="2800">
                          <a:solidFill>
                            <a:schemeClr val="tx1"/>
                          </a:solidFill>
                          <a:latin typeface="Arial" pitchFamily="34" charset="0"/>
                          <a:ea typeface="Arial Unicode MS" pitchFamily="34" charset="-128"/>
                          <a:cs typeface="Arial Unicode MS" pitchFamily="34" charset="-128"/>
                        </a:defRPr>
                      </a:lvl3pPr>
                      <a:lvl4pPr marL="16002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4pPr>
                      <a:lvl5pPr marL="20574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9pPr>
                    </a:lstStyle>
                    <a:p>
                      <a:pPr marL="0" marR="0" lvl="0" indent="0" algn="l" defTabSz="1217613" rtl="0" eaLnBrk="1" fontAlgn="base" latinLnBrk="1"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itchFamily="34" charset="0"/>
                          <a:ea typeface="Arial Unicode MS" pitchFamily="34" charset="-128"/>
                          <a:cs typeface="Arial Unicode MS" pitchFamily="34" charset="-128"/>
                        </a:rPr>
                        <a:t>CO1</a:t>
                      </a:r>
                      <a:endPar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17613" latinLnBrk="1">
                        <a:spcBef>
                          <a:spcPct val="20000"/>
                        </a:spcBef>
                        <a:buFont typeface="Arial" pitchFamily="34" charset="0"/>
                        <a:defRPr sz="3800">
                          <a:solidFill>
                            <a:schemeClr val="tx1"/>
                          </a:solidFill>
                          <a:latin typeface="Arial" pitchFamily="34" charset="0"/>
                          <a:ea typeface="Arial Unicode MS" pitchFamily="34" charset="-128"/>
                          <a:cs typeface="Arial Unicode MS" pitchFamily="34" charset="-128"/>
                        </a:defRPr>
                      </a:lvl1pPr>
                      <a:lvl2pPr marL="742950" indent="-285750" defTabSz="1217613" latinLnBrk="1">
                        <a:spcBef>
                          <a:spcPct val="20000"/>
                        </a:spcBef>
                        <a:buFont typeface="Arial" pitchFamily="34" charset="0"/>
                        <a:defRPr sz="3300">
                          <a:solidFill>
                            <a:schemeClr val="tx1"/>
                          </a:solidFill>
                          <a:latin typeface="Arial" pitchFamily="34" charset="0"/>
                          <a:ea typeface="Arial Unicode MS" pitchFamily="34" charset="-128"/>
                          <a:cs typeface="Arial Unicode MS" pitchFamily="34" charset="-128"/>
                        </a:defRPr>
                      </a:lvl2pPr>
                      <a:lvl3pPr marL="1143000" indent="-228600" defTabSz="1217613" latinLnBrk="1">
                        <a:spcBef>
                          <a:spcPct val="20000"/>
                        </a:spcBef>
                        <a:buFont typeface="Arial" pitchFamily="34" charset="0"/>
                        <a:defRPr sz="2800">
                          <a:solidFill>
                            <a:schemeClr val="tx1"/>
                          </a:solidFill>
                          <a:latin typeface="Arial" pitchFamily="34" charset="0"/>
                          <a:ea typeface="Arial Unicode MS" pitchFamily="34" charset="-128"/>
                          <a:cs typeface="Arial Unicode MS" pitchFamily="34" charset="-128"/>
                        </a:defRPr>
                      </a:lvl3pPr>
                      <a:lvl4pPr marL="16002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4pPr>
                      <a:lvl5pPr marL="20574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9pPr>
                    </a:lstStyle>
                    <a:p>
                      <a:pPr marL="0" marR="0" lvl="0" indent="0" algn="just" defTabSz="1217613" rtl="0" eaLnBrk="1" fontAlgn="base" latinLnBrk="1"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Remember the concepts related to fundamentals of C language, draw flowcharts and write algorithm/pseudocode.</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5475">
                <a:tc>
                  <a:txBody>
                    <a:bodyPr/>
                    <a:lstStyle>
                      <a:lvl1pPr defTabSz="1217613" latinLnBrk="1">
                        <a:spcBef>
                          <a:spcPct val="20000"/>
                        </a:spcBef>
                        <a:buFont typeface="Arial" pitchFamily="34" charset="0"/>
                        <a:defRPr sz="3800">
                          <a:solidFill>
                            <a:schemeClr val="tx1"/>
                          </a:solidFill>
                          <a:latin typeface="Arial" pitchFamily="34" charset="0"/>
                          <a:ea typeface="Arial Unicode MS" pitchFamily="34" charset="-128"/>
                          <a:cs typeface="Arial Unicode MS" pitchFamily="34" charset="-128"/>
                        </a:defRPr>
                      </a:lvl1pPr>
                      <a:lvl2pPr marL="742950" indent="-285750" defTabSz="1217613" latinLnBrk="1">
                        <a:spcBef>
                          <a:spcPct val="20000"/>
                        </a:spcBef>
                        <a:buFont typeface="Arial" pitchFamily="34" charset="0"/>
                        <a:defRPr sz="3300">
                          <a:solidFill>
                            <a:schemeClr val="tx1"/>
                          </a:solidFill>
                          <a:latin typeface="Arial" pitchFamily="34" charset="0"/>
                          <a:ea typeface="Arial Unicode MS" pitchFamily="34" charset="-128"/>
                          <a:cs typeface="Arial Unicode MS" pitchFamily="34" charset="-128"/>
                        </a:defRPr>
                      </a:lvl2pPr>
                      <a:lvl3pPr marL="1143000" indent="-228600" defTabSz="1217613" latinLnBrk="1">
                        <a:spcBef>
                          <a:spcPct val="20000"/>
                        </a:spcBef>
                        <a:buFont typeface="Arial" pitchFamily="34" charset="0"/>
                        <a:defRPr sz="2800">
                          <a:solidFill>
                            <a:schemeClr val="tx1"/>
                          </a:solidFill>
                          <a:latin typeface="Arial" pitchFamily="34" charset="0"/>
                          <a:ea typeface="Arial Unicode MS" pitchFamily="34" charset="-128"/>
                          <a:cs typeface="Arial Unicode MS" pitchFamily="34" charset="-128"/>
                        </a:defRPr>
                      </a:lvl3pPr>
                      <a:lvl4pPr marL="16002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4pPr>
                      <a:lvl5pPr marL="20574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9pPr>
                    </a:lstStyle>
                    <a:p>
                      <a:pPr marL="0" marR="0" lvl="0" indent="0" algn="l" defTabSz="1217613" rtl="0" eaLnBrk="1" fontAlgn="base" latinLnBrk="1"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itchFamily="34" charset="0"/>
                          <a:ea typeface="Arial Unicode MS" pitchFamily="34" charset="-128"/>
                          <a:cs typeface="Arial Unicode MS" pitchFamily="34" charset="-128"/>
                        </a:rPr>
                        <a:t>CO2</a:t>
                      </a:r>
                      <a:endPar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17613" latinLnBrk="1">
                        <a:spcBef>
                          <a:spcPct val="20000"/>
                        </a:spcBef>
                        <a:buFont typeface="Arial" pitchFamily="34" charset="0"/>
                        <a:defRPr sz="3800">
                          <a:solidFill>
                            <a:schemeClr val="tx1"/>
                          </a:solidFill>
                          <a:latin typeface="Arial" pitchFamily="34" charset="0"/>
                          <a:ea typeface="Arial Unicode MS" pitchFamily="34" charset="-128"/>
                          <a:cs typeface="Arial Unicode MS" pitchFamily="34" charset="-128"/>
                        </a:defRPr>
                      </a:lvl1pPr>
                      <a:lvl2pPr marL="742950" indent="-285750" defTabSz="1217613" latinLnBrk="1">
                        <a:spcBef>
                          <a:spcPct val="20000"/>
                        </a:spcBef>
                        <a:buFont typeface="Arial" pitchFamily="34" charset="0"/>
                        <a:defRPr sz="3300">
                          <a:solidFill>
                            <a:schemeClr val="tx1"/>
                          </a:solidFill>
                          <a:latin typeface="Arial" pitchFamily="34" charset="0"/>
                          <a:ea typeface="Arial Unicode MS" pitchFamily="34" charset="-128"/>
                          <a:cs typeface="Arial Unicode MS" pitchFamily="34" charset="-128"/>
                        </a:defRPr>
                      </a:lvl2pPr>
                      <a:lvl3pPr marL="1143000" indent="-228600" defTabSz="1217613" latinLnBrk="1">
                        <a:spcBef>
                          <a:spcPct val="20000"/>
                        </a:spcBef>
                        <a:buFont typeface="Arial" pitchFamily="34" charset="0"/>
                        <a:defRPr sz="2800">
                          <a:solidFill>
                            <a:schemeClr val="tx1"/>
                          </a:solidFill>
                          <a:latin typeface="Arial" pitchFamily="34" charset="0"/>
                          <a:ea typeface="Arial Unicode MS" pitchFamily="34" charset="-128"/>
                          <a:cs typeface="Arial Unicode MS" pitchFamily="34" charset="-128"/>
                        </a:defRPr>
                      </a:lvl3pPr>
                      <a:lvl4pPr marL="16002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4pPr>
                      <a:lvl5pPr marL="20574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9pPr>
                    </a:lstStyle>
                    <a:p>
                      <a:pPr marL="0" marR="0" lvl="0" indent="0" algn="just" defTabSz="1217613" rtl="0" eaLnBrk="1" fontAlgn="base" latinLnBrk="1"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Understand the way of execution and debug programs in C language.</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55638">
                <a:tc>
                  <a:txBody>
                    <a:bodyPr/>
                    <a:lstStyle>
                      <a:lvl1pPr defTabSz="1217613" latinLnBrk="1">
                        <a:spcBef>
                          <a:spcPct val="20000"/>
                        </a:spcBef>
                        <a:buFont typeface="Arial" pitchFamily="34" charset="0"/>
                        <a:defRPr sz="3800">
                          <a:solidFill>
                            <a:schemeClr val="tx1"/>
                          </a:solidFill>
                          <a:latin typeface="Arial" pitchFamily="34" charset="0"/>
                          <a:ea typeface="Arial Unicode MS" pitchFamily="34" charset="-128"/>
                          <a:cs typeface="Arial Unicode MS" pitchFamily="34" charset="-128"/>
                        </a:defRPr>
                      </a:lvl1pPr>
                      <a:lvl2pPr marL="742950" indent="-285750" defTabSz="1217613" latinLnBrk="1">
                        <a:spcBef>
                          <a:spcPct val="20000"/>
                        </a:spcBef>
                        <a:buFont typeface="Arial" pitchFamily="34" charset="0"/>
                        <a:defRPr sz="3300">
                          <a:solidFill>
                            <a:schemeClr val="tx1"/>
                          </a:solidFill>
                          <a:latin typeface="Arial" pitchFamily="34" charset="0"/>
                          <a:ea typeface="Arial Unicode MS" pitchFamily="34" charset="-128"/>
                          <a:cs typeface="Arial Unicode MS" pitchFamily="34" charset="-128"/>
                        </a:defRPr>
                      </a:lvl2pPr>
                      <a:lvl3pPr marL="1143000" indent="-228600" defTabSz="1217613" latinLnBrk="1">
                        <a:spcBef>
                          <a:spcPct val="20000"/>
                        </a:spcBef>
                        <a:buFont typeface="Arial" pitchFamily="34" charset="0"/>
                        <a:defRPr sz="2800">
                          <a:solidFill>
                            <a:schemeClr val="tx1"/>
                          </a:solidFill>
                          <a:latin typeface="Arial" pitchFamily="34" charset="0"/>
                          <a:ea typeface="Arial Unicode MS" pitchFamily="34" charset="-128"/>
                          <a:cs typeface="Arial Unicode MS" pitchFamily="34" charset="-128"/>
                        </a:defRPr>
                      </a:lvl3pPr>
                      <a:lvl4pPr marL="16002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4pPr>
                      <a:lvl5pPr marL="20574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9pPr>
                    </a:lstStyle>
                    <a:p>
                      <a:pPr marL="0" marR="0" lvl="0" indent="0" algn="l" defTabSz="1217613" rtl="0" eaLnBrk="1" fontAlgn="base" latinLnBrk="1"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itchFamily="34" charset="0"/>
                          <a:ea typeface="Arial Unicode MS" pitchFamily="34" charset="-128"/>
                          <a:cs typeface="Arial Unicode MS" pitchFamily="34" charset="-128"/>
                        </a:rPr>
                        <a:t>CO3</a:t>
                      </a:r>
                      <a:endPar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17613" latinLnBrk="1">
                        <a:spcBef>
                          <a:spcPct val="20000"/>
                        </a:spcBef>
                        <a:buFont typeface="Arial" pitchFamily="34" charset="0"/>
                        <a:defRPr sz="3800">
                          <a:solidFill>
                            <a:schemeClr val="tx1"/>
                          </a:solidFill>
                          <a:latin typeface="Arial" pitchFamily="34" charset="0"/>
                          <a:ea typeface="Arial Unicode MS" pitchFamily="34" charset="-128"/>
                          <a:cs typeface="Arial Unicode MS" pitchFamily="34" charset="-128"/>
                        </a:defRPr>
                      </a:lvl1pPr>
                      <a:lvl2pPr marL="742950" indent="-285750" defTabSz="1217613" latinLnBrk="1">
                        <a:spcBef>
                          <a:spcPct val="20000"/>
                        </a:spcBef>
                        <a:buFont typeface="Arial" pitchFamily="34" charset="0"/>
                        <a:defRPr sz="3300">
                          <a:solidFill>
                            <a:schemeClr val="tx1"/>
                          </a:solidFill>
                          <a:latin typeface="Arial" pitchFamily="34" charset="0"/>
                          <a:ea typeface="Arial Unicode MS" pitchFamily="34" charset="-128"/>
                          <a:cs typeface="Arial Unicode MS" pitchFamily="34" charset="-128"/>
                        </a:defRPr>
                      </a:lvl2pPr>
                      <a:lvl3pPr marL="1143000" indent="-228600" defTabSz="1217613" latinLnBrk="1">
                        <a:spcBef>
                          <a:spcPct val="20000"/>
                        </a:spcBef>
                        <a:buFont typeface="Arial" pitchFamily="34" charset="0"/>
                        <a:defRPr sz="2800">
                          <a:solidFill>
                            <a:schemeClr val="tx1"/>
                          </a:solidFill>
                          <a:latin typeface="Arial" pitchFamily="34" charset="0"/>
                          <a:ea typeface="Arial Unicode MS" pitchFamily="34" charset="-128"/>
                          <a:cs typeface="Arial Unicode MS" pitchFamily="34" charset="-128"/>
                        </a:defRPr>
                      </a:lvl3pPr>
                      <a:lvl4pPr marL="16002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4pPr>
                      <a:lvl5pPr marL="20574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9pPr>
                    </a:lstStyle>
                    <a:p>
                      <a:pPr marL="0" marR="0" lvl="0" indent="0" algn="just" defTabSz="1217613" rtl="0" eaLnBrk="1" fontAlgn="base" latinLnBrk="1"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Apply various constructs, loops, functions to solve mathematical and scientific problem.</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28650">
                <a:tc>
                  <a:txBody>
                    <a:bodyPr/>
                    <a:lstStyle>
                      <a:lvl1pPr defTabSz="1217613" latinLnBrk="1">
                        <a:spcBef>
                          <a:spcPct val="20000"/>
                        </a:spcBef>
                        <a:buFont typeface="Arial" pitchFamily="34" charset="0"/>
                        <a:defRPr sz="3800">
                          <a:solidFill>
                            <a:schemeClr val="tx1"/>
                          </a:solidFill>
                          <a:latin typeface="Arial" pitchFamily="34" charset="0"/>
                          <a:ea typeface="Arial Unicode MS" pitchFamily="34" charset="-128"/>
                          <a:cs typeface="Arial Unicode MS" pitchFamily="34" charset="-128"/>
                        </a:defRPr>
                      </a:lvl1pPr>
                      <a:lvl2pPr marL="742950" indent="-285750" defTabSz="1217613" latinLnBrk="1">
                        <a:spcBef>
                          <a:spcPct val="20000"/>
                        </a:spcBef>
                        <a:buFont typeface="Arial" pitchFamily="34" charset="0"/>
                        <a:defRPr sz="3300">
                          <a:solidFill>
                            <a:schemeClr val="tx1"/>
                          </a:solidFill>
                          <a:latin typeface="Arial" pitchFamily="34" charset="0"/>
                          <a:ea typeface="Arial Unicode MS" pitchFamily="34" charset="-128"/>
                          <a:cs typeface="Arial Unicode MS" pitchFamily="34" charset="-128"/>
                        </a:defRPr>
                      </a:lvl2pPr>
                      <a:lvl3pPr marL="1143000" indent="-228600" defTabSz="1217613" latinLnBrk="1">
                        <a:spcBef>
                          <a:spcPct val="20000"/>
                        </a:spcBef>
                        <a:buFont typeface="Arial" pitchFamily="34" charset="0"/>
                        <a:defRPr sz="2800">
                          <a:solidFill>
                            <a:schemeClr val="tx1"/>
                          </a:solidFill>
                          <a:latin typeface="Arial" pitchFamily="34" charset="0"/>
                          <a:ea typeface="Arial Unicode MS" pitchFamily="34" charset="-128"/>
                          <a:cs typeface="Arial Unicode MS" pitchFamily="34" charset="-128"/>
                        </a:defRPr>
                      </a:lvl3pPr>
                      <a:lvl4pPr marL="16002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4pPr>
                      <a:lvl5pPr marL="20574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9pPr>
                    </a:lstStyle>
                    <a:p>
                      <a:pPr marL="0" marR="0" lvl="0" indent="0" algn="l" defTabSz="1217613" rtl="0" eaLnBrk="1" fontAlgn="base" latinLnBrk="1"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itchFamily="34" charset="0"/>
                          <a:ea typeface="Arial Unicode MS" pitchFamily="34" charset="-128"/>
                          <a:cs typeface="Arial Unicode MS" pitchFamily="34" charset="-128"/>
                        </a:rPr>
                        <a:t>CO4</a:t>
                      </a:r>
                      <a:endPar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17613" latinLnBrk="1">
                        <a:spcBef>
                          <a:spcPct val="20000"/>
                        </a:spcBef>
                        <a:buFont typeface="Arial" pitchFamily="34" charset="0"/>
                        <a:defRPr sz="3800">
                          <a:solidFill>
                            <a:schemeClr val="tx1"/>
                          </a:solidFill>
                          <a:latin typeface="Arial" pitchFamily="34" charset="0"/>
                          <a:ea typeface="Arial Unicode MS" pitchFamily="34" charset="-128"/>
                          <a:cs typeface="Arial Unicode MS" pitchFamily="34" charset="-128"/>
                        </a:defRPr>
                      </a:lvl1pPr>
                      <a:lvl2pPr marL="742950" indent="-285750" defTabSz="1217613" latinLnBrk="1">
                        <a:spcBef>
                          <a:spcPct val="20000"/>
                        </a:spcBef>
                        <a:buFont typeface="Arial" pitchFamily="34" charset="0"/>
                        <a:defRPr sz="3300">
                          <a:solidFill>
                            <a:schemeClr val="tx1"/>
                          </a:solidFill>
                          <a:latin typeface="Arial" pitchFamily="34" charset="0"/>
                          <a:ea typeface="Arial Unicode MS" pitchFamily="34" charset="-128"/>
                          <a:cs typeface="Arial Unicode MS" pitchFamily="34" charset="-128"/>
                        </a:defRPr>
                      </a:lvl2pPr>
                      <a:lvl3pPr marL="1143000" indent="-228600" defTabSz="1217613" latinLnBrk="1">
                        <a:spcBef>
                          <a:spcPct val="20000"/>
                        </a:spcBef>
                        <a:buFont typeface="Arial" pitchFamily="34" charset="0"/>
                        <a:defRPr sz="2800">
                          <a:solidFill>
                            <a:schemeClr val="tx1"/>
                          </a:solidFill>
                          <a:latin typeface="Arial" pitchFamily="34" charset="0"/>
                          <a:ea typeface="Arial Unicode MS" pitchFamily="34" charset="-128"/>
                          <a:cs typeface="Arial Unicode MS" pitchFamily="34" charset="-128"/>
                        </a:defRPr>
                      </a:lvl3pPr>
                      <a:lvl4pPr marL="16002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4pPr>
                      <a:lvl5pPr marL="20574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9pPr>
                    </a:lstStyle>
                    <a:p>
                      <a:pPr marL="0" marR="0" lvl="0" indent="0" algn="just" defTabSz="1217613" rtl="0" eaLnBrk="1" fontAlgn="base" latinLnBrk="1"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Analyze the dynamic behavior of memory by the use of pointers.</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58825">
                <a:tc>
                  <a:txBody>
                    <a:bodyPr/>
                    <a:lstStyle>
                      <a:lvl1pPr defTabSz="1217613" latinLnBrk="1">
                        <a:spcBef>
                          <a:spcPct val="20000"/>
                        </a:spcBef>
                        <a:buFont typeface="Arial" pitchFamily="34" charset="0"/>
                        <a:defRPr sz="3800">
                          <a:solidFill>
                            <a:schemeClr val="tx1"/>
                          </a:solidFill>
                          <a:latin typeface="Arial" pitchFamily="34" charset="0"/>
                          <a:ea typeface="Arial Unicode MS" pitchFamily="34" charset="-128"/>
                          <a:cs typeface="Arial Unicode MS" pitchFamily="34" charset="-128"/>
                        </a:defRPr>
                      </a:lvl1pPr>
                      <a:lvl2pPr marL="742950" indent="-285750" defTabSz="1217613" latinLnBrk="1">
                        <a:spcBef>
                          <a:spcPct val="20000"/>
                        </a:spcBef>
                        <a:buFont typeface="Arial" pitchFamily="34" charset="0"/>
                        <a:defRPr sz="3300">
                          <a:solidFill>
                            <a:schemeClr val="tx1"/>
                          </a:solidFill>
                          <a:latin typeface="Arial" pitchFamily="34" charset="0"/>
                          <a:ea typeface="Arial Unicode MS" pitchFamily="34" charset="-128"/>
                          <a:cs typeface="Arial Unicode MS" pitchFamily="34" charset="-128"/>
                        </a:defRPr>
                      </a:lvl2pPr>
                      <a:lvl3pPr marL="1143000" indent="-228600" defTabSz="1217613" latinLnBrk="1">
                        <a:spcBef>
                          <a:spcPct val="20000"/>
                        </a:spcBef>
                        <a:buFont typeface="Arial" pitchFamily="34" charset="0"/>
                        <a:defRPr sz="2800">
                          <a:solidFill>
                            <a:schemeClr val="tx1"/>
                          </a:solidFill>
                          <a:latin typeface="Arial" pitchFamily="34" charset="0"/>
                          <a:ea typeface="Arial Unicode MS" pitchFamily="34" charset="-128"/>
                          <a:cs typeface="Arial Unicode MS" pitchFamily="34" charset="-128"/>
                        </a:defRPr>
                      </a:lvl3pPr>
                      <a:lvl4pPr marL="16002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4pPr>
                      <a:lvl5pPr marL="20574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9pPr>
                    </a:lstStyle>
                    <a:p>
                      <a:pPr marL="0" marR="0" lvl="0" indent="0" algn="l" defTabSz="1217613" rtl="0" eaLnBrk="1" fontAlgn="base" latinLnBrk="1"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Times New Roman" pitchFamily="18" charset="0"/>
                        </a:rPr>
                        <a:t>CO5</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17613" latinLnBrk="1">
                        <a:spcBef>
                          <a:spcPct val="20000"/>
                        </a:spcBef>
                        <a:buFont typeface="Arial" pitchFamily="34" charset="0"/>
                        <a:defRPr sz="3800">
                          <a:solidFill>
                            <a:schemeClr val="tx1"/>
                          </a:solidFill>
                          <a:latin typeface="Arial" pitchFamily="34" charset="0"/>
                          <a:ea typeface="Arial Unicode MS" pitchFamily="34" charset="-128"/>
                          <a:cs typeface="Arial Unicode MS" pitchFamily="34" charset="-128"/>
                        </a:defRPr>
                      </a:lvl1pPr>
                      <a:lvl2pPr marL="742950" indent="-285750" defTabSz="1217613" latinLnBrk="1">
                        <a:spcBef>
                          <a:spcPct val="20000"/>
                        </a:spcBef>
                        <a:buFont typeface="Arial" pitchFamily="34" charset="0"/>
                        <a:defRPr sz="3300">
                          <a:solidFill>
                            <a:schemeClr val="tx1"/>
                          </a:solidFill>
                          <a:latin typeface="Arial" pitchFamily="34" charset="0"/>
                          <a:ea typeface="Arial Unicode MS" pitchFamily="34" charset="-128"/>
                          <a:cs typeface="Arial Unicode MS" pitchFamily="34" charset="-128"/>
                        </a:defRPr>
                      </a:lvl2pPr>
                      <a:lvl3pPr marL="1143000" indent="-228600" defTabSz="1217613" latinLnBrk="1">
                        <a:spcBef>
                          <a:spcPct val="20000"/>
                        </a:spcBef>
                        <a:buFont typeface="Arial" pitchFamily="34" charset="0"/>
                        <a:defRPr sz="2800">
                          <a:solidFill>
                            <a:schemeClr val="tx1"/>
                          </a:solidFill>
                          <a:latin typeface="Arial" pitchFamily="34" charset="0"/>
                          <a:ea typeface="Arial Unicode MS" pitchFamily="34" charset="-128"/>
                          <a:cs typeface="Arial Unicode MS" pitchFamily="34" charset="-128"/>
                        </a:defRPr>
                      </a:lvl3pPr>
                      <a:lvl4pPr marL="16002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4pPr>
                      <a:lvl5pPr marL="2057400" indent="-228600" defTabSz="1217613" latinLnBrk="1">
                        <a:spcBef>
                          <a:spcPct val="20000"/>
                        </a:spcBef>
                        <a:buFont typeface="Arial" pitchFamily="34" charset="0"/>
                        <a:defRPr sz="2200">
                          <a:solidFill>
                            <a:schemeClr val="tx1"/>
                          </a:solidFill>
                          <a:latin typeface="Arial" pitchFamily="34" charset="0"/>
                          <a:ea typeface="Arial Unicode MS" pitchFamily="34" charset="-128"/>
                          <a:cs typeface="Arial Unicode MS" pitchFamily="34" charset="-128"/>
                        </a:defRPr>
                      </a:lvl5pPr>
                      <a:lvl6pPr marL="25146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6pPr>
                      <a:lvl7pPr marL="29718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7pPr>
                      <a:lvl8pPr marL="34290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8pPr>
                      <a:lvl9pPr marL="3886200" indent="-228600" defTabSz="1217613" eaLnBrk="0" fontAlgn="base" latinLnBrk="1" hangingPunct="0">
                        <a:spcBef>
                          <a:spcPct val="20000"/>
                        </a:spcBef>
                        <a:spcAft>
                          <a:spcPct val="0"/>
                        </a:spcAft>
                        <a:buFont typeface="Arial" pitchFamily="34" charset="0"/>
                        <a:defRPr sz="2200">
                          <a:solidFill>
                            <a:schemeClr val="tx1"/>
                          </a:solidFill>
                          <a:latin typeface="Arial" pitchFamily="34" charset="0"/>
                          <a:ea typeface="Arial Unicode MS" pitchFamily="34" charset="-128"/>
                          <a:cs typeface="Arial Unicode MS" pitchFamily="34" charset="-128"/>
                        </a:defRPr>
                      </a:lvl9pPr>
                    </a:lstStyle>
                    <a:p>
                      <a:pPr marL="0" marR="0" lvl="0" indent="0" algn="just" defTabSz="1217613" rtl="0" eaLnBrk="1" fontAlgn="base" latinLnBrk="1"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Design and develop modular programs for real world problems using control structure and selection structure.</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pic>
        <p:nvPicPr>
          <p:cNvPr id="36894" name="Picture 1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53425" y="2025650"/>
            <a:ext cx="3182938" cy="340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95" name="Picture 17"/>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61363" y="1701800"/>
            <a:ext cx="8953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96" name="Picture 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42938" y="109538"/>
            <a:ext cx="2686050"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871" y="388947"/>
            <a:ext cx="7685314" cy="1147360"/>
          </a:xfrm>
        </p:spPr>
        <p:txBody>
          <a:bodyPr>
            <a:normAutofit fontScale="90000"/>
          </a:bodyPr>
          <a:lstStyle/>
          <a:p>
            <a:r>
              <a:rPr lang="en-US" sz="4900" b="1" dirty="0" smtClean="0">
                <a:solidFill>
                  <a:srgbClr val="FF0000"/>
                </a:solidFill>
                <a:latin typeface="+mn-lt"/>
              </a:rPr>
              <a:t>Scheme </a:t>
            </a:r>
            <a:r>
              <a:rPr lang="en-US" sz="4900" b="1" dirty="0">
                <a:solidFill>
                  <a:srgbClr val="FF0000"/>
                </a:solidFill>
                <a:latin typeface="+mn-lt"/>
              </a:rPr>
              <a:t>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251124062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3"/>
          <p:cNvGraphicFramePr>
            <a:graphicFrameLocks noGrp="1"/>
          </p:cNvGraphicFramePr>
          <p:nvPr>
            <p:ph idx="1"/>
          </p:nvPr>
        </p:nvGraphicFramePr>
        <p:xfrm>
          <a:off x="501793" y="1645920"/>
          <a:ext cx="11351623" cy="40992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8915" name="Slide Number Placeholder 4"/>
          <p:cNvSpPr>
            <a:spLocks noGrp="1" noChangeArrowheads="1"/>
          </p:cNvSpPr>
          <p:nvPr>
            <p:ph type="sldNum" sz="quarter" idx="12"/>
          </p:nvPr>
        </p:nvSpPr>
        <p:spPr bwMode="auto">
          <a:xfrm>
            <a:off x="88392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7DC37C54-B873-4AF8-8DEC-82AD0664BDB5}" type="slidenum">
              <a:rPr lang="en-US" altLang="en-US">
                <a:solidFill>
                  <a:srgbClr val="898989"/>
                </a:solidFill>
                <a:latin typeface="Calibri" pitchFamily="34" charset="0"/>
              </a:rPr>
              <a:pPr/>
              <a:t>5</a:t>
            </a:fld>
            <a:endParaRPr lang="en-US" altLang="en-US">
              <a:solidFill>
                <a:srgbClr val="898989"/>
              </a:solidFill>
              <a:latin typeface="Calibri" pitchFamily="34" charset="0"/>
            </a:endParaRPr>
          </a:p>
        </p:txBody>
      </p:sp>
      <p:sp>
        <p:nvSpPr>
          <p:cNvPr id="10" name="Oval 9"/>
          <p:cNvSpPr/>
          <p:nvPr/>
        </p:nvSpPr>
        <p:spPr>
          <a:xfrm>
            <a:off x="11217275"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1" name="object 2"/>
          <p:cNvSpPr txBox="1">
            <a:spLocks/>
          </p:cNvSpPr>
          <p:nvPr/>
        </p:nvSpPr>
        <p:spPr>
          <a:xfrm>
            <a:off x="2743200" y="606425"/>
            <a:ext cx="5891213" cy="750888"/>
          </a:xfrm>
          <a:prstGeom prst="rect">
            <a:avLst/>
          </a:prstGeom>
        </p:spPr>
        <p:txBody>
          <a:bodyPr lIns="0" tIns="12700" rIns="0" bIns="0" anchor="b">
            <a:spAutoFit/>
          </a:bodyPr>
          <a:lstStyle/>
          <a:p>
            <a:pPr marL="12700" eaLnBrk="1" fontAlgn="auto" hangingPunct="1">
              <a:spcBef>
                <a:spcPts val="100"/>
              </a:spcBef>
              <a:spcAft>
                <a:spcPts val="0"/>
              </a:spcAft>
              <a:defRPr/>
            </a:pPr>
            <a:r>
              <a:rPr lang="en-US" sz="4800" spc="-5" dirty="0">
                <a:solidFill>
                  <a:srgbClr val="00B0F0"/>
                </a:solidFill>
                <a:ea typeface="+mj-ea"/>
                <a:cs typeface="Arial" panose="020B0604020202020204" pitchFamily="34" charset="0"/>
              </a:rPr>
              <a:t>        </a:t>
            </a:r>
            <a:endParaRPr lang="en-US" sz="4800" dirty="0">
              <a:solidFill>
                <a:schemeClr val="accent2">
                  <a:lumMod val="75000"/>
                </a:schemeClr>
              </a:solidFill>
              <a:ea typeface="+mj-ea"/>
              <a:cs typeface="Arial" panose="020B0604020202020204" pitchFamily="34" charset="0"/>
            </a:endParaRPr>
          </a:p>
        </p:txBody>
      </p:sp>
      <p:sp>
        <p:nvSpPr>
          <p:cNvPr id="6" name="Title 1"/>
          <p:cNvSpPr txBox="1">
            <a:spLocks/>
          </p:cNvSpPr>
          <p:nvPr/>
        </p:nvSpPr>
        <p:spPr>
          <a:xfrm>
            <a:off x="2847975" y="365125"/>
            <a:ext cx="7664450" cy="1111250"/>
          </a:xfrm>
          <a:prstGeom prst="rect">
            <a:avLst/>
          </a:prstGeom>
          <a:solidFill>
            <a:srgbClr val="C00000"/>
          </a:solidFill>
        </p:spPr>
        <p:txBody>
          <a:bodyPr anchor="ctr">
            <a:normAutofit/>
          </a:bodyPr>
          <a:lstStyle/>
          <a:p>
            <a:pPr algn="ctr" eaLnBrk="1" fontAlgn="auto" hangingPunct="1">
              <a:lnSpc>
                <a:spcPct val="90000"/>
              </a:lnSpc>
              <a:spcAft>
                <a:spcPts val="0"/>
              </a:spcAft>
              <a:defRPr/>
            </a:pPr>
            <a:r>
              <a:rPr lang="en-IN" sz="4400" b="1" dirty="0">
                <a:solidFill>
                  <a:schemeClr val="bg1"/>
                </a:solidFill>
                <a:latin typeface="Times New Roman" pitchFamily="18" charset="0"/>
                <a:ea typeface="+mj-ea"/>
                <a:cs typeface="Times New Roman" pitchFamily="18" charset="0"/>
              </a:rPr>
              <a:t>Contents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4"/>
          <p:cNvSpPr>
            <a:spLocks noGrp="1" noChangeArrowheads="1"/>
          </p:cNvSpPr>
          <p:nvPr>
            <p:ph type="sldNum" sz="quarter" idx="12"/>
          </p:nvPr>
        </p:nvSpPr>
        <p:spPr bwMode="auto">
          <a:xfrm>
            <a:off x="88392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34B1B0A3-C931-4EB0-B610-FCA8E54D4F53}" type="slidenum">
              <a:rPr lang="en-US" altLang="en-US">
                <a:solidFill>
                  <a:srgbClr val="898989"/>
                </a:solidFill>
                <a:latin typeface="Calibri" pitchFamily="34" charset="0"/>
              </a:rPr>
              <a:pPr/>
              <a:t>6</a:t>
            </a:fld>
            <a:endParaRPr lang="en-US" altLang="en-US">
              <a:solidFill>
                <a:srgbClr val="898989"/>
              </a:solidFill>
              <a:latin typeface="Calibri" pitchFamily="34" charset="0"/>
            </a:endParaRPr>
          </a:p>
        </p:txBody>
      </p:sp>
      <p:sp>
        <p:nvSpPr>
          <p:cNvPr id="10" name="Oval 9"/>
          <p:cNvSpPr/>
          <p:nvPr/>
        </p:nvSpPr>
        <p:spPr>
          <a:xfrm>
            <a:off x="11217275"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1" name="object 2"/>
          <p:cNvSpPr txBox="1">
            <a:spLocks/>
          </p:cNvSpPr>
          <p:nvPr/>
        </p:nvSpPr>
        <p:spPr>
          <a:xfrm>
            <a:off x="2625725" y="711200"/>
            <a:ext cx="6780213" cy="750888"/>
          </a:xfrm>
          <a:prstGeom prst="rect">
            <a:avLst/>
          </a:prstGeom>
        </p:spPr>
        <p:txBody>
          <a:bodyPr lIns="0" tIns="12700" rIns="0" bIns="0" anchor="b">
            <a:spAutoFit/>
          </a:bodyPr>
          <a:lstStyle/>
          <a:p>
            <a:pPr marL="12700" eaLnBrk="1" fontAlgn="auto" hangingPunct="1">
              <a:spcBef>
                <a:spcPts val="100"/>
              </a:spcBef>
              <a:spcAft>
                <a:spcPts val="0"/>
              </a:spcAft>
              <a:defRPr/>
            </a:pPr>
            <a:r>
              <a:rPr lang="en-US" sz="4800" dirty="0">
                <a:solidFill>
                  <a:srgbClr val="00AFEF"/>
                </a:solidFill>
                <a:latin typeface="+mn-lt"/>
                <a:ea typeface="+mn-ea"/>
                <a:cs typeface="+mn-cs"/>
              </a:rPr>
              <a:t>      </a:t>
            </a:r>
            <a:r>
              <a:rPr lang="en-US" sz="4800" dirty="0">
                <a:solidFill>
                  <a:srgbClr val="860000"/>
                </a:solidFill>
                <a:ea typeface="+mn-ea"/>
                <a:cs typeface="Arial" panose="020B0604020202020204" pitchFamily="34" charset="0"/>
              </a:rPr>
              <a:t>I/O Statements</a:t>
            </a:r>
            <a:endParaRPr lang="en-US" sz="4800" dirty="0">
              <a:solidFill>
                <a:srgbClr val="860000"/>
              </a:solidFill>
              <a:ea typeface="+mj-ea"/>
              <a:cs typeface="Arial" panose="020B0604020202020204" pitchFamily="34" charset="0"/>
            </a:endParaRPr>
          </a:p>
        </p:txBody>
      </p:sp>
      <p:graphicFrame>
        <p:nvGraphicFramePr>
          <p:cNvPr id="6" name="Diagram 5"/>
          <p:cNvGraphicFramePr/>
          <p:nvPr>
            <p:extLst>
              <p:ext uri="{D42A27DB-BD31-4B8C-83A1-F6EECF244321}">
                <p14:modId xmlns:p14="http://schemas.microsoft.com/office/powerpoint/2010/main" val="1431390444"/>
              </p:ext>
            </p:extLst>
          </p:nvPr>
        </p:nvGraphicFramePr>
        <p:xfrm>
          <a:off x="1524000" y="2037806"/>
          <a:ext cx="9321800" cy="40243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le 1"/>
          <p:cNvSpPr txBox="1">
            <a:spLocks/>
          </p:cNvSpPr>
          <p:nvPr/>
        </p:nvSpPr>
        <p:spPr>
          <a:xfrm>
            <a:off x="2847975" y="365125"/>
            <a:ext cx="7664450" cy="1111250"/>
          </a:xfrm>
          <a:prstGeom prst="rect">
            <a:avLst/>
          </a:prstGeom>
          <a:solidFill>
            <a:srgbClr val="C00000"/>
          </a:solidFill>
        </p:spPr>
        <p:txBody>
          <a:bodyPr anchor="ctr">
            <a:normAutofit/>
          </a:bodyPr>
          <a:lstStyle/>
          <a:p>
            <a:pPr algn="ctr" eaLnBrk="1" fontAlgn="auto" hangingPunct="1">
              <a:lnSpc>
                <a:spcPct val="90000"/>
              </a:lnSpc>
              <a:spcAft>
                <a:spcPts val="0"/>
              </a:spcAft>
              <a:defRPr/>
            </a:pPr>
            <a:r>
              <a:rPr lang="en-IN" sz="4400" b="1" dirty="0">
                <a:solidFill>
                  <a:schemeClr val="bg1"/>
                </a:solidFill>
                <a:latin typeface="Times New Roman" pitchFamily="18" charset="0"/>
                <a:ea typeface="+mj-ea"/>
                <a:cs typeface="Times New Roman" pitchFamily="18" charset="0"/>
              </a:rPr>
              <a:t>Jump Statements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609600" y="787400"/>
            <a:ext cx="10972800" cy="525463"/>
          </a:xfrm>
        </p:spPr>
        <p:txBody>
          <a:bodyPr rtlCol="0">
            <a:normAutofit fontScale="90000"/>
          </a:bodyPr>
          <a:lstStyle/>
          <a:p>
            <a:pPr eaLnBrk="1" fontAlgn="auto" hangingPunct="1">
              <a:spcBef>
                <a:spcPts val="0"/>
              </a:spcBef>
              <a:spcAft>
                <a:spcPts val="0"/>
              </a:spcAft>
              <a:defRPr/>
            </a:pPr>
            <a:r>
              <a:rPr lang="en-US" sz="4800" b="1" kern="0" dirty="0">
                <a:solidFill>
                  <a:srgbClr val="FE6B2B">
                    <a:lumMod val="50000"/>
                  </a:srgbClr>
                </a:solidFill>
                <a:cs typeface="Arial" pitchFamily="34" charset="0"/>
              </a:rPr>
              <a:t>I/O types</a:t>
            </a:r>
          </a:p>
        </p:txBody>
      </p:sp>
      <p:sp>
        <p:nvSpPr>
          <p:cNvPr id="7" name="Content Placeholder 6"/>
          <p:cNvSpPr>
            <a:spLocks noGrp="1"/>
          </p:cNvSpPr>
          <p:nvPr>
            <p:ph idx="1"/>
          </p:nvPr>
        </p:nvSpPr>
        <p:spPr>
          <a:xfrm>
            <a:off x="3375025" y="1597025"/>
            <a:ext cx="6172200" cy="4873625"/>
          </a:xfrm>
          <a:solidFill>
            <a:schemeClr val="accent6"/>
          </a:solidFill>
        </p:spPr>
        <p:txBody>
          <a:bodyPr/>
          <a:lstStyle/>
          <a:p>
            <a:pPr>
              <a:buFont typeface="Arial" pitchFamily="34" charset="0"/>
              <a:buNone/>
              <a:defRPr/>
            </a:pPr>
            <a:r>
              <a:rPr lang="en-US" b="1" dirty="0"/>
              <a:t>They are of four types:-</a:t>
            </a:r>
          </a:p>
          <a:p>
            <a:pPr>
              <a:defRPr/>
            </a:pPr>
            <a:r>
              <a:rPr lang="en-US" b="1" dirty="0"/>
              <a:t>Break</a:t>
            </a:r>
          </a:p>
          <a:p>
            <a:pPr>
              <a:defRPr/>
            </a:pPr>
            <a:r>
              <a:rPr lang="en-US" b="1" dirty="0"/>
              <a:t>Continue</a:t>
            </a:r>
          </a:p>
          <a:p>
            <a:pPr>
              <a:defRPr/>
            </a:pPr>
            <a:r>
              <a:rPr lang="en-US" b="1" dirty="0" err="1"/>
              <a:t>goto</a:t>
            </a:r>
            <a:endParaRPr lang="en-US" b="1" dirty="0"/>
          </a:p>
          <a:p>
            <a:pPr>
              <a:defRPr/>
            </a:pPr>
            <a:r>
              <a:rPr lang="en-US" b="1" dirty="0"/>
              <a:t>Return</a:t>
            </a:r>
          </a:p>
        </p:txBody>
      </p:sp>
      <p:sp>
        <p:nvSpPr>
          <p:cNvPr id="40964" name="Slide Number Placeholder 4"/>
          <p:cNvSpPr>
            <a:spLocks noGrp="1" noChangeArrowheads="1"/>
          </p:cNvSpPr>
          <p:nvPr>
            <p:ph type="sldNum" sz="quarter" idx="12"/>
          </p:nvPr>
        </p:nvSpPr>
        <p:spPr bwMode="auto">
          <a:xfrm>
            <a:off x="88392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E8228961-A0E9-43A6-A56D-6CC2D7B82017}" type="slidenum">
              <a:rPr lang="en-US" altLang="en-US">
                <a:solidFill>
                  <a:srgbClr val="898989"/>
                </a:solidFill>
                <a:latin typeface="Calibri" pitchFamily="34" charset="0"/>
              </a:rPr>
              <a:pPr/>
              <a:t>7</a:t>
            </a:fld>
            <a:endParaRPr lang="en-US" altLang="en-US">
              <a:solidFill>
                <a:srgbClr val="898989"/>
              </a:solidFill>
              <a:latin typeface="Calibri" pitchFamily="34" charset="0"/>
            </a:endParaRPr>
          </a:p>
        </p:txBody>
      </p:sp>
      <p:sp>
        <p:nvSpPr>
          <p:cNvPr id="10" name="Oval 9"/>
          <p:cNvSpPr/>
          <p:nvPr/>
        </p:nvSpPr>
        <p:spPr>
          <a:xfrm>
            <a:off x="11217275"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Title 1"/>
          <p:cNvSpPr txBox="1">
            <a:spLocks/>
          </p:cNvSpPr>
          <p:nvPr/>
        </p:nvSpPr>
        <p:spPr>
          <a:xfrm>
            <a:off x="2847975" y="365125"/>
            <a:ext cx="7664450" cy="1111250"/>
          </a:xfrm>
          <a:prstGeom prst="rect">
            <a:avLst/>
          </a:prstGeom>
          <a:solidFill>
            <a:srgbClr val="C00000"/>
          </a:solidFill>
        </p:spPr>
        <p:txBody>
          <a:bodyPr anchor="ctr">
            <a:normAutofit/>
          </a:bodyPr>
          <a:lstStyle/>
          <a:p>
            <a:pPr algn="ctr" eaLnBrk="1" fontAlgn="auto" hangingPunct="1">
              <a:lnSpc>
                <a:spcPct val="90000"/>
              </a:lnSpc>
              <a:spcAft>
                <a:spcPts val="0"/>
              </a:spcAft>
              <a:defRPr/>
            </a:pPr>
            <a:r>
              <a:rPr lang="en-IN" sz="4400" b="1" dirty="0">
                <a:solidFill>
                  <a:schemeClr val="bg1"/>
                </a:solidFill>
                <a:latin typeface="Times New Roman" pitchFamily="18" charset="0"/>
                <a:ea typeface="+mj-ea"/>
                <a:cs typeface="Times New Roman" pitchFamily="18" charset="0"/>
              </a:rPr>
              <a:t>Types of Jump statements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noChangeArrowheads="1"/>
          </p:cNvSpPr>
          <p:nvPr>
            <p:ph type="title"/>
          </p:nvPr>
        </p:nvSpPr>
        <p:spPr bwMode="auto">
          <a:xfrm>
            <a:off x="2703513" y="300038"/>
            <a:ext cx="7302500" cy="927100"/>
          </a:xfrm>
          <a:prstGeom prst="rect">
            <a:avLst/>
          </a:prstGeom>
          <a:solidFill>
            <a:srgbClr val="C00000"/>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eaLnBrk="1" hangingPunct="1"/>
            <a:r>
              <a:rPr lang="en-IN" altLang="en-US" sz="4000" b="1" smtClean="0">
                <a:solidFill>
                  <a:schemeClr val="bg1"/>
                </a:solidFill>
                <a:latin typeface="Times New Roman" pitchFamily="18" charset="0"/>
                <a:cs typeface="Times New Roman" pitchFamily="18" charset="0"/>
              </a:rPr>
              <a:t>Loops Definition &amp; Syntax </a:t>
            </a:r>
          </a:p>
        </p:txBody>
      </p:sp>
      <p:sp>
        <p:nvSpPr>
          <p:cNvPr id="41987" name="Slide Number Placeholder 4"/>
          <p:cNvSpPr>
            <a:spLocks noGrp="1" noChangeArrowheads="1"/>
          </p:cNvSpPr>
          <p:nvPr>
            <p:ph type="sldNum" sz="quarter" idx="12"/>
          </p:nvPr>
        </p:nvSpPr>
        <p:spPr bwMode="auto">
          <a:xfrm>
            <a:off x="88392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C5838AF2-1C21-4470-B052-0BBAF7A00C77}" type="slidenum">
              <a:rPr lang="en-US" altLang="en-US">
                <a:solidFill>
                  <a:srgbClr val="898989"/>
                </a:solidFill>
                <a:latin typeface="Calibri" pitchFamily="34" charset="0"/>
              </a:rPr>
              <a:pPr/>
              <a:t>8</a:t>
            </a:fld>
            <a:endParaRPr lang="en-US" altLang="en-US">
              <a:solidFill>
                <a:srgbClr val="898989"/>
              </a:solidFill>
              <a:latin typeface="Calibri" pitchFamily="34" charset="0"/>
            </a:endParaRPr>
          </a:p>
        </p:txBody>
      </p:sp>
      <p:sp>
        <p:nvSpPr>
          <p:cNvPr id="10" name="Oval 9"/>
          <p:cNvSpPr/>
          <p:nvPr/>
        </p:nvSpPr>
        <p:spPr>
          <a:xfrm>
            <a:off x="11217275"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graphicFrame>
        <p:nvGraphicFramePr>
          <p:cNvPr id="7" name="Table 6"/>
          <p:cNvGraphicFramePr>
            <a:graphicFrameLocks noGrp="1"/>
          </p:cNvGraphicFramePr>
          <p:nvPr/>
        </p:nvGraphicFramePr>
        <p:xfrm>
          <a:off x="209550" y="1397000"/>
          <a:ext cx="11507788" cy="3659403"/>
        </p:xfrm>
        <a:graphic>
          <a:graphicData uri="http://schemas.openxmlformats.org/drawingml/2006/table">
            <a:tbl>
              <a:tblPr/>
              <a:tblGrid>
                <a:gridCol w="5753894">
                  <a:extLst>
                    <a:ext uri="{9D8B030D-6E8A-4147-A177-3AD203B41FA5}">
                      <a16:colId xmlns:a16="http://schemas.microsoft.com/office/drawing/2014/main" val="20000"/>
                    </a:ext>
                  </a:extLst>
                </a:gridCol>
                <a:gridCol w="5753894">
                  <a:extLst>
                    <a:ext uri="{9D8B030D-6E8A-4147-A177-3AD203B41FA5}">
                      <a16:colId xmlns:a16="http://schemas.microsoft.com/office/drawing/2014/main" val="20001"/>
                    </a:ext>
                  </a:extLst>
                </a:gridCol>
              </a:tblGrid>
              <a:tr h="399835">
                <a:tc>
                  <a:txBody>
                    <a:bodyPr/>
                    <a:lstStyle/>
                    <a:p>
                      <a:pPr marL="0" marR="0" algn="ctr">
                        <a:lnSpc>
                          <a:spcPct val="115000"/>
                        </a:lnSpc>
                        <a:spcBef>
                          <a:spcPts val="0"/>
                        </a:spcBef>
                        <a:spcAft>
                          <a:spcPts val="0"/>
                        </a:spcAft>
                      </a:pPr>
                      <a:r>
                        <a:rPr lang="en-US" sz="2000" b="1" dirty="0">
                          <a:solidFill>
                            <a:schemeClr val="tx1"/>
                          </a:solidFill>
                          <a:latin typeface="Calibri"/>
                          <a:ea typeface="Calibri"/>
                          <a:cs typeface="Times New Roman"/>
                        </a:rPr>
                        <a:t>Statements</a:t>
                      </a:r>
                    </a:p>
                  </a:txBody>
                  <a:tcPr marL="19049" marR="19049" marT="19045" marB="1904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lumMod val="40000"/>
                        <a:lumOff val="60000"/>
                      </a:schemeClr>
                    </a:solidFill>
                  </a:tcPr>
                </a:tc>
                <a:tc>
                  <a:txBody>
                    <a:bodyPr/>
                    <a:lstStyle/>
                    <a:p>
                      <a:pPr marL="0" marR="0" algn="ctr">
                        <a:lnSpc>
                          <a:spcPct val="115000"/>
                        </a:lnSpc>
                        <a:spcBef>
                          <a:spcPts val="0"/>
                        </a:spcBef>
                        <a:spcAft>
                          <a:spcPts val="0"/>
                        </a:spcAft>
                      </a:pPr>
                      <a:r>
                        <a:rPr lang="en-US" sz="2000" b="1" dirty="0">
                          <a:solidFill>
                            <a:schemeClr val="tx1"/>
                          </a:solidFill>
                          <a:latin typeface="Times New Roman"/>
                          <a:ea typeface="Calibri"/>
                          <a:cs typeface="Times New Roman"/>
                        </a:rPr>
                        <a:t>Definition &amp; Syntax</a:t>
                      </a:r>
                      <a:endParaRPr lang="en-US" sz="2000" b="1" dirty="0">
                        <a:solidFill>
                          <a:schemeClr val="tx1"/>
                        </a:solidFill>
                        <a:latin typeface="Calibri"/>
                        <a:ea typeface="Calibri"/>
                        <a:cs typeface="Times New Roman"/>
                      </a:endParaRPr>
                    </a:p>
                  </a:txBody>
                  <a:tcPr marL="19049" marR="19049" marT="19045" marB="1904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1074304">
                <a:tc>
                  <a:txBody>
                    <a:bodyPr/>
                    <a:lstStyle/>
                    <a:p>
                      <a:pPr marL="0" marR="0" algn="ctr">
                        <a:lnSpc>
                          <a:spcPct val="115000"/>
                        </a:lnSpc>
                        <a:spcBef>
                          <a:spcPts val="0"/>
                        </a:spcBef>
                        <a:spcAft>
                          <a:spcPts val="0"/>
                        </a:spcAft>
                      </a:pPr>
                      <a:r>
                        <a:rPr lang="en-US" sz="1400" b="1" dirty="0">
                          <a:solidFill>
                            <a:schemeClr val="tx1"/>
                          </a:solidFill>
                          <a:latin typeface="Calibri"/>
                          <a:ea typeface="Calibri"/>
                          <a:cs typeface="Times New Roman"/>
                        </a:rPr>
                        <a:t>Break</a:t>
                      </a:r>
                    </a:p>
                  </a:txBody>
                  <a:tcPr marL="19049" marR="19049" marT="19045" marB="190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lumMod val="40000"/>
                        <a:lumOff val="60000"/>
                      </a:schemeClr>
                    </a:solidFill>
                  </a:tcPr>
                </a:tc>
                <a:tc>
                  <a:txBody>
                    <a:bodyPr/>
                    <a:lstStyle/>
                    <a:p>
                      <a:r>
                        <a:rPr lang="en-US" sz="1400" b="1" kern="1200" dirty="0">
                          <a:solidFill>
                            <a:schemeClr val="tx1"/>
                          </a:solidFill>
                          <a:latin typeface="+mn-lt"/>
                          <a:ea typeface="+mn-ea"/>
                          <a:cs typeface="+mn-cs"/>
                        </a:rPr>
                        <a:t>A break statement is used to terminate the execution of the rest of the block where it is present and takes the control out of the block to the next statement.</a:t>
                      </a:r>
                    </a:p>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tx1"/>
                          </a:solidFill>
                          <a:latin typeface="+mn-lt"/>
                          <a:ea typeface="+mn-ea"/>
                          <a:cs typeface="+mn-cs"/>
                        </a:rPr>
                        <a:t>Syntax: break;</a:t>
                      </a:r>
                    </a:p>
                    <a:p>
                      <a:endParaRPr lang="en-US" sz="1200" b="1" dirty="0">
                        <a:solidFill>
                          <a:schemeClr val="tx1"/>
                        </a:solidFill>
                        <a:latin typeface="Calibri"/>
                        <a:ea typeface="Calibri"/>
                        <a:cs typeface="Times New Roman"/>
                      </a:endParaRPr>
                    </a:p>
                  </a:txBody>
                  <a:tcPr marL="19049" marR="19049" marT="19045" marB="190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1"/>
                  </a:ext>
                </a:extLst>
              </a:tr>
              <a:tr h="1080268">
                <a:tc>
                  <a:txBody>
                    <a:bodyPr/>
                    <a:lstStyle/>
                    <a:p>
                      <a:pPr marL="0" marR="0" algn="ctr">
                        <a:lnSpc>
                          <a:spcPct val="115000"/>
                        </a:lnSpc>
                        <a:spcBef>
                          <a:spcPts val="0"/>
                        </a:spcBef>
                        <a:spcAft>
                          <a:spcPts val="0"/>
                        </a:spcAft>
                      </a:pPr>
                      <a:r>
                        <a:rPr lang="en-US" sz="1400" b="1" dirty="0">
                          <a:solidFill>
                            <a:srgbClr val="FFFFFF"/>
                          </a:solidFill>
                          <a:latin typeface="Times New Roman"/>
                          <a:ea typeface="Calibri"/>
                          <a:cs typeface="Times New Roman"/>
                        </a:rPr>
                        <a:t>Continue</a:t>
                      </a:r>
                      <a:endParaRPr lang="en-US" sz="1400" b="1" dirty="0">
                        <a:latin typeface="Calibri"/>
                        <a:ea typeface="Calibri"/>
                        <a:cs typeface="Times New Roman"/>
                      </a:endParaRPr>
                    </a:p>
                  </a:txBody>
                  <a:tcPr marL="19049" marR="19049" marT="19045" marB="1904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2D050"/>
                    </a:solidFill>
                  </a:tcPr>
                </a:tc>
                <a:tc>
                  <a:txBody>
                    <a:bodyPr/>
                    <a:lstStyle/>
                    <a:p>
                      <a:pPr algn="l"/>
                      <a:r>
                        <a:rPr lang="en-US" sz="1800" b="1" kern="1200" dirty="0">
                          <a:solidFill>
                            <a:schemeClr val="tx1"/>
                          </a:solidFill>
                          <a:latin typeface="+mn-lt"/>
                          <a:ea typeface="+mn-ea"/>
                          <a:cs typeface="+mn-cs"/>
                        </a:rPr>
                        <a:t> </a:t>
                      </a:r>
                      <a:r>
                        <a:rPr lang="en-US" sz="1400" b="1" kern="1200" dirty="0">
                          <a:solidFill>
                            <a:schemeClr val="bg1"/>
                          </a:solidFill>
                          <a:latin typeface="+mn-lt"/>
                          <a:ea typeface="+mn-ea"/>
                          <a:cs typeface="+mn-cs"/>
                        </a:rPr>
                        <a:t>Continue statement like any other jump statements interrupts or changes the flow of control during the execution of a program. </a:t>
                      </a:r>
                    </a:p>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bg1"/>
                          </a:solidFill>
                          <a:latin typeface="+mn-lt"/>
                          <a:ea typeface="+mn-ea"/>
                          <a:cs typeface="+mn-cs"/>
                        </a:rPr>
                        <a:t>Syntax: continue;</a:t>
                      </a:r>
                    </a:p>
                    <a:p>
                      <a:pPr algn="l"/>
                      <a:endParaRPr lang="en-US" sz="1400" b="1" dirty="0">
                        <a:solidFill>
                          <a:schemeClr val="bg1"/>
                        </a:solidFill>
                        <a:latin typeface="Calibri"/>
                        <a:ea typeface="Calibri"/>
                        <a:cs typeface="Times New Roman"/>
                      </a:endParaRPr>
                    </a:p>
                  </a:txBody>
                  <a:tcPr marL="19049" marR="19049" marT="19045" marB="1904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2D050"/>
                    </a:solidFill>
                  </a:tcPr>
                </a:tc>
                <a:extLst>
                  <a:ext uri="{0D108BD9-81ED-4DB2-BD59-A6C34878D82A}">
                    <a16:rowId xmlns:a16="http://schemas.microsoft.com/office/drawing/2014/main" val="10002"/>
                  </a:ext>
                </a:extLst>
              </a:tr>
              <a:tr h="1104781">
                <a:tc>
                  <a:txBody>
                    <a:bodyPr/>
                    <a:lstStyle/>
                    <a:p>
                      <a:pPr marL="0" marR="0" algn="ctr">
                        <a:lnSpc>
                          <a:spcPct val="115000"/>
                        </a:lnSpc>
                        <a:spcBef>
                          <a:spcPts val="0"/>
                        </a:spcBef>
                        <a:spcAft>
                          <a:spcPts val="0"/>
                        </a:spcAft>
                      </a:pPr>
                      <a:r>
                        <a:rPr lang="en-US" sz="1400" b="1" dirty="0" err="1">
                          <a:solidFill>
                            <a:srgbClr val="000000"/>
                          </a:solidFill>
                          <a:latin typeface="Times New Roman"/>
                          <a:ea typeface="Calibri"/>
                          <a:cs typeface="Times New Roman"/>
                        </a:rPr>
                        <a:t>go</a:t>
                      </a:r>
                      <a:r>
                        <a:rPr lang="en-US" sz="1400" b="1" baseline="0" dirty="0" err="1">
                          <a:solidFill>
                            <a:srgbClr val="000000"/>
                          </a:solidFill>
                          <a:latin typeface="Times New Roman"/>
                          <a:ea typeface="Calibri"/>
                          <a:cs typeface="Times New Roman"/>
                        </a:rPr>
                        <a:t>to</a:t>
                      </a:r>
                      <a:endParaRPr lang="en-US" sz="1400" b="1" dirty="0">
                        <a:latin typeface="Calibri"/>
                        <a:ea typeface="Calibri"/>
                        <a:cs typeface="Times New Roman"/>
                      </a:endParaRPr>
                    </a:p>
                  </a:txBody>
                  <a:tcPr marL="19049" marR="19049" marT="19045" marB="190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8137"/>
                    </a:solidFill>
                  </a:tcPr>
                </a:tc>
                <a:tc>
                  <a:txBody>
                    <a:bodyPr/>
                    <a:lstStyle/>
                    <a:p>
                      <a:r>
                        <a:rPr lang="en-US" sz="1400" b="1" kern="1200" dirty="0">
                          <a:solidFill>
                            <a:schemeClr val="tx1"/>
                          </a:solidFill>
                          <a:latin typeface="+mn-lt"/>
                          <a:ea typeface="+mn-ea"/>
                          <a:cs typeface="+mn-cs"/>
                        </a:rPr>
                        <a:t>This jump statement is used to transfer the flow of control to labeled statement in the program. </a:t>
                      </a:r>
                    </a:p>
                    <a:p>
                      <a:r>
                        <a:rPr lang="en-US" sz="1400" b="1" kern="1200" dirty="0">
                          <a:solidFill>
                            <a:schemeClr val="tx1"/>
                          </a:solidFill>
                          <a:latin typeface="+mn-lt"/>
                          <a:ea typeface="+mn-ea"/>
                          <a:cs typeface="+mn-cs"/>
                        </a:rPr>
                        <a:t>Syntax: </a:t>
                      </a:r>
                      <a:r>
                        <a:rPr lang="en-US" sz="1400" b="1" kern="1200" dirty="0" err="1">
                          <a:solidFill>
                            <a:schemeClr val="tx1"/>
                          </a:solidFill>
                          <a:latin typeface="+mn-lt"/>
                          <a:ea typeface="+mn-ea"/>
                          <a:cs typeface="+mn-cs"/>
                        </a:rPr>
                        <a:t>goto</a:t>
                      </a:r>
                      <a:r>
                        <a:rPr lang="en-US" sz="1400" b="1" kern="1200" dirty="0">
                          <a:solidFill>
                            <a:schemeClr val="tx1"/>
                          </a:solidFill>
                          <a:latin typeface="+mn-lt"/>
                          <a:ea typeface="+mn-ea"/>
                          <a:cs typeface="+mn-cs"/>
                        </a:rPr>
                        <a:t> &lt;label&gt;; </a:t>
                      </a:r>
                    </a:p>
                    <a:p>
                      <a:r>
                        <a:rPr lang="en-US" sz="1400" b="1" kern="1200" dirty="0">
                          <a:solidFill>
                            <a:schemeClr val="tx1"/>
                          </a:solidFill>
                          <a:latin typeface="+mn-lt"/>
                          <a:ea typeface="+mn-ea"/>
                          <a:cs typeface="+mn-cs"/>
                        </a:rPr>
                        <a:t>This </a:t>
                      </a:r>
                      <a:r>
                        <a:rPr lang="en-US" sz="1400" b="1" i="1" kern="1200" dirty="0">
                          <a:solidFill>
                            <a:schemeClr val="tx1"/>
                          </a:solidFill>
                          <a:latin typeface="+mn-lt"/>
                          <a:ea typeface="+mn-ea"/>
                          <a:cs typeface="+mn-cs"/>
                        </a:rPr>
                        <a:t>label</a:t>
                      </a:r>
                      <a:r>
                        <a:rPr lang="en-US" sz="1400" b="1" kern="1200" dirty="0">
                          <a:solidFill>
                            <a:schemeClr val="tx1"/>
                          </a:solidFill>
                          <a:latin typeface="+mn-lt"/>
                          <a:ea typeface="+mn-ea"/>
                          <a:cs typeface="+mn-cs"/>
                        </a:rPr>
                        <a:t> indicates the location in the program where the control jumps </a:t>
                      </a:r>
                      <a:r>
                        <a:rPr lang="en-US" sz="1400" b="1" kern="1200" dirty="0" err="1">
                          <a:solidFill>
                            <a:schemeClr val="tx1"/>
                          </a:solidFill>
                          <a:latin typeface="+mn-lt"/>
                          <a:ea typeface="+mn-ea"/>
                          <a:cs typeface="+mn-cs"/>
                        </a:rPr>
                        <a:t>to.</a:t>
                      </a:r>
                      <a:r>
                        <a:rPr lang="en-US" sz="100" b="1" kern="1200" dirty="0" err="1">
                          <a:solidFill>
                            <a:schemeClr val="tx1"/>
                          </a:solidFill>
                          <a:latin typeface="+mn-lt"/>
                          <a:ea typeface="+mn-ea"/>
                          <a:cs typeface="+mn-cs"/>
                        </a:rPr>
                        <a:t>to</a:t>
                      </a:r>
                      <a:r>
                        <a:rPr lang="en-US" sz="100" b="1" kern="1200" dirty="0">
                          <a:solidFill>
                            <a:schemeClr val="tx1"/>
                          </a:solidFill>
                          <a:latin typeface="+mn-lt"/>
                          <a:ea typeface="+mn-ea"/>
                          <a:cs typeface="+mn-cs"/>
                        </a:rPr>
                        <a:t>.</a:t>
                      </a:r>
                      <a:endParaRPr lang="en-US" sz="100" b="1" dirty="0">
                        <a:latin typeface="Calibri"/>
                        <a:ea typeface="Calibri"/>
                        <a:cs typeface="Times New Roman"/>
                      </a:endParaRPr>
                    </a:p>
                  </a:txBody>
                  <a:tcPr marL="19049" marR="19049" marT="19045" marB="190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8137"/>
                    </a:solidFill>
                  </a:tcPr>
                </a:tc>
                <a:extLst>
                  <a:ext uri="{0D108BD9-81ED-4DB2-BD59-A6C34878D82A}">
                    <a16:rowId xmlns:a16="http://schemas.microsoft.com/office/drawing/2014/main" val="10003"/>
                  </a:ext>
                </a:extLst>
              </a:tr>
            </a:tbl>
          </a:graphicData>
        </a:graphic>
      </p:graphicFrame>
      <p:graphicFrame>
        <p:nvGraphicFramePr>
          <p:cNvPr id="8" name="Table 7"/>
          <p:cNvGraphicFramePr>
            <a:graphicFrameLocks noGrp="1"/>
          </p:cNvGraphicFramePr>
          <p:nvPr/>
        </p:nvGraphicFramePr>
        <p:xfrm>
          <a:off x="203200" y="5045075"/>
          <a:ext cx="11507788" cy="962025"/>
        </p:xfrm>
        <a:graphic>
          <a:graphicData uri="http://schemas.openxmlformats.org/drawingml/2006/table">
            <a:tbl>
              <a:tblPr/>
              <a:tblGrid>
                <a:gridCol w="5753894">
                  <a:extLst>
                    <a:ext uri="{9D8B030D-6E8A-4147-A177-3AD203B41FA5}">
                      <a16:colId xmlns:a16="http://schemas.microsoft.com/office/drawing/2014/main" val="20000"/>
                    </a:ext>
                  </a:extLst>
                </a:gridCol>
                <a:gridCol w="5753894">
                  <a:extLst>
                    <a:ext uri="{9D8B030D-6E8A-4147-A177-3AD203B41FA5}">
                      <a16:colId xmlns:a16="http://schemas.microsoft.com/office/drawing/2014/main" val="20001"/>
                    </a:ext>
                  </a:extLst>
                </a:gridCol>
              </a:tblGrid>
              <a:tr h="962025">
                <a:tc>
                  <a:txBody>
                    <a:bodyPr/>
                    <a:lstStyle/>
                    <a:p>
                      <a:pPr marL="0" marR="0" algn="ctr">
                        <a:lnSpc>
                          <a:spcPct val="115000"/>
                        </a:lnSpc>
                        <a:spcBef>
                          <a:spcPts val="0"/>
                        </a:spcBef>
                        <a:spcAft>
                          <a:spcPts val="0"/>
                        </a:spcAft>
                      </a:pPr>
                      <a:r>
                        <a:rPr lang="en-US" sz="1400" b="1" dirty="0">
                          <a:solidFill>
                            <a:schemeClr val="bg1"/>
                          </a:solidFill>
                          <a:latin typeface="Calibri"/>
                          <a:ea typeface="Calibri"/>
                          <a:cs typeface="Times New Roman"/>
                        </a:rPr>
                        <a:t>Return</a:t>
                      </a:r>
                    </a:p>
                  </a:txBody>
                  <a:tcPr marL="19049" marR="19049" marT="19061" marB="1906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75000"/>
                      </a:schemeClr>
                    </a:solidFill>
                  </a:tcPr>
                </a:tc>
                <a:tc>
                  <a:txBody>
                    <a:bodyPr/>
                    <a:lstStyle/>
                    <a:p>
                      <a:pPr algn="l"/>
                      <a:r>
                        <a:rPr lang="en-US" sz="1800" kern="1200" dirty="0">
                          <a:solidFill>
                            <a:schemeClr val="tx1"/>
                          </a:solidFill>
                          <a:latin typeface="+mn-lt"/>
                          <a:ea typeface="+mn-ea"/>
                          <a:cs typeface="+mn-cs"/>
                        </a:rPr>
                        <a:t> </a:t>
                      </a:r>
                      <a:r>
                        <a:rPr lang="en-US" sz="1400" kern="1200" dirty="0">
                          <a:solidFill>
                            <a:schemeClr val="bg1"/>
                          </a:solidFill>
                          <a:latin typeface="+mn-lt"/>
                          <a:ea typeface="+mn-ea"/>
                          <a:cs typeface="+mn-cs"/>
                        </a:rPr>
                        <a:t>This jump statement is usually used at the end of a function to end or terminate it with or without a value. </a:t>
                      </a:r>
                    </a:p>
                    <a:p>
                      <a:pPr algn="l"/>
                      <a:r>
                        <a:rPr lang="en-US" sz="1400" b="1" kern="1200" dirty="0">
                          <a:solidFill>
                            <a:schemeClr val="bg1"/>
                          </a:solidFill>
                          <a:latin typeface="+mn-lt"/>
                          <a:ea typeface="+mn-ea"/>
                          <a:cs typeface="+mn-cs"/>
                        </a:rPr>
                        <a:t>Syntax:</a:t>
                      </a:r>
                      <a:r>
                        <a:rPr lang="en-US" sz="1400" b="1" kern="1200" baseline="0" dirty="0">
                          <a:solidFill>
                            <a:schemeClr val="bg1"/>
                          </a:solidFill>
                          <a:latin typeface="+mn-lt"/>
                          <a:ea typeface="+mn-ea"/>
                          <a:cs typeface="+mn-cs"/>
                        </a:rPr>
                        <a:t> return&lt;expression&gt;;</a:t>
                      </a:r>
                      <a:endParaRPr lang="en-US" sz="1400" b="1" dirty="0">
                        <a:solidFill>
                          <a:schemeClr val="bg1"/>
                        </a:solidFill>
                        <a:latin typeface="Calibri"/>
                        <a:ea typeface="Calibri"/>
                        <a:cs typeface="Times New Roman"/>
                      </a:endParaRPr>
                    </a:p>
                  </a:txBody>
                  <a:tcPr marL="19049" marR="19049" marT="19061" marB="1906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1063" y="950913"/>
            <a:ext cx="3932237" cy="657225"/>
          </a:xfrm>
        </p:spPr>
        <p:style>
          <a:lnRef idx="1">
            <a:schemeClr val="accent6"/>
          </a:lnRef>
          <a:fillRef idx="3">
            <a:schemeClr val="accent6"/>
          </a:fillRef>
          <a:effectRef idx="2">
            <a:schemeClr val="accent6"/>
          </a:effectRef>
          <a:fontRef idx="minor">
            <a:schemeClr val="lt1"/>
          </a:fontRef>
        </p:style>
        <p:txBody>
          <a:bodyPr rtlCol="0">
            <a:normAutofit/>
          </a:bodyPr>
          <a:lstStyle/>
          <a:p>
            <a:pPr eaLnBrk="1" fontAlgn="auto" hangingPunct="1">
              <a:spcAft>
                <a:spcPts val="0"/>
              </a:spcAft>
              <a:defRPr/>
            </a:pPr>
            <a:r>
              <a:rPr lang="en-US" b="1" dirty="0">
                <a:solidFill>
                  <a:schemeClr val="tx1"/>
                </a:solidFill>
              </a:rPr>
              <a:t>Break statement</a:t>
            </a:r>
          </a:p>
        </p:txBody>
      </p:sp>
      <p:sp>
        <p:nvSpPr>
          <p:cNvPr id="43011" name="Content Placeholder 6"/>
          <p:cNvSpPr>
            <a:spLocks noGrp="1" noChangeArrowheads="1"/>
          </p:cNvSpPr>
          <p:nvPr>
            <p:ph idx="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smtClean="0"/>
              <a:t>F</a:t>
            </a:r>
          </a:p>
        </p:txBody>
      </p:sp>
      <p:sp>
        <p:nvSpPr>
          <p:cNvPr id="4" name="Text Placeholder 3"/>
          <p:cNvSpPr>
            <a:spLocks noGrp="1"/>
          </p:cNvSpPr>
          <p:nvPr>
            <p:ph type="body" sz="half" idx="2"/>
          </p:nvPr>
        </p:nvSpPr>
        <p:spPr>
          <a:xfrm>
            <a:off x="839788" y="2057400"/>
            <a:ext cx="4089400" cy="3208338"/>
          </a:xfrm>
        </p:spPr>
        <p:style>
          <a:lnRef idx="2">
            <a:schemeClr val="accent1">
              <a:shade val="50000"/>
            </a:schemeClr>
          </a:lnRef>
          <a:fillRef idx="1">
            <a:schemeClr val="accent1"/>
          </a:fillRef>
          <a:effectRef idx="0">
            <a:schemeClr val="accent1"/>
          </a:effectRef>
          <a:fontRef idx="minor">
            <a:schemeClr val="lt1"/>
          </a:fontRef>
        </p:style>
        <p:txBody>
          <a:bodyPr rtlCol="0">
            <a:normAutofit/>
          </a:bodyPr>
          <a:lstStyle/>
          <a:p>
            <a:pPr algn="just" eaLnBrk="1" hangingPunct="1">
              <a:defRPr/>
            </a:pPr>
            <a:r>
              <a:rPr lang="en-US" sz="2000" dirty="0">
                <a:solidFill>
                  <a:schemeClr val="tx1"/>
                </a:solidFill>
              </a:rPr>
              <a:t>The break statement is used to terminate the loop or statement in which it present. After that, the control will pass to the statements that present after the break statement, if available. If the break statement present in the nested loop, then it terminates only those loops which contains break statement.</a:t>
            </a:r>
            <a:endParaRPr lang="en-US" sz="2000" b="1" dirty="0">
              <a:solidFill>
                <a:schemeClr val="tx1"/>
              </a:solidFill>
            </a:endParaRPr>
          </a:p>
          <a:p>
            <a:pPr eaLnBrk="1" fontAlgn="auto" hangingPunct="1">
              <a:spcAft>
                <a:spcPts val="0"/>
              </a:spcAft>
              <a:buFont typeface="Arial" pitchFamily="34" charset="0"/>
              <a:buChar char="•"/>
              <a:defRPr/>
            </a:pPr>
            <a:endParaRPr lang="en-US" dirty="0">
              <a:solidFill>
                <a:schemeClr val="tx1"/>
              </a:solidFill>
            </a:endParaRPr>
          </a:p>
        </p:txBody>
      </p:sp>
      <p:sp>
        <p:nvSpPr>
          <p:cNvPr id="43013" name="Slide Number Placeholder 4"/>
          <p:cNvSpPr>
            <a:spLocks noGrp="1" noChangeArrowheads="1"/>
          </p:cNvSpPr>
          <p:nvPr>
            <p:ph type="sldNum" sz="quarter" idx="1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4FCD7E80-B4FB-4473-8F6A-AB24B37A44B1}" type="slidenum">
              <a:rPr lang="en-US" altLang="en-US">
                <a:solidFill>
                  <a:srgbClr val="898989"/>
                </a:solidFill>
                <a:latin typeface="Calibri" pitchFamily="34" charset="0"/>
              </a:rPr>
              <a:pPr/>
              <a:t>9</a:t>
            </a:fld>
            <a:endParaRPr lang="en-US" altLang="en-US">
              <a:solidFill>
                <a:srgbClr val="898989"/>
              </a:solidFill>
              <a:latin typeface="Calibri" pitchFamily="34" charset="0"/>
            </a:endParaRPr>
          </a:p>
        </p:txBody>
      </p:sp>
      <p:pic>
        <p:nvPicPr>
          <p:cNvPr id="43014" name="Picture 6" descr="break-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2875" y="987425"/>
            <a:ext cx="6154738" cy="431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5" name="TextBox 7"/>
          <p:cNvSpPr txBox="1">
            <a:spLocks noChangeArrowheads="1"/>
          </p:cNvSpPr>
          <p:nvPr/>
        </p:nvSpPr>
        <p:spPr bwMode="auto">
          <a:xfrm>
            <a:off x="6464300" y="5370513"/>
            <a:ext cx="36464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eaLnBrk="1" hangingPunct="1"/>
            <a:r>
              <a:rPr lang="en-US" altLang="en-US"/>
              <a:t>Flowchart of break statement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4048125" cy="950913"/>
          </a:xfrm>
        </p:spPr>
        <p:style>
          <a:lnRef idx="0">
            <a:scrgbClr r="0" g="0" b="0"/>
          </a:lnRef>
          <a:fillRef idx="1001">
            <a:schemeClr val="lt2"/>
          </a:fillRef>
          <a:effectRef idx="0">
            <a:scrgbClr r="0" g="0" b="0"/>
          </a:effectRef>
          <a:fontRef idx="major"/>
        </p:style>
        <p:txBody>
          <a:bodyPr rtlCol="0">
            <a:normAutofit/>
          </a:bodyPr>
          <a:lstStyle/>
          <a:p>
            <a:pPr eaLnBrk="1" fontAlgn="auto" hangingPunct="1">
              <a:spcAft>
                <a:spcPts val="0"/>
              </a:spcAft>
              <a:defRPr/>
            </a:pPr>
            <a:r>
              <a:rPr lang="en-US" dirty="0"/>
              <a:t>Example</a:t>
            </a:r>
          </a:p>
        </p:txBody>
      </p:sp>
      <p:sp>
        <p:nvSpPr>
          <p:cNvPr id="44035" name="Text Placeholder 3"/>
          <p:cNvSpPr>
            <a:spLocks noGrp="1" noChangeArrowheads="1"/>
          </p:cNvSpPr>
          <p:nvPr>
            <p:ph type="body" sz="half" idx="2"/>
          </p:nvPr>
        </p:nvSpPr>
        <p:spPr bwMode="auto">
          <a:xfrm>
            <a:off x="871538" y="1468438"/>
            <a:ext cx="3932237" cy="51212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b="1" smtClean="0"/>
              <a:t>Example 1: Program to print first 15 natural numbers </a:t>
            </a:r>
          </a:p>
          <a:p>
            <a:r>
              <a:rPr lang="en-US" altLang="en-US" smtClean="0"/>
              <a:t>#include &lt;stdio.h&gt;</a:t>
            </a:r>
          </a:p>
          <a:p>
            <a:r>
              <a:rPr lang="en-US" altLang="en-US" b="1" smtClean="0"/>
              <a:t>int</a:t>
            </a:r>
            <a:r>
              <a:rPr lang="en-US" altLang="en-US" smtClean="0"/>
              <a:t> main()</a:t>
            </a:r>
          </a:p>
          <a:p>
            <a:r>
              <a:rPr lang="en-US" altLang="en-US" smtClean="0"/>
              <a:t>{</a:t>
            </a:r>
          </a:p>
          <a:p>
            <a:r>
              <a:rPr lang="en-US" altLang="en-US" b="1" smtClean="0"/>
              <a:t>int</a:t>
            </a:r>
            <a:r>
              <a:rPr lang="en-US" altLang="en-US" smtClean="0"/>
              <a:t> i;</a:t>
            </a:r>
          </a:p>
          <a:p>
            <a:r>
              <a:rPr lang="en-US" altLang="en-US" b="1" smtClean="0"/>
              <a:t>for</a:t>
            </a:r>
            <a:r>
              <a:rPr lang="en-US" altLang="en-US" smtClean="0"/>
              <a:t>(i=1;i&lt;=15;i++)</a:t>
            </a:r>
          </a:p>
          <a:p>
            <a:r>
              <a:rPr lang="en-US" altLang="en-US" smtClean="0"/>
              <a:t>{</a:t>
            </a:r>
          </a:p>
          <a:p>
            <a:r>
              <a:rPr lang="en-US" altLang="en-US" smtClean="0"/>
              <a:t>printf("%d\n",i);</a:t>
            </a:r>
          </a:p>
          <a:p>
            <a:r>
              <a:rPr lang="en-US" altLang="en-US" b="1" smtClean="0"/>
              <a:t>if</a:t>
            </a:r>
            <a:r>
              <a:rPr lang="en-US" altLang="en-US" smtClean="0"/>
              <a:t>(i==10)</a:t>
            </a:r>
          </a:p>
          <a:p>
            <a:r>
              <a:rPr lang="en-US" altLang="en-US" b="1" smtClean="0"/>
              <a:t>break</a:t>
            </a:r>
            <a:r>
              <a:rPr lang="en-US" altLang="en-US" smtClean="0"/>
              <a:t>;</a:t>
            </a:r>
          </a:p>
          <a:p>
            <a:r>
              <a:rPr lang="en-US" altLang="en-US" smtClean="0"/>
              <a:t>}</a:t>
            </a:r>
          </a:p>
          <a:p>
            <a:r>
              <a:rPr lang="en-US" altLang="en-US" b="1" smtClean="0"/>
              <a:t>return</a:t>
            </a:r>
            <a:r>
              <a:rPr lang="en-US" altLang="en-US" smtClean="0"/>
              <a:t> 0;</a:t>
            </a:r>
          </a:p>
          <a:p>
            <a:r>
              <a:rPr lang="en-US" altLang="en-US" smtClean="0"/>
              <a:t>}</a:t>
            </a:r>
          </a:p>
          <a:p>
            <a:pPr eaLnBrk="1" hangingPunct="1"/>
            <a:endParaRPr lang="en-US" altLang="en-US" b="1" smtClean="0"/>
          </a:p>
        </p:txBody>
      </p:sp>
      <p:sp>
        <p:nvSpPr>
          <p:cNvPr id="44036" name="Slide Number Placeholder 4"/>
          <p:cNvSpPr>
            <a:spLocks noGrp="1" noChangeArrowheads="1"/>
          </p:cNvSpPr>
          <p:nvPr>
            <p:ph type="sldNum" sz="quarter" idx="1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B4205A0B-EF8C-4CC3-8356-139206B6C66A}" type="slidenum">
              <a:rPr lang="en-US" altLang="en-US">
                <a:solidFill>
                  <a:srgbClr val="898989"/>
                </a:solidFill>
                <a:latin typeface="Calibri" pitchFamily="34" charset="0"/>
              </a:rPr>
              <a:pPr/>
              <a:t>10</a:t>
            </a:fld>
            <a:endParaRPr lang="en-US" altLang="en-US">
              <a:solidFill>
                <a:srgbClr val="898989"/>
              </a:solidFill>
              <a:latin typeface="Calibri" pitchFamily="34" charset="0"/>
            </a:endParaRPr>
          </a:p>
        </p:txBody>
      </p:sp>
      <p:pic>
        <p:nvPicPr>
          <p:cNvPr id="44037"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7088" y="441325"/>
            <a:ext cx="5013325" cy="42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1063" y="773113"/>
            <a:ext cx="4164012" cy="646112"/>
          </a:xfrm>
          <a:solidFill>
            <a:schemeClr val="accent6">
              <a:lumMod val="60000"/>
              <a:lumOff val="40000"/>
            </a:schemeClr>
          </a:solidFill>
        </p:spPr>
        <p:txBody>
          <a:bodyPr/>
          <a:lstStyle/>
          <a:p>
            <a:pPr eaLnBrk="1" hangingPunct="1">
              <a:defRPr/>
            </a:pPr>
            <a:r>
              <a:rPr lang="en-US" b="1" dirty="0"/>
              <a:t>Continue statement </a:t>
            </a:r>
          </a:p>
        </p:txBody>
      </p:sp>
      <p:sp>
        <p:nvSpPr>
          <p:cNvPr id="4" name="Text Placeholder 3"/>
          <p:cNvSpPr>
            <a:spLocks noGrp="1"/>
          </p:cNvSpPr>
          <p:nvPr>
            <p:ph type="body" sz="half" idx="2"/>
          </p:nvPr>
        </p:nvSpPr>
        <p:spPr>
          <a:xfrm>
            <a:off x="830263" y="1860550"/>
            <a:ext cx="4171950" cy="2974975"/>
          </a:xfrm>
          <a:solidFill>
            <a:schemeClr val="accent5">
              <a:lumMod val="40000"/>
              <a:lumOff val="60000"/>
            </a:schemeClr>
          </a:solidFill>
        </p:spPr>
        <p:txBody>
          <a:bodyPr/>
          <a:lstStyle/>
          <a:p>
            <a:pPr algn="just">
              <a:defRPr/>
            </a:pPr>
            <a:r>
              <a:rPr lang="en-US" sz="2000" dirty="0"/>
              <a:t>This statement is used to skip over the execution part of the loop on a certain condition. After that, it transfers the control to the beginning of the loop. Basically, it skips its following statements and continues with the next iteration of the loop.</a:t>
            </a:r>
          </a:p>
          <a:p>
            <a:pPr>
              <a:defRPr/>
            </a:pPr>
            <a:r>
              <a:rPr lang="en-US" dirty="0"/>
              <a:t/>
            </a:r>
            <a:br>
              <a:rPr lang="en-US" dirty="0"/>
            </a:br>
            <a:endParaRPr lang="en-US" dirty="0"/>
          </a:p>
        </p:txBody>
      </p:sp>
      <p:sp>
        <p:nvSpPr>
          <p:cNvPr id="45060" name="Slide Number Placeholder 4"/>
          <p:cNvSpPr>
            <a:spLocks noGrp="1" noChangeArrowheads="1"/>
          </p:cNvSpPr>
          <p:nvPr>
            <p:ph type="sldNum" sz="quarter" idx="1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D84105FD-DBA8-4E90-AA86-96FBF93FCF2E}" type="slidenum">
              <a:rPr lang="en-US" altLang="en-US">
                <a:solidFill>
                  <a:srgbClr val="898989"/>
                </a:solidFill>
                <a:latin typeface="Calibri" pitchFamily="34" charset="0"/>
              </a:rPr>
              <a:pPr/>
              <a:t>11</a:t>
            </a:fld>
            <a:endParaRPr lang="en-US" altLang="en-US">
              <a:solidFill>
                <a:srgbClr val="898989"/>
              </a:solidFill>
              <a:latin typeface="Calibri" pitchFamily="34" charset="0"/>
            </a:endParaRPr>
          </a:p>
        </p:txBody>
      </p:sp>
      <p:pic>
        <p:nvPicPr>
          <p:cNvPr id="45061" name="Picture 7" descr="https://media.geeksforgeeks.org/wp-content/uploads/continue-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7863" y="555625"/>
            <a:ext cx="5429250"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2" name="TextBox 7"/>
          <p:cNvSpPr txBox="1">
            <a:spLocks noChangeArrowheads="1"/>
          </p:cNvSpPr>
          <p:nvPr/>
        </p:nvSpPr>
        <p:spPr bwMode="auto">
          <a:xfrm>
            <a:off x="6464300" y="5527675"/>
            <a:ext cx="3646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eaLnBrk="1" hangingPunct="1"/>
            <a:r>
              <a:rPr lang="en-US" altLang="en-US"/>
              <a:t>Flowchart of continue statement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993775"/>
          </a:xfrm>
        </p:spPr>
        <p:style>
          <a:lnRef idx="0">
            <a:scrgbClr r="0" g="0" b="0"/>
          </a:lnRef>
          <a:fillRef idx="1001">
            <a:schemeClr val="lt2"/>
          </a:fillRef>
          <a:effectRef idx="0">
            <a:scrgbClr r="0" g="0" b="0"/>
          </a:effectRef>
          <a:fontRef idx="major"/>
        </p:style>
        <p:txBody>
          <a:bodyPr/>
          <a:lstStyle/>
          <a:p>
            <a:pPr eaLnBrk="1" hangingPunct="1">
              <a:defRPr/>
            </a:pPr>
            <a:r>
              <a:rPr lang="en-US" b="1" dirty="0"/>
              <a:t>Example</a:t>
            </a:r>
          </a:p>
        </p:txBody>
      </p:sp>
      <p:sp>
        <p:nvSpPr>
          <p:cNvPr id="46083" name="Text Placeholder 3"/>
          <p:cNvSpPr>
            <a:spLocks noGrp="1" noChangeArrowheads="1"/>
          </p:cNvSpPr>
          <p:nvPr>
            <p:ph type="body" sz="half" idx="2"/>
          </p:nvPr>
        </p:nvSpPr>
        <p:spPr bwMode="auto">
          <a:xfrm>
            <a:off x="839788" y="1460500"/>
            <a:ext cx="4100512" cy="53975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b="1" smtClean="0"/>
              <a:t>Write a c program to print numbers </a:t>
            </a:r>
            <a:r>
              <a:rPr lang="en-US" altLang="en-US" smtClean="0"/>
              <a:t/>
            </a:r>
            <a:br>
              <a:rPr lang="en-US" altLang="en-US" smtClean="0"/>
            </a:br>
            <a:r>
              <a:rPr lang="en-US" altLang="en-US" smtClean="0"/>
              <a:t> #include &lt;stdio.h&gt;</a:t>
            </a:r>
          </a:p>
          <a:p>
            <a:r>
              <a:rPr lang="en-US" altLang="en-US" smtClean="0"/>
              <a:t>int main()</a:t>
            </a:r>
          </a:p>
          <a:p>
            <a:r>
              <a:rPr lang="en-US" altLang="en-US" smtClean="0"/>
              <a:t>{</a:t>
            </a:r>
          </a:p>
          <a:p>
            <a:r>
              <a:rPr lang="en-US" altLang="en-US" smtClean="0"/>
              <a:t>int i,j;</a:t>
            </a:r>
          </a:p>
          <a:p>
            <a:r>
              <a:rPr lang="en-US" altLang="en-US" b="1" smtClean="0"/>
              <a:t>for</a:t>
            </a:r>
            <a:r>
              <a:rPr lang="en-US" altLang="en-US" smtClean="0"/>
              <a:t>(i=1;i&lt;3;i++)</a:t>
            </a:r>
          </a:p>
          <a:p>
            <a:r>
              <a:rPr lang="en-US" altLang="en-US" smtClean="0"/>
              <a:t>{</a:t>
            </a:r>
          </a:p>
          <a:p>
            <a:r>
              <a:rPr lang="en-US" altLang="en-US" b="1" smtClean="0"/>
              <a:t>for</a:t>
            </a:r>
            <a:r>
              <a:rPr lang="en-US" altLang="en-US" smtClean="0"/>
              <a:t>(j=1;j&lt;5;j++)</a:t>
            </a:r>
          </a:p>
          <a:p>
            <a:r>
              <a:rPr lang="en-US" altLang="en-US" smtClean="0"/>
              <a:t>{</a:t>
            </a:r>
          </a:p>
          <a:p>
            <a:r>
              <a:rPr lang="en-US" altLang="en-US" b="1" smtClean="0"/>
              <a:t>if</a:t>
            </a:r>
            <a:r>
              <a:rPr lang="en-US" altLang="en-US" smtClean="0"/>
              <a:t>(j==2)</a:t>
            </a:r>
          </a:p>
          <a:p>
            <a:r>
              <a:rPr lang="en-US" altLang="en-US" b="1" smtClean="0"/>
              <a:t>continue</a:t>
            </a:r>
            <a:r>
              <a:rPr lang="en-US" altLang="en-US" smtClean="0"/>
              <a:t>;</a:t>
            </a:r>
          </a:p>
          <a:p>
            <a:r>
              <a:rPr lang="en-US" altLang="en-US" smtClean="0"/>
              <a:t>printf("%d\n",j);</a:t>
            </a:r>
          </a:p>
          <a:p>
            <a:r>
              <a:rPr lang="en-US" altLang="en-US" smtClean="0"/>
              <a:t>}</a:t>
            </a:r>
          </a:p>
          <a:p>
            <a:r>
              <a:rPr lang="en-US" altLang="en-US" smtClean="0"/>
              <a:t>}</a:t>
            </a:r>
          </a:p>
          <a:p>
            <a:r>
              <a:rPr lang="en-US" altLang="en-US" b="1" smtClean="0"/>
              <a:t>return</a:t>
            </a:r>
            <a:r>
              <a:rPr lang="en-US" altLang="en-US" smtClean="0"/>
              <a:t> 0;</a:t>
            </a:r>
          </a:p>
          <a:p>
            <a:r>
              <a:rPr lang="en-US" altLang="en-US" smtClean="0"/>
              <a:t>}</a:t>
            </a:r>
          </a:p>
          <a:p>
            <a:pPr eaLnBrk="1" hangingPunct="1"/>
            <a:endParaRPr lang="en-US" altLang="en-US" smtClean="0"/>
          </a:p>
        </p:txBody>
      </p:sp>
      <p:sp>
        <p:nvSpPr>
          <p:cNvPr id="46084" name="Slide Number Placeholder 4"/>
          <p:cNvSpPr>
            <a:spLocks noGrp="1" noChangeArrowheads="1"/>
          </p:cNvSpPr>
          <p:nvPr>
            <p:ph type="sldNum" sz="quarter" idx="1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B0776003-0393-4A23-AF38-AD92ADCE8B3D}" type="slidenum">
              <a:rPr lang="en-US" altLang="en-US">
                <a:solidFill>
                  <a:srgbClr val="898989"/>
                </a:solidFill>
                <a:latin typeface="Calibri" pitchFamily="34" charset="0"/>
              </a:rPr>
              <a:pPr/>
              <a:t>12</a:t>
            </a:fld>
            <a:endParaRPr lang="en-US" altLang="en-US">
              <a:solidFill>
                <a:srgbClr val="898989"/>
              </a:solidFill>
              <a:latin typeface="Calibri" pitchFamily="34" charset="0"/>
            </a:endParaRPr>
          </a:p>
        </p:txBody>
      </p:sp>
      <p:pic>
        <p:nvPicPr>
          <p:cNvPr id="4608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3913" y="2498725"/>
            <a:ext cx="5224462"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2" name="Rectangle 8"/>
          <p:cNvSpPr>
            <a:spLocks noChangeArrowheads="1"/>
          </p:cNvSpPr>
          <p:nvPr/>
        </p:nvSpPr>
        <p:spPr bwMode="auto">
          <a:xfrm>
            <a:off x="5691188" y="527050"/>
            <a:ext cx="6218237" cy="1477963"/>
          </a:xfrm>
          <a:prstGeom prst="rect">
            <a:avLst/>
          </a:prstGeom>
          <a:noFill/>
          <a:ln w="9525">
            <a:noFill/>
            <a:miter lim="800000"/>
            <a:headEnd/>
            <a:tailEnd/>
          </a:ln>
          <a:effectLst/>
        </p:spPr>
        <p:txBody>
          <a:bodyPr anchor="ctr">
            <a:spAutoFit/>
          </a:bodyPr>
          <a:lstStyle/>
          <a:p>
            <a:pPr algn="just">
              <a:defRPr/>
            </a:pPr>
            <a:r>
              <a:rPr lang="en-US" dirty="0">
                <a:solidFill>
                  <a:srgbClr val="000000"/>
                </a:solidFill>
                <a:latin typeface="+mn-lt"/>
                <a:ea typeface="Times New Roman" pitchFamily="18" charset="0"/>
                <a:cs typeface="Arial" panose="020B0604020202020204" pitchFamily="34" charset="0"/>
              </a:rPr>
              <a:t>In this program, we see that the </a:t>
            </a:r>
            <a:r>
              <a:rPr lang="en-US" i="1" dirty="0" err="1">
                <a:solidFill>
                  <a:srgbClr val="000000"/>
                </a:solidFill>
                <a:latin typeface="+mn-lt"/>
                <a:ea typeface="Times New Roman" pitchFamily="18" charset="0"/>
                <a:cs typeface="Arial" panose="020B0604020202020204" pitchFamily="34" charset="0"/>
              </a:rPr>
              <a:t>printf</a:t>
            </a:r>
            <a:r>
              <a:rPr lang="en-US" i="1" dirty="0">
                <a:solidFill>
                  <a:srgbClr val="000000"/>
                </a:solidFill>
                <a:latin typeface="+mn-lt"/>
                <a:ea typeface="Times New Roman" pitchFamily="18" charset="0"/>
                <a:cs typeface="Arial" panose="020B0604020202020204" pitchFamily="34" charset="0"/>
              </a:rPr>
              <a:t>()</a:t>
            </a:r>
            <a:r>
              <a:rPr lang="en-US" dirty="0">
                <a:solidFill>
                  <a:srgbClr val="000000"/>
                </a:solidFill>
                <a:latin typeface="+mn-lt"/>
                <a:ea typeface="Times New Roman" pitchFamily="18" charset="0"/>
                <a:cs typeface="Arial" panose="020B0604020202020204" pitchFamily="34" charset="0"/>
              </a:rPr>
              <a:t> instruction for the condition </a:t>
            </a:r>
            <a:r>
              <a:rPr lang="en-US" b="1" dirty="0">
                <a:solidFill>
                  <a:srgbClr val="000000"/>
                </a:solidFill>
                <a:latin typeface="+mn-lt"/>
                <a:ea typeface="Times New Roman" pitchFamily="18" charset="0"/>
                <a:cs typeface="Arial" panose="020B0604020202020204" pitchFamily="34" charset="0"/>
              </a:rPr>
              <a:t>j=2 </a:t>
            </a:r>
            <a:r>
              <a:rPr lang="en-US" dirty="0">
                <a:solidFill>
                  <a:srgbClr val="000000"/>
                </a:solidFill>
                <a:latin typeface="+mn-lt"/>
                <a:ea typeface="Times New Roman" pitchFamily="18" charset="0"/>
                <a:cs typeface="Arial" panose="020B0604020202020204" pitchFamily="34" charset="0"/>
              </a:rPr>
              <a:t>is skipped each time during the execution because of </a:t>
            </a:r>
            <a:r>
              <a:rPr lang="en-US" b="1" dirty="0">
                <a:solidFill>
                  <a:srgbClr val="000000"/>
                </a:solidFill>
                <a:latin typeface="+mn-lt"/>
                <a:ea typeface="Times New Roman" pitchFamily="18" charset="0"/>
                <a:cs typeface="Arial" panose="020B0604020202020204" pitchFamily="34" charset="0"/>
              </a:rPr>
              <a:t>continue</a:t>
            </a:r>
            <a:r>
              <a:rPr lang="en-US" dirty="0">
                <a:solidFill>
                  <a:srgbClr val="000000"/>
                </a:solidFill>
                <a:latin typeface="+mn-lt"/>
                <a:ea typeface="Times New Roman" pitchFamily="18" charset="0"/>
                <a:cs typeface="Arial" panose="020B0604020202020204" pitchFamily="34" charset="0"/>
              </a:rPr>
              <a:t>. We also see that only the condition </a:t>
            </a:r>
            <a:r>
              <a:rPr lang="en-US" b="1" dirty="0">
                <a:solidFill>
                  <a:srgbClr val="000000"/>
                </a:solidFill>
                <a:latin typeface="+mn-lt"/>
                <a:ea typeface="Times New Roman" pitchFamily="18" charset="0"/>
                <a:cs typeface="Arial" panose="020B0604020202020204" pitchFamily="34" charset="0"/>
              </a:rPr>
              <a:t>j=2</a:t>
            </a:r>
            <a:r>
              <a:rPr lang="en-US" dirty="0">
                <a:solidFill>
                  <a:srgbClr val="000000"/>
                </a:solidFill>
                <a:latin typeface="+mn-lt"/>
                <a:ea typeface="Times New Roman" pitchFamily="18" charset="0"/>
                <a:cs typeface="Arial" panose="020B0604020202020204" pitchFamily="34" charset="0"/>
              </a:rPr>
              <a:t> gets affected by the  </a:t>
            </a:r>
            <a:r>
              <a:rPr lang="en-US" b="1" dirty="0">
                <a:solidFill>
                  <a:srgbClr val="000000"/>
                </a:solidFill>
                <a:latin typeface="+mn-lt"/>
                <a:ea typeface="Times New Roman" pitchFamily="18" charset="0"/>
                <a:cs typeface="Arial" panose="020B0604020202020204" pitchFamily="34" charset="0"/>
              </a:rPr>
              <a:t>continue</a:t>
            </a:r>
            <a:r>
              <a:rPr lang="en-US" dirty="0">
                <a:solidFill>
                  <a:srgbClr val="000000"/>
                </a:solidFill>
                <a:latin typeface="+mn-lt"/>
                <a:ea typeface="Times New Roman" pitchFamily="18" charset="0"/>
                <a:cs typeface="Arial" panose="020B0604020202020204" pitchFamily="34" charset="0"/>
              </a:rPr>
              <a:t>. The outer loop runs without any disruption in its iteration.</a:t>
            </a:r>
            <a:endParaRPr lang="en-US" dirty="0">
              <a:latin typeface="+mn-lt"/>
              <a:ea typeface="+mn-ea"/>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425" y="236538"/>
            <a:ext cx="3932238" cy="666750"/>
          </a:xfrm>
          <a:solidFill>
            <a:schemeClr val="accent6">
              <a:lumMod val="60000"/>
              <a:lumOff val="40000"/>
            </a:schemeClr>
          </a:solidFill>
        </p:spPr>
        <p:txBody>
          <a:bodyPr/>
          <a:lstStyle/>
          <a:p>
            <a:pPr eaLnBrk="1" hangingPunct="1">
              <a:defRPr/>
            </a:pPr>
            <a:r>
              <a:rPr lang="en-US" b="1" dirty="0" err="1"/>
              <a:t>goto</a:t>
            </a:r>
            <a:r>
              <a:rPr lang="en-US" b="1" dirty="0"/>
              <a:t> statement</a:t>
            </a:r>
          </a:p>
        </p:txBody>
      </p:sp>
      <p:sp>
        <p:nvSpPr>
          <p:cNvPr id="47107" name="Text Placeholder 3"/>
          <p:cNvSpPr>
            <a:spLocks noGrp="1" noChangeArrowheads="1"/>
          </p:cNvSpPr>
          <p:nvPr>
            <p:ph type="body" sz="half" idx="2"/>
          </p:nvPr>
        </p:nvSpPr>
        <p:spPr bwMode="auto">
          <a:xfrm>
            <a:off x="860425" y="987425"/>
            <a:ext cx="3932238" cy="58705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smtClean="0"/>
              <a:t>This statement is used to transfer control to the labeled statement in the program. The label is the valid identifier and placed just before the statement from where the control is transferred.</a:t>
            </a:r>
          </a:p>
          <a:p>
            <a:r>
              <a:rPr lang="en-US" altLang="en-US" b="1" smtClean="0"/>
              <a:t>Example:</a:t>
            </a:r>
            <a:r>
              <a:rPr lang="en-US" altLang="en-US" smtClean="0"/>
              <a:t> #include &lt;stdio.h&gt;</a:t>
            </a:r>
          </a:p>
          <a:p>
            <a:r>
              <a:rPr lang="en-US" altLang="en-US" b="1" smtClean="0"/>
              <a:t>int</a:t>
            </a:r>
            <a:r>
              <a:rPr lang="en-US" altLang="en-US" smtClean="0"/>
              <a:t> main()</a:t>
            </a:r>
          </a:p>
          <a:p>
            <a:r>
              <a:rPr lang="en-US" altLang="en-US" smtClean="0"/>
              <a:t>{</a:t>
            </a:r>
          </a:p>
          <a:p>
            <a:r>
              <a:rPr lang="en-US" altLang="en-US" b="1" smtClean="0"/>
              <a:t>int</a:t>
            </a:r>
            <a:r>
              <a:rPr lang="en-US" altLang="en-US" smtClean="0"/>
              <a:t> i,j;</a:t>
            </a:r>
          </a:p>
          <a:p>
            <a:r>
              <a:rPr lang="en-US" altLang="en-US" b="1" smtClean="0"/>
              <a:t>for</a:t>
            </a:r>
            <a:r>
              <a:rPr lang="en-US" altLang="en-US" smtClean="0"/>
              <a:t>(i=1;i&lt;5;i++)</a:t>
            </a:r>
          </a:p>
          <a:p>
            <a:r>
              <a:rPr lang="en-US" altLang="en-US" smtClean="0"/>
              <a:t>{</a:t>
            </a:r>
          </a:p>
          <a:p>
            <a:r>
              <a:rPr lang="en-US" altLang="en-US" b="1" smtClean="0"/>
              <a:t>if</a:t>
            </a:r>
            <a:r>
              <a:rPr lang="en-US" altLang="en-US" smtClean="0"/>
              <a:t>(i==2)</a:t>
            </a:r>
          </a:p>
          <a:p>
            <a:r>
              <a:rPr lang="en-US" altLang="en-US" b="1" smtClean="0"/>
              <a:t>goto</a:t>
            </a:r>
            <a:r>
              <a:rPr lang="en-US" altLang="en-US" smtClean="0"/>
              <a:t> there;</a:t>
            </a:r>
          </a:p>
          <a:p>
            <a:r>
              <a:rPr lang="en-US" altLang="en-US" smtClean="0"/>
              <a:t>printf("%d\n",i);</a:t>
            </a:r>
          </a:p>
          <a:p>
            <a:r>
              <a:rPr lang="en-US" altLang="en-US" smtClean="0"/>
              <a:t>}</a:t>
            </a:r>
          </a:p>
          <a:p>
            <a:r>
              <a:rPr lang="en-US" altLang="en-US" smtClean="0"/>
              <a:t>there:</a:t>
            </a:r>
          </a:p>
          <a:p>
            <a:r>
              <a:rPr lang="en-US" altLang="en-US" smtClean="0"/>
              <a:t>printf("Two");</a:t>
            </a:r>
          </a:p>
          <a:p>
            <a:r>
              <a:rPr lang="en-US" altLang="en-US" b="1" smtClean="0"/>
              <a:t>return</a:t>
            </a:r>
            <a:r>
              <a:rPr lang="en-US" altLang="en-US" smtClean="0"/>
              <a:t> 0;</a:t>
            </a:r>
          </a:p>
          <a:p>
            <a:r>
              <a:rPr lang="en-US" altLang="en-US" smtClean="0"/>
              <a:t>}</a:t>
            </a:r>
          </a:p>
          <a:p>
            <a:endParaRPr lang="en-US" altLang="en-US" smtClean="0"/>
          </a:p>
          <a:p>
            <a:r>
              <a:rPr lang="en-US" altLang="en-US" smtClean="0"/>
              <a:t/>
            </a:r>
            <a:br>
              <a:rPr lang="en-US" altLang="en-US" smtClean="0"/>
            </a:br>
            <a:endParaRPr lang="en-US" altLang="en-US" smtClean="0"/>
          </a:p>
        </p:txBody>
      </p:sp>
      <p:sp>
        <p:nvSpPr>
          <p:cNvPr id="47108" name="Slide Number Placeholder 4"/>
          <p:cNvSpPr>
            <a:spLocks noGrp="1" noChangeArrowheads="1"/>
          </p:cNvSpPr>
          <p:nvPr>
            <p:ph type="sldNum" sz="quarter" idx="1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F0C4D877-8726-4528-ACCF-8BE699FF846C}" type="slidenum">
              <a:rPr lang="en-US" altLang="en-US">
                <a:solidFill>
                  <a:srgbClr val="898989"/>
                </a:solidFill>
                <a:latin typeface="Calibri" pitchFamily="34" charset="0"/>
              </a:rPr>
              <a:pPr/>
              <a:t>13</a:t>
            </a:fld>
            <a:endParaRPr lang="en-US" altLang="en-US">
              <a:solidFill>
                <a:srgbClr val="898989"/>
              </a:solidFill>
              <a:latin typeface="Calibri" pitchFamily="34" charset="0"/>
            </a:endParaRPr>
          </a:p>
        </p:txBody>
      </p:sp>
      <p:pic>
        <p:nvPicPr>
          <p:cNvPr id="47109" name="Picture 7" descr="https://media.geeksforgeeks.org/wp-content/uploads/goto-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6375" y="673100"/>
            <a:ext cx="5267325" cy="386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0" name="Rectangle 7"/>
          <p:cNvSpPr>
            <a:spLocks noChangeArrowheads="1"/>
          </p:cNvSpPr>
          <p:nvPr/>
        </p:nvSpPr>
        <p:spPr bwMode="auto">
          <a:xfrm>
            <a:off x="7112000" y="522288"/>
            <a:ext cx="3454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eaLnBrk="1" hangingPunct="1"/>
            <a:r>
              <a:rPr lang="en-US" altLang="en-US"/>
              <a:t>Flowchart of continue statement</a:t>
            </a:r>
          </a:p>
        </p:txBody>
      </p:sp>
      <p:pic>
        <p:nvPicPr>
          <p:cNvPr id="47111"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1463" y="4540250"/>
            <a:ext cx="4424362" cy="183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2" name="Rectangle 9"/>
          <p:cNvSpPr>
            <a:spLocks noChangeArrowheads="1"/>
          </p:cNvSpPr>
          <p:nvPr/>
        </p:nvSpPr>
        <p:spPr bwMode="auto">
          <a:xfrm>
            <a:off x="6296025" y="6064250"/>
            <a:ext cx="5286375"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just"/>
            <a:r>
              <a:rPr lang="en-US" altLang="en-US" sz="1400">
                <a:solidFill>
                  <a:srgbClr val="000000"/>
                </a:solidFill>
                <a:latin typeface="Calibri" pitchFamily="34" charset="0"/>
                <a:cs typeface="Times New Roman" pitchFamily="18" charset="0"/>
              </a:rPr>
              <a:t>In this program, we see that when the control goes to the</a:t>
            </a:r>
            <a:r>
              <a:rPr lang="en-US" altLang="en-US" sz="1400">
                <a:solidFill>
                  <a:srgbClr val="000000"/>
                </a:solidFill>
                <a:cs typeface="Times New Roman" pitchFamily="18" charset="0"/>
              </a:rPr>
              <a:t> </a:t>
            </a:r>
            <a:r>
              <a:rPr lang="en-US" altLang="en-US" sz="1400" i="1">
                <a:solidFill>
                  <a:srgbClr val="000000"/>
                </a:solidFill>
                <a:latin typeface="Calibri" pitchFamily="34" charset="0"/>
                <a:cs typeface="Times New Roman" pitchFamily="18" charset="0"/>
              </a:rPr>
              <a:t>goto</a:t>
            </a:r>
            <a:r>
              <a:rPr lang="en-US" altLang="en-US" sz="1400" i="1">
                <a:solidFill>
                  <a:srgbClr val="000000"/>
                </a:solidFill>
                <a:cs typeface="Times New Roman" pitchFamily="18" charset="0"/>
              </a:rPr>
              <a:t> </a:t>
            </a:r>
            <a:r>
              <a:rPr lang="en-US" altLang="en-US" sz="1400" i="1">
                <a:solidFill>
                  <a:srgbClr val="000000"/>
                </a:solidFill>
                <a:latin typeface="Calibri" pitchFamily="34" charset="0"/>
                <a:cs typeface="Times New Roman" pitchFamily="18" charset="0"/>
              </a:rPr>
              <a:t>there</a:t>
            </a:r>
            <a:r>
              <a:rPr lang="en-US" altLang="en-US" sz="1400">
                <a:solidFill>
                  <a:srgbClr val="000000"/>
                </a:solidFill>
                <a:latin typeface="Calibri" pitchFamily="34" charset="0"/>
                <a:cs typeface="Times New Roman" pitchFamily="18" charset="0"/>
              </a:rPr>
              <a:t>; statement when</a:t>
            </a:r>
            <a:r>
              <a:rPr lang="en-US" altLang="en-US" sz="1400">
                <a:solidFill>
                  <a:srgbClr val="000000"/>
                </a:solidFill>
                <a:cs typeface="Times New Roman" pitchFamily="18" charset="0"/>
              </a:rPr>
              <a:t> </a:t>
            </a:r>
            <a:r>
              <a:rPr lang="en-US" altLang="en-US" sz="1400" b="1">
                <a:solidFill>
                  <a:srgbClr val="000000"/>
                </a:solidFill>
                <a:latin typeface="Calibri" pitchFamily="34" charset="0"/>
                <a:cs typeface="Times New Roman" pitchFamily="18" charset="0"/>
              </a:rPr>
              <a:t>i</a:t>
            </a:r>
            <a:r>
              <a:rPr lang="en-US" altLang="en-US" sz="1400">
                <a:solidFill>
                  <a:srgbClr val="000000"/>
                </a:solidFill>
                <a:cs typeface="Times New Roman" pitchFamily="18" charset="0"/>
              </a:rPr>
              <a:t> </a:t>
            </a:r>
            <a:r>
              <a:rPr lang="en-US" altLang="en-US" sz="1400">
                <a:solidFill>
                  <a:srgbClr val="000000"/>
                </a:solidFill>
                <a:latin typeface="Calibri" pitchFamily="34" charset="0"/>
                <a:cs typeface="Times New Roman" pitchFamily="18" charset="0"/>
              </a:rPr>
              <a:t>becomes equal to</a:t>
            </a:r>
            <a:r>
              <a:rPr lang="en-US" altLang="en-US" sz="1400">
                <a:solidFill>
                  <a:srgbClr val="000000"/>
                </a:solidFill>
                <a:cs typeface="Times New Roman" pitchFamily="18" charset="0"/>
              </a:rPr>
              <a:t> </a:t>
            </a:r>
            <a:r>
              <a:rPr lang="en-US" altLang="en-US" sz="1400" b="1">
                <a:solidFill>
                  <a:srgbClr val="000000"/>
                </a:solidFill>
                <a:latin typeface="Calibri" pitchFamily="34" charset="0"/>
                <a:cs typeface="Times New Roman" pitchFamily="18" charset="0"/>
              </a:rPr>
              <a:t>2</a:t>
            </a:r>
            <a:r>
              <a:rPr lang="en-US" altLang="en-US" sz="1400">
                <a:solidFill>
                  <a:srgbClr val="000000"/>
                </a:solidFill>
                <a:cs typeface="Times New Roman" pitchFamily="18" charset="0"/>
              </a:rPr>
              <a:t> </a:t>
            </a:r>
            <a:r>
              <a:rPr lang="en-US" altLang="en-US" sz="1400">
                <a:solidFill>
                  <a:srgbClr val="000000"/>
                </a:solidFill>
                <a:latin typeface="Calibri" pitchFamily="34" charset="0"/>
                <a:cs typeface="Times New Roman" pitchFamily="18" charset="0"/>
              </a:rPr>
              <a:t>then the control next goes out of the loop to the</a:t>
            </a:r>
            <a:r>
              <a:rPr lang="en-US" altLang="en-US" sz="1400" i="1">
                <a:solidFill>
                  <a:srgbClr val="000000"/>
                </a:solidFill>
                <a:cs typeface="Times New Roman" pitchFamily="18" charset="0"/>
              </a:rPr>
              <a:t> </a:t>
            </a:r>
            <a:r>
              <a:rPr lang="en-US" altLang="en-US" sz="1400" i="1">
                <a:solidFill>
                  <a:srgbClr val="000000"/>
                </a:solidFill>
                <a:latin typeface="Calibri" pitchFamily="34" charset="0"/>
                <a:cs typeface="Times New Roman" pitchFamily="18" charset="0"/>
              </a:rPr>
              <a:t>label</a:t>
            </a:r>
            <a:r>
              <a:rPr lang="en-US" altLang="en-US" sz="1400">
                <a:solidFill>
                  <a:srgbClr val="000000"/>
                </a:solidFill>
                <a:latin typeface="Calibri" pitchFamily="34" charset="0"/>
                <a:cs typeface="Times New Roman" pitchFamily="18" charset="0"/>
              </a:rPr>
              <a:t>(</a:t>
            </a:r>
            <a:r>
              <a:rPr lang="en-US" altLang="en-US" sz="1400" i="1">
                <a:solidFill>
                  <a:srgbClr val="000000"/>
                </a:solidFill>
                <a:latin typeface="Calibri" pitchFamily="34" charset="0"/>
                <a:cs typeface="Times New Roman" pitchFamily="18" charset="0"/>
              </a:rPr>
              <a:t>there</a:t>
            </a:r>
            <a:r>
              <a:rPr lang="en-US" altLang="en-US" sz="1400">
                <a:solidFill>
                  <a:srgbClr val="000000"/>
                </a:solidFill>
                <a:latin typeface="Calibri" pitchFamily="34" charset="0"/>
                <a:cs typeface="Times New Roman" pitchFamily="18" charset="0"/>
              </a:rPr>
              <a:t>: ) and prints</a:t>
            </a:r>
            <a:r>
              <a:rPr lang="en-US" altLang="en-US" sz="1400">
                <a:solidFill>
                  <a:srgbClr val="000000"/>
                </a:solidFill>
                <a:cs typeface="Times New Roman" pitchFamily="18" charset="0"/>
              </a:rPr>
              <a:t> </a:t>
            </a:r>
            <a:r>
              <a:rPr lang="en-US" altLang="en-US" sz="1400" b="1">
                <a:solidFill>
                  <a:srgbClr val="000000"/>
                </a:solidFill>
                <a:latin typeface="Calibri" pitchFamily="34" charset="0"/>
                <a:cs typeface="Times New Roman" pitchFamily="18" charset="0"/>
              </a:rPr>
              <a:t>Two</a:t>
            </a:r>
            <a:r>
              <a:rPr lang="en-US" altLang="en-US" sz="1400">
                <a:solidFill>
                  <a:srgbClr val="000000"/>
                </a:solidFill>
                <a:latin typeface="Calibri" pitchFamily="34" charset="0"/>
                <a:cs typeface="Times New Roman" pitchFamily="18" charset="0"/>
              </a:rPr>
              <a:t>.</a:t>
            </a:r>
            <a:endParaRPr lang="en-US" altLang="en-US" sz="1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noChangeArrowheads="1"/>
          </p:cNvSpPr>
          <p:nvPr>
            <p:ph type="title"/>
          </p:nvPr>
        </p:nvSpPr>
        <p:spPr bwMode="auto">
          <a:xfrm>
            <a:off x="839788" y="231775"/>
            <a:ext cx="3932237" cy="661988"/>
          </a:xfrm>
          <a:prstGeom prst="rect">
            <a:avLst/>
          </a:prstGeom>
          <a:solidFill>
            <a:srgbClr val="92D050"/>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prstTxWarp prst="textNoShape">
              <a:avLst/>
            </a:prstTxWarp>
          </a:bodyPr>
          <a:lstStyle/>
          <a:p>
            <a:pPr eaLnBrk="1" hangingPunct="1"/>
            <a:r>
              <a:rPr lang="en-US" altLang="en-US" sz="2400" b="1" smtClean="0"/>
              <a:t>Return statement</a:t>
            </a:r>
          </a:p>
        </p:txBody>
      </p:sp>
      <p:sp>
        <p:nvSpPr>
          <p:cNvPr id="48131" name="Text Placeholder 3"/>
          <p:cNvSpPr>
            <a:spLocks noGrp="1" noChangeArrowheads="1"/>
          </p:cNvSpPr>
          <p:nvPr>
            <p:ph type="body" sz="half" idx="2"/>
          </p:nvPr>
        </p:nvSpPr>
        <p:spPr bwMode="auto">
          <a:xfrm>
            <a:off x="873125" y="841375"/>
            <a:ext cx="5338763" cy="60166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r>
              <a:rPr lang="en-US" altLang="en-US" smtClean="0"/>
              <a:t>This statement terminates the execution of the method and returns the control to the calling method. It returns an optional value. If the type of method is void, then the return statement can be excluded.</a:t>
            </a:r>
          </a:p>
          <a:p>
            <a:r>
              <a:rPr lang="en-US" altLang="en-US" b="1" smtClean="0"/>
              <a:t>Example: </a:t>
            </a:r>
            <a:r>
              <a:rPr lang="en-US" altLang="en-US" smtClean="0"/>
              <a:t>#include &lt;stdio.h&gt;</a:t>
            </a:r>
          </a:p>
          <a:p>
            <a:r>
              <a:rPr lang="en-US" altLang="en-US" b="1" smtClean="0"/>
              <a:t>char</a:t>
            </a:r>
            <a:r>
              <a:rPr lang="en-US" altLang="en-US" smtClean="0"/>
              <a:t> func(</a:t>
            </a:r>
            <a:r>
              <a:rPr lang="en-US" altLang="en-US" b="1" smtClean="0"/>
              <a:t>int</a:t>
            </a:r>
            <a:r>
              <a:rPr lang="en-US" altLang="en-US" smtClean="0"/>
              <a:t> ascii)</a:t>
            </a:r>
          </a:p>
          <a:p>
            <a:r>
              <a:rPr lang="en-US" altLang="en-US" smtClean="0"/>
              <a:t>{</a:t>
            </a:r>
          </a:p>
          <a:p>
            <a:r>
              <a:rPr lang="en-US" altLang="en-US" b="1" smtClean="0"/>
              <a:t>return</a:t>
            </a:r>
            <a:r>
              <a:rPr lang="en-US" altLang="en-US" smtClean="0"/>
              <a:t> ((</a:t>
            </a:r>
            <a:r>
              <a:rPr lang="en-US" altLang="en-US" b="1" smtClean="0"/>
              <a:t>char</a:t>
            </a:r>
            <a:r>
              <a:rPr lang="en-US" altLang="en-US" smtClean="0"/>
              <a:t>)ascii);</a:t>
            </a:r>
          </a:p>
          <a:p>
            <a:r>
              <a:rPr lang="en-US" altLang="en-US" smtClean="0"/>
              <a:t>}</a:t>
            </a:r>
          </a:p>
          <a:p>
            <a:r>
              <a:rPr lang="en-US" altLang="en-US" b="1" smtClean="0"/>
              <a:t>int</a:t>
            </a:r>
            <a:r>
              <a:rPr lang="en-US" altLang="en-US" smtClean="0"/>
              <a:t> main()</a:t>
            </a:r>
          </a:p>
          <a:p>
            <a:r>
              <a:rPr lang="en-US" altLang="en-US" smtClean="0"/>
              <a:t>{</a:t>
            </a:r>
          </a:p>
          <a:p>
            <a:r>
              <a:rPr lang="en-US" altLang="en-US" b="1" smtClean="0"/>
              <a:t>int</a:t>
            </a:r>
            <a:r>
              <a:rPr lang="en-US" altLang="en-US" smtClean="0"/>
              <a:t> ascii;</a:t>
            </a:r>
          </a:p>
          <a:p>
            <a:r>
              <a:rPr lang="en-US" altLang="en-US" b="1" smtClean="0"/>
              <a:t>char</a:t>
            </a:r>
            <a:r>
              <a:rPr lang="en-US" altLang="en-US" smtClean="0"/>
              <a:t> ch;</a:t>
            </a:r>
          </a:p>
          <a:p>
            <a:r>
              <a:rPr lang="en-US" altLang="en-US" smtClean="0"/>
              <a:t>printf("Enter any ascii value in decimal: \n");</a:t>
            </a:r>
          </a:p>
          <a:p>
            <a:r>
              <a:rPr lang="en-US" altLang="en-US" smtClean="0"/>
              <a:t>scanf("%d",&amp;ascii);</a:t>
            </a:r>
          </a:p>
          <a:p>
            <a:r>
              <a:rPr lang="en-US" altLang="en-US" smtClean="0"/>
              <a:t>ch=func(ascii);</a:t>
            </a:r>
          </a:p>
          <a:p>
            <a:r>
              <a:rPr lang="en-US" altLang="en-US" smtClean="0"/>
              <a:t>printf("The character is : %c",ch);</a:t>
            </a:r>
          </a:p>
          <a:p>
            <a:r>
              <a:rPr lang="en-US" altLang="en-US" b="1" smtClean="0"/>
              <a:t>return</a:t>
            </a:r>
            <a:r>
              <a:rPr lang="en-US" altLang="en-US" smtClean="0"/>
              <a:t> 0;</a:t>
            </a:r>
          </a:p>
          <a:p>
            <a:r>
              <a:rPr lang="en-US" altLang="en-US" smtClean="0"/>
              <a:t>}</a:t>
            </a:r>
          </a:p>
          <a:p>
            <a:pPr algn="just" eaLnBrk="1" hangingPunct="1"/>
            <a:endParaRPr lang="en-US" altLang="en-US" smtClean="0"/>
          </a:p>
        </p:txBody>
      </p:sp>
      <p:sp>
        <p:nvSpPr>
          <p:cNvPr id="48132" name="Slide Number Placeholder 4"/>
          <p:cNvSpPr>
            <a:spLocks noGrp="1" noChangeArrowheads="1"/>
          </p:cNvSpPr>
          <p:nvPr>
            <p:ph type="sldNum" sz="quarter" idx="1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EE468DA9-4FDE-42B1-90F0-3BF000DEF2B5}" type="slidenum">
              <a:rPr lang="en-US" altLang="en-US">
                <a:solidFill>
                  <a:srgbClr val="898989"/>
                </a:solidFill>
                <a:latin typeface="Calibri" pitchFamily="34" charset="0"/>
              </a:rPr>
              <a:pPr/>
              <a:t>14</a:t>
            </a:fld>
            <a:endParaRPr lang="en-US" altLang="en-US">
              <a:solidFill>
                <a:srgbClr val="898989"/>
              </a:solidFill>
              <a:latin typeface="Calibri" pitchFamily="34" charset="0"/>
            </a:endParaRPr>
          </a:p>
        </p:txBody>
      </p:sp>
      <p:pic>
        <p:nvPicPr>
          <p:cNvPr id="4813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9763" y="925513"/>
            <a:ext cx="4856162"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4" name="Rectangle 8"/>
          <p:cNvSpPr>
            <a:spLocks noChangeArrowheads="1"/>
          </p:cNvSpPr>
          <p:nvPr/>
        </p:nvSpPr>
        <p:spPr bwMode="auto">
          <a:xfrm>
            <a:off x="7010400" y="3746500"/>
            <a:ext cx="4827588"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r>
              <a:rPr lang="en-US" altLang="en-US" sz="1400">
                <a:solidFill>
                  <a:srgbClr val="000000"/>
                </a:solidFill>
                <a:latin typeface="Calibri" pitchFamily="34" charset="0"/>
                <a:cs typeface="Times New Roman" pitchFamily="18" charset="0"/>
              </a:rPr>
              <a:t>In this program we have two functions that have a</a:t>
            </a:r>
            <a:r>
              <a:rPr lang="en-US" altLang="en-US" sz="1400">
                <a:solidFill>
                  <a:srgbClr val="000000"/>
                </a:solidFill>
                <a:cs typeface="Times New Roman" pitchFamily="18" charset="0"/>
              </a:rPr>
              <a:t> </a:t>
            </a:r>
            <a:r>
              <a:rPr lang="en-US" altLang="en-US" sz="1400" b="1">
                <a:solidFill>
                  <a:srgbClr val="000000"/>
                </a:solidFill>
                <a:latin typeface="Calibri" pitchFamily="34" charset="0"/>
                <a:cs typeface="Times New Roman" pitchFamily="18" charset="0"/>
              </a:rPr>
              <a:t>return</a:t>
            </a:r>
            <a:r>
              <a:rPr lang="en-US" altLang="en-US" sz="1400">
                <a:solidFill>
                  <a:srgbClr val="000000"/>
                </a:solidFill>
                <a:cs typeface="Times New Roman" pitchFamily="18" charset="0"/>
              </a:rPr>
              <a:t> </a:t>
            </a:r>
            <a:r>
              <a:rPr lang="en-US" altLang="en-US" sz="1400">
                <a:solidFill>
                  <a:srgbClr val="000000"/>
                </a:solidFill>
                <a:latin typeface="Calibri" pitchFamily="34" charset="0"/>
                <a:cs typeface="Times New Roman" pitchFamily="18" charset="0"/>
              </a:rPr>
              <a:t>type but only one function is returning a value [</a:t>
            </a:r>
            <a:r>
              <a:rPr lang="en-US" altLang="en-US" sz="1400" i="1">
                <a:solidFill>
                  <a:srgbClr val="000000"/>
                </a:solidFill>
                <a:latin typeface="Calibri" pitchFamily="34" charset="0"/>
                <a:cs typeface="Times New Roman" pitchFamily="18" charset="0"/>
              </a:rPr>
              <a:t>func</a:t>
            </a:r>
            <a:r>
              <a:rPr lang="en-US" altLang="en-US" sz="1400">
                <a:solidFill>
                  <a:srgbClr val="000000"/>
                </a:solidFill>
                <a:latin typeface="Calibri" pitchFamily="34" charset="0"/>
                <a:cs typeface="Times New Roman" pitchFamily="18" charset="0"/>
              </a:rPr>
              <a:t>()] and the other is just used to terminate the function[</a:t>
            </a:r>
            <a:r>
              <a:rPr lang="en-US" altLang="en-US" sz="1400" i="1">
                <a:solidFill>
                  <a:srgbClr val="000000"/>
                </a:solidFill>
                <a:latin typeface="Calibri" pitchFamily="34" charset="0"/>
                <a:cs typeface="Times New Roman" pitchFamily="18" charset="0"/>
              </a:rPr>
              <a:t>main</a:t>
            </a:r>
            <a:r>
              <a:rPr lang="en-US" altLang="en-US" sz="1400">
                <a:solidFill>
                  <a:srgbClr val="000000"/>
                </a:solidFill>
                <a:latin typeface="Calibri" pitchFamily="34" charset="0"/>
                <a:cs typeface="Times New Roman" pitchFamily="18" charset="0"/>
              </a:rPr>
              <a:t>()].</a:t>
            </a:r>
          </a:p>
          <a:p>
            <a:endParaRPr lang="en-US" altLang="en-US" sz="1400">
              <a:solidFill>
                <a:srgbClr val="000000"/>
              </a:solidFill>
              <a:latin typeface="Calibri" pitchFamily="34" charset="0"/>
              <a:cs typeface="Times New Roman" pitchFamily="18" charset="0"/>
            </a:endParaRPr>
          </a:p>
          <a:p>
            <a:r>
              <a:rPr lang="en-US" altLang="en-US" sz="1400">
                <a:solidFill>
                  <a:srgbClr val="000000"/>
                </a:solidFill>
                <a:latin typeface="Calibri" pitchFamily="34" charset="0"/>
                <a:cs typeface="Times New Roman" pitchFamily="18" charset="0"/>
              </a:rPr>
              <a:t>The function</a:t>
            </a:r>
            <a:r>
              <a:rPr lang="en-US" altLang="en-US" sz="1400">
                <a:solidFill>
                  <a:srgbClr val="000000"/>
                </a:solidFill>
                <a:cs typeface="Times New Roman" pitchFamily="18" charset="0"/>
              </a:rPr>
              <a:t> </a:t>
            </a:r>
            <a:r>
              <a:rPr lang="en-US" altLang="en-US" sz="1400" i="1">
                <a:solidFill>
                  <a:srgbClr val="000000"/>
                </a:solidFill>
                <a:latin typeface="Calibri" pitchFamily="34" charset="0"/>
                <a:cs typeface="Times New Roman" pitchFamily="18" charset="0"/>
              </a:rPr>
              <a:t>func</a:t>
            </a:r>
            <a:r>
              <a:rPr lang="en-US" altLang="en-US" sz="1400">
                <a:solidFill>
                  <a:srgbClr val="000000"/>
                </a:solidFill>
                <a:latin typeface="Calibri" pitchFamily="34" charset="0"/>
                <a:cs typeface="Times New Roman" pitchFamily="18" charset="0"/>
              </a:rPr>
              <a:t>() is returning the character value of the given number(here</a:t>
            </a:r>
            <a:r>
              <a:rPr lang="en-US" altLang="en-US" sz="1400">
                <a:solidFill>
                  <a:srgbClr val="000000"/>
                </a:solidFill>
                <a:cs typeface="Times New Roman" pitchFamily="18" charset="0"/>
              </a:rPr>
              <a:t> </a:t>
            </a:r>
            <a:r>
              <a:rPr lang="en-US" altLang="en-US" sz="1400" b="1">
                <a:solidFill>
                  <a:srgbClr val="000000"/>
                </a:solidFill>
                <a:latin typeface="Calibri" pitchFamily="34" charset="0"/>
                <a:cs typeface="Times New Roman" pitchFamily="18" charset="0"/>
              </a:rPr>
              <a:t>110</a:t>
            </a:r>
            <a:r>
              <a:rPr lang="en-US" altLang="en-US" sz="1400">
                <a:solidFill>
                  <a:srgbClr val="000000"/>
                </a:solidFill>
                <a:latin typeface="Calibri" pitchFamily="34" charset="0"/>
                <a:cs typeface="Times New Roman" pitchFamily="18" charset="0"/>
              </a:rPr>
              <a:t>). We also see that return type of</a:t>
            </a:r>
            <a:r>
              <a:rPr lang="en-US" altLang="en-US" sz="1400">
                <a:solidFill>
                  <a:srgbClr val="000000"/>
                </a:solidFill>
                <a:cs typeface="Times New Roman" pitchFamily="18" charset="0"/>
              </a:rPr>
              <a:t> </a:t>
            </a:r>
            <a:r>
              <a:rPr lang="en-US" altLang="en-US" sz="1400" i="1">
                <a:solidFill>
                  <a:srgbClr val="000000"/>
                </a:solidFill>
                <a:latin typeface="Calibri" pitchFamily="34" charset="0"/>
                <a:cs typeface="Times New Roman" pitchFamily="18" charset="0"/>
              </a:rPr>
              <a:t>func</a:t>
            </a:r>
            <a:r>
              <a:rPr lang="en-US" altLang="en-US" sz="1400">
                <a:solidFill>
                  <a:srgbClr val="000000"/>
                </a:solidFill>
                <a:latin typeface="Calibri" pitchFamily="34" charset="0"/>
                <a:cs typeface="Times New Roman" pitchFamily="18" charset="0"/>
              </a:rPr>
              <a:t>() is char because it is returning a character value.</a:t>
            </a:r>
            <a:br>
              <a:rPr lang="en-US" altLang="en-US" sz="1400">
                <a:solidFill>
                  <a:srgbClr val="000000"/>
                </a:solidFill>
                <a:latin typeface="Calibri" pitchFamily="34" charset="0"/>
                <a:cs typeface="Times New Roman" pitchFamily="18" charset="0"/>
              </a:rPr>
            </a:br>
            <a:endParaRPr lang="en-US" altLang="en-US" sz="1400">
              <a:solidFill>
                <a:srgbClr val="000000"/>
              </a:solidFill>
              <a:latin typeface="Calibri" pitchFamily="34" charset="0"/>
              <a:cs typeface="Times New Roman" pitchFamily="18" charset="0"/>
            </a:endParaRPr>
          </a:p>
          <a:p>
            <a:r>
              <a:rPr lang="en-US" altLang="en-US" sz="1400">
                <a:solidFill>
                  <a:srgbClr val="000000"/>
                </a:solidFill>
                <a:latin typeface="Calibri" pitchFamily="34" charset="0"/>
                <a:cs typeface="Times New Roman" pitchFamily="18" charset="0"/>
              </a:rPr>
              <a:t>The return in</a:t>
            </a:r>
            <a:r>
              <a:rPr lang="en-US" altLang="en-US" sz="1400">
                <a:solidFill>
                  <a:srgbClr val="000000"/>
                </a:solidFill>
                <a:cs typeface="Times New Roman" pitchFamily="18" charset="0"/>
              </a:rPr>
              <a:t> </a:t>
            </a:r>
            <a:r>
              <a:rPr lang="en-US" altLang="en-US" sz="1400" i="1">
                <a:solidFill>
                  <a:srgbClr val="000000"/>
                </a:solidFill>
                <a:latin typeface="Calibri" pitchFamily="34" charset="0"/>
                <a:cs typeface="Times New Roman" pitchFamily="18" charset="0"/>
              </a:rPr>
              <a:t>main</a:t>
            </a:r>
            <a:r>
              <a:rPr lang="en-US" altLang="en-US" sz="1400">
                <a:solidFill>
                  <a:srgbClr val="000000"/>
                </a:solidFill>
                <a:latin typeface="Calibri" pitchFamily="34" charset="0"/>
                <a:cs typeface="Times New Roman" pitchFamily="18" charset="0"/>
              </a:rPr>
              <a:t>() function returns zero because it is necessary to have a</a:t>
            </a:r>
            <a:r>
              <a:rPr lang="en-US" altLang="en-US" sz="1400">
                <a:solidFill>
                  <a:srgbClr val="000000"/>
                </a:solidFill>
                <a:cs typeface="Times New Roman" pitchFamily="18" charset="0"/>
              </a:rPr>
              <a:t> </a:t>
            </a:r>
            <a:r>
              <a:rPr lang="en-US" altLang="en-US" sz="1400" b="1">
                <a:solidFill>
                  <a:srgbClr val="000000"/>
                </a:solidFill>
                <a:latin typeface="Calibri" pitchFamily="34" charset="0"/>
                <a:cs typeface="Times New Roman" pitchFamily="18" charset="0"/>
              </a:rPr>
              <a:t>return</a:t>
            </a:r>
            <a:r>
              <a:rPr lang="en-US" altLang="en-US" sz="1400">
                <a:solidFill>
                  <a:srgbClr val="000000"/>
                </a:solidFill>
                <a:cs typeface="Times New Roman" pitchFamily="18" charset="0"/>
              </a:rPr>
              <a:t> </a:t>
            </a:r>
            <a:r>
              <a:rPr lang="en-US" altLang="en-US" sz="1400">
                <a:solidFill>
                  <a:srgbClr val="000000"/>
                </a:solidFill>
                <a:latin typeface="Calibri" pitchFamily="34" charset="0"/>
                <a:cs typeface="Times New Roman" pitchFamily="18" charset="0"/>
              </a:rPr>
              <a:t>value here because main has been given the return type int.</a:t>
            </a:r>
            <a:endParaRPr lang="en-US" altLang="en-US"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Placeholder 2"/>
          <p:cNvSpPr>
            <a:spLocks noGrp="1"/>
          </p:cNvSpPr>
          <p:nvPr>
            <p:ph type="title"/>
          </p:nvPr>
        </p:nvSpPr>
        <p:spPr>
          <a:xfrm>
            <a:off x="3448050" y="534988"/>
            <a:ext cx="4676775" cy="1077912"/>
          </a:xfrm>
          <a:solidFill>
            <a:srgbClr val="C00000"/>
          </a:solidFill>
          <a:ln>
            <a:miter lim="800000"/>
            <a:headEnd/>
            <a:tailEnd/>
          </a:ln>
          <a:effectLst>
            <a:softEdge rad="63500"/>
          </a:effectLst>
        </p:spPr>
        <p:txBody>
          <a:bodyPr rtlCol="0">
            <a:normAutofit/>
          </a:bodyPr>
          <a:lstStyle/>
          <a:p>
            <a:pPr eaLnBrk="1" fontAlgn="auto" hangingPunct="1">
              <a:spcAft>
                <a:spcPts val="0"/>
              </a:spcAft>
              <a:defRPr/>
            </a:pPr>
            <a:r>
              <a:rPr lang="en-IN" dirty="0">
                <a:solidFill>
                  <a:schemeClr val="bg1"/>
                </a:solidFill>
                <a:latin typeface="Times New Roman" pitchFamily="18" charset="0"/>
                <a:cs typeface="Times New Roman" pitchFamily="18" charset="0"/>
              </a:rPr>
              <a:t>Summary</a:t>
            </a:r>
            <a:endParaRPr lang="en-US" dirty="0">
              <a:solidFill>
                <a:schemeClr val="bg1"/>
              </a:solidFill>
              <a:latin typeface="Times New Roman" pitchFamily="18" charset="0"/>
              <a:cs typeface="Times New Roman" pitchFamily="18" charset="0"/>
            </a:endParaRPr>
          </a:p>
        </p:txBody>
      </p:sp>
      <p:sp>
        <p:nvSpPr>
          <p:cNvPr id="49155" name="Slide Number Placeholder 3"/>
          <p:cNvSpPr>
            <a:spLocks noGrp="1" noChangeArrowheads="1"/>
          </p:cNvSpPr>
          <p:nvPr>
            <p:ph type="sldNum" sz="quarter" idx="1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D314B713-1E8F-4F84-845E-C5B243B24279}" type="slidenum">
              <a:rPr lang="en-US" altLang="en-US">
                <a:solidFill>
                  <a:srgbClr val="898989"/>
                </a:solidFill>
                <a:latin typeface="Calibri" pitchFamily="34" charset="0"/>
              </a:rPr>
              <a:pPr/>
              <a:t>15</a:t>
            </a:fld>
            <a:endParaRPr lang="en-US" altLang="en-US">
              <a:solidFill>
                <a:srgbClr val="898989"/>
              </a:solidFill>
              <a:latin typeface="Calibri" pitchFamily="34" charset="0"/>
            </a:endParaRPr>
          </a:p>
        </p:txBody>
      </p:sp>
      <p:grpSp>
        <p:nvGrpSpPr>
          <p:cNvPr id="49156" name="Content Placeholder 4"/>
          <p:cNvGrpSpPr>
            <a:grpSpLocks noGrp="1"/>
          </p:cNvGrpSpPr>
          <p:nvPr/>
        </p:nvGrpSpPr>
        <p:grpSpPr bwMode="auto">
          <a:xfrm>
            <a:off x="627063" y="1730375"/>
            <a:ext cx="10515600" cy="3549650"/>
            <a:chOff x="690260" y="2018787"/>
            <a:chExt cx="10910856" cy="3787336"/>
          </a:xfrm>
        </p:grpSpPr>
        <p:sp>
          <p:nvSpPr>
            <p:cNvPr id="6" name="Rectangle 5"/>
            <p:cNvSpPr/>
            <p:nvPr/>
          </p:nvSpPr>
          <p:spPr>
            <a:xfrm>
              <a:off x="695201" y="3966657"/>
              <a:ext cx="3276222" cy="762210"/>
            </a:xfrm>
            <a:prstGeom prst="rect">
              <a:avLst/>
            </a:prstGeom>
            <a:solidFill>
              <a:schemeClr val="accent1">
                <a:lumMod val="60000"/>
                <a:lumOff val="40000"/>
              </a:schemeClr>
            </a:solidFill>
            <a:ln>
              <a:solidFill>
                <a:srgbClr val="34343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000" dirty="0" err="1">
                  <a:solidFill>
                    <a:schemeClr val="tx1"/>
                  </a:solidFill>
                </a:rPr>
                <a:t>Goto</a:t>
              </a:r>
              <a:endParaRPr lang="en-US" sz="2000" dirty="0">
                <a:solidFill>
                  <a:schemeClr val="tx1"/>
                </a:solidFill>
              </a:endParaRPr>
            </a:p>
          </p:txBody>
        </p:sp>
        <p:sp>
          <p:nvSpPr>
            <p:cNvPr id="7" name="Rectangle 6"/>
            <p:cNvSpPr/>
            <p:nvPr/>
          </p:nvSpPr>
          <p:spPr>
            <a:xfrm>
              <a:off x="690260" y="2039113"/>
              <a:ext cx="3276221" cy="76221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000" i="1" dirty="0">
                  <a:solidFill>
                    <a:schemeClr val="tx1"/>
                  </a:solidFill>
                  <a:latin typeface="Georgia" panose="02040502050405020303" pitchFamily="18" charset="0"/>
                </a:rPr>
                <a:t>break</a:t>
              </a:r>
            </a:p>
          </p:txBody>
        </p:sp>
        <p:sp>
          <p:nvSpPr>
            <p:cNvPr id="8" name="Rectangle 7"/>
            <p:cNvSpPr/>
            <p:nvPr/>
          </p:nvSpPr>
          <p:spPr>
            <a:xfrm>
              <a:off x="690260" y="3040149"/>
              <a:ext cx="3276221" cy="762210"/>
            </a:xfrm>
            <a:prstGeom prst="rect">
              <a:avLst/>
            </a:prstGeom>
            <a:solidFill>
              <a:schemeClr val="accent6">
                <a:lumMod val="50000"/>
              </a:schemeClr>
            </a:solidFill>
            <a:ln>
              <a:solidFill>
                <a:srgbClr val="67843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000" i="1" dirty="0">
                  <a:solidFill>
                    <a:schemeClr val="bg1"/>
                  </a:solidFill>
                  <a:latin typeface="Georgia" panose="02040502050405020303" pitchFamily="18" charset="0"/>
                </a:rPr>
                <a:t>continue</a:t>
              </a:r>
            </a:p>
          </p:txBody>
        </p:sp>
        <p:sp>
          <p:nvSpPr>
            <p:cNvPr id="9" name="Rectangle 8"/>
            <p:cNvSpPr/>
            <p:nvPr/>
          </p:nvSpPr>
          <p:spPr>
            <a:xfrm>
              <a:off x="690260" y="4967693"/>
              <a:ext cx="3276221" cy="762210"/>
            </a:xfrm>
            <a:prstGeom prst="rect">
              <a:avLst/>
            </a:prstGeom>
            <a:solidFill>
              <a:srgbClr val="002060"/>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000" i="1" dirty="0">
                  <a:solidFill>
                    <a:schemeClr val="bg1"/>
                  </a:solidFill>
                  <a:latin typeface="Georgia" panose="02040502050405020303" pitchFamily="18" charset="0"/>
                </a:rPr>
                <a:t>return</a:t>
              </a:r>
            </a:p>
          </p:txBody>
        </p:sp>
        <p:sp>
          <p:nvSpPr>
            <p:cNvPr id="10" name="Rectangle 9"/>
            <p:cNvSpPr/>
            <p:nvPr/>
          </p:nvSpPr>
          <p:spPr>
            <a:xfrm>
              <a:off x="3958246" y="3956494"/>
              <a:ext cx="7628045" cy="565729"/>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endParaRPr lang="en-US" dirty="0">
                <a:solidFill>
                  <a:schemeClr val="tx1"/>
                </a:solidFill>
                <a:latin typeface="+mj-lt"/>
              </a:endParaRPr>
            </a:p>
          </p:txBody>
        </p:sp>
        <p:sp>
          <p:nvSpPr>
            <p:cNvPr id="11" name="Rectangle 10"/>
            <p:cNvSpPr/>
            <p:nvPr/>
          </p:nvSpPr>
          <p:spPr>
            <a:xfrm>
              <a:off x="3966481" y="2018787"/>
              <a:ext cx="7619810" cy="76221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endParaRPr lang="en-US" dirty="0">
                <a:solidFill>
                  <a:schemeClr val="tx1"/>
                </a:solidFill>
                <a:latin typeface="+mj-lt"/>
              </a:endParaRPr>
            </a:p>
          </p:txBody>
        </p:sp>
        <p:sp>
          <p:nvSpPr>
            <p:cNvPr id="12" name="Rectangle 11"/>
            <p:cNvSpPr/>
            <p:nvPr/>
          </p:nvSpPr>
          <p:spPr>
            <a:xfrm>
              <a:off x="3966481" y="3029986"/>
              <a:ext cx="7619810" cy="762210"/>
            </a:xfrm>
            <a:prstGeom prst="rect">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endParaRPr lang="en-US" dirty="0">
                <a:solidFill>
                  <a:schemeClr val="tx1"/>
                </a:solidFill>
                <a:latin typeface="+mj-lt"/>
              </a:endParaRPr>
            </a:p>
          </p:txBody>
        </p:sp>
        <p:sp>
          <p:nvSpPr>
            <p:cNvPr id="13" name="Rectangle 12"/>
            <p:cNvSpPr/>
            <p:nvPr/>
          </p:nvSpPr>
          <p:spPr>
            <a:xfrm>
              <a:off x="3966481" y="4967693"/>
              <a:ext cx="7619810" cy="762210"/>
            </a:xfrm>
            <a:prstGeom prst="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endParaRPr lang="en-US" dirty="0">
                <a:solidFill>
                  <a:schemeClr val="tx1"/>
                </a:solidFill>
                <a:latin typeface="+mj-lt"/>
              </a:endParaRPr>
            </a:p>
          </p:txBody>
        </p:sp>
        <p:sp>
          <p:nvSpPr>
            <p:cNvPr id="49167" name="TextBox 15"/>
            <p:cNvSpPr txBox="1">
              <a:spLocks noChangeArrowheads="1"/>
            </p:cNvSpPr>
            <p:nvPr/>
          </p:nvSpPr>
          <p:spPr bwMode="auto">
            <a:xfrm>
              <a:off x="4053852" y="2065627"/>
              <a:ext cx="7391400" cy="426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eaLnBrk="1" hangingPunct="1"/>
              <a:endParaRPr lang="en-US" altLang="en-US" sz="2000">
                <a:latin typeface="Calibri" pitchFamily="34" charset="0"/>
              </a:endParaRPr>
            </a:p>
          </p:txBody>
        </p:sp>
        <p:sp>
          <p:nvSpPr>
            <p:cNvPr id="50194" name="TextBox 16"/>
            <p:cNvSpPr txBox="1">
              <a:spLocks noChangeArrowheads="1"/>
            </p:cNvSpPr>
            <p:nvPr/>
          </p:nvSpPr>
          <p:spPr bwMode="auto">
            <a:xfrm>
              <a:off x="4053782" y="3062168"/>
              <a:ext cx="7547334" cy="755435"/>
            </a:xfrm>
            <a:prstGeom prst="rect">
              <a:avLst/>
            </a:prstGeom>
            <a:noFill/>
            <a:ln w="9525">
              <a:noFill/>
              <a:miter lim="800000"/>
              <a:headEnd/>
              <a:tailEnd/>
            </a:ln>
          </p:spPr>
          <p:txBody>
            <a:bodyPr>
              <a:spAutoFit/>
            </a:bodyPr>
            <a:lstStyle/>
            <a:p>
              <a:pPr eaLnBrk="1" hangingPunct="1">
                <a:defRPr/>
              </a:pPr>
              <a:r>
                <a:rPr lang="en-US" sz="2000" dirty="0">
                  <a:latin typeface="+mn-lt"/>
                  <a:ea typeface="+mn-ea"/>
                  <a:cs typeface="Arial" panose="020B0604020202020204" pitchFamily="34" charset="0"/>
                </a:rPr>
                <a:t>It is used to skip over the execution part of the loop on a certain condition. </a:t>
              </a:r>
            </a:p>
          </p:txBody>
        </p:sp>
        <p:sp>
          <p:nvSpPr>
            <p:cNvPr id="49169" name="TextBox 17"/>
            <p:cNvSpPr txBox="1">
              <a:spLocks noChangeArrowheads="1"/>
            </p:cNvSpPr>
            <p:nvPr/>
          </p:nvSpPr>
          <p:spPr bwMode="auto">
            <a:xfrm>
              <a:off x="4053852" y="4039748"/>
              <a:ext cx="7330451" cy="426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eaLnBrk="1" hangingPunct="1"/>
              <a:endParaRPr lang="en-US" altLang="en-US" sz="2000">
                <a:latin typeface="Calibri" pitchFamily="34" charset="0"/>
              </a:endParaRPr>
            </a:p>
          </p:txBody>
        </p:sp>
        <p:sp>
          <p:nvSpPr>
            <p:cNvPr id="19" name="TextBox 18"/>
            <p:cNvSpPr txBox="1"/>
            <p:nvPr/>
          </p:nvSpPr>
          <p:spPr>
            <a:xfrm>
              <a:off x="4053782" y="5116747"/>
              <a:ext cx="7390853" cy="689376"/>
            </a:xfrm>
            <a:prstGeom prst="rect">
              <a:avLst/>
            </a:prstGeom>
            <a:noFill/>
          </p:spPr>
          <p:txBody>
            <a:bodyPr>
              <a:spAutoFit/>
            </a:bodyPr>
            <a:lstStyle/>
            <a:p>
              <a:pPr marL="0" lvl="1" defTabSz="444482" eaLnBrk="1" fontAlgn="auto" hangingPunct="1">
                <a:lnSpc>
                  <a:spcPct val="90000"/>
                </a:lnSpc>
                <a:spcAft>
                  <a:spcPct val="15000"/>
                </a:spcAft>
                <a:buClr>
                  <a:schemeClr val="accent6"/>
                </a:buClr>
                <a:buSzPct val="120000"/>
                <a:defRPr/>
              </a:pPr>
              <a:r>
                <a:rPr lang="en-US" sz="2000" dirty="0">
                  <a:latin typeface="+mn-lt"/>
                  <a:ea typeface="+mn-ea"/>
                  <a:cs typeface="Arial" panose="020B0604020202020204" pitchFamily="34" charset="0"/>
                </a:rPr>
                <a:t>It terminates the execution of the method and returns the control to the calling method</a:t>
              </a:r>
              <a:r>
                <a:rPr lang="en-US" sz="2000" dirty="0">
                  <a:ea typeface="+mn-ea"/>
                  <a:cs typeface="Arial" panose="020B0604020202020204" pitchFamily="34" charset="0"/>
                </a:rPr>
                <a:t>.</a:t>
              </a:r>
              <a:endParaRPr lang="en-GB" sz="2000" kern="0" dirty="0">
                <a:latin typeface="+mn-lt"/>
                <a:ea typeface="+mn-ea"/>
                <a:cs typeface="+mn-cs"/>
              </a:endParaRPr>
            </a:p>
          </p:txBody>
        </p:sp>
      </p:grpSp>
      <p:sp>
        <p:nvSpPr>
          <p:cNvPr id="50183" name="Rectangle 19"/>
          <p:cNvSpPr>
            <a:spLocks noChangeArrowheads="1"/>
          </p:cNvSpPr>
          <p:nvPr/>
        </p:nvSpPr>
        <p:spPr bwMode="auto">
          <a:xfrm>
            <a:off x="3962400" y="1766888"/>
            <a:ext cx="6096000" cy="400050"/>
          </a:xfrm>
          <a:prstGeom prst="rect">
            <a:avLst/>
          </a:prstGeom>
          <a:noFill/>
          <a:ln w="9525">
            <a:noFill/>
            <a:miter lim="800000"/>
            <a:headEnd/>
            <a:tailEnd/>
          </a:ln>
        </p:spPr>
        <p:txBody>
          <a:bodyPr>
            <a:spAutoFit/>
          </a:bodyPr>
          <a:lstStyle/>
          <a:p>
            <a:pPr eaLnBrk="1" hangingPunct="1">
              <a:defRPr/>
            </a:pPr>
            <a:r>
              <a:rPr lang="en-US" sz="2000" dirty="0">
                <a:latin typeface="+mn-lt"/>
                <a:ea typeface="+mn-ea"/>
                <a:cs typeface="Arial" panose="020B0604020202020204" pitchFamily="34" charset="0"/>
              </a:rPr>
              <a:t>It terminate the loop or statement in which it present.</a:t>
            </a:r>
            <a:r>
              <a:rPr lang="en-US" sz="2000" dirty="0">
                <a:ea typeface="+mn-ea"/>
                <a:cs typeface="Arial" panose="020B0604020202020204" pitchFamily="34" charset="0"/>
              </a:rPr>
              <a:t> </a:t>
            </a:r>
          </a:p>
        </p:txBody>
      </p:sp>
      <p:sp>
        <p:nvSpPr>
          <p:cNvPr id="50184" name="Rectangle 23"/>
          <p:cNvSpPr>
            <a:spLocks noChangeArrowheads="1"/>
          </p:cNvSpPr>
          <p:nvPr/>
        </p:nvSpPr>
        <p:spPr bwMode="auto">
          <a:xfrm>
            <a:off x="3941763" y="3513138"/>
            <a:ext cx="7324725" cy="369887"/>
          </a:xfrm>
          <a:prstGeom prst="rect">
            <a:avLst/>
          </a:prstGeom>
          <a:noFill/>
          <a:ln w="9525">
            <a:noFill/>
            <a:miter lim="800000"/>
            <a:headEnd/>
            <a:tailEnd/>
          </a:ln>
        </p:spPr>
        <p:txBody>
          <a:bodyPr>
            <a:spAutoFit/>
          </a:bodyPr>
          <a:lstStyle/>
          <a:p>
            <a:pPr eaLnBrk="1" hangingPunct="1">
              <a:defRPr/>
            </a:pPr>
            <a:r>
              <a:rPr lang="en-US" dirty="0">
                <a:latin typeface="+mn-lt"/>
                <a:ea typeface="+mn-ea"/>
                <a:cs typeface="Arial" panose="020B0604020202020204" pitchFamily="34" charset="0"/>
              </a:rPr>
              <a:t>It transfer control to the labeled statement in the program.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2"/>
          <p:cNvSpPr>
            <a:spLocks noGrp="1" noChangeArrowheads="1"/>
          </p:cNvSpPr>
          <p:nvPr>
            <p:ph idx="1"/>
          </p:nvPr>
        </p:nvSpPr>
        <p:spPr bwMode="auto">
          <a:xfrm>
            <a:off x="869950" y="641350"/>
            <a:ext cx="10515600" cy="65262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Font typeface="Arial" pitchFamily="34" charset="0"/>
              <a:buNone/>
            </a:pPr>
            <a:r>
              <a:rPr lang="en-US" altLang="en-US" sz="1200" b="1" smtClean="0"/>
              <a:t>    Q1 Write a program in C to display the sum of the numbers enter by a user and stop taking input when user enter zero.</a:t>
            </a:r>
          </a:p>
          <a:p>
            <a:pPr>
              <a:buFont typeface="Arial" pitchFamily="34" charset="0"/>
              <a:buNone/>
            </a:pPr>
            <a:r>
              <a:rPr lang="en-US" altLang="en-US" sz="1200" smtClean="0"/>
              <a:t>     #include&lt;stdio.h&gt; </a:t>
            </a:r>
          </a:p>
          <a:p>
            <a:pPr>
              <a:buFont typeface="Arial" pitchFamily="34" charset="0"/>
              <a:buNone/>
            </a:pPr>
            <a:r>
              <a:rPr lang="en-US" altLang="en-US" sz="1200" smtClean="0"/>
              <a:t>     void main()</a:t>
            </a:r>
          </a:p>
          <a:p>
            <a:pPr>
              <a:buFont typeface="Arial" pitchFamily="34" charset="0"/>
              <a:buNone/>
            </a:pPr>
            <a:r>
              <a:rPr lang="en-US" altLang="en-US" sz="1200" smtClean="0"/>
              <a:t>{</a:t>
            </a:r>
          </a:p>
          <a:p>
            <a:pPr>
              <a:buFont typeface="Arial" pitchFamily="34" charset="0"/>
              <a:buNone/>
            </a:pPr>
            <a:r>
              <a:rPr lang="en-US" altLang="en-US" sz="1200" smtClean="0"/>
              <a:t>     int num, sum=0, i,n;</a:t>
            </a:r>
          </a:p>
          <a:p>
            <a:pPr>
              <a:buFont typeface="Arial" pitchFamily="34" charset="0"/>
              <a:buNone/>
            </a:pPr>
            <a:r>
              <a:rPr lang="en-US" altLang="en-US" sz="1200" smtClean="0"/>
              <a:t>    printf("Enter Number of inputs\n");  </a:t>
            </a:r>
          </a:p>
          <a:p>
            <a:pPr>
              <a:buFont typeface="Arial" pitchFamily="34" charset="0"/>
              <a:buNone/>
            </a:pPr>
            <a:r>
              <a:rPr lang="en-US" altLang="en-US" sz="1200" smtClean="0"/>
              <a:t>    scanf("%d",&amp;n);  </a:t>
            </a:r>
          </a:p>
          <a:p>
            <a:pPr>
              <a:buFont typeface="Arial" pitchFamily="34" charset="0"/>
              <a:buNone/>
            </a:pPr>
            <a:r>
              <a:rPr lang="en-US" altLang="en-US" sz="1200" smtClean="0"/>
              <a:t>    for(i=1;i&lt;=n;++i)</a:t>
            </a:r>
          </a:p>
          <a:p>
            <a:pPr>
              <a:buFont typeface="Arial" pitchFamily="34" charset="0"/>
              <a:buNone/>
            </a:pPr>
            <a:r>
              <a:rPr lang="en-US" altLang="en-US" sz="1200" smtClean="0"/>
              <a:t>  {    </a:t>
            </a:r>
          </a:p>
          <a:p>
            <a:pPr>
              <a:buFont typeface="Arial" pitchFamily="34" charset="0"/>
              <a:buNone/>
            </a:pPr>
            <a:r>
              <a:rPr lang="en-US" altLang="en-US" sz="1200" smtClean="0"/>
              <a:t>   printf("Enter num%d: ",i);  </a:t>
            </a:r>
          </a:p>
          <a:p>
            <a:pPr>
              <a:buFont typeface="Arial" pitchFamily="34" charset="0"/>
              <a:buNone/>
            </a:pPr>
            <a:r>
              <a:rPr lang="en-US" altLang="en-US" sz="1200" smtClean="0"/>
              <a:t>   scanf("%d",&amp;num);     </a:t>
            </a:r>
          </a:p>
          <a:p>
            <a:pPr>
              <a:buFont typeface="Arial" pitchFamily="34" charset="0"/>
              <a:buNone/>
            </a:pPr>
            <a:r>
              <a:rPr lang="en-US" altLang="en-US" sz="1200" smtClean="0"/>
              <a:t>   if(num==0) </a:t>
            </a:r>
          </a:p>
          <a:p>
            <a:pPr>
              <a:buFont typeface="Arial" pitchFamily="34" charset="0"/>
              <a:buNone/>
            </a:pPr>
            <a:r>
              <a:rPr lang="en-US" altLang="en-US" sz="1200" smtClean="0"/>
              <a:t>    { </a:t>
            </a:r>
          </a:p>
          <a:p>
            <a:pPr>
              <a:buFont typeface="Arial" pitchFamily="34" charset="0"/>
              <a:buNone/>
            </a:pPr>
            <a:r>
              <a:rPr lang="en-US" altLang="en-US" sz="1200" smtClean="0"/>
              <a:t>      break;      /*this breaks loop if num == 0 */  </a:t>
            </a:r>
          </a:p>
          <a:p>
            <a:pPr>
              <a:buFont typeface="Arial" pitchFamily="34" charset="0"/>
              <a:buNone/>
            </a:pPr>
            <a:r>
              <a:rPr lang="en-US" altLang="en-US" sz="1200" smtClean="0"/>
              <a:t>      printf("Loop Breaked\n");        </a:t>
            </a:r>
          </a:p>
          <a:p>
            <a:pPr>
              <a:buFont typeface="Arial" pitchFamily="34" charset="0"/>
              <a:buNone/>
            </a:pPr>
            <a:r>
              <a:rPr lang="en-US" altLang="en-US" sz="1200" smtClean="0"/>
              <a:t>    } </a:t>
            </a:r>
          </a:p>
          <a:p>
            <a:pPr>
              <a:buFont typeface="Arial" pitchFamily="34" charset="0"/>
              <a:buNone/>
            </a:pPr>
            <a:r>
              <a:rPr lang="en-US" altLang="en-US" sz="1200" smtClean="0"/>
              <a:t>          sum=sum+num;   </a:t>
            </a:r>
          </a:p>
          <a:p>
            <a:pPr>
              <a:buFont typeface="Arial" pitchFamily="34" charset="0"/>
              <a:buNone/>
            </a:pPr>
            <a:r>
              <a:rPr lang="en-US" altLang="en-US" sz="1200" smtClean="0"/>
              <a:t>   }       </a:t>
            </a:r>
          </a:p>
          <a:p>
            <a:pPr>
              <a:buFont typeface="Arial" pitchFamily="34" charset="0"/>
              <a:buNone/>
            </a:pPr>
            <a:r>
              <a:rPr lang="en-US" altLang="en-US" sz="1200" smtClean="0"/>
              <a:t>printf("Total is %d",sum);   </a:t>
            </a:r>
          </a:p>
          <a:p>
            <a:pPr>
              <a:buFont typeface="Arial" pitchFamily="34" charset="0"/>
              <a:buNone/>
            </a:pPr>
            <a:r>
              <a:rPr lang="en-US" altLang="en-US" sz="1200" smtClean="0"/>
              <a:t>  getch();}</a:t>
            </a:r>
          </a:p>
          <a:p>
            <a:pPr>
              <a:buFont typeface="Arial" pitchFamily="34" charset="0"/>
              <a:buNone/>
            </a:pPr>
            <a:r>
              <a:rPr lang="en-US" altLang="en-US" sz="1200" smtClean="0"/>
              <a:t>       </a:t>
            </a:r>
            <a:endParaRPr lang="en-US" altLang="en-US" sz="1200" b="1" smtClean="0"/>
          </a:p>
        </p:txBody>
      </p:sp>
      <p:sp>
        <p:nvSpPr>
          <p:cNvPr id="50179" name="Slide Number Placeholder 3"/>
          <p:cNvSpPr>
            <a:spLocks noGrp="1" noChangeArrowheads="1"/>
          </p:cNvSpPr>
          <p:nvPr>
            <p:ph type="sldNum" sz="quarter" idx="1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D6D1FF6A-4262-4608-9AD0-DB8C187B96B4}" type="slidenum">
              <a:rPr lang="en-US" altLang="en-US">
                <a:solidFill>
                  <a:srgbClr val="898989"/>
                </a:solidFill>
                <a:latin typeface="Calibri" pitchFamily="34" charset="0"/>
              </a:rPr>
              <a:pPr/>
              <a:t>16</a:t>
            </a:fld>
            <a:endParaRPr lang="en-US" altLang="en-US">
              <a:solidFill>
                <a:srgbClr val="898989"/>
              </a:solidFill>
              <a:latin typeface="Calibri" pitchFamily="34" charset="0"/>
            </a:endParaRPr>
          </a:p>
        </p:txBody>
      </p:sp>
      <p:sp>
        <p:nvSpPr>
          <p:cNvPr id="5" name="Text Placeholder 2"/>
          <p:cNvSpPr txBox="1">
            <a:spLocks/>
          </p:cNvSpPr>
          <p:nvPr/>
        </p:nvSpPr>
        <p:spPr bwMode="auto">
          <a:xfrm>
            <a:off x="3490635" y="0"/>
            <a:ext cx="4676503" cy="652092"/>
          </a:xfrm>
          <a:prstGeom prst="rect">
            <a:avLst/>
          </a:prstGeom>
          <a:solidFill>
            <a:srgbClr val="C00000"/>
          </a:solidFill>
          <a:ln w="9525">
            <a:noFill/>
            <a:miter lim="800000"/>
            <a:headEnd/>
            <a:tailEnd/>
          </a:ln>
          <a:effectLst>
            <a:softEdge rad="63500"/>
          </a:effectLst>
        </p:spPr>
        <p:txBody>
          <a:bodyPr anchor="ctr">
            <a:normAutofit lnSpcReduction="10000"/>
          </a:bodyPr>
          <a:lstStyle/>
          <a:p>
            <a:pPr algn="ctr" eaLnBrk="1" fontAlgn="auto" hangingPunct="1">
              <a:lnSpc>
                <a:spcPct val="90000"/>
              </a:lnSpc>
              <a:spcAft>
                <a:spcPts val="0"/>
              </a:spcAft>
              <a:defRPr/>
            </a:pPr>
            <a:r>
              <a:rPr lang="en-US" sz="4400" dirty="0">
                <a:solidFill>
                  <a:schemeClr val="bg1"/>
                </a:solidFill>
                <a:latin typeface="Times New Roman" pitchFamily="18" charset="0"/>
                <a:ea typeface="+mj-ea"/>
                <a:cs typeface="Times New Roman" pitchFamily="18" charset="0"/>
              </a:rPr>
              <a:t>FAQ</a:t>
            </a:r>
          </a:p>
        </p:txBody>
      </p:sp>
      <p:pic>
        <p:nvPicPr>
          <p:cNvPr id="50183"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1263" y="1925638"/>
            <a:ext cx="4086225" cy="294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p:cNvSpPr txBox="1">
            <a:spLocks noGrp="1"/>
          </p:cNvSpPr>
          <p:nvPr>
            <p:ph type="title"/>
          </p:nvPr>
        </p:nvSpPr>
        <p:spPr>
          <a:xfrm>
            <a:off x="4467225" y="365125"/>
            <a:ext cx="4162425" cy="790575"/>
          </a:xfrm>
          <a:solidFill>
            <a:srgbClr val="C00000"/>
          </a:solidFill>
          <a:ln>
            <a:miter lim="800000"/>
            <a:headEnd/>
            <a:tailEnd/>
          </a:ln>
          <a:effectLst>
            <a:softEdge rad="63500"/>
          </a:effectLst>
        </p:spPr>
        <p:txBody>
          <a:bodyPr rtlCol="0">
            <a:normAutofit fontScale="90000"/>
          </a:bodyPr>
          <a:lstStyle/>
          <a:p>
            <a:pPr eaLnBrk="1" fontAlgn="auto" hangingPunct="1">
              <a:spcAft>
                <a:spcPts val="0"/>
              </a:spcAft>
              <a:defRPr/>
            </a:pPr>
            <a:r>
              <a:rPr lang="en-US" dirty="0">
                <a:solidFill>
                  <a:schemeClr val="bg1"/>
                </a:solidFill>
                <a:latin typeface="Times New Roman" pitchFamily="18" charset="0"/>
                <a:cs typeface="Times New Roman" pitchFamily="18" charset="0"/>
              </a:rPr>
              <a:t>FAQ</a:t>
            </a:r>
          </a:p>
        </p:txBody>
      </p:sp>
      <p:sp>
        <p:nvSpPr>
          <p:cNvPr id="51203" name="Content Placeholder 2"/>
          <p:cNvSpPr>
            <a:spLocks noGrp="1" noChangeArrowheads="1"/>
          </p:cNvSpPr>
          <p:nvPr>
            <p:ph idx="1"/>
          </p:nvPr>
        </p:nvSpPr>
        <p:spPr bwMode="auto">
          <a:xfrm>
            <a:off x="838200" y="1198563"/>
            <a:ext cx="10515600" cy="4978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sz="1800" b="1" smtClean="0"/>
              <a:t>Q2 Write a program to check if a number is even or not and print using the goto statement.</a:t>
            </a:r>
          </a:p>
          <a:p>
            <a:pPr lvl="1">
              <a:buFont typeface="Arial" pitchFamily="34" charset="0"/>
              <a:buNone/>
            </a:pPr>
            <a:r>
              <a:rPr lang="en-US" altLang="en-US" sz="1400" smtClean="0"/>
              <a:t>#include &lt;stdio.h&gt;</a:t>
            </a:r>
          </a:p>
          <a:p>
            <a:pPr lvl="1">
              <a:buFont typeface="Arial" pitchFamily="34" charset="0"/>
              <a:buNone/>
            </a:pPr>
            <a:r>
              <a:rPr lang="en-US" altLang="en-US" sz="1400" smtClean="0"/>
              <a:t>int main()</a:t>
            </a:r>
          </a:p>
          <a:p>
            <a:pPr lvl="1">
              <a:buFont typeface="Arial" pitchFamily="34" charset="0"/>
              <a:buNone/>
            </a:pPr>
            <a:r>
              <a:rPr lang="en-US" altLang="en-US" sz="1400" smtClean="0"/>
              <a:t>{</a:t>
            </a:r>
          </a:p>
          <a:p>
            <a:pPr lvl="1">
              <a:buFont typeface="Arial" pitchFamily="34" charset="0"/>
              <a:buNone/>
            </a:pPr>
            <a:r>
              <a:rPr lang="en-US" altLang="en-US" sz="1400" smtClean="0"/>
              <a:t>int num;</a:t>
            </a:r>
          </a:p>
          <a:p>
            <a:pPr lvl="1">
              <a:buFont typeface="Arial" pitchFamily="34" charset="0"/>
              <a:buNone/>
            </a:pPr>
            <a:r>
              <a:rPr lang="en-US" altLang="en-US" sz="1400" smtClean="0"/>
              <a:t>printf("Enter a number: ");</a:t>
            </a:r>
          </a:p>
          <a:p>
            <a:pPr lvl="1">
              <a:buFont typeface="Arial" pitchFamily="34" charset="0"/>
              <a:buNone/>
            </a:pPr>
            <a:r>
              <a:rPr lang="en-US" altLang="en-US" sz="1400" smtClean="0"/>
              <a:t> scanf("%d",&amp;num);</a:t>
            </a:r>
          </a:p>
          <a:p>
            <a:pPr lvl="1">
              <a:buFont typeface="Arial" pitchFamily="34" charset="0"/>
              <a:buNone/>
            </a:pPr>
            <a:r>
              <a:rPr lang="en-US" altLang="en-US" sz="1400" smtClean="0"/>
              <a:t>if (num % 2==0)</a:t>
            </a:r>
          </a:p>
          <a:p>
            <a:pPr lvl="1">
              <a:buFont typeface="Arial" pitchFamily="34" charset="0"/>
              <a:buNone/>
            </a:pPr>
            <a:r>
              <a:rPr lang="en-US" altLang="en-US" sz="1400" smtClean="0"/>
              <a:t>goto even;</a:t>
            </a:r>
          </a:p>
          <a:p>
            <a:pPr lvl="1">
              <a:buFont typeface="Arial" pitchFamily="34" charset="0"/>
              <a:buNone/>
            </a:pPr>
            <a:r>
              <a:rPr lang="en-US" altLang="en-US" sz="1400" smtClean="0"/>
              <a:t>else </a:t>
            </a:r>
          </a:p>
          <a:p>
            <a:pPr lvl="1">
              <a:buFont typeface="Arial" pitchFamily="34" charset="0"/>
              <a:buNone/>
            </a:pPr>
            <a:r>
              <a:rPr lang="en-US" altLang="en-US" sz="1400" smtClean="0"/>
              <a:t>goto odd;</a:t>
            </a:r>
          </a:p>
          <a:p>
            <a:pPr lvl="1">
              <a:buFont typeface="Arial" pitchFamily="34" charset="0"/>
              <a:buNone/>
            </a:pPr>
            <a:r>
              <a:rPr lang="en-US" altLang="en-US" sz="1400" smtClean="0"/>
              <a:t>even:</a:t>
            </a:r>
          </a:p>
          <a:p>
            <a:pPr lvl="1">
              <a:buFont typeface="Arial" pitchFamily="34" charset="0"/>
              <a:buNone/>
            </a:pPr>
            <a:r>
              <a:rPr lang="en-US" altLang="en-US" sz="1400" smtClean="0"/>
              <a:t>printf("even Number");</a:t>
            </a:r>
          </a:p>
          <a:p>
            <a:pPr lvl="1">
              <a:buFont typeface="Arial" pitchFamily="34" charset="0"/>
              <a:buNone/>
            </a:pPr>
            <a:r>
              <a:rPr lang="en-US" altLang="en-US" sz="1400" smtClean="0"/>
              <a:t>Odd:</a:t>
            </a:r>
          </a:p>
          <a:p>
            <a:pPr lvl="1">
              <a:buFont typeface="Arial" pitchFamily="34" charset="0"/>
              <a:buNone/>
            </a:pPr>
            <a:r>
              <a:rPr lang="en-US" altLang="en-US" sz="1400" smtClean="0"/>
              <a:t>printf("odd Number");</a:t>
            </a:r>
          </a:p>
          <a:p>
            <a:pPr lvl="1">
              <a:buFont typeface="Arial" pitchFamily="34" charset="0"/>
              <a:buNone/>
            </a:pPr>
            <a:r>
              <a:rPr lang="en-US" altLang="en-US" sz="1400" smtClean="0"/>
              <a:t>return 0;</a:t>
            </a:r>
          </a:p>
          <a:p>
            <a:pPr lvl="1">
              <a:buFont typeface="Arial" pitchFamily="34" charset="0"/>
              <a:buNone/>
            </a:pPr>
            <a:r>
              <a:rPr lang="en-US" altLang="en-US" sz="1400" smtClean="0"/>
              <a:t>}</a:t>
            </a:r>
          </a:p>
        </p:txBody>
      </p:sp>
      <p:sp>
        <p:nvSpPr>
          <p:cNvPr id="51204" name="Slide Number Placeholder 3"/>
          <p:cNvSpPr>
            <a:spLocks noGrp="1" noChangeArrowheads="1"/>
          </p:cNvSpPr>
          <p:nvPr>
            <p:ph type="sldNum" sz="quarter" idx="1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611E6382-7947-4B10-B866-0B132476FC54}" type="slidenum">
              <a:rPr lang="en-US" altLang="en-US">
                <a:solidFill>
                  <a:srgbClr val="898989"/>
                </a:solidFill>
                <a:latin typeface="Calibri" pitchFamily="34" charset="0"/>
              </a:rPr>
              <a:pPr/>
              <a:t>17</a:t>
            </a:fld>
            <a:endParaRPr lang="en-US" altLang="en-US">
              <a:solidFill>
                <a:srgbClr val="898989"/>
              </a:solidFill>
              <a:latin typeface="Calibri" pitchFamily="34" charset="0"/>
            </a:endParaRPr>
          </a:p>
        </p:txBody>
      </p:sp>
      <p:pic>
        <p:nvPicPr>
          <p:cNvPr id="51205"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0600" y="2211388"/>
            <a:ext cx="4676775"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noChangeArrowheads="1"/>
          </p:cNvSpPr>
          <p:nvPr>
            <p:ph type="title"/>
          </p:nvPr>
        </p:nvSpPr>
        <p:spPr bwMode="auto">
          <a:xfrm>
            <a:off x="838200" y="365125"/>
            <a:ext cx="10515600" cy="927100"/>
          </a:xfrm>
          <a:prstGeom prst="rect">
            <a:avLst/>
          </a:prstGeom>
          <a:solidFill>
            <a:srgbClr val="C00000"/>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3600" b="1" smtClean="0">
                <a:solidFill>
                  <a:schemeClr val="bg1"/>
                </a:solidFill>
              </a:rPr>
              <a:t>Assessment Questions</a:t>
            </a:r>
          </a:p>
        </p:txBody>
      </p:sp>
      <p:sp>
        <p:nvSpPr>
          <p:cNvPr id="52227" name="Slide Number Placeholder 3"/>
          <p:cNvSpPr>
            <a:spLocks noGrp="1" noChangeArrowheads="1"/>
          </p:cNvSpPr>
          <p:nvPr>
            <p:ph type="sldNum" sz="quarter" idx="1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3F80F47F-54B6-4A17-B1C7-2F6C2637A747}" type="slidenum">
              <a:rPr lang="en-US" altLang="en-US">
                <a:solidFill>
                  <a:srgbClr val="898989"/>
                </a:solidFill>
                <a:latin typeface="Calibri" pitchFamily="34" charset="0"/>
              </a:rPr>
              <a:pPr/>
              <a:t>18</a:t>
            </a:fld>
            <a:endParaRPr lang="en-US" altLang="en-US">
              <a:solidFill>
                <a:srgbClr val="898989"/>
              </a:solidFill>
              <a:latin typeface="Calibri" pitchFamily="34" charset="0"/>
            </a:endParaRPr>
          </a:p>
        </p:txBody>
      </p:sp>
      <p:graphicFrame>
        <p:nvGraphicFramePr>
          <p:cNvPr id="6" name="Table 5"/>
          <p:cNvGraphicFramePr>
            <a:graphicFrameLocks noGrp="1"/>
          </p:cNvGraphicFramePr>
          <p:nvPr/>
        </p:nvGraphicFramePr>
        <p:xfrm>
          <a:off x="2000250" y="1292225"/>
          <a:ext cx="8128000" cy="5761038"/>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2834796">
                <a:tc>
                  <a:txBody>
                    <a:bodyPr/>
                    <a:lstStyle/>
                    <a:p>
                      <a:r>
                        <a:rPr lang="en-US" sz="1800" dirty="0"/>
                        <a:t>1. </a:t>
                      </a:r>
                      <a:r>
                        <a:rPr lang="en-US" sz="1400" b="1" kern="1200" dirty="0">
                          <a:solidFill>
                            <a:schemeClr val="lt1"/>
                          </a:solidFill>
                          <a:latin typeface="+mn-lt"/>
                          <a:ea typeface="+mn-ea"/>
                          <a:cs typeface="+mn-cs"/>
                        </a:rPr>
                        <a:t>#include&lt;</a:t>
                      </a:r>
                      <a:r>
                        <a:rPr lang="en-US" sz="1400" b="1" kern="1200" dirty="0" err="1">
                          <a:solidFill>
                            <a:schemeClr val="lt1"/>
                          </a:solidFill>
                          <a:latin typeface="+mn-lt"/>
                          <a:ea typeface="+mn-ea"/>
                          <a:cs typeface="+mn-cs"/>
                        </a:rPr>
                        <a:t>stdio.h</a:t>
                      </a:r>
                      <a:r>
                        <a:rPr lang="en-US" sz="1400" b="1" kern="1200" dirty="0">
                          <a:solidFill>
                            <a:schemeClr val="lt1"/>
                          </a:solidFill>
                          <a:latin typeface="+mn-lt"/>
                          <a:ea typeface="+mn-ea"/>
                          <a:cs typeface="+mn-cs"/>
                        </a:rPr>
                        <a:t>&gt;</a:t>
                      </a:r>
                    </a:p>
                    <a:p>
                      <a:r>
                        <a:rPr lang="en-US" sz="1400" b="1" kern="1200" dirty="0" err="1">
                          <a:solidFill>
                            <a:schemeClr val="lt1"/>
                          </a:solidFill>
                          <a:latin typeface="+mn-lt"/>
                          <a:ea typeface="+mn-ea"/>
                          <a:cs typeface="+mn-cs"/>
                        </a:rPr>
                        <a:t>int</a:t>
                      </a:r>
                      <a:r>
                        <a:rPr lang="en-US" sz="1400" b="1" kern="1200" dirty="0">
                          <a:solidFill>
                            <a:schemeClr val="lt1"/>
                          </a:solidFill>
                          <a:latin typeface="+mn-lt"/>
                          <a:ea typeface="+mn-ea"/>
                          <a:cs typeface="+mn-cs"/>
                        </a:rPr>
                        <a:t> main()</a:t>
                      </a:r>
                    </a:p>
                    <a:p>
                      <a:r>
                        <a:rPr lang="en-US" sz="1400" b="1" kern="1200" dirty="0">
                          <a:solidFill>
                            <a:schemeClr val="lt1"/>
                          </a:solidFill>
                          <a:latin typeface="+mn-lt"/>
                          <a:ea typeface="+mn-ea"/>
                          <a:cs typeface="+mn-cs"/>
                        </a:rPr>
                        <a:t>{</a:t>
                      </a:r>
                    </a:p>
                    <a:p>
                      <a:r>
                        <a:rPr lang="en-US" sz="1400" b="1" kern="1200" dirty="0" err="1">
                          <a:solidFill>
                            <a:schemeClr val="lt1"/>
                          </a:solidFill>
                          <a:latin typeface="+mn-lt"/>
                          <a:ea typeface="+mn-ea"/>
                          <a:cs typeface="+mn-cs"/>
                        </a:rPr>
                        <a:t>int</a:t>
                      </a:r>
                      <a:r>
                        <a:rPr lang="en-US" sz="1400" b="1" kern="1200" dirty="0">
                          <a:solidFill>
                            <a:schemeClr val="lt1"/>
                          </a:solidFill>
                          <a:latin typeface="+mn-lt"/>
                          <a:ea typeface="+mn-ea"/>
                          <a:cs typeface="+mn-cs"/>
                        </a:rPr>
                        <a:t> x;</a:t>
                      </a:r>
                    </a:p>
                    <a:p>
                      <a:r>
                        <a:rPr lang="en-US" sz="1400" b="1" kern="1200" dirty="0">
                          <a:solidFill>
                            <a:schemeClr val="lt1"/>
                          </a:solidFill>
                          <a:latin typeface="+mn-lt"/>
                          <a:ea typeface="+mn-ea"/>
                          <a:cs typeface="+mn-cs"/>
                        </a:rPr>
                        <a:t>for(x=1;x&lt;=10;x++)</a:t>
                      </a:r>
                    </a:p>
                    <a:p>
                      <a:r>
                        <a:rPr lang="en-US" sz="1400" b="1" kern="1200" dirty="0">
                          <a:solidFill>
                            <a:schemeClr val="lt1"/>
                          </a:solidFill>
                          <a:latin typeface="+mn-lt"/>
                          <a:ea typeface="+mn-ea"/>
                          <a:cs typeface="+mn-cs"/>
                        </a:rPr>
                        <a:t>{</a:t>
                      </a:r>
                    </a:p>
                    <a:p>
                      <a:r>
                        <a:rPr lang="en-US" sz="1400" b="1" kern="1200" dirty="0">
                          <a:solidFill>
                            <a:schemeClr val="lt1"/>
                          </a:solidFill>
                          <a:latin typeface="+mn-lt"/>
                          <a:ea typeface="+mn-ea"/>
                          <a:cs typeface="+mn-cs"/>
                        </a:rPr>
                        <a:t>    if(x%2==1)  </a:t>
                      </a:r>
                    </a:p>
                    <a:p>
                      <a:r>
                        <a:rPr lang="en-US" sz="1400" b="1" kern="1200" dirty="0">
                          <a:solidFill>
                            <a:schemeClr val="lt1"/>
                          </a:solidFill>
                          <a:latin typeface="+mn-lt"/>
                          <a:ea typeface="+mn-ea"/>
                          <a:cs typeface="+mn-cs"/>
                        </a:rPr>
                        <a:t>    continue;</a:t>
                      </a:r>
                    </a:p>
                    <a:p>
                      <a:r>
                        <a:rPr lang="en-US" sz="1400" b="1" kern="1200" dirty="0">
                          <a:solidFill>
                            <a:schemeClr val="lt1"/>
                          </a:solidFill>
                          <a:latin typeface="+mn-lt"/>
                          <a:ea typeface="+mn-ea"/>
                          <a:cs typeface="+mn-cs"/>
                        </a:rPr>
                        <a:t>    </a:t>
                      </a:r>
                      <a:r>
                        <a:rPr lang="en-US" sz="1400" b="1" kern="1200" dirty="0" err="1">
                          <a:solidFill>
                            <a:schemeClr val="lt1"/>
                          </a:solidFill>
                          <a:latin typeface="+mn-lt"/>
                          <a:ea typeface="+mn-ea"/>
                          <a:cs typeface="+mn-cs"/>
                        </a:rPr>
                        <a:t>printf</a:t>
                      </a:r>
                      <a:r>
                        <a:rPr lang="en-US" sz="1400" b="1" kern="1200" dirty="0">
                          <a:solidFill>
                            <a:schemeClr val="lt1"/>
                          </a:solidFill>
                          <a:latin typeface="+mn-lt"/>
                          <a:ea typeface="+mn-ea"/>
                          <a:cs typeface="+mn-cs"/>
                        </a:rPr>
                        <a:t>("\</a:t>
                      </a:r>
                      <a:r>
                        <a:rPr lang="en-US" sz="1400" b="1" kern="1200" dirty="0" err="1">
                          <a:solidFill>
                            <a:schemeClr val="lt1"/>
                          </a:solidFill>
                          <a:latin typeface="+mn-lt"/>
                          <a:ea typeface="+mn-ea"/>
                          <a:cs typeface="+mn-cs"/>
                        </a:rPr>
                        <a:t>t%d",x</a:t>
                      </a:r>
                      <a:r>
                        <a:rPr lang="en-US" sz="1400" b="1" kern="1200" dirty="0">
                          <a:solidFill>
                            <a:schemeClr val="lt1"/>
                          </a:solidFill>
                          <a:latin typeface="+mn-lt"/>
                          <a:ea typeface="+mn-ea"/>
                          <a:cs typeface="+mn-cs"/>
                        </a:rPr>
                        <a:t>);</a:t>
                      </a:r>
                    </a:p>
                    <a:p>
                      <a:r>
                        <a:rPr lang="en-US" sz="1400" b="1" kern="1200" dirty="0">
                          <a:solidFill>
                            <a:schemeClr val="lt1"/>
                          </a:solidFill>
                          <a:latin typeface="+mn-lt"/>
                          <a:ea typeface="+mn-ea"/>
                          <a:cs typeface="+mn-cs"/>
                        </a:rPr>
                        <a:t>}</a:t>
                      </a:r>
                    </a:p>
                    <a:p>
                      <a:r>
                        <a:rPr lang="en-US" sz="1400" b="1" kern="1200" dirty="0">
                          <a:solidFill>
                            <a:schemeClr val="lt1"/>
                          </a:solidFill>
                          <a:latin typeface="+mn-lt"/>
                          <a:ea typeface="+mn-ea"/>
                          <a:cs typeface="+mn-cs"/>
                        </a:rPr>
                        <a:t>return 0;</a:t>
                      </a:r>
                    </a:p>
                    <a:p>
                      <a:r>
                        <a:rPr lang="en-US" sz="1400" b="1" kern="1200" dirty="0">
                          <a:solidFill>
                            <a:schemeClr val="lt1"/>
                          </a:solidFill>
                          <a:latin typeface="+mn-lt"/>
                          <a:ea typeface="+mn-ea"/>
                          <a:cs typeface="+mn-cs"/>
                        </a:rPr>
                        <a:t>}</a:t>
                      </a:r>
                      <a:endParaRPr lang="en-US" sz="1400" dirty="0"/>
                    </a:p>
                  </a:txBody>
                  <a:tcPr marT="45723" marB="45723"/>
                </a:tc>
                <a:tc>
                  <a:txBody>
                    <a:bodyPr/>
                    <a:lstStyle/>
                    <a:p>
                      <a:r>
                        <a:rPr lang="en-US" sz="1800" dirty="0"/>
                        <a:t>2.</a:t>
                      </a:r>
                      <a:r>
                        <a:rPr lang="en-US" sz="1800" b="1" kern="1200" dirty="0">
                          <a:solidFill>
                            <a:schemeClr val="lt1"/>
                          </a:solidFill>
                          <a:latin typeface="+mn-lt"/>
                          <a:ea typeface="+mn-ea"/>
                          <a:cs typeface="+mn-cs"/>
                        </a:rPr>
                        <a:t> #include&lt;</a:t>
                      </a:r>
                      <a:r>
                        <a:rPr lang="en-US" sz="1800" b="1" kern="1200" dirty="0" err="1">
                          <a:solidFill>
                            <a:schemeClr val="lt1"/>
                          </a:solidFill>
                          <a:latin typeface="+mn-lt"/>
                          <a:ea typeface="+mn-ea"/>
                          <a:cs typeface="+mn-cs"/>
                        </a:rPr>
                        <a:t>stdio.h</a:t>
                      </a:r>
                      <a:r>
                        <a:rPr lang="en-US" sz="1800" b="1" kern="1200" dirty="0">
                          <a:solidFill>
                            <a:schemeClr val="lt1"/>
                          </a:solidFill>
                          <a:latin typeface="+mn-lt"/>
                          <a:ea typeface="+mn-ea"/>
                          <a:cs typeface="+mn-cs"/>
                        </a:rPr>
                        <a:t>&gt;</a:t>
                      </a:r>
                    </a:p>
                    <a:p>
                      <a:r>
                        <a:rPr lang="en-US" sz="1800" b="1" kern="1200" dirty="0" err="1">
                          <a:solidFill>
                            <a:schemeClr val="lt1"/>
                          </a:solidFill>
                          <a:latin typeface="+mn-lt"/>
                          <a:ea typeface="+mn-ea"/>
                          <a:cs typeface="+mn-cs"/>
                        </a:rPr>
                        <a:t>int</a:t>
                      </a:r>
                      <a:r>
                        <a:rPr lang="en-US" sz="1800" b="1" kern="1200" dirty="0">
                          <a:solidFill>
                            <a:schemeClr val="lt1"/>
                          </a:solidFill>
                          <a:latin typeface="+mn-lt"/>
                          <a:ea typeface="+mn-ea"/>
                          <a:cs typeface="+mn-cs"/>
                        </a:rPr>
                        <a:t> main()</a:t>
                      </a:r>
                    </a:p>
                    <a:p>
                      <a:r>
                        <a:rPr lang="en-US" sz="1800" b="1" kern="1200" dirty="0">
                          <a:solidFill>
                            <a:schemeClr val="lt1"/>
                          </a:solidFill>
                          <a:latin typeface="+mn-lt"/>
                          <a:ea typeface="+mn-ea"/>
                          <a:cs typeface="+mn-cs"/>
                        </a:rPr>
                        <a:t>{</a:t>
                      </a:r>
                      <a:endParaRPr lang="en-US" sz="1400" b="1" kern="1200" dirty="0">
                        <a:solidFill>
                          <a:schemeClr val="lt1"/>
                        </a:solidFill>
                        <a:latin typeface="+mn-lt"/>
                        <a:ea typeface="+mn-ea"/>
                        <a:cs typeface="+mn-cs"/>
                      </a:endParaRPr>
                    </a:p>
                    <a:p>
                      <a:r>
                        <a:rPr lang="en-US" sz="1400" b="1" kern="1200" dirty="0" err="1">
                          <a:solidFill>
                            <a:schemeClr val="lt1"/>
                          </a:solidFill>
                          <a:latin typeface="+mn-lt"/>
                          <a:ea typeface="+mn-ea"/>
                          <a:cs typeface="+mn-cs"/>
                        </a:rPr>
                        <a:t>int</a:t>
                      </a:r>
                      <a:r>
                        <a:rPr lang="en-US" sz="1400" b="1" kern="1200" dirty="0">
                          <a:solidFill>
                            <a:schemeClr val="lt1"/>
                          </a:solidFill>
                          <a:latin typeface="+mn-lt"/>
                          <a:ea typeface="+mn-ea"/>
                          <a:cs typeface="+mn-cs"/>
                        </a:rPr>
                        <a:t> x=1;</a:t>
                      </a:r>
                    </a:p>
                    <a:p>
                      <a:r>
                        <a:rPr lang="en-US" sz="1400" b="1" kern="1200" dirty="0">
                          <a:solidFill>
                            <a:schemeClr val="lt1"/>
                          </a:solidFill>
                          <a:latin typeface="+mn-lt"/>
                          <a:ea typeface="+mn-ea"/>
                          <a:cs typeface="+mn-cs"/>
                        </a:rPr>
                        <a:t>for(;;)</a:t>
                      </a:r>
                    </a:p>
                    <a:p>
                      <a:r>
                        <a:rPr lang="en-US" sz="1400" b="1" kern="1200" dirty="0">
                          <a:solidFill>
                            <a:schemeClr val="lt1"/>
                          </a:solidFill>
                          <a:latin typeface="+mn-lt"/>
                          <a:ea typeface="+mn-ea"/>
                          <a:cs typeface="+mn-cs"/>
                        </a:rPr>
                        <a:t>{</a:t>
                      </a:r>
                    </a:p>
                    <a:p>
                      <a:r>
                        <a:rPr lang="en-US" sz="1400" b="1" kern="1200" dirty="0">
                          <a:solidFill>
                            <a:schemeClr val="lt1"/>
                          </a:solidFill>
                          <a:latin typeface="+mn-lt"/>
                          <a:ea typeface="+mn-ea"/>
                          <a:cs typeface="+mn-cs"/>
                        </a:rPr>
                        <a:t>   if(x&gt;5)</a:t>
                      </a:r>
                    </a:p>
                    <a:p>
                      <a:r>
                        <a:rPr lang="en-US" sz="1400" b="1" kern="1200" dirty="0">
                          <a:solidFill>
                            <a:schemeClr val="lt1"/>
                          </a:solidFill>
                          <a:latin typeface="+mn-lt"/>
                          <a:ea typeface="+mn-ea"/>
                          <a:cs typeface="+mn-cs"/>
                        </a:rPr>
                        <a:t>      break;</a:t>
                      </a:r>
                    </a:p>
                    <a:p>
                      <a:r>
                        <a:rPr lang="en-US" sz="1400" b="1" kern="1200" dirty="0">
                          <a:solidFill>
                            <a:schemeClr val="lt1"/>
                          </a:solidFill>
                          <a:latin typeface="+mn-lt"/>
                          <a:ea typeface="+mn-ea"/>
                          <a:cs typeface="+mn-cs"/>
                        </a:rPr>
                        <a:t>   </a:t>
                      </a:r>
                      <a:r>
                        <a:rPr lang="en-US" sz="1400" b="1" kern="1200" dirty="0" err="1">
                          <a:solidFill>
                            <a:schemeClr val="lt1"/>
                          </a:solidFill>
                          <a:latin typeface="+mn-lt"/>
                          <a:ea typeface="+mn-ea"/>
                          <a:cs typeface="+mn-cs"/>
                        </a:rPr>
                        <a:t>printf</a:t>
                      </a:r>
                      <a:r>
                        <a:rPr lang="en-US" sz="1400" b="1" kern="1200" dirty="0">
                          <a:solidFill>
                            <a:schemeClr val="lt1"/>
                          </a:solidFill>
                          <a:latin typeface="+mn-lt"/>
                          <a:ea typeface="+mn-ea"/>
                          <a:cs typeface="+mn-cs"/>
                        </a:rPr>
                        <a:t>("\</a:t>
                      </a:r>
                      <a:r>
                        <a:rPr lang="en-US" sz="1400" b="1" kern="1200" dirty="0" err="1">
                          <a:solidFill>
                            <a:schemeClr val="lt1"/>
                          </a:solidFill>
                          <a:latin typeface="+mn-lt"/>
                          <a:ea typeface="+mn-ea"/>
                          <a:cs typeface="+mn-cs"/>
                        </a:rPr>
                        <a:t>t%d",x</a:t>
                      </a:r>
                      <a:r>
                        <a:rPr lang="en-US" sz="1400" b="1" kern="1200" dirty="0">
                          <a:solidFill>
                            <a:schemeClr val="lt1"/>
                          </a:solidFill>
                          <a:latin typeface="+mn-lt"/>
                          <a:ea typeface="+mn-ea"/>
                          <a:cs typeface="+mn-cs"/>
                        </a:rPr>
                        <a:t>++);</a:t>
                      </a:r>
                    </a:p>
                    <a:p>
                      <a:r>
                        <a:rPr lang="en-US" sz="1400" b="1" kern="1200" dirty="0">
                          <a:solidFill>
                            <a:schemeClr val="lt1"/>
                          </a:solidFill>
                          <a:latin typeface="+mn-lt"/>
                          <a:ea typeface="+mn-ea"/>
                          <a:cs typeface="+mn-cs"/>
                        </a:rPr>
                        <a:t>}</a:t>
                      </a:r>
                    </a:p>
                    <a:p>
                      <a:r>
                        <a:rPr lang="en-US" sz="1400" b="1" kern="1200" dirty="0">
                          <a:solidFill>
                            <a:schemeClr val="lt1"/>
                          </a:solidFill>
                          <a:latin typeface="+mn-lt"/>
                          <a:ea typeface="+mn-ea"/>
                          <a:cs typeface="+mn-cs"/>
                        </a:rPr>
                        <a:t>return 0;</a:t>
                      </a:r>
                    </a:p>
                    <a:p>
                      <a:r>
                        <a:rPr lang="en-US" sz="1400" b="1" kern="1200" dirty="0">
                          <a:solidFill>
                            <a:schemeClr val="lt1"/>
                          </a:solidFill>
                          <a:latin typeface="+mn-lt"/>
                          <a:ea typeface="+mn-ea"/>
                          <a:cs typeface="+mn-cs"/>
                        </a:rPr>
                        <a:t>}</a:t>
                      </a:r>
                      <a:endParaRPr lang="en-US" sz="1400" dirty="0"/>
                    </a:p>
                  </a:txBody>
                  <a:tcPr marT="45723" marB="45723"/>
                </a:tc>
                <a:extLst>
                  <a:ext uri="{0D108BD9-81ED-4DB2-BD59-A6C34878D82A}">
                    <a16:rowId xmlns:a16="http://schemas.microsoft.com/office/drawing/2014/main" val="10000"/>
                  </a:ext>
                </a:extLst>
              </a:tr>
              <a:tr h="2926242">
                <a:tc>
                  <a:txBody>
                    <a:bodyPr/>
                    <a:lstStyle/>
                    <a:p>
                      <a:r>
                        <a:rPr lang="en-US" sz="1800" dirty="0"/>
                        <a:t>3.</a:t>
                      </a:r>
                      <a:r>
                        <a:rPr lang="en-US" sz="1800" kern="1200" dirty="0">
                          <a:solidFill>
                            <a:schemeClr val="dk1"/>
                          </a:solidFill>
                          <a:latin typeface="+mn-lt"/>
                          <a:ea typeface="+mn-ea"/>
                          <a:cs typeface="+mn-cs"/>
                        </a:rPr>
                        <a:t> </a:t>
                      </a:r>
                      <a:r>
                        <a:rPr lang="en-US" sz="1400" kern="1200" dirty="0">
                          <a:solidFill>
                            <a:schemeClr val="dk1"/>
                          </a:solidFill>
                          <a:latin typeface="+mn-lt"/>
                          <a:ea typeface="+mn-ea"/>
                          <a:cs typeface="+mn-cs"/>
                        </a:rPr>
                        <a:t>The break statement is used in?</a:t>
                      </a:r>
                    </a:p>
                    <a:p>
                      <a:r>
                        <a:rPr lang="en-US" sz="1400" kern="1200" dirty="0">
                          <a:solidFill>
                            <a:schemeClr val="dk1"/>
                          </a:solidFill>
                          <a:latin typeface="+mn-lt"/>
                          <a:ea typeface="+mn-ea"/>
                          <a:cs typeface="+mn-cs"/>
                        </a:rPr>
                        <a:t>a) for loop</a:t>
                      </a:r>
                    </a:p>
                    <a:p>
                      <a:r>
                        <a:rPr lang="en-US" sz="1400" kern="1200" dirty="0">
                          <a:solidFill>
                            <a:schemeClr val="dk1"/>
                          </a:solidFill>
                          <a:latin typeface="+mn-lt"/>
                          <a:ea typeface="+mn-ea"/>
                          <a:cs typeface="+mn-cs"/>
                        </a:rPr>
                        <a:t>b)switch statement</a:t>
                      </a:r>
                    </a:p>
                    <a:p>
                      <a:r>
                        <a:rPr lang="en-US" sz="1400" kern="1200" dirty="0">
                          <a:solidFill>
                            <a:schemeClr val="dk1"/>
                          </a:solidFill>
                          <a:latin typeface="+mn-lt"/>
                          <a:ea typeface="+mn-ea"/>
                          <a:cs typeface="+mn-cs"/>
                        </a:rPr>
                        <a:t>c) while loop</a:t>
                      </a:r>
                    </a:p>
                    <a:p>
                      <a:r>
                        <a:rPr lang="en-US" sz="1400" kern="1200" dirty="0">
                          <a:solidFill>
                            <a:schemeClr val="dk1"/>
                          </a:solidFill>
                          <a:latin typeface="+mn-lt"/>
                          <a:ea typeface="+mn-ea"/>
                          <a:cs typeface="+mn-cs"/>
                        </a:rPr>
                        <a:t>d)None of the above</a:t>
                      </a:r>
                    </a:p>
                    <a:p>
                      <a:endParaRPr lang="en-US" sz="1400" dirty="0"/>
                    </a:p>
                  </a:txBody>
                  <a:tcPr marT="45723" marB="45723"/>
                </a:tc>
                <a:tc>
                  <a:txBody>
                    <a:bodyPr/>
                    <a:lstStyle/>
                    <a:p>
                      <a:pPr rtl="0" fontAlgn="base"/>
                      <a:r>
                        <a:rPr lang="en-US" sz="1800" dirty="0"/>
                        <a:t>4</a:t>
                      </a:r>
                      <a:r>
                        <a:rPr lang="en-US" sz="1400" dirty="0"/>
                        <a:t>.</a:t>
                      </a:r>
                      <a:r>
                        <a:rPr lang="en-US" sz="1400" b="0" i="0" kern="1200" dirty="0">
                          <a:solidFill>
                            <a:schemeClr val="dk1"/>
                          </a:solidFill>
                          <a:latin typeface="+mn-lt"/>
                          <a:ea typeface="+mn-ea"/>
                          <a:cs typeface="+mn-cs"/>
                        </a:rPr>
                        <a:t> #include &lt;</a:t>
                      </a:r>
                      <a:r>
                        <a:rPr lang="en-US" sz="1400" b="0" i="0" kern="1200" dirty="0" err="1">
                          <a:solidFill>
                            <a:schemeClr val="dk1"/>
                          </a:solidFill>
                          <a:latin typeface="+mn-lt"/>
                          <a:ea typeface="+mn-ea"/>
                          <a:cs typeface="+mn-cs"/>
                        </a:rPr>
                        <a:t>stdio.h</a:t>
                      </a:r>
                      <a:r>
                        <a:rPr lang="en-US" sz="1400" b="0" i="0" kern="1200" dirty="0">
                          <a:solidFill>
                            <a:schemeClr val="dk1"/>
                          </a:solidFill>
                          <a:latin typeface="+mn-lt"/>
                          <a:ea typeface="+mn-ea"/>
                          <a:cs typeface="+mn-cs"/>
                        </a:rPr>
                        <a:t>&gt;"</a:t>
                      </a:r>
                    </a:p>
                    <a:p>
                      <a:pPr rtl="0" fontAlgn="base"/>
                      <a:r>
                        <a:rPr lang="en-US" sz="1400" b="0" i="0" kern="1200" dirty="0" err="1">
                          <a:solidFill>
                            <a:schemeClr val="dk1"/>
                          </a:solidFill>
                          <a:latin typeface="+mn-lt"/>
                          <a:ea typeface="+mn-ea"/>
                          <a:cs typeface="+mn-cs"/>
                        </a:rPr>
                        <a:t>int</a:t>
                      </a:r>
                      <a:r>
                        <a:rPr lang="en-US" sz="1400" b="0" i="0" kern="1200" dirty="0">
                          <a:solidFill>
                            <a:schemeClr val="dk1"/>
                          </a:solidFill>
                          <a:latin typeface="+mn-lt"/>
                          <a:ea typeface="+mn-ea"/>
                          <a:cs typeface="+mn-cs"/>
                        </a:rPr>
                        <a:t> main()</a:t>
                      </a:r>
                    </a:p>
                    <a:p>
                      <a:pPr rtl="0" fontAlgn="base"/>
                      <a:r>
                        <a:rPr lang="en-US" sz="1400" b="0" i="0" kern="1200" dirty="0">
                          <a:solidFill>
                            <a:schemeClr val="dk1"/>
                          </a:solidFill>
                          <a:latin typeface="+mn-lt"/>
                          <a:ea typeface="+mn-ea"/>
                          <a:cs typeface="+mn-cs"/>
                        </a:rPr>
                        <a:t>{</a:t>
                      </a:r>
                    </a:p>
                    <a:p>
                      <a:pPr rtl="0" fontAlgn="base"/>
                      <a:r>
                        <a:rPr lang="en-US" sz="1400" b="0" i="0" kern="1200" dirty="0">
                          <a:solidFill>
                            <a:schemeClr val="dk1"/>
                          </a:solidFill>
                          <a:latin typeface="+mn-lt"/>
                          <a:ea typeface="+mn-ea"/>
                          <a:cs typeface="+mn-cs"/>
                        </a:rPr>
                        <a:t>  </a:t>
                      </a:r>
                      <a:r>
                        <a:rPr lang="en-US" sz="1400" b="0" i="0" kern="1200" dirty="0" err="1">
                          <a:solidFill>
                            <a:schemeClr val="dk1"/>
                          </a:solidFill>
                          <a:latin typeface="+mn-lt"/>
                          <a:ea typeface="+mn-ea"/>
                          <a:cs typeface="+mn-cs"/>
                        </a:rPr>
                        <a:t>int</a:t>
                      </a:r>
                      <a:r>
                        <a:rPr lang="en-US" sz="1400" b="0" i="0" kern="1200" dirty="0">
                          <a:solidFill>
                            <a:schemeClr val="dk1"/>
                          </a:solidFill>
                          <a:latin typeface="+mn-lt"/>
                          <a:ea typeface="+mn-ea"/>
                          <a:cs typeface="+mn-cs"/>
                        </a:rPr>
                        <a:t> </a:t>
                      </a:r>
                      <a:r>
                        <a:rPr lang="en-US" sz="1400" b="0" i="0" kern="1200" dirty="0" err="1">
                          <a:solidFill>
                            <a:schemeClr val="dk1"/>
                          </a:solidFill>
                          <a:latin typeface="+mn-lt"/>
                          <a:ea typeface="+mn-ea"/>
                          <a:cs typeface="+mn-cs"/>
                        </a:rPr>
                        <a:t>i</a:t>
                      </a:r>
                      <a:r>
                        <a:rPr lang="en-US" sz="1400" b="0" i="0" kern="1200" dirty="0">
                          <a:solidFill>
                            <a:schemeClr val="dk1"/>
                          </a:solidFill>
                          <a:latin typeface="+mn-lt"/>
                          <a:ea typeface="+mn-ea"/>
                          <a:cs typeface="+mn-cs"/>
                        </a:rPr>
                        <a:t>; </a:t>
                      </a:r>
                    </a:p>
                    <a:p>
                      <a:pPr rtl="0" fontAlgn="base"/>
                      <a:r>
                        <a:rPr lang="en-US" sz="1400" b="0" i="0" kern="1200" dirty="0">
                          <a:solidFill>
                            <a:schemeClr val="dk1"/>
                          </a:solidFill>
                          <a:latin typeface="+mn-lt"/>
                          <a:ea typeface="+mn-ea"/>
                          <a:cs typeface="+mn-cs"/>
                        </a:rPr>
                        <a:t>  </a:t>
                      </a:r>
                      <a:r>
                        <a:rPr lang="en-US" sz="1400" b="0" i="0" kern="1200" dirty="0" err="1">
                          <a:solidFill>
                            <a:schemeClr val="dk1"/>
                          </a:solidFill>
                          <a:latin typeface="+mn-lt"/>
                          <a:ea typeface="+mn-ea"/>
                          <a:cs typeface="+mn-cs"/>
                        </a:rPr>
                        <a:t>goto</a:t>
                      </a:r>
                      <a:r>
                        <a:rPr lang="en-US" sz="1400" b="0" i="0" kern="1200" dirty="0">
                          <a:solidFill>
                            <a:schemeClr val="dk1"/>
                          </a:solidFill>
                          <a:latin typeface="+mn-lt"/>
                          <a:ea typeface="+mn-ea"/>
                          <a:cs typeface="+mn-cs"/>
                        </a:rPr>
                        <a:t> LOOP;</a:t>
                      </a:r>
                    </a:p>
                    <a:p>
                      <a:pPr rtl="0" fontAlgn="base"/>
                      <a:r>
                        <a:rPr lang="en-US" sz="1400" b="0" i="0" kern="1200" dirty="0">
                          <a:solidFill>
                            <a:schemeClr val="dk1"/>
                          </a:solidFill>
                          <a:latin typeface="+mn-lt"/>
                          <a:ea typeface="+mn-ea"/>
                          <a:cs typeface="+mn-cs"/>
                        </a:rPr>
                        <a:t>  for (</a:t>
                      </a:r>
                      <a:r>
                        <a:rPr lang="en-US" sz="1400" b="0" i="0" kern="1200" dirty="0" err="1">
                          <a:solidFill>
                            <a:schemeClr val="dk1"/>
                          </a:solidFill>
                          <a:latin typeface="+mn-lt"/>
                          <a:ea typeface="+mn-ea"/>
                          <a:cs typeface="+mn-cs"/>
                        </a:rPr>
                        <a:t>i</a:t>
                      </a:r>
                      <a:r>
                        <a:rPr lang="en-US" sz="1400" b="0" i="0" kern="1200" dirty="0">
                          <a:solidFill>
                            <a:schemeClr val="dk1"/>
                          </a:solidFill>
                          <a:latin typeface="+mn-lt"/>
                          <a:ea typeface="+mn-ea"/>
                          <a:cs typeface="+mn-cs"/>
                        </a:rPr>
                        <a:t> = 0 ; </a:t>
                      </a:r>
                      <a:r>
                        <a:rPr lang="en-US" sz="1400" b="0" i="0" kern="1200" dirty="0" err="1">
                          <a:solidFill>
                            <a:schemeClr val="dk1"/>
                          </a:solidFill>
                          <a:latin typeface="+mn-lt"/>
                          <a:ea typeface="+mn-ea"/>
                          <a:cs typeface="+mn-cs"/>
                        </a:rPr>
                        <a:t>i</a:t>
                      </a:r>
                      <a:r>
                        <a:rPr lang="en-US" sz="1400" b="0" i="0" kern="1200" dirty="0">
                          <a:solidFill>
                            <a:schemeClr val="dk1"/>
                          </a:solidFill>
                          <a:latin typeface="+mn-lt"/>
                          <a:ea typeface="+mn-ea"/>
                          <a:cs typeface="+mn-cs"/>
                        </a:rPr>
                        <a:t> &lt; 10 ; </a:t>
                      </a:r>
                      <a:r>
                        <a:rPr lang="en-US" sz="1400" b="0" i="0" kern="1200" dirty="0" err="1">
                          <a:solidFill>
                            <a:schemeClr val="dk1"/>
                          </a:solidFill>
                          <a:latin typeface="+mn-lt"/>
                          <a:ea typeface="+mn-ea"/>
                          <a:cs typeface="+mn-cs"/>
                        </a:rPr>
                        <a:t>i</a:t>
                      </a:r>
                      <a:r>
                        <a:rPr lang="en-US" sz="1400" b="0" i="0" kern="1200" dirty="0">
                          <a:solidFill>
                            <a:schemeClr val="dk1"/>
                          </a:solidFill>
                          <a:latin typeface="+mn-lt"/>
                          <a:ea typeface="+mn-ea"/>
                          <a:cs typeface="+mn-cs"/>
                        </a:rPr>
                        <a:t>++)</a:t>
                      </a:r>
                    </a:p>
                    <a:p>
                      <a:pPr rtl="0" fontAlgn="base"/>
                      <a:r>
                        <a:rPr lang="en-US" sz="1400" b="0" i="0" kern="1200" dirty="0">
                          <a:solidFill>
                            <a:schemeClr val="dk1"/>
                          </a:solidFill>
                          <a:latin typeface="+mn-lt"/>
                          <a:ea typeface="+mn-ea"/>
                          <a:cs typeface="+mn-cs"/>
                        </a:rPr>
                        <a:t>  {</a:t>
                      </a:r>
                    </a:p>
                    <a:p>
                      <a:pPr rtl="0" fontAlgn="base"/>
                      <a:r>
                        <a:rPr lang="en-US" sz="1400" b="0" i="0" kern="1200" dirty="0">
                          <a:solidFill>
                            <a:schemeClr val="dk1"/>
                          </a:solidFill>
                          <a:latin typeface="+mn-lt"/>
                          <a:ea typeface="+mn-ea"/>
                          <a:cs typeface="+mn-cs"/>
                        </a:rPr>
                        <a:t>     </a:t>
                      </a:r>
                      <a:r>
                        <a:rPr lang="en-US" sz="1400" b="0" i="0" kern="1200" dirty="0" err="1">
                          <a:solidFill>
                            <a:schemeClr val="dk1"/>
                          </a:solidFill>
                          <a:latin typeface="+mn-lt"/>
                          <a:ea typeface="+mn-ea"/>
                          <a:cs typeface="+mn-cs"/>
                        </a:rPr>
                        <a:t>printf</a:t>
                      </a:r>
                      <a:r>
                        <a:rPr lang="en-US" sz="1400" b="0" i="0" kern="1200" dirty="0">
                          <a:solidFill>
                            <a:schemeClr val="dk1"/>
                          </a:solidFill>
                          <a:latin typeface="+mn-lt"/>
                          <a:ea typeface="+mn-ea"/>
                          <a:cs typeface="+mn-cs"/>
                        </a:rPr>
                        <a:t>("</a:t>
                      </a:r>
                      <a:r>
                        <a:rPr lang="en-US" sz="1400" b="0" i="0" kern="1200" dirty="0" err="1">
                          <a:solidFill>
                            <a:schemeClr val="dk1"/>
                          </a:solidFill>
                          <a:latin typeface="+mn-lt"/>
                          <a:ea typeface="+mn-ea"/>
                          <a:cs typeface="+mn-cs"/>
                        </a:rPr>
                        <a:t>GeeksQuizn</a:t>
                      </a:r>
                      <a:r>
                        <a:rPr lang="en-US" sz="1400" b="0" i="0" kern="1200" dirty="0">
                          <a:solidFill>
                            <a:schemeClr val="dk1"/>
                          </a:solidFill>
                          <a:latin typeface="+mn-lt"/>
                          <a:ea typeface="+mn-ea"/>
                          <a:cs typeface="+mn-cs"/>
                        </a:rPr>
                        <a:t>");</a:t>
                      </a:r>
                    </a:p>
                    <a:p>
                      <a:pPr rtl="0" fontAlgn="base"/>
                      <a:r>
                        <a:rPr lang="en-US" sz="1400" b="0" i="0" kern="1200" dirty="0">
                          <a:solidFill>
                            <a:schemeClr val="dk1"/>
                          </a:solidFill>
                          <a:latin typeface="+mn-lt"/>
                          <a:ea typeface="+mn-ea"/>
                          <a:cs typeface="+mn-cs"/>
                        </a:rPr>
                        <a:t>     LOOP:</a:t>
                      </a:r>
                    </a:p>
                    <a:p>
                      <a:pPr rtl="0" fontAlgn="base"/>
                      <a:r>
                        <a:rPr lang="en-US" sz="1400" b="0" i="0" kern="1200" dirty="0">
                          <a:solidFill>
                            <a:schemeClr val="dk1"/>
                          </a:solidFill>
                          <a:latin typeface="+mn-lt"/>
                          <a:ea typeface="+mn-ea"/>
                          <a:cs typeface="+mn-cs"/>
                        </a:rPr>
                        <a:t>      break;</a:t>
                      </a:r>
                    </a:p>
                    <a:p>
                      <a:pPr rtl="0" fontAlgn="base"/>
                      <a:r>
                        <a:rPr lang="en-US" sz="1400" b="0" i="0" kern="1200" dirty="0">
                          <a:solidFill>
                            <a:schemeClr val="dk1"/>
                          </a:solidFill>
                          <a:latin typeface="+mn-lt"/>
                          <a:ea typeface="+mn-ea"/>
                          <a:cs typeface="+mn-cs"/>
                        </a:rPr>
                        <a:t>  }</a:t>
                      </a:r>
                    </a:p>
                    <a:p>
                      <a:pPr rtl="0" fontAlgn="base"/>
                      <a:r>
                        <a:rPr lang="en-US" sz="1400" b="0" i="0" kern="1200" dirty="0">
                          <a:solidFill>
                            <a:schemeClr val="dk1"/>
                          </a:solidFill>
                          <a:latin typeface="+mn-lt"/>
                          <a:ea typeface="+mn-ea"/>
                          <a:cs typeface="+mn-cs"/>
                        </a:rPr>
                        <a:t>  return 0;</a:t>
                      </a:r>
                    </a:p>
                    <a:p>
                      <a:pPr rtl="0" fontAlgn="base"/>
                      <a:r>
                        <a:rPr lang="en-US" sz="1400" b="0" i="0" kern="1200" dirty="0">
                          <a:solidFill>
                            <a:schemeClr val="dk1"/>
                          </a:solidFill>
                          <a:latin typeface="+mn-lt"/>
                          <a:ea typeface="+mn-ea"/>
                          <a:cs typeface="+mn-cs"/>
                        </a:rPr>
                        <a:t>}</a:t>
                      </a:r>
                      <a:endParaRPr lang="en-US" sz="1800" dirty="0"/>
                    </a:p>
                  </a:txBody>
                  <a:tcPr marT="45723" marB="45723"/>
                </a:tc>
                <a:extLst>
                  <a:ext uri="{0D108BD9-81ED-4DB2-BD59-A6C34878D82A}">
                    <a16:rowId xmlns:a16="http://schemas.microsoft.com/office/drawing/2014/main" val="10001"/>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Content Placeholder 1"/>
          <p:cNvSpPr>
            <a:spLocks noGrp="1" noChangeArrowheads="1"/>
          </p:cNvSpPr>
          <p:nvPr>
            <p:ph sz="half"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 typeface="Arial" pitchFamily="34" charset="0"/>
              <a:buNone/>
            </a:pPr>
            <a:endParaRPr lang="en-US" altLang="en-US" sz="2400" smtClean="0">
              <a:latin typeface="Times New Roman" pitchFamily="18" charset="0"/>
              <a:cs typeface="Times New Roman" pitchFamily="18" charset="0"/>
            </a:endParaRPr>
          </a:p>
          <a:p>
            <a:pPr eaLnBrk="1" hangingPunct="1">
              <a:buFont typeface="Arial" pitchFamily="34" charset="0"/>
              <a:buNone/>
            </a:pPr>
            <a:endParaRPr lang="en-US" altLang="en-US" smtClean="0">
              <a:latin typeface="Times New Roman" pitchFamily="18" charset="0"/>
              <a:cs typeface="Times New Roman" pitchFamily="18" charset="0"/>
            </a:endParaRPr>
          </a:p>
        </p:txBody>
      </p:sp>
      <p:sp>
        <p:nvSpPr>
          <p:cNvPr id="3" name="Text Placeholder 2"/>
          <p:cNvSpPr>
            <a:spLocks noGrp="1"/>
          </p:cNvSpPr>
          <p:nvPr>
            <p:ph type="body" sz="quarter" idx="10"/>
          </p:nvPr>
        </p:nvSpPr>
        <p:spPr>
          <a:xfrm>
            <a:off x="2743198" y="457200"/>
            <a:ext cx="5656219" cy="903516"/>
          </a:xfrm>
          <a:solidFill>
            <a:srgbClr val="C00000"/>
          </a:solidFill>
          <a:ln>
            <a:miter lim="800000"/>
            <a:headEnd/>
            <a:tailEnd/>
          </a:ln>
        </p:spPr>
        <p:txBody>
          <a:bodyPr rtlCol="0"/>
          <a:lstStyle/>
          <a:p>
            <a:pPr eaLnBrk="1" fontAlgn="auto" hangingPunct="1">
              <a:spcAft>
                <a:spcPts val="0"/>
              </a:spcAft>
              <a:defRPr/>
            </a:pPr>
            <a:r>
              <a:rPr lang="en-IN" sz="4400" dirty="0">
                <a:solidFill>
                  <a:schemeClr val="bg1"/>
                </a:solidFill>
                <a:latin typeface="Times New Roman" pitchFamily="18" charset="0"/>
                <a:cs typeface="Times New Roman" pitchFamily="18" charset="0"/>
              </a:rPr>
              <a:t>References</a:t>
            </a:r>
            <a:endParaRPr lang="en-US" sz="4400" dirty="0">
              <a:solidFill>
                <a:schemeClr val="bg1"/>
              </a:solidFill>
              <a:latin typeface="Times New Roman" pitchFamily="18" charset="0"/>
              <a:cs typeface="Times New Roman" pitchFamily="18" charset="0"/>
            </a:endParaRPr>
          </a:p>
        </p:txBody>
      </p:sp>
      <p:sp>
        <p:nvSpPr>
          <p:cNvPr id="50220" name="Rectangle 44"/>
          <p:cNvSpPr>
            <a:spLocks noChangeArrowheads="1"/>
          </p:cNvSpPr>
          <p:nvPr/>
        </p:nvSpPr>
        <p:spPr bwMode="auto">
          <a:xfrm>
            <a:off x="1071563" y="1503363"/>
            <a:ext cx="9974262" cy="5354637"/>
          </a:xfrm>
          <a:prstGeom prst="rect">
            <a:avLst/>
          </a:prstGeom>
          <a:noFill/>
          <a:ln w="9525">
            <a:noFill/>
            <a:miter lim="800000"/>
            <a:headEnd/>
            <a:tailEnd/>
          </a:ln>
          <a:effectLst/>
        </p:spPr>
        <p:txBody>
          <a:bodyPr anchor="ctr">
            <a:spAutoFit/>
          </a:bodyPr>
          <a:lstStyle/>
          <a:p>
            <a:pPr eaLnBrk="1" hangingPunct="1">
              <a:defRPr/>
            </a:pPr>
            <a:r>
              <a:rPr lang="en-US" b="1" dirty="0">
                <a:latin typeface="+mn-lt"/>
                <a:ea typeface="+mn-ea"/>
                <a:cs typeface="Arial" panose="020B0604020202020204" pitchFamily="34" charset="0"/>
              </a:rPr>
              <a:t>Book References: </a:t>
            </a:r>
            <a:endParaRPr lang="en-US" dirty="0">
              <a:latin typeface="+mn-lt"/>
              <a:ea typeface="+mn-ea"/>
              <a:cs typeface="Arial" panose="020B0604020202020204" pitchFamily="34" charset="0"/>
            </a:endParaRPr>
          </a:p>
          <a:p>
            <a:pPr eaLnBrk="1" hangingPunct="1">
              <a:defRPr/>
            </a:pPr>
            <a:r>
              <a:rPr lang="en-US" u="sng" dirty="0">
                <a:latin typeface="+mn-lt"/>
                <a:ea typeface="+mn-ea"/>
                <a:cs typeface="Arial" panose="020B0604020202020204" pitchFamily="34" charset="0"/>
                <a:hlinkClick r:id="rId3"/>
              </a:rPr>
              <a:t>https://www.pdfdrive.com/learn-to-program-with-c-learn-to-program-using-the-popular-c-programming-language-e166650744.html</a:t>
            </a:r>
            <a:r>
              <a:rPr lang="en-US" u="sng" dirty="0">
                <a:latin typeface="+mn-lt"/>
                <a:ea typeface="+mn-ea"/>
                <a:cs typeface="Arial" panose="020B0604020202020204" pitchFamily="34" charset="0"/>
                <a:hlinkClick r:id="rId4"/>
              </a:rPr>
              <a:t>http://www2.cs.uregina.ca/~hilder/cs833/Other%20Reference%20Materials/The%20C%20Programming%20Language.pdf</a:t>
            </a:r>
            <a:endParaRPr lang="en-US" dirty="0">
              <a:latin typeface="+mn-lt"/>
              <a:ea typeface="+mn-ea"/>
              <a:cs typeface="Arial" panose="020B0604020202020204" pitchFamily="34" charset="0"/>
            </a:endParaRPr>
          </a:p>
          <a:p>
            <a:pPr eaLnBrk="1" hangingPunct="1">
              <a:defRPr/>
            </a:pPr>
            <a:r>
              <a:rPr lang="en-US" u="sng" dirty="0">
                <a:latin typeface="+mn-lt"/>
                <a:ea typeface="+mn-ea"/>
                <a:cs typeface="Arial" panose="020B0604020202020204" pitchFamily="34" charset="0"/>
                <a:hlinkClick r:id="rId5"/>
              </a:rPr>
              <a:t>http://www.freebookcentre.net/programming-books-download/The-Basics-of-C-Programming.html</a:t>
            </a:r>
            <a:endParaRPr lang="en-US" dirty="0">
              <a:latin typeface="+mn-lt"/>
              <a:ea typeface="+mn-ea"/>
              <a:cs typeface="Arial" panose="020B0604020202020204" pitchFamily="34" charset="0"/>
            </a:endParaRPr>
          </a:p>
          <a:p>
            <a:pPr eaLnBrk="1" hangingPunct="1">
              <a:defRPr/>
            </a:pPr>
            <a:r>
              <a:rPr lang="en-US" b="1" dirty="0">
                <a:latin typeface="+mn-lt"/>
                <a:ea typeface="+mn-ea"/>
                <a:cs typeface="Arial" panose="020B0604020202020204" pitchFamily="34" charset="0"/>
              </a:rPr>
              <a:t> </a:t>
            </a:r>
            <a:endParaRPr lang="en-US" dirty="0">
              <a:latin typeface="+mn-lt"/>
              <a:ea typeface="+mn-ea"/>
              <a:cs typeface="Arial" panose="020B0604020202020204" pitchFamily="34" charset="0"/>
            </a:endParaRPr>
          </a:p>
          <a:p>
            <a:pPr eaLnBrk="1" hangingPunct="1">
              <a:defRPr/>
            </a:pPr>
            <a:r>
              <a:rPr lang="en-US" b="1" dirty="0" err="1">
                <a:latin typeface="+mn-lt"/>
                <a:ea typeface="+mn-ea"/>
                <a:cs typeface="Arial" panose="020B0604020202020204" pitchFamily="34" charset="0"/>
              </a:rPr>
              <a:t>Vedio</a:t>
            </a:r>
            <a:r>
              <a:rPr lang="en-US" b="1" dirty="0">
                <a:latin typeface="+mn-lt"/>
                <a:ea typeface="+mn-ea"/>
                <a:cs typeface="Arial" panose="020B0604020202020204" pitchFamily="34" charset="0"/>
              </a:rPr>
              <a:t> Lecture: </a:t>
            </a:r>
            <a:r>
              <a:rPr lang="en-US" u="sng" dirty="0">
                <a:latin typeface="+mn-lt"/>
                <a:ea typeface="+mn-ea"/>
                <a:cs typeface="Arial" panose="020B0604020202020204" pitchFamily="34" charset="0"/>
                <a:hlinkClick r:id="rId6"/>
              </a:rPr>
              <a:t>http://www.digimat.in/nptel/courses/video/106104128/L17.html</a:t>
            </a:r>
            <a:r>
              <a:rPr lang="en-US" b="1" dirty="0">
                <a:latin typeface="+mn-lt"/>
                <a:ea typeface="+mn-ea"/>
                <a:cs typeface="Arial" panose="020B0604020202020204" pitchFamily="34" charset="0"/>
              </a:rPr>
              <a:t> </a:t>
            </a:r>
            <a:r>
              <a:rPr lang="en-US" dirty="0">
                <a:latin typeface="+mn-lt"/>
                <a:ea typeface="+mn-ea"/>
                <a:cs typeface="Arial" panose="020B0604020202020204" pitchFamily="34" charset="0"/>
              </a:rPr>
              <a:t> </a:t>
            </a:r>
          </a:p>
          <a:p>
            <a:pPr eaLnBrk="1" hangingPunct="1">
              <a:defRPr/>
            </a:pPr>
            <a:r>
              <a:rPr lang="en-US" u="sng" dirty="0">
                <a:latin typeface="+mn-lt"/>
                <a:ea typeface="+mn-ea"/>
                <a:cs typeface="Arial" panose="020B0604020202020204" pitchFamily="34" charset="0"/>
                <a:hlinkClick r:id="rId7"/>
              </a:rPr>
              <a:t>https://spoken-tutorial.org/watch/C+and+Cpp/Loops/English/</a:t>
            </a:r>
            <a:endParaRPr lang="en-US" dirty="0">
              <a:latin typeface="+mn-lt"/>
              <a:ea typeface="+mn-ea"/>
              <a:cs typeface="Arial" panose="020B0604020202020204" pitchFamily="34" charset="0"/>
            </a:endParaRPr>
          </a:p>
          <a:p>
            <a:pPr eaLnBrk="1" hangingPunct="1">
              <a:defRPr/>
            </a:pPr>
            <a:r>
              <a:rPr lang="en-US" u="sng" dirty="0">
                <a:latin typeface="+mn-lt"/>
                <a:ea typeface="+mn-ea"/>
                <a:cs typeface="Arial" panose="020B0604020202020204" pitchFamily="34" charset="0"/>
                <a:hlinkClick r:id="rId8"/>
              </a:rPr>
              <a:t>https://www.youtube.com/watch?v=67TlTBT68LE</a:t>
            </a:r>
            <a:endParaRPr lang="en-US" dirty="0">
              <a:latin typeface="+mn-lt"/>
              <a:ea typeface="+mn-ea"/>
              <a:cs typeface="Arial" panose="020B0604020202020204" pitchFamily="34" charset="0"/>
            </a:endParaRPr>
          </a:p>
          <a:p>
            <a:pPr eaLnBrk="1" hangingPunct="1">
              <a:defRPr/>
            </a:pPr>
            <a:r>
              <a:rPr lang="en-US" u="sng" dirty="0">
                <a:latin typeface="+mn-lt"/>
                <a:ea typeface="+mn-ea"/>
                <a:cs typeface="Arial" panose="020B0604020202020204" pitchFamily="34" charset="0"/>
                <a:hlinkClick r:id="rId9"/>
              </a:rPr>
              <a:t>https://www.youtube.com/watch?v=Bv1LcqhqnZs</a:t>
            </a:r>
            <a:endParaRPr lang="en-US" dirty="0">
              <a:latin typeface="+mn-lt"/>
              <a:ea typeface="+mn-ea"/>
              <a:cs typeface="Arial" panose="020B0604020202020204" pitchFamily="34" charset="0"/>
            </a:endParaRPr>
          </a:p>
          <a:p>
            <a:pPr eaLnBrk="1" hangingPunct="1">
              <a:defRPr/>
            </a:pPr>
            <a:r>
              <a:rPr lang="en-US" dirty="0">
                <a:latin typeface="+mn-lt"/>
                <a:ea typeface="+mn-ea"/>
                <a:cs typeface="Arial" panose="020B0604020202020204" pitchFamily="34" charset="0"/>
              </a:rPr>
              <a:t> </a:t>
            </a:r>
          </a:p>
          <a:p>
            <a:pPr eaLnBrk="1" hangingPunct="1">
              <a:defRPr/>
            </a:pPr>
            <a:r>
              <a:rPr lang="en-US" b="1" dirty="0">
                <a:latin typeface="+mn-lt"/>
                <a:ea typeface="+mn-ea"/>
                <a:cs typeface="Arial" panose="020B0604020202020204" pitchFamily="34" charset="0"/>
              </a:rPr>
              <a:t>Websites: </a:t>
            </a:r>
            <a:r>
              <a:rPr lang="en-US" dirty="0">
                <a:latin typeface="+mn-lt"/>
                <a:ea typeface="+mn-ea"/>
                <a:cs typeface="Arial" panose="020B0604020202020204" pitchFamily="34" charset="0"/>
              </a:rPr>
              <a:t> </a:t>
            </a:r>
            <a:r>
              <a:rPr lang="en-US" u="sng" dirty="0">
                <a:latin typeface="+mn-lt"/>
                <a:ea typeface="+mn-ea"/>
                <a:cs typeface="Arial" panose="020B0604020202020204" pitchFamily="34" charset="0"/>
                <a:hlinkClick r:id="rId10"/>
              </a:rPr>
              <a:t>https://www.cs.auckland.ac.nz/references/unix/digital/AQTLTBTE/DOCU_075.HTM</a:t>
            </a:r>
            <a:endParaRPr lang="en-US" dirty="0">
              <a:latin typeface="+mn-lt"/>
              <a:ea typeface="+mn-ea"/>
              <a:cs typeface="Arial" panose="020B0604020202020204" pitchFamily="34" charset="0"/>
            </a:endParaRPr>
          </a:p>
          <a:p>
            <a:pPr eaLnBrk="1" hangingPunct="1">
              <a:defRPr/>
            </a:pPr>
            <a:r>
              <a:rPr lang="en-US" u="sng" dirty="0">
                <a:latin typeface="+mn-lt"/>
                <a:ea typeface="+mn-ea"/>
                <a:cs typeface="Arial" panose="020B0604020202020204" pitchFamily="34" charset="0"/>
                <a:hlinkClick r:id="rId11"/>
              </a:rPr>
              <a:t>https://www.programiz.com/c-programming/c-goto-statement</a:t>
            </a:r>
            <a:endParaRPr lang="en-US" dirty="0">
              <a:latin typeface="+mn-lt"/>
              <a:ea typeface="+mn-ea"/>
              <a:cs typeface="Arial" panose="020B0604020202020204" pitchFamily="34" charset="0"/>
            </a:endParaRPr>
          </a:p>
          <a:p>
            <a:pPr eaLnBrk="1" hangingPunct="1">
              <a:defRPr/>
            </a:pPr>
            <a:r>
              <a:rPr lang="en-US" u="sng" dirty="0">
                <a:latin typeface="+mn-lt"/>
                <a:ea typeface="+mn-ea"/>
                <a:cs typeface="Arial" panose="020B0604020202020204" pitchFamily="34" charset="0"/>
                <a:hlinkClick r:id="rId12"/>
              </a:rPr>
              <a:t>https://www.geeksforgeeks.org/c-sharp-jump-statements-break-continue-goto-return-and-throw</a:t>
            </a:r>
            <a:r>
              <a:rPr lang="en-US" u="sng" dirty="0">
                <a:ea typeface="+mn-ea"/>
                <a:cs typeface="Arial" panose="020B0604020202020204" pitchFamily="34" charset="0"/>
                <a:hlinkClick r:id="rId12"/>
              </a:rPr>
              <a:t>/</a:t>
            </a:r>
            <a:endParaRPr lang="en-US" dirty="0">
              <a:ea typeface="+mn-ea"/>
              <a:cs typeface="Arial" panose="020B0604020202020204" pitchFamily="34" charset="0"/>
            </a:endParaRPr>
          </a:p>
          <a:p>
            <a:pPr eaLnBrk="1" hangingPunct="1">
              <a:defRPr/>
            </a:pPr>
            <a:r>
              <a:rPr lang="en-US" dirty="0">
                <a:ea typeface="+mn-ea"/>
                <a:cs typeface="Arial" panose="020B0604020202020204" pitchFamily="34" charset="0"/>
              </a:rPr>
              <a:t> </a:t>
            </a:r>
          </a:p>
          <a:p>
            <a:pPr eaLnBrk="1" hangingPunct="1">
              <a:defRPr/>
            </a:pPr>
            <a:r>
              <a:rPr lang="en-US" b="1" dirty="0">
                <a:ea typeface="+mn-ea"/>
                <a:cs typeface="Arial" panose="020B0604020202020204" pitchFamily="34" charset="0"/>
              </a:rPr>
              <a:t> </a:t>
            </a:r>
            <a:endParaRPr lang="en-US" dirty="0">
              <a:ea typeface="+mn-ea"/>
              <a:cs typeface="Arial" panose="020B0604020202020204" pitchFamily="34" charset="0"/>
            </a:endParaRPr>
          </a:p>
          <a:p>
            <a:pPr eaLnBrk="1" hangingPunct="1">
              <a:defRPr/>
            </a:pPr>
            <a:r>
              <a:rPr lang="en-US" b="1" dirty="0">
                <a:ea typeface="+mn-ea"/>
                <a:cs typeface="Arial" panose="020B0604020202020204" pitchFamily="34" charset="0"/>
              </a:rPr>
              <a:t> </a:t>
            </a:r>
            <a:endParaRPr lang="en-US" dirty="0">
              <a:ea typeface="+mn-ea"/>
              <a:cs typeface="Arial" panose="020B0604020202020204" pitchFamily="34" charset="0"/>
            </a:endParaRPr>
          </a:p>
          <a:p>
            <a:pPr>
              <a:tabLst>
                <a:tab pos="1546225" algn="l"/>
              </a:tabLst>
              <a:defRPr/>
            </a:pPr>
            <a:endParaRPr lang="en-US" dirty="0">
              <a:latin typeface="Calibri" pitchFamily="34" charset="0"/>
              <a:ea typeface="+mn-ea"/>
              <a:cs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p:cNvSpPr/>
          <p:nvPr/>
        </p:nvSpPr>
        <p:spPr>
          <a:xfrm>
            <a:off x="0" y="0"/>
            <a:ext cx="12192000" cy="4686300"/>
          </a:xfrm>
          <a:prstGeom prst="rect">
            <a:avLst/>
          </a:prstGeom>
          <a:solidFill>
            <a:schemeClr val="accent6">
              <a:lumMod val="50000"/>
              <a:alpha val="60000"/>
            </a:schemeClr>
          </a:solidFill>
          <a:ln w="12700" cap="flat" cmpd="sng" algn="ctr">
            <a:noFill/>
            <a:prstDash val="solid"/>
            <a:miter lim="800000"/>
          </a:ln>
          <a:effectLst/>
        </p:spPr>
        <p:txBody>
          <a:bodyPr anchor="ctr"/>
          <a:lstStyle/>
          <a:p>
            <a:pPr algn="ctr" eaLnBrk="1" fontAlgn="auto" hangingPunct="1">
              <a:spcBef>
                <a:spcPts val="0"/>
              </a:spcBef>
              <a:spcAft>
                <a:spcPts val="0"/>
              </a:spcAft>
              <a:defRPr/>
            </a:pPr>
            <a:r>
              <a:rPr lang="en-US" dirty="0">
                <a:solidFill>
                  <a:prstClr val="white"/>
                </a:solidFill>
                <a:latin typeface="Calibri Light"/>
                <a:ea typeface="+mn-ea"/>
                <a:cs typeface="+mn-cs"/>
              </a:rPr>
              <a:t> </a:t>
            </a:r>
          </a:p>
        </p:txBody>
      </p:sp>
      <p:cxnSp>
        <p:nvCxnSpPr>
          <p:cNvPr id="18" name="Straight Connector 17"/>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cxnSpLocks/>
          </p:cNvCxnSpPr>
          <p:nvPr/>
        </p:nvCxnSpPr>
        <p:spPr>
          <a:xfrm>
            <a:off x="10169525" y="0"/>
            <a:ext cx="663575" cy="66357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cxnSpLocks/>
          </p:cNvCxnSpPr>
          <p:nvPr/>
        </p:nvCxnSpPr>
        <p:spPr>
          <a:xfrm>
            <a:off x="733425" y="6294438"/>
            <a:ext cx="558800" cy="55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cxnSpLocks/>
          </p:cNvCxnSpPr>
          <p:nvPr/>
        </p:nvCxnSpPr>
        <p:spPr>
          <a:xfrm>
            <a:off x="390525" y="5129213"/>
            <a:ext cx="1728788" cy="172878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4279" name="Title 1"/>
          <p:cNvSpPr txBox="1">
            <a:spLocks/>
          </p:cNvSpPr>
          <p:nvPr/>
        </p:nvSpPr>
        <p:spPr bwMode="auto">
          <a:xfrm>
            <a:off x="1485900" y="2249488"/>
            <a:ext cx="10725150"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ctr" eaLnBrk="1" hangingPunct="1"/>
            <a:r>
              <a:rPr lang="en-US" altLang="en-US" sz="8000">
                <a:solidFill>
                  <a:srgbClr val="FFFFFF"/>
                </a:solidFill>
                <a:latin typeface="Casper"/>
                <a:cs typeface="Segoe UI" pitchFamily="34" charset="0"/>
              </a:rPr>
              <a:t>THANK YOU</a:t>
            </a:r>
          </a:p>
        </p:txBody>
      </p:sp>
      <p:sp>
        <p:nvSpPr>
          <p:cNvPr id="54280" name="Diamond 6"/>
          <p:cNvSpPr>
            <a:spLocks noChangeArrowheads="1"/>
          </p:cNvSpPr>
          <p:nvPr/>
        </p:nvSpPr>
        <p:spPr bwMode="auto">
          <a:xfrm>
            <a:off x="2641600" y="1214438"/>
            <a:ext cx="2430463" cy="3225800"/>
          </a:xfrm>
          <a:custGeom>
            <a:avLst/>
            <a:gdLst>
              <a:gd name="T0" fmla="*/ 2430463 w 2430463"/>
              <a:gd name="T1" fmla="*/ 2413000 h 3225800"/>
              <a:gd name="T2" fmla="*/ 1612911 w 2430463"/>
              <a:gd name="T3" fmla="*/ 3225800 h 3225800"/>
              <a:gd name="T4" fmla="*/ 0 w 2430463"/>
              <a:gd name="T5" fmla="*/ 1612900 h 3225800"/>
              <a:gd name="T6" fmla="*/ 1612911 w 2430463"/>
              <a:gd name="T7" fmla="*/ 0 h 3225800"/>
              <a:gd name="T8" fmla="*/ 2430463 w 2430463"/>
              <a:gd name="T9" fmla="*/ 817563 h 3225800"/>
              <a:gd name="T10" fmla="*/ 0 60000 65536"/>
              <a:gd name="T11" fmla="*/ 0 60000 65536"/>
              <a:gd name="T12" fmla="*/ 0 60000 65536"/>
              <a:gd name="T13" fmla="*/ 0 60000 65536"/>
              <a:gd name="T14" fmla="*/ 0 60000 65536"/>
              <a:gd name="T15" fmla="*/ 0 w 2430463"/>
              <a:gd name="T16" fmla="*/ 0 h 3225800"/>
              <a:gd name="T17" fmla="*/ 2430463 w 2430463"/>
              <a:gd name="T18" fmla="*/ 3225800 h 3225800"/>
            </a:gdLst>
            <a:ahLst/>
            <a:cxnLst>
              <a:cxn ang="T10">
                <a:pos x="T0" y="T1"/>
              </a:cxn>
              <a:cxn ang="T11">
                <a:pos x="T2" y="T3"/>
              </a:cxn>
              <a:cxn ang="T12">
                <a:pos x="T4" y="T5"/>
              </a:cxn>
              <a:cxn ang="T13">
                <a:pos x="T6" y="T7"/>
              </a:cxn>
              <a:cxn ang="T14">
                <a:pos x="T8" y="T9"/>
              </a:cxn>
            </a:cxnLst>
            <a:rect l="T15" t="T16" r="T17" b="T18"/>
            <a:pathLst>
              <a:path w="2430463" h="3225800">
                <a:moveTo>
                  <a:pt x="2430463" y="2413000"/>
                </a:moveTo>
                <a:lnTo>
                  <a:pt x="1612900" y="3225800"/>
                </a:lnTo>
                <a:lnTo>
                  <a:pt x="0" y="1612900"/>
                </a:lnTo>
                <a:lnTo>
                  <a:pt x="1612900" y="0"/>
                </a:lnTo>
                <a:lnTo>
                  <a:pt x="2430463" y="817563"/>
                </a:lnTo>
              </a:path>
            </a:pathLst>
          </a:custGeom>
          <a:noFill/>
          <a:ln w="381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54281" name="Diamond 6"/>
          <p:cNvSpPr>
            <a:spLocks noChangeArrowheads="1"/>
          </p:cNvSpPr>
          <p:nvPr/>
        </p:nvSpPr>
        <p:spPr bwMode="auto">
          <a:xfrm>
            <a:off x="2898775" y="1214438"/>
            <a:ext cx="2430463" cy="3225800"/>
          </a:xfrm>
          <a:custGeom>
            <a:avLst/>
            <a:gdLst>
              <a:gd name="T0" fmla="*/ 2430463 w 2430463"/>
              <a:gd name="T1" fmla="*/ 2413000 h 3225800"/>
              <a:gd name="T2" fmla="*/ 1612911 w 2430463"/>
              <a:gd name="T3" fmla="*/ 3225800 h 3225800"/>
              <a:gd name="T4" fmla="*/ 0 w 2430463"/>
              <a:gd name="T5" fmla="*/ 1612900 h 3225800"/>
              <a:gd name="T6" fmla="*/ 1612911 w 2430463"/>
              <a:gd name="T7" fmla="*/ 0 h 3225800"/>
              <a:gd name="T8" fmla="*/ 2430463 w 2430463"/>
              <a:gd name="T9" fmla="*/ 817563 h 3225800"/>
              <a:gd name="T10" fmla="*/ 0 60000 65536"/>
              <a:gd name="T11" fmla="*/ 0 60000 65536"/>
              <a:gd name="T12" fmla="*/ 0 60000 65536"/>
              <a:gd name="T13" fmla="*/ 0 60000 65536"/>
              <a:gd name="T14" fmla="*/ 0 60000 65536"/>
              <a:gd name="T15" fmla="*/ 0 w 2430463"/>
              <a:gd name="T16" fmla="*/ 0 h 3225800"/>
              <a:gd name="T17" fmla="*/ 2430463 w 2430463"/>
              <a:gd name="T18" fmla="*/ 3225800 h 3225800"/>
            </a:gdLst>
            <a:ahLst/>
            <a:cxnLst>
              <a:cxn ang="T10">
                <a:pos x="T0" y="T1"/>
              </a:cxn>
              <a:cxn ang="T11">
                <a:pos x="T2" y="T3"/>
              </a:cxn>
              <a:cxn ang="T12">
                <a:pos x="T4" y="T5"/>
              </a:cxn>
              <a:cxn ang="T13">
                <a:pos x="T6" y="T7"/>
              </a:cxn>
              <a:cxn ang="T14">
                <a:pos x="T8" y="T9"/>
              </a:cxn>
            </a:cxnLst>
            <a:rect l="T15" t="T16" r="T17" b="T18"/>
            <a:pathLst>
              <a:path w="2430463" h="3225800">
                <a:moveTo>
                  <a:pt x="2430463" y="2413000"/>
                </a:moveTo>
                <a:lnTo>
                  <a:pt x="1612900" y="3225800"/>
                </a:lnTo>
                <a:lnTo>
                  <a:pt x="0" y="1612900"/>
                </a:lnTo>
                <a:lnTo>
                  <a:pt x="1612900" y="0"/>
                </a:lnTo>
                <a:lnTo>
                  <a:pt x="2430463" y="817563"/>
                </a:lnTo>
              </a:path>
            </a:pathLst>
          </a:custGeom>
          <a:noFill/>
          <a:ln w="38100" algn="ctr">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grpSp>
        <p:nvGrpSpPr>
          <p:cNvPr id="54282" name="Group 28"/>
          <p:cNvGrpSpPr>
            <a:grpSpLocks/>
          </p:cNvGrpSpPr>
          <p:nvPr/>
        </p:nvGrpSpPr>
        <p:grpSpPr bwMode="auto">
          <a:xfrm>
            <a:off x="238125" y="152400"/>
            <a:ext cx="409575" cy="1612900"/>
            <a:chOff x="83821" y="0"/>
            <a:chExt cx="219636" cy="903079"/>
          </a:xfrm>
        </p:grpSpPr>
        <p:sp>
          <p:nvSpPr>
            <p:cNvPr id="30" name="Rectangle 29"/>
            <p:cNvSpPr/>
            <p:nvPr/>
          </p:nvSpPr>
          <p:spPr>
            <a:xfrm>
              <a:off x="83821" y="0"/>
              <a:ext cx="219636" cy="21065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1" name="Rectangle 30"/>
            <p:cNvSpPr/>
            <p:nvPr/>
          </p:nvSpPr>
          <p:spPr>
            <a:xfrm>
              <a:off x="84673" y="408874"/>
              <a:ext cx="218784" cy="49420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2" name="Rectangle 31"/>
            <p:cNvSpPr/>
            <p:nvPr/>
          </p:nvSpPr>
          <p:spPr>
            <a:xfrm>
              <a:off x="83821" y="210659"/>
              <a:ext cx="217933" cy="221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graphicFrame>
          <p:nvGraphicFramePr>
            <p:cNvPr id="54287" name="Object 75"/>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54292" name="CorelDRAW" r:id="rId4" imgW="2169000" imgH="2169360" progId="">
                    <p:embed/>
                  </p:oleObj>
                </mc:Choice>
                <mc:Fallback>
                  <p:oleObj name="CorelDRAW" r:id="rId4" imgW="2169000" imgH="2169360" progId="">
                    <p:embed/>
                    <p:pic>
                      <p:nvPicPr>
                        <p:cNvPr id="0" name="Object 7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54283" name="Slide Number Placeholder 14"/>
          <p:cNvSpPr>
            <a:spLocks noGrp="1" noChangeArrowheads="1"/>
          </p:cNvSpPr>
          <p:nvPr>
            <p:ph type="sldNum" sz="quarter" idx="1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070CC9E0-0F05-408E-8120-0752E394925B}" type="slidenum">
              <a:rPr lang="en-US" altLang="en-US">
                <a:solidFill>
                  <a:srgbClr val="898989"/>
                </a:solidFill>
                <a:latin typeface="Calibri" pitchFamily="34" charset="0"/>
              </a:rPr>
              <a:pPr/>
              <a:t>20</a:t>
            </a:fld>
            <a:endParaRPr lang="en-US" altLang="en-US">
              <a:solidFill>
                <a:srgbClr val="898989"/>
              </a:solidFill>
              <a:latin typeface="Calibri" pitchFamily="3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ACF23724-1A81-4DB7-91CA-0C1780A166A4"/>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5 Input Output Functions"/>
  <p:tag name="ISPRING_FIRST_PUBLISH" val="1"/>
</p:tagLst>
</file>

<file path=ppt/theme/theme1.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Custom Design">
  <a:themeElements>
    <a:clrScheme name="Virtusa-2017">
      <a:dk1>
        <a:srgbClr val="3C3C3C"/>
      </a:dk1>
      <a:lt1>
        <a:srgbClr val="FFFFFF"/>
      </a:lt1>
      <a:dk2>
        <a:srgbClr val="696666"/>
      </a:dk2>
      <a:lt2>
        <a:srgbClr val="AFCDE6"/>
      </a:lt2>
      <a:accent1>
        <a:srgbClr val="FE6B2B"/>
      </a:accent1>
      <a:accent2>
        <a:srgbClr val="FF9F35"/>
      </a:accent2>
      <a:accent3>
        <a:srgbClr val="00A85D"/>
      </a:accent3>
      <a:accent4>
        <a:srgbClr val="199CDB"/>
      </a:accent4>
      <a:accent5>
        <a:srgbClr val="3C44AB"/>
      </a:accent5>
      <a:accent6>
        <a:srgbClr val="1E2743"/>
      </a:accent6>
      <a:hlink>
        <a:srgbClr val="FE6B2B"/>
      </a:hlink>
      <a:folHlink>
        <a:srgbClr val="FE6B2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a:solidFill>
            <a:schemeClr val="tx2">
              <a:lumMod val="20000"/>
              <a:lumOff val="80000"/>
            </a:schemeClr>
          </a:solidFill>
        </a:ln>
      </a:spPr>
      <a:bodyPr/>
      <a:lstStyle/>
      <a:style>
        <a:lnRef idx="1">
          <a:schemeClr val="dk1"/>
        </a:lnRef>
        <a:fillRef idx="0">
          <a:schemeClr val="dk1"/>
        </a:fillRef>
        <a:effectRef idx="0">
          <a:schemeClr val="dk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3378</TotalTime>
  <Words>937</Words>
  <Application>Microsoft Office PowerPoint</Application>
  <PresentationFormat>Widescreen</PresentationFormat>
  <Paragraphs>280</Paragraphs>
  <Slides>20</Slides>
  <Notes>11</Notes>
  <HiddenSlides>0</HiddenSlides>
  <MMClips>0</MMClips>
  <ScaleCrop>false</ScaleCrop>
  <HeadingPairs>
    <vt:vector size="8" baseType="variant">
      <vt:variant>
        <vt:lpstr>Fonts Used</vt:lpstr>
      </vt:variant>
      <vt:variant>
        <vt:i4>14</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37" baseType="lpstr">
      <vt:lpstr>Arial</vt:lpstr>
      <vt:lpstr>Arial Black</vt:lpstr>
      <vt:lpstr>Arial Unicode MS</vt:lpstr>
      <vt:lpstr>calibri</vt:lpstr>
      <vt:lpstr>calibri</vt:lpstr>
      <vt:lpstr>Calibri Light</vt:lpstr>
      <vt:lpstr>Casper</vt:lpstr>
      <vt:lpstr>Georgia</vt:lpstr>
      <vt:lpstr>Karla</vt:lpstr>
      <vt:lpstr>King</vt:lpstr>
      <vt:lpstr>Raleway ExtraBold</vt:lpstr>
      <vt:lpstr>Segoe UI</vt:lpstr>
      <vt:lpstr>Times New Roman</vt:lpstr>
      <vt:lpstr>Wingdings</vt:lpstr>
      <vt:lpstr>Contents Slide Master</vt:lpstr>
      <vt:lpstr>Custom Design</vt:lpstr>
      <vt:lpstr>CorelDRAW</vt:lpstr>
      <vt:lpstr>PowerPoint Presentation</vt:lpstr>
      <vt:lpstr>Introduction to Problem Solving</vt:lpstr>
      <vt:lpstr>PowerPoint Presentation</vt:lpstr>
      <vt:lpstr>Scheme of Evaluation  </vt:lpstr>
      <vt:lpstr>PowerPoint Presentation</vt:lpstr>
      <vt:lpstr>PowerPoint Presentation</vt:lpstr>
      <vt:lpstr>I/O types</vt:lpstr>
      <vt:lpstr>Loops Definition &amp; Syntax </vt:lpstr>
      <vt:lpstr>Break statement</vt:lpstr>
      <vt:lpstr>Example</vt:lpstr>
      <vt:lpstr>Continue statement </vt:lpstr>
      <vt:lpstr>Example</vt:lpstr>
      <vt:lpstr>goto statement</vt:lpstr>
      <vt:lpstr>Return statement</vt:lpstr>
      <vt:lpstr>Summary</vt:lpstr>
      <vt:lpstr>PowerPoint Presentation</vt:lpstr>
      <vt:lpstr>FAQ</vt:lpstr>
      <vt:lpstr>Assessment Questions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5 Input Output Functions</dc:title>
  <dc:creator>Branding</dc:creator>
  <cp:lastModifiedBy>nishu</cp:lastModifiedBy>
  <cp:revision>270</cp:revision>
  <dcterms:created xsi:type="dcterms:W3CDTF">2019-01-09T10:33:58Z</dcterms:created>
  <dcterms:modified xsi:type="dcterms:W3CDTF">2023-06-01T09:14:47Z</dcterms:modified>
</cp:coreProperties>
</file>