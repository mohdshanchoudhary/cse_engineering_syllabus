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  <p:sldMasterId id="2147483702" r:id="rId2"/>
  </p:sldMasterIdLst>
  <p:notesMasterIdLst>
    <p:notesMasterId r:id="rId19"/>
  </p:notesMasterIdLst>
  <p:handoutMasterIdLst>
    <p:handoutMasterId r:id="rId20"/>
  </p:handoutMasterIdLst>
  <p:sldIdLst>
    <p:sldId id="362" r:id="rId3"/>
    <p:sldId id="386" r:id="rId4"/>
    <p:sldId id="384" r:id="rId5"/>
    <p:sldId id="385" r:id="rId6"/>
    <p:sldId id="367" r:id="rId7"/>
    <p:sldId id="341" r:id="rId8"/>
    <p:sldId id="352" r:id="rId9"/>
    <p:sldId id="375" r:id="rId10"/>
    <p:sldId id="376" r:id="rId11"/>
    <p:sldId id="380" r:id="rId12"/>
    <p:sldId id="339" r:id="rId13"/>
    <p:sldId id="382" r:id="rId14"/>
    <p:sldId id="383" r:id="rId15"/>
    <p:sldId id="381" r:id="rId16"/>
    <p:sldId id="372" r:id="rId17"/>
    <p:sldId id="279" r:id="rId18"/>
  </p:sldIdLst>
  <p:sldSz cx="12192000" cy="6858000"/>
  <p:notesSz cx="6858000" cy="9144000"/>
  <p:custDataLst>
    <p:tags r:id="rId21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ED8137"/>
    <a:srgbClr val="860000"/>
    <a:srgbClr val="1B3F5B"/>
    <a:srgbClr val="00B0F0"/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7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6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ags" Target="tags/tag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D5EA51A-F66C-4B3D-8CA2-EC5547C8B5CB}" type="doc">
      <dgm:prSet loTypeId="urn:microsoft.com/office/officeart/2005/8/layout/hProcess9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852AAB1-BDF9-45A5-B90D-6FFFB796CEB8}">
      <dgm:prSet custT="1"/>
      <dgm:spPr>
        <a:xfrm>
          <a:off x="4822" y="1357788"/>
          <a:ext cx="2108299" cy="1810385"/>
        </a:xfr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en-US" sz="2400" b="0" dirty="0">
              <a:solidFill>
                <a:schemeClr val="tx1"/>
              </a:solidFill>
            </a:rPr>
            <a:t>Nested Looping</a:t>
          </a:r>
          <a:endParaRPr lang="en-US" sz="2400" b="0" dirty="0">
            <a:solidFill>
              <a:schemeClr val="tx1"/>
            </a:solidFill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69B2D50A-AE9B-4A80-A586-AE6147E118E7}" type="parTrans" cxnId="{938E2EA0-CDB9-4C7C-9592-D3BA227E920E}">
      <dgm:prSet/>
      <dgm:spPr/>
      <dgm:t>
        <a:bodyPr/>
        <a:lstStyle/>
        <a:p>
          <a:endParaRPr lang="en-US"/>
        </a:p>
      </dgm:t>
    </dgm:pt>
    <dgm:pt modelId="{A03E38F5-0F1F-493D-BF26-771C06FE2A99}" type="sibTrans" cxnId="{938E2EA0-CDB9-4C7C-9592-D3BA227E920E}">
      <dgm:prSet/>
      <dgm:spPr/>
      <dgm:t>
        <a:bodyPr/>
        <a:lstStyle/>
        <a:p>
          <a:endParaRPr lang="en-US"/>
        </a:p>
      </dgm:t>
    </dgm:pt>
    <dgm:pt modelId="{8636D3D0-E7A0-4A6B-9F7A-8E28903FCA53}">
      <dgm:prSet custT="1"/>
      <dgm:spPr>
        <a:xfrm>
          <a:off x="2218536" y="1357788"/>
          <a:ext cx="2108299" cy="1810385"/>
        </a:xfr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en-US" sz="2800" dirty="0">
              <a:solidFill>
                <a:schemeClr val="tx1"/>
              </a:solidFill>
              <a:latin typeface="Arial" pitchFamily="34" charset="0"/>
              <a:ea typeface="+mn-ea"/>
              <a:cs typeface="Arial" pitchFamily="34" charset="0"/>
            </a:rPr>
            <a:t> </a:t>
          </a:r>
          <a:r>
            <a:rPr lang="en-US" sz="2400" dirty="0">
              <a:solidFill>
                <a:schemeClr val="tx1"/>
              </a:solidFill>
              <a:latin typeface="Arial" pitchFamily="34" charset="0"/>
              <a:ea typeface="+mn-ea"/>
              <a:cs typeface="Arial" pitchFamily="34" charset="0"/>
            </a:rPr>
            <a:t>Syntax</a:t>
          </a:r>
          <a:endParaRPr lang="en-US" sz="2400" dirty="0">
            <a:solidFill>
              <a:schemeClr val="tx1"/>
            </a:solidFill>
            <a:latin typeface="Times New Roman" pitchFamily="18" charset="0"/>
            <a:ea typeface="+mn-ea"/>
            <a:cs typeface="Times New Roman" pitchFamily="18" charset="0"/>
          </a:endParaRPr>
        </a:p>
      </dgm:t>
    </dgm:pt>
    <dgm:pt modelId="{D3483E18-FE43-4751-A6B5-0588C1F6DB5C}" type="parTrans" cxnId="{3AE1666D-2CD3-4EE2-85D9-A655662D1E63}">
      <dgm:prSet/>
      <dgm:spPr/>
      <dgm:t>
        <a:bodyPr/>
        <a:lstStyle/>
        <a:p>
          <a:endParaRPr lang="en-US"/>
        </a:p>
      </dgm:t>
    </dgm:pt>
    <dgm:pt modelId="{52EA5179-9685-45C0-B897-474CD2B1456B}" type="sibTrans" cxnId="{3AE1666D-2CD3-4EE2-85D9-A655662D1E63}">
      <dgm:prSet/>
      <dgm:spPr/>
      <dgm:t>
        <a:bodyPr/>
        <a:lstStyle/>
        <a:p>
          <a:endParaRPr lang="en-US"/>
        </a:p>
      </dgm:t>
    </dgm:pt>
    <dgm:pt modelId="{E81BBABC-741E-47BF-A8F6-1719207D5ED5}">
      <dgm:prSet custT="1"/>
      <dgm:spPr>
        <a:xfrm>
          <a:off x="4432250" y="1357788"/>
          <a:ext cx="2108299" cy="1810385"/>
        </a:xfr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en-US" sz="24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rPr>
            <a:t>Working</a:t>
          </a:r>
        </a:p>
      </dgm:t>
    </dgm:pt>
    <dgm:pt modelId="{593BFC34-7FDD-436D-AAE9-02502B5A8175}" type="parTrans" cxnId="{0529986C-5824-4413-9EFE-1CCCCBF7A952}">
      <dgm:prSet/>
      <dgm:spPr/>
      <dgm:t>
        <a:bodyPr/>
        <a:lstStyle/>
        <a:p>
          <a:endParaRPr lang="en-US"/>
        </a:p>
      </dgm:t>
    </dgm:pt>
    <dgm:pt modelId="{1BEBE766-9433-4F46-B729-76C6FAFE70DF}" type="sibTrans" cxnId="{0529986C-5824-4413-9EFE-1CCCCBF7A952}">
      <dgm:prSet/>
      <dgm:spPr/>
      <dgm:t>
        <a:bodyPr/>
        <a:lstStyle/>
        <a:p>
          <a:endParaRPr lang="en-US"/>
        </a:p>
      </dgm:t>
    </dgm:pt>
    <dgm:pt modelId="{7A2C61C3-8C35-4B08-8477-C299F430BA6F}">
      <dgm:prSet custT="1"/>
      <dgm:spPr>
        <a:xfrm>
          <a:off x="6645964" y="1357788"/>
          <a:ext cx="2108299" cy="1810385"/>
        </a:xfr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pPr rtl="0"/>
          <a:r>
            <a:rPr lang="en-US" sz="24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rPr>
            <a:t>Examples</a:t>
          </a:r>
        </a:p>
      </dgm:t>
    </dgm:pt>
    <dgm:pt modelId="{CB877047-C215-4C92-A0DD-0E674399171C}" type="parTrans" cxnId="{333D9950-08AB-4F30-9BCC-B17AA64F9C61}">
      <dgm:prSet/>
      <dgm:spPr/>
      <dgm:t>
        <a:bodyPr/>
        <a:lstStyle/>
        <a:p>
          <a:endParaRPr lang="en-US"/>
        </a:p>
      </dgm:t>
    </dgm:pt>
    <dgm:pt modelId="{03D23E09-34C5-4D66-AFC8-7D6A566CEB85}" type="sibTrans" cxnId="{333D9950-08AB-4F30-9BCC-B17AA64F9C61}">
      <dgm:prSet/>
      <dgm:spPr/>
      <dgm:t>
        <a:bodyPr/>
        <a:lstStyle/>
        <a:p>
          <a:endParaRPr lang="en-US"/>
        </a:p>
      </dgm:t>
    </dgm:pt>
    <dgm:pt modelId="{162E2935-A6D5-475C-96AB-E565C34340D5}" type="pres">
      <dgm:prSet presAssocID="{FD5EA51A-F66C-4B3D-8CA2-EC5547C8B5CB}" presName="CompostProcess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E22D3DB-0524-47DC-8AAD-F96127B6FE54}" type="pres">
      <dgm:prSet presAssocID="{FD5EA51A-F66C-4B3D-8CA2-EC5547C8B5CB}" presName="arrow" presStyleLbl="bgShp" presStyleIdx="0" presStyleCnt="1" custScaleX="117647" custLinFactNeighborX="542" custLinFactNeighborY="8370"/>
      <dgm:spPr>
        <a:xfrm>
          <a:off x="822959" y="0"/>
          <a:ext cx="9326880" cy="4525963"/>
        </a:xfrm>
        <a:prstGeom prst="rightArrow">
          <a:avLst/>
        </a:prstGeom>
        <a:solidFill>
          <a:schemeClr val="accent2">
            <a:lumMod val="50000"/>
          </a:schemeClr>
        </a:solidFill>
        <a:ln>
          <a:noFill/>
        </a:ln>
        <a:effectLst/>
      </dgm:spPr>
    </dgm:pt>
    <dgm:pt modelId="{C9CA4A9C-6B85-4F1C-AB0C-B887C3AE402D}" type="pres">
      <dgm:prSet presAssocID="{FD5EA51A-F66C-4B3D-8CA2-EC5547C8B5CB}" presName="linearProcess" presStyleCnt="0"/>
      <dgm:spPr/>
    </dgm:pt>
    <dgm:pt modelId="{194C694B-B289-4DFE-9BE5-A9E174C5D70D}" type="pres">
      <dgm:prSet presAssocID="{C852AAB1-BDF9-45A5-B90D-6FFFB796CEB8}" presName="textNode" presStyleLbl="node1" presStyleIdx="0" presStyleCnt="4" custScaleX="65487" custScaleY="39241" custLinFactNeighborX="1774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598B6E05-8FF5-419F-BEBA-2090DADD5072}" type="pres">
      <dgm:prSet presAssocID="{A03E38F5-0F1F-493D-BF26-771C06FE2A99}" presName="sibTrans" presStyleCnt="0"/>
      <dgm:spPr/>
    </dgm:pt>
    <dgm:pt modelId="{70358FE6-FC06-42C3-A5D9-CA1BF17C6E50}" type="pres">
      <dgm:prSet presAssocID="{8636D3D0-E7A0-4A6B-9F7A-8E28903FCA53}" presName="textNode" presStyleLbl="node1" presStyleIdx="1" presStyleCnt="4" custScaleX="75493" custScaleY="44531" custLinFactNeighborX="-40570" custLinFactNeighborY="722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455CAAE7-B224-4398-AB42-0553E990A756}" type="pres">
      <dgm:prSet presAssocID="{52EA5179-9685-45C0-B897-474CD2B1456B}" presName="sibTrans" presStyleCnt="0"/>
      <dgm:spPr/>
    </dgm:pt>
    <dgm:pt modelId="{A2321190-82C4-4863-AE02-2B799C547A61}" type="pres">
      <dgm:prSet presAssocID="{E81BBABC-741E-47BF-A8F6-1719207D5ED5}" presName="textNode" presStyleLbl="node1" presStyleIdx="2" presStyleCnt="4" custScaleX="89426" custScaleY="43409" custLinFactNeighborX="-91808" custLinFactNeighborY="1443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  <dgm:pt modelId="{E927BA9A-ECCA-437D-B347-8D75E7DE5CCC}" type="pres">
      <dgm:prSet presAssocID="{1BEBE766-9433-4F46-B729-76C6FAFE70DF}" presName="sibTrans" presStyleCnt="0"/>
      <dgm:spPr/>
    </dgm:pt>
    <dgm:pt modelId="{8A824044-236F-4A77-AFFD-9BA491A1BA9B}" type="pres">
      <dgm:prSet presAssocID="{7A2C61C3-8C35-4B08-8477-C299F430BA6F}" presName="textNode" presStyleLbl="node1" presStyleIdx="3" presStyleCnt="4" custScaleX="79000" custScaleY="46295" custLinFactX="-8185" custLinFactNeighborX="-100000" custLinFactNeighborY="2886">
        <dgm:presLayoutVars>
          <dgm:bulletEnabled val="1"/>
        </dgm:presLayoutVars>
      </dgm:prSet>
      <dgm:spPr>
        <a:prstGeom prst="roundRect">
          <a:avLst/>
        </a:prstGeom>
      </dgm:spPr>
      <dgm:t>
        <a:bodyPr/>
        <a:lstStyle/>
        <a:p>
          <a:endParaRPr lang="en-US"/>
        </a:p>
      </dgm:t>
    </dgm:pt>
  </dgm:ptLst>
  <dgm:cxnLst>
    <dgm:cxn modelId="{ACCEAA04-19E1-4ECA-811C-7A238E7EFE4E}" type="presOf" srcId="{8636D3D0-E7A0-4A6B-9F7A-8E28903FCA53}" destId="{70358FE6-FC06-42C3-A5D9-CA1BF17C6E50}" srcOrd="0" destOrd="0" presId="urn:microsoft.com/office/officeart/2005/8/layout/hProcess9"/>
    <dgm:cxn modelId="{71FC22FF-F461-4DF1-9AF1-31F0751589D6}" type="presOf" srcId="{C852AAB1-BDF9-45A5-B90D-6FFFB796CEB8}" destId="{194C694B-B289-4DFE-9BE5-A9E174C5D70D}" srcOrd="0" destOrd="0" presId="urn:microsoft.com/office/officeart/2005/8/layout/hProcess9"/>
    <dgm:cxn modelId="{3AE1666D-2CD3-4EE2-85D9-A655662D1E63}" srcId="{FD5EA51A-F66C-4B3D-8CA2-EC5547C8B5CB}" destId="{8636D3D0-E7A0-4A6B-9F7A-8E28903FCA53}" srcOrd="1" destOrd="0" parTransId="{D3483E18-FE43-4751-A6B5-0588C1F6DB5C}" sibTransId="{52EA5179-9685-45C0-B897-474CD2B1456B}"/>
    <dgm:cxn modelId="{333D9950-08AB-4F30-9BCC-B17AA64F9C61}" srcId="{FD5EA51A-F66C-4B3D-8CA2-EC5547C8B5CB}" destId="{7A2C61C3-8C35-4B08-8477-C299F430BA6F}" srcOrd="3" destOrd="0" parTransId="{CB877047-C215-4C92-A0DD-0E674399171C}" sibTransId="{03D23E09-34C5-4D66-AFC8-7D6A566CEB85}"/>
    <dgm:cxn modelId="{0529986C-5824-4413-9EFE-1CCCCBF7A952}" srcId="{FD5EA51A-F66C-4B3D-8CA2-EC5547C8B5CB}" destId="{E81BBABC-741E-47BF-A8F6-1719207D5ED5}" srcOrd="2" destOrd="0" parTransId="{593BFC34-7FDD-436D-AAE9-02502B5A8175}" sibTransId="{1BEBE766-9433-4F46-B729-76C6FAFE70DF}"/>
    <dgm:cxn modelId="{938E2EA0-CDB9-4C7C-9592-D3BA227E920E}" srcId="{FD5EA51A-F66C-4B3D-8CA2-EC5547C8B5CB}" destId="{C852AAB1-BDF9-45A5-B90D-6FFFB796CEB8}" srcOrd="0" destOrd="0" parTransId="{69B2D50A-AE9B-4A80-A586-AE6147E118E7}" sibTransId="{A03E38F5-0F1F-493D-BF26-771C06FE2A99}"/>
    <dgm:cxn modelId="{6F0CE474-1FD5-4506-A4D9-5025ADB38A58}" type="presOf" srcId="{FD5EA51A-F66C-4B3D-8CA2-EC5547C8B5CB}" destId="{162E2935-A6D5-475C-96AB-E565C34340D5}" srcOrd="0" destOrd="0" presId="urn:microsoft.com/office/officeart/2005/8/layout/hProcess9"/>
    <dgm:cxn modelId="{B01D15C6-CB18-41AF-93CB-4275F72D986B}" type="presOf" srcId="{E81BBABC-741E-47BF-A8F6-1719207D5ED5}" destId="{A2321190-82C4-4863-AE02-2B799C547A61}" srcOrd="0" destOrd="0" presId="urn:microsoft.com/office/officeart/2005/8/layout/hProcess9"/>
    <dgm:cxn modelId="{6FB8E729-E040-40D9-BFF1-B4B1C0245580}" type="presOf" srcId="{7A2C61C3-8C35-4B08-8477-C299F430BA6F}" destId="{8A824044-236F-4A77-AFFD-9BA491A1BA9B}" srcOrd="0" destOrd="0" presId="urn:microsoft.com/office/officeart/2005/8/layout/hProcess9"/>
    <dgm:cxn modelId="{01B07E06-56D3-42D0-91D0-6504F4BA92F0}" type="presParOf" srcId="{162E2935-A6D5-475C-96AB-E565C34340D5}" destId="{1E22D3DB-0524-47DC-8AAD-F96127B6FE54}" srcOrd="0" destOrd="0" presId="urn:microsoft.com/office/officeart/2005/8/layout/hProcess9"/>
    <dgm:cxn modelId="{614AFE67-124A-4223-BF40-FBBFAFB73B00}" type="presParOf" srcId="{162E2935-A6D5-475C-96AB-E565C34340D5}" destId="{C9CA4A9C-6B85-4F1C-AB0C-B887C3AE402D}" srcOrd="1" destOrd="0" presId="urn:microsoft.com/office/officeart/2005/8/layout/hProcess9"/>
    <dgm:cxn modelId="{440E7C26-488A-4D7D-88C2-988842247C63}" type="presParOf" srcId="{C9CA4A9C-6B85-4F1C-AB0C-B887C3AE402D}" destId="{194C694B-B289-4DFE-9BE5-A9E174C5D70D}" srcOrd="0" destOrd="0" presId="urn:microsoft.com/office/officeart/2005/8/layout/hProcess9"/>
    <dgm:cxn modelId="{65FE7365-F5F5-426A-98B4-6A5C7315446E}" type="presParOf" srcId="{C9CA4A9C-6B85-4F1C-AB0C-B887C3AE402D}" destId="{598B6E05-8FF5-419F-BEBA-2090DADD5072}" srcOrd="1" destOrd="0" presId="urn:microsoft.com/office/officeart/2005/8/layout/hProcess9"/>
    <dgm:cxn modelId="{ECC600C4-6BCD-47D5-9BA7-E15428BA4C4D}" type="presParOf" srcId="{C9CA4A9C-6B85-4F1C-AB0C-B887C3AE402D}" destId="{70358FE6-FC06-42C3-A5D9-CA1BF17C6E50}" srcOrd="2" destOrd="0" presId="urn:microsoft.com/office/officeart/2005/8/layout/hProcess9"/>
    <dgm:cxn modelId="{132A06DB-2B1D-4A13-9BB4-867DF04E8A8F}" type="presParOf" srcId="{C9CA4A9C-6B85-4F1C-AB0C-B887C3AE402D}" destId="{455CAAE7-B224-4398-AB42-0553E990A756}" srcOrd="3" destOrd="0" presId="urn:microsoft.com/office/officeart/2005/8/layout/hProcess9"/>
    <dgm:cxn modelId="{B859D6CE-36D9-42A9-BED6-645C5FFCFC3B}" type="presParOf" srcId="{C9CA4A9C-6B85-4F1C-AB0C-B887C3AE402D}" destId="{A2321190-82C4-4863-AE02-2B799C547A61}" srcOrd="4" destOrd="0" presId="urn:microsoft.com/office/officeart/2005/8/layout/hProcess9"/>
    <dgm:cxn modelId="{543225E6-7A7E-4168-985C-311A0F1C562D}" type="presParOf" srcId="{C9CA4A9C-6B85-4F1C-AB0C-B887C3AE402D}" destId="{E927BA9A-ECCA-437D-B347-8D75E7DE5CCC}" srcOrd="5" destOrd="0" presId="urn:microsoft.com/office/officeart/2005/8/layout/hProcess9"/>
    <dgm:cxn modelId="{FFB62325-FFC7-4F6D-83D9-5F6B7CAD0DD7}" type="presParOf" srcId="{C9CA4A9C-6B85-4F1C-AB0C-B887C3AE402D}" destId="{8A824044-236F-4A77-AFFD-9BA491A1BA9B}" srcOrd="6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E16C22A-54E3-4D1B-AB6F-30D02F604542}" type="doc">
      <dgm:prSet loTypeId="urn:microsoft.com/office/officeart/2005/8/layout/list1" loCatId="list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US"/>
        </a:p>
      </dgm:t>
    </dgm:pt>
    <dgm:pt modelId="{DBC17E41-E877-4625-869E-97BC467FB50B}">
      <dgm:prSet phldrT="[Text]" custT="1"/>
      <dgm:spPr>
        <a:solidFill>
          <a:srgbClr val="ED8137"/>
        </a:solidFill>
        <a:ln>
          <a:solidFill>
            <a:schemeClr val="accent1"/>
          </a:solidFill>
        </a:ln>
      </dgm:spPr>
      <dgm:t>
        <a:bodyPr/>
        <a:lstStyle/>
        <a:p>
          <a:pPr algn="just"/>
          <a:r>
            <a:rPr lang="en-US" sz="2000" dirty="0">
              <a:solidFill>
                <a:schemeClr val="tx1"/>
              </a:solidFill>
            </a:rPr>
            <a:t>A loop within another loop is called nested loop. C programming language supports nesting of one loop inside another. We can define any number of loops inside another loop. And also have any number of nesting level.</a:t>
          </a:r>
          <a:r>
            <a:rPr lang="en-US" sz="2400" dirty="0">
              <a:solidFill>
                <a:schemeClr val="tx1"/>
              </a:solidFill>
            </a:rPr>
            <a:t>. </a:t>
          </a:r>
          <a:endParaRPr lang="en-US" sz="2400" dirty="0">
            <a:solidFill>
              <a:schemeClr val="tx1"/>
            </a:solidFill>
            <a:latin typeface="Arial" pitchFamily="34" charset="0"/>
            <a:cs typeface="Arial" pitchFamily="34" charset="0"/>
          </a:endParaRPr>
        </a:p>
      </dgm:t>
    </dgm:pt>
    <dgm:pt modelId="{BB1D78B4-8701-4907-822F-E58C835DCD9F}" type="parTrans" cxnId="{2E0784DC-EFD4-4BEE-ADFC-F6DBC4BFE618}">
      <dgm:prSet/>
      <dgm:spPr/>
      <dgm:t>
        <a:bodyPr/>
        <a:lstStyle/>
        <a:p>
          <a:endParaRPr lang="en-US"/>
        </a:p>
      </dgm:t>
    </dgm:pt>
    <dgm:pt modelId="{D673935C-677E-4214-8EF5-72429AFA300A}" type="sibTrans" cxnId="{2E0784DC-EFD4-4BEE-ADFC-F6DBC4BFE618}">
      <dgm:prSet/>
      <dgm:spPr/>
      <dgm:t>
        <a:bodyPr/>
        <a:lstStyle/>
        <a:p>
          <a:endParaRPr lang="en-US"/>
        </a:p>
      </dgm:t>
    </dgm:pt>
    <dgm:pt modelId="{A9C55C1D-BEB4-413E-9712-63D64FCCE92B}" type="pres">
      <dgm:prSet presAssocID="{EE16C22A-54E3-4D1B-AB6F-30D02F60454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B9B231C-2A75-4822-9A3A-1907D7BC6BA4}" type="pres">
      <dgm:prSet presAssocID="{DBC17E41-E877-4625-869E-97BC467FB50B}" presName="parentLin" presStyleCnt="0"/>
      <dgm:spPr/>
    </dgm:pt>
    <dgm:pt modelId="{23B7DDB7-C304-42EC-A754-A23114F4A7C5}" type="pres">
      <dgm:prSet presAssocID="{DBC17E41-E877-4625-869E-97BC467FB50B}" presName="parentLeftMargin" presStyleLbl="node1" presStyleIdx="0" presStyleCnt="1"/>
      <dgm:spPr/>
      <dgm:t>
        <a:bodyPr/>
        <a:lstStyle/>
        <a:p>
          <a:endParaRPr lang="en-US"/>
        </a:p>
      </dgm:t>
    </dgm:pt>
    <dgm:pt modelId="{E6998537-B21C-4E36-B02B-9C781D395043}" type="pres">
      <dgm:prSet presAssocID="{DBC17E41-E877-4625-869E-97BC467FB50B}" presName="parentText" presStyleLbl="node1" presStyleIdx="0" presStyleCnt="1" custScaleX="126002" custScaleY="85142" custLinFactNeighborX="-22624" custLinFactNeighborY="-45464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93D0BFA-B151-47AC-BBFC-E9BB2A4B5A35}" type="pres">
      <dgm:prSet presAssocID="{DBC17E41-E877-4625-869E-97BC467FB50B}" presName="negativeSpace" presStyleCnt="0"/>
      <dgm:spPr/>
    </dgm:pt>
    <dgm:pt modelId="{67445B82-EA8F-48F5-B904-9ED3701BEA80}" type="pres">
      <dgm:prSet presAssocID="{DBC17E41-E877-4625-869E-97BC467FB50B}" presName="childText" presStyleLbl="conFgAcc1" presStyleIdx="0" presStyleCnt="1">
        <dgm:presLayoutVars>
          <dgm:bulletEnabled val="1"/>
        </dgm:presLayoutVars>
      </dgm:prSet>
      <dgm:spPr>
        <a:solidFill>
          <a:schemeClr val="accent2">
            <a:lumMod val="50000"/>
            <a:alpha val="90000"/>
          </a:schemeClr>
        </a:solidFill>
      </dgm:spPr>
    </dgm:pt>
  </dgm:ptLst>
  <dgm:cxnLst>
    <dgm:cxn modelId="{02BE1F37-C4D6-4672-8502-D010B96C68B3}" type="presOf" srcId="{EE16C22A-54E3-4D1B-AB6F-30D02F604542}" destId="{A9C55C1D-BEB4-413E-9712-63D64FCCE92B}" srcOrd="0" destOrd="0" presId="urn:microsoft.com/office/officeart/2005/8/layout/list1"/>
    <dgm:cxn modelId="{129D5595-3B97-4F16-877A-FEFF3D6C0A20}" type="presOf" srcId="{DBC17E41-E877-4625-869E-97BC467FB50B}" destId="{23B7DDB7-C304-42EC-A754-A23114F4A7C5}" srcOrd="0" destOrd="0" presId="urn:microsoft.com/office/officeart/2005/8/layout/list1"/>
    <dgm:cxn modelId="{2E0784DC-EFD4-4BEE-ADFC-F6DBC4BFE618}" srcId="{EE16C22A-54E3-4D1B-AB6F-30D02F604542}" destId="{DBC17E41-E877-4625-869E-97BC467FB50B}" srcOrd="0" destOrd="0" parTransId="{BB1D78B4-8701-4907-822F-E58C835DCD9F}" sibTransId="{D673935C-677E-4214-8EF5-72429AFA300A}"/>
    <dgm:cxn modelId="{F2A4EE0F-524A-4327-B288-8D1C4B5A2D49}" type="presOf" srcId="{DBC17E41-E877-4625-869E-97BC467FB50B}" destId="{E6998537-B21C-4E36-B02B-9C781D395043}" srcOrd="1" destOrd="0" presId="urn:microsoft.com/office/officeart/2005/8/layout/list1"/>
    <dgm:cxn modelId="{BC2F4509-A08A-42C7-8286-951A75AD9779}" type="presParOf" srcId="{A9C55C1D-BEB4-413E-9712-63D64FCCE92B}" destId="{FB9B231C-2A75-4822-9A3A-1907D7BC6BA4}" srcOrd="0" destOrd="0" presId="urn:microsoft.com/office/officeart/2005/8/layout/list1"/>
    <dgm:cxn modelId="{D479EBCB-34FE-4CAB-A1E2-78C63B694599}" type="presParOf" srcId="{FB9B231C-2A75-4822-9A3A-1907D7BC6BA4}" destId="{23B7DDB7-C304-42EC-A754-A23114F4A7C5}" srcOrd="0" destOrd="0" presId="urn:microsoft.com/office/officeart/2005/8/layout/list1"/>
    <dgm:cxn modelId="{7A29CA5A-9ABB-4CC9-B9CE-E0CE4BC36BED}" type="presParOf" srcId="{FB9B231C-2A75-4822-9A3A-1907D7BC6BA4}" destId="{E6998537-B21C-4E36-B02B-9C781D395043}" srcOrd="1" destOrd="0" presId="urn:microsoft.com/office/officeart/2005/8/layout/list1"/>
    <dgm:cxn modelId="{D32D6CDE-569B-44F2-B438-2A01DF00C6A1}" type="presParOf" srcId="{A9C55C1D-BEB4-413E-9712-63D64FCCE92B}" destId="{793D0BFA-B151-47AC-BBFC-E9BB2A4B5A35}" srcOrd="1" destOrd="0" presId="urn:microsoft.com/office/officeart/2005/8/layout/list1"/>
    <dgm:cxn modelId="{FA1D9C5E-41BE-46BB-8285-4A7DDB69D33F}" type="presParOf" srcId="{A9C55C1D-BEB4-413E-9712-63D64FCCE92B}" destId="{67445B82-EA8F-48F5-B904-9ED3701BEA80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22D3DB-0524-47DC-8AAD-F96127B6FE54}">
      <dsp:nvSpPr>
        <dsp:cNvPr id="0" name=""/>
        <dsp:cNvSpPr/>
      </dsp:nvSpPr>
      <dsp:spPr>
        <a:xfrm>
          <a:off x="5" y="0"/>
          <a:ext cx="11306873" cy="4099243"/>
        </a:xfrm>
        <a:prstGeom prst="rightArrow">
          <a:avLst/>
        </a:prstGeom>
        <a:solidFill>
          <a:schemeClr val="accent2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4C694B-B289-4DFE-9BE5-A9E174C5D70D}">
      <dsp:nvSpPr>
        <dsp:cNvPr id="0" name=""/>
        <dsp:cNvSpPr/>
      </dsp:nvSpPr>
      <dsp:spPr>
        <a:xfrm>
          <a:off x="66433" y="1727904"/>
          <a:ext cx="2175798" cy="643433"/>
        </a:xfrm>
        <a:prstGeom prst="roundRect">
          <a:avLst/>
        </a:prstGeo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b="0" kern="1200" dirty="0">
              <a:solidFill>
                <a:schemeClr val="tx1"/>
              </a:solidFill>
            </a:rPr>
            <a:t>Nested Looping</a:t>
          </a:r>
          <a:endParaRPr lang="en-US" sz="2400" b="0" kern="1200" dirty="0">
            <a:solidFill>
              <a:schemeClr val="tx1"/>
            </a:solidFill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97843" y="1759314"/>
        <a:ext cx="2112978" cy="580613"/>
      </dsp:txXfrm>
    </dsp:sp>
    <dsp:sp modelId="{70358FE6-FC06-42C3-A5D9-CA1BF17C6E50}">
      <dsp:nvSpPr>
        <dsp:cNvPr id="0" name=""/>
        <dsp:cNvSpPr/>
      </dsp:nvSpPr>
      <dsp:spPr>
        <a:xfrm>
          <a:off x="2383131" y="1696373"/>
          <a:ext cx="2508246" cy="730173"/>
        </a:xfrm>
        <a:prstGeom prst="roundRect">
          <a:avLst/>
        </a:prstGeo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lvl="0" algn="ctr" defTabSz="12446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800" kern="1200" dirty="0">
              <a:solidFill>
                <a:schemeClr val="tx1"/>
              </a:solidFill>
              <a:latin typeface="Arial" pitchFamily="34" charset="0"/>
              <a:ea typeface="+mn-ea"/>
              <a:cs typeface="Arial" pitchFamily="34" charset="0"/>
            </a:rPr>
            <a:t> </a:t>
          </a:r>
          <a:r>
            <a:rPr lang="en-US" sz="2400" kern="1200" dirty="0">
              <a:solidFill>
                <a:schemeClr val="tx1"/>
              </a:solidFill>
              <a:latin typeface="Arial" pitchFamily="34" charset="0"/>
              <a:ea typeface="+mn-ea"/>
              <a:cs typeface="Arial" pitchFamily="34" charset="0"/>
            </a:rPr>
            <a:t>Syntax</a:t>
          </a:r>
          <a:endParaRPr lang="en-US" sz="2400" kern="1200" dirty="0">
            <a:solidFill>
              <a:schemeClr val="tx1"/>
            </a:solidFill>
            <a:latin typeface="Times New Roman" pitchFamily="18" charset="0"/>
            <a:ea typeface="+mn-ea"/>
            <a:cs typeface="Times New Roman" pitchFamily="18" charset="0"/>
          </a:endParaRPr>
        </a:p>
      </dsp:txBody>
      <dsp:txXfrm>
        <a:off x="2418775" y="1732017"/>
        <a:ext cx="2436958" cy="658885"/>
      </dsp:txXfrm>
    </dsp:sp>
    <dsp:sp modelId="{A2321190-82C4-4863-AE02-2B799C547A61}">
      <dsp:nvSpPr>
        <dsp:cNvPr id="0" name=""/>
        <dsp:cNvSpPr/>
      </dsp:nvSpPr>
      <dsp:spPr>
        <a:xfrm>
          <a:off x="5056188" y="1717394"/>
          <a:ext cx="2971169" cy="711776"/>
        </a:xfrm>
        <a:prstGeom prst="roundRect">
          <a:avLst/>
        </a:prstGeo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rPr>
            <a:t>Working</a:t>
          </a:r>
        </a:p>
      </dsp:txBody>
      <dsp:txXfrm>
        <a:off x="5090934" y="1752140"/>
        <a:ext cx="2901677" cy="642284"/>
      </dsp:txXfrm>
    </dsp:sp>
    <dsp:sp modelId="{8A824044-236F-4A77-AFFD-9BA491A1BA9B}">
      <dsp:nvSpPr>
        <dsp:cNvPr id="0" name=""/>
        <dsp:cNvSpPr/>
      </dsp:nvSpPr>
      <dsp:spPr>
        <a:xfrm>
          <a:off x="8065711" y="1717394"/>
          <a:ext cx="2624766" cy="759097"/>
        </a:xfrm>
        <a:prstGeom prst="roundRect">
          <a:avLst/>
        </a:prstGeom>
        <a:solidFill>
          <a:srgbClr val="FE6B2B">
            <a:hueOff val="0"/>
            <a:satOff val="0"/>
            <a:lumOff val="0"/>
            <a:alphaOff val="0"/>
          </a:srgbClr>
        </a:solidFill>
        <a:ln w="25400" cap="flat" cmpd="sng" algn="ctr">
          <a:solidFill>
            <a:srgbClr val="FFFFFF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400" kern="1200" dirty="0">
              <a:solidFill>
                <a:schemeClr val="tx1"/>
              </a:solidFill>
              <a:latin typeface="Times New Roman" pitchFamily="18" charset="0"/>
              <a:ea typeface="+mn-ea"/>
              <a:cs typeface="Times New Roman" pitchFamily="18" charset="0"/>
            </a:rPr>
            <a:t>Examples</a:t>
          </a:r>
        </a:p>
      </dsp:txBody>
      <dsp:txXfrm>
        <a:off x="8102767" y="1754450"/>
        <a:ext cx="2550654" cy="6849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445B82-EA8F-48F5-B904-9ED3701BEA80}">
      <dsp:nvSpPr>
        <dsp:cNvPr id="0" name=""/>
        <dsp:cNvSpPr/>
      </dsp:nvSpPr>
      <dsp:spPr>
        <a:xfrm>
          <a:off x="0" y="1099959"/>
          <a:ext cx="8880366" cy="1638000"/>
        </a:xfrm>
        <a:prstGeom prst="rect">
          <a:avLst/>
        </a:prstGeom>
        <a:solidFill>
          <a:schemeClr val="accent2">
            <a:lumMod val="50000"/>
            <a:alpha val="9000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998537-B21C-4E36-B02B-9C781D395043}">
      <dsp:nvSpPr>
        <dsp:cNvPr id="0" name=""/>
        <dsp:cNvSpPr/>
      </dsp:nvSpPr>
      <dsp:spPr>
        <a:xfrm>
          <a:off x="343563" y="0"/>
          <a:ext cx="7832607" cy="1633704"/>
        </a:xfrm>
        <a:prstGeom prst="roundRect">
          <a:avLst/>
        </a:prstGeom>
        <a:solidFill>
          <a:srgbClr val="ED8137"/>
        </a:solidFill>
        <a:ln w="25400" cap="flat" cmpd="sng" algn="ctr">
          <a:solidFill>
            <a:schemeClr val="accent1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4960" tIns="0" rIns="234960" bIns="0" numCol="1" spcCol="1270" anchor="ctr" anchorCtr="0">
          <a:noAutofit/>
        </a:bodyPr>
        <a:lstStyle/>
        <a:p>
          <a:pPr lvl="0" algn="just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000" kern="1200" dirty="0">
              <a:solidFill>
                <a:schemeClr val="tx1"/>
              </a:solidFill>
            </a:rPr>
            <a:t>A loop within another loop is called nested loop. C programming language supports nesting of one loop inside another. We can define any number of loops inside another loop. And also have any number of nesting level.</a:t>
          </a:r>
          <a:r>
            <a:rPr lang="en-US" sz="2400" kern="1200" dirty="0">
              <a:solidFill>
                <a:schemeClr val="tx1"/>
              </a:solidFill>
            </a:rPr>
            <a:t>. </a:t>
          </a:r>
          <a:endParaRPr lang="en-US" sz="2400" kern="1200" dirty="0">
            <a:solidFill>
              <a:schemeClr val="tx1"/>
            </a:solidFill>
            <a:latin typeface="Arial" pitchFamily="34" charset="0"/>
            <a:cs typeface="Arial" pitchFamily="34" charset="0"/>
          </a:endParaRPr>
        </a:p>
      </dsp:txBody>
      <dsp:txXfrm>
        <a:off x="423314" y="79751"/>
        <a:ext cx="7673105" cy="14742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8572B6FF-4B6A-4291-94B1-1123FD2517F5}" type="datetimeFigureOut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itchFamily="34" charset="0"/>
              </a:defRPr>
            </a:lvl1pPr>
          </a:lstStyle>
          <a:p>
            <a:pPr>
              <a:defRPr/>
            </a:pPr>
            <a:fld id="{676EC672-BA98-4EC1-A4F7-EF4962B11BB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546603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3CD1257-38F4-4821-80D9-69C43A474C67}" type="datetimeFigureOut">
              <a:rPr lang="en-US"/>
              <a:pPr>
                <a:defRPr/>
              </a:pPr>
              <a:t>6/1/2023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itchFamily="34" charset="0"/>
              </a:defRPr>
            </a:lvl1pPr>
          </a:lstStyle>
          <a:p>
            <a:pPr>
              <a:defRPr/>
            </a:pPr>
            <a:fld id="{03955338-C2FB-4783-95E1-581F329DC16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700237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222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DC1B6B9-6319-4B9F-B766-1C4C7CFECCB9}" type="slidenum">
              <a:rPr lang="en-US" altLang="en-US">
                <a:cs typeface="Arial" pitchFamily="34" charset="0"/>
              </a:rPr>
              <a:pPr>
                <a:spcBef>
                  <a:spcPct val="0"/>
                </a:spcBef>
              </a:pPr>
              <a:t>1</a:t>
            </a:fld>
            <a:endParaRPr lang="en-US" altLang="en-US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732FBC-CC67-4B17-8935-02F23E3364AC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738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smtClean="0"/>
          </a:p>
        </p:txBody>
      </p:sp>
      <p:sp>
        <p:nvSpPr>
          <p:cNvPr id="542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89FDD32F-4331-4B5B-9290-4ABCAACDF099}" type="slidenum">
              <a:rPr lang="en-US" altLang="en-US">
                <a:latin typeface="Calibri" pitchFamily="34" charset="0"/>
              </a:rPr>
              <a:pPr/>
              <a:t>3</a:t>
            </a:fld>
            <a:endParaRPr lang="en-US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IN" altLang="en-US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7DAA28DE-38F0-44CF-9F10-C73AFF4EAB9A}" type="slidenum">
              <a:rPr lang="en-US" altLang="en-US">
                <a:latin typeface="Calibri" pitchFamily="34" charset="0"/>
              </a:rPr>
              <a:pPr/>
              <a:t>4</a:t>
            </a:fld>
            <a:endParaRPr lang="en-US" alt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632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7A8B2D92-B540-4237-9042-3C73C60C805A}" type="slidenum">
              <a:rPr lang="en-US" altLang="en-US">
                <a:cs typeface="Arial" pitchFamily="34" charset="0"/>
              </a:rPr>
              <a:pPr>
                <a:spcBef>
                  <a:spcPct val="0"/>
                </a:spcBef>
              </a:pPr>
              <a:t>5</a:t>
            </a:fld>
            <a:endParaRPr lang="en-US" altLang="en-US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7348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5A0D0147-65DB-41F6-A689-3F5CC3113C96}" type="slidenum">
              <a:rPr lang="en-US" altLang="en-US">
                <a:cs typeface="Arial" pitchFamily="34" charset="0"/>
              </a:rPr>
              <a:pPr>
                <a:spcBef>
                  <a:spcPct val="0"/>
                </a:spcBef>
              </a:pPr>
              <a:t>6</a:t>
            </a:fld>
            <a:endParaRPr lang="en-US" altLang="en-US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8372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E68865B8-D72D-40B7-BFAC-03C455D88CF7}" type="slidenum">
              <a:rPr lang="en-US" altLang="en-US">
                <a:cs typeface="Arial" pitchFamily="34" charset="0"/>
              </a:rPr>
              <a:pPr>
                <a:spcBef>
                  <a:spcPct val="0"/>
                </a:spcBef>
              </a:pPr>
              <a:t>7</a:t>
            </a:fld>
            <a:endParaRPr lang="en-US" altLang="en-US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59396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C950E319-D7BE-44F4-A25A-C8589C982256}" type="slidenum">
              <a:rPr lang="en-US" altLang="en-US">
                <a:cs typeface="Arial" pitchFamily="34" charset="0"/>
              </a:rPr>
              <a:pPr>
                <a:spcBef>
                  <a:spcPct val="0"/>
                </a:spcBef>
              </a:pPr>
              <a:t>11</a:t>
            </a:fld>
            <a:endParaRPr lang="en-US" altLang="en-US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60420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466E93F4-8020-4A46-AA5D-0B56ECB37003}" type="slidenum">
              <a:rPr lang="en-US" altLang="en-US">
                <a:cs typeface="Arial" pitchFamily="34" charset="0"/>
              </a:rPr>
              <a:pPr>
                <a:spcBef>
                  <a:spcPct val="0"/>
                </a:spcBef>
              </a:pPr>
              <a:t>15</a:t>
            </a:fld>
            <a:endParaRPr lang="en-US" altLang="en-US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N" altLang="en-US" smtClean="0"/>
          </a:p>
        </p:txBody>
      </p:sp>
      <p:sp>
        <p:nvSpPr>
          <p:cNvPr id="61444" name="Slide Number Placeholder 3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spcBef>
                <a:spcPct val="0"/>
              </a:spcBef>
            </a:pPr>
            <a:fld id="{3973F534-8829-4367-87F0-F0F97623380C}" type="slidenum">
              <a:rPr lang="en-US" altLang="en-US">
                <a:cs typeface="Arial" pitchFamily="34" charset="0"/>
              </a:rPr>
              <a:pPr>
                <a:spcBef>
                  <a:spcPct val="0"/>
                </a:spcBef>
              </a:pPr>
              <a:t>16</a:t>
            </a:fld>
            <a:endParaRPr lang="en-US" altLang="en-US"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470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393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06720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543175" cy="68643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26958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2276475"/>
            <a:ext cx="12192000" cy="240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9" name="Isosceles Triangle 8"/>
          <p:cNvSpPr/>
          <p:nvPr userDrawn="1"/>
        </p:nvSpPr>
        <p:spPr>
          <a:xfrm rot="10800000">
            <a:off x="1582738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4050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3775" y="4676775"/>
            <a:ext cx="384175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5088" y="4676775"/>
            <a:ext cx="382587" cy="33178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7" name="Picture Placeholder 2"/>
          <p:cNvSpPr>
            <a:spLocks noGrp="1"/>
          </p:cNvSpPr>
          <p:nvPr>
            <p:ph type="pic" idx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47999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5232400" y="2276475"/>
            <a:ext cx="5711825" cy="3937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3367735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17702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112019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595313" y="4102100"/>
            <a:ext cx="2400300" cy="23034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9196388" y="1700213"/>
            <a:ext cx="2400300" cy="23050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0" rIns="121920" bIns="60960"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263514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129058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6600" y="2276475"/>
            <a:ext cx="7239000" cy="3967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581269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8" y="1816100"/>
            <a:ext cx="3360737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2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900" y="1816100"/>
            <a:ext cx="3360738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513" y="1816100"/>
            <a:ext cx="3360737" cy="334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 userDrawn="1"/>
        </p:nvSpPr>
        <p:spPr>
          <a:xfrm>
            <a:off x="4037013" y="0"/>
            <a:ext cx="4129087" cy="60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225"/>
            <a:ext cx="12192000" cy="1111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prstClr val="white"/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13" name="Picture Placeholder 2"/>
          <p:cNvSpPr>
            <a:spLocks noGrp="1"/>
          </p:cNvSpPr>
          <p:nvPr>
            <p:ph type="pic" idx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0885220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altLang="ko-KR" noProof="0"/>
              <a:t>Click icon to add picture</a:t>
            </a:r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3123747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4"/>
          <p:cNvGrpSpPr>
            <a:grpSpLocks/>
          </p:cNvGrpSpPr>
          <p:nvPr userDrawn="1"/>
        </p:nvGrpSpPr>
        <p:grpSpPr bwMode="auto">
          <a:xfrm>
            <a:off x="471488" y="1508125"/>
            <a:ext cx="3800475" cy="4865688"/>
            <a:chOff x="354008" y="1131589"/>
            <a:chExt cx="2849840" cy="3649171"/>
          </a:xfrm>
        </p:grpSpPr>
        <p:sp>
          <p:nvSpPr>
            <p:cNvPr id="4" name="Rounded Rectangle 3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531379" y="1347087"/>
              <a:ext cx="109518" cy="3240797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6" name="Half Frame 5"/>
            <p:cNvSpPr/>
            <p:nvPr/>
          </p:nvSpPr>
          <p:spPr>
            <a:xfrm rot="5400000">
              <a:off x="2593724" y="1238186"/>
              <a:ext cx="501240" cy="50235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latinLnBrk="1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16788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C3FB39FB-AB88-4122-A582-6297A0D1C0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816666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23A792F8-682A-4E2B-9895-14ACD0779A0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861089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6000" y="1447800"/>
            <a:ext cx="10972800" cy="480060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1422400" y="609600"/>
            <a:ext cx="10566400" cy="68580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anchor="ctr">
            <a:normAutofit/>
          </a:bodyPr>
          <a:lstStyle>
            <a:lvl1pPr algn="ctr">
              <a:buNone/>
              <a:defRPr sz="3200" b="1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8472884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>
                <a:solidFill>
                  <a:prstClr val="black">
                    <a:tint val="75000"/>
                  </a:prstClr>
                </a:solidFill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0" y="0"/>
            <a:ext cx="0" cy="0"/>
          </a:xfrm>
        </p:spPr>
        <p:txBody>
          <a:bodyPr/>
          <a:lstStyle>
            <a:lvl1pPr eaLnBrk="1" hangingPunct="1">
              <a:defRPr>
                <a:solidFill>
                  <a:prstClr val="black">
                    <a:tint val="75000"/>
                  </a:prstClr>
                </a:solidFill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mtClean="0"/>
            </a:lvl1pPr>
          </a:lstStyle>
          <a:p>
            <a:pPr>
              <a:defRPr/>
            </a:pPr>
            <a:fld id="{CE940C4A-6D59-4806-B60A-94BEFDC4C4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2808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18492732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9401"/>
            <a:ext cx="10972092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4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9"/>
          </p:nvPr>
        </p:nvSpPr>
        <p:spPr>
          <a:xfrm>
            <a:off x="609600" y="1219200"/>
            <a:ext cx="10972800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38555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29"/>
          </p:nvPr>
        </p:nvSpPr>
        <p:spPr>
          <a:xfrm>
            <a:off x="609600" y="1219200"/>
            <a:ext cx="521804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30"/>
          </p:nvPr>
        </p:nvSpPr>
        <p:spPr>
          <a:xfrm>
            <a:off x="6366644" y="1219200"/>
            <a:ext cx="521804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6046555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3"/>
          <p:cNvSpPr>
            <a:spLocks noGrp="1"/>
          </p:cNvSpPr>
          <p:nvPr>
            <p:ph sz="quarter" idx="29"/>
          </p:nvPr>
        </p:nvSpPr>
        <p:spPr>
          <a:xfrm>
            <a:off x="609601" y="1219200"/>
            <a:ext cx="334649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quarter" idx="30"/>
          </p:nvPr>
        </p:nvSpPr>
        <p:spPr>
          <a:xfrm>
            <a:off x="4422752" y="1219200"/>
            <a:ext cx="334649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quarter" idx="31"/>
          </p:nvPr>
        </p:nvSpPr>
        <p:spPr>
          <a:xfrm>
            <a:off x="8241059" y="1219200"/>
            <a:ext cx="334649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6487948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29"/>
          </p:nvPr>
        </p:nvSpPr>
        <p:spPr>
          <a:xfrm>
            <a:off x="609601" y="1219200"/>
            <a:ext cx="249604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30"/>
          </p:nvPr>
        </p:nvSpPr>
        <p:spPr>
          <a:xfrm>
            <a:off x="3433657" y="1219200"/>
            <a:ext cx="249604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31"/>
          </p:nvPr>
        </p:nvSpPr>
        <p:spPr>
          <a:xfrm>
            <a:off x="6257713" y="1219200"/>
            <a:ext cx="249604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quarter" idx="32"/>
          </p:nvPr>
        </p:nvSpPr>
        <p:spPr>
          <a:xfrm>
            <a:off x="9081769" y="1219200"/>
            <a:ext cx="2496047" cy="4800600"/>
          </a:xfrm>
        </p:spPr>
        <p:txBody>
          <a:bodyPr/>
          <a:lstStyle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304708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s - 5 or l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609600" y="1828800"/>
            <a:ext cx="1885770" cy="188577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32"/>
          </p:nvPr>
        </p:nvSpPr>
        <p:spPr>
          <a:xfrm>
            <a:off x="2881269" y="1828800"/>
            <a:ext cx="1885770" cy="188577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6" name="Picture Placeholder 2"/>
          <p:cNvSpPr>
            <a:spLocks noGrp="1"/>
          </p:cNvSpPr>
          <p:nvPr>
            <p:ph type="pic" sz="quarter" idx="35"/>
          </p:nvPr>
        </p:nvSpPr>
        <p:spPr>
          <a:xfrm>
            <a:off x="5152938" y="1828800"/>
            <a:ext cx="1885770" cy="188577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7424607" y="1828800"/>
            <a:ext cx="1885770" cy="188577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9696277" y="1828800"/>
            <a:ext cx="1885770" cy="188577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3" name="Text Placeholder 30"/>
          <p:cNvSpPr>
            <a:spLocks noGrp="1"/>
          </p:cNvSpPr>
          <p:nvPr>
            <p:ph type="body" sz="quarter" idx="42"/>
          </p:nvPr>
        </p:nvSpPr>
        <p:spPr>
          <a:xfrm>
            <a:off x="9695896" y="3720921"/>
            <a:ext cx="1883790" cy="51745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0"/>
          <p:cNvSpPr>
            <a:spLocks noGrp="1"/>
          </p:cNvSpPr>
          <p:nvPr>
            <p:ph type="body" sz="quarter" idx="43"/>
          </p:nvPr>
        </p:nvSpPr>
        <p:spPr>
          <a:xfrm>
            <a:off x="9695896" y="4238373"/>
            <a:ext cx="1883791" cy="62274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30"/>
          <p:cNvSpPr>
            <a:spLocks noGrp="1"/>
          </p:cNvSpPr>
          <p:nvPr>
            <p:ph type="body" sz="quarter" idx="44"/>
          </p:nvPr>
        </p:nvSpPr>
        <p:spPr>
          <a:xfrm>
            <a:off x="611579" y="3720921"/>
            <a:ext cx="1883790" cy="51745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30"/>
          <p:cNvSpPr>
            <a:spLocks noGrp="1"/>
          </p:cNvSpPr>
          <p:nvPr>
            <p:ph type="body" sz="quarter" idx="45"/>
          </p:nvPr>
        </p:nvSpPr>
        <p:spPr>
          <a:xfrm>
            <a:off x="611579" y="4238373"/>
            <a:ext cx="1883791" cy="62274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30"/>
          <p:cNvSpPr>
            <a:spLocks noGrp="1"/>
          </p:cNvSpPr>
          <p:nvPr>
            <p:ph type="body" sz="quarter" idx="46"/>
          </p:nvPr>
        </p:nvSpPr>
        <p:spPr>
          <a:xfrm>
            <a:off x="2883249" y="3720921"/>
            <a:ext cx="1883790" cy="51745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30"/>
          <p:cNvSpPr>
            <a:spLocks noGrp="1"/>
          </p:cNvSpPr>
          <p:nvPr>
            <p:ph type="body" sz="quarter" idx="47"/>
          </p:nvPr>
        </p:nvSpPr>
        <p:spPr>
          <a:xfrm>
            <a:off x="2883249" y="4238373"/>
            <a:ext cx="1883791" cy="62274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30"/>
          <p:cNvSpPr>
            <a:spLocks noGrp="1"/>
          </p:cNvSpPr>
          <p:nvPr>
            <p:ph type="body" sz="quarter" idx="48"/>
          </p:nvPr>
        </p:nvSpPr>
        <p:spPr>
          <a:xfrm>
            <a:off x="5152938" y="3720921"/>
            <a:ext cx="1883790" cy="51745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30"/>
          <p:cNvSpPr>
            <a:spLocks noGrp="1"/>
          </p:cNvSpPr>
          <p:nvPr>
            <p:ph type="body" sz="quarter" idx="49"/>
          </p:nvPr>
        </p:nvSpPr>
        <p:spPr>
          <a:xfrm>
            <a:off x="5152938" y="4238373"/>
            <a:ext cx="1883791" cy="62274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30"/>
          <p:cNvSpPr>
            <a:spLocks noGrp="1"/>
          </p:cNvSpPr>
          <p:nvPr>
            <p:ph type="body" sz="quarter" idx="50"/>
          </p:nvPr>
        </p:nvSpPr>
        <p:spPr>
          <a:xfrm>
            <a:off x="7433629" y="3720921"/>
            <a:ext cx="1883790" cy="51745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30"/>
          <p:cNvSpPr>
            <a:spLocks noGrp="1"/>
          </p:cNvSpPr>
          <p:nvPr>
            <p:ph type="body" sz="quarter" idx="51"/>
          </p:nvPr>
        </p:nvSpPr>
        <p:spPr>
          <a:xfrm>
            <a:off x="7433629" y="4238373"/>
            <a:ext cx="1883791" cy="622742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667032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members - 6 or mo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609600" y="1143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1" name="Text Placeholder 30"/>
          <p:cNvSpPr>
            <a:spLocks noGrp="1"/>
          </p:cNvSpPr>
          <p:nvPr>
            <p:ph type="body" sz="quarter" idx="30"/>
          </p:nvPr>
        </p:nvSpPr>
        <p:spPr>
          <a:xfrm>
            <a:off x="611199" y="2669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0"/>
          <p:cNvSpPr>
            <a:spLocks noGrp="1"/>
          </p:cNvSpPr>
          <p:nvPr>
            <p:ph type="body" sz="quarter" idx="31"/>
          </p:nvPr>
        </p:nvSpPr>
        <p:spPr>
          <a:xfrm>
            <a:off x="611199" y="3187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2"/>
          <p:cNvSpPr>
            <a:spLocks noGrp="1"/>
          </p:cNvSpPr>
          <p:nvPr>
            <p:ph type="pic" sz="quarter" idx="32"/>
          </p:nvPr>
        </p:nvSpPr>
        <p:spPr>
          <a:xfrm>
            <a:off x="2497942" y="1143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4" name="Text Placeholder 30"/>
          <p:cNvSpPr>
            <a:spLocks noGrp="1"/>
          </p:cNvSpPr>
          <p:nvPr>
            <p:ph type="body" sz="quarter" idx="33"/>
          </p:nvPr>
        </p:nvSpPr>
        <p:spPr>
          <a:xfrm>
            <a:off x="2499541" y="2669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30"/>
          <p:cNvSpPr>
            <a:spLocks noGrp="1"/>
          </p:cNvSpPr>
          <p:nvPr>
            <p:ph type="body" sz="quarter" idx="34"/>
          </p:nvPr>
        </p:nvSpPr>
        <p:spPr>
          <a:xfrm>
            <a:off x="2499541" y="3187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Picture Placeholder 2"/>
          <p:cNvSpPr>
            <a:spLocks noGrp="1"/>
          </p:cNvSpPr>
          <p:nvPr>
            <p:ph type="pic" sz="quarter" idx="35"/>
          </p:nvPr>
        </p:nvSpPr>
        <p:spPr>
          <a:xfrm>
            <a:off x="4386284" y="1143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7" name="Text Placeholder 30"/>
          <p:cNvSpPr>
            <a:spLocks noGrp="1"/>
          </p:cNvSpPr>
          <p:nvPr>
            <p:ph type="body" sz="quarter" idx="36"/>
          </p:nvPr>
        </p:nvSpPr>
        <p:spPr>
          <a:xfrm>
            <a:off x="4387883" y="2669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0"/>
          <p:cNvSpPr>
            <a:spLocks noGrp="1"/>
          </p:cNvSpPr>
          <p:nvPr>
            <p:ph type="body" sz="quarter" idx="37"/>
          </p:nvPr>
        </p:nvSpPr>
        <p:spPr>
          <a:xfrm>
            <a:off x="4387883" y="3187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/>
          </p:cNvSpPr>
          <p:nvPr>
            <p:ph type="pic" sz="quarter" idx="38"/>
          </p:nvPr>
        </p:nvSpPr>
        <p:spPr>
          <a:xfrm>
            <a:off x="6274626" y="1143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0" name="Text Placeholder 30"/>
          <p:cNvSpPr>
            <a:spLocks noGrp="1"/>
          </p:cNvSpPr>
          <p:nvPr>
            <p:ph type="body" sz="quarter" idx="39"/>
          </p:nvPr>
        </p:nvSpPr>
        <p:spPr>
          <a:xfrm>
            <a:off x="6276225" y="2669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0"/>
          <p:cNvSpPr>
            <a:spLocks noGrp="1"/>
          </p:cNvSpPr>
          <p:nvPr>
            <p:ph type="body" sz="quarter" idx="40"/>
          </p:nvPr>
        </p:nvSpPr>
        <p:spPr>
          <a:xfrm>
            <a:off x="6276225" y="3187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/>
          </p:cNvSpPr>
          <p:nvPr>
            <p:ph type="pic" sz="quarter" idx="41"/>
          </p:nvPr>
        </p:nvSpPr>
        <p:spPr>
          <a:xfrm>
            <a:off x="8162968" y="1143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3" name="Text Placeholder 30"/>
          <p:cNvSpPr>
            <a:spLocks noGrp="1"/>
          </p:cNvSpPr>
          <p:nvPr>
            <p:ph type="body" sz="quarter" idx="42"/>
          </p:nvPr>
        </p:nvSpPr>
        <p:spPr>
          <a:xfrm>
            <a:off x="8164567" y="2669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0"/>
          <p:cNvSpPr>
            <a:spLocks noGrp="1"/>
          </p:cNvSpPr>
          <p:nvPr>
            <p:ph type="body" sz="quarter" idx="43"/>
          </p:nvPr>
        </p:nvSpPr>
        <p:spPr>
          <a:xfrm>
            <a:off x="8164567" y="3187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Picture Placeholder 2"/>
          <p:cNvSpPr>
            <a:spLocks noGrp="1"/>
          </p:cNvSpPr>
          <p:nvPr>
            <p:ph type="pic" sz="quarter" idx="44"/>
          </p:nvPr>
        </p:nvSpPr>
        <p:spPr>
          <a:xfrm>
            <a:off x="10051311" y="1143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6" name="Text Placeholder 30"/>
          <p:cNvSpPr>
            <a:spLocks noGrp="1"/>
          </p:cNvSpPr>
          <p:nvPr>
            <p:ph type="body" sz="quarter" idx="45"/>
          </p:nvPr>
        </p:nvSpPr>
        <p:spPr>
          <a:xfrm>
            <a:off x="10052910" y="2669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30"/>
          <p:cNvSpPr>
            <a:spLocks noGrp="1"/>
          </p:cNvSpPr>
          <p:nvPr>
            <p:ph type="body" sz="quarter" idx="46"/>
          </p:nvPr>
        </p:nvSpPr>
        <p:spPr>
          <a:xfrm>
            <a:off x="10052910" y="3187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Picture Placeholder 2"/>
          <p:cNvSpPr>
            <a:spLocks noGrp="1"/>
          </p:cNvSpPr>
          <p:nvPr>
            <p:ph type="pic" sz="quarter" idx="47"/>
          </p:nvPr>
        </p:nvSpPr>
        <p:spPr>
          <a:xfrm>
            <a:off x="609600" y="3810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9" name="Text Placeholder 30"/>
          <p:cNvSpPr>
            <a:spLocks noGrp="1"/>
          </p:cNvSpPr>
          <p:nvPr>
            <p:ph type="body" sz="quarter" idx="48"/>
          </p:nvPr>
        </p:nvSpPr>
        <p:spPr>
          <a:xfrm>
            <a:off x="611199" y="5336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0"/>
          <p:cNvSpPr>
            <a:spLocks noGrp="1"/>
          </p:cNvSpPr>
          <p:nvPr>
            <p:ph type="body" sz="quarter" idx="49"/>
          </p:nvPr>
        </p:nvSpPr>
        <p:spPr>
          <a:xfrm>
            <a:off x="611199" y="5854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Picture Placeholder 2"/>
          <p:cNvSpPr>
            <a:spLocks noGrp="1"/>
          </p:cNvSpPr>
          <p:nvPr>
            <p:ph type="pic" sz="quarter" idx="50"/>
          </p:nvPr>
        </p:nvSpPr>
        <p:spPr>
          <a:xfrm>
            <a:off x="2497942" y="3810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2" name="Text Placeholder 30"/>
          <p:cNvSpPr>
            <a:spLocks noGrp="1"/>
          </p:cNvSpPr>
          <p:nvPr>
            <p:ph type="body" sz="quarter" idx="51"/>
          </p:nvPr>
        </p:nvSpPr>
        <p:spPr>
          <a:xfrm>
            <a:off x="2499541" y="5336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0"/>
          <p:cNvSpPr>
            <a:spLocks noGrp="1"/>
          </p:cNvSpPr>
          <p:nvPr>
            <p:ph type="body" sz="quarter" idx="52"/>
          </p:nvPr>
        </p:nvSpPr>
        <p:spPr>
          <a:xfrm>
            <a:off x="2499541" y="5854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Picture Placeholder 2"/>
          <p:cNvSpPr>
            <a:spLocks noGrp="1"/>
          </p:cNvSpPr>
          <p:nvPr>
            <p:ph type="pic" sz="quarter" idx="53"/>
          </p:nvPr>
        </p:nvSpPr>
        <p:spPr>
          <a:xfrm>
            <a:off x="4386284" y="3810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5" name="Text Placeholder 30"/>
          <p:cNvSpPr>
            <a:spLocks noGrp="1"/>
          </p:cNvSpPr>
          <p:nvPr>
            <p:ph type="body" sz="quarter" idx="54"/>
          </p:nvPr>
        </p:nvSpPr>
        <p:spPr>
          <a:xfrm>
            <a:off x="4387883" y="5336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0"/>
          <p:cNvSpPr>
            <a:spLocks noGrp="1"/>
          </p:cNvSpPr>
          <p:nvPr>
            <p:ph type="body" sz="quarter" idx="55"/>
          </p:nvPr>
        </p:nvSpPr>
        <p:spPr>
          <a:xfrm>
            <a:off x="4387883" y="5854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Picture Placeholder 2"/>
          <p:cNvSpPr>
            <a:spLocks noGrp="1"/>
          </p:cNvSpPr>
          <p:nvPr>
            <p:ph type="pic" sz="quarter" idx="56"/>
          </p:nvPr>
        </p:nvSpPr>
        <p:spPr>
          <a:xfrm>
            <a:off x="6274626" y="3810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8" name="Text Placeholder 30"/>
          <p:cNvSpPr>
            <a:spLocks noGrp="1"/>
          </p:cNvSpPr>
          <p:nvPr>
            <p:ph type="body" sz="quarter" idx="57"/>
          </p:nvPr>
        </p:nvSpPr>
        <p:spPr>
          <a:xfrm>
            <a:off x="6276225" y="5336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30"/>
          <p:cNvSpPr>
            <a:spLocks noGrp="1"/>
          </p:cNvSpPr>
          <p:nvPr>
            <p:ph type="body" sz="quarter" idx="58"/>
          </p:nvPr>
        </p:nvSpPr>
        <p:spPr>
          <a:xfrm>
            <a:off x="6276225" y="5854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Picture Placeholder 2"/>
          <p:cNvSpPr>
            <a:spLocks noGrp="1"/>
          </p:cNvSpPr>
          <p:nvPr>
            <p:ph type="pic" sz="quarter" idx="59"/>
          </p:nvPr>
        </p:nvSpPr>
        <p:spPr>
          <a:xfrm>
            <a:off x="8162968" y="3810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1" name="Text Placeholder 30"/>
          <p:cNvSpPr>
            <a:spLocks noGrp="1"/>
          </p:cNvSpPr>
          <p:nvPr>
            <p:ph type="body" sz="quarter" idx="60"/>
          </p:nvPr>
        </p:nvSpPr>
        <p:spPr>
          <a:xfrm>
            <a:off x="8164567" y="5336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30"/>
          <p:cNvSpPr>
            <a:spLocks noGrp="1"/>
          </p:cNvSpPr>
          <p:nvPr>
            <p:ph type="body" sz="quarter" idx="61"/>
          </p:nvPr>
        </p:nvSpPr>
        <p:spPr>
          <a:xfrm>
            <a:off x="8164567" y="5854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Picture Placeholder 2"/>
          <p:cNvSpPr>
            <a:spLocks noGrp="1"/>
          </p:cNvSpPr>
          <p:nvPr>
            <p:ph type="pic" sz="quarter" idx="62"/>
          </p:nvPr>
        </p:nvSpPr>
        <p:spPr>
          <a:xfrm>
            <a:off x="10051311" y="3810000"/>
            <a:ext cx="1524000" cy="1524000"/>
          </a:xfrm>
          <a:solidFill>
            <a:schemeClr val="tx1">
              <a:lumMod val="20000"/>
              <a:lumOff val="80000"/>
            </a:schemeClr>
          </a:solidFill>
        </p:spPr>
        <p:txBody>
          <a:bodyPr tIns="365760" rtlCol="0">
            <a:norm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4" name="Text Placeholder 30"/>
          <p:cNvSpPr>
            <a:spLocks noGrp="1"/>
          </p:cNvSpPr>
          <p:nvPr>
            <p:ph type="body" sz="quarter" idx="63"/>
          </p:nvPr>
        </p:nvSpPr>
        <p:spPr>
          <a:xfrm>
            <a:off x="10052910" y="5336806"/>
            <a:ext cx="1522401" cy="487326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450">
                <a:solidFill>
                  <a:schemeClr val="tx2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30"/>
          <p:cNvSpPr>
            <a:spLocks noGrp="1"/>
          </p:cNvSpPr>
          <p:nvPr>
            <p:ph type="body" sz="quarter" idx="64"/>
          </p:nvPr>
        </p:nvSpPr>
        <p:spPr>
          <a:xfrm>
            <a:off x="10052910" y="5854258"/>
            <a:ext cx="1522401" cy="503274"/>
          </a:xfrm>
          <a:ln>
            <a:noFill/>
          </a:ln>
        </p:spPr>
        <p:txBody>
          <a:bodyPr>
            <a:no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200">
                <a:solidFill>
                  <a:schemeClr val="accent4"/>
                </a:solidFill>
              </a:defRPr>
            </a:lvl1pPr>
            <a:lvl2pPr marL="609585" indent="0" algn="l">
              <a:buNone/>
              <a:defRPr sz="1500"/>
            </a:lvl2pPr>
            <a:lvl3pPr marL="853419" indent="0" algn="l">
              <a:buNone/>
              <a:defRPr sz="1500"/>
            </a:lvl3pPr>
            <a:lvl4pPr marL="1341086" indent="0" algn="l">
              <a:buNone/>
              <a:defRPr sz="1500"/>
            </a:lvl4pPr>
            <a:lvl5pPr marL="1828754" indent="0" algn="l">
              <a:buNone/>
              <a:defRPr sz="15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77634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/>
          <p:cNvSpPr/>
          <p:nvPr userDrawn="1"/>
        </p:nvSpPr>
        <p:spPr>
          <a:xfrm flipH="1">
            <a:off x="11807825" y="5715000"/>
            <a:ext cx="384175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785600" y="6553200"/>
            <a:ext cx="523875" cy="138113"/>
          </a:xfrm>
          <a:prstGeom prst="rect">
            <a:avLst/>
          </a:prstGeom>
          <a:noFill/>
        </p:spPr>
        <p:txBody>
          <a:bodyPr lIns="0" tIns="0" rIns="0" bIns="0"/>
          <a:lstStyle>
            <a:lvl1pPr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defRPr/>
            </a:pPr>
            <a:fld id="{EE06535E-2FFA-4F54-9A57-C8818EC0176F}" type="slidenum">
              <a:rPr lang="en-US" altLang="en-US" sz="1200" smtClean="0">
                <a:solidFill>
                  <a:srgbClr val="FFFFFF"/>
                </a:solidFill>
                <a:latin typeface="Calibri" pitchFamily="34" charset="0"/>
              </a:rPr>
              <a:pPr algn="ctr" eaLnBrk="1" hangingPunct="1">
                <a:defRPr/>
              </a:pPr>
              <a:t>‹#›</a:t>
            </a:fld>
            <a:endParaRPr lang="en-US" altLang="en-US" sz="1200" smtClean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5105045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/>
          </p:nvPr>
        </p:nvSpPr>
        <p:spPr>
          <a:xfrm>
            <a:off x="609601" y="140718"/>
            <a:ext cx="5105374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6094228" y="0"/>
            <a:ext cx="6097772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tIns="54864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30"/>
          </p:nvPr>
        </p:nvSpPr>
        <p:spPr>
          <a:xfrm>
            <a:off x="607828" y="1219200"/>
            <a:ext cx="5107172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957112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l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475582" y="381000"/>
            <a:ext cx="5105045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/>
          </p:nvPr>
        </p:nvSpPr>
        <p:spPr>
          <a:xfrm>
            <a:off x="6475228" y="140718"/>
            <a:ext cx="5105374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0" y="0"/>
            <a:ext cx="6097772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tIns="54864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Content Placeholder 9"/>
          <p:cNvSpPr>
            <a:spLocks noGrp="1"/>
          </p:cNvSpPr>
          <p:nvPr>
            <p:ph sz="quarter" idx="30"/>
          </p:nvPr>
        </p:nvSpPr>
        <p:spPr>
          <a:xfrm>
            <a:off x="6473455" y="1219200"/>
            <a:ext cx="5107172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92522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left image (thi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ight Triangle 5"/>
          <p:cNvSpPr/>
          <p:nvPr userDrawn="1"/>
        </p:nvSpPr>
        <p:spPr>
          <a:xfrm flipH="1">
            <a:off x="11807825" y="5715000"/>
            <a:ext cx="384175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11785600" y="6553200"/>
            <a:ext cx="523875" cy="138113"/>
          </a:xfrm>
          <a:prstGeom prst="rect">
            <a:avLst/>
          </a:prstGeom>
          <a:noFill/>
        </p:spPr>
        <p:txBody>
          <a:bodyPr lIns="0" tIns="0" rIns="0" bIns="0"/>
          <a:lstStyle>
            <a:lvl1pPr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defRPr/>
            </a:pPr>
            <a:fld id="{BF416554-034C-4377-A77F-F70209B909A1}" type="slidenum">
              <a:rPr lang="en-US" altLang="en-US" sz="1200" smtClean="0">
                <a:solidFill>
                  <a:srgbClr val="FFFFFF"/>
                </a:solidFill>
                <a:latin typeface="Calibri" pitchFamily="34" charset="0"/>
              </a:rPr>
              <a:pPr algn="ctr" eaLnBrk="1" hangingPunct="1">
                <a:defRPr/>
              </a:pPr>
              <a:t>‹#›</a:t>
            </a:fld>
            <a:endParaRPr lang="en-US" altLang="en-US" sz="1200" smtClean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8380280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/>
          </p:nvPr>
        </p:nvSpPr>
        <p:spPr>
          <a:xfrm>
            <a:off x="609601" y="140718"/>
            <a:ext cx="838082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9448800" y="0"/>
            <a:ext cx="2743200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tIns="54864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30"/>
          </p:nvPr>
        </p:nvSpPr>
        <p:spPr>
          <a:xfrm>
            <a:off x="607828" y="1219200"/>
            <a:ext cx="8383772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8868889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31"/>
          </p:nvPr>
        </p:nvSpPr>
        <p:spPr>
          <a:xfrm>
            <a:off x="609600" y="4076440"/>
            <a:ext cx="10972447" cy="2019560"/>
          </a:xfrm>
        </p:spPr>
        <p:txBody>
          <a:bodyPr>
            <a:noAutofit/>
          </a:bodyPr>
          <a:lstStyle>
            <a:lvl1pPr marL="0" indent="0" algn="ctr">
              <a:buNone/>
              <a:defRPr sz="1600" baseline="0">
                <a:solidFill>
                  <a:schemeClr val="tx2">
                    <a:lumMod val="75000"/>
                  </a:schemeClr>
                </a:solidFill>
              </a:defRPr>
            </a:lvl1pPr>
            <a:lvl2pPr marL="609585" indent="0">
              <a:buNone/>
              <a:defRPr sz="1400"/>
            </a:lvl2pPr>
            <a:lvl3pPr marL="853419" indent="0">
              <a:buNone/>
              <a:defRPr sz="1400"/>
            </a:lvl3pPr>
            <a:lvl4pPr marL="1341086" indent="0">
              <a:buNone/>
              <a:defRPr sz="1400"/>
            </a:lvl4pPr>
            <a:lvl5pPr marL="1828754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0" y="1211059"/>
            <a:ext cx="6035040" cy="2514600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sz="quarter" idx="30"/>
          </p:nvPr>
        </p:nvSpPr>
        <p:spPr>
          <a:xfrm>
            <a:off x="6156960" y="1211059"/>
            <a:ext cx="6035040" cy="2514600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100134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w/ lef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 userDrawn="1"/>
        </p:nvSpPr>
        <p:spPr>
          <a:xfrm flipH="1">
            <a:off x="11807825" y="5715000"/>
            <a:ext cx="384175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785600" y="6553200"/>
            <a:ext cx="523875" cy="138113"/>
          </a:xfrm>
          <a:prstGeom prst="rect">
            <a:avLst/>
          </a:prstGeom>
          <a:noFill/>
        </p:spPr>
        <p:txBody>
          <a:bodyPr lIns="0" tIns="0" rIns="0" bIns="0"/>
          <a:lstStyle>
            <a:lvl1pPr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defRPr/>
            </a:pPr>
            <a:fld id="{785CB62F-EDA0-4E07-B791-7EF3D573DE67}" type="slidenum">
              <a:rPr lang="en-US" altLang="en-US" sz="1200" smtClean="0">
                <a:solidFill>
                  <a:srgbClr val="FFFFFF"/>
                </a:solidFill>
                <a:latin typeface="Calibri" pitchFamily="34" charset="0"/>
              </a:rPr>
              <a:pPr algn="ctr" eaLnBrk="1" hangingPunct="1">
                <a:defRPr/>
              </a:pPr>
              <a:t>‹#›</a:t>
            </a:fld>
            <a:endParaRPr lang="en-US" altLang="en-US" sz="1200" smtClean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5409718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5410067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6462677" y="0"/>
            <a:ext cx="2533402" cy="3671350"/>
          </a:xfrm>
          <a:solidFill>
            <a:schemeClr val="tx1">
              <a:lumMod val="20000"/>
              <a:lumOff val="80000"/>
            </a:schemeClr>
          </a:solidFill>
        </p:spPr>
        <p:txBody>
          <a:bodyPr tIns="91440"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6462677" y="3757137"/>
            <a:ext cx="2533402" cy="3103622"/>
          </a:xfrm>
          <a:solidFill>
            <a:schemeClr val="tx1">
              <a:lumMod val="20000"/>
              <a:lumOff val="80000"/>
            </a:schemeClr>
          </a:solidFill>
        </p:spPr>
        <p:txBody>
          <a:bodyPr tIns="91440"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sz="quarter" idx="32"/>
          </p:nvPr>
        </p:nvSpPr>
        <p:spPr>
          <a:xfrm>
            <a:off x="9080054" y="0"/>
            <a:ext cx="2533402" cy="2531366"/>
          </a:xfrm>
          <a:solidFill>
            <a:schemeClr val="tx1">
              <a:lumMod val="20000"/>
              <a:lumOff val="80000"/>
            </a:schemeClr>
          </a:solidFill>
        </p:spPr>
        <p:txBody>
          <a:bodyPr tIns="91440"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sz="quarter" idx="33"/>
          </p:nvPr>
        </p:nvSpPr>
        <p:spPr>
          <a:xfrm>
            <a:off x="9080054" y="2613941"/>
            <a:ext cx="2533402" cy="4244059"/>
          </a:xfrm>
          <a:solidFill>
            <a:schemeClr val="tx1">
              <a:lumMod val="20000"/>
              <a:lumOff val="80000"/>
            </a:schemeClr>
          </a:solidFill>
        </p:spPr>
        <p:txBody>
          <a:bodyPr tIns="91440"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30"/>
          </p:nvPr>
        </p:nvSpPr>
        <p:spPr>
          <a:xfrm>
            <a:off x="607827" y="1219200"/>
            <a:ext cx="5411839" cy="464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9045762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left image and feature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0" y="0"/>
            <a:ext cx="6097772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tIns="54864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0"/>
          </p:nvPr>
        </p:nvSpPr>
        <p:spPr>
          <a:xfrm>
            <a:off x="8382000" y="1549400"/>
            <a:ext cx="3276600" cy="3759200"/>
          </a:xfrm>
        </p:spPr>
        <p:txBody>
          <a:bodyPr anchor="ctr"/>
          <a:lstStyle>
            <a:lvl1pPr marL="0" indent="0">
              <a:buNone/>
              <a:defRPr sz="1800">
                <a:solidFill>
                  <a:schemeClr val="tx2">
                    <a:lumMod val="75000"/>
                  </a:schemeClr>
                </a:solidFill>
              </a:defRPr>
            </a:lvl1pPr>
            <a:lvl2pPr marL="609585" indent="0">
              <a:buNone/>
              <a:defRPr/>
            </a:lvl2pPr>
            <a:lvl3pPr marL="853419" indent="0">
              <a:buNone/>
              <a:defRPr/>
            </a:lvl3pPr>
            <a:lvl4pPr marL="134108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31"/>
          </p:nvPr>
        </p:nvSpPr>
        <p:spPr>
          <a:xfrm>
            <a:off x="4216400" y="1549400"/>
            <a:ext cx="3759200" cy="3759200"/>
          </a:xfrm>
          <a:solidFill>
            <a:schemeClr val="accent5">
              <a:alpha val="96000"/>
            </a:schemeClr>
          </a:solidFill>
        </p:spPr>
        <p:txBody>
          <a:bodyPr lIns="182880" rIns="182880" anchor="ctr"/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4123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box &amp; right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ight Triangle 4"/>
          <p:cNvSpPr/>
          <p:nvPr userDrawn="1"/>
        </p:nvSpPr>
        <p:spPr>
          <a:xfrm flipH="1">
            <a:off x="11807825" y="5715000"/>
            <a:ext cx="384175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85600" y="6553200"/>
            <a:ext cx="523875" cy="138113"/>
          </a:xfrm>
          <a:prstGeom prst="rect">
            <a:avLst/>
          </a:prstGeom>
          <a:noFill/>
        </p:spPr>
        <p:txBody>
          <a:bodyPr lIns="0" tIns="0" rIns="0" bIns="0"/>
          <a:lstStyle>
            <a:lvl1pPr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defRPr/>
            </a:pPr>
            <a:fld id="{8ED272A9-EFF6-484E-8C46-9016E9B6E9ED}" type="slidenum">
              <a:rPr lang="en-US" altLang="en-US" sz="1200" smtClean="0">
                <a:solidFill>
                  <a:srgbClr val="FFFFFF"/>
                </a:solidFill>
                <a:latin typeface="Calibri" pitchFamily="34" charset="0"/>
              </a:rPr>
              <a:pPr algn="ctr" eaLnBrk="1" hangingPunct="1">
                <a:defRPr/>
              </a:pPr>
              <a:t>‹#›</a:t>
            </a:fld>
            <a:endParaRPr lang="en-US" altLang="en-US" sz="1200" smtClean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5334000" y="0"/>
            <a:ext cx="6858000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tIns="54864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quarter" idx="33"/>
          </p:nvPr>
        </p:nvSpPr>
        <p:spPr>
          <a:xfrm>
            <a:off x="630865" y="609600"/>
            <a:ext cx="5740400" cy="2048900"/>
          </a:xfrm>
          <a:solidFill>
            <a:schemeClr val="accent5">
              <a:alpha val="96000"/>
            </a:schemeClr>
          </a:solidFill>
        </p:spPr>
        <p:txBody>
          <a:bodyPr lIns="182880" rIns="182880" anchor="ctr"/>
          <a:lstStyle>
            <a:lvl1pPr marL="0" indent="0" algn="ctr">
              <a:buNone/>
              <a:defRPr sz="20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630865" y="3048000"/>
            <a:ext cx="4398335" cy="3200400"/>
          </a:xfrm>
        </p:spPr>
        <p:txBody>
          <a:bodyPr/>
          <a:lstStyle>
            <a:lvl1pPr marL="0" indent="0">
              <a:buFont typeface="Arial" charset="0"/>
              <a:buNone/>
              <a:defRPr sz="1800" baseline="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1219170" indent="-365751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 marL="1706837" indent="-365751">
              <a:buFont typeface="Arial" charset="0"/>
              <a:buChar char="•"/>
              <a:defRPr sz="1600">
                <a:solidFill>
                  <a:schemeClr val="tx1"/>
                </a:solidFill>
              </a:defRPr>
            </a:lvl4pPr>
            <a:lvl5pPr marL="2072588" indent="-243834">
              <a:buFont typeface="Arial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331019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/ box &amp; left im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0" y="0"/>
            <a:ext cx="6858000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tIns="54864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7209465" y="3048000"/>
            <a:ext cx="4398335" cy="3200400"/>
          </a:xfrm>
        </p:spPr>
        <p:txBody>
          <a:bodyPr/>
          <a:lstStyle>
            <a:lvl1pPr marL="0" indent="0">
              <a:buFont typeface="Arial" charset="0"/>
              <a:buNone/>
              <a:defRPr sz="1600" baseline="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1219170" indent="-365751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 marL="1706837" indent="-365751">
              <a:buFont typeface="Arial" charset="0"/>
              <a:buChar char="•"/>
              <a:defRPr sz="1600">
                <a:solidFill>
                  <a:schemeClr val="tx1"/>
                </a:solidFill>
              </a:defRPr>
            </a:lvl4pPr>
            <a:lvl5pPr marL="2072588" indent="-243834">
              <a:buFont typeface="Arial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10"/>
          <p:cNvSpPr>
            <a:spLocks noGrp="1"/>
          </p:cNvSpPr>
          <p:nvPr>
            <p:ph type="body" sz="quarter" idx="33"/>
          </p:nvPr>
        </p:nvSpPr>
        <p:spPr>
          <a:xfrm>
            <a:off x="5867400" y="609600"/>
            <a:ext cx="5740400" cy="2048900"/>
          </a:xfrm>
          <a:solidFill>
            <a:schemeClr val="accent5">
              <a:alpha val="96000"/>
            </a:schemeClr>
          </a:solidFill>
        </p:spPr>
        <p:txBody>
          <a:bodyPr lIns="182880" rIns="182880" anchor="ctr"/>
          <a:lstStyle>
            <a:lvl1pPr marL="0" indent="0" algn="ctr">
              <a:buNone/>
              <a:defRPr sz="2000" i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1076301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images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0" y="0"/>
            <a:ext cx="7725144" cy="3733800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32"/>
          </p:nvPr>
        </p:nvSpPr>
        <p:spPr>
          <a:xfrm>
            <a:off x="7725144" y="0"/>
            <a:ext cx="4466856" cy="3733800"/>
          </a:xfrm>
          <a:solidFill>
            <a:schemeClr val="accent5"/>
          </a:solidFill>
          <a:ln>
            <a:noFill/>
          </a:ln>
        </p:spPr>
        <p:txBody>
          <a:bodyPr lIns="365760" rIns="365760" anchor="ctr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bg2"/>
              </a:buClr>
              <a:buSzTx/>
              <a:buFont typeface="Arial" charset="0"/>
              <a:buNone/>
              <a:tabLst/>
              <a:defRPr sz="2000" b="0" i="0" baseline="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31"/>
          </p:nvPr>
        </p:nvSpPr>
        <p:spPr>
          <a:xfrm>
            <a:off x="609600" y="4076440"/>
            <a:ext cx="10972447" cy="2019560"/>
          </a:xfrm>
        </p:spPr>
        <p:txBody>
          <a:bodyPr>
            <a:noAutofit/>
          </a:bodyPr>
          <a:lstStyle>
            <a:lvl1pPr marL="0" indent="0" algn="ctr">
              <a:buNone/>
              <a:defRPr sz="1600" baseline="0">
                <a:solidFill>
                  <a:schemeClr val="tx2">
                    <a:lumMod val="75000"/>
                  </a:schemeClr>
                </a:solidFill>
              </a:defRPr>
            </a:lvl1pPr>
            <a:lvl2pPr marL="609585" indent="0">
              <a:buNone/>
              <a:defRPr sz="1400"/>
            </a:lvl2pPr>
            <a:lvl3pPr marL="853419" indent="0">
              <a:buNone/>
              <a:defRPr sz="1400"/>
            </a:lvl3pPr>
            <a:lvl4pPr marL="1341086" indent="0">
              <a:buNone/>
              <a:defRPr sz="1400"/>
            </a:lvl4pPr>
            <a:lvl5pPr marL="1828754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965225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Right Triangle 13"/>
          <p:cNvSpPr/>
          <p:nvPr userDrawn="1"/>
        </p:nvSpPr>
        <p:spPr>
          <a:xfrm flipH="1">
            <a:off x="11807825" y="5715000"/>
            <a:ext cx="384175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 userDrawn="1"/>
        </p:nvSpPr>
        <p:spPr>
          <a:xfrm>
            <a:off x="11785600" y="6553200"/>
            <a:ext cx="523875" cy="138113"/>
          </a:xfrm>
          <a:prstGeom prst="rect">
            <a:avLst/>
          </a:prstGeom>
          <a:noFill/>
        </p:spPr>
        <p:txBody>
          <a:bodyPr lIns="0" tIns="0" rIns="0" bIns="0"/>
          <a:lstStyle>
            <a:lvl1pPr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defRPr/>
            </a:pPr>
            <a:fld id="{2EF5A31A-4516-4189-B502-6E431484F717}" type="slidenum">
              <a:rPr lang="en-US" altLang="en-US" sz="1200" smtClean="0">
                <a:solidFill>
                  <a:srgbClr val="FFFFFF"/>
                </a:solidFill>
                <a:latin typeface="Calibri" pitchFamily="34" charset="0"/>
              </a:rPr>
              <a:pPr algn="ctr" eaLnBrk="1" hangingPunct="1">
                <a:defRPr/>
              </a:pPr>
              <a:t>‹#›</a:t>
            </a:fld>
            <a:endParaRPr lang="en-US" altLang="en-US" sz="1200" smtClean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611248" y="685800"/>
            <a:ext cx="2133600" cy="5486400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lIns="182880" tIns="2377440" rIns="182880"/>
          <a:lstStyle>
            <a:lvl1pPr marL="0" marR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600" b="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600">
                <a:solidFill>
                  <a:schemeClr val="tx1"/>
                </a:solidFill>
              </a:defRPr>
            </a:lvl2pPr>
            <a:lvl3pPr marL="853419" indent="0" algn="ctr">
              <a:buNone/>
              <a:defRPr/>
            </a:lvl3pPr>
            <a:lvl4pPr marL="1341086" indent="0" algn="ctr">
              <a:buNone/>
              <a:defRPr/>
            </a:lvl4pPr>
            <a:lvl5pPr marL="1828754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2823484" y="685800"/>
            <a:ext cx="2133600" cy="5486400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lIns="182880" tIns="2377440" rIns="182880"/>
          <a:lstStyle>
            <a:lvl1pPr marL="0" marR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600" b="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600">
                <a:solidFill>
                  <a:schemeClr val="tx1"/>
                </a:solidFill>
              </a:defRPr>
            </a:lvl2pPr>
            <a:lvl3pPr marL="853419" indent="0" algn="ctr">
              <a:buNone/>
              <a:defRPr/>
            </a:lvl3pPr>
            <a:lvl4pPr marL="1341086" indent="0" algn="ctr">
              <a:buNone/>
              <a:defRPr/>
            </a:lvl4pPr>
            <a:lvl5pPr marL="1828754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3"/>
          <p:cNvSpPr>
            <a:spLocks noGrp="1"/>
          </p:cNvSpPr>
          <p:nvPr>
            <p:ph type="body" sz="quarter" idx="22"/>
          </p:nvPr>
        </p:nvSpPr>
        <p:spPr>
          <a:xfrm>
            <a:off x="5035720" y="685800"/>
            <a:ext cx="2133600" cy="5486400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lIns="182880" tIns="2377440" rIns="182880"/>
          <a:lstStyle>
            <a:lvl1pPr marL="0" marR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600" b="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600">
                <a:solidFill>
                  <a:schemeClr val="tx1"/>
                </a:solidFill>
              </a:defRPr>
            </a:lvl2pPr>
            <a:lvl3pPr marL="853419" indent="0" algn="ctr">
              <a:buNone/>
              <a:defRPr/>
            </a:lvl3pPr>
            <a:lvl4pPr marL="1341086" indent="0" algn="ctr">
              <a:buNone/>
              <a:defRPr/>
            </a:lvl4pPr>
            <a:lvl5pPr marL="1828754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3"/>
          <p:cNvSpPr>
            <a:spLocks noGrp="1"/>
          </p:cNvSpPr>
          <p:nvPr>
            <p:ph type="body" sz="quarter" idx="23"/>
          </p:nvPr>
        </p:nvSpPr>
        <p:spPr>
          <a:xfrm>
            <a:off x="7247956" y="685800"/>
            <a:ext cx="2133600" cy="5486400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lIns="182880" tIns="2377440" rIns="182880"/>
          <a:lstStyle>
            <a:lvl1pPr marL="0" marR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600" b="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600">
                <a:solidFill>
                  <a:schemeClr val="tx1"/>
                </a:solidFill>
              </a:defRPr>
            </a:lvl2pPr>
            <a:lvl3pPr marL="853419" indent="0" algn="ctr">
              <a:buNone/>
              <a:defRPr/>
            </a:lvl3pPr>
            <a:lvl4pPr marL="1341086" indent="0" algn="ctr">
              <a:buNone/>
              <a:defRPr/>
            </a:lvl4pPr>
            <a:lvl5pPr marL="1828754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3"/>
          <p:cNvSpPr>
            <a:spLocks noGrp="1"/>
          </p:cNvSpPr>
          <p:nvPr>
            <p:ph type="body" sz="quarter" idx="24"/>
          </p:nvPr>
        </p:nvSpPr>
        <p:spPr>
          <a:xfrm>
            <a:off x="9460191" y="685800"/>
            <a:ext cx="2133600" cy="5486400"/>
          </a:xfrm>
          <a:solidFill>
            <a:schemeClr val="bg1">
              <a:alpha val="95000"/>
            </a:schemeClr>
          </a:solidFill>
          <a:ln>
            <a:noFill/>
          </a:ln>
        </p:spPr>
        <p:txBody>
          <a:bodyPr lIns="182880" tIns="2377440" rIns="182880"/>
          <a:lstStyle>
            <a:lvl1pPr marL="0" marR="0" indent="0" algn="ctr" defTabSz="609585" rtl="0" eaLnBrk="1" fontAlgn="auto" latinLnBrk="0" hangingPunct="1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600" b="0" baseline="0">
                <a:solidFill>
                  <a:schemeClr val="tx1"/>
                </a:solidFill>
              </a:defRPr>
            </a:lvl1pPr>
            <a:lvl2pPr marL="0" indent="0" algn="ctr">
              <a:buNone/>
              <a:defRPr sz="1600">
                <a:solidFill>
                  <a:schemeClr val="tx1"/>
                </a:solidFill>
              </a:defRPr>
            </a:lvl2pPr>
            <a:lvl3pPr marL="853419" indent="0" algn="ctr">
              <a:buNone/>
              <a:defRPr/>
            </a:lvl3pPr>
            <a:lvl4pPr marL="1341086" indent="0" algn="ctr">
              <a:buNone/>
              <a:defRPr/>
            </a:lvl4pPr>
            <a:lvl5pPr marL="1828754" indent="0" algn="ctr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1"/>
          </p:nvPr>
        </p:nvSpPr>
        <p:spPr>
          <a:xfrm>
            <a:off x="1267389" y="1779181"/>
            <a:ext cx="821318" cy="821318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0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853419" indent="0">
              <a:buNone/>
              <a:defRPr/>
            </a:lvl3pPr>
            <a:lvl4pPr marL="134108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13"/>
          </p:nvPr>
        </p:nvSpPr>
        <p:spPr>
          <a:xfrm>
            <a:off x="3475541" y="1779181"/>
            <a:ext cx="821318" cy="821318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0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853419" indent="0">
              <a:buNone/>
              <a:defRPr/>
            </a:lvl3pPr>
            <a:lvl4pPr marL="134108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15"/>
          </p:nvPr>
        </p:nvSpPr>
        <p:spPr>
          <a:xfrm>
            <a:off x="5685341" y="1779181"/>
            <a:ext cx="821318" cy="821318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0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853419" indent="0">
              <a:buNone/>
              <a:defRPr/>
            </a:lvl3pPr>
            <a:lvl4pPr marL="134108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17"/>
          </p:nvPr>
        </p:nvSpPr>
        <p:spPr>
          <a:xfrm>
            <a:off x="7895141" y="1779181"/>
            <a:ext cx="821318" cy="821318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0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853419" indent="0">
              <a:buNone/>
              <a:defRPr/>
            </a:lvl3pPr>
            <a:lvl4pPr marL="134108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19"/>
          </p:nvPr>
        </p:nvSpPr>
        <p:spPr>
          <a:xfrm>
            <a:off x="10104941" y="1779181"/>
            <a:ext cx="821318" cy="821318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000" baseline="0">
                <a:solidFill>
                  <a:schemeClr val="bg1"/>
                </a:solidFill>
              </a:defRPr>
            </a:lvl1pPr>
            <a:lvl2pPr marL="609585" indent="0">
              <a:buNone/>
              <a:defRPr/>
            </a:lvl2pPr>
            <a:lvl3pPr marL="853419" indent="0">
              <a:buNone/>
              <a:defRPr/>
            </a:lvl3pPr>
            <a:lvl4pPr marL="1341086" indent="0">
              <a:buNone/>
              <a:defRPr/>
            </a:lvl4pPr>
            <a:lvl5pPr marL="1828754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2057400" y="228600"/>
            <a:ext cx="8534400" cy="762000"/>
          </a:xfrm>
          <a:solidFill>
            <a:schemeClr val="accent1"/>
          </a:solidFill>
        </p:spPr>
        <p:txBody>
          <a:bodyPr tIns="0" anchor="ctr"/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29774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7284720" y="1274608"/>
            <a:ext cx="3017520" cy="3017520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1"/>
          </p:nvPr>
        </p:nvSpPr>
        <p:spPr>
          <a:xfrm>
            <a:off x="1828800" y="1274608"/>
            <a:ext cx="3017520" cy="3017520"/>
          </a:xfrm>
          <a:prstGeom prst="ellipse">
            <a:avLst/>
          </a:prstGeom>
          <a:solidFill>
            <a:schemeClr val="tx1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4338320" y="1056168"/>
            <a:ext cx="3454400" cy="3454400"/>
          </a:xfrm>
          <a:prstGeom prst="ellipse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lnSpc>
                <a:spcPct val="80000"/>
              </a:lnSpc>
              <a:buNone/>
              <a:defRPr sz="3000">
                <a:solidFill>
                  <a:schemeClr val="bg1"/>
                </a:solidFill>
              </a:defRPr>
            </a:lvl1pPr>
            <a:lvl2pPr marL="609585" indent="0">
              <a:buNone/>
              <a:defRPr>
                <a:solidFill>
                  <a:schemeClr val="bg1"/>
                </a:solidFill>
              </a:defRPr>
            </a:lvl2pPr>
            <a:lvl3pPr marL="853419" indent="0">
              <a:buNone/>
              <a:defRPr>
                <a:solidFill>
                  <a:schemeClr val="bg1"/>
                </a:solidFill>
              </a:defRPr>
            </a:lvl3pPr>
            <a:lvl4pPr marL="1341086" indent="0">
              <a:buNone/>
              <a:defRPr>
                <a:solidFill>
                  <a:schemeClr val="bg1"/>
                </a:solidFill>
              </a:defRPr>
            </a:lvl4pPr>
            <a:lvl5pPr marL="1828754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8182313" y="4800600"/>
            <a:ext cx="3393560" cy="1447800"/>
          </a:xfrm>
        </p:spPr>
        <p:txBody>
          <a:bodyPr/>
          <a:lstStyle>
            <a:lvl1pPr marL="0" indent="0" algn="ctr">
              <a:buFont typeface="Arial" charset="0"/>
              <a:buNone/>
              <a:defRPr sz="1600" baseline="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1219170" indent="-365751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 marL="1706837" indent="-365751">
              <a:buFont typeface="Arial" charset="0"/>
              <a:buChar char="•"/>
              <a:defRPr sz="1600">
                <a:solidFill>
                  <a:schemeClr val="tx1"/>
                </a:solidFill>
              </a:defRPr>
            </a:lvl4pPr>
            <a:lvl5pPr marL="2072588" indent="-243834">
              <a:buFont typeface="Arial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4399220" y="4800600"/>
            <a:ext cx="3393560" cy="1447800"/>
          </a:xfrm>
        </p:spPr>
        <p:txBody>
          <a:bodyPr/>
          <a:lstStyle>
            <a:lvl1pPr marL="0" indent="0" algn="ctr">
              <a:buFont typeface="Arial" charset="0"/>
              <a:buNone/>
              <a:defRPr sz="1600" baseline="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1219170" indent="-365751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 marL="1706837" indent="-365751">
              <a:buFont typeface="Arial" charset="0"/>
              <a:buChar char="•"/>
              <a:defRPr sz="1600">
                <a:solidFill>
                  <a:schemeClr val="tx1"/>
                </a:solidFill>
              </a:defRPr>
            </a:lvl4pPr>
            <a:lvl5pPr marL="2072588" indent="-243834">
              <a:buFont typeface="Arial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609955" y="4800600"/>
            <a:ext cx="3393560" cy="1447800"/>
          </a:xfrm>
        </p:spPr>
        <p:txBody>
          <a:bodyPr/>
          <a:lstStyle>
            <a:lvl1pPr marL="0" indent="0" algn="ctr">
              <a:buFont typeface="Arial" charset="0"/>
              <a:buNone/>
              <a:defRPr sz="1600" baseline="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1219170" indent="-365751">
              <a:buFont typeface="Wingdings" charset="2"/>
              <a:buChar char="§"/>
              <a:defRPr sz="1600">
                <a:solidFill>
                  <a:schemeClr val="tx1"/>
                </a:solidFill>
              </a:defRPr>
            </a:lvl3pPr>
            <a:lvl4pPr marL="1706837" indent="-365751">
              <a:buFont typeface="Arial" charset="0"/>
              <a:buChar char="•"/>
              <a:defRPr sz="1600">
                <a:solidFill>
                  <a:schemeClr val="tx1"/>
                </a:solidFill>
              </a:defRPr>
            </a:lvl4pPr>
            <a:lvl5pPr marL="2072588" indent="-243834">
              <a:buFont typeface="Arial" charset="0"/>
              <a:buChar char="•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209471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2 images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/>
          </p:cNvSpPr>
          <p:nvPr>
            <p:ph type="pic" sz="quarter" idx="29"/>
          </p:nvPr>
        </p:nvSpPr>
        <p:spPr>
          <a:xfrm>
            <a:off x="619760" y="1566659"/>
            <a:ext cx="2699772" cy="207882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32"/>
          </p:nvPr>
        </p:nvSpPr>
        <p:spPr>
          <a:xfrm>
            <a:off x="619760" y="3722533"/>
            <a:ext cx="2699772" cy="207882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icture Placeholder 2"/>
          <p:cNvSpPr>
            <a:spLocks noGrp="1"/>
          </p:cNvSpPr>
          <p:nvPr>
            <p:ph type="pic" sz="quarter" idx="33"/>
          </p:nvPr>
        </p:nvSpPr>
        <p:spPr>
          <a:xfrm>
            <a:off x="3398520" y="1566659"/>
            <a:ext cx="2699772" cy="207882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2"/>
          <p:cNvSpPr>
            <a:spLocks noGrp="1"/>
          </p:cNvSpPr>
          <p:nvPr>
            <p:ph type="pic" sz="quarter" idx="34"/>
          </p:nvPr>
        </p:nvSpPr>
        <p:spPr>
          <a:xfrm>
            <a:off x="3398520" y="3722533"/>
            <a:ext cx="2699772" cy="207882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sz="quarter" idx="35"/>
          </p:nvPr>
        </p:nvSpPr>
        <p:spPr>
          <a:xfrm>
            <a:off x="6167120" y="1566659"/>
            <a:ext cx="5435600" cy="4234701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1360006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2 images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8097838" y="2279650"/>
            <a:ext cx="2160587" cy="229235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21" name="Rectangle 20"/>
          <p:cNvSpPr/>
          <p:nvPr userDrawn="1"/>
        </p:nvSpPr>
        <p:spPr>
          <a:xfrm>
            <a:off x="6005513" y="4568825"/>
            <a:ext cx="2203450" cy="229393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4060825" y="2279650"/>
            <a:ext cx="2111375" cy="22923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 userDrawn="1"/>
        </p:nvSpPr>
        <p:spPr>
          <a:xfrm>
            <a:off x="1960563" y="-11113"/>
            <a:ext cx="2190750" cy="2292351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 userDrawn="1"/>
        </p:nvSpPr>
        <p:spPr>
          <a:xfrm>
            <a:off x="-1588" y="4568825"/>
            <a:ext cx="2084388" cy="2289175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3" name="Picture Placeholder 2"/>
          <p:cNvSpPr>
            <a:spLocks noGrp="1" noChangeAspect="1"/>
          </p:cNvSpPr>
          <p:nvPr>
            <p:ph type="pic" sz="quarter" idx="35"/>
          </p:nvPr>
        </p:nvSpPr>
        <p:spPr>
          <a:xfrm>
            <a:off x="10131883" y="-10839"/>
            <a:ext cx="2052270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Picture Placeholder 2"/>
          <p:cNvSpPr>
            <a:spLocks noGrp="1" noChangeAspect="1"/>
          </p:cNvSpPr>
          <p:nvPr>
            <p:ph type="pic" sz="quarter" idx="41"/>
          </p:nvPr>
        </p:nvSpPr>
        <p:spPr>
          <a:xfrm>
            <a:off x="10183751" y="2279207"/>
            <a:ext cx="2000401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3" name="Picture Placeholder 2"/>
          <p:cNvSpPr>
            <a:spLocks noGrp="1" noChangeAspect="1"/>
          </p:cNvSpPr>
          <p:nvPr>
            <p:ph type="pic" sz="quarter" idx="47"/>
          </p:nvPr>
        </p:nvSpPr>
        <p:spPr>
          <a:xfrm>
            <a:off x="10131883" y="4569253"/>
            <a:ext cx="2052270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2" name="Picture Placeholder 2"/>
          <p:cNvSpPr>
            <a:spLocks noGrp="1" noChangeAspect="1"/>
          </p:cNvSpPr>
          <p:nvPr>
            <p:ph type="pic" sz="quarter" idx="34"/>
          </p:nvPr>
        </p:nvSpPr>
        <p:spPr>
          <a:xfrm>
            <a:off x="8110654" y="-10839"/>
            <a:ext cx="2086302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2" name="Picture Placeholder 2"/>
          <p:cNvSpPr>
            <a:spLocks noGrp="1" noChangeAspect="1"/>
          </p:cNvSpPr>
          <p:nvPr>
            <p:ph type="pic" sz="quarter" idx="46"/>
          </p:nvPr>
        </p:nvSpPr>
        <p:spPr>
          <a:xfrm>
            <a:off x="8134542" y="4569253"/>
            <a:ext cx="2062413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2"/>
          <p:cNvSpPr>
            <a:spLocks noGrp="1" noChangeAspect="1"/>
          </p:cNvSpPr>
          <p:nvPr>
            <p:ph type="pic" sz="quarter" idx="33"/>
          </p:nvPr>
        </p:nvSpPr>
        <p:spPr>
          <a:xfrm>
            <a:off x="6076902" y="-10839"/>
            <a:ext cx="2072585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5" name="Picture Placeholder 2"/>
          <p:cNvSpPr>
            <a:spLocks noGrp="1" noChangeAspect="1"/>
          </p:cNvSpPr>
          <p:nvPr>
            <p:ph type="pic" sz="quarter" idx="39"/>
          </p:nvPr>
        </p:nvSpPr>
        <p:spPr>
          <a:xfrm>
            <a:off x="6099330" y="2279207"/>
            <a:ext cx="2050157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" name="Picture Placeholder 2"/>
          <p:cNvSpPr>
            <a:spLocks noGrp="1" noChangeAspect="1"/>
          </p:cNvSpPr>
          <p:nvPr>
            <p:ph type="pic" sz="quarter" idx="32"/>
          </p:nvPr>
        </p:nvSpPr>
        <p:spPr>
          <a:xfrm>
            <a:off x="4080931" y="-10839"/>
            <a:ext cx="2016827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sz="quarter" idx="44"/>
          </p:nvPr>
        </p:nvSpPr>
        <p:spPr>
          <a:xfrm>
            <a:off x="4064812" y="4569253"/>
            <a:ext cx="2028662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sz="quarter" idx="37"/>
          </p:nvPr>
        </p:nvSpPr>
        <p:spPr>
          <a:xfrm>
            <a:off x="2032406" y="2279207"/>
            <a:ext cx="2052270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sz="quarter" idx="43"/>
          </p:nvPr>
        </p:nvSpPr>
        <p:spPr>
          <a:xfrm>
            <a:off x="2032406" y="4569253"/>
            <a:ext cx="2052270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9" name="Text Placeholder 37"/>
          <p:cNvSpPr>
            <a:spLocks noGrp="1"/>
          </p:cNvSpPr>
          <p:nvPr>
            <p:ph type="body" sz="quarter" idx="49"/>
          </p:nvPr>
        </p:nvSpPr>
        <p:spPr>
          <a:xfrm>
            <a:off x="4395626" y="2700030"/>
            <a:ext cx="1363292" cy="1447800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7"/>
          <p:cNvSpPr>
            <a:spLocks noGrp="1"/>
          </p:cNvSpPr>
          <p:nvPr>
            <p:ph type="body" sz="quarter" idx="50"/>
          </p:nvPr>
        </p:nvSpPr>
        <p:spPr>
          <a:xfrm>
            <a:off x="6434819" y="4990076"/>
            <a:ext cx="1363292" cy="1447800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7"/>
          <p:cNvSpPr>
            <a:spLocks noGrp="1"/>
          </p:cNvSpPr>
          <p:nvPr>
            <p:ph type="body" sz="quarter" idx="51"/>
          </p:nvPr>
        </p:nvSpPr>
        <p:spPr>
          <a:xfrm>
            <a:off x="8484027" y="2700030"/>
            <a:ext cx="1363292" cy="1447800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sz="quarter" idx="29"/>
          </p:nvPr>
        </p:nvSpPr>
        <p:spPr>
          <a:xfrm>
            <a:off x="0" y="-10839"/>
            <a:ext cx="2052270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sz="quarter" idx="36"/>
          </p:nvPr>
        </p:nvSpPr>
        <p:spPr>
          <a:xfrm>
            <a:off x="0" y="2279207"/>
            <a:ext cx="2052270" cy="2289447"/>
          </a:xfrm>
          <a:solidFill>
            <a:schemeClr val="tx1">
              <a:lumMod val="20000"/>
              <a:lumOff val="80000"/>
            </a:schemeClr>
          </a:solidFill>
        </p:spPr>
        <p:txBody>
          <a:bodyPr tIns="274320" rtlCol="0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2" name="Text Placeholder 37"/>
          <p:cNvSpPr>
            <a:spLocks noGrp="1"/>
          </p:cNvSpPr>
          <p:nvPr>
            <p:ph type="body" sz="quarter" idx="52"/>
          </p:nvPr>
        </p:nvSpPr>
        <p:spPr>
          <a:xfrm>
            <a:off x="333424" y="4990076"/>
            <a:ext cx="1363292" cy="1447800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7"/>
          <p:cNvSpPr>
            <a:spLocks noGrp="1"/>
          </p:cNvSpPr>
          <p:nvPr>
            <p:ph type="body" sz="quarter" idx="48"/>
          </p:nvPr>
        </p:nvSpPr>
        <p:spPr>
          <a:xfrm>
            <a:off x="2364525" y="409984"/>
            <a:ext cx="1363292" cy="1447800"/>
          </a:xfrm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2361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tx1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5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2895600" y="5715000"/>
            <a:ext cx="6400800" cy="762000"/>
          </a:xfrm>
          <a:solidFill>
            <a:schemeClr val="accent1"/>
          </a:solidFill>
        </p:spPr>
        <p:txBody>
          <a:bodyPr tIns="0" anchor="ctr"/>
          <a:lstStyle>
            <a:lvl1pPr marL="0" marR="0" indent="0" algn="ctr" defTabSz="609585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Tx/>
              <a:buFont typeface="Arial" charset="0"/>
              <a:buNone/>
              <a:tabLst/>
              <a:defRPr sz="1800" b="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1659567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33400" y="0"/>
            <a:ext cx="2667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02757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le Watch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5486400" y="0"/>
            <a:ext cx="6705600" cy="6858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accent5">
                  <a:lumMod val="10000"/>
                  <a:lumOff val="9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rgbClr val="FFFFFF"/>
              </a:solidFill>
            </a:endParaRP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4913" y="1309688"/>
            <a:ext cx="2452687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ight Triangle 8"/>
          <p:cNvSpPr/>
          <p:nvPr userDrawn="1"/>
        </p:nvSpPr>
        <p:spPr>
          <a:xfrm flipH="1">
            <a:off x="11807825" y="5715000"/>
            <a:ext cx="384175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11785600" y="6553200"/>
            <a:ext cx="523875" cy="138113"/>
          </a:xfrm>
          <a:prstGeom prst="rect">
            <a:avLst/>
          </a:prstGeom>
          <a:noFill/>
        </p:spPr>
        <p:txBody>
          <a:bodyPr lIns="0" tIns="0" rIns="0" bIns="0"/>
          <a:lstStyle>
            <a:lvl1pPr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defRPr/>
            </a:pPr>
            <a:fld id="{F26D5540-AC06-4D31-AC26-E00E2419C4D9}" type="slidenum">
              <a:rPr lang="en-US" altLang="en-US" sz="1200" smtClean="0">
                <a:solidFill>
                  <a:srgbClr val="FFFFFF"/>
                </a:solidFill>
                <a:latin typeface="Calibri" pitchFamily="34" charset="0"/>
              </a:rPr>
              <a:pPr algn="ctr" eaLnBrk="1" hangingPunct="1">
                <a:defRPr/>
              </a:pPr>
              <a:t>‹#›</a:t>
            </a:fld>
            <a:endParaRPr lang="en-US" altLang="en-US" sz="1200" smtClean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76200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29"/>
          </p:nvPr>
        </p:nvSpPr>
        <p:spPr>
          <a:xfrm>
            <a:off x="9178705" y="2526670"/>
            <a:ext cx="1649240" cy="1936687"/>
          </a:xfrm>
        </p:spPr>
        <p:txBody>
          <a:bodyPr rtlCol="0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0294357"/>
      </p:ext>
    </p:extLst>
  </p:cSld>
  <p:clrMapOvr>
    <a:masterClrMapping/>
  </p:clrMapOvr>
  <p:transition spd="med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Pad Tablet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4572000" y="0"/>
            <a:ext cx="7626350" cy="45720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accent5">
                  <a:lumMod val="10000"/>
                  <a:lumOff val="9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rgbClr val="FFFFFF"/>
              </a:solidFill>
            </a:endParaRPr>
          </a:p>
        </p:txBody>
      </p:sp>
      <p:pic>
        <p:nvPicPr>
          <p:cNvPr id="7" name="Picture 6" descr="iPad Air White wo Shadow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26" r="3035"/>
          <a:stretch>
            <a:fillRect/>
          </a:stretch>
        </p:blipFill>
        <p:spPr bwMode="auto">
          <a:xfrm>
            <a:off x="7424738" y="469900"/>
            <a:ext cx="4325937" cy="626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6705237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670567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67056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8030627" y="1144552"/>
            <a:ext cx="3299684" cy="4403725"/>
          </a:xfrm>
          <a:solidFill>
            <a:schemeClr val="tx1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97193612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rface Tablet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6317725" y="0"/>
            <a:ext cx="5874275" cy="5104953"/>
          </a:xfrm>
          <a:prstGeom prst="rect">
            <a:avLst/>
          </a:prstGeom>
          <a:gradFill>
            <a:gsLst>
              <a:gs pos="52000">
                <a:schemeClr val="bg1">
                  <a:alpha val="80000"/>
                </a:schemeClr>
              </a:gs>
              <a:gs pos="100000">
                <a:schemeClr val="accent5">
                  <a:lumMod val="10000"/>
                  <a:lumOff val="90000"/>
                </a:schemeClr>
              </a:gs>
            </a:gsLst>
            <a:lin ang="189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rgbClr val="FFFFFF"/>
              </a:solidFill>
            </a:endParaRP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8400" y="1670050"/>
            <a:ext cx="5757863" cy="367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445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3154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53340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553200" y="1980054"/>
            <a:ext cx="4625856" cy="3018208"/>
          </a:xfrm>
          <a:solidFill>
            <a:schemeClr val="tx1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0314547"/>
      </p:ext>
    </p:extLst>
  </p:cSld>
  <p:clrMapOvr>
    <a:masterClrMapping/>
  </p:clrMapOvr>
  <p:transition spd="med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5492750" y="0"/>
            <a:ext cx="6705600" cy="41148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accent5">
                  <a:lumMod val="10000"/>
                  <a:lumOff val="9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rgbClr val="FFFFFF"/>
              </a:solidFill>
            </a:endParaRP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27713" y="1484313"/>
            <a:ext cx="6234112" cy="363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445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3154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53340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723934" y="1815051"/>
            <a:ext cx="4434496" cy="2777576"/>
          </a:xfrm>
          <a:solidFill>
            <a:schemeClr val="tx1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9129179"/>
      </p:ext>
    </p:extLst>
  </p:cSld>
  <p:clrMapOvr>
    <a:masterClrMapping/>
  </p:clrMapOvr>
  <p:transition spd="med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5492750" y="0"/>
            <a:ext cx="6705600" cy="41148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accent5">
                  <a:lumMod val="10000"/>
                  <a:lumOff val="9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rgbClr val="FFFFFF"/>
              </a:solidFill>
            </a:endParaRPr>
          </a:p>
        </p:txBody>
      </p:sp>
      <p:pic>
        <p:nvPicPr>
          <p:cNvPr id="7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53200" y="1484313"/>
            <a:ext cx="5514975" cy="3633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445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3154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53340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200181" y="1760050"/>
            <a:ext cx="4207615" cy="2461315"/>
          </a:xfrm>
          <a:solidFill>
            <a:schemeClr val="tx1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145596864"/>
      </p:ext>
    </p:extLst>
  </p:cSld>
  <p:clrMapOvr>
    <a:masterClrMapping/>
  </p:clrMapOvr>
  <p:transition spd="med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c S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5492750" y="0"/>
            <a:ext cx="6705600" cy="4114800"/>
          </a:xfrm>
          <a:prstGeom prst="rect">
            <a:avLst/>
          </a:prstGeom>
          <a:gradFill>
            <a:gsLst>
              <a:gs pos="0">
                <a:schemeClr val="bg1">
                  <a:alpha val="80000"/>
                </a:schemeClr>
              </a:gs>
              <a:gs pos="100000">
                <a:schemeClr val="accent5">
                  <a:lumMod val="10000"/>
                  <a:lumOff val="90000"/>
                </a:scheme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900" dirty="0">
              <a:solidFill>
                <a:srgbClr val="FFFFFF"/>
              </a:solidFill>
            </a:endParaRPr>
          </a:p>
        </p:txBody>
      </p:sp>
      <p:pic>
        <p:nvPicPr>
          <p:cNvPr id="7" name="Picture 6" descr="iMac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063" y="1022350"/>
            <a:ext cx="5989637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445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3154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609600" y="1219200"/>
            <a:ext cx="5334000" cy="4525963"/>
          </a:xfrm>
        </p:spPr>
        <p:txBody>
          <a:bodyPr/>
          <a:lstStyle>
            <a:lvl1pPr>
              <a:defRPr sz="2667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7042975" y="1769583"/>
            <a:ext cx="4375506" cy="2461315"/>
          </a:xfrm>
          <a:solidFill>
            <a:schemeClr val="tx1">
              <a:lumMod val="20000"/>
              <a:lumOff val="80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4087485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9"/>
          <p:cNvGrpSpPr>
            <a:grpSpLocks/>
          </p:cNvGrpSpPr>
          <p:nvPr userDrawn="1"/>
        </p:nvGrpSpPr>
        <p:grpSpPr bwMode="auto">
          <a:xfrm>
            <a:off x="958850" y="1104900"/>
            <a:ext cx="10852150" cy="5078413"/>
            <a:chOff x="959089" y="1104576"/>
            <a:chExt cx="10851911" cy="5078313"/>
          </a:xfrm>
        </p:grpSpPr>
        <p:sp>
          <p:nvSpPr>
            <p:cNvPr id="5" name="TextBox 4"/>
            <p:cNvSpPr txBox="1">
              <a:spLocks noChangeArrowheads="1"/>
            </p:cNvSpPr>
            <p:nvPr/>
          </p:nvSpPr>
          <p:spPr bwMode="auto">
            <a:xfrm>
              <a:off x="959089" y="1104576"/>
              <a:ext cx="1447768" cy="50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API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Application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Architecture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Agile Development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Arrow - Pointer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Arrow - Single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Arrow - Bi-directional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Arrow - Cycle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Arrow - Cycle 2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Arrow - Flexible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Arrow - Forward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Arrow - Merge</a:t>
              </a:r>
            </a:p>
          </p:txBody>
        </p:sp>
        <p:sp>
          <p:nvSpPr>
            <p:cNvPr id="6" name="TextBox 5"/>
            <p:cNvSpPr txBox="1">
              <a:spLocks noChangeArrowheads="1"/>
            </p:cNvSpPr>
            <p:nvPr/>
          </p:nvSpPr>
          <p:spPr bwMode="auto">
            <a:xfrm>
              <a:off x="2840236" y="1104576"/>
              <a:ext cx="1447768" cy="50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Arrow - Switch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Arrow - Growth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Arrow - Crossover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Arrow - Multi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Award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Book 1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Book 2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Book 3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Box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Briefcase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Building - Bank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Building - Government</a:t>
              </a:r>
            </a:p>
          </p:txBody>
        </p:sp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4721381" y="1104576"/>
              <a:ext cx="1447768" cy="50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Building - Home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Building - Hospital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Building - Office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Bullseye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Calendar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Chart - Analytics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Chart - Bar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Chart - Growth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Chart - Pie 1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Chart - Pie 2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Check box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Checklist</a:t>
              </a:r>
            </a:p>
          </p:txBody>
        </p:sp>
        <p:sp>
          <p:nvSpPr>
            <p:cNvPr id="8" name="TextBox 7"/>
            <p:cNvSpPr txBox="1">
              <a:spLocks noChangeArrowheads="1"/>
            </p:cNvSpPr>
            <p:nvPr/>
          </p:nvSpPr>
          <p:spPr bwMode="auto">
            <a:xfrm>
              <a:off x="6600940" y="1104576"/>
              <a:ext cx="1447768" cy="50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Cloud - Solid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Cloud - Outline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Cloud - Hybrid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Cloud - Mobile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Cloud - Private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Cloud - Public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Coding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Compass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Connection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Content 1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Content 2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Database</a:t>
              </a:r>
            </a:p>
          </p:txBody>
        </p:sp>
        <p:sp>
          <p:nvSpPr>
            <p:cNvPr id="9" name="TextBox 8"/>
            <p:cNvSpPr txBox="1">
              <a:spLocks noChangeArrowheads="1"/>
            </p:cNvSpPr>
            <p:nvPr/>
          </p:nvSpPr>
          <p:spPr bwMode="auto">
            <a:xfrm>
              <a:off x="8482086" y="1104576"/>
              <a:ext cx="1447768" cy="5005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Database - Input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Data Center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Data Mining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Device - Chat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Device - Desktop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Device - Laptop 1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Device - Laptop 2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Device - Networked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Device - Cellphone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Device - Tablet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Devices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Document</a:t>
              </a:r>
            </a:p>
          </p:txBody>
        </p:sp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10363232" y="1104576"/>
              <a:ext cx="1447768" cy="50783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 defTabSz="1217613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defTabSz="1217613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Document - Assessment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Document - Certification 1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Document - Certification 2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Document - Contract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Document - Learning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Document - PDF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Document - Profile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Document - Policy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Document - Search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Document - Template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Email</a:t>
              </a:r>
            </a:p>
            <a:p>
              <a:pPr eaLnBrk="1" hangingPunct="1">
                <a:lnSpc>
                  <a:spcPct val="300000"/>
                </a:lnSpc>
                <a:defRPr/>
              </a:pPr>
              <a:r>
                <a:rPr lang="en-US" altLang="en-US" sz="900" smtClean="0">
                  <a:solidFill>
                    <a:srgbClr val="3C3C3C"/>
                  </a:solidFill>
                  <a:latin typeface="Calibri" pitchFamily="34" charset="0"/>
                </a:rPr>
                <a:t>Evening</a:t>
              </a:r>
            </a:p>
          </p:txBody>
        </p:sp>
      </p:grpSp>
      <p:sp>
        <p:nvSpPr>
          <p:cNvPr id="13" name="Title Placeholder 1"/>
          <p:cNvSpPr>
            <a:spLocks noGrp="1"/>
          </p:cNvSpPr>
          <p:nvPr>
            <p:ph type="title"/>
          </p:nvPr>
        </p:nvSpPr>
        <p:spPr>
          <a:xfrm>
            <a:off x="609955" y="381000"/>
            <a:ext cx="10972092" cy="524999"/>
          </a:xfrm>
          <a:prstGeom prst="rect">
            <a:avLst/>
          </a:prstGeom>
        </p:spPr>
        <p:txBody>
          <a:bodyPr rtlCol="0">
            <a:noAutofit/>
          </a:bodyPr>
          <a:lstStyle/>
          <a:p>
            <a:r>
              <a:rPr lang="en-US" dirty="0"/>
              <a:t>Click to edit slide headline</a:t>
            </a:r>
          </a:p>
        </p:txBody>
      </p:sp>
      <p:sp>
        <p:nvSpPr>
          <p:cNvPr id="14" name="Text Placeholder 2"/>
          <p:cNvSpPr>
            <a:spLocks noGrp="1"/>
          </p:cNvSpPr>
          <p:nvPr>
            <p:ph type="body" idx="28"/>
          </p:nvPr>
        </p:nvSpPr>
        <p:spPr>
          <a:xfrm>
            <a:off x="609600" y="140718"/>
            <a:ext cx="1097280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 b="1" i="1" cap="all" baseline="0">
                <a:solidFill>
                  <a:srgbClr val="F37021"/>
                </a:solidFill>
                <a:latin typeface="calibri" charset="0"/>
                <a:cs typeface="Georgia"/>
              </a:defRPr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05721881"/>
      </p:ext>
    </p:extLst>
  </p:cSld>
  <p:clrMapOvr>
    <a:masterClrMapping/>
  </p:clrMapOvr>
  <p:transition spd="med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 userDrawn="1"/>
        </p:nvSpPr>
        <p:spPr>
          <a:xfrm flipH="1">
            <a:off x="914400" y="6010275"/>
            <a:ext cx="11277600" cy="852488"/>
          </a:xfrm>
          <a:custGeom>
            <a:avLst/>
            <a:gdLst>
              <a:gd name="connsiteX0" fmla="*/ 5722374 w 5948516"/>
              <a:gd name="connsiteY0" fmla="*/ 639097 h 639097"/>
              <a:gd name="connsiteX1" fmla="*/ 0 w 5948516"/>
              <a:gd name="connsiteY1" fmla="*/ 639097 h 639097"/>
              <a:gd name="connsiteX2" fmla="*/ 0 w 5948516"/>
              <a:gd name="connsiteY2" fmla="*/ 0 h 639097"/>
              <a:gd name="connsiteX3" fmla="*/ 5948516 w 5948516"/>
              <a:gd name="connsiteY3" fmla="*/ 432620 h 639097"/>
              <a:gd name="connsiteX4" fmla="*/ 5722374 w 5948516"/>
              <a:gd name="connsiteY4" fmla="*/ 639097 h 6390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48516" h="639097">
                <a:moveTo>
                  <a:pt x="5722374" y="639097"/>
                </a:moveTo>
                <a:lnTo>
                  <a:pt x="0" y="639097"/>
                </a:lnTo>
                <a:lnTo>
                  <a:pt x="0" y="0"/>
                </a:lnTo>
                <a:lnTo>
                  <a:pt x="5948516" y="432620"/>
                </a:lnTo>
                <a:lnTo>
                  <a:pt x="5722374" y="63909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Right Triangle 2"/>
          <p:cNvSpPr/>
          <p:nvPr userDrawn="1"/>
        </p:nvSpPr>
        <p:spPr>
          <a:xfrm>
            <a:off x="0" y="5410200"/>
            <a:ext cx="1428750" cy="1447800"/>
          </a:xfrm>
          <a:prstGeom prst="rtTriangl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4" name="Freeform 3"/>
          <p:cNvSpPr/>
          <p:nvPr userDrawn="1"/>
        </p:nvSpPr>
        <p:spPr>
          <a:xfrm flipH="1">
            <a:off x="1144588" y="6572250"/>
            <a:ext cx="284162" cy="287338"/>
          </a:xfrm>
          <a:custGeom>
            <a:avLst/>
            <a:gdLst>
              <a:gd name="connsiteX0" fmla="*/ 0 w 212725"/>
              <a:gd name="connsiteY0" fmla="*/ 215900 h 215900"/>
              <a:gd name="connsiteX1" fmla="*/ 212725 w 212725"/>
              <a:gd name="connsiteY1" fmla="*/ 3175 h 215900"/>
              <a:gd name="connsiteX2" fmla="*/ 101600 w 212725"/>
              <a:gd name="connsiteY2" fmla="*/ 0 h 215900"/>
              <a:gd name="connsiteX3" fmla="*/ 0 w 212725"/>
              <a:gd name="connsiteY3" fmla="*/ 215900 h 215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2725" h="215900">
                <a:moveTo>
                  <a:pt x="0" y="215900"/>
                </a:moveTo>
                <a:lnTo>
                  <a:pt x="212725" y="3175"/>
                </a:lnTo>
                <a:lnTo>
                  <a:pt x="101600" y="0"/>
                </a:lnTo>
                <a:lnTo>
                  <a:pt x="0" y="215900"/>
                </a:lnTo>
                <a:close/>
              </a:path>
            </a:pathLst>
          </a:custGeom>
          <a:solidFill>
            <a:schemeClr val="accent6">
              <a:alpha val="1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9223712" y="6413707"/>
            <a:ext cx="2664634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700" dirty="0">
              <a:solidFill>
                <a:srgbClr val="FFFFFF">
                  <a:alpha val="69000"/>
                </a:srgbClr>
              </a:solidFill>
              <a:latin typeface="+mn-lt"/>
              <a:ea typeface="+mn-ea"/>
              <a:cs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FFFFFF">
                    <a:alpha val="69000"/>
                  </a:srgbClr>
                </a:solidFill>
                <a:latin typeface="+mn-lt"/>
                <a:ea typeface="+mn-ea"/>
                <a:cs typeface="Calibri"/>
              </a:rPr>
              <a:t>© 2018 Virtusa Corporation. All rights reserved. </a:t>
            </a:r>
            <a:endParaRPr lang="en-US" sz="700" dirty="0">
              <a:solidFill>
                <a:srgbClr val="FFFFFF">
                  <a:alpha val="69000"/>
                </a:srgbClr>
              </a:solidFill>
              <a:latin typeface="+mn-lt"/>
              <a:ea typeface="+mn-ea"/>
              <a:cs typeface="Calibri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533400" y="0"/>
            <a:ext cx="2590800" cy="2286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5511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 rot="5400000">
            <a:off x="6019800" y="-1143000"/>
            <a:ext cx="152400" cy="2438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389402"/>
            <a:ext cx="11582400" cy="524998"/>
          </a:xfrm>
        </p:spPr>
        <p:txBody>
          <a:bodyPr lIns="91440" rIns="91440"/>
          <a:lstStyle>
            <a:lvl1pPr>
              <a:defRPr sz="2400">
                <a:solidFill>
                  <a:srgbClr val="000000"/>
                </a:solidFill>
                <a:latin typeface="Calibri"/>
                <a:cs typeface="Calibri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28"/>
          </p:nvPr>
        </p:nvSpPr>
        <p:spPr>
          <a:xfrm>
            <a:off x="304801" y="995852"/>
            <a:ext cx="11582400" cy="29954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 b="0" i="1">
                <a:solidFill>
                  <a:srgbClr val="F37021"/>
                </a:solidFill>
                <a:latin typeface="Georgia"/>
                <a:cs typeface="Georgi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7"/>
          </p:nvPr>
        </p:nvSpPr>
        <p:spPr>
          <a:xfrm>
            <a:off x="304800" y="76200"/>
            <a:ext cx="11582400" cy="3048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None/>
              <a:defRPr sz="1200" b="1" i="0" cap="all">
                <a:solidFill>
                  <a:srgbClr val="F37021"/>
                </a:solidFill>
                <a:latin typeface="Calibri"/>
                <a:cs typeface="Calibri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07399829"/>
      </p:ext>
    </p:extLst>
  </p:cSld>
  <p:clrMapOvr>
    <a:masterClrMapping/>
  </p:clrMapOvr>
  <p:transition spd="slow">
    <p:push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k object 16"/>
          <p:cNvSpPr>
            <a:spLocks/>
          </p:cNvSpPr>
          <p:nvPr/>
        </p:nvSpPr>
        <p:spPr bwMode="auto">
          <a:xfrm>
            <a:off x="4876800" y="0"/>
            <a:ext cx="2438400" cy="152400"/>
          </a:xfrm>
          <a:custGeom>
            <a:avLst/>
            <a:gdLst>
              <a:gd name="T0" fmla="*/ 0 w 2438400"/>
              <a:gd name="T1" fmla="*/ 152401 h 152400"/>
              <a:gd name="T2" fmla="*/ 2438400 w 2438400"/>
              <a:gd name="T3" fmla="*/ 152401 h 152400"/>
              <a:gd name="T4" fmla="*/ 2438400 w 2438400"/>
              <a:gd name="T5" fmla="*/ 0 h 152400"/>
              <a:gd name="T6" fmla="*/ 0 w 2438400"/>
              <a:gd name="T7" fmla="*/ 0 h 152400"/>
              <a:gd name="T8" fmla="*/ 0 w 2438400"/>
              <a:gd name="T9" fmla="*/ 152401 h 1524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2438400" h="152400">
                <a:moveTo>
                  <a:pt x="0" y="152401"/>
                </a:moveTo>
                <a:lnTo>
                  <a:pt x="2438400" y="152401"/>
                </a:lnTo>
                <a:lnTo>
                  <a:pt x="2438400" y="0"/>
                </a:lnTo>
                <a:lnTo>
                  <a:pt x="0" y="0"/>
                </a:lnTo>
                <a:lnTo>
                  <a:pt x="0" y="152401"/>
                </a:lnTo>
                <a:close/>
              </a:path>
            </a:pathLst>
          </a:custGeom>
          <a:solidFill>
            <a:srgbClr val="F7852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5" name="TextBox 4"/>
          <p:cNvSpPr txBox="1"/>
          <p:nvPr userDrawn="1"/>
        </p:nvSpPr>
        <p:spPr>
          <a:xfrm>
            <a:off x="11660188" y="6708775"/>
            <a:ext cx="523875" cy="138113"/>
          </a:xfrm>
          <a:prstGeom prst="rect">
            <a:avLst/>
          </a:prstGeom>
          <a:noFill/>
        </p:spPr>
        <p:txBody>
          <a:bodyPr lIns="0" tIns="0" rIns="0" bIns="0"/>
          <a:lstStyle>
            <a:lvl1pPr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>
              <a:defRPr/>
            </a:pPr>
            <a:fld id="{11CF1316-C3B4-482C-9D15-4D319BC2A075}" type="slidenum">
              <a:rPr lang="en-US" altLang="en-US" sz="800" smtClean="0">
                <a:solidFill>
                  <a:srgbClr val="2D2D2A"/>
                </a:solidFill>
                <a:latin typeface="Calibri" pitchFamily="34" charset="0"/>
              </a:rPr>
              <a:pPr eaLnBrk="1" hangingPunct="1">
                <a:defRPr/>
              </a:pPr>
              <a:t>‹#›</a:t>
            </a:fld>
            <a:endParaRPr lang="en-US" altLang="en-US" sz="800" smtClean="0">
              <a:solidFill>
                <a:srgbClr val="2D2D2A"/>
              </a:solidFill>
              <a:latin typeface="Calibri" pitchFamily="34" charset="0"/>
            </a:endParaRPr>
          </a:p>
        </p:txBody>
      </p:sp>
      <p:pic>
        <p:nvPicPr>
          <p:cNvPr id="6" name="Picture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00" y="6399213"/>
            <a:ext cx="1042988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6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t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7" name="Holder 4"/>
          <p:cNvSpPr>
            <a:spLocks noGrp="1"/>
          </p:cNvSpPr>
          <p:nvPr>
            <p:ph type="ftr" sz="quarter" idx="10"/>
          </p:nvPr>
        </p:nvSpPr>
        <p:spPr>
          <a:xfrm>
            <a:off x="0" y="0"/>
            <a:ext cx="0" cy="0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2400">
                <a:solidFill>
                  <a:srgbClr val="919191"/>
                </a:solidFill>
                <a:latin typeface="Calibri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Holder 5"/>
          <p:cNvSpPr>
            <a:spLocks noGrp="1"/>
          </p:cNvSpPr>
          <p:nvPr>
            <p:ph type="dt" sz="half" idx="11"/>
          </p:nvPr>
        </p:nvSpPr>
        <p:spPr>
          <a:xfrm>
            <a:off x="0" y="0"/>
            <a:ext cx="0" cy="0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2400">
                <a:solidFill>
                  <a:srgbClr val="919191"/>
                </a:solidFill>
                <a:latin typeface="Calibri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Holder 6"/>
          <p:cNvSpPr>
            <a:spLocks noGrp="1"/>
          </p:cNvSpPr>
          <p:nvPr>
            <p:ph type="sldNum" sz="quarter" idx="12"/>
          </p:nvPr>
        </p:nvSpPr>
        <p:spPr>
          <a:xfrm>
            <a:off x="0" y="0"/>
            <a:ext cx="0" cy="0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2400" smtClean="0">
                <a:solidFill>
                  <a:srgbClr val="919191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fld id="{C5D60991-4EB0-4535-A212-DFE11BDDFC7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2271846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130175" y="2897188"/>
            <a:ext cx="3076575" cy="1076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dirty="0">
                <a:solidFill>
                  <a:srgbClr val="3C44AB"/>
                </a:solidFill>
              </a:rPr>
              <a:t>Agenda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3344863" y="685800"/>
            <a:ext cx="58737" cy="5486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5" name="Right Triangle 4"/>
          <p:cNvSpPr/>
          <p:nvPr userDrawn="1"/>
        </p:nvSpPr>
        <p:spPr>
          <a:xfrm flipH="1">
            <a:off x="11807825" y="5715000"/>
            <a:ext cx="384175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11785600" y="6553200"/>
            <a:ext cx="523875" cy="138113"/>
          </a:xfrm>
          <a:prstGeom prst="rect">
            <a:avLst/>
          </a:prstGeom>
          <a:noFill/>
        </p:spPr>
        <p:txBody>
          <a:bodyPr lIns="0" tIns="0" rIns="0" bIns="0"/>
          <a:lstStyle>
            <a:lvl1pPr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defRPr/>
            </a:pPr>
            <a:fld id="{B0C31DB0-1D7A-4429-A27F-8166B6D9E645}" type="slidenum">
              <a:rPr lang="en-US" altLang="en-US" sz="1200" smtClean="0">
                <a:solidFill>
                  <a:srgbClr val="FFFFFF"/>
                </a:solidFill>
                <a:latin typeface="Calibri" pitchFamily="34" charset="0"/>
              </a:rPr>
              <a:pPr algn="ctr" eaLnBrk="1" hangingPunct="1">
                <a:defRPr/>
              </a:pPr>
              <a:t>‹#›</a:t>
            </a:fld>
            <a:endParaRPr lang="en-US" altLang="en-US" sz="1200" smtClean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0"/>
          </p:nvPr>
        </p:nvSpPr>
        <p:spPr>
          <a:xfrm>
            <a:off x="4114800" y="685800"/>
            <a:ext cx="7315200" cy="5486400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5613794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 userDrawn="1"/>
        </p:nvSpPr>
        <p:spPr bwMode="auto">
          <a:xfrm>
            <a:off x="8610600" y="42863"/>
            <a:ext cx="3581400" cy="230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>
              <a:defRPr/>
            </a:pPr>
            <a:r>
              <a:rPr lang="en-US" altLang="en-US" sz="900" smtClean="0">
                <a:solidFill>
                  <a:srgbClr val="FFFFFF"/>
                </a:solidFill>
                <a:latin typeface="Calibri" pitchFamily="34" charset="0"/>
              </a:rPr>
              <a:t>Confidential information. Not for disclosure to external/third parties</a:t>
            </a:r>
          </a:p>
        </p:txBody>
      </p:sp>
    </p:spTree>
    <p:extLst>
      <p:ext uri="{BB962C8B-B14F-4D97-AF65-F5344CB8AC3E}">
        <p14:creationId xmlns:p14="http://schemas.microsoft.com/office/powerpoint/2010/main" val="312623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45.xml"/><Relationship Id="rId3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40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52.xml"/><Relationship Id="rId2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35.xml"/><Relationship Id="rId20" Type="http://schemas.openxmlformats.org/officeDocument/2006/relationships/slideLayout" Target="../slideLayouts/slideLayout39.xml"/><Relationship Id="rId29" Type="http://schemas.openxmlformats.org/officeDocument/2006/relationships/slideLayout" Target="../slideLayouts/slideLayout48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24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51.xml"/><Relationship Id="rId5" Type="http://schemas.openxmlformats.org/officeDocument/2006/relationships/slideLayout" Target="../slideLayouts/slideLayout24.xml"/><Relationship Id="rId15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42.xml"/><Relationship Id="rId28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8.xml"/><Relationship Id="rId31" Type="http://schemas.openxmlformats.org/officeDocument/2006/relationships/slideLayout" Target="../slideLayouts/slideLayout50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41.xml"/><Relationship Id="rId27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9.xml"/><Relationship Id="rId35" Type="http://schemas.openxmlformats.org/officeDocument/2006/relationships/image" Target="../media/image5.png"/><Relationship Id="rId8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4715" r:id="rId1"/>
    <p:sldLayoutId id="2147484716" r:id="rId2"/>
    <p:sldLayoutId id="2147484717" r:id="rId3"/>
    <p:sldLayoutId id="2147484718" r:id="rId4"/>
    <p:sldLayoutId id="2147484719" r:id="rId5"/>
    <p:sldLayoutId id="2147484720" r:id="rId6"/>
    <p:sldLayoutId id="2147484696" r:id="rId7"/>
    <p:sldLayoutId id="2147484697" r:id="rId8"/>
    <p:sldLayoutId id="2147484721" r:id="rId9"/>
    <p:sldLayoutId id="2147484698" r:id="rId10"/>
    <p:sldLayoutId id="2147484722" r:id="rId11"/>
    <p:sldLayoutId id="2147484723" r:id="rId12"/>
    <p:sldLayoutId id="2147484699" r:id="rId13"/>
    <p:sldLayoutId id="2147484724" r:id="rId14"/>
    <p:sldLayoutId id="2147484725" r:id="rId15"/>
    <p:sldLayoutId id="2147484726" r:id="rId16"/>
    <p:sldLayoutId id="2147484700" r:id="rId17"/>
    <p:sldLayoutId id="2147484727" r:id="rId18"/>
    <p:sldLayoutId id="2147484728" r:id="rId19"/>
  </p:sldLayoutIdLst>
  <p:hf hdr="0" ftr="0" dt="0"/>
  <p:txStyles>
    <p:titleStyle>
      <a:lvl1pPr algn="ctr" defTabSz="1217613" rtl="0" eaLnBrk="0" fontAlgn="base" latinLnBrk="1" hangingPunct="0">
        <a:spcBef>
          <a:spcPct val="0"/>
        </a:spcBef>
        <a:spcAft>
          <a:spcPct val="0"/>
        </a:spcAft>
        <a:defRPr sz="5800" kern="1200">
          <a:solidFill>
            <a:schemeClr val="tx1"/>
          </a:solidFill>
          <a:latin typeface="+mj-lt"/>
          <a:ea typeface="+mj-ea"/>
          <a:cs typeface="Arial Unicode MS" pitchFamily="34" charset="-128"/>
        </a:defRPr>
      </a:lvl1pPr>
      <a:lvl2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2pPr>
      <a:lvl3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3pPr>
      <a:lvl4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4pPr>
      <a:lvl5pPr algn="ctr" defTabSz="1217613" rtl="0" eaLnBrk="0" fontAlgn="base" latinLnBrk="1" hangingPunct="0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5pPr>
      <a:lvl6pPr marL="4572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6pPr>
      <a:lvl7pPr marL="9144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7pPr>
      <a:lvl8pPr marL="13716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8pPr>
      <a:lvl9pPr marL="1828800" algn="ctr" defTabSz="1217613" rtl="0" fontAlgn="base" latinLnBrk="1">
        <a:spcBef>
          <a:spcPct val="0"/>
        </a:spcBef>
        <a:spcAft>
          <a:spcPct val="0"/>
        </a:spcAft>
        <a:defRPr sz="5800">
          <a:solidFill>
            <a:schemeClr val="tx1"/>
          </a:solidFill>
          <a:latin typeface="Arial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455613" indent="-4556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1pPr>
      <a:lvl2pPr marL="989013" indent="-3794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2pPr>
      <a:lvl3pPr marL="15224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3pPr>
      <a:lvl4pPr marL="21320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6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4pPr>
      <a:lvl5pPr marL="2741613" indent="-303213" algn="l" defTabSz="1217613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600" kern="1200">
          <a:solidFill>
            <a:schemeClr val="tx1"/>
          </a:solidFill>
          <a:latin typeface="+mn-lt"/>
          <a:ea typeface="+mn-ea"/>
          <a:cs typeface="Arial Unicode MS" pitchFamily="34" charset="-128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219200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381000"/>
            <a:ext cx="10972800" cy="525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slide headline</a:t>
            </a:r>
          </a:p>
        </p:txBody>
      </p:sp>
      <p:sp>
        <p:nvSpPr>
          <p:cNvPr id="8" name="Rectangle 7"/>
          <p:cNvSpPr/>
          <p:nvPr userDrawn="1"/>
        </p:nvSpPr>
        <p:spPr>
          <a:xfrm>
            <a:off x="628650" y="0"/>
            <a:ext cx="2438400" cy="127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FFFFFF"/>
              </a:solidFill>
            </a:endParaRPr>
          </a:p>
        </p:txBody>
      </p:sp>
      <p:pic>
        <p:nvPicPr>
          <p:cNvPr id="1029" name="Picture 1"/>
          <p:cNvPicPr>
            <a:picLocks noChangeAspect="1"/>
          </p:cNvPicPr>
          <p:nvPr userDrawn="1"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6554788"/>
            <a:ext cx="590550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ight Triangle 4"/>
          <p:cNvSpPr/>
          <p:nvPr userDrawn="1"/>
        </p:nvSpPr>
        <p:spPr>
          <a:xfrm flipH="1">
            <a:off x="11807825" y="5715000"/>
            <a:ext cx="384175" cy="1143000"/>
          </a:xfrm>
          <a:prstGeom prst="rtTriangl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11785600" y="6553200"/>
            <a:ext cx="523875" cy="138113"/>
          </a:xfrm>
          <a:prstGeom prst="rect">
            <a:avLst/>
          </a:prstGeom>
          <a:noFill/>
        </p:spPr>
        <p:txBody>
          <a:bodyPr lIns="0" tIns="0" rIns="0" bIns="0"/>
          <a:lstStyle>
            <a:lvl1pPr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1217613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121761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>
              <a:defRPr/>
            </a:pPr>
            <a:fld id="{F62370AD-8265-4678-9C90-D059D130D20C}" type="slidenum">
              <a:rPr lang="en-US" altLang="en-US" sz="1200" smtClean="0">
                <a:solidFill>
                  <a:srgbClr val="FFFFFF"/>
                </a:solidFill>
                <a:latin typeface="Calibri" pitchFamily="34" charset="0"/>
              </a:rPr>
              <a:pPr algn="ctr" eaLnBrk="1" hangingPunct="1">
                <a:defRPr/>
              </a:pPr>
              <a:t>‹#›</a:t>
            </a:fld>
            <a:endParaRPr lang="en-US" altLang="en-US" sz="1200" smtClean="0">
              <a:solidFill>
                <a:srgbClr val="FFFFFF"/>
              </a:solidFill>
              <a:latin typeface="Calibri" pitchFamily="34" charset="0"/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9223712" y="6413707"/>
            <a:ext cx="2664634" cy="33855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defTabSz="121917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700" dirty="0">
              <a:solidFill>
                <a:srgbClr val="3C3C3C">
                  <a:lumMod val="60000"/>
                  <a:lumOff val="40000"/>
                  <a:alpha val="69000"/>
                </a:srgbClr>
              </a:solidFill>
              <a:latin typeface="+mn-lt"/>
              <a:ea typeface="+mn-ea"/>
              <a:cs typeface="Calibri"/>
            </a:endParaRP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900" dirty="0">
                <a:solidFill>
                  <a:srgbClr val="3C3C3C">
                    <a:lumMod val="60000"/>
                    <a:lumOff val="40000"/>
                    <a:alpha val="69000"/>
                  </a:srgbClr>
                </a:solidFill>
                <a:latin typeface="+mn-lt"/>
                <a:ea typeface="+mn-ea"/>
                <a:cs typeface="Calibri"/>
              </a:rPr>
              <a:t>© 2018 Virtusa Corporation. All rights reserved. </a:t>
            </a:r>
            <a:endParaRPr lang="en-US" sz="700" dirty="0">
              <a:solidFill>
                <a:srgbClr val="3C3C3C">
                  <a:lumMod val="60000"/>
                  <a:lumOff val="40000"/>
                  <a:alpha val="69000"/>
                </a:srgbClr>
              </a:solidFill>
              <a:latin typeface="+mn-lt"/>
              <a:ea typeface="+mn-ea"/>
              <a:cs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701" r:id="rId1"/>
    <p:sldLayoutId id="2147484702" r:id="rId2"/>
    <p:sldLayoutId id="2147484703" r:id="rId3"/>
    <p:sldLayoutId id="2147484704" r:id="rId4"/>
    <p:sldLayoutId id="2147484705" r:id="rId5"/>
    <p:sldLayoutId id="2147484706" r:id="rId6"/>
    <p:sldLayoutId id="2147484729" r:id="rId7"/>
    <p:sldLayoutId id="2147484707" r:id="rId8"/>
    <p:sldLayoutId id="2147484730" r:id="rId9"/>
    <p:sldLayoutId id="2147484708" r:id="rId10"/>
    <p:sldLayoutId id="2147484731" r:id="rId11"/>
    <p:sldLayoutId id="2147484709" r:id="rId12"/>
    <p:sldLayoutId id="2147484732" r:id="rId13"/>
    <p:sldLayoutId id="2147484710" r:id="rId14"/>
    <p:sldLayoutId id="2147484711" r:id="rId15"/>
    <p:sldLayoutId id="2147484733" r:id="rId16"/>
    <p:sldLayoutId id="2147484712" r:id="rId17"/>
    <p:sldLayoutId id="2147484713" r:id="rId18"/>
    <p:sldLayoutId id="2147484734" r:id="rId19"/>
    <p:sldLayoutId id="2147484714" r:id="rId20"/>
    <p:sldLayoutId id="2147484735" r:id="rId21"/>
    <p:sldLayoutId id="2147484736" r:id="rId22"/>
    <p:sldLayoutId id="2147484737" r:id="rId23"/>
    <p:sldLayoutId id="2147484738" r:id="rId24"/>
    <p:sldLayoutId id="2147484739" r:id="rId25"/>
    <p:sldLayoutId id="2147484740" r:id="rId26"/>
    <p:sldLayoutId id="2147484741" r:id="rId27"/>
    <p:sldLayoutId id="2147484742" r:id="rId28"/>
    <p:sldLayoutId id="2147484743" r:id="rId29"/>
    <p:sldLayoutId id="2147484744" r:id="rId30"/>
    <p:sldLayoutId id="2147484745" r:id="rId31"/>
    <p:sldLayoutId id="2147484746" r:id="rId32"/>
    <p:sldLayoutId id="2147484747" r:id="rId33"/>
  </p:sldLayoutIdLst>
  <p:hf hdr="0" ftr="0" dt="0"/>
  <p:txStyles>
    <p:titleStyle>
      <a:lvl1pPr algn="l" defTabSz="608013" rtl="0" eaLnBrk="0" fontAlgn="base" hangingPunct="0">
        <a:spcBef>
          <a:spcPct val="0"/>
        </a:spcBef>
        <a:spcAft>
          <a:spcPct val="0"/>
        </a:spcAft>
        <a:defRPr sz="2600" b="1" kern="1200">
          <a:solidFill>
            <a:srgbClr val="3C44AB"/>
          </a:solidFill>
          <a:latin typeface="+mj-lt"/>
          <a:ea typeface="+mj-ea"/>
          <a:cs typeface="+mj-cs"/>
        </a:defRPr>
      </a:lvl1pPr>
      <a:lvl2pPr algn="l" defTabSz="608013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3C44AB"/>
          </a:solidFill>
          <a:latin typeface="Calibri" pitchFamily="34" charset="0"/>
        </a:defRPr>
      </a:lvl2pPr>
      <a:lvl3pPr algn="l" defTabSz="608013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3C44AB"/>
          </a:solidFill>
          <a:latin typeface="Calibri" pitchFamily="34" charset="0"/>
        </a:defRPr>
      </a:lvl3pPr>
      <a:lvl4pPr algn="l" defTabSz="608013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3C44AB"/>
          </a:solidFill>
          <a:latin typeface="Calibri" pitchFamily="34" charset="0"/>
        </a:defRPr>
      </a:lvl4pPr>
      <a:lvl5pPr algn="l" defTabSz="608013" rtl="0" eaLnBrk="0" fontAlgn="base" hangingPunct="0">
        <a:spcBef>
          <a:spcPct val="0"/>
        </a:spcBef>
        <a:spcAft>
          <a:spcPct val="0"/>
        </a:spcAft>
        <a:defRPr sz="2600" b="1">
          <a:solidFill>
            <a:srgbClr val="3C44AB"/>
          </a:solidFill>
          <a:latin typeface="Calibri" pitchFamily="34" charset="0"/>
        </a:defRPr>
      </a:lvl5pPr>
      <a:lvl6pPr marL="457200" algn="l" defTabSz="608013" rtl="0" fontAlgn="base">
        <a:spcBef>
          <a:spcPct val="0"/>
        </a:spcBef>
        <a:spcAft>
          <a:spcPct val="0"/>
        </a:spcAft>
        <a:defRPr sz="2600" b="1">
          <a:solidFill>
            <a:srgbClr val="3C44AB"/>
          </a:solidFill>
          <a:latin typeface="Calibri" pitchFamily="34" charset="0"/>
        </a:defRPr>
      </a:lvl6pPr>
      <a:lvl7pPr marL="914400" algn="l" defTabSz="608013" rtl="0" fontAlgn="base">
        <a:spcBef>
          <a:spcPct val="0"/>
        </a:spcBef>
        <a:spcAft>
          <a:spcPct val="0"/>
        </a:spcAft>
        <a:defRPr sz="2600" b="1">
          <a:solidFill>
            <a:srgbClr val="3C44AB"/>
          </a:solidFill>
          <a:latin typeface="Calibri" pitchFamily="34" charset="0"/>
        </a:defRPr>
      </a:lvl7pPr>
      <a:lvl8pPr marL="1371600" algn="l" defTabSz="608013" rtl="0" fontAlgn="base">
        <a:spcBef>
          <a:spcPct val="0"/>
        </a:spcBef>
        <a:spcAft>
          <a:spcPct val="0"/>
        </a:spcAft>
        <a:defRPr sz="2600" b="1">
          <a:solidFill>
            <a:srgbClr val="3C44AB"/>
          </a:solidFill>
          <a:latin typeface="Calibri" pitchFamily="34" charset="0"/>
        </a:defRPr>
      </a:lvl8pPr>
      <a:lvl9pPr marL="1828800" algn="l" defTabSz="608013" rtl="0" fontAlgn="base">
        <a:spcBef>
          <a:spcPct val="0"/>
        </a:spcBef>
        <a:spcAft>
          <a:spcPct val="0"/>
        </a:spcAft>
        <a:defRPr sz="2600" b="1">
          <a:solidFill>
            <a:srgbClr val="3C44AB"/>
          </a:solidFill>
          <a:latin typeface="Calibri" pitchFamily="34" charset="0"/>
        </a:defRPr>
      </a:lvl9pPr>
    </p:titleStyle>
    <p:bodyStyle>
      <a:lvl1pPr marL="303213" indent="-303213" algn="l" defTabSz="608013" rtl="0" eaLnBrk="0" fontAlgn="base" hangingPunct="0">
        <a:spcBef>
          <a:spcPts val="800"/>
        </a:spcBef>
        <a:spcAft>
          <a:spcPct val="0"/>
        </a:spcAft>
        <a:buClr>
          <a:schemeClr val="accent1"/>
        </a:buClr>
        <a:buFont typeface="Arial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974725" indent="-365125" algn="l" defTabSz="608013" rtl="0" eaLnBrk="0" fontAlgn="base" hangingPunct="0">
        <a:spcBef>
          <a:spcPts val="800"/>
        </a:spcBef>
        <a:spcAft>
          <a:spcPct val="0"/>
        </a:spcAft>
        <a:buClr>
          <a:schemeClr val="accent1"/>
        </a:buClr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217613" indent="-365125" algn="l" defTabSz="608013" rtl="0" eaLnBrk="0" fontAlgn="base" hangingPunct="0">
        <a:spcBef>
          <a:spcPts val="1338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706563" indent="-365125" algn="l" defTabSz="608013" rtl="0" eaLnBrk="0" fontAlgn="base" hangingPunct="0">
        <a:spcBef>
          <a:spcPts val="1600"/>
        </a:spcBef>
        <a:spcAft>
          <a:spcPct val="0"/>
        </a:spcAft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71688" indent="-242888" algn="l" defTabSz="608013" rtl="0" eaLnBrk="0" fontAlgn="base" hangingPunct="0">
        <a:spcBef>
          <a:spcPts val="1863"/>
        </a:spcBef>
        <a:spcAft>
          <a:spcPct val="0"/>
        </a:spcAft>
        <a:buClr>
          <a:schemeClr val="accent1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5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png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studytonight.com/c/programs/loop/nested-loops" TargetMode="External"/><Relationship Id="rId3" Type="http://schemas.openxmlformats.org/officeDocument/2006/relationships/hyperlink" Target="http://www2.cs.uregina.ca/~hilder/cs833/Other%20Reference%20Materials/The%20C%20Programming%20Language.pdf" TargetMode="External"/><Relationship Id="rId7" Type="http://schemas.openxmlformats.org/officeDocument/2006/relationships/hyperlink" Target="https://nptel.ac.in/courses/106/104/106104128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Relationship Id="rId6" Type="http://schemas.openxmlformats.org/officeDocument/2006/relationships/hyperlink" Target="https://www.youtube.com/watch?v=mZqo8KDR37U" TargetMode="External"/><Relationship Id="rId5" Type="http://schemas.openxmlformats.org/officeDocument/2006/relationships/hyperlink" Target="https://study.com/academy/lesson/nesting-loops-statements-in-c-programming.html" TargetMode="External"/><Relationship Id="rId10" Type="http://schemas.openxmlformats.org/officeDocument/2006/relationships/hyperlink" Target="https://www.tutorialspoint.com/cprogramming/c_nested_loops.htm" TargetMode="External"/><Relationship Id="rId4" Type="http://schemas.openxmlformats.org/officeDocument/2006/relationships/hyperlink" Target="http://www.freebookcentre.net/programming-books-download/The-Basics-of-C-Programming.html" TargetMode="External"/><Relationship Id="rId9" Type="http://schemas.openxmlformats.org/officeDocument/2006/relationships/hyperlink" Target="https://beginnersbook.com/2014/01/c-for-loop/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763" y="6202363"/>
            <a:ext cx="12196763" cy="75406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1625" y="5902325"/>
            <a:ext cx="46038" cy="6127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820" name="Slide Number Placeholder 2"/>
          <p:cNvSpPr txBox="1">
            <a:spLocks/>
          </p:cNvSpPr>
          <p:nvPr/>
        </p:nvSpPr>
        <p:spPr bwMode="auto">
          <a:xfrm>
            <a:off x="8763000" y="6508750"/>
            <a:ext cx="27432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r" eaLnBrk="1" hangingPunct="1"/>
            <a:endParaRPr lang="en-US" altLang="en-US" sz="1200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46" name="Right Triangle 45"/>
          <p:cNvSpPr/>
          <p:nvPr/>
        </p:nvSpPr>
        <p:spPr>
          <a:xfrm flipV="1">
            <a:off x="9507538" y="5940425"/>
            <a:ext cx="1290637" cy="1157288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kern="0">
              <a:solidFill>
                <a:srgbClr val="FFFFFF"/>
              </a:solidFill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4822" name="Object 9"/>
          <p:cNvGraphicFramePr>
            <a:graphicFrameLocks noChangeAspect="1"/>
          </p:cNvGraphicFramePr>
          <p:nvPr/>
        </p:nvGraphicFramePr>
        <p:xfrm>
          <a:off x="160338" y="3195638"/>
          <a:ext cx="3303587" cy="3148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38" name="CorelDRAW" r:id="rId4" imgW="2169000" imgH="2169360" progId="">
                  <p:embed/>
                </p:oleObj>
              </mc:Choice>
              <mc:Fallback>
                <p:oleObj name="CorelDRAW" r:id="rId4" imgW="2169000" imgH="216936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338" y="3195638"/>
                        <a:ext cx="3303587" cy="3148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/>
          <p:cNvSpPr/>
          <p:nvPr/>
        </p:nvSpPr>
        <p:spPr>
          <a:xfrm flipH="1">
            <a:off x="7045325" y="11113"/>
            <a:ext cx="5146675" cy="5853112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ID" kern="0">
              <a:solidFill>
                <a:srgbClr val="FFFFFF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34827" name="Picture 2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" y="23813"/>
            <a:ext cx="3859213" cy="153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" name="Right Triangle 42"/>
          <p:cNvSpPr/>
          <p:nvPr/>
        </p:nvSpPr>
        <p:spPr>
          <a:xfrm rot="10800000" flipV="1">
            <a:off x="9829800" y="5334000"/>
            <a:ext cx="2366963" cy="16002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829" name="TextBox 35"/>
          <p:cNvSpPr txBox="1">
            <a:spLocks noChangeArrowheads="1"/>
          </p:cNvSpPr>
          <p:nvPr/>
        </p:nvSpPr>
        <p:spPr bwMode="auto">
          <a:xfrm>
            <a:off x="6881813" y="6019800"/>
            <a:ext cx="492760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altLang="en-US" sz="2000" b="1">
                <a:solidFill>
                  <a:srgbClr val="595959"/>
                </a:solidFill>
                <a:latin typeface="Casper"/>
                <a:ea typeface="Karla"/>
                <a:cs typeface="Karla"/>
              </a:rPr>
              <a:t>DISCOVER . </a:t>
            </a:r>
            <a:r>
              <a:rPr lang="en-US" altLang="en-US" sz="2000" b="1">
                <a:solidFill>
                  <a:srgbClr val="C00000"/>
                </a:solidFill>
                <a:latin typeface="Casper"/>
                <a:ea typeface="Karla"/>
                <a:cs typeface="Karla"/>
              </a:rPr>
              <a:t>LEARN</a:t>
            </a:r>
            <a:r>
              <a:rPr lang="en-US" altLang="en-US" sz="2000" b="1">
                <a:solidFill>
                  <a:srgbClr val="595959"/>
                </a:solidFill>
                <a:latin typeface="Casper"/>
                <a:ea typeface="Karla"/>
                <a:cs typeface="Karla"/>
              </a:rPr>
              <a:t> . EMPOWER   </a:t>
            </a:r>
            <a:endParaRPr lang="en-US" altLang="en-US" sz="1200" b="1">
              <a:solidFill>
                <a:srgbClr val="000000"/>
              </a:solidFill>
              <a:latin typeface="Casper"/>
            </a:endParaRPr>
          </a:p>
          <a:p>
            <a:pPr eaLnBrk="1" hangingPunct="1"/>
            <a:endParaRPr lang="en-US" altLang="en-US" sz="1600" b="1">
              <a:latin typeface="Casper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4988" y="6043613"/>
            <a:ext cx="46037" cy="369887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4831" name="TextBox 52"/>
          <p:cNvSpPr txBox="1">
            <a:spLocks noChangeArrowheads="1"/>
          </p:cNvSpPr>
          <p:nvPr/>
        </p:nvSpPr>
        <p:spPr bwMode="auto">
          <a:xfrm>
            <a:off x="339725" y="6022975"/>
            <a:ext cx="643255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defTabSz="6223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 defTabSz="6223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 defTabSz="6223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 defTabSz="6223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 defTabSz="6223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defTabSz="622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defTabSz="622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defTabSz="622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defTabSz="6223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Aft>
                <a:spcPct val="35000"/>
              </a:spcAft>
            </a:pPr>
            <a:r>
              <a:rPr lang="en-IN" altLang="en-US" sz="3200" b="1">
                <a:latin typeface="King"/>
              </a:rPr>
              <a:t>Nested Loops</a:t>
            </a:r>
            <a:endParaRPr lang="en-US" altLang="en-US" sz="1600">
              <a:latin typeface="Raleway ExtraBold" pitchFamily="34" charset="0"/>
            </a:endParaRPr>
          </a:p>
        </p:txBody>
      </p:sp>
      <p:sp>
        <p:nvSpPr>
          <p:cNvPr id="34833" name="Slide Number Placeholder 14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8AE1AA0F-2986-4965-AAC5-CABD444144EE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1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1030403" y="1632908"/>
            <a:ext cx="9884238" cy="327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- UIE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DEPARTMENT- ACADEMIC UNIT-2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Introduction to Problem Solving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Code:23CSH-101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2400" b="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CD4AFE-B27C-4A9A-A9F5-7F62354B01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39" y="0"/>
            <a:ext cx="5738508" cy="2619374"/>
          </a:xfrm>
        </p:spPr>
        <p:txBody>
          <a:bodyPr>
            <a:normAutofit/>
          </a:bodyPr>
          <a:lstStyle/>
          <a:p>
            <a:pPr algn="ctr"/>
            <a:r>
              <a:rPr lang="en-US" sz="44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Introduction to Problem Solving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B5602-926A-470D-BC2B-78EBF425FF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b="1" dirty="0"/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7BF1DB-555C-464C-9D63-BB68417BD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0248" y="3457574"/>
            <a:ext cx="3683602" cy="333376"/>
          </a:xfrm>
        </p:spPr>
        <p:txBody>
          <a:bodyPr>
            <a:normAutofit fontScale="77500" lnSpcReduction="20000"/>
          </a:bodyPr>
          <a:lstStyle/>
          <a:p>
            <a:r>
              <a:rPr lang="en-US" sz="2400" b="1" dirty="0"/>
              <a:t>Course Objectives</a:t>
            </a:r>
          </a:p>
          <a:p>
            <a:endParaRPr lang="en-US" b="1" i="1" u="sng" dirty="0"/>
          </a:p>
          <a:p>
            <a:endParaRPr lang="en-US" b="1" i="1" u="sng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17145E-8450-434E-A8F0-1114075F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0" name="Table 10">
            <a:extLst>
              <a:ext uri="{FF2B5EF4-FFF2-40B4-BE49-F238E27FC236}">
                <a16:creationId xmlns:a16="http://schemas.microsoft.com/office/drawing/2014/main" id="{61791A24-3CC5-4ACD-B2EC-2F300FCC8BF6}"/>
              </a:ext>
            </a:extLst>
          </p:cNvPr>
          <p:cNvGraphicFramePr>
            <a:graphicFrameLocks noGrp="1"/>
          </p:cNvGraphicFramePr>
          <p:nvPr/>
        </p:nvGraphicFramePr>
        <p:xfrm>
          <a:off x="450248" y="3952876"/>
          <a:ext cx="5398102" cy="298390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398102">
                  <a:extLst>
                    <a:ext uri="{9D8B030D-6E8A-4147-A177-3AD203B41FA5}">
                      <a16:colId xmlns:a16="http://schemas.microsoft.com/office/drawing/2014/main" val="529727568"/>
                    </a:ext>
                  </a:extLst>
                </a:gridCol>
              </a:tblGrid>
              <a:tr h="784159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provide exposure to problem-solving through programming.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5258708"/>
                  </a:ext>
                </a:extLst>
              </a:tr>
              <a:tr h="790538">
                <a:tc>
                  <a:txBody>
                    <a:bodyPr/>
                    <a:lstStyle/>
                    <a:p>
                      <a:pPr marL="0" lvl="0" indent="0" algn="just">
                        <a:buFont typeface="Arial" panose="020B0604020202020204" pitchFamily="34" charset="0"/>
                        <a:buNone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The course aims to raise the programming skills of students via logic building capability.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456970"/>
                  </a:ext>
                </a:extLst>
              </a:tr>
              <a:tr h="1193902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With knowledge of C programming language, students would be able to model real world problems.</a:t>
                      </a:r>
                      <a:endParaRPr lang="en-IN" sz="2000" b="1" kern="1200" dirty="0">
                        <a:solidFill>
                          <a:srgbClr val="FF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7340115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4F45ED97-A37D-4BD5-9BB8-9A010CD2A3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329" y="3901327"/>
            <a:ext cx="2581941" cy="25209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4C0D224-3882-4701-BE24-7AC23C1C37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8350" y="481100"/>
            <a:ext cx="5812823" cy="3390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5755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2"/>
          <p:cNvSpPr>
            <a:spLocks noGrp="1"/>
          </p:cNvSpPr>
          <p:nvPr>
            <p:ph idx="1"/>
          </p:nvPr>
        </p:nvSpPr>
        <p:spPr bwMode="auto">
          <a:xfrm>
            <a:off x="8123238" y="1144588"/>
            <a:ext cx="3756025" cy="4727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altLang="en-US" sz="2400" smtClean="0">
              <a:latin typeface="Casper"/>
              <a:cs typeface="Arial" pitchFamily="34" charset="0"/>
            </a:endParaRPr>
          </a:p>
          <a:p>
            <a:endParaRPr lang="en-US" altLang="en-US" sz="2400" smtClean="0">
              <a:latin typeface="Casper"/>
              <a:cs typeface="Arial" pitchFamily="34" charset="0"/>
            </a:endParaRPr>
          </a:p>
        </p:txBody>
      </p:sp>
      <p:sp>
        <p:nvSpPr>
          <p:cNvPr id="36867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88392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25CF54BA-8E41-4064-9644-60DFA508D139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" name="Rectangle 1"/>
          <p:cNvSpPr/>
          <p:nvPr/>
        </p:nvSpPr>
        <p:spPr>
          <a:xfrm>
            <a:off x="8297863" y="1566863"/>
            <a:ext cx="3363912" cy="412115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sp>
        <p:nvSpPr>
          <p:cNvPr id="10" name="Oval 9"/>
          <p:cNvSpPr/>
          <p:nvPr/>
        </p:nvSpPr>
        <p:spPr>
          <a:xfrm>
            <a:off x="11217275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74650" y="1801813"/>
          <a:ext cx="7531100" cy="4071939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3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19138">
                <a:tc>
                  <a:txBody>
                    <a:bodyPr/>
                    <a:lstStyle>
                      <a:lvl1pPr defTabSz="1217613" latinLnBrk="1">
                        <a:spcBef>
                          <a:spcPct val="20000"/>
                        </a:spcBef>
                        <a:buFont typeface="Arial" pitchFamily="34" charset="0"/>
                        <a:defRPr sz="3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1pPr>
                      <a:lvl2pPr marL="742950" indent="-285750" defTabSz="1217613" latinLnBrk="1">
                        <a:spcBef>
                          <a:spcPct val="20000"/>
                        </a:spcBef>
                        <a:buFont typeface="Arial" pitchFamily="34" charset="0"/>
                        <a:defRPr sz="33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2pPr>
                      <a:lvl3pPr marL="11430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3pPr>
                      <a:lvl4pPr marL="16002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4pPr>
                      <a:lvl5pPr marL="20574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5pPr>
                      <a:lvl6pPr marL="25146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6pPr>
                      <a:lvl7pPr marL="29718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7pPr>
                      <a:lvl8pPr marL="34290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8pPr>
                      <a:lvl9pPr marL="38862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9pPr>
                    </a:lstStyle>
                    <a:p>
                      <a:pPr marL="0" marR="0" lvl="0" indent="0" algn="l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 Number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 latinLnBrk="1">
                        <a:spcBef>
                          <a:spcPct val="20000"/>
                        </a:spcBef>
                        <a:buFont typeface="Arial" pitchFamily="34" charset="0"/>
                        <a:defRPr sz="3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1pPr>
                      <a:lvl2pPr marL="742950" indent="-285750" defTabSz="1217613" latinLnBrk="1">
                        <a:spcBef>
                          <a:spcPct val="20000"/>
                        </a:spcBef>
                        <a:buFont typeface="Arial" pitchFamily="34" charset="0"/>
                        <a:defRPr sz="33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2pPr>
                      <a:lvl3pPr marL="11430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3pPr>
                      <a:lvl4pPr marL="16002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4pPr>
                      <a:lvl5pPr marL="20574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5pPr>
                      <a:lvl6pPr marL="25146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6pPr>
                      <a:lvl7pPr marL="29718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7pPr>
                      <a:lvl8pPr marL="34290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8pPr>
                      <a:lvl9pPr marL="38862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9pPr>
                    </a:lstStyle>
                    <a:p>
                      <a:pPr marL="0" marR="0" lvl="0" indent="0" algn="l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Course Outcome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4213">
                <a:tc>
                  <a:txBody>
                    <a:bodyPr/>
                    <a:lstStyle>
                      <a:lvl1pPr defTabSz="1217613" latinLnBrk="1">
                        <a:spcBef>
                          <a:spcPct val="20000"/>
                        </a:spcBef>
                        <a:buFont typeface="Arial" pitchFamily="34" charset="0"/>
                        <a:defRPr sz="3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1pPr>
                      <a:lvl2pPr marL="742950" indent="-285750" defTabSz="1217613" latinLnBrk="1">
                        <a:spcBef>
                          <a:spcPct val="20000"/>
                        </a:spcBef>
                        <a:buFont typeface="Arial" pitchFamily="34" charset="0"/>
                        <a:defRPr sz="33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2pPr>
                      <a:lvl3pPr marL="11430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3pPr>
                      <a:lvl4pPr marL="16002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4pPr>
                      <a:lvl5pPr marL="20574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5pPr>
                      <a:lvl6pPr marL="25146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6pPr>
                      <a:lvl7pPr marL="29718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7pPr>
                      <a:lvl8pPr marL="34290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8pPr>
                      <a:lvl9pPr marL="38862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9pPr>
                    </a:lstStyle>
                    <a:p>
                      <a:pPr marL="0" marR="0" lvl="0" indent="0" algn="l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CO1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 latinLnBrk="1">
                        <a:spcBef>
                          <a:spcPct val="20000"/>
                        </a:spcBef>
                        <a:buFont typeface="Arial" pitchFamily="34" charset="0"/>
                        <a:defRPr sz="3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1pPr>
                      <a:lvl2pPr marL="742950" indent="-285750" defTabSz="1217613" latinLnBrk="1">
                        <a:spcBef>
                          <a:spcPct val="20000"/>
                        </a:spcBef>
                        <a:buFont typeface="Arial" pitchFamily="34" charset="0"/>
                        <a:defRPr sz="33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2pPr>
                      <a:lvl3pPr marL="11430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3pPr>
                      <a:lvl4pPr marL="16002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4pPr>
                      <a:lvl5pPr marL="20574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5pPr>
                      <a:lvl6pPr marL="25146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6pPr>
                      <a:lvl7pPr marL="29718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7pPr>
                      <a:lvl8pPr marL="34290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8pPr>
                      <a:lvl9pPr marL="38862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9pPr>
                    </a:lstStyle>
                    <a:p>
                      <a:pPr marL="0" marR="0" lvl="0" indent="0" algn="just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Remember the concepts related to fundamentals of C language, draw flowcharts and write algorithm/pseudocode.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5475">
                <a:tc>
                  <a:txBody>
                    <a:bodyPr/>
                    <a:lstStyle>
                      <a:lvl1pPr defTabSz="1217613" latinLnBrk="1">
                        <a:spcBef>
                          <a:spcPct val="20000"/>
                        </a:spcBef>
                        <a:buFont typeface="Arial" pitchFamily="34" charset="0"/>
                        <a:defRPr sz="3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1pPr>
                      <a:lvl2pPr marL="742950" indent="-285750" defTabSz="1217613" latinLnBrk="1">
                        <a:spcBef>
                          <a:spcPct val="20000"/>
                        </a:spcBef>
                        <a:buFont typeface="Arial" pitchFamily="34" charset="0"/>
                        <a:defRPr sz="33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2pPr>
                      <a:lvl3pPr marL="11430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3pPr>
                      <a:lvl4pPr marL="16002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4pPr>
                      <a:lvl5pPr marL="20574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5pPr>
                      <a:lvl6pPr marL="25146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6pPr>
                      <a:lvl7pPr marL="29718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7pPr>
                      <a:lvl8pPr marL="34290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8pPr>
                      <a:lvl9pPr marL="38862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9pPr>
                    </a:lstStyle>
                    <a:p>
                      <a:pPr marL="0" marR="0" lvl="0" indent="0" algn="l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CO2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 latinLnBrk="1">
                        <a:spcBef>
                          <a:spcPct val="20000"/>
                        </a:spcBef>
                        <a:buFont typeface="Arial" pitchFamily="34" charset="0"/>
                        <a:defRPr sz="3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1pPr>
                      <a:lvl2pPr marL="742950" indent="-285750" defTabSz="1217613" latinLnBrk="1">
                        <a:spcBef>
                          <a:spcPct val="20000"/>
                        </a:spcBef>
                        <a:buFont typeface="Arial" pitchFamily="34" charset="0"/>
                        <a:defRPr sz="33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2pPr>
                      <a:lvl3pPr marL="11430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3pPr>
                      <a:lvl4pPr marL="16002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4pPr>
                      <a:lvl5pPr marL="20574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5pPr>
                      <a:lvl6pPr marL="25146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6pPr>
                      <a:lvl7pPr marL="29718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7pPr>
                      <a:lvl8pPr marL="34290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8pPr>
                      <a:lvl9pPr marL="38862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9pPr>
                    </a:lstStyle>
                    <a:p>
                      <a:pPr marL="0" marR="0" lvl="0" indent="0" algn="just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Understand the way of execution and debug programs in C language.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638">
                <a:tc>
                  <a:txBody>
                    <a:bodyPr/>
                    <a:lstStyle>
                      <a:lvl1pPr defTabSz="1217613" latinLnBrk="1">
                        <a:spcBef>
                          <a:spcPct val="20000"/>
                        </a:spcBef>
                        <a:buFont typeface="Arial" pitchFamily="34" charset="0"/>
                        <a:defRPr sz="3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1pPr>
                      <a:lvl2pPr marL="742950" indent="-285750" defTabSz="1217613" latinLnBrk="1">
                        <a:spcBef>
                          <a:spcPct val="20000"/>
                        </a:spcBef>
                        <a:buFont typeface="Arial" pitchFamily="34" charset="0"/>
                        <a:defRPr sz="33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2pPr>
                      <a:lvl3pPr marL="11430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3pPr>
                      <a:lvl4pPr marL="16002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4pPr>
                      <a:lvl5pPr marL="20574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5pPr>
                      <a:lvl6pPr marL="25146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6pPr>
                      <a:lvl7pPr marL="29718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7pPr>
                      <a:lvl8pPr marL="34290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8pPr>
                      <a:lvl9pPr marL="38862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9pPr>
                    </a:lstStyle>
                    <a:p>
                      <a:pPr marL="0" marR="0" lvl="0" indent="0" algn="l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CO3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 latinLnBrk="1">
                        <a:spcBef>
                          <a:spcPct val="20000"/>
                        </a:spcBef>
                        <a:buFont typeface="Arial" pitchFamily="34" charset="0"/>
                        <a:defRPr sz="3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1pPr>
                      <a:lvl2pPr marL="742950" indent="-285750" defTabSz="1217613" latinLnBrk="1">
                        <a:spcBef>
                          <a:spcPct val="20000"/>
                        </a:spcBef>
                        <a:buFont typeface="Arial" pitchFamily="34" charset="0"/>
                        <a:defRPr sz="33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2pPr>
                      <a:lvl3pPr marL="11430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3pPr>
                      <a:lvl4pPr marL="16002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4pPr>
                      <a:lvl5pPr marL="20574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5pPr>
                      <a:lvl6pPr marL="25146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6pPr>
                      <a:lvl7pPr marL="29718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7pPr>
                      <a:lvl8pPr marL="34290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8pPr>
                      <a:lvl9pPr marL="38862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9pPr>
                    </a:lstStyle>
                    <a:p>
                      <a:pPr marL="0" marR="0" lvl="0" indent="0" algn="just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Apply various constructs, loops, functions to solve mathematical and scientific problem.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>
                      <a:lvl1pPr defTabSz="1217613" latinLnBrk="1">
                        <a:spcBef>
                          <a:spcPct val="20000"/>
                        </a:spcBef>
                        <a:buFont typeface="Arial" pitchFamily="34" charset="0"/>
                        <a:defRPr sz="3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1pPr>
                      <a:lvl2pPr marL="742950" indent="-285750" defTabSz="1217613" latinLnBrk="1">
                        <a:spcBef>
                          <a:spcPct val="20000"/>
                        </a:spcBef>
                        <a:buFont typeface="Arial" pitchFamily="34" charset="0"/>
                        <a:defRPr sz="33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2pPr>
                      <a:lvl3pPr marL="11430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3pPr>
                      <a:lvl4pPr marL="16002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4pPr>
                      <a:lvl5pPr marL="20574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5pPr>
                      <a:lvl6pPr marL="25146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6pPr>
                      <a:lvl7pPr marL="29718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7pPr>
                      <a:lvl8pPr marL="34290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8pPr>
                      <a:lvl9pPr marL="38862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9pPr>
                    </a:lstStyle>
                    <a:p>
                      <a:pPr marL="0" marR="0" lvl="0" indent="0" algn="l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CO4</a:t>
                      </a:r>
                      <a:endParaRPr kumimoji="0" lang="en-US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Arial Unicode MS" pitchFamily="34" charset="-128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 latinLnBrk="1">
                        <a:spcBef>
                          <a:spcPct val="20000"/>
                        </a:spcBef>
                        <a:buFont typeface="Arial" pitchFamily="34" charset="0"/>
                        <a:defRPr sz="3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1pPr>
                      <a:lvl2pPr marL="742950" indent="-285750" defTabSz="1217613" latinLnBrk="1">
                        <a:spcBef>
                          <a:spcPct val="20000"/>
                        </a:spcBef>
                        <a:buFont typeface="Arial" pitchFamily="34" charset="0"/>
                        <a:defRPr sz="33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2pPr>
                      <a:lvl3pPr marL="11430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3pPr>
                      <a:lvl4pPr marL="16002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4pPr>
                      <a:lvl5pPr marL="20574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5pPr>
                      <a:lvl6pPr marL="25146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6pPr>
                      <a:lvl7pPr marL="29718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7pPr>
                      <a:lvl8pPr marL="34290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8pPr>
                      <a:lvl9pPr marL="38862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9pPr>
                    </a:lstStyle>
                    <a:p>
                      <a:pPr marL="0" marR="0" lvl="0" indent="0" algn="just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Analyze the dynamic behavior of memory by the use of pointers.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8825">
                <a:tc>
                  <a:txBody>
                    <a:bodyPr/>
                    <a:lstStyle>
                      <a:lvl1pPr defTabSz="1217613" latinLnBrk="1">
                        <a:spcBef>
                          <a:spcPct val="20000"/>
                        </a:spcBef>
                        <a:buFont typeface="Arial" pitchFamily="34" charset="0"/>
                        <a:defRPr sz="3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1pPr>
                      <a:lvl2pPr marL="742950" indent="-285750" defTabSz="1217613" latinLnBrk="1">
                        <a:spcBef>
                          <a:spcPct val="20000"/>
                        </a:spcBef>
                        <a:buFont typeface="Arial" pitchFamily="34" charset="0"/>
                        <a:defRPr sz="33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2pPr>
                      <a:lvl3pPr marL="11430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3pPr>
                      <a:lvl4pPr marL="16002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4pPr>
                      <a:lvl5pPr marL="20574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5pPr>
                      <a:lvl6pPr marL="25146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6pPr>
                      <a:lvl7pPr marL="29718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7pPr>
                      <a:lvl8pPr marL="34290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8pPr>
                      <a:lvl9pPr marL="38862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9pPr>
                    </a:lstStyle>
                    <a:p>
                      <a:pPr marL="0" marR="0" lvl="0" indent="0" algn="l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Times New Roman" pitchFamily="18" charset="0"/>
                        </a:rPr>
                        <a:t>CO5</a:t>
                      </a: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defTabSz="1217613" latinLnBrk="1">
                        <a:spcBef>
                          <a:spcPct val="20000"/>
                        </a:spcBef>
                        <a:buFont typeface="Arial" pitchFamily="34" charset="0"/>
                        <a:defRPr sz="3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1pPr>
                      <a:lvl2pPr marL="742950" indent="-285750" defTabSz="1217613" latinLnBrk="1">
                        <a:spcBef>
                          <a:spcPct val="20000"/>
                        </a:spcBef>
                        <a:buFont typeface="Arial" pitchFamily="34" charset="0"/>
                        <a:defRPr sz="33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2pPr>
                      <a:lvl3pPr marL="11430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3pPr>
                      <a:lvl4pPr marL="16002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4pPr>
                      <a:lvl5pPr marL="2057400" indent="-228600" defTabSz="1217613" latinLnBrk="1">
                        <a:spcBef>
                          <a:spcPct val="20000"/>
                        </a:spcBef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5pPr>
                      <a:lvl6pPr marL="25146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6pPr>
                      <a:lvl7pPr marL="29718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7pPr>
                      <a:lvl8pPr marL="34290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8pPr>
                      <a:lvl9pPr marL="3886200" indent="-228600" defTabSz="1217613" eaLnBrk="0" fontAlgn="base" latinLnBrk="1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 sz="2200">
                          <a:solidFill>
                            <a:schemeClr val="tx1"/>
                          </a:solidFill>
                          <a:latin typeface="Arial" pitchFamily="34" charset="0"/>
                          <a:ea typeface="Arial Unicode MS" pitchFamily="34" charset="-128"/>
                          <a:cs typeface="Arial Unicode MS" pitchFamily="34" charset="-128"/>
                        </a:defRPr>
                      </a:lvl9pPr>
                    </a:lstStyle>
                    <a:p>
                      <a:pPr marL="0" marR="0" lvl="0" indent="0" algn="just" defTabSz="1217613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ea typeface="Arial Unicode MS" pitchFamily="34" charset="-128"/>
                          <a:cs typeface="Arial Unicode MS" pitchFamily="34" charset="-128"/>
                        </a:rPr>
                        <a:t>Design and develop modular programs for real world problems using control structure and selection structure.</a:t>
                      </a:r>
                      <a:endParaRPr kumimoji="0" lang="en-IN" alt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ea typeface="Calibri" pitchFamily="34" charset="0"/>
                        <a:cs typeface="Times New Roman" pitchFamily="18" charset="0"/>
                      </a:endParaRPr>
                    </a:p>
                  </a:txBody>
                  <a:tcPr marL="68580" marR="68580" marT="0" marB="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36894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25" y="2025650"/>
            <a:ext cx="3182938" cy="340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95" name="Picture 1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1363" y="1701800"/>
            <a:ext cx="895350" cy="91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896" name="Picture 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109538"/>
            <a:ext cx="2686050" cy="1457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6513" y="346075"/>
            <a:ext cx="8497887" cy="11477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900" b="1" dirty="0" smtClean="0">
                <a:solidFill>
                  <a:srgbClr val="FF0000"/>
                </a:solidFill>
                <a:latin typeface="+mn-lt"/>
              </a:rPr>
              <a:t>Scheme </a:t>
            </a:r>
            <a:r>
              <a:rPr lang="en-US" sz="4900" b="1" dirty="0">
                <a:solidFill>
                  <a:srgbClr val="FF0000"/>
                </a:solidFill>
                <a:latin typeface="+mn-lt"/>
              </a:rPr>
              <a:t>of Evaluation </a:t>
            </a: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7891" name="Slide Number Placeholder 3"/>
          <p:cNvSpPr>
            <a:spLocks noGrp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67E9E44D-4912-4D6F-BFA5-83BCEC1CD2B7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5" name="Rectangle 4"/>
          <p:cNvSpPr/>
          <p:nvPr/>
        </p:nvSpPr>
        <p:spPr>
          <a:xfrm>
            <a:off x="871538" y="261938"/>
            <a:ext cx="10515600" cy="12319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7893" name="Content Placeholder 2"/>
          <p:cNvSpPr txBox="1">
            <a:spLocks/>
          </p:cNvSpPr>
          <p:nvPr/>
        </p:nvSpPr>
        <p:spPr bwMode="auto">
          <a:xfrm>
            <a:off x="1082675" y="1789113"/>
            <a:ext cx="10515600" cy="435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6858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Font typeface="Arial" pitchFamily="34" charset="0"/>
              <a:buNone/>
            </a:pPr>
            <a:endParaRPr lang="en-US" altLang="en-US" sz="2800"/>
          </a:p>
        </p:txBody>
      </p:sp>
      <p:pic>
        <p:nvPicPr>
          <p:cNvPr id="37894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25" y="1579563"/>
            <a:ext cx="10515600" cy="5153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3"/>
          <p:cNvGraphicFramePr>
            <a:graphicFrameLocks noGrp="1"/>
          </p:cNvGraphicFramePr>
          <p:nvPr>
            <p:ph idx="1"/>
          </p:nvPr>
        </p:nvGraphicFramePr>
        <p:xfrm>
          <a:off x="536027" y="1645920"/>
          <a:ext cx="11306879" cy="40992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8915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8392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F4839EB8-AA17-485E-B073-B29132B5559A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5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5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2743200" y="606425"/>
            <a:ext cx="5891213" cy="750888"/>
          </a:xfrm>
          <a:prstGeom prst="rect">
            <a:avLst/>
          </a:prstGeom>
        </p:spPr>
        <p:txBody>
          <a:bodyPr lIns="0" tIns="12700" rIns="0" bIns="0" anchor="b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en-US" sz="4800" spc="-5" dirty="0">
                <a:solidFill>
                  <a:srgbClr val="00B0F0"/>
                </a:solidFill>
                <a:ea typeface="+mj-ea"/>
                <a:cs typeface="Arial" panose="020B0604020202020204" pitchFamily="34" charset="0"/>
              </a:rPr>
              <a:t>        </a:t>
            </a:r>
            <a:endParaRPr lang="en-US" sz="4800" dirty="0">
              <a:solidFill>
                <a:schemeClr val="accent2">
                  <a:lumMod val="75000"/>
                </a:schemeClr>
              </a:solidFill>
              <a:ea typeface="+mj-ea"/>
              <a:cs typeface="Arial" panose="020B0604020202020204" pitchFamily="34" charset="0"/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847975" y="365125"/>
            <a:ext cx="7664450" cy="1111250"/>
          </a:xfrm>
          <a:prstGeom prst="rect">
            <a:avLst/>
          </a:prstGeom>
          <a:solidFill>
            <a:srgbClr val="C000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sz="44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Contents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8392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AC58D388-065B-4BC7-8D34-7783408701D9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6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5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1" name="object 2"/>
          <p:cNvSpPr txBox="1">
            <a:spLocks/>
          </p:cNvSpPr>
          <p:nvPr/>
        </p:nvSpPr>
        <p:spPr>
          <a:xfrm>
            <a:off x="2625725" y="711200"/>
            <a:ext cx="6780213" cy="750888"/>
          </a:xfrm>
          <a:prstGeom prst="rect">
            <a:avLst/>
          </a:prstGeom>
        </p:spPr>
        <p:txBody>
          <a:bodyPr lIns="0" tIns="12700" rIns="0" bIns="0" anchor="b">
            <a:spAutoFit/>
          </a:bodyPr>
          <a:lstStyle/>
          <a:p>
            <a:pPr marL="12700" eaLnBrk="1" fontAlgn="auto" hangingPunct="1">
              <a:spcBef>
                <a:spcPts val="100"/>
              </a:spcBef>
              <a:spcAft>
                <a:spcPts val="0"/>
              </a:spcAft>
              <a:defRPr/>
            </a:pPr>
            <a:r>
              <a:rPr lang="en-US" sz="4800" dirty="0">
                <a:solidFill>
                  <a:srgbClr val="00AFEF"/>
                </a:solidFill>
                <a:latin typeface="+mn-lt"/>
                <a:ea typeface="+mn-ea"/>
                <a:cs typeface="+mn-cs"/>
              </a:rPr>
              <a:t>      </a:t>
            </a:r>
            <a:r>
              <a:rPr lang="en-US" sz="4800" dirty="0">
                <a:solidFill>
                  <a:srgbClr val="860000"/>
                </a:solidFill>
                <a:ea typeface="+mn-ea"/>
                <a:cs typeface="Arial" panose="020B0604020202020204" pitchFamily="34" charset="0"/>
              </a:rPr>
              <a:t>I/O Statements</a:t>
            </a:r>
            <a:endParaRPr lang="en-US" sz="4800" dirty="0">
              <a:solidFill>
                <a:srgbClr val="860000"/>
              </a:solidFill>
              <a:ea typeface="+mj-ea"/>
              <a:cs typeface="Arial" panose="020B0604020202020204" pitchFamily="34" charset="0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1965434" y="2270233"/>
          <a:ext cx="8880366" cy="3163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itle 1"/>
          <p:cNvSpPr txBox="1">
            <a:spLocks/>
          </p:cNvSpPr>
          <p:nvPr/>
        </p:nvSpPr>
        <p:spPr>
          <a:xfrm>
            <a:off x="2322513" y="354013"/>
            <a:ext cx="7664450" cy="1111250"/>
          </a:xfrm>
          <a:prstGeom prst="rect">
            <a:avLst/>
          </a:prstGeom>
          <a:solidFill>
            <a:srgbClr val="C00000"/>
          </a:solidFill>
        </p:spPr>
        <p:txBody>
          <a:bodyPr anchor="ctr">
            <a:normAutofit/>
          </a:bodyPr>
          <a:lstStyle/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IN" sz="4400" b="1" dirty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Nested Looping</a:t>
            </a:r>
          </a:p>
        </p:txBody>
      </p:sp>
      <p:sp>
        <p:nvSpPr>
          <p:cNvPr id="7" name="Flowchart: Alternate Process 6"/>
          <p:cNvSpPr/>
          <p:nvPr/>
        </p:nvSpPr>
        <p:spPr>
          <a:xfrm>
            <a:off x="2333625" y="4087813"/>
            <a:ext cx="7797800" cy="1808162"/>
          </a:xfrm>
          <a:prstGeom prst="flowChartAlternateProcess">
            <a:avLst/>
          </a:prstGeom>
          <a:solidFill>
            <a:srgbClr val="ED813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0967" name="Rectangle 7"/>
          <p:cNvSpPr>
            <a:spLocks noChangeArrowheads="1"/>
          </p:cNvSpPr>
          <p:nvPr/>
        </p:nvSpPr>
        <p:spPr bwMode="auto">
          <a:xfrm>
            <a:off x="2670175" y="4508500"/>
            <a:ext cx="7208838" cy="101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n-lt"/>
                <a:ea typeface="+mn-ea"/>
                <a:cs typeface="Arial" panose="020B0604020202020204" pitchFamily="34" charset="0"/>
              </a:rPr>
              <a:t>Put any type of loop in another type. </a:t>
            </a:r>
            <a:r>
              <a:rPr lang="en-US" sz="2000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Write for loop inside while loop, while inside another while etc. A programmer nest up to 3 loops. But there is no limit of nesting in C.</a:t>
            </a:r>
            <a:endParaRPr lang="en-US" sz="2000" dirty="0"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2703513" y="300038"/>
            <a:ext cx="7302500" cy="927100"/>
          </a:xfrm>
          <a:prstGeom prst="rect">
            <a:avLst/>
          </a:prstGeom>
          <a:solidFill>
            <a:srgbClr val="C0000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IN" altLang="en-US" sz="4000" b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Loops Definition &amp; Syntax </a:t>
            </a:r>
          </a:p>
        </p:txBody>
      </p:sp>
      <p:sp>
        <p:nvSpPr>
          <p:cNvPr id="40963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8839200" y="6356350"/>
            <a:ext cx="27432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B9D6C346-22C4-46B2-B856-EEE7366881B5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7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5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530600" y="1365250"/>
          <a:ext cx="5754688" cy="4478338"/>
        </p:xfrm>
        <a:graphic>
          <a:graphicData uri="http://schemas.openxmlformats.org/drawingml/2006/table">
            <a:tbl>
              <a:tblPr/>
              <a:tblGrid>
                <a:gridCol w="575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8958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800" b="1" dirty="0">
                          <a:solidFill>
                            <a:schemeClr val="tx1"/>
                          </a:solidFill>
                          <a:latin typeface="Times New Roman"/>
                          <a:ea typeface="Calibri"/>
                          <a:cs typeface="Times New Roman"/>
                        </a:rPr>
                        <a:t>Syntax</a:t>
                      </a:r>
                      <a:endParaRPr lang="en-US" sz="2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2" marR="19052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8757">
                <a:tc>
                  <a:txBody>
                    <a:bodyPr/>
                    <a:lstStyle/>
                    <a:p>
                      <a:pPr algn="l"/>
                      <a:r>
                        <a:rPr lang="en-US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20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outer_loop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{</a:t>
                      </a:r>
                    </a:p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</a:t>
                      </a:r>
                      <a:r>
                        <a:rPr lang="en-US" sz="2000" b="1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inner_loop</a:t>
                      </a:r>
                      <a:endParaRPr lang="en-US" sz="2000" b="1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{</a:t>
                      </a:r>
                    </a:p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  // Inner loop statement/s</a:t>
                      </a:r>
                    </a:p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}</a:t>
                      </a:r>
                    </a:p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  // Outer loop statement/s</a:t>
                      </a:r>
                    </a:p>
                    <a:p>
                      <a:pPr algn="l"/>
                      <a:r>
                        <a:rPr lang="en-US" sz="20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 }</a:t>
                      </a:r>
                      <a:endParaRPr lang="en-US" sz="2000" b="1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19052" marR="19052" marT="19050" marB="190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063" y="950913"/>
            <a:ext cx="4300537" cy="657225"/>
          </a:xfr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</a:rPr>
              <a:t>How Nested loop work: </a:t>
            </a:r>
          </a:p>
        </p:txBody>
      </p:sp>
      <p:pic>
        <p:nvPicPr>
          <p:cNvPr id="43013" name="Content Placeholder 7" descr="Nested-Loop-Flowchart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31000" y="1447800"/>
            <a:ext cx="3076575" cy="3952875"/>
          </a:xfrm>
        </p:spPr>
      </p:pic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1660525"/>
            <a:ext cx="10345737" cy="420846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>
            <a:normAutofit/>
          </a:bodyPr>
          <a:lstStyle/>
          <a:p>
            <a:pPr algn="just" eaLnBrk="1" hangingPunct="1"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just" eaLnBrk="1" fontAlgn="auto" hangingPunct="1"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</a:rPr>
              <a:t>        </a:t>
            </a:r>
            <a:r>
              <a:rPr lang="en-US" sz="1700" b="1" dirty="0">
                <a:solidFill>
                  <a:schemeClr val="tx1"/>
                </a:solidFill>
              </a:rPr>
              <a:t>T</a:t>
            </a:r>
            <a:r>
              <a:rPr lang="en-US" sz="1700" dirty="0">
                <a:solidFill>
                  <a:schemeClr val="tx1"/>
                </a:solidFill>
              </a:rPr>
              <a:t>here are two conditions that are given.</a:t>
            </a:r>
          </a:p>
          <a:p>
            <a:pPr marL="342900" indent="-342900" algn="just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r>
              <a:rPr lang="en-US" sz="1700" dirty="0">
                <a:solidFill>
                  <a:schemeClr val="tx1"/>
                </a:solidFill>
              </a:rPr>
              <a:t>The inner loop condition gets executed only when the outer loop condition gives the Boolean output as True. Else the flow control directly goes out of both the loops. </a:t>
            </a:r>
          </a:p>
          <a:p>
            <a:pPr marL="342900" indent="-342900" algn="just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r>
              <a:rPr lang="en-US" sz="1700" dirty="0">
                <a:solidFill>
                  <a:schemeClr val="tx1"/>
                </a:solidFill>
              </a:rPr>
              <a:t>Now coming into the execution of the inner loop, If the loop condition gives a true result, then the block of statements under that loop and the incremental condition gets executed. </a:t>
            </a:r>
          </a:p>
          <a:p>
            <a:pPr marL="342900" indent="-342900" eaLnBrk="1" fontAlgn="auto" hangingPunct="1">
              <a:spcAft>
                <a:spcPts val="0"/>
              </a:spcAft>
              <a:buFont typeface="Arial" pitchFamily="34" charset="0"/>
              <a:buAutoNum type="arabicPeriod"/>
              <a:defRPr/>
            </a:pPr>
            <a:r>
              <a:rPr lang="en-US" sz="1700" dirty="0">
                <a:solidFill>
                  <a:schemeClr val="tx1"/>
                </a:solidFill>
              </a:rPr>
              <a:t>And in turn, if the condition gives a Boolean condition as False, then the inner loop gives its control back to the outer loop and again same conditions/loops gets executed/repeated.</a:t>
            </a:r>
          </a:p>
          <a:p>
            <a:pPr eaLnBrk="1" fontAlgn="auto" hangingPunct="1">
              <a:spcAft>
                <a:spcPts val="0"/>
              </a:spcAft>
              <a:buFont typeface="Arial" pitchFamily="34" charset="0"/>
              <a:buChar char="•"/>
              <a:defRPr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1989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4995FBB8-259B-42F3-8FEA-D8FBEA8F68CA}" type="slidenum">
              <a:rPr lang="en-US" altLang="en-US">
                <a:latin typeface="Calibri" pitchFamily="34" charset="0"/>
              </a:rPr>
              <a:pPr/>
              <a:t>8</a:t>
            </a:fld>
            <a:endParaRPr lang="en-US" altLang="en-US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52425"/>
            <a:ext cx="4048125" cy="950913"/>
          </a:xfrm>
          <a:solidFill>
            <a:srgbClr val="92D050"/>
          </a:solidFill>
        </p:spPr>
        <p:style>
          <a:lnRef idx="0">
            <a:scrgbClr r="0" g="0" b="0"/>
          </a:lnRef>
          <a:fillRef idx="1001">
            <a:schemeClr val="lt2"/>
          </a:fillRef>
          <a:effectRef idx="0">
            <a:scrgbClr r="0" g="0" b="0"/>
          </a:effectRef>
          <a:fontRef idx="major"/>
        </p:style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Example1 of Nested        do-while loop</a:t>
            </a:r>
          </a:p>
        </p:txBody>
      </p:sp>
      <p:sp>
        <p:nvSpPr>
          <p:cNvPr id="43011" name="Text Placeholder 3"/>
          <p:cNvSpPr>
            <a:spLocks noGrp="1" noChangeArrowheads="1"/>
          </p:cNvSpPr>
          <p:nvPr>
            <p:ph type="body" sz="half" idx="2"/>
          </p:nvPr>
        </p:nvSpPr>
        <p:spPr bwMode="auto">
          <a:xfrm>
            <a:off x="871538" y="1335088"/>
            <a:ext cx="3932237" cy="5522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mtClean="0"/>
              <a:t>#include &lt;stdio.h&gt;  </a:t>
            </a:r>
          </a:p>
          <a:p>
            <a:r>
              <a:rPr lang="en-US" altLang="en-US" smtClean="0"/>
              <a:t>int main()  </a:t>
            </a:r>
          </a:p>
          <a:p>
            <a:r>
              <a:rPr lang="en-US" altLang="en-US" smtClean="0"/>
              <a:t>{  </a:t>
            </a:r>
          </a:p>
          <a:p>
            <a:r>
              <a:rPr lang="en-US" altLang="en-US" smtClean="0"/>
              <a:t>  int i=1;  </a:t>
            </a:r>
          </a:p>
          <a:p>
            <a:r>
              <a:rPr lang="en-US" altLang="en-US" smtClean="0"/>
              <a:t>do           // outer loop  </a:t>
            </a:r>
          </a:p>
          <a:p>
            <a:r>
              <a:rPr lang="en-US" altLang="en-US" smtClean="0"/>
              <a:t>{  </a:t>
            </a:r>
          </a:p>
          <a:p>
            <a:r>
              <a:rPr lang="en-US" altLang="en-US" smtClean="0"/>
              <a:t>    int j=1;  </a:t>
            </a:r>
          </a:p>
          <a:p>
            <a:r>
              <a:rPr lang="en-US" altLang="en-US" smtClean="0"/>
              <a:t>    do       // inner loop  </a:t>
            </a:r>
          </a:p>
          <a:p>
            <a:r>
              <a:rPr lang="en-US" altLang="en-US" smtClean="0"/>
              <a:t>   {  </a:t>
            </a:r>
          </a:p>
          <a:p>
            <a:r>
              <a:rPr lang="en-US" altLang="en-US" smtClean="0"/>
              <a:t>      printf("*");  </a:t>
            </a:r>
          </a:p>
          <a:p>
            <a:r>
              <a:rPr lang="en-US" altLang="en-US" smtClean="0"/>
              <a:t>      j++;  </a:t>
            </a:r>
          </a:p>
          <a:p>
            <a:r>
              <a:rPr lang="en-US" altLang="en-US" smtClean="0"/>
              <a:t>   }while(j&lt;=8);  </a:t>
            </a:r>
          </a:p>
          <a:p>
            <a:r>
              <a:rPr lang="en-US" altLang="en-US" smtClean="0"/>
              <a:t>    printf("\n");  </a:t>
            </a:r>
          </a:p>
          <a:p>
            <a:r>
              <a:rPr lang="en-US" altLang="en-US" smtClean="0"/>
              <a:t>    i++;  </a:t>
            </a:r>
          </a:p>
          <a:p>
            <a:r>
              <a:rPr lang="en-US" altLang="en-US" smtClean="0"/>
              <a:t>     }while(i&lt;=4);  </a:t>
            </a:r>
          </a:p>
          <a:p>
            <a:r>
              <a:rPr lang="en-US" altLang="en-US" smtClean="0"/>
              <a:t>}  </a:t>
            </a:r>
          </a:p>
          <a:p>
            <a:pPr eaLnBrk="1" hangingPunct="1"/>
            <a:endParaRPr lang="en-US" altLang="en-US" b="1" smtClean="0"/>
          </a:p>
        </p:txBody>
      </p:sp>
      <p:sp>
        <p:nvSpPr>
          <p:cNvPr id="43012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7827438C-4C67-4D8F-8417-60FEF4C5AD03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9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43013" name="TextBox 7"/>
          <p:cNvSpPr txBox="1">
            <a:spLocks noChangeArrowheads="1"/>
          </p:cNvSpPr>
          <p:nvPr/>
        </p:nvSpPr>
        <p:spPr bwMode="auto">
          <a:xfrm>
            <a:off x="5087938" y="4214813"/>
            <a:ext cx="110331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altLang="en-US" b="1"/>
              <a:t>Output:</a:t>
            </a:r>
          </a:p>
        </p:txBody>
      </p:sp>
      <p:sp>
        <p:nvSpPr>
          <p:cNvPr id="45065" name="Rectangle 9"/>
          <p:cNvSpPr>
            <a:spLocks noChangeArrowheads="1"/>
          </p:cNvSpPr>
          <p:nvPr/>
        </p:nvSpPr>
        <p:spPr bwMode="auto">
          <a:xfrm>
            <a:off x="4972050" y="461963"/>
            <a:ext cx="7019925" cy="3694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tIns="0" bIns="0" anchor="ctr">
            <a:spAutoFit/>
          </a:bodyPr>
          <a:lstStyle/>
          <a:p>
            <a:pPr algn="just">
              <a:defRPr/>
            </a:pPr>
            <a:r>
              <a:rPr lang="en-US" sz="2000" b="1" dirty="0">
                <a:solidFill>
                  <a:srgbClr val="000000"/>
                </a:solidFill>
                <a:latin typeface="+mn-lt"/>
                <a:ea typeface="Times New Roman" pitchFamily="18" charset="0"/>
                <a:cs typeface="Arial" panose="020B0604020202020204" pitchFamily="34" charset="0"/>
              </a:rPr>
              <a:t>Explanation: </a:t>
            </a:r>
            <a:endParaRPr lang="en-US" sz="2000" dirty="0">
              <a:latin typeface="+mn-lt"/>
              <a:ea typeface="+mn-ea"/>
              <a:cs typeface="Arial" panose="020B0604020202020204" pitchFamily="34" charset="0"/>
            </a:endParaRPr>
          </a:p>
          <a:p>
            <a:pPr algn="just">
              <a:buFontTx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  <a:ea typeface="Times New Roman" pitchFamily="18" charset="0"/>
                <a:cs typeface="Arial" panose="020B0604020202020204" pitchFamily="34" charset="0"/>
              </a:rPr>
              <a:t>First, we initialize the outer loop counter variable, i.e., '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Arial" panose="020B0604020202020204" pitchFamily="34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Times New Roman" pitchFamily="18" charset="0"/>
                <a:cs typeface="Arial" panose="020B0604020202020204" pitchFamily="34" charset="0"/>
              </a:rPr>
              <a:t>' by 1.</a:t>
            </a:r>
          </a:p>
          <a:p>
            <a:pPr algn="just">
              <a:buFontTx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  <a:ea typeface="Times New Roman" pitchFamily="18" charset="0"/>
                <a:cs typeface="Arial" panose="020B0604020202020204" pitchFamily="34" charset="0"/>
              </a:rPr>
              <a:t>As we know that the do..while loop executes once without checking the condition, so the inner loop is executed without checking the condition in the outer loop.</a:t>
            </a:r>
          </a:p>
          <a:p>
            <a:pPr algn="just">
              <a:buFontTx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  <a:ea typeface="Times New Roman" pitchFamily="18" charset="0"/>
                <a:cs typeface="Arial" panose="020B0604020202020204" pitchFamily="34" charset="0"/>
              </a:rPr>
              <a:t>After the execution of the inner loop, the control moves to the update of the </a:t>
            </a:r>
            <a:r>
              <a:rPr lang="en-US" sz="2000" dirty="0" err="1">
                <a:solidFill>
                  <a:srgbClr val="000000"/>
                </a:solidFill>
                <a:latin typeface="+mn-lt"/>
                <a:ea typeface="Times New Roman" pitchFamily="18" charset="0"/>
                <a:cs typeface="Arial" panose="020B0604020202020204" pitchFamily="34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+mn-lt"/>
                <a:ea typeface="Times New Roman" pitchFamily="18" charset="0"/>
                <a:cs typeface="Arial" panose="020B0604020202020204" pitchFamily="34" charset="0"/>
              </a:rPr>
              <a:t>++.</a:t>
            </a:r>
          </a:p>
          <a:p>
            <a:pPr algn="just">
              <a:buFontTx/>
              <a:buChar char="•"/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  <a:ea typeface="Times New Roman" pitchFamily="18" charset="0"/>
                <a:cs typeface="Arial" panose="020B0604020202020204" pitchFamily="34" charset="0"/>
              </a:rPr>
              <a:t>When the loop counter value is incremented, the condition is checked. If the condition in the outer loop is true, then the inner loop is executed.</a:t>
            </a:r>
            <a:endParaRPr lang="en-US" sz="2000" dirty="0">
              <a:latin typeface="+mn-lt"/>
              <a:ea typeface="+mn-ea"/>
              <a:cs typeface="Arial" panose="020B0604020202020204" pitchFamily="34" charset="0"/>
            </a:endParaRPr>
          </a:p>
          <a:p>
            <a:pPr algn="just">
              <a:defRPr/>
            </a:pPr>
            <a:r>
              <a:rPr lang="en-US" sz="2000" dirty="0">
                <a:solidFill>
                  <a:srgbClr val="000000"/>
                </a:solidFill>
                <a:latin typeface="+mn-lt"/>
                <a:ea typeface="Times New Roman" pitchFamily="18" charset="0"/>
                <a:cs typeface="Arial" panose="020B0604020202020204" pitchFamily="34" charset="0"/>
              </a:rPr>
              <a:t>This process will continue until the condition in the outer loop is true</a:t>
            </a:r>
            <a:r>
              <a:rPr lang="en-US" sz="2000" dirty="0">
                <a:latin typeface="+mn-lt"/>
                <a:ea typeface="+mn-ea"/>
                <a:cs typeface="Arial" panose="020B0604020202020204" pitchFamily="34" charset="0"/>
              </a:rPr>
              <a:t> </a:t>
            </a:r>
          </a:p>
        </p:txBody>
      </p:sp>
      <p:pic>
        <p:nvPicPr>
          <p:cNvPr id="43015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8388" y="4321175"/>
            <a:ext cx="5087937" cy="226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/>
          <p:cNvSpPr>
            <a:spLocks noGrp="1" noChangeArrowheads="1"/>
          </p:cNvSpPr>
          <p:nvPr>
            <p:ph type="title"/>
          </p:nvPr>
        </p:nvSpPr>
        <p:spPr bwMode="auto">
          <a:xfrm>
            <a:off x="1071563" y="430213"/>
            <a:ext cx="5791200" cy="620712"/>
          </a:xfrm>
          <a:prstGeom prst="rect">
            <a:avLst/>
          </a:prstGeom>
          <a:solidFill>
            <a:srgbClr val="92D050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2400" b="1" smtClean="0"/>
              <a:t/>
            </a:r>
            <a:br>
              <a:rPr lang="en-US" altLang="en-US" sz="2400" b="1" smtClean="0"/>
            </a:br>
            <a:r>
              <a:rPr lang="en-US" altLang="en-US" sz="2400" b="1" smtClean="0"/>
              <a:t/>
            </a:r>
            <a:br>
              <a:rPr lang="en-US" altLang="en-US" sz="2400" b="1" smtClean="0"/>
            </a:br>
            <a:r>
              <a:rPr lang="en-US" altLang="en-US" sz="2400" b="1" smtClean="0"/>
              <a:t/>
            </a:r>
            <a:br>
              <a:rPr lang="en-US" altLang="en-US" sz="2400" b="1" smtClean="0"/>
            </a:br>
            <a:r>
              <a:rPr lang="en-US" altLang="en-US" sz="2400" b="1" smtClean="0"/>
              <a:t/>
            </a:r>
            <a:br>
              <a:rPr lang="en-US" altLang="en-US" sz="2400" b="1" smtClean="0"/>
            </a:br>
            <a:r>
              <a:rPr lang="en-US" altLang="en-US" sz="2400" b="1" smtClean="0"/>
              <a:t/>
            </a:r>
            <a:br>
              <a:rPr lang="en-US" altLang="en-US" sz="2400" b="1" smtClean="0"/>
            </a:br>
            <a:r>
              <a:rPr lang="en-US" altLang="en-US" sz="2400" b="1" smtClean="0"/>
              <a:t/>
            </a:r>
            <a:br>
              <a:rPr lang="en-US" altLang="en-US" sz="2400" b="1" smtClean="0"/>
            </a:br>
            <a:r>
              <a:rPr lang="en-US" altLang="en-US" sz="2400" b="1" smtClean="0"/>
              <a:t>Example2 using Nested for loop</a:t>
            </a:r>
            <a:endParaRPr lang="en-US" altLang="en-US" sz="2400" smtClean="0"/>
          </a:p>
        </p:txBody>
      </p:sp>
      <p:sp>
        <p:nvSpPr>
          <p:cNvPr id="44035" name="Slide Number Placeholder 4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0E2D2EDF-2A21-4289-9F8E-F46500092A0A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10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578725" y="919163"/>
            <a:ext cx="3068638" cy="523875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800" b="1" dirty="0">
                <a:latin typeface="+mn-lt"/>
                <a:ea typeface="+mn-ea"/>
                <a:cs typeface="Arial" panose="020B0604020202020204" pitchFamily="34" charset="0"/>
              </a:rPr>
              <a:t>Output</a:t>
            </a:r>
          </a:p>
        </p:txBody>
      </p:sp>
      <p:pic>
        <p:nvPicPr>
          <p:cNvPr id="44037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588" y="1576388"/>
            <a:ext cx="6302375" cy="509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6650" y="1527175"/>
            <a:ext cx="4160838" cy="3151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2"/>
          <p:cNvSpPr>
            <a:spLocks noGrp="1"/>
          </p:cNvSpPr>
          <p:nvPr>
            <p:ph type="title"/>
          </p:nvPr>
        </p:nvSpPr>
        <p:spPr>
          <a:xfrm>
            <a:off x="3448050" y="534988"/>
            <a:ext cx="4676775" cy="1077912"/>
          </a:xfrm>
          <a:solidFill>
            <a:srgbClr val="C00000"/>
          </a:solidFill>
          <a:ln>
            <a:miter lim="800000"/>
            <a:headEnd/>
            <a:tailEnd/>
          </a:ln>
          <a:effectLst>
            <a:softEdge rad="63500"/>
          </a:effectLst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Summary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059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A1EF9E4F-BC27-4DA0-BA86-6C3F47DC34BD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11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grpSp>
        <p:nvGrpSpPr>
          <p:cNvPr id="45060" name="Content Placeholder 4"/>
          <p:cNvGrpSpPr>
            <a:grpSpLocks noGrp="1"/>
          </p:cNvGrpSpPr>
          <p:nvPr/>
        </p:nvGrpSpPr>
        <p:grpSpPr bwMode="auto">
          <a:xfrm>
            <a:off x="638175" y="1709738"/>
            <a:ext cx="10620375" cy="3873500"/>
            <a:chOff x="581205" y="2018787"/>
            <a:chExt cx="11019911" cy="4132618"/>
          </a:xfrm>
        </p:grpSpPr>
        <p:sp>
          <p:nvSpPr>
            <p:cNvPr id="7" name="Rectangle 6"/>
            <p:cNvSpPr/>
            <p:nvPr/>
          </p:nvSpPr>
          <p:spPr>
            <a:xfrm>
              <a:off x="581205" y="3563438"/>
              <a:ext cx="3276324" cy="762163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>
                  <a:cs typeface="Arial" pitchFamily="34" charset="0"/>
                </a:rPr>
                <a:t>Nested Looping </a:t>
              </a:r>
              <a:endParaRPr lang="en-US" sz="2000" i="1" dirty="0">
                <a:latin typeface="Georgia" panose="02040502050405020303" pitchFamily="18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958009" y="3956375"/>
              <a:ext cx="7628283" cy="762163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966245" y="2018787"/>
              <a:ext cx="7620046" cy="762163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966245" y="3029923"/>
              <a:ext cx="7620046" cy="762163"/>
            </a:xfrm>
            <a:prstGeom prst="rect">
              <a:avLst/>
            </a:prstGeom>
            <a:noFill/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6245" y="4967511"/>
              <a:ext cx="7620046" cy="762163"/>
            </a:xfrm>
            <a:prstGeom prst="rect">
              <a:avLst/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>
                <a:solidFill>
                  <a:schemeClr val="tx1"/>
                </a:solidFill>
                <a:latin typeface="+mj-lt"/>
              </a:endParaRPr>
            </a:p>
          </p:txBody>
        </p:sp>
        <p:sp>
          <p:nvSpPr>
            <p:cNvPr id="45069" name="TextBox 15"/>
            <p:cNvSpPr txBox="1">
              <a:spLocks noChangeArrowheads="1"/>
            </p:cNvSpPr>
            <p:nvPr/>
          </p:nvSpPr>
          <p:spPr bwMode="auto">
            <a:xfrm>
              <a:off x="4053852" y="2065627"/>
              <a:ext cx="7391400" cy="426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endParaRPr lang="en-US" altLang="en-US" sz="2000">
                <a:latin typeface="Calibri" pitchFamily="34" charset="0"/>
              </a:endParaRPr>
            </a:p>
          </p:txBody>
        </p:sp>
        <p:sp>
          <p:nvSpPr>
            <p:cNvPr id="45070" name="TextBox 16"/>
            <p:cNvSpPr txBox="1">
              <a:spLocks noChangeArrowheads="1"/>
            </p:cNvSpPr>
            <p:nvPr/>
          </p:nvSpPr>
          <p:spPr bwMode="auto">
            <a:xfrm>
              <a:off x="4053852" y="3062565"/>
              <a:ext cx="7547264" cy="426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endParaRPr lang="en-US" altLang="en-US" sz="2000">
                <a:latin typeface="Calibri" pitchFamily="34" charset="0"/>
              </a:endParaRPr>
            </a:p>
          </p:txBody>
        </p:sp>
        <p:sp>
          <p:nvSpPr>
            <p:cNvPr id="45071" name="TextBox 17"/>
            <p:cNvSpPr txBox="1">
              <a:spLocks noChangeArrowheads="1"/>
            </p:cNvSpPr>
            <p:nvPr/>
          </p:nvSpPr>
          <p:spPr bwMode="auto">
            <a:xfrm>
              <a:off x="4053852" y="4039748"/>
              <a:ext cx="7330451" cy="4269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itchFamily="34" charset="0"/>
                  <a:ea typeface="Arial Unicode MS" pitchFamily="34" charset="-128"/>
                  <a:cs typeface="Arial Unicode MS" pitchFamily="34" charset="-128"/>
                </a:defRPr>
              </a:lvl9pPr>
            </a:lstStyle>
            <a:p>
              <a:pPr eaLnBrk="1" hangingPunct="1"/>
              <a:endParaRPr lang="en-US" altLang="en-US" sz="2000">
                <a:latin typeface="Calibri" pitchFamily="34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053548" y="5116556"/>
              <a:ext cx="7391083" cy="103484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lvl="1" defTabSz="444482" eaLnBrk="1" fontAlgn="auto" hangingPunct="1">
                <a:lnSpc>
                  <a:spcPct val="90000"/>
                </a:lnSpc>
                <a:spcAft>
                  <a:spcPct val="15000"/>
                </a:spcAft>
                <a:buClr>
                  <a:schemeClr val="accent6"/>
                </a:buClr>
                <a:buSzPct val="120000"/>
                <a:defRPr/>
              </a:pPr>
              <a:r>
                <a:rPr lang="en-US" sz="2000" b="1" dirty="0">
                  <a:ea typeface="+mn-ea"/>
                  <a:cs typeface="Arial" panose="020B0604020202020204" pitchFamily="34" charset="0"/>
                </a:rPr>
                <a:t>It always executes the code block at least once and furthermore as long as the condition remains true.  </a:t>
              </a:r>
            </a:p>
            <a:p>
              <a:pPr marL="0" lvl="1" defTabSz="444482" eaLnBrk="1" fontAlgn="auto" hangingPunct="1">
                <a:lnSpc>
                  <a:spcPct val="90000"/>
                </a:lnSpc>
                <a:spcAft>
                  <a:spcPct val="15000"/>
                </a:spcAft>
                <a:buClr>
                  <a:schemeClr val="accent6"/>
                </a:buClr>
                <a:buSzPct val="120000"/>
                <a:defRPr/>
              </a:pPr>
              <a:endParaRPr lang="en-GB" sz="2000" kern="0" dirty="0"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45061" name="Rectangle 19"/>
          <p:cNvSpPr>
            <a:spLocks noChangeArrowheads="1"/>
          </p:cNvSpPr>
          <p:nvPr/>
        </p:nvSpPr>
        <p:spPr bwMode="auto">
          <a:xfrm>
            <a:off x="3962400" y="1766888"/>
            <a:ext cx="8104188" cy="101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altLang="en-US" sz="2000" b="1"/>
              <a:t>A loop within another loop is called nested loop. C programming language supports nesting of one loop inside another.</a:t>
            </a:r>
          </a:p>
          <a:p>
            <a:pPr eaLnBrk="1" hangingPunct="1"/>
            <a:endParaRPr lang="en-US" altLang="en-US" sz="2000" b="1"/>
          </a:p>
        </p:txBody>
      </p:sp>
      <p:sp>
        <p:nvSpPr>
          <p:cNvPr id="45062" name="Rectangle 23"/>
          <p:cNvSpPr>
            <a:spLocks noChangeArrowheads="1"/>
          </p:cNvSpPr>
          <p:nvPr/>
        </p:nvSpPr>
        <p:spPr bwMode="auto">
          <a:xfrm>
            <a:off x="3941763" y="3513138"/>
            <a:ext cx="73469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altLang="en-US" b="1"/>
              <a:t>Write for loop inside while loop, while inside another while etc. A programmer nest up to 3 loops. But there is no limit of nesting in C.</a:t>
            </a:r>
          </a:p>
          <a:p>
            <a:pPr eaLnBrk="1" hangingPunct="1"/>
            <a:endParaRPr lang="en-US" altLang="en-US"/>
          </a:p>
        </p:txBody>
      </p:sp>
      <p:sp>
        <p:nvSpPr>
          <p:cNvPr id="45063" name="Rectangle 19"/>
          <p:cNvSpPr>
            <a:spLocks noChangeArrowheads="1"/>
          </p:cNvSpPr>
          <p:nvPr/>
        </p:nvSpPr>
        <p:spPr bwMode="auto">
          <a:xfrm>
            <a:off x="3910013" y="2643188"/>
            <a:ext cx="733583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eaLnBrk="1" hangingPunct="1"/>
            <a:r>
              <a:rPr lang="en-US" altLang="en-US" b="1"/>
              <a:t>We can define any number of loops inside another loop. And also have any number of nesting level.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2"/>
          <p:cNvSpPr>
            <a:spLocks noGrp="1"/>
          </p:cNvSpPr>
          <p:nvPr>
            <p:ph type="title"/>
          </p:nvPr>
        </p:nvSpPr>
        <p:spPr>
          <a:xfrm>
            <a:off x="669925" y="396875"/>
            <a:ext cx="10515600" cy="758825"/>
          </a:xfrm>
          <a:solidFill>
            <a:srgbClr val="C00000"/>
          </a:solidFill>
          <a:ln>
            <a:miter lim="800000"/>
            <a:headEnd/>
            <a:tailEnd/>
          </a:ln>
          <a:effectLst>
            <a:softEdge rad="63500"/>
          </a:effectLst>
        </p:spPr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FAQ</a:t>
            </a:r>
          </a:p>
        </p:txBody>
      </p:sp>
      <p:pic>
        <p:nvPicPr>
          <p:cNvPr id="471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034213" y="1225550"/>
            <a:ext cx="4108450" cy="4351338"/>
          </a:xfrm>
        </p:spPr>
      </p:pic>
      <p:sp>
        <p:nvSpPr>
          <p:cNvPr id="46084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9818A919-B69D-4134-BA1B-AEEE00320D3B}" type="slidenum">
              <a:rPr lang="en-US" altLang="en-US">
                <a:latin typeface="Calibri" pitchFamily="34" charset="0"/>
              </a:rPr>
              <a:pPr/>
              <a:t>12</a:t>
            </a:fld>
            <a:endParaRPr lang="en-US" altLang="en-US">
              <a:latin typeface="Calibri" pitchFamily="34" charset="0"/>
            </a:endParaRPr>
          </a:p>
        </p:txBody>
      </p:sp>
      <p:sp>
        <p:nvSpPr>
          <p:cNvPr id="125955" name="Rectangle 3"/>
          <p:cNvSpPr>
            <a:spLocks noChangeArrowheads="1"/>
          </p:cNvSpPr>
          <p:nvPr/>
        </p:nvSpPr>
        <p:spPr bwMode="auto">
          <a:xfrm>
            <a:off x="925513" y="1177925"/>
            <a:ext cx="5722937" cy="535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b="1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Q1 Print the pattern</a:t>
            </a: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#include&lt;</a:t>
            </a:r>
            <a:r>
              <a:rPr lang="en-US" dirty="0" err="1">
                <a:latin typeface="+mn-lt"/>
                <a:ea typeface="Times New Roman" pitchFamily="18" charset="0"/>
                <a:cs typeface="Arial" panose="020B0604020202020204" pitchFamily="34" charset="0"/>
              </a:rPr>
              <a:t>stdio.h</a:t>
            </a: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&gt;</a:t>
            </a:r>
          </a:p>
          <a:p>
            <a:pPr>
              <a:defRPr/>
            </a:pPr>
            <a:r>
              <a:rPr lang="en-US" dirty="0" err="1">
                <a:latin typeface="+mn-lt"/>
                <a:ea typeface="Times New Roman" pitchFamily="18" charset="0"/>
                <a:cs typeface="Arial" panose="020B0604020202020204" pitchFamily="34" charset="0"/>
              </a:rPr>
              <a:t>int</a:t>
            </a: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 main()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{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 err="1">
                <a:latin typeface="+mn-lt"/>
                <a:ea typeface="Times New Roman" pitchFamily="18" charset="0"/>
                <a:cs typeface="Arial" panose="020B0604020202020204" pitchFamily="34" charset="0"/>
              </a:rPr>
              <a:t>int</a:t>
            </a: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+mn-lt"/>
                <a:ea typeface="Times New Roman" pitchFamily="18" charset="0"/>
                <a:cs typeface="Arial" panose="020B0604020202020204" pitchFamily="34" charset="0"/>
              </a:rPr>
              <a:t>i,j</a:t>
            </a: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;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for(j=1;j&lt;=5;j++)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{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  for(</a:t>
            </a:r>
            <a:r>
              <a:rPr lang="en-US" dirty="0" err="1">
                <a:latin typeface="+mn-lt"/>
                <a:ea typeface="Times New Roman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=1;i&lt;=</a:t>
            </a:r>
            <a:r>
              <a:rPr lang="en-US" dirty="0" err="1">
                <a:latin typeface="+mn-lt"/>
                <a:ea typeface="Times New Roman" pitchFamily="18" charset="0"/>
                <a:cs typeface="Arial" panose="020B0604020202020204" pitchFamily="34" charset="0"/>
              </a:rPr>
              <a:t>j;i</a:t>
            </a: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++)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     </a:t>
            </a:r>
            <a:r>
              <a:rPr lang="en-US" dirty="0" err="1">
                <a:latin typeface="+mn-lt"/>
                <a:ea typeface="Times New Roman" pitchFamily="18" charset="0"/>
                <a:cs typeface="Arial" panose="020B0604020202020204" pitchFamily="34" charset="0"/>
              </a:rPr>
              <a:t>printf</a:t>
            </a: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("%5d",i);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  </a:t>
            </a:r>
            <a:r>
              <a:rPr lang="en-US" dirty="0" err="1">
                <a:latin typeface="+mn-lt"/>
                <a:ea typeface="Times New Roman" pitchFamily="18" charset="0"/>
                <a:cs typeface="Arial" panose="020B0604020202020204" pitchFamily="34" charset="0"/>
              </a:rPr>
              <a:t>printf</a:t>
            </a: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("\n\n");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}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for(j=4;j&gt;=1;j--)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{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   for(</a:t>
            </a:r>
            <a:r>
              <a:rPr lang="en-US" dirty="0" err="1">
                <a:latin typeface="+mn-lt"/>
                <a:ea typeface="Times New Roman" pitchFamily="18" charset="0"/>
                <a:cs typeface="Arial" panose="020B0604020202020204" pitchFamily="34" charset="0"/>
              </a:rPr>
              <a:t>i</a:t>
            </a: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=1;i&lt;=</a:t>
            </a:r>
            <a:r>
              <a:rPr lang="en-US" dirty="0" err="1">
                <a:latin typeface="+mn-lt"/>
                <a:ea typeface="Times New Roman" pitchFamily="18" charset="0"/>
                <a:cs typeface="Arial" panose="020B0604020202020204" pitchFamily="34" charset="0"/>
              </a:rPr>
              <a:t>j;i</a:t>
            </a: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++)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      </a:t>
            </a:r>
            <a:r>
              <a:rPr lang="en-US" dirty="0" err="1">
                <a:latin typeface="+mn-lt"/>
                <a:ea typeface="Times New Roman" pitchFamily="18" charset="0"/>
                <a:cs typeface="Arial" panose="020B0604020202020204" pitchFamily="34" charset="0"/>
              </a:rPr>
              <a:t>printf</a:t>
            </a: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("%5d",i);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   </a:t>
            </a:r>
            <a:r>
              <a:rPr lang="en-US" dirty="0" err="1">
                <a:latin typeface="+mn-lt"/>
                <a:ea typeface="Times New Roman" pitchFamily="18" charset="0"/>
                <a:cs typeface="Arial" panose="020B0604020202020204" pitchFamily="34" charset="0"/>
              </a:rPr>
              <a:t>printf</a:t>
            </a: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("\n\n");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}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return 0;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dirty="0">
                <a:latin typeface="+mn-lt"/>
                <a:ea typeface="Times New Roman" pitchFamily="18" charset="0"/>
                <a:cs typeface="Arial" panose="020B0604020202020204" pitchFamily="34" charset="0"/>
              </a:rPr>
              <a:t>}</a:t>
            </a:r>
            <a:endParaRPr lang="en-US" dirty="0"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208088"/>
            <a:ext cx="10515600" cy="496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2400" b="1" smtClean="0"/>
              <a:t>Q2  Print the reverse pattern</a:t>
            </a:r>
          </a:p>
          <a:p>
            <a:r>
              <a:rPr lang="en-US" altLang="en-US" smtClean="0"/>
              <a:t> </a:t>
            </a:r>
            <a:r>
              <a:rPr lang="en-US" altLang="en-US" sz="1600" smtClean="0"/>
              <a:t>#include&lt;stdio.h&gt;</a:t>
            </a:r>
          </a:p>
          <a:p>
            <a:r>
              <a:rPr lang="en-US" altLang="en-US" sz="1600" smtClean="0"/>
              <a:t>int main()</a:t>
            </a:r>
          </a:p>
          <a:p>
            <a:r>
              <a:rPr lang="en-US" altLang="en-US" sz="1600" smtClean="0"/>
              <a:t>{</a:t>
            </a:r>
          </a:p>
          <a:p>
            <a:r>
              <a:rPr lang="en-US" altLang="en-US" sz="1600" smtClean="0"/>
              <a:t>int i,j;</a:t>
            </a:r>
          </a:p>
          <a:p>
            <a:r>
              <a:rPr lang="en-US" altLang="en-US" sz="1600" smtClean="0"/>
              <a:t>for(j=5;j&gt;=1;j--)</a:t>
            </a:r>
          </a:p>
          <a:p>
            <a:r>
              <a:rPr lang="en-US" altLang="en-US" sz="1600" smtClean="0"/>
              <a:t>{</a:t>
            </a:r>
          </a:p>
          <a:p>
            <a:r>
              <a:rPr lang="en-US" altLang="en-US" sz="1600" smtClean="0"/>
              <a:t>   for(i=j;i&gt;=1;i--)</a:t>
            </a:r>
          </a:p>
          <a:p>
            <a:r>
              <a:rPr lang="en-US" altLang="en-US" sz="1600" smtClean="0"/>
              <a:t>     printf("%5d",i);</a:t>
            </a:r>
          </a:p>
          <a:p>
            <a:r>
              <a:rPr lang="en-US" altLang="en-US" sz="1600" smtClean="0"/>
              <a:t>   printf("\n\n");</a:t>
            </a:r>
          </a:p>
          <a:p>
            <a:r>
              <a:rPr lang="en-US" altLang="en-US" sz="1600" smtClean="0"/>
              <a:t>}</a:t>
            </a:r>
          </a:p>
          <a:p>
            <a:r>
              <a:rPr lang="en-US" altLang="en-US" sz="1600" smtClean="0"/>
              <a:t>return 0;</a:t>
            </a:r>
          </a:p>
          <a:p>
            <a:pPr>
              <a:buFont typeface="Arial" pitchFamily="34" charset="0"/>
              <a:buNone/>
            </a:pPr>
            <a:r>
              <a:rPr lang="en-US" altLang="en-US" sz="1600" smtClean="0"/>
              <a:t>}</a:t>
            </a:r>
          </a:p>
          <a:p>
            <a:endParaRPr lang="en-US" altLang="en-US" smtClean="0"/>
          </a:p>
        </p:txBody>
      </p:sp>
      <p:sp>
        <p:nvSpPr>
          <p:cNvPr id="47107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703246A1-16B2-4F62-8360-C5B92EE6E0DC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13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sp>
        <p:nvSpPr>
          <p:cNvPr id="5" name="Text Placeholder 2"/>
          <p:cNvSpPr txBox="1">
            <a:spLocks/>
          </p:cNvSpPr>
          <p:nvPr/>
        </p:nvSpPr>
        <p:spPr bwMode="auto">
          <a:xfrm>
            <a:off x="670034" y="396657"/>
            <a:ext cx="10515600" cy="759482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>
            <a:softEdge rad="63500"/>
          </a:effectLst>
        </p:spPr>
        <p:txBody>
          <a:bodyPr anchor="ctr">
            <a:normAutofit/>
          </a:bodyPr>
          <a:lstStyle/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440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FAQ</a:t>
            </a:r>
            <a:endParaRPr lang="en-US" sz="4400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pic>
        <p:nvPicPr>
          <p:cNvPr id="4711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56225" y="1254125"/>
            <a:ext cx="408622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Slide Number Placeholder 3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A3065FEE-A551-4253-99E9-3E2937665E44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14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  <p:pic>
        <p:nvPicPr>
          <p:cNvPr id="48133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819275"/>
            <a:ext cx="3652838" cy="282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8134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02625" y="1819275"/>
            <a:ext cx="3051175" cy="2824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942975" y="4821238"/>
            <a:ext cx="6961188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n-ea"/>
                <a:cs typeface="Arial" panose="020B0604020202020204" pitchFamily="34" charset="0"/>
              </a:rPr>
              <a:t>Print the above two numbering patterns</a:t>
            </a:r>
          </a:p>
        </p:txBody>
      </p:sp>
      <p:pic>
        <p:nvPicPr>
          <p:cNvPr id="48136" name="Picture 8" descr="number triangle with space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49825" y="1860550"/>
            <a:ext cx="3090863" cy="2795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Placeholder 2"/>
          <p:cNvSpPr txBox="1">
            <a:spLocks/>
          </p:cNvSpPr>
          <p:nvPr/>
        </p:nvSpPr>
        <p:spPr bwMode="auto">
          <a:xfrm>
            <a:off x="670034" y="396657"/>
            <a:ext cx="10515600" cy="759482"/>
          </a:xfrm>
          <a:prstGeom prst="rect">
            <a:avLst/>
          </a:prstGeom>
          <a:solidFill>
            <a:srgbClr val="C00000"/>
          </a:solidFill>
          <a:ln w="9525">
            <a:noFill/>
            <a:miter lim="800000"/>
            <a:headEnd/>
            <a:tailEnd/>
          </a:ln>
          <a:effectLst>
            <a:softEdge rad="63500"/>
          </a:effectLst>
        </p:spPr>
        <p:txBody>
          <a:bodyPr anchor="ctr">
            <a:normAutofit/>
          </a:bodyPr>
          <a:lstStyle/>
          <a:p>
            <a:pPr algn="ctr"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Assessment questions</a:t>
            </a:r>
            <a:endParaRPr lang="en-US" sz="4400" dirty="0">
              <a:solidFill>
                <a:schemeClr val="bg1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1"/>
          <p:cNvSpPr>
            <a:spLocks noGrp="1" noChangeArrowheads="1"/>
          </p:cNvSpPr>
          <p:nvPr>
            <p:ph sz="half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Arial" pitchFamily="34" charset="0"/>
              <a:buNone/>
            </a:pPr>
            <a:endParaRPr lang="en-US" altLang="en-US" sz="2400" smtClean="0">
              <a:latin typeface="Times New Roman" pitchFamily="18" charset="0"/>
              <a:cs typeface="Times New Roman" pitchFamily="18" charset="0"/>
            </a:endParaRPr>
          </a:p>
          <a:p>
            <a:pPr eaLnBrk="1" hangingPunct="1">
              <a:buFont typeface="Arial" pitchFamily="34" charset="0"/>
              <a:buNone/>
            </a:pPr>
            <a:endParaRPr lang="en-US" altLang="en-US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2743198" y="457200"/>
            <a:ext cx="5656219" cy="903516"/>
          </a:xfrm>
          <a:solidFill>
            <a:srgbClr val="C00000"/>
          </a:solidFill>
          <a:ln>
            <a:miter lim="800000"/>
            <a:headEnd/>
            <a:tailEnd/>
          </a:ln>
        </p:spPr>
        <p:txBody>
          <a:bodyPr rtlCol="0"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IN" sz="4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  <a:endParaRPr lang="en-US" sz="4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0220" name="Rectangle 44"/>
          <p:cNvSpPr>
            <a:spLocks noChangeArrowheads="1"/>
          </p:cNvSpPr>
          <p:nvPr/>
        </p:nvSpPr>
        <p:spPr bwMode="auto">
          <a:xfrm>
            <a:off x="682625" y="1544638"/>
            <a:ext cx="9974263" cy="560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en-US" sz="2000" b="1" dirty="0">
                <a:ea typeface="+mn-ea"/>
                <a:cs typeface="Arial" panose="020B0604020202020204" pitchFamily="34" charset="0"/>
              </a:rPr>
              <a:t>Book References: </a:t>
            </a:r>
            <a:r>
              <a:rPr lang="en-US" sz="2000" u="sng" dirty="0">
                <a:ea typeface="+mn-ea"/>
                <a:cs typeface="Arial" panose="020B0604020202020204" pitchFamily="34" charset="0"/>
                <a:hlinkClick r:id="rId3"/>
              </a:rPr>
              <a:t>http://www2.cs.uregina.ca/~hilder/cs833/Other%20Reference%20Materials/The%20C%20Programming%20Language.pdf</a:t>
            </a:r>
            <a:endParaRPr lang="en-US" sz="2000" dirty="0">
              <a:ea typeface="+mn-ea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sz="2000" u="sng" dirty="0">
                <a:ea typeface="+mn-ea"/>
                <a:cs typeface="Arial" panose="020B0604020202020204" pitchFamily="34" charset="0"/>
                <a:hlinkClick r:id="rId4"/>
              </a:rPr>
              <a:t>http://www.freebookcentre.net/programming-books-download/The-Basics-of-C-Programming.html</a:t>
            </a:r>
            <a:endParaRPr lang="en-US" sz="2000" dirty="0">
              <a:ea typeface="+mn-ea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sz="2000" b="1" dirty="0">
                <a:ea typeface="+mn-ea"/>
                <a:cs typeface="Arial" panose="020B0604020202020204" pitchFamily="34" charset="0"/>
              </a:rPr>
              <a:t> </a:t>
            </a:r>
            <a:endParaRPr lang="en-US" sz="2000" dirty="0">
              <a:ea typeface="+mn-ea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sz="2000" b="1" dirty="0" err="1">
                <a:ea typeface="+mn-ea"/>
                <a:cs typeface="Arial" panose="020B0604020202020204" pitchFamily="34" charset="0"/>
              </a:rPr>
              <a:t>Vedio</a:t>
            </a:r>
            <a:r>
              <a:rPr lang="en-US" sz="2000" b="1" dirty="0">
                <a:ea typeface="+mn-ea"/>
                <a:cs typeface="Arial" panose="020B0604020202020204" pitchFamily="34" charset="0"/>
              </a:rPr>
              <a:t> Lecture: </a:t>
            </a:r>
            <a:r>
              <a:rPr lang="en-US" sz="2000" dirty="0">
                <a:ea typeface="+mn-ea"/>
                <a:cs typeface="Arial" panose="020B0604020202020204" pitchFamily="34" charset="0"/>
              </a:rPr>
              <a:t> </a:t>
            </a:r>
            <a:r>
              <a:rPr lang="en-US" sz="2000" u="sng" dirty="0">
                <a:ea typeface="+mn-ea"/>
                <a:cs typeface="Arial" panose="020B0604020202020204" pitchFamily="34" charset="0"/>
                <a:hlinkClick r:id="rId5"/>
              </a:rPr>
              <a:t>https://study.com/academy/lesson/nesting-loops-statements-in-c-programming.html</a:t>
            </a:r>
            <a:endParaRPr lang="en-US" sz="2000" dirty="0">
              <a:ea typeface="+mn-ea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sz="2000" u="sng" dirty="0">
                <a:ea typeface="+mn-ea"/>
                <a:cs typeface="Arial" panose="020B0604020202020204" pitchFamily="34" charset="0"/>
                <a:hlinkClick r:id="rId6"/>
              </a:rPr>
              <a:t>https://www.youtube.com/watch?v=mZqo8KDR37U</a:t>
            </a:r>
            <a:endParaRPr lang="en-US" sz="2000" dirty="0">
              <a:ea typeface="+mn-ea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sz="2000" u="sng" dirty="0">
                <a:ea typeface="+mn-ea"/>
                <a:cs typeface="Arial" panose="020B0604020202020204" pitchFamily="34" charset="0"/>
                <a:hlinkClick r:id="rId7"/>
              </a:rPr>
              <a:t>https://nptel.ac.in/courses/106/104/106104128/</a:t>
            </a:r>
            <a:endParaRPr lang="en-US" sz="2000" dirty="0">
              <a:ea typeface="+mn-ea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sz="2000" dirty="0">
                <a:ea typeface="+mn-ea"/>
                <a:cs typeface="Arial" panose="020B0604020202020204" pitchFamily="34" charset="0"/>
              </a:rPr>
              <a:t> </a:t>
            </a:r>
          </a:p>
          <a:p>
            <a:pPr eaLnBrk="1" hangingPunct="1">
              <a:defRPr/>
            </a:pPr>
            <a:r>
              <a:rPr lang="en-US" sz="2000" b="1" dirty="0">
                <a:ea typeface="+mn-ea"/>
                <a:cs typeface="Arial" panose="020B0604020202020204" pitchFamily="34" charset="0"/>
              </a:rPr>
              <a:t>Websites: </a:t>
            </a:r>
            <a:r>
              <a:rPr lang="en-US" sz="2000" dirty="0">
                <a:ea typeface="+mn-ea"/>
                <a:cs typeface="Arial" panose="020B0604020202020204" pitchFamily="34" charset="0"/>
              </a:rPr>
              <a:t> </a:t>
            </a:r>
            <a:r>
              <a:rPr lang="en-US" sz="2000" u="sng" dirty="0">
                <a:ea typeface="+mn-ea"/>
                <a:cs typeface="Arial" panose="020B0604020202020204" pitchFamily="34" charset="0"/>
                <a:hlinkClick r:id="rId8"/>
              </a:rPr>
              <a:t>https://www.studytonight.com/c/programs/loop/nested-loops</a:t>
            </a:r>
            <a:r>
              <a:rPr lang="en-US" sz="2000" dirty="0">
                <a:ea typeface="+mn-ea"/>
                <a:cs typeface="Arial" panose="020B0604020202020204" pitchFamily="34" charset="0"/>
              </a:rPr>
              <a:t>                        </a:t>
            </a:r>
          </a:p>
          <a:p>
            <a:pPr eaLnBrk="1" hangingPunct="1">
              <a:defRPr/>
            </a:pPr>
            <a:r>
              <a:rPr lang="en-US" sz="2000" dirty="0">
                <a:ea typeface="+mn-ea"/>
                <a:cs typeface="Arial" panose="020B0604020202020204" pitchFamily="34" charset="0"/>
              </a:rPr>
              <a:t>                   </a:t>
            </a:r>
            <a:r>
              <a:rPr lang="en-US" sz="2000" u="sng" dirty="0">
                <a:ea typeface="+mn-ea"/>
                <a:cs typeface="Arial" panose="020B0604020202020204" pitchFamily="34" charset="0"/>
                <a:hlinkClick r:id="rId9"/>
              </a:rPr>
              <a:t>https://beginnersbook.com/2014/01/c-for-loop/</a:t>
            </a:r>
            <a:endParaRPr lang="en-US" sz="2000" dirty="0">
              <a:ea typeface="+mn-ea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sz="2000" dirty="0">
                <a:ea typeface="+mn-ea"/>
                <a:cs typeface="Arial" panose="020B0604020202020204" pitchFamily="34" charset="0"/>
              </a:rPr>
              <a:t>                   </a:t>
            </a:r>
            <a:r>
              <a:rPr lang="en-US" sz="2000" u="sng" dirty="0">
                <a:ea typeface="+mn-ea"/>
                <a:cs typeface="Arial" panose="020B0604020202020204" pitchFamily="34" charset="0"/>
                <a:hlinkClick r:id="rId10"/>
              </a:rPr>
              <a:t>https://www.tutorialspoint.com/cprogramming/c_nested_loops.htm</a:t>
            </a:r>
            <a:endParaRPr lang="en-US" sz="2000" dirty="0">
              <a:ea typeface="+mn-ea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sz="2000" b="1" dirty="0">
                <a:ea typeface="+mn-ea"/>
                <a:cs typeface="Arial" panose="020B0604020202020204" pitchFamily="34" charset="0"/>
              </a:rPr>
              <a:t> </a:t>
            </a:r>
            <a:endParaRPr lang="en-US" sz="2000" dirty="0">
              <a:ea typeface="+mn-ea"/>
              <a:cs typeface="Arial" panose="020B0604020202020204" pitchFamily="34" charset="0"/>
            </a:endParaRPr>
          </a:p>
          <a:p>
            <a:pPr eaLnBrk="1" hangingPunct="1">
              <a:defRPr/>
            </a:pPr>
            <a:r>
              <a:rPr lang="en-US" sz="2000" dirty="0">
                <a:ea typeface="+mn-ea"/>
                <a:cs typeface="Arial" panose="020B0604020202020204" pitchFamily="34" charset="0"/>
              </a:rPr>
              <a:t> </a:t>
            </a:r>
          </a:p>
          <a:p>
            <a:pPr eaLnBrk="1" hangingPunct="1">
              <a:defRPr/>
            </a:pPr>
            <a:r>
              <a:rPr lang="en-US" sz="2000" b="1" dirty="0">
                <a:ea typeface="+mn-ea"/>
                <a:cs typeface="Arial" panose="020B0604020202020204" pitchFamily="34" charset="0"/>
              </a:rPr>
              <a:t> </a:t>
            </a:r>
            <a:endParaRPr lang="en-US" sz="2000" dirty="0">
              <a:ea typeface="+mn-ea"/>
              <a:cs typeface="Arial" panose="020B0604020202020204" pitchFamily="34" charset="0"/>
            </a:endParaRPr>
          </a:p>
          <a:p>
            <a:pPr eaLnBrk="1" hangingPunct="1">
              <a:tabLst>
                <a:tab pos="1546225" algn="l"/>
              </a:tabLst>
              <a:defRPr/>
            </a:pPr>
            <a:endParaRPr lang="en-US" sz="2000" dirty="0"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/>
          <p:nvPr/>
        </p:nvSpPr>
        <p:spPr>
          <a:xfrm>
            <a:off x="0" y="0"/>
            <a:ext cx="12192000" cy="4686300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prstClr val="white"/>
                </a:solidFill>
                <a:latin typeface="Calibri Light"/>
                <a:ea typeface="+mn-ea"/>
                <a:cs typeface="+mn-cs"/>
              </a:rPr>
              <a:t> </a:t>
            </a:r>
          </a:p>
        </p:txBody>
      </p:sp>
      <p:cxnSp>
        <p:nvCxnSpPr>
          <p:cNvPr id="18" name="Straight Connector 17"/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>
            <a:cxnSpLocks/>
          </p:cNvCxnSpPr>
          <p:nvPr/>
        </p:nvCxnSpPr>
        <p:spPr>
          <a:xfrm>
            <a:off x="10169525" y="0"/>
            <a:ext cx="663575" cy="66357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/>
          </p:cNvCxnSpPr>
          <p:nvPr/>
        </p:nvCxnSpPr>
        <p:spPr>
          <a:xfrm>
            <a:off x="733425" y="6294438"/>
            <a:ext cx="558800" cy="55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>
            <a:cxnSpLocks/>
          </p:cNvCxnSpPr>
          <p:nvPr/>
        </p:nvCxnSpPr>
        <p:spPr>
          <a:xfrm>
            <a:off x="390525" y="5129213"/>
            <a:ext cx="1728788" cy="1728787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3" name="Title 1"/>
          <p:cNvSpPr txBox="1">
            <a:spLocks/>
          </p:cNvSpPr>
          <p:nvPr/>
        </p:nvSpPr>
        <p:spPr bwMode="auto">
          <a:xfrm>
            <a:off x="1485900" y="2249488"/>
            <a:ext cx="10725150" cy="123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pPr algn="ctr" eaLnBrk="1" hangingPunct="1"/>
            <a:r>
              <a:rPr lang="en-US" altLang="en-US" sz="8000">
                <a:solidFill>
                  <a:srgbClr val="FFFFFF"/>
                </a:solidFill>
                <a:latin typeface="Casper"/>
                <a:cs typeface="Segoe UI" pitchFamily="34" charset="0"/>
              </a:rPr>
              <a:t>THANK YOU</a:t>
            </a:r>
          </a:p>
        </p:txBody>
      </p:sp>
      <p:sp>
        <p:nvSpPr>
          <p:cNvPr id="50184" name="Diamond 6"/>
          <p:cNvSpPr>
            <a:spLocks noChangeArrowheads="1"/>
          </p:cNvSpPr>
          <p:nvPr/>
        </p:nvSpPr>
        <p:spPr bwMode="auto">
          <a:xfrm>
            <a:off x="2641600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09 w 2430463"/>
              <a:gd name="T3" fmla="*/ 3225800 h 3225800"/>
              <a:gd name="T4" fmla="*/ 0 w 2430463"/>
              <a:gd name="T5" fmla="*/ 1612900 h 3225800"/>
              <a:gd name="T6" fmla="*/ 161290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sp>
        <p:nvSpPr>
          <p:cNvPr id="50185" name="Diamond 6"/>
          <p:cNvSpPr>
            <a:spLocks noChangeArrowheads="1"/>
          </p:cNvSpPr>
          <p:nvPr/>
        </p:nvSpPr>
        <p:spPr bwMode="auto">
          <a:xfrm>
            <a:off x="2898775" y="1214438"/>
            <a:ext cx="2430463" cy="3225800"/>
          </a:xfrm>
          <a:custGeom>
            <a:avLst/>
            <a:gdLst>
              <a:gd name="T0" fmla="*/ 2430463 w 2430463"/>
              <a:gd name="T1" fmla="*/ 2413000 h 3225800"/>
              <a:gd name="T2" fmla="*/ 1612909 w 2430463"/>
              <a:gd name="T3" fmla="*/ 3225800 h 3225800"/>
              <a:gd name="T4" fmla="*/ 0 w 2430463"/>
              <a:gd name="T5" fmla="*/ 1612900 h 3225800"/>
              <a:gd name="T6" fmla="*/ 1612909 w 2430463"/>
              <a:gd name="T7" fmla="*/ 0 h 3225800"/>
              <a:gd name="T8" fmla="*/ 2430463 w 2430463"/>
              <a:gd name="T9" fmla="*/ 817563 h 32258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430463"/>
              <a:gd name="T16" fmla="*/ 0 h 3225800"/>
              <a:gd name="T17" fmla="*/ 2430463 w 2430463"/>
              <a:gd name="T18" fmla="*/ 3225800 h 322580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algn="ctr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endParaRPr lang="en-US"/>
          </a:p>
        </p:txBody>
      </p:sp>
      <p:grpSp>
        <p:nvGrpSpPr>
          <p:cNvPr id="50186" name="Group 28"/>
          <p:cNvGrpSpPr>
            <a:grpSpLocks/>
          </p:cNvGrpSpPr>
          <p:nvPr/>
        </p:nvGrpSpPr>
        <p:grpSpPr bwMode="auto">
          <a:xfrm>
            <a:off x="238125" y="152400"/>
            <a:ext cx="409575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3821" y="0"/>
              <a:ext cx="219636" cy="210659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673" y="408874"/>
              <a:ext cx="218784" cy="494205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659"/>
              <a:ext cx="217933" cy="2213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graphicFrame>
          <p:nvGraphicFramePr>
            <p:cNvPr id="50191" name="Object 75"/>
            <p:cNvGraphicFramePr>
              <a:graphicFrameLocks noChangeAspect="1"/>
            </p:cNvGraphicFramePr>
            <p:nvPr/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0196" name="CorelDRAW" r:id="rId4" imgW="2169000" imgH="2169360" progId="">
                    <p:embed/>
                  </p:oleObj>
                </mc:Choice>
                <mc:Fallback>
                  <p:oleObj name="CorelDRAW" r:id="rId4" imgW="2169000" imgH="2169360" progId="">
                    <p:embed/>
                    <p:pic>
                      <p:nvPicPr>
                        <p:cNvPr id="0" name="Object 7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187" name="Slide Number Placeholder 14"/>
          <p:cNvSpPr>
            <a:spLocks noGrp="1" noChangeArrowheads="1"/>
          </p:cNvSpPr>
          <p:nvPr>
            <p:ph type="sldNum" sz="quarter" idx="12"/>
          </p:nvPr>
        </p:nvSpPr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65D24275-7729-4DE1-A0DA-682E22B13C7D}" type="slidenum">
              <a:rPr lang="en-US" altLang="en-US">
                <a:solidFill>
                  <a:srgbClr val="898989"/>
                </a:solidFill>
                <a:latin typeface="Calibri" pitchFamily="34" charset="0"/>
              </a:rPr>
              <a:pPr/>
              <a:t>16</a:t>
            </a:fld>
            <a:endParaRPr lang="en-US" altLang="en-US">
              <a:solidFill>
                <a:srgbClr val="898989"/>
              </a:solidFill>
              <a:latin typeface="Calibri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2nd edition)"/>
  <p:tag name="ISPRING_ULTRA_SCORM_COURSE_ID" val="ACF23724-1A81-4DB7-91CA-0C1780A166A4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[[&quot;,\u001B.\u0018{C273B255-4E4C-4601-ABF8-D07FC645117E}&quot;,&quot;F:\\CU\\BlackBoard\\20CST111\\PPT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},&quot;advancedSettings&quot;:{&quot;enableTextAllocation&quot;:&quot;T_TRUE&quot;,&quot;viewingFromLocalDrive&quot;:&quot;T_TRUE&quot;,&quot;contentScale&quot;:75,&quot;contentScaleMode&quot;:&quot;SCALE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}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5 Input Output Functions"/>
  <p:tag name="ISPRING_FIRST_PUBLISH" val="1"/>
</p:tagLst>
</file>

<file path=ppt/theme/theme1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Virtusa-2017">
      <a:dk1>
        <a:srgbClr val="3C3C3C"/>
      </a:dk1>
      <a:lt1>
        <a:srgbClr val="FFFFFF"/>
      </a:lt1>
      <a:dk2>
        <a:srgbClr val="696666"/>
      </a:dk2>
      <a:lt2>
        <a:srgbClr val="AFCDE6"/>
      </a:lt2>
      <a:accent1>
        <a:srgbClr val="FE6B2B"/>
      </a:accent1>
      <a:accent2>
        <a:srgbClr val="FF9F35"/>
      </a:accent2>
      <a:accent3>
        <a:srgbClr val="00A85D"/>
      </a:accent3>
      <a:accent4>
        <a:srgbClr val="199CDB"/>
      </a:accent4>
      <a:accent5>
        <a:srgbClr val="3C44AB"/>
      </a:accent5>
      <a:accent6>
        <a:srgbClr val="1E2743"/>
      </a:accent6>
      <a:hlink>
        <a:srgbClr val="FE6B2B"/>
      </a:hlink>
      <a:folHlink>
        <a:srgbClr val="FE6B2B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5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2">
              <a:lumMod val="20000"/>
              <a:lumOff val="80000"/>
            </a:schemeClr>
          </a:solidFill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3323</TotalTime>
  <Words>621</Words>
  <Application>Microsoft Office PowerPoint</Application>
  <PresentationFormat>Widescreen</PresentationFormat>
  <Paragraphs>161</Paragraphs>
  <Slides>16</Slides>
  <Notes>10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3" baseType="lpstr">
      <vt:lpstr>Arial</vt:lpstr>
      <vt:lpstr>Arial Black</vt:lpstr>
      <vt:lpstr>Arial Unicode MS</vt:lpstr>
      <vt:lpstr>calibri</vt:lpstr>
      <vt:lpstr>calibri</vt:lpstr>
      <vt:lpstr>Calibri Light</vt:lpstr>
      <vt:lpstr>Casper</vt:lpstr>
      <vt:lpstr>Georgia</vt:lpstr>
      <vt:lpstr>Karla</vt:lpstr>
      <vt:lpstr>King</vt:lpstr>
      <vt:lpstr>Raleway ExtraBold</vt:lpstr>
      <vt:lpstr>Segoe UI</vt:lpstr>
      <vt:lpstr>Times New Roman</vt:lpstr>
      <vt:lpstr>Wingdings</vt:lpstr>
      <vt:lpstr>Contents Slide Master</vt:lpstr>
      <vt:lpstr>Custom Design</vt:lpstr>
      <vt:lpstr>CorelDRAW</vt:lpstr>
      <vt:lpstr>PowerPoint Presentation</vt:lpstr>
      <vt:lpstr>Introduction to Problem Solving</vt:lpstr>
      <vt:lpstr>PowerPoint Presentation</vt:lpstr>
      <vt:lpstr>Scheme of Evaluation  </vt:lpstr>
      <vt:lpstr>PowerPoint Presentation</vt:lpstr>
      <vt:lpstr>PowerPoint Presentation</vt:lpstr>
      <vt:lpstr>Loops Definition &amp; Syntax </vt:lpstr>
      <vt:lpstr>How Nested loop work: </vt:lpstr>
      <vt:lpstr>Example1 of Nested        do-while loop</vt:lpstr>
      <vt:lpstr>      Example2 using Nested for loop</vt:lpstr>
      <vt:lpstr>Summary</vt:lpstr>
      <vt:lpstr>FAQ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 Input Output Functions</dc:title>
  <dc:creator>Branding</dc:creator>
  <cp:lastModifiedBy>nishu</cp:lastModifiedBy>
  <cp:revision>263</cp:revision>
  <dcterms:created xsi:type="dcterms:W3CDTF">2019-01-09T10:33:58Z</dcterms:created>
  <dcterms:modified xsi:type="dcterms:W3CDTF">2023-06-01T09:14:02Z</dcterms:modified>
</cp:coreProperties>
</file>