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1"/>
    <p:sldMasterId id="2147484295" r:id="rId2"/>
  </p:sldMasterIdLst>
  <p:notesMasterIdLst>
    <p:notesMasterId r:id="rId19"/>
  </p:notesMasterIdLst>
  <p:handoutMasterIdLst>
    <p:handoutMasterId r:id="rId20"/>
  </p:handoutMasterIdLst>
  <p:sldIdLst>
    <p:sldId id="316" r:id="rId3"/>
    <p:sldId id="352" r:id="rId4"/>
    <p:sldId id="353" r:id="rId5"/>
    <p:sldId id="354" r:id="rId6"/>
    <p:sldId id="317" r:id="rId7"/>
    <p:sldId id="319" r:id="rId8"/>
    <p:sldId id="320" r:id="rId9"/>
    <p:sldId id="321" r:id="rId10"/>
    <p:sldId id="336" r:id="rId11"/>
    <p:sldId id="323" r:id="rId12"/>
    <p:sldId id="330" r:id="rId13"/>
    <p:sldId id="331" r:id="rId14"/>
    <p:sldId id="332" r:id="rId15"/>
    <p:sldId id="333" r:id="rId16"/>
    <p:sldId id="334" r:id="rId17"/>
    <p:sldId id="279" r:id="rId18"/>
  </p:sldIdLst>
  <p:sldSz cx="12192000" cy="6858000"/>
  <p:notesSz cx="6858000" cy="9144000"/>
  <p:custDataLst>
    <p:tags r:id="rId21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Arial Unicode MS" pitchFamily="34" charset="-128"/>
        <a:cs typeface="Arial Unicode MS" pitchFamily="34" charset="-128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Arial Unicode MS" pitchFamily="34" charset="-128"/>
        <a:cs typeface="Arial Unicode MS" pitchFamily="34" charset="-128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Arial Unicode MS" pitchFamily="34" charset="-128"/>
        <a:cs typeface="Arial Unicode MS" pitchFamily="34" charset="-128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Arial Unicode MS" pitchFamily="34" charset="-128"/>
        <a:cs typeface="Arial Unicode MS" pitchFamily="34" charset="-128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Arial Unicode MS" pitchFamily="34" charset="-128"/>
        <a:cs typeface="Arial Unicode MS" pitchFamily="34" charset="-128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Arial Unicode MS" pitchFamily="34" charset="-128"/>
        <a:cs typeface="Arial Unicode MS" pitchFamily="34" charset="-128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Arial Unicode MS" pitchFamily="34" charset="-128"/>
        <a:cs typeface="Arial Unicode MS" pitchFamily="34" charset="-128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Arial Unicode MS" pitchFamily="34" charset="-128"/>
        <a:cs typeface="Arial Unicode MS" pitchFamily="34" charset="-128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Arial Unicode MS" pitchFamily="34" charset="-128"/>
        <a:cs typeface="Arial Unicode MS" pitchFamily="34" charset="-128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ED8137"/>
    <a:srgbClr val="860000"/>
    <a:srgbClr val="1C1C1C"/>
    <a:srgbClr val="BC8F00"/>
    <a:srgbClr val="00B0F0"/>
    <a:srgbClr val="1B3F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175" autoAdjust="0"/>
    <p:restoredTop sz="94660"/>
  </p:normalViewPr>
  <p:slideViewPr>
    <p:cSldViewPr snapToGrid="0">
      <p:cViewPr varScale="1">
        <p:scale>
          <a:sx n="73" d="100"/>
          <a:sy n="73" d="100"/>
        </p:scale>
        <p:origin x="450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tags" Target="tags/tag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890C4D37-F357-456A-A1C0-1E3E039832EC}" type="datetimeFigureOut">
              <a:rPr lang="en-US"/>
              <a:pPr>
                <a:defRPr/>
              </a:pPr>
              <a:t>6/1/2023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latin typeface="Calibri" pitchFamily="34" charset="0"/>
              </a:defRPr>
            </a:lvl1pPr>
          </a:lstStyle>
          <a:p>
            <a:pPr>
              <a:defRPr/>
            </a:pPr>
            <a:fld id="{D3AF8692-6D70-40A0-8077-B25167DF1AF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7149696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AB2AB604-9DA0-4D07-86F6-5AC899A4E32D}" type="datetimeFigureOut">
              <a:rPr lang="en-US"/>
              <a:pPr>
                <a:defRPr/>
              </a:pPr>
              <a:t>6/1/2023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latin typeface="Calibri" pitchFamily="34" charset="0"/>
              </a:defRPr>
            </a:lvl1pPr>
          </a:lstStyle>
          <a:p>
            <a:pPr>
              <a:defRPr/>
            </a:pPr>
            <a:fld id="{52BEEAF6-7CB6-475B-95A6-6F62A7AB3F8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8437987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993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IN" altLang="en-US" smtClean="0"/>
          </a:p>
        </p:txBody>
      </p:sp>
      <p:sp>
        <p:nvSpPr>
          <p:cNvPr id="39940" name="Slide Number Placeholder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</a:pPr>
            <a:fld id="{7FBE397E-B74F-4770-8098-345C15AF53BD}" type="slidenum">
              <a:rPr lang="en-US" altLang="en-US"/>
              <a:pPr>
                <a:spcBef>
                  <a:spcPct val="0"/>
                </a:spcBef>
              </a:pPr>
              <a:t>1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6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IN" altLang="en-US" smtClean="0"/>
          </a:p>
        </p:txBody>
      </p:sp>
      <p:sp>
        <p:nvSpPr>
          <p:cNvPr id="40964" name="Slide Number Placeholder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</a:pPr>
            <a:fld id="{362F4BB2-C096-44DD-B577-52EF837817B5}" type="slidenum">
              <a:rPr lang="en-US" altLang="en-US"/>
              <a:pPr>
                <a:spcBef>
                  <a:spcPct val="0"/>
                </a:spcBef>
              </a:pPr>
              <a:t>2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98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IN" altLang="en-US" smtClean="0"/>
          </a:p>
        </p:txBody>
      </p:sp>
      <p:sp>
        <p:nvSpPr>
          <p:cNvPr id="4198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9pPr>
          </a:lstStyle>
          <a:p>
            <a:fld id="{18A65533-418B-4951-A027-9B6E4EB1A7C4}" type="slidenum">
              <a:rPr lang="en-US" altLang="en-US">
                <a:latin typeface="Calibri" pitchFamily="34" charset="0"/>
              </a:rPr>
              <a:pPr/>
              <a:t>3</a:t>
            </a:fld>
            <a:endParaRPr lang="en-US" altLang="en-US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301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IN" altLang="en-US" smtClean="0"/>
          </a:p>
        </p:txBody>
      </p:sp>
      <p:sp>
        <p:nvSpPr>
          <p:cNvPr id="4301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9pPr>
          </a:lstStyle>
          <a:p>
            <a:fld id="{FBEF8BE8-DE79-4830-BB29-77FADB8E8318}" type="slidenum">
              <a:rPr lang="en-US" altLang="en-US">
                <a:latin typeface="Calibri" pitchFamily="34" charset="0"/>
              </a:rPr>
              <a:pPr/>
              <a:t>4</a:t>
            </a:fld>
            <a:endParaRPr lang="en-US" altLang="en-US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403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IN" altLang="en-US" smtClean="0"/>
          </a:p>
        </p:txBody>
      </p:sp>
      <p:sp>
        <p:nvSpPr>
          <p:cNvPr id="44036" name="Slide Number Placeholder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</a:pPr>
            <a:fld id="{89326310-7650-4C00-9F37-E984E1F7140E}" type="slidenum">
              <a:rPr lang="en-US" altLang="en-US"/>
              <a:pPr>
                <a:spcBef>
                  <a:spcPct val="0"/>
                </a:spcBef>
              </a:pPr>
              <a:t>5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505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IN" altLang="en-US" smtClean="0"/>
          </a:p>
        </p:txBody>
      </p:sp>
      <p:sp>
        <p:nvSpPr>
          <p:cNvPr id="45060" name="Slide Number Placeholder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</a:pPr>
            <a:fld id="{6955F50F-3DCC-4718-9A60-AC3DA5E43746}" type="slidenum">
              <a:rPr lang="en-US" altLang="en-US"/>
              <a:pPr>
                <a:spcBef>
                  <a:spcPct val="0"/>
                </a:spcBef>
              </a:pPr>
              <a:t>6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608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IN" altLang="en-US" smtClean="0"/>
          </a:p>
        </p:txBody>
      </p:sp>
      <p:sp>
        <p:nvSpPr>
          <p:cNvPr id="46084" name="Slide Number Placeholder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</a:pPr>
            <a:fld id="{C8AECBCD-5955-4A51-97F7-F328A7E47598}" type="slidenum">
              <a:rPr lang="en-US" altLang="en-US"/>
              <a:pPr>
                <a:spcBef>
                  <a:spcPct val="0"/>
                </a:spcBef>
              </a:pPr>
              <a:t>7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IN" altLang="en-US" smtClean="0"/>
          </a:p>
        </p:txBody>
      </p:sp>
      <p:sp>
        <p:nvSpPr>
          <p:cNvPr id="47108" name="Slide Number Placeholder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</a:pPr>
            <a:fld id="{CFFE05B2-B77A-4A03-86A5-BFB4ED73A7BF}" type="slidenum">
              <a:rPr lang="en-US" altLang="en-US"/>
              <a:pPr>
                <a:spcBef>
                  <a:spcPct val="0"/>
                </a:spcBef>
              </a:pPr>
              <a:t>8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813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IN" altLang="en-US" smtClean="0"/>
          </a:p>
        </p:txBody>
      </p:sp>
      <p:sp>
        <p:nvSpPr>
          <p:cNvPr id="48132" name="Slide Number Placeholder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</a:pPr>
            <a:fld id="{58AAC7B3-1E6C-4FB7-BFC6-8355A044DC7F}" type="slidenum">
              <a:rPr lang="en-US" altLang="en-US"/>
              <a:pPr>
                <a:spcBef>
                  <a:spcPct val="0"/>
                </a:spcBef>
              </a:pPr>
              <a:t>10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915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IN" altLang="en-US" smtClean="0"/>
          </a:p>
        </p:txBody>
      </p:sp>
      <p:sp>
        <p:nvSpPr>
          <p:cNvPr id="49156" name="Slide Number Placeholder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</a:pPr>
            <a:fld id="{FDEE377A-7C7E-4A90-AD6C-CCDB0A448025}" type="slidenum">
              <a:rPr lang="en-US" altLang="en-US"/>
              <a:pPr>
                <a:spcBef>
                  <a:spcPct val="0"/>
                </a:spcBef>
              </a:pPr>
              <a:t>11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017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IN" altLang="en-US" smtClean="0"/>
          </a:p>
        </p:txBody>
      </p:sp>
      <p:sp>
        <p:nvSpPr>
          <p:cNvPr id="50180" name="Slide Number Placeholder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</a:pPr>
            <a:fld id="{F6C3A023-A3D2-46BA-B6D6-EC427648B5FD}" type="slidenum">
              <a:rPr lang="en-US" altLang="en-US"/>
              <a:pPr>
                <a:spcBef>
                  <a:spcPct val="0"/>
                </a:spcBef>
              </a:pPr>
              <a:t>12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0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IN" altLang="en-US" smtClean="0"/>
          </a:p>
        </p:txBody>
      </p:sp>
      <p:sp>
        <p:nvSpPr>
          <p:cNvPr id="51204" name="Slide Number Placeholder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</a:pPr>
            <a:fld id="{3F4BAEF1-9D5C-4830-95C6-51D2C4DD8A63}" type="slidenum">
              <a:rPr lang="en-US" altLang="en-US"/>
              <a:pPr>
                <a:spcBef>
                  <a:spcPct val="0"/>
                </a:spcBef>
              </a:pPr>
              <a:t>13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222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IN" altLang="en-US" smtClean="0"/>
          </a:p>
        </p:txBody>
      </p:sp>
      <p:sp>
        <p:nvSpPr>
          <p:cNvPr id="52228" name="Slide Number Placeholder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</a:pPr>
            <a:fld id="{0C5542B2-8119-433D-A913-CC8536AE830F}" type="slidenum">
              <a:rPr lang="en-US" altLang="en-US"/>
              <a:pPr>
                <a:spcBef>
                  <a:spcPct val="0"/>
                </a:spcBef>
              </a:pPr>
              <a:t>14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325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IN" altLang="en-US" smtClean="0"/>
          </a:p>
        </p:txBody>
      </p:sp>
      <p:sp>
        <p:nvSpPr>
          <p:cNvPr id="53252" name="Slide Number Placeholder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</a:pPr>
            <a:fld id="{998C5A31-6F14-4C23-B8CF-09DDC911EE0D}" type="slidenum">
              <a:rPr lang="en-US" altLang="en-US"/>
              <a:pPr>
                <a:spcBef>
                  <a:spcPct val="0"/>
                </a:spcBef>
              </a:pPr>
              <a:t>15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427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IN" altLang="en-US" smtClean="0"/>
          </a:p>
        </p:txBody>
      </p:sp>
      <p:sp>
        <p:nvSpPr>
          <p:cNvPr id="54276" name="Slide Number Placeholder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</a:pPr>
            <a:fld id="{3F22C88E-28C6-4927-A8E9-61D02BEA7058}" type="slidenum">
              <a:rPr lang="en-US" altLang="en-US"/>
              <a:pPr>
                <a:spcBef>
                  <a:spcPct val="0"/>
                </a:spcBef>
              </a:pPr>
              <a:t>16</a:t>
            </a:fld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Layout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908924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Layout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4037013" y="0"/>
            <a:ext cx="4129087" cy="603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6753225"/>
            <a:ext cx="12192000" cy="1111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/>
          </p:nvPr>
        </p:nvSpPr>
        <p:spPr>
          <a:xfrm>
            <a:off x="0" y="93272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43025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asic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4037013" y="0"/>
            <a:ext cx="4129087" cy="603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6753225"/>
            <a:ext cx="12192000" cy="1111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/>
          </p:nvPr>
        </p:nvSpPr>
        <p:spPr>
          <a:xfrm>
            <a:off x="0" y="93272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204880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asic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2543175" cy="68643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/>
          </p:nvPr>
        </p:nvSpPr>
        <p:spPr>
          <a:xfrm>
            <a:off x="2735627" y="164638"/>
            <a:ext cx="9456373" cy="768085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/>
          </p:nvPr>
        </p:nvSpPr>
        <p:spPr>
          <a:xfrm>
            <a:off x="2735627" y="932723"/>
            <a:ext cx="9456373" cy="384043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79917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0" y="2276475"/>
            <a:ext cx="12192000" cy="240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20" tIns="60960" rIns="121920" bIns="6096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9" name="Isosceles Triangle 8"/>
          <p:cNvSpPr/>
          <p:nvPr userDrawn="1"/>
        </p:nvSpPr>
        <p:spPr>
          <a:xfrm rot="10800000">
            <a:off x="1582738" y="4676775"/>
            <a:ext cx="384175" cy="331788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20" tIns="60960" rIns="121920" bIns="6096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2" name="Isosceles Triangle 11"/>
          <p:cNvSpPr/>
          <p:nvPr userDrawn="1"/>
        </p:nvSpPr>
        <p:spPr>
          <a:xfrm rot="10800000">
            <a:off x="4464050" y="4676775"/>
            <a:ext cx="384175" cy="331788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20" tIns="60960" rIns="121920" bIns="6096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3" name="Isosceles Triangle 12"/>
          <p:cNvSpPr/>
          <p:nvPr userDrawn="1"/>
        </p:nvSpPr>
        <p:spPr>
          <a:xfrm rot="10800000">
            <a:off x="7343775" y="4676775"/>
            <a:ext cx="384175" cy="331788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20" tIns="60960" rIns="121920" bIns="6096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4" name="Isosceles Triangle 13"/>
          <p:cNvSpPr/>
          <p:nvPr userDrawn="1"/>
        </p:nvSpPr>
        <p:spPr>
          <a:xfrm rot="10800000">
            <a:off x="10225088" y="4676775"/>
            <a:ext cx="382587" cy="331788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20" tIns="60960" rIns="121920" bIns="6096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5" name="Rectangle 14"/>
          <p:cNvSpPr/>
          <p:nvPr userDrawn="1"/>
        </p:nvSpPr>
        <p:spPr>
          <a:xfrm>
            <a:off x="4037013" y="0"/>
            <a:ext cx="4129087" cy="603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6" name="Rectangle 15"/>
          <p:cNvSpPr/>
          <p:nvPr userDrawn="1"/>
        </p:nvSpPr>
        <p:spPr>
          <a:xfrm>
            <a:off x="0" y="6753225"/>
            <a:ext cx="12192000" cy="1111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17" name="Picture Placeholder 2"/>
          <p:cNvSpPr>
            <a:spLocks noGrp="1"/>
          </p:cNvSpPr>
          <p:nvPr>
            <p:ph type="pic" idx="1"/>
          </p:nvPr>
        </p:nvSpPr>
        <p:spPr>
          <a:xfrm>
            <a:off x="815413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pPr lvl="0"/>
            <a:r>
              <a:rPr lang="en-US" altLang="ko-KR" noProof="0"/>
              <a:t>Click icon to add picture</a:t>
            </a:r>
            <a:endParaRPr lang="ko-KR" altLang="en-US" noProof="0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2"/>
          </p:nvPr>
        </p:nvSpPr>
        <p:spPr>
          <a:xfrm>
            <a:off x="3695732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pPr lvl="0"/>
            <a:r>
              <a:rPr lang="en-US" altLang="ko-KR" noProof="0"/>
              <a:t>Click icon to add picture</a:t>
            </a:r>
            <a:endParaRPr lang="ko-KR" altLang="en-US" noProof="0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3"/>
          </p:nvPr>
        </p:nvSpPr>
        <p:spPr>
          <a:xfrm>
            <a:off x="6576051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pPr lvl="0"/>
            <a:r>
              <a:rPr lang="en-US" altLang="ko-KR" noProof="0"/>
              <a:t>Click icon to add picture</a:t>
            </a:r>
            <a:endParaRPr lang="ko-KR" altLang="en-US" noProof="0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idx="14"/>
          </p:nvPr>
        </p:nvSpPr>
        <p:spPr>
          <a:xfrm>
            <a:off x="9456369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pPr lvl="0"/>
            <a:r>
              <a:rPr lang="en-US" altLang="ko-KR" noProof="0"/>
              <a:t>Click icon to add picture</a:t>
            </a:r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40006491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5232400" y="2276475"/>
            <a:ext cx="5711825" cy="3937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20" tIns="60960" rIns="121920" bIns="6096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ko-KR" altLang="en-US" sz="24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7" name="Picture Placeholder 2"/>
          <p:cNvSpPr>
            <a:spLocks noGrp="1"/>
          </p:cNvSpPr>
          <p:nvPr>
            <p:ph type="pic" idx="1"/>
          </p:nvPr>
        </p:nvSpPr>
        <p:spPr>
          <a:xfrm>
            <a:off x="1103445" y="1412776"/>
            <a:ext cx="4560000" cy="369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pPr lvl="0"/>
            <a:r>
              <a:rPr lang="en-US" altLang="ko-KR" noProof="0"/>
              <a:t>Click icon to add picture</a:t>
            </a:r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4048590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/>
          <p:cNvSpPr>
            <a:spLocks noGrp="1"/>
          </p:cNvSpPr>
          <p:nvPr>
            <p:ph type="pic" idx="1"/>
          </p:nvPr>
        </p:nvSpPr>
        <p:spPr>
          <a:xfrm>
            <a:off x="0" y="990600"/>
            <a:ext cx="3887755" cy="58674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pPr lvl="0"/>
            <a:r>
              <a:rPr lang="en-US" altLang="ko-KR" noProof="0"/>
              <a:t>Click icon to add picture</a:t>
            </a:r>
            <a:endParaRPr lang="ko-KR" altLang="en-US" noProof="0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1"/>
          </p:nvPr>
        </p:nvSpPr>
        <p:spPr>
          <a:xfrm>
            <a:off x="4079776" y="0"/>
            <a:ext cx="8112224" cy="36210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pPr lvl="0"/>
            <a:r>
              <a:rPr lang="en-US" altLang="ko-KR" noProof="0"/>
              <a:t>Click icon to add picture</a:t>
            </a:r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33140642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/>
          <p:cNvSpPr>
            <a:spLocks noGrp="1"/>
          </p:cNvSpPr>
          <p:nvPr>
            <p:ph type="pic" idx="1"/>
          </p:nvPr>
        </p:nvSpPr>
        <p:spPr>
          <a:xfrm>
            <a:off x="0" y="1013496"/>
            <a:ext cx="3887755" cy="35676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pPr lvl="0"/>
            <a:r>
              <a:rPr lang="en-US" altLang="ko-KR" noProof="0"/>
              <a:t>Click icon to add picture</a:t>
            </a:r>
            <a:endParaRPr lang="ko-KR" altLang="en-US" noProof="0" dirty="0"/>
          </a:p>
        </p:txBody>
      </p:sp>
      <p:sp>
        <p:nvSpPr>
          <p:cNvPr id="12" name="Picture Placeholder 2"/>
          <p:cNvSpPr>
            <a:spLocks noGrp="1"/>
          </p:cNvSpPr>
          <p:nvPr>
            <p:ph type="pic" idx="10"/>
          </p:nvPr>
        </p:nvSpPr>
        <p:spPr>
          <a:xfrm>
            <a:off x="8304245" y="0"/>
            <a:ext cx="3887755" cy="45811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pPr lvl="0"/>
            <a:r>
              <a:rPr lang="en-US" altLang="ko-KR" noProof="0"/>
              <a:t>Click icon to add picture</a:t>
            </a:r>
            <a:endParaRPr lang="ko-KR" altLang="en-US" noProof="0" dirty="0"/>
          </a:p>
        </p:txBody>
      </p:sp>
      <p:sp>
        <p:nvSpPr>
          <p:cNvPr id="13" name="Picture Placeholder 2"/>
          <p:cNvSpPr>
            <a:spLocks noGrp="1"/>
          </p:cNvSpPr>
          <p:nvPr>
            <p:ph type="pic" idx="11"/>
          </p:nvPr>
        </p:nvSpPr>
        <p:spPr>
          <a:xfrm>
            <a:off x="0" y="4773149"/>
            <a:ext cx="6096000" cy="208485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pPr lvl="0"/>
            <a:r>
              <a:rPr lang="en-US" altLang="ko-KR" noProof="0"/>
              <a:t>Click icon to add picture</a:t>
            </a:r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1197312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595313" y="4102100"/>
            <a:ext cx="2400300" cy="230346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20" tIns="60960" rIns="121920" bIns="6096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ko-KR" altLang="en-US" sz="16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9" name="Rectangle 8"/>
          <p:cNvSpPr/>
          <p:nvPr userDrawn="1"/>
        </p:nvSpPr>
        <p:spPr>
          <a:xfrm>
            <a:off x="9196388" y="1700213"/>
            <a:ext cx="2400300" cy="230505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20" tIns="60960" rIns="121920" bIns="6096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ko-KR" altLang="en-US" sz="16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13" name="Picture Placeholder 2"/>
          <p:cNvSpPr>
            <a:spLocks noGrp="1"/>
          </p:cNvSpPr>
          <p:nvPr>
            <p:ph type="pic" idx="12"/>
          </p:nvPr>
        </p:nvSpPr>
        <p:spPr>
          <a:xfrm>
            <a:off x="595027" y="1700808"/>
            <a:ext cx="2400000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pPr lvl="0"/>
            <a:r>
              <a:rPr lang="en-US" altLang="ko-KR" noProof="0"/>
              <a:t>Click icon to add picture</a:t>
            </a:r>
            <a:endParaRPr lang="ko-KR" altLang="en-US" noProof="0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idx="13"/>
          </p:nvPr>
        </p:nvSpPr>
        <p:spPr>
          <a:xfrm>
            <a:off x="9196973" y="4101331"/>
            <a:ext cx="2400000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pPr lvl="0"/>
            <a:r>
              <a:rPr lang="en-US" altLang="ko-KR" noProof="0"/>
              <a:t>Click icon to add picture</a:t>
            </a:r>
            <a:endParaRPr lang="ko-KR" altLang="en-US" noProof="0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14"/>
          </p:nvPr>
        </p:nvSpPr>
        <p:spPr>
          <a:xfrm>
            <a:off x="3119669" y="4101331"/>
            <a:ext cx="5952663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pPr lvl="0"/>
            <a:r>
              <a:rPr lang="en-US" altLang="ko-KR" noProof="0"/>
              <a:t>Click icon to add picture</a:t>
            </a:r>
            <a:endParaRPr lang="ko-KR" altLang="en-US" noProof="0" dirty="0"/>
          </a:p>
        </p:txBody>
      </p:sp>
      <p:sp>
        <p:nvSpPr>
          <p:cNvPr id="16" name="Picture Placeholder 2"/>
          <p:cNvSpPr>
            <a:spLocks noGrp="1"/>
          </p:cNvSpPr>
          <p:nvPr>
            <p:ph type="pic" idx="15"/>
          </p:nvPr>
        </p:nvSpPr>
        <p:spPr>
          <a:xfrm>
            <a:off x="3119669" y="1700808"/>
            <a:ext cx="5952663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pPr lvl="0"/>
            <a:r>
              <a:rPr lang="en-US" altLang="ko-KR" noProof="0"/>
              <a:t>Click icon to add picture</a:t>
            </a:r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7900069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2"/>
          <p:cNvSpPr>
            <a:spLocks noGrp="1"/>
          </p:cNvSpPr>
          <p:nvPr>
            <p:ph type="pic" idx="12"/>
          </p:nvPr>
        </p:nvSpPr>
        <p:spPr>
          <a:xfrm>
            <a:off x="709650" y="480055"/>
            <a:ext cx="4224469" cy="419708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pPr lvl="0"/>
            <a:r>
              <a:rPr lang="en-US" altLang="ko-KR" noProof="0"/>
              <a:t>Click icon to add picture</a:t>
            </a:r>
            <a:endParaRPr lang="ko-KR" altLang="en-US" noProof="0" dirty="0"/>
          </a:p>
        </p:txBody>
      </p:sp>
      <p:sp>
        <p:nvSpPr>
          <p:cNvPr id="17" name="Picture Placeholder 2"/>
          <p:cNvSpPr>
            <a:spLocks noGrp="1"/>
          </p:cNvSpPr>
          <p:nvPr>
            <p:ph type="pic" idx="13"/>
          </p:nvPr>
        </p:nvSpPr>
        <p:spPr>
          <a:xfrm>
            <a:off x="5126140" y="480056"/>
            <a:ext cx="6336704" cy="229610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pPr lvl="0"/>
            <a:r>
              <a:rPr lang="en-US" altLang="ko-KR" noProof="0"/>
              <a:t>Click icon to add picture</a:t>
            </a:r>
            <a:endParaRPr lang="ko-KR" altLang="en-US" noProof="0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4"/>
          </p:nvPr>
        </p:nvSpPr>
        <p:spPr>
          <a:xfrm>
            <a:off x="5126140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pPr lvl="0"/>
            <a:r>
              <a:rPr lang="en-US" altLang="ko-KR" noProof="0"/>
              <a:t>Click icon to add picture</a:t>
            </a:r>
            <a:endParaRPr lang="ko-KR" altLang="en-US" noProof="0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6"/>
          </p:nvPr>
        </p:nvSpPr>
        <p:spPr>
          <a:xfrm>
            <a:off x="7310492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pPr lvl="0"/>
            <a:r>
              <a:rPr lang="en-US" altLang="ko-KR" noProof="0"/>
              <a:t>Click icon to add picture</a:t>
            </a:r>
            <a:endParaRPr lang="ko-KR" altLang="en-US" noProof="0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idx="17"/>
          </p:nvPr>
        </p:nvSpPr>
        <p:spPr>
          <a:xfrm>
            <a:off x="9494844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pPr lvl="0"/>
            <a:r>
              <a:rPr lang="en-US" altLang="ko-KR" noProof="0"/>
              <a:t>Click icon to add picture</a:t>
            </a:r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34461192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6600" y="2276475"/>
            <a:ext cx="7239000" cy="3967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/>
          <p:cNvSpPr/>
          <p:nvPr userDrawn="1"/>
        </p:nvSpPr>
        <p:spPr>
          <a:xfrm>
            <a:off x="4037013" y="0"/>
            <a:ext cx="4129087" cy="60325"/>
          </a:xfrm>
          <a:prstGeom prst="rect">
            <a:avLst/>
          </a:prstGeom>
          <a:solidFill>
            <a:srgbClr val="EB49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0" y="6753225"/>
            <a:ext cx="12192000" cy="111125"/>
          </a:xfrm>
          <a:prstGeom prst="rect">
            <a:avLst/>
          </a:prstGeom>
          <a:solidFill>
            <a:srgbClr val="EB49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7" name="Picture Placeholder 2"/>
          <p:cNvSpPr>
            <a:spLocks noGrp="1"/>
          </p:cNvSpPr>
          <p:nvPr>
            <p:ph type="pic" idx="1"/>
          </p:nvPr>
        </p:nvSpPr>
        <p:spPr>
          <a:xfrm>
            <a:off x="5705875" y="2485912"/>
            <a:ext cx="4832891" cy="312423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pPr lvl="0"/>
            <a:r>
              <a:rPr lang="en-US" altLang="ko-KR" noProof="0"/>
              <a:t>Click icon to add picture</a:t>
            </a:r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25906966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" descr="D:\Fullppt\005-PNG이미지\모니터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288" y="1816100"/>
            <a:ext cx="3360737" cy="334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2" descr="D:\Fullppt\005-PNG이미지\모니터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6900" y="1816100"/>
            <a:ext cx="3360738" cy="334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3" descr="D:\Fullppt\005-PNG이미지\모니터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7513" y="1816100"/>
            <a:ext cx="3360737" cy="334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Rectangle 11"/>
          <p:cNvSpPr/>
          <p:nvPr userDrawn="1"/>
        </p:nvSpPr>
        <p:spPr>
          <a:xfrm>
            <a:off x="4037013" y="0"/>
            <a:ext cx="4129087" cy="603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6" name="Rectangle 15"/>
          <p:cNvSpPr/>
          <p:nvPr userDrawn="1"/>
        </p:nvSpPr>
        <p:spPr>
          <a:xfrm>
            <a:off x="0" y="6753225"/>
            <a:ext cx="12192000" cy="1111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13" name="Picture Placeholder 2"/>
          <p:cNvSpPr>
            <a:spLocks noGrp="1"/>
          </p:cNvSpPr>
          <p:nvPr>
            <p:ph type="pic" idx="1"/>
          </p:nvPr>
        </p:nvSpPr>
        <p:spPr>
          <a:xfrm>
            <a:off x="90990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pPr lvl="0"/>
            <a:r>
              <a:rPr lang="en-US" altLang="ko-KR" noProof="0"/>
              <a:t>Click icon to add picture</a:t>
            </a:r>
            <a:endParaRPr lang="ko-KR" altLang="en-US" noProof="0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idx="12"/>
          </p:nvPr>
        </p:nvSpPr>
        <p:spPr>
          <a:xfrm>
            <a:off x="453956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pPr lvl="0"/>
            <a:r>
              <a:rPr lang="en-US" altLang="ko-KR" noProof="0"/>
              <a:t>Click icon to add picture</a:t>
            </a:r>
            <a:endParaRPr lang="ko-KR" altLang="en-US" noProof="0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13"/>
          </p:nvPr>
        </p:nvSpPr>
        <p:spPr>
          <a:xfrm>
            <a:off x="816922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pPr lvl="0"/>
            <a:r>
              <a:rPr lang="en-US" altLang="ko-KR" noProof="0"/>
              <a:t>Click icon to add picture</a:t>
            </a:r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36264440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12192000" cy="410107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pPr lvl="0"/>
            <a:r>
              <a:rPr lang="en-US" altLang="ko-KR" noProof="0"/>
              <a:t>Click icon to add picture</a:t>
            </a:r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30009382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4"/>
          <p:cNvGrpSpPr>
            <a:grpSpLocks/>
          </p:cNvGrpSpPr>
          <p:nvPr userDrawn="1"/>
        </p:nvGrpSpPr>
        <p:grpSpPr bwMode="auto">
          <a:xfrm>
            <a:off x="471488" y="1508125"/>
            <a:ext cx="3800475" cy="4865688"/>
            <a:chOff x="354008" y="1131589"/>
            <a:chExt cx="2849840" cy="3649171"/>
          </a:xfrm>
        </p:grpSpPr>
        <p:sp>
          <p:nvSpPr>
            <p:cNvPr id="4" name="Rounded Rectangle 3"/>
            <p:cNvSpPr/>
            <p:nvPr/>
          </p:nvSpPr>
          <p:spPr>
            <a:xfrm>
              <a:off x="354008" y="1131589"/>
              <a:ext cx="2849840" cy="3649171"/>
            </a:xfrm>
            <a:prstGeom prst="roundRect">
              <a:avLst>
                <a:gd name="adj" fmla="val 3968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ko-KR" altLang="en-US" sz="2400" dirty="0">
                <a:solidFill>
                  <a:prstClr val="white"/>
                </a:solidFill>
              </a:endParaRPr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531379" y="1347087"/>
              <a:ext cx="109518" cy="3240797"/>
            </a:xfrm>
            <a:prstGeom prst="roundRect">
              <a:avLst>
                <a:gd name="adj" fmla="val 50000"/>
              </a:avLst>
            </a:prstGeom>
            <a:solidFill>
              <a:schemeClr val="bg1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ko-KR" altLang="en-US" sz="2400">
                <a:solidFill>
                  <a:prstClr val="white"/>
                </a:solidFill>
              </a:endParaRPr>
            </a:p>
          </p:txBody>
        </p:sp>
        <p:sp>
          <p:nvSpPr>
            <p:cNvPr id="6" name="Half Frame 5"/>
            <p:cNvSpPr/>
            <p:nvPr/>
          </p:nvSpPr>
          <p:spPr>
            <a:xfrm rot="5400000">
              <a:off x="2593724" y="1238186"/>
              <a:ext cx="501240" cy="502353"/>
            </a:xfrm>
            <a:prstGeom prst="halfFrame">
              <a:avLst>
                <a:gd name="adj1" fmla="val 23728"/>
                <a:gd name="adj2" fmla="val 24642"/>
              </a:avLst>
            </a:prstGeom>
            <a:solidFill>
              <a:schemeClr val="bg1">
                <a:alpha val="2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ko-KR" altLang="en-US" sz="2400">
                <a:solidFill>
                  <a:prstClr val="black"/>
                </a:solidFill>
              </a:endParaRPr>
            </a:p>
          </p:txBody>
        </p:sp>
      </p:grpSp>
      <p:sp>
        <p:nvSpPr>
          <p:cNvPr id="10" name="Text Placeholder 9"/>
          <p:cNvSpPr>
            <a:spLocks noGrp="1"/>
          </p:cNvSpPr>
          <p:nvPr>
            <p:ph type="body" sz="quarter" idx="10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728318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0" y="0"/>
            <a:ext cx="0" cy="0"/>
          </a:xfr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0" y="0"/>
            <a:ext cx="0" cy="0"/>
          </a:xfr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0" y="0"/>
            <a:ext cx="0" cy="0"/>
          </a:xfr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mtClean="0"/>
            </a:lvl1pPr>
          </a:lstStyle>
          <a:p>
            <a:pPr>
              <a:defRPr/>
            </a:pPr>
            <a:fld id="{B2AEE62F-1E93-4FED-ACE7-51931CBADDD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977345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0" y="0"/>
            <a:ext cx="0" cy="0"/>
          </a:xfr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0" y="0"/>
            <a:ext cx="0" cy="0"/>
          </a:xfr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0" y="0"/>
            <a:ext cx="0" cy="0"/>
          </a:xfr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mtClean="0"/>
            </a:lvl1pPr>
          </a:lstStyle>
          <a:p>
            <a:pPr>
              <a:defRPr/>
            </a:pPr>
            <a:fld id="{B2D0D8B5-079F-4FE8-8C98-8C9DA36BD9B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8633829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0" y="0"/>
            <a:ext cx="0" cy="0"/>
          </a:xfr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0" y="0"/>
            <a:ext cx="0" cy="0"/>
          </a:xfr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0" y="0"/>
            <a:ext cx="0" cy="0"/>
          </a:xfr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96FEB79E-8C1B-4305-B0F4-FDB8DD14696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6675641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1"/>
          <p:cNvSpPr/>
          <p:nvPr userDrawn="1"/>
        </p:nvSpPr>
        <p:spPr>
          <a:xfrm>
            <a:off x="-19050" y="1905000"/>
            <a:ext cx="12211050" cy="4953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4" name="Прямоугольник 8"/>
          <p:cNvSpPr/>
          <p:nvPr userDrawn="1"/>
        </p:nvSpPr>
        <p:spPr>
          <a:xfrm>
            <a:off x="-19050" y="0"/>
            <a:ext cx="12211050" cy="4438650"/>
          </a:xfrm>
          <a:custGeom>
            <a:avLst/>
            <a:gdLst>
              <a:gd name="connsiteX0" fmla="*/ 0 w 12192000"/>
              <a:gd name="connsiteY0" fmla="*/ 0 h 4133850"/>
              <a:gd name="connsiteX1" fmla="*/ 12192000 w 12192000"/>
              <a:gd name="connsiteY1" fmla="*/ 0 h 4133850"/>
              <a:gd name="connsiteX2" fmla="*/ 12192000 w 12192000"/>
              <a:gd name="connsiteY2" fmla="*/ 4133850 h 4133850"/>
              <a:gd name="connsiteX3" fmla="*/ 0 w 12192000"/>
              <a:gd name="connsiteY3" fmla="*/ 4133850 h 4133850"/>
              <a:gd name="connsiteX4" fmla="*/ 0 w 12192000"/>
              <a:gd name="connsiteY4" fmla="*/ 0 h 4133850"/>
              <a:gd name="connsiteX0" fmla="*/ 19050 w 12211050"/>
              <a:gd name="connsiteY0" fmla="*/ 0 h 4133850"/>
              <a:gd name="connsiteX1" fmla="*/ 12211050 w 12211050"/>
              <a:gd name="connsiteY1" fmla="*/ 0 h 4133850"/>
              <a:gd name="connsiteX2" fmla="*/ 12211050 w 12211050"/>
              <a:gd name="connsiteY2" fmla="*/ 4133850 h 4133850"/>
              <a:gd name="connsiteX3" fmla="*/ 0 w 12211050"/>
              <a:gd name="connsiteY3" fmla="*/ 3219450 h 4133850"/>
              <a:gd name="connsiteX4" fmla="*/ 19050 w 12211050"/>
              <a:gd name="connsiteY4" fmla="*/ 0 h 4133850"/>
              <a:gd name="connsiteX0" fmla="*/ 19050 w 12211050"/>
              <a:gd name="connsiteY0" fmla="*/ 0 h 4438650"/>
              <a:gd name="connsiteX1" fmla="*/ 12211050 w 12211050"/>
              <a:gd name="connsiteY1" fmla="*/ 0 h 4438650"/>
              <a:gd name="connsiteX2" fmla="*/ 12211050 w 12211050"/>
              <a:gd name="connsiteY2" fmla="*/ 4438650 h 4438650"/>
              <a:gd name="connsiteX3" fmla="*/ 0 w 12211050"/>
              <a:gd name="connsiteY3" fmla="*/ 3219450 h 4438650"/>
              <a:gd name="connsiteX4" fmla="*/ 19050 w 12211050"/>
              <a:gd name="connsiteY4" fmla="*/ 0 h 4438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11050" h="4438650">
                <a:moveTo>
                  <a:pt x="19050" y="0"/>
                </a:moveTo>
                <a:lnTo>
                  <a:pt x="12211050" y="0"/>
                </a:lnTo>
                <a:lnTo>
                  <a:pt x="12211050" y="4438650"/>
                </a:lnTo>
                <a:lnTo>
                  <a:pt x="0" y="3219450"/>
                </a:lnTo>
                <a:lnTo>
                  <a:pt x="19050" y="0"/>
                </a:lnTo>
                <a:close/>
              </a:path>
            </a:pathLst>
          </a:cu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5" name="Прямоугольник 3"/>
          <p:cNvSpPr/>
          <p:nvPr userDrawn="1"/>
        </p:nvSpPr>
        <p:spPr>
          <a:xfrm>
            <a:off x="1085850" y="1009650"/>
            <a:ext cx="10020300" cy="5238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8" name="Рисунок 7"/>
          <p:cNvSpPr>
            <a:spLocks noGrp="1"/>
          </p:cNvSpPr>
          <p:nvPr>
            <p:ph type="pic" sz="quarter" idx="10"/>
          </p:nvPr>
        </p:nvSpPr>
        <p:spPr>
          <a:xfrm>
            <a:off x="1847850" y="2819400"/>
            <a:ext cx="8496300" cy="2800350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225959694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" name="Rectangle 4"/>
          <p:cNvSpPr/>
          <p:nvPr/>
        </p:nvSpPr>
        <p:spPr>
          <a:xfrm>
            <a:off x="0" y="6334125"/>
            <a:ext cx="12188825" cy="6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6" name="Straight Connector 5"/>
          <p:cNvCxnSpPr/>
          <p:nvPr/>
        </p:nvCxnSpPr>
        <p:spPr>
          <a:xfrm>
            <a:off x="1208088" y="4343400"/>
            <a:ext cx="9875837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/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CBE371ED-6DCF-4AB5-A60D-183D50355F2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3056132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251966-B330-48D5-B07F-5DFC0D4E35D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6732962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" name="Rectangle 4"/>
          <p:cNvSpPr/>
          <p:nvPr/>
        </p:nvSpPr>
        <p:spPr>
          <a:xfrm>
            <a:off x="0" y="6334125"/>
            <a:ext cx="12188825" cy="6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6" name="Straight Connector 5"/>
          <p:cNvCxnSpPr/>
          <p:nvPr/>
        </p:nvCxnSpPr>
        <p:spPr>
          <a:xfrm>
            <a:off x="1208088" y="4343400"/>
            <a:ext cx="9875837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Ctr="0"/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5B2B0CC2-7B5B-4194-A0C3-E265F1FF7C7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6937066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ECEDCD0-7A65-4557-A53D-5B283AB1B0D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945781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1E243B-C8FB-4769-9613-E335F01784A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121551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ED3F3-02B5-4932-A145-27A4C6A828F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1533574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Rectangle 2"/>
          <p:cNvSpPr/>
          <p:nvPr/>
        </p:nvSpPr>
        <p:spPr>
          <a:xfrm>
            <a:off x="0" y="6334125"/>
            <a:ext cx="12188825" cy="6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D2081000-00CE-46C2-AC59-ACC3F11B233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2054602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40513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4040188" y="0"/>
            <a:ext cx="635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/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>
          <a:xfrm>
            <a:off x="465138" y="6459538"/>
            <a:ext cx="2619375" cy="365125"/>
          </a:xfrm>
        </p:spPr>
        <p:txBody>
          <a:bodyPr/>
          <a:lstStyle>
            <a:lvl1pPr algn="l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538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3ED2D956-FF70-4976-A490-79A350D6E08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1191280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0" y="4914900"/>
            <a:ext cx="12188825" cy="6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tIns="0" bIns="0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rtlCol="0">
            <a:normAutofit/>
          </a:bodyPr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36D141DB-6302-4F20-9EC0-6EF1C90C445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4635969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8C7FADB-9DDD-4CFC-B81A-481009F1EDA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2815687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" name="Rectangle 4"/>
          <p:cNvSpPr/>
          <p:nvPr/>
        </p:nvSpPr>
        <p:spPr>
          <a:xfrm>
            <a:off x="0" y="6334125"/>
            <a:ext cx="12188825" cy="6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DCF92F59-BF3E-46AB-80C6-74E5F5465FB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2985017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prstClr val="black">
                    <a:tint val="75000"/>
                  </a:prst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prstClr val="black">
                    <a:tint val="75000"/>
                  </a:prst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5962754C-D390-4E4A-AC1C-E5BDEF31BD7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928272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5.xml"/><Relationship Id="rId12" Type="http://schemas.openxmlformats.org/officeDocument/2006/relationships/slideLayout" Target="../slideLayouts/slideLayout30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4695" r:id="rId1"/>
    <p:sldLayoutId id="2147484696" r:id="rId2"/>
    <p:sldLayoutId id="2147484697" r:id="rId3"/>
    <p:sldLayoutId id="2147484698" r:id="rId4"/>
    <p:sldLayoutId id="2147484699" r:id="rId5"/>
    <p:sldLayoutId id="2147484700" r:id="rId6"/>
    <p:sldLayoutId id="2147484686" r:id="rId7"/>
    <p:sldLayoutId id="2147484687" r:id="rId8"/>
    <p:sldLayoutId id="2147484701" r:id="rId9"/>
    <p:sldLayoutId id="2147484688" r:id="rId10"/>
    <p:sldLayoutId id="2147484702" r:id="rId11"/>
    <p:sldLayoutId id="2147484703" r:id="rId12"/>
    <p:sldLayoutId id="2147484689" r:id="rId13"/>
    <p:sldLayoutId id="2147484704" r:id="rId14"/>
    <p:sldLayoutId id="2147484705" r:id="rId15"/>
    <p:sldLayoutId id="2147484706" r:id="rId16"/>
    <p:sldLayoutId id="2147484707" r:id="rId17"/>
    <p:sldLayoutId id="2147484708" r:id="rId18"/>
  </p:sldLayoutIdLst>
  <p:hf hdr="0" ftr="0" dt="0"/>
  <p:txStyles>
    <p:titleStyle>
      <a:lvl1pPr algn="ctr" defTabSz="1217613" rtl="0" eaLnBrk="0" fontAlgn="base" latinLnBrk="1" hangingPunct="0">
        <a:spcBef>
          <a:spcPct val="0"/>
        </a:spcBef>
        <a:spcAft>
          <a:spcPct val="0"/>
        </a:spcAft>
        <a:defRPr sz="5800" kern="1200">
          <a:solidFill>
            <a:schemeClr val="tx1"/>
          </a:solidFill>
          <a:latin typeface="+mj-lt"/>
          <a:ea typeface="+mj-ea"/>
          <a:cs typeface="Arial Unicode MS" pitchFamily="34" charset="-128"/>
        </a:defRPr>
      </a:lvl1pPr>
      <a:lvl2pPr algn="ctr" defTabSz="1217613" rtl="0" eaLnBrk="0" fontAlgn="base" latinLnBrk="1" hangingPunct="0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Arial" pitchFamily="34" charset="0"/>
          <a:ea typeface="Arial Unicode MS" pitchFamily="34" charset="-128"/>
          <a:cs typeface="Arial Unicode MS" pitchFamily="34" charset="-128"/>
        </a:defRPr>
      </a:lvl2pPr>
      <a:lvl3pPr algn="ctr" defTabSz="1217613" rtl="0" eaLnBrk="0" fontAlgn="base" latinLnBrk="1" hangingPunct="0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Arial" pitchFamily="34" charset="0"/>
          <a:ea typeface="Arial Unicode MS" pitchFamily="34" charset="-128"/>
          <a:cs typeface="Arial Unicode MS" pitchFamily="34" charset="-128"/>
        </a:defRPr>
      </a:lvl3pPr>
      <a:lvl4pPr algn="ctr" defTabSz="1217613" rtl="0" eaLnBrk="0" fontAlgn="base" latinLnBrk="1" hangingPunct="0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Arial" pitchFamily="34" charset="0"/>
          <a:ea typeface="Arial Unicode MS" pitchFamily="34" charset="-128"/>
          <a:cs typeface="Arial Unicode MS" pitchFamily="34" charset="-128"/>
        </a:defRPr>
      </a:lvl4pPr>
      <a:lvl5pPr algn="ctr" defTabSz="1217613" rtl="0" eaLnBrk="0" fontAlgn="base" latinLnBrk="1" hangingPunct="0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Arial" pitchFamily="34" charset="0"/>
          <a:ea typeface="Arial Unicode MS" pitchFamily="34" charset="-128"/>
          <a:cs typeface="Arial Unicode MS" pitchFamily="34" charset="-128"/>
        </a:defRPr>
      </a:lvl5pPr>
      <a:lvl6pPr marL="457200" algn="ctr" defTabSz="1217613" rtl="0" fontAlgn="base" latinLnBrk="1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Arial" pitchFamily="34" charset="0"/>
          <a:ea typeface="Arial Unicode MS" pitchFamily="34" charset="-128"/>
          <a:cs typeface="Arial Unicode MS" pitchFamily="34" charset="-128"/>
        </a:defRPr>
      </a:lvl6pPr>
      <a:lvl7pPr marL="914400" algn="ctr" defTabSz="1217613" rtl="0" fontAlgn="base" latinLnBrk="1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Arial" pitchFamily="34" charset="0"/>
          <a:ea typeface="Arial Unicode MS" pitchFamily="34" charset="-128"/>
          <a:cs typeface="Arial Unicode MS" pitchFamily="34" charset="-128"/>
        </a:defRPr>
      </a:lvl7pPr>
      <a:lvl8pPr marL="1371600" algn="ctr" defTabSz="1217613" rtl="0" fontAlgn="base" latinLnBrk="1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Arial" pitchFamily="34" charset="0"/>
          <a:ea typeface="Arial Unicode MS" pitchFamily="34" charset="-128"/>
          <a:cs typeface="Arial Unicode MS" pitchFamily="34" charset="-128"/>
        </a:defRPr>
      </a:lvl8pPr>
      <a:lvl9pPr marL="1828800" algn="ctr" defTabSz="1217613" rtl="0" fontAlgn="base" latinLnBrk="1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Arial" pitchFamily="34" charset="0"/>
          <a:ea typeface="Arial Unicode MS" pitchFamily="34" charset="-128"/>
          <a:cs typeface="Arial Unicode MS" pitchFamily="34" charset="-128"/>
        </a:defRPr>
      </a:lvl9pPr>
    </p:titleStyle>
    <p:bodyStyle>
      <a:lvl1pPr marL="455613" indent="-455613" algn="l" defTabSz="1217613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4200" kern="1200">
          <a:solidFill>
            <a:schemeClr val="tx1"/>
          </a:solidFill>
          <a:latin typeface="+mn-lt"/>
          <a:ea typeface="+mn-ea"/>
          <a:cs typeface="Arial Unicode MS" pitchFamily="34" charset="-128"/>
        </a:defRPr>
      </a:lvl1pPr>
      <a:lvl2pPr marL="989013" indent="-379413" algn="l" defTabSz="1217613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3700" kern="1200">
          <a:solidFill>
            <a:schemeClr val="tx1"/>
          </a:solidFill>
          <a:latin typeface="+mn-lt"/>
          <a:ea typeface="+mn-ea"/>
          <a:cs typeface="Arial Unicode MS" pitchFamily="34" charset="-128"/>
        </a:defRPr>
      </a:lvl2pPr>
      <a:lvl3pPr marL="1522413" indent="-303213" algn="l" defTabSz="1217613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Arial Unicode MS" pitchFamily="34" charset="-128"/>
        </a:defRPr>
      </a:lvl3pPr>
      <a:lvl4pPr marL="2132013" indent="-303213" algn="l" defTabSz="1217613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600" kern="1200">
          <a:solidFill>
            <a:schemeClr val="tx1"/>
          </a:solidFill>
          <a:latin typeface="+mn-lt"/>
          <a:ea typeface="+mn-ea"/>
          <a:cs typeface="Arial Unicode MS" pitchFamily="34" charset="-128"/>
        </a:defRPr>
      </a:lvl4pPr>
      <a:lvl5pPr marL="2741613" indent="-303213" algn="l" defTabSz="1217613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600" kern="1200">
          <a:solidFill>
            <a:schemeClr val="tx1"/>
          </a:solidFill>
          <a:latin typeface="+mn-lt"/>
          <a:ea typeface="+mn-ea"/>
          <a:cs typeface="Arial Unicode MS" pitchFamily="34" charset="-128"/>
        </a:defRPr>
      </a:lvl5pPr>
      <a:lvl6pPr marL="335271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125"/>
            <a:ext cx="12192000" cy="666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6963" y="287338"/>
            <a:ext cx="10058400" cy="144938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2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096963" y="1846263"/>
            <a:ext cx="10058400" cy="402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6963" y="6459538"/>
            <a:ext cx="24733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9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75" y="6459538"/>
            <a:ext cx="48228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9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1238" y="6459538"/>
            <a:ext cx="1311275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000" smtClean="0">
                <a:solidFill>
                  <a:srgbClr val="FFFFFF"/>
                </a:solidFill>
                <a:latin typeface="Calibri" pitchFamily="34" charset="0"/>
              </a:defRPr>
            </a:lvl1pPr>
          </a:lstStyle>
          <a:p>
            <a:pPr>
              <a:defRPr/>
            </a:pPr>
            <a:fld id="{954EB42D-EB59-4010-9E3F-40ABEFE6EB7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800" y="1738313"/>
            <a:ext cx="9966325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4709" r:id="rId1"/>
    <p:sldLayoutId id="2147484690" r:id="rId2"/>
    <p:sldLayoutId id="2147484710" r:id="rId3"/>
    <p:sldLayoutId id="2147484691" r:id="rId4"/>
    <p:sldLayoutId id="2147484692" r:id="rId5"/>
    <p:sldLayoutId id="2147484693" r:id="rId6"/>
    <p:sldLayoutId id="2147484711" r:id="rId7"/>
    <p:sldLayoutId id="2147484712" r:id="rId8"/>
    <p:sldLayoutId id="2147484713" r:id="rId9"/>
    <p:sldLayoutId id="2147484694" r:id="rId10"/>
    <p:sldLayoutId id="2147484714" r:id="rId11"/>
    <p:sldLayoutId id="2147484715" r:id="rId12"/>
  </p:sldLayoutIdLst>
  <p:hf hdr="0" ftr="0" dt="0"/>
  <p:txStyles>
    <p:titleStyle>
      <a:lvl1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4800" kern="1200" spc="-50">
          <a:solidFill>
            <a:srgbClr val="404040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4800">
          <a:solidFill>
            <a:srgbClr val="404040"/>
          </a:solidFill>
          <a:latin typeface="Calibri Light"/>
        </a:defRPr>
      </a:lvl2pPr>
      <a:lvl3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4800">
          <a:solidFill>
            <a:srgbClr val="404040"/>
          </a:solidFill>
          <a:latin typeface="Calibri Light"/>
        </a:defRPr>
      </a:lvl3pPr>
      <a:lvl4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4800">
          <a:solidFill>
            <a:srgbClr val="404040"/>
          </a:solidFill>
          <a:latin typeface="Calibri Light"/>
        </a:defRPr>
      </a:lvl4pPr>
      <a:lvl5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4800">
          <a:solidFill>
            <a:srgbClr val="404040"/>
          </a:solidFill>
          <a:latin typeface="Calibri Light"/>
        </a:defRPr>
      </a:lvl5pPr>
      <a:lvl6pPr marL="457200" algn="l" rtl="0" fontAlgn="base">
        <a:lnSpc>
          <a:spcPct val="85000"/>
        </a:lnSpc>
        <a:spcBef>
          <a:spcPct val="0"/>
        </a:spcBef>
        <a:spcAft>
          <a:spcPct val="0"/>
        </a:spcAft>
        <a:defRPr sz="4800">
          <a:solidFill>
            <a:srgbClr val="404040"/>
          </a:solidFill>
          <a:latin typeface="Calibri Light"/>
        </a:defRPr>
      </a:lvl6pPr>
      <a:lvl7pPr marL="914400" algn="l" rtl="0" fontAlgn="base">
        <a:lnSpc>
          <a:spcPct val="85000"/>
        </a:lnSpc>
        <a:spcBef>
          <a:spcPct val="0"/>
        </a:spcBef>
        <a:spcAft>
          <a:spcPct val="0"/>
        </a:spcAft>
        <a:defRPr sz="4800">
          <a:solidFill>
            <a:srgbClr val="404040"/>
          </a:solidFill>
          <a:latin typeface="Calibri Light"/>
        </a:defRPr>
      </a:lvl7pPr>
      <a:lvl8pPr marL="1371600" algn="l" rtl="0" fontAlgn="base">
        <a:lnSpc>
          <a:spcPct val="85000"/>
        </a:lnSpc>
        <a:spcBef>
          <a:spcPct val="0"/>
        </a:spcBef>
        <a:spcAft>
          <a:spcPct val="0"/>
        </a:spcAft>
        <a:defRPr sz="4800">
          <a:solidFill>
            <a:srgbClr val="404040"/>
          </a:solidFill>
          <a:latin typeface="Calibri Light"/>
        </a:defRPr>
      </a:lvl8pPr>
      <a:lvl9pPr marL="1828800" algn="l" rtl="0" fontAlgn="base">
        <a:lnSpc>
          <a:spcPct val="85000"/>
        </a:lnSpc>
        <a:spcBef>
          <a:spcPct val="0"/>
        </a:spcBef>
        <a:spcAft>
          <a:spcPct val="0"/>
        </a:spcAft>
        <a:defRPr sz="4800">
          <a:solidFill>
            <a:srgbClr val="404040"/>
          </a:solidFill>
          <a:latin typeface="Calibri Light"/>
        </a:defRPr>
      </a:lvl9pPr>
    </p:titleStyle>
    <p:bodyStyle>
      <a:lvl1pPr marL="90488" indent="-90488" algn="l" rtl="0" eaLnBrk="0" fontAlgn="base" hangingPunct="0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rgbClr val="404040"/>
          </a:solidFill>
          <a:latin typeface="+mn-lt"/>
          <a:ea typeface="+mn-ea"/>
          <a:cs typeface="+mn-cs"/>
        </a:defRPr>
      </a:lvl1pPr>
      <a:lvl2pPr marL="382588" indent="-182563" algn="l" rtl="0" eaLnBrk="0" fontAlgn="base" hangingPunct="0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2800" kern="1200">
          <a:solidFill>
            <a:srgbClr val="404040"/>
          </a:solidFill>
          <a:latin typeface="+mn-lt"/>
          <a:ea typeface="+mn-ea"/>
          <a:cs typeface="+mn-cs"/>
        </a:defRPr>
      </a:lvl2pPr>
      <a:lvl3pPr marL="566738" indent="-182563" algn="l" rtl="0" eaLnBrk="0" fontAlgn="base" hangingPunct="0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rgbClr val="404040"/>
          </a:solidFill>
          <a:latin typeface="+mn-lt"/>
          <a:ea typeface="+mn-ea"/>
          <a:cs typeface="+mn-cs"/>
        </a:defRPr>
      </a:lvl3pPr>
      <a:lvl4pPr marL="749300" indent="-182563" algn="l" rtl="0" eaLnBrk="0" fontAlgn="base" hangingPunct="0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rgbClr val="404040"/>
          </a:solidFill>
          <a:latin typeface="+mn-lt"/>
          <a:ea typeface="+mn-ea"/>
          <a:cs typeface="+mn-cs"/>
        </a:defRPr>
      </a:lvl4pPr>
      <a:lvl5pPr marL="931863" indent="-182563" algn="l" rtl="0" eaLnBrk="0" fontAlgn="base" hangingPunct="0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rgbClr val="404040"/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5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7.png"/><Relationship Id="rId5" Type="http://schemas.openxmlformats.org/officeDocument/2006/relationships/image" Target="../media/image6.emf"/><Relationship Id="rId4" Type="http://schemas.openxmlformats.org/officeDocument/2006/relationships/oleObject" Target="../embeddings/oleObject1.bin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6.xml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6.xml"/><Relationship Id="rId5" Type="http://schemas.openxmlformats.org/officeDocument/2006/relationships/image" Target="../media/image12.jpe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6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6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6.xml"/><Relationship Id="rId6" Type="http://schemas.openxmlformats.org/officeDocument/2006/relationships/image" Target="../media/image15.png"/><Relationship Id="rId5" Type="http://schemas.openxmlformats.org/officeDocument/2006/relationships/image" Target="../media/image14.jpe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6.xml"/><Relationship Id="rId5" Type="http://schemas.openxmlformats.org/officeDocument/2006/relationships/image" Target="../media/image16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6.xml"/><Relationship Id="rId5" Type="http://schemas.openxmlformats.org/officeDocument/2006/relationships/image" Target="../media/image17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6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6.xml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6.xml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tudytonight.com/c/c-input-output-function.php" TargetMode="External"/><Relationship Id="rId3" Type="http://schemas.openxmlformats.org/officeDocument/2006/relationships/hyperlink" Target="https://en.wikibooks.org/wiki/C_Programming" TargetMode="External"/><Relationship Id="rId7" Type="http://schemas.openxmlformats.org/officeDocument/2006/relationships/hyperlink" Target="https://www.programiz.com/c-programming/c-strings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6.xml"/><Relationship Id="rId6" Type="http://schemas.openxmlformats.org/officeDocument/2006/relationships/hyperlink" Target="https://www.tutorialspoint.com/objective_c/objective_c_strings.htm" TargetMode="External"/><Relationship Id="rId5" Type="http://schemas.openxmlformats.org/officeDocument/2006/relationships/hyperlink" Target="https://www.youtube.com/watch?v=_3CmPbInJJs" TargetMode="External"/><Relationship Id="rId10" Type="http://schemas.openxmlformats.org/officeDocument/2006/relationships/image" Target="../media/image9.png"/><Relationship Id="rId4" Type="http://schemas.openxmlformats.org/officeDocument/2006/relationships/hyperlink" Target="https://spocathon.page/video/lecture-32-character-array-and-strings" TargetMode="External"/><Relationship Id="rId9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7" Type="http://schemas.openxmlformats.org/officeDocument/2006/relationships/image" Target="../media/image19.jpeg"/><Relationship Id="rId2" Type="http://schemas.openxmlformats.org/officeDocument/2006/relationships/slideLayout" Target="../slideLayouts/slideLayout30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18.gif"/><Relationship Id="rId5" Type="http://schemas.openxmlformats.org/officeDocument/2006/relationships/image" Target="../media/image6.emf"/><Relationship Id="rId4" Type="http://schemas.openxmlformats.org/officeDocument/2006/relationships/oleObject" Target="../embeddings/oleObject2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DF6C5D"/>
            </a:gs>
            <a:gs pos="999">
              <a:srgbClr val="FEF5F3"/>
            </a:gs>
            <a:gs pos="100000">
              <a:srgbClr val="FEF5F3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/>
          <p:cNvSpPr/>
          <p:nvPr/>
        </p:nvSpPr>
        <p:spPr>
          <a:xfrm>
            <a:off x="-4763" y="5427663"/>
            <a:ext cx="12196763" cy="15176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301625" y="5902325"/>
            <a:ext cx="46038" cy="61277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2532" name="Slide Number Placeholder 2"/>
          <p:cNvSpPr txBox="1">
            <a:spLocks/>
          </p:cNvSpPr>
          <p:nvPr/>
        </p:nvSpPr>
        <p:spPr bwMode="auto">
          <a:xfrm>
            <a:off x="8763000" y="6508750"/>
            <a:ext cx="27432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itchFamily="34" charset="0"/>
              <a:buChar char=" "/>
              <a:defRPr sz="2000">
                <a:solidFill>
                  <a:srgbClr val="404040"/>
                </a:solidFill>
                <a:latin typeface="Calibri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2800">
                <a:solidFill>
                  <a:srgbClr val="404040"/>
                </a:solidFill>
                <a:latin typeface="Calibri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46" name="Right Triangle 45"/>
          <p:cNvSpPr/>
          <p:nvPr/>
        </p:nvSpPr>
        <p:spPr>
          <a:xfrm flipV="1">
            <a:off x="9507538" y="5940425"/>
            <a:ext cx="1290637" cy="1157288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D" kern="0">
              <a:solidFill>
                <a:srgbClr val="FFFFFF"/>
              </a:solidFill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22534" name="Object 90"/>
          <p:cNvGraphicFramePr>
            <a:graphicFrameLocks noChangeAspect="1"/>
          </p:cNvGraphicFramePr>
          <p:nvPr/>
        </p:nvGraphicFramePr>
        <p:xfrm>
          <a:off x="9477375" y="174625"/>
          <a:ext cx="2714625" cy="231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48" name="CorelDRAW" r:id="rId4" imgW="2169000" imgH="2169360" progId="">
                  <p:embed/>
                </p:oleObj>
              </mc:Choice>
              <mc:Fallback>
                <p:oleObj name="CorelDRAW" r:id="rId4" imgW="2169000" imgH="2169360" progId="">
                  <p:embed/>
                  <p:pic>
                    <p:nvPicPr>
                      <p:cNvPr id="0" name="Object 9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lum bright="76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77375" y="174625"/>
                        <a:ext cx="2714625" cy="2311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" name="Rectangle 44"/>
          <p:cNvSpPr/>
          <p:nvPr/>
        </p:nvSpPr>
        <p:spPr>
          <a:xfrm>
            <a:off x="2124074" y="2025525"/>
            <a:ext cx="6829425" cy="1580679"/>
          </a:xfrm>
          <a:prstGeom prst="rect">
            <a:avLst/>
          </a:prstGeom>
          <a:gradFill flip="none" rotWithShape="1">
            <a:gsLst>
              <a:gs pos="15000">
                <a:srgbClr val="FFFFFF">
                  <a:alpha val="34000"/>
                </a:srgbClr>
              </a:gs>
              <a:gs pos="94000">
                <a:srgbClr val="FFFFFF">
                  <a:alpha val="34000"/>
                </a:srgbClr>
              </a:gs>
              <a:gs pos="2655">
                <a:schemeClr val="bg1">
                  <a:alpha val="0"/>
                </a:schemeClr>
              </a:gs>
              <a:gs pos="51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22538" name="Picture 29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28588" y="-96838"/>
            <a:ext cx="3859213" cy="1538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3" name="Right Triangle 42"/>
          <p:cNvSpPr/>
          <p:nvPr/>
        </p:nvSpPr>
        <p:spPr>
          <a:xfrm rot="10800000" flipV="1">
            <a:off x="9829800" y="5334000"/>
            <a:ext cx="2366963" cy="1600200"/>
          </a:xfrm>
          <a:prstGeom prst="rtTriangl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2540" name="TextBox 35"/>
          <p:cNvSpPr txBox="1">
            <a:spLocks noChangeArrowheads="1"/>
          </p:cNvSpPr>
          <p:nvPr/>
        </p:nvSpPr>
        <p:spPr bwMode="auto">
          <a:xfrm>
            <a:off x="6881813" y="6019800"/>
            <a:ext cx="49276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itchFamily="34" charset="0"/>
              <a:buChar char=" "/>
              <a:defRPr sz="2000">
                <a:solidFill>
                  <a:srgbClr val="404040"/>
                </a:solidFill>
                <a:latin typeface="Calibri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2800">
                <a:solidFill>
                  <a:srgbClr val="404040"/>
                </a:solidFill>
                <a:latin typeface="Calibri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b="1">
                <a:solidFill>
                  <a:srgbClr val="595959"/>
                </a:solidFill>
                <a:latin typeface="Casper"/>
                <a:ea typeface="Karla"/>
                <a:cs typeface="Karla"/>
              </a:rPr>
              <a:t>DISCOVER . </a:t>
            </a:r>
            <a:r>
              <a:rPr lang="en-US" altLang="en-US" b="1">
                <a:solidFill>
                  <a:srgbClr val="C00000"/>
                </a:solidFill>
                <a:latin typeface="Casper"/>
                <a:ea typeface="Karla"/>
                <a:cs typeface="Karla"/>
              </a:rPr>
              <a:t>LEARN</a:t>
            </a:r>
            <a:r>
              <a:rPr lang="en-US" altLang="en-US" b="1">
                <a:solidFill>
                  <a:srgbClr val="595959"/>
                </a:solidFill>
                <a:latin typeface="Casper"/>
                <a:ea typeface="Karla"/>
                <a:cs typeface="Karla"/>
              </a:rPr>
              <a:t> . EMPOWER</a:t>
            </a:r>
            <a:endParaRPr lang="en-US" altLang="en-US" sz="1200" b="1">
              <a:solidFill>
                <a:srgbClr val="000000"/>
              </a:solidFill>
              <a:latin typeface="Casper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600" b="1">
              <a:solidFill>
                <a:schemeClr val="tx1"/>
              </a:solidFill>
              <a:latin typeface="Casper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6884988" y="6043613"/>
            <a:ext cx="46037" cy="36988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3" name="TextBox 52"/>
          <p:cNvSpPr txBox="1">
            <a:spLocks noChangeArrowheads="1"/>
          </p:cNvSpPr>
          <p:nvPr/>
        </p:nvSpPr>
        <p:spPr bwMode="auto">
          <a:xfrm>
            <a:off x="339725" y="6022975"/>
            <a:ext cx="6432550" cy="5842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b="1" dirty="0">
                <a:latin typeface="+mn-lt"/>
                <a:ea typeface="+mn-ea"/>
                <a:cs typeface="+mn-cs"/>
              </a:rPr>
              <a:t> Strings</a:t>
            </a:r>
          </a:p>
        </p:txBody>
      </p:sp>
      <p:sp>
        <p:nvSpPr>
          <p:cNvPr id="22544" name="Slide Number Placeholder 13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itchFamily="34" charset="0"/>
              <a:buChar char=" "/>
              <a:defRPr sz="2000">
                <a:solidFill>
                  <a:srgbClr val="404040"/>
                </a:solidFill>
                <a:latin typeface="Calibri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2800">
                <a:solidFill>
                  <a:srgbClr val="404040"/>
                </a:solidFill>
                <a:latin typeface="Calibri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85DD2C30-5AFF-4856-9929-88C02B7A76AD}" type="slidenum">
              <a:rPr lang="en-US" altLang="en-US" sz="1000">
                <a:solidFill>
                  <a:srgbClr val="FFFFFF"/>
                </a:solidFill>
              </a:rPr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1</a:t>
            </a:fld>
            <a:endParaRPr lang="en-US" altLang="en-US" sz="1000">
              <a:solidFill>
                <a:srgbClr val="FFFFFF"/>
              </a:solidFill>
            </a:endParaRPr>
          </a:p>
        </p:txBody>
      </p:sp>
      <p:sp>
        <p:nvSpPr>
          <p:cNvPr id="15" name="TextBox 14"/>
          <p:cNvSpPr txBox="1">
            <a:spLocks noChangeArrowheads="1"/>
          </p:cNvSpPr>
          <p:nvPr/>
        </p:nvSpPr>
        <p:spPr bwMode="auto">
          <a:xfrm>
            <a:off x="1030403" y="1632908"/>
            <a:ext cx="9884238" cy="327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3200" b="1" dirty="0">
                <a:latin typeface="Arial Black" panose="020B0A04020102020204" pitchFamily="34" charset="0"/>
                <a:ea typeface="Karla" pitchFamily="2" charset="0"/>
                <a:cs typeface="Karla" pitchFamily="2" charset="0"/>
              </a:rPr>
              <a:t>INSTITUTE - UIE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3200" b="1" dirty="0">
                <a:latin typeface="Arial Black" panose="020B0A04020102020204" pitchFamily="34" charset="0"/>
                <a:ea typeface="Karla" pitchFamily="2" charset="0"/>
                <a:cs typeface="Karla" pitchFamily="2" charset="0"/>
              </a:rPr>
              <a:t>DEPARTMENT- ACADEMIC UNIT-2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Bachelor of Engineering (Computer Science &amp; Engineering) 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Subject Name: Introduction to Problem Solving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8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Code:23CSH-101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24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 txBox="1">
            <a:spLocks noGrp="1" noChangeArrowheads="1"/>
          </p:cNvSpPr>
          <p:nvPr>
            <p:ph type="title"/>
          </p:nvPr>
        </p:nvSpPr>
        <p:spPr>
          <a:xfrm>
            <a:off x="457200" y="593725"/>
            <a:ext cx="3200400" cy="2286000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2" name="TextBox 1"/>
          <p:cNvSpPr txBox="1">
            <a:spLocks noChangeArrowheads="1"/>
          </p:cNvSpPr>
          <p:nvPr/>
        </p:nvSpPr>
        <p:spPr bwMode="auto">
          <a:xfrm>
            <a:off x="-433388" y="2655888"/>
            <a:ext cx="4584701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itchFamily="34" charset="0"/>
              <a:buChar char=" "/>
              <a:defRPr sz="2000">
                <a:solidFill>
                  <a:srgbClr val="404040"/>
                </a:solidFill>
                <a:latin typeface="Calibri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2800">
                <a:solidFill>
                  <a:srgbClr val="404040"/>
                </a:solidFill>
                <a:latin typeface="Calibri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</a:pPr>
            <a:r>
              <a:rPr lang="en-US" altLang="en-US" sz="4000">
                <a:solidFill>
                  <a:schemeClr val="bg1"/>
                </a:solidFill>
              </a:rPr>
              <a:t>OBJECTIVES</a:t>
            </a:r>
          </a:p>
        </p:txBody>
      </p:sp>
      <p:pic>
        <p:nvPicPr>
          <p:cNvPr id="23556" name="Picture 1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75" y="-3175"/>
            <a:ext cx="598488" cy="1033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557" name="Picture 2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64988" y="5816600"/>
            <a:ext cx="238125" cy="102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3" name="Table 13"/>
          <p:cNvGraphicFramePr>
            <a:graphicFrameLocks noGrp="1"/>
          </p:cNvGraphicFramePr>
          <p:nvPr>
            <p:ph idx="1"/>
          </p:nvPr>
        </p:nvGraphicFramePr>
        <p:xfrm>
          <a:off x="4838700" y="1963738"/>
          <a:ext cx="6589713" cy="25114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897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21716">
                <a:tc>
                  <a:txBody>
                    <a:bodyPr/>
                    <a:lstStyle/>
                    <a:p>
                      <a:r>
                        <a:rPr lang="en-US" sz="1800" dirty="0"/>
                        <a:t>                                                    OBJECTIVES</a:t>
                      </a:r>
                      <a:endParaRPr lang="en-IN" sz="1800" dirty="0"/>
                    </a:p>
                  </a:txBody>
                  <a:tcPr marL="91444" marR="91444" marT="45742" marB="45742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2355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 Rounded MT Bold" panose="020F0704030504030204" pitchFamily="34" charset="0"/>
                        </a:rPr>
                        <a:t>The course aims to provide exposure to problem solving with programming</a:t>
                      </a:r>
                      <a:endParaRPr lang="en-IN" sz="16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 marL="91444" marR="91444" marT="45742" marB="45742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7893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 Rounded MT Bold" panose="020F0704030504030204" pitchFamily="34" charset="0"/>
                        </a:rPr>
                        <a:t>The course aims to raise the programming skills of students via logic building capability</a:t>
                      </a:r>
                      <a:endParaRPr lang="en-IN" sz="16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 marL="91444" marR="91444" marT="45742" marB="45742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9460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 Rounded MT Bold" panose="020F0704030504030204" pitchFamily="34" charset="0"/>
                        </a:rPr>
                        <a:t>With the knowledge of C language students would be able to model real world problems</a:t>
                      </a:r>
                      <a:endParaRPr lang="en-IN" sz="16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 marL="91444" marR="91444" marT="45742" marB="45742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3570" name="Slide Number Placeholder 10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itchFamily="34" charset="0"/>
              <a:buChar char=" "/>
              <a:defRPr sz="2000">
                <a:solidFill>
                  <a:srgbClr val="404040"/>
                </a:solidFill>
                <a:latin typeface="Calibri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2800">
                <a:solidFill>
                  <a:srgbClr val="404040"/>
                </a:solidFill>
                <a:latin typeface="Calibri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8CCBDC99-2EB0-483E-BDB3-83F67138E5F9}" type="slidenum">
              <a:rPr lang="en-US" altLang="en-US" sz="1000">
                <a:solidFill>
                  <a:schemeClr val="tx2"/>
                </a:solidFill>
              </a:rPr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2</a:t>
            </a:fld>
            <a:endParaRPr lang="en-US" altLang="en-US" sz="1000">
              <a:solidFill>
                <a:schemeClr val="tx2"/>
              </a:solidFill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Content Placeholder 2"/>
          <p:cNvSpPr>
            <a:spLocks noGrp="1"/>
          </p:cNvSpPr>
          <p:nvPr>
            <p:ph idx="1"/>
          </p:nvPr>
        </p:nvSpPr>
        <p:spPr>
          <a:xfrm>
            <a:off x="8123238" y="1144588"/>
            <a:ext cx="3756025" cy="4727575"/>
          </a:xfrm>
        </p:spPr>
        <p:txBody>
          <a:bodyPr/>
          <a:lstStyle/>
          <a:p>
            <a:endParaRPr lang="en-US" altLang="en-US" sz="2400" smtClean="0">
              <a:latin typeface="Casper"/>
              <a:cs typeface="Arial" pitchFamily="34" charset="0"/>
            </a:endParaRPr>
          </a:p>
          <a:p>
            <a:endParaRPr lang="en-US" altLang="en-US" sz="2400" smtClean="0">
              <a:latin typeface="Casper"/>
              <a:cs typeface="Arial" pitchFamily="34" charset="0"/>
            </a:endParaRPr>
          </a:p>
        </p:txBody>
      </p:sp>
      <p:sp>
        <p:nvSpPr>
          <p:cNvPr id="24579" name="Slide Number Placeholder 4"/>
          <p:cNvSpPr>
            <a:spLocks noGrp="1"/>
          </p:cNvSpPr>
          <p:nvPr>
            <p:ph type="sldNum" sz="quarter" idx="12"/>
          </p:nvPr>
        </p:nvSpPr>
        <p:spPr bwMode="auto">
          <a:xfrm>
            <a:off x="8839200" y="6356350"/>
            <a:ext cx="27432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9pPr>
          </a:lstStyle>
          <a:p>
            <a:fld id="{796356FC-2665-4CEA-A06F-459A850DB7EB}" type="slidenum">
              <a:rPr lang="en-US" altLang="en-US">
                <a:solidFill>
                  <a:schemeClr val="tx2"/>
                </a:solidFill>
                <a:latin typeface="Calibri" pitchFamily="34" charset="0"/>
              </a:rPr>
              <a:pPr/>
              <a:t>3</a:t>
            </a:fld>
            <a:endParaRPr lang="en-US" altLang="en-US">
              <a:solidFill>
                <a:schemeClr val="tx2"/>
              </a:solidFill>
              <a:latin typeface="Calibri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8297863" y="1566863"/>
            <a:ext cx="3363912" cy="412115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10" name="Oval 9"/>
          <p:cNvSpPr/>
          <p:nvPr/>
        </p:nvSpPr>
        <p:spPr>
          <a:xfrm>
            <a:off x="11217275" y="6324600"/>
            <a:ext cx="444500" cy="4222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74650" y="1801813"/>
          <a:ext cx="7531100" cy="4071939"/>
        </p:xfrm>
        <a:graphic>
          <a:graphicData uri="http://schemas.openxmlformats.org/drawingml/2006/table">
            <a:tbl>
              <a:tblPr/>
              <a:tblGrid>
                <a:gridCol w="1092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38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19138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200"/>
                        </a:spcBef>
                        <a:spcAft>
                          <a:spcPts val="200"/>
                        </a:spcAft>
                        <a:buClr>
                          <a:schemeClr val="accent1"/>
                        </a:buClr>
                        <a:buSzPct val="100000"/>
                        <a:buFont typeface="Calibri" pitchFamily="34" charset="0"/>
                        <a:defRPr>
                          <a:solidFill>
                            <a:srgbClr val="404040"/>
                          </a:solidFill>
                          <a:latin typeface="Calibri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itchFamily="34" charset="0"/>
                        <a:defRPr sz="2400">
                          <a:solidFill>
                            <a:srgbClr val="404040"/>
                          </a:solidFill>
                          <a:latin typeface="Calibri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itchFamily="34" charset="0"/>
                        <a:defRPr sz="1200">
                          <a:solidFill>
                            <a:srgbClr val="404040"/>
                          </a:solidFill>
                          <a:latin typeface="Calibri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itchFamily="34" charset="0"/>
                        <a:defRPr sz="1200">
                          <a:solidFill>
                            <a:srgbClr val="404040"/>
                          </a:solidFill>
                          <a:latin typeface="Calibri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itchFamily="34" charset="0"/>
                        <a:defRPr sz="1200">
                          <a:solidFill>
                            <a:srgbClr val="404040"/>
                          </a:solidFill>
                          <a:latin typeface="Calibri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itchFamily="34" charset="0"/>
                        <a:defRPr sz="1200">
                          <a:solidFill>
                            <a:srgbClr val="404040"/>
                          </a:solidFill>
                          <a:latin typeface="Calibri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itchFamily="34" charset="0"/>
                        <a:defRPr sz="1200">
                          <a:solidFill>
                            <a:srgbClr val="404040"/>
                          </a:solidFill>
                          <a:latin typeface="Calibri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itchFamily="34" charset="0"/>
                        <a:defRPr sz="1200">
                          <a:solidFill>
                            <a:srgbClr val="404040"/>
                          </a:solidFill>
                          <a:latin typeface="Calibri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itchFamily="34" charset="0"/>
                        <a:defRPr sz="1200">
                          <a:solidFill>
                            <a:srgbClr val="404040"/>
                          </a:solidFill>
                          <a:latin typeface="Calibri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Arial Unicode MS" pitchFamily="34" charset="-128"/>
                          <a:cs typeface="Arial Unicode MS" pitchFamily="34" charset="-128"/>
                        </a:rPr>
                        <a:t>CO Number</a:t>
                      </a:r>
                      <a:endParaRPr kumimoji="0" lang="en-US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Arial Unicode MS" pitchFamily="34" charset="-128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200"/>
                        </a:spcBef>
                        <a:spcAft>
                          <a:spcPts val="200"/>
                        </a:spcAft>
                        <a:buClr>
                          <a:schemeClr val="accent1"/>
                        </a:buClr>
                        <a:buSzPct val="100000"/>
                        <a:buFont typeface="Calibri" pitchFamily="34" charset="0"/>
                        <a:defRPr>
                          <a:solidFill>
                            <a:srgbClr val="404040"/>
                          </a:solidFill>
                          <a:latin typeface="Calibri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itchFamily="34" charset="0"/>
                        <a:defRPr sz="2400">
                          <a:solidFill>
                            <a:srgbClr val="404040"/>
                          </a:solidFill>
                          <a:latin typeface="Calibri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itchFamily="34" charset="0"/>
                        <a:defRPr sz="1200">
                          <a:solidFill>
                            <a:srgbClr val="404040"/>
                          </a:solidFill>
                          <a:latin typeface="Calibri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itchFamily="34" charset="0"/>
                        <a:defRPr sz="1200">
                          <a:solidFill>
                            <a:srgbClr val="404040"/>
                          </a:solidFill>
                          <a:latin typeface="Calibri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itchFamily="34" charset="0"/>
                        <a:defRPr sz="1200">
                          <a:solidFill>
                            <a:srgbClr val="404040"/>
                          </a:solidFill>
                          <a:latin typeface="Calibri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itchFamily="34" charset="0"/>
                        <a:defRPr sz="1200">
                          <a:solidFill>
                            <a:srgbClr val="404040"/>
                          </a:solidFill>
                          <a:latin typeface="Calibri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itchFamily="34" charset="0"/>
                        <a:defRPr sz="1200">
                          <a:solidFill>
                            <a:srgbClr val="404040"/>
                          </a:solidFill>
                          <a:latin typeface="Calibri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itchFamily="34" charset="0"/>
                        <a:defRPr sz="1200">
                          <a:solidFill>
                            <a:srgbClr val="404040"/>
                          </a:solidFill>
                          <a:latin typeface="Calibri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itchFamily="34" charset="0"/>
                        <a:defRPr sz="1200">
                          <a:solidFill>
                            <a:srgbClr val="404040"/>
                          </a:solidFill>
                          <a:latin typeface="Calibri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Arial Unicode MS" pitchFamily="34" charset="-128"/>
                          <a:cs typeface="Arial Unicode MS" pitchFamily="34" charset="-128"/>
                        </a:rPr>
                        <a:t>Course Outcome</a:t>
                      </a:r>
                      <a:endParaRPr kumimoji="0" lang="en-US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Arial Unicode MS" pitchFamily="34" charset="-128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4213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200"/>
                        </a:spcBef>
                        <a:spcAft>
                          <a:spcPts val="200"/>
                        </a:spcAft>
                        <a:buClr>
                          <a:schemeClr val="accent1"/>
                        </a:buClr>
                        <a:buSzPct val="100000"/>
                        <a:buFont typeface="Calibri" pitchFamily="34" charset="0"/>
                        <a:defRPr>
                          <a:solidFill>
                            <a:srgbClr val="404040"/>
                          </a:solidFill>
                          <a:latin typeface="Calibri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itchFamily="34" charset="0"/>
                        <a:defRPr sz="2400">
                          <a:solidFill>
                            <a:srgbClr val="404040"/>
                          </a:solidFill>
                          <a:latin typeface="Calibri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itchFamily="34" charset="0"/>
                        <a:defRPr sz="1200">
                          <a:solidFill>
                            <a:srgbClr val="404040"/>
                          </a:solidFill>
                          <a:latin typeface="Calibri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itchFamily="34" charset="0"/>
                        <a:defRPr sz="1200">
                          <a:solidFill>
                            <a:srgbClr val="404040"/>
                          </a:solidFill>
                          <a:latin typeface="Calibri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itchFamily="34" charset="0"/>
                        <a:defRPr sz="1200">
                          <a:solidFill>
                            <a:srgbClr val="404040"/>
                          </a:solidFill>
                          <a:latin typeface="Calibri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itchFamily="34" charset="0"/>
                        <a:defRPr sz="1200">
                          <a:solidFill>
                            <a:srgbClr val="404040"/>
                          </a:solidFill>
                          <a:latin typeface="Calibri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itchFamily="34" charset="0"/>
                        <a:defRPr sz="1200">
                          <a:solidFill>
                            <a:srgbClr val="404040"/>
                          </a:solidFill>
                          <a:latin typeface="Calibri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itchFamily="34" charset="0"/>
                        <a:defRPr sz="1200">
                          <a:solidFill>
                            <a:srgbClr val="404040"/>
                          </a:solidFill>
                          <a:latin typeface="Calibri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itchFamily="34" charset="0"/>
                        <a:defRPr sz="1200">
                          <a:solidFill>
                            <a:srgbClr val="404040"/>
                          </a:solidFill>
                          <a:latin typeface="Calibri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Arial Unicode MS" pitchFamily="34" charset="-128"/>
                          <a:cs typeface="Arial Unicode MS" pitchFamily="34" charset="-128"/>
                        </a:rPr>
                        <a:t>CO1</a:t>
                      </a:r>
                      <a:endParaRPr kumimoji="0" lang="en-US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Arial Unicode MS" pitchFamily="34" charset="-128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200"/>
                        </a:spcBef>
                        <a:spcAft>
                          <a:spcPts val="200"/>
                        </a:spcAft>
                        <a:buClr>
                          <a:schemeClr val="accent1"/>
                        </a:buClr>
                        <a:buSzPct val="100000"/>
                        <a:buFont typeface="Calibri" pitchFamily="34" charset="0"/>
                        <a:defRPr>
                          <a:solidFill>
                            <a:srgbClr val="404040"/>
                          </a:solidFill>
                          <a:latin typeface="Calibri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itchFamily="34" charset="0"/>
                        <a:defRPr sz="2400">
                          <a:solidFill>
                            <a:srgbClr val="404040"/>
                          </a:solidFill>
                          <a:latin typeface="Calibri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itchFamily="34" charset="0"/>
                        <a:defRPr sz="1200">
                          <a:solidFill>
                            <a:srgbClr val="404040"/>
                          </a:solidFill>
                          <a:latin typeface="Calibri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itchFamily="34" charset="0"/>
                        <a:defRPr sz="1200">
                          <a:solidFill>
                            <a:srgbClr val="404040"/>
                          </a:solidFill>
                          <a:latin typeface="Calibri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itchFamily="34" charset="0"/>
                        <a:defRPr sz="1200">
                          <a:solidFill>
                            <a:srgbClr val="404040"/>
                          </a:solidFill>
                          <a:latin typeface="Calibri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itchFamily="34" charset="0"/>
                        <a:defRPr sz="1200">
                          <a:solidFill>
                            <a:srgbClr val="404040"/>
                          </a:solidFill>
                          <a:latin typeface="Calibri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itchFamily="34" charset="0"/>
                        <a:defRPr sz="1200">
                          <a:solidFill>
                            <a:srgbClr val="404040"/>
                          </a:solidFill>
                          <a:latin typeface="Calibri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itchFamily="34" charset="0"/>
                        <a:defRPr sz="1200">
                          <a:solidFill>
                            <a:srgbClr val="404040"/>
                          </a:solidFill>
                          <a:latin typeface="Calibri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itchFamily="34" charset="0"/>
                        <a:defRPr sz="1200">
                          <a:solidFill>
                            <a:srgbClr val="404040"/>
                          </a:solidFill>
                          <a:latin typeface="Calibri" pitchFamily="34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Arial Unicode MS" pitchFamily="34" charset="-128"/>
                          <a:cs typeface="Arial Unicode MS" pitchFamily="34" charset="-128"/>
                        </a:rPr>
                        <a:t>Remember the concepts related to fundamentals of C language, draw flowcharts and write algorithm/pseudocode.</a:t>
                      </a:r>
                      <a:endParaRPr kumimoji="0" lang="en-I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5475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200"/>
                        </a:spcBef>
                        <a:spcAft>
                          <a:spcPts val="200"/>
                        </a:spcAft>
                        <a:buClr>
                          <a:schemeClr val="accent1"/>
                        </a:buClr>
                        <a:buSzPct val="100000"/>
                        <a:buFont typeface="Calibri" pitchFamily="34" charset="0"/>
                        <a:defRPr>
                          <a:solidFill>
                            <a:srgbClr val="404040"/>
                          </a:solidFill>
                          <a:latin typeface="Calibri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itchFamily="34" charset="0"/>
                        <a:defRPr sz="2400">
                          <a:solidFill>
                            <a:srgbClr val="404040"/>
                          </a:solidFill>
                          <a:latin typeface="Calibri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itchFamily="34" charset="0"/>
                        <a:defRPr sz="1200">
                          <a:solidFill>
                            <a:srgbClr val="404040"/>
                          </a:solidFill>
                          <a:latin typeface="Calibri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itchFamily="34" charset="0"/>
                        <a:defRPr sz="1200">
                          <a:solidFill>
                            <a:srgbClr val="404040"/>
                          </a:solidFill>
                          <a:latin typeface="Calibri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itchFamily="34" charset="0"/>
                        <a:defRPr sz="1200">
                          <a:solidFill>
                            <a:srgbClr val="404040"/>
                          </a:solidFill>
                          <a:latin typeface="Calibri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itchFamily="34" charset="0"/>
                        <a:defRPr sz="1200">
                          <a:solidFill>
                            <a:srgbClr val="404040"/>
                          </a:solidFill>
                          <a:latin typeface="Calibri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itchFamily="34" charset="0"/>
                        <a:defRPr sz="1200">
                          <a:solidFill>
                            <a:srgbClr val="404040"/>
                          </a:solidFill>
                          <a:latin typeface="Calibri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itchFamily="34" charset="0"/>
                        <a:defRPr sz="1200">
                          <a:solidFill>
                            <a:srgbClr val="404040"/>
                          </a:solidFill>
                          <a:latin typeface="Calibri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itchFamily="34" charset="0"/>
                        <a:defRPr sz="1200">
                          <a:solidFill>
                            <a:srgbClr val="404040"/>
                          </a:solidFill>
                          <a:latin typeface="Calibri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Arial Unicode MS" pitchFamily="34" charset="-128"/>
                          <a:cs typeface="Arial Unicode MS" pitchFamily="34" charset="-128"/>
                        </a:rPr>
                        <a:t>CO2</a:t>
                      </a:r>
                      <a:endParaRPr kumimoji="0" lang="en-US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Arial Unicode MS" pitchFamily="34" charset="-128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200"/>
                        </a:spcBef>
                        <a:spcAft>
                          <a:spcPts val="200"/>
                        </a:spcAft>
                        <a:buClr>
                          <a:schemeClr val="accent1"/>
                        </a:buClr>
                        <a:buSzPct val="100000"/>
                        <a:buFont typeface="Calibri" pitchFamily="34" charset="0"/>
                        <a:defRPr>
                          <a:solidFill>
                            <a:srgbClr val="404040"/>
                          </a:solidFill>
                          <a:latin typeface="Calibri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itchFamily="34" charset="0"/>
                        <a:defRPr sz="2400">
                          <a:solidFill>
                            <a:srgbClr val="404040"/>
                          </a:solidFill>
                          <a:latin typeface="Calibri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itchFamily="34" charset="0"/>
                        <a:defRPr sz="1200">
                          <a:solidFill>
                            <a:srgbClr val="404040"/>
                          </a:solidFill>
                          <a:latin typeface="Calibri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itchFamily="34" charset="0"/>
                        <a:defRPr sz="1200">
                          <a:solidFill>
                            <a:srgbClr val="404040"/>
                          </a:solidFill>
                          <a:latin typeface="Calibri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itchFamily="34" charset="0"/>
                        <a:defRPr sz="1200">
                          <a:solidFill>
                            <a:srgbClr val="404040"/>
                          </a:solidFill>
                          <a:latin typeface="Calibri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itchFamily="34" charset="0"/>
                        <a:defRPr sz="1200">
                          <a:solidFill>
                            <a:srgbClr val="404040"/>
                          </a:solidFill>
                          <a:latin typeface="Calibri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itchFamily="34" charset="0"/>
                        <a:defRPr sz="1200">
                          <a:solidFill>
                            <a:srgbClr val="404040"/>
                          </a:solidFill>
                          <a:latin typeface="Calibri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itchFamily="34" charset="0"/>
                        <a:defRPr sz="1200">
                          <a:solidFill>
                            <a:srgbClr val="404040"/>
                          </a:solidFill>
                          <a:latin typeface="Calibri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itchFamily="34" charset="0"/>
                        <a:defRPr sz="1200">
                          <a:solidFill>
                            <a:srgbClr val="404040"/>
                          </a:solidFill>
                          <a:latin typeface="Calibri" pitchFamily="34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Arial Unicode MS" pitchFamily="34" charset="-128"/>
                          <a:cs typeface="Arial Unicode MS" pitchFamily="34" charset="-128"/>
                        </a:rPr>
                        <a:t>Understand the way of execution and debug programs in C language.</a:t>
                      </a:r>
                      <a:endParaRPr kumimoji="0" lang="en-I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5638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200"/>
                        </a:spcBef>
                        <a:spcAft>
                          <a:spcPts val="200"/>
                        </a:spcAft>
                        <a:buClr>
                          <a:schemeClr val="accent1"/>
                        </a:buClr>
                        <a:buSzPct val="100000"/>
                        <a:buFont typeface="Calibri" pitchFamily="34" charset="0"/>
                        <a:defRPr>
                          <a:solidFill>
                            <a:srgbClr val="404040"/>
                          </a:solidFill>
                          <a:latin typeface="Calibri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itchFamily="34" charset="0"/>
                        <a:defRPr sz="2400">
                          <a:solidFill>
                            <a:srgbClr val="404040"/>
                          </a:solidFill>
                          <a:latin typeface="Calibri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itchFamily="34" charset="0"/>
                        <a:defRPr sz="1200">
                          <a:solidFill>
                            <a:srgbClr val="404040"/>
                          </a:solidFill>
                          <a:latin typeface="Calibri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itchFamily="34" charset="0"/>
                        <a:defRPr sz="1200">
                          <a:solidFill>
                            <a:srgbClr val="404040"/>
                          </a:solidFill>
                          <a:latin typeface="Calibri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itchFamily="34" charset="0"/>
                        <a:defRPr sz="1200">
                          <a:solidFill>
                            <a:srgbClr val="404040"/>
                          </a:solidFill>
                          <a:latin typeface="Calibri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itchFamily="34" charset="0"/>
                        <a:defRPr sz="1200">
                          <a:solidFill>
                            <a:srgbClr val="404040"/>
                          </a:solidFill>
                          <a:latin typeface="Calibri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itchFamily="34" charset="0"/>
                        <a:defRPr sz="1200">
                          <a:solidFill>
                            <a:srgbClr val="404040"/>
                          </a:solidFill>
                          <a:latin typeface="Calibri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itchFamily="34" charset="0"/>
                        <a:defRPr sz="1200">
                          <a:solidFill>
                            <a:srgbClr val="404040"/>
                          </a:solidFill>
                          <a:latin typeface="Calibri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itchFamily="34" charset="0"/>
                        <a:defRPr sz="1200">
                          <a:solidFill>
                            <a:srgbClr val="404040"/>
                          </a:solidFill>
                          <a:latin typeface="Calibri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Arial Unicode MS" pitchFamily="34" charset="-128"/>
                          <a:cs typeface="Arial Unicode MS" pitchFamily="34" charset="-128"/>
                        </a:rPr>
                        <a:t>CO3</a:t>
                      </a:r>
                      <a:endParaRPr kumimoji="0" lang="en-US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Arial Unicode MS" pitchFamily="34" charset="-128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200"/>
                        </a:spcBef>
                        <a:spcAft>
                          <a:spcPts val="200"/>
                        </a:spcAft>
                        <a:buClr>
                          <a:schemeClr val="accent1"/>
                        </a:buClr>
                        <a:buSzPct val="100000"/>
                        <a:buFont typeface="Calibri" pitchFamily="34" charset="0"/>
                        <a:defRPr>
                          <a:solidFill>
                            <a:srgbClr val="404040"/>
                          </a:solidFill>
                          <a:latin typeface="Calibri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itchFamily="34" charset="0"/>
                        <a:defRPr sz="2400">
                          <a:solidFill>
                            <a:srgbClr val="404040"/>
                          </a:solidFill>
                          <a:latin typeface="Calibri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itchFamily="34" charset="0"/>
                        <a:defRPr sz="1200">
                          <a:solidFill>
                            <a:srgbClr val="404040"/>
                          </a:solidFill>
                          <a:latin typeface="Calibri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itchFamily="34" charset="0"/>
                        <a:defRPr sz="1200">
                          <a:solidFill>
                            <a:srgbClr val="404040"/>
                          </a:solidFill>
                          <a:latin typeface="Calibri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itchFamily="34" charset="0"/>
                        <a:defRPr sz="1200">
                          <a:solidFill>
                            <a:srgbClr val="404040"/>
                          </a:solidFill>
                          <a:latin typeface="Calibri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itchFamily="34" charset="0"/>
                        <a:defRPr sz="1200">
                          <a:solidFill>
                            <a:srgbClr val="404040"/>
                          </a:solidFill>
                          <a:latin typeface="Calibri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itchFamily="34" charset="0"/>
                        <a:defRPr sz="1200">
                          <a:solidFill>
                            <a:srgbClr val="404040"/>
                          </a:solidFill>
                          <a:latin typeface="Calibri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itchFamily="34" charset="0"/>
                        <a:defRPr sz="1200">
                          <a:solidFill>
                            <a:srgbClr val="404040"/>
                          </a:solidFill>
                          <a:latin typeface="Calibri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itchFamily="34" charset="0"/>
                        <a:defRPr sz="1200">
                          <a:solidFill>
                            <a:srgbClr val="404040"/>
                          </a:solidFill>
                          <a:latin typeface="Calibri" pitchFamily="34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Arial Unicode MS" pitchFamily="34" charset="-128"/>
                          <a:cs typeface="Arial Unicode MS" pitchFamily="34" charset="-128"/>
                        </a:rPr>
                        <a:t>Apply various constructs, loops, functions to solve mathematical and scientific problem.</a:t>
                      </a:r>
                      <a:endParaRPr kumimoji="0" lang="en-I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8650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200"/>
                        </a:spcBef>
                        <a:spcAft>
                          <a:spcPts val="200"/>
                        </a:spcAft>
                        <a:buClr>
                          <a:schemeClr val="accent1"/>
                        </a:buClr>
                        <a:buSzPct val="100000"/>
                        <a:buFont typeface="Calibri" pitchFamily="34" charset="0"/>
                        <a:defRPr>
                          <a:solidFill>
                            <a:srgbClr val="404040"/>
                          </a:solidFill>
                          <a:latin typeface="Calibri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itchFamily="34" charset="0"/>
                        <a:defRPr sz="2400">
                          <a:solidFill>
                            <a:srgbClr val="404040"/>
                          </a:solidFill>
                          <a:latin typeface="Calibri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itchFamily="34" charset="0"/>
                        <a:defRPr sz="1200">
                          <a:solidFill>
                            <a:srgbClr val="404040"/>
                          </a:solidFill>
                          <a:latin typeface="Calibri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itchFamily="34" charset="0"/>
                        <a:defRPr sz="1200">
                          <a:solidFill>
                            <a:srgbClr val="404040"/>
                          </a:solidFill>
                          <a:latin typeface="Calibri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itchFamily="34" charset="0"/>
                        <a:defRPr sz="1200">
                          <a:solidFill>
                            <a:srgbClr val="404040"/>
                          </a:solidFill>
                          <a:latin typeface="Calibri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itchFamily="34" charset="0"/>
                        <a:defRPr sz="1200">
                          <a:solidFill>
                            <a:srgbClr val="404040"/>
                          </a:solidFill>
                          <a:latin typeface="Calibri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itchFamily="34" charset="0"/>
                        <a:defRPr sz="1200">
                          <a:solidFill>
                            <a:srgbClr val="404040"/>
                          </a:solidFill>
                          <a:latin typeface="Calibri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itchFamily="34" charset="0"/>
                        <a:defRPr sz="1200">
                          <a:solidFill>
                            <a:srgbClr val="404040"/>
                          </a:solidFill>
                          <a:latin typeface="Calibri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itchFamily="34" charset="0"/>
                        <a:defRPr sz="1200">
                          <a:solidFill>
                            <a:srgbClr val="404040"/>
                          </a:solidFill>
                          <a:latin typeface="Calibri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Arial Unicode MS" pitchFamily="34" charset="-128"/>
                          <a:cs typeface="Arial Unicode MS" pitchFamily="34" charset="-128"/>
                        </a:rPr>
                        <a:t>CO4</a:t>
                      </a:r>
                      <a:endParaRPr kumimoji="0" lang="en-US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Arial Unicode MS" pitchFamily="34" charset="-128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200"/>
                        </a:spcBef>
                        <a:spcAft>
                          <a:spcPts val="200"/>
                        </a:spcAft>
                        <a:buClr>
                          <a:schemeClr val="accent1"/>
                        </a:buClr>
                        <a:buSzPct val="100000"/>
                        <a:buFont typeface="Calibri" pitchFamily="34" charset="0"/>
                        <a:defRPr>
                          <a:solidFill>
                            <a:srgbClr val="404040"/>
                          </a:solidFill>
                          <a:latin typeface="Calibri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itchFamily="34" charset="0"/>
                        <a:defRPr sz="2400">
                          <a:solidFill>
                            <a:srgbClr val="404040"/>
                          </a:solidFill>
                          <a:latin typeface="Calibri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itchFamily="34" charset="0"/>
                        <a:defRPr sz="1200">
                          <a:solidFill>
                            <a:srgbClr val="404040"/>
                          </a:solidFill>
                          <a:latin typeface="Calibri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itchFamily="34" charset="0"/>
                        <a:defRPr sz="1200">
                          <a:solidFill>
                            <a:srgbClr val="404040"/>
                          </a:solidFill>
                          <a:latin typeface="Calibri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itchFamily="34" charset="0"/>
                        <a:defRPr sz="1200">
                          <a:solidFill>
                            <a:srgbClr val="404040"/>
                          </a:solidFill>
                          <a:latin typeface="Calibri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itchFamily="34" charset="0"/>
                        <a:defRPr sz="1200">
                          <a:solidFill>
                            <a:srgbClr val="404040"/>
                          </a:solidFill>
                          <a:latin typeface="Calibri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itchFamily="34" charset="0"/>
                        <a:defRPr sz="1200">
                          <a:solidFill>
                            <a:srgbClr val="404040"/>
                          </a:solidFill>
                          <a:latin typeface="Calibri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itchFamily="34" charset="0"/>
                        <a:defRPr sz="1200">
                          <a:solidFill>
                            <a:srgbClr val="404040"/>
                          </a:solidFill>
                          <a:latin typeface="Calibri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itchFamily="34" charset="0"/>
                        <a:defRPr sz="1200">
                          <a:solidFill>
                            <a:srgbClr val="404040"/>
                          </a:solidFill>
                          <a:latin typeface="Calibri" pitchFamily="34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Arial Unicode MS" pitchFamily="34" charset="-128"/>
                          <a:cs typeface="Arial Unicode MS" pitchFamily="34" charset="-128"/>
                        </a:rPr>
                        <a:t>Analyze the dynamic behavior of memory by the use of pointers.</a:t>
                      </a:r>
                      <a:endParaRPr kumimoji="0" lang="en-I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58825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200"/>
                        </a:spcBef>
                        <a:spcAft>
                          <a:spcPts val="200"/>
                        </a:spcAft>
                        <a:buClr>
                          <a:schemeClr val="accent1"/>
                        </a:buClr>
                        <a:buSzPct val="100000"/>
                        <a:buFont typeface="Calibri" pitchFamily="34" charset="0"/>
                        <a:defRPr>
                          <a:solidFill>
                            <a:srgbClr val="404040"/>
                          </a:solidFill>
                          <a:latin typeface="Calibri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itchFamily="34" charset="0"/>
                        <a:defRPr sz="2400">
                          <a:solidFill>
                            <a:srgbClr val="404040"/>
                          </a:solidFill>
                          <a:latin typeface="Calibri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itchFamily="34" charset="0"/>
                        <a:defRPr sz="1200">
                          <a:solidFill>
                            <a:srgbClr val="404040"/>
                          </a:solidFill>
                          <a:latin typeface="Calibri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itchFamily="34" charset="0"/>
                        <a:defRPr sz="1200">
                          <a:solidFill>
                            <a:srgbClr val="404040"/>
                          </a:solidFill>
                          <a:latin typeface="Calibri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itchFamily="34" charset="0"/>
                        <a:defRPr sz="1200">
                          <a:solidFill>
                            <a:srgbClr val="404040"/>
                          </a:solidFill>
                          <a:latin typeface="Calibri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itchFamily="34" charset="0"/>
                        <a:defRPr sz="1200">
                          <a:solidFill>
                            <a:srgbClr val="404040"/>
                          </a:solidFill>
                          <a:latin typeface="Calibri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itchFamily="34" charset="0"/>
                        <a:defRPr sz="1200">
                          <a:solidFill>
                            <a:srgbClr val="404040"/>
                          </a:solidFill>
                          <a:latin typeface="Calibri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itchFamily="34" charset="0"/>
                        <a:defRPr sz="1200">
                          <a:solidFill>
                            <a:srgbClr val="404040"/>
                          </a:solidFill>
                          <a:latin typeface="Calibri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itchFamily="34" charset="0"/>
                        <a:defRPr sz="1200">
                          <a:solidFill>
                            <a:srgbClr val="404040"/>
                          </a:solidFill>
                          <a:latin typeface="Calibri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Arial Unicode MS" pitchFamily="34" charset="-128"/>
                          <a:cs typeface="Times New Roman" pitchFamily="18" charset="0"/>
                        </a:rPr>
                        <a:t>CO5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200"/>
                        </a:spcBef>
                        <a:spcAft>
                          <a:spcPts val="200"/>
                        </a:spcAft>
                        <a:buClr>
                          <a:schemeClr val="accent1"/>
                        </a:buClr>
                        <a:buSzPct val="100000"/>
                        <a:buFont typeface="Calibri" pitchFamily="34" charset="0"/>
                        <a:defRPr>
                          <a:solidFill>
                            <a:srgbClr val="404040"/>
                          </a:solidFill>
                          <a:latin typeface="Calibri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itchFamily="34" charset="0"/>
                        <a:defRPr sz="2400">
                          <a:solidFill>
                            <a:srgbClr val="404040"/>
                          </a:solidFill>
                          <a:latin typeface="Calibri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itchFamily="34" charset="0"/>
                        <a:defRPr sz="1200">
                          <a:solidFill>
                            <a:srgbClr val="404040"/>
                          </a:solidFill>
                          <a:latin typeface="Calibri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itchFamily="34" charset="0"/>
                        <a:defRPr sz="1200">
                          <a:solidFill>
                            <a:srgbClr val="404040"/>
                          </a:solidFill>
                          <a:latin typeface="Calibri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itchFamily="34" charset="0"/>
                        <a:defRPr sz="1200">
                          <a:solidFill>
                            <a:srgbClr val="404040"/>
                          </a:solidFill>
                          <a:latin typeface="Calibri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itchFamily="34" charset="0"/>
                        <a:defRPr sz="1200">
                          <a:solidFill>
                            <a:srgbClr val="404040"/>
                          </a:solidFill>
                          <a:latin typeface="Calibri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itchFamily="34" charset="0"/>
                        <a:defRPr sz="1200">
                          <a:solidFill>
                            <a:srgbClr val="404040"/>
                          </a:solidFill>
                          <a:latin typeface="Calibri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itchFamily="34" charset="0"/>
                        <a:defRPr sz="1200">
                          <a:solidFill>
                            <a:srgbClr val="404040"/>
                          </a:solidFill>
                          <a:latin typeface="Calibri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itchFamily="34" charset="0"/>
                        <a:defRPr sz="1200">
                          <a:solidFill>
                            <a:srgbClr val="404040"/>
                          </a:solidFill>
                          <a:latin typeface="Calibri" pitchFamily="34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Arial Unicode MS" pitchFamily="34" charset="-128"/>
                          <a:cs typeface="Arial Unicode MS" pitchFamily="34" charset="-128"/>
                        </a:rPr>
                        <a:t>Design and develop modular programs for real world problems using control structure and selection structure.</a:t>
                      </a:r>
                      <a:endParaRPr kumimoji="0" lang="en-I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24606" name="Picture 1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53425" y="2025650"/>
            <a:ext cx="3182938" cy="340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607" name="Picture 1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61363" y="1701800"/>
            <a:ext cx="895350" cy="915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608" name="Picture 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2938" y="109538"/>
            <a:ext cx="2686050" cy="1457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89313" y="346075"/>
            <a:ext cx="7685087" cy="1147763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b="1" dirty="0"/>
              <a:t/>
            </a:r>
            <a:br>
              <a:rPr lang="en-US" b="1" dirty="0"/>
            </a:br>
            <a:r>
              <a:rPr lang="en-US" sz="4900" b="1" dirty="0">
                <a:solidFill>
                  <a:srgbClr val="FF0000"/>
                </a:solidFill>
                <a:latin typeface="+mn-lt"/>
              </a:rPr>
              <a:t>Scheme of Evaluation </a:t>
            </a:r>
            <a:r>
              <a:rPr lang="en-US" dirty="0">
                <a:solidFill>
                  <a:srgbClr val="FF0000"/>
                </a:solidFill>
              </a:rPr>
              <a:t/>
            </a:r>
            <a:br>
              <a:rPr lang="en-US" dirty="0">
                <a:solidFill>
                  <a:srgbClr val="FF0000"/>
                </a:solidFill>
              </a:rPr>
            </a:b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25603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9pPr>
          </a:lstStyle>
          <a:p>
            <a:fld id="{51404B23-897C-444F-9AB0-FA3B50F60023}" type="slidenum">
              <a:rPr lang="en-US" altLang="en-US">
                <a:solidFill>
                  <a:srgbClr val="FFFFFF"/>
                </a:solidFill>
                <a:latin typeface="Calibri" pitchFamily="34" charset="0"/>
              </a:rPr>
              <a:pPr/>
              <a:t>4</a:t>
            </a:fld>
            <a:endParaRPr lang="en-US" altLang="en-US">
              <a:solidFill>
                <a:srgbClr val="FFFFFF"/>
              </a:solidFill>
              <a:latin typeface="Calibri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871538" y="261938"/>
            <a:ext cx="10515600" cy="12319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5605" name="Content Placeholder 2"/>
          <p:cNvSpPr txBox="1">
            <a:spLocks/>
          </p:cNvSpPr>
          <p:nvPr/>
        </p:nvSpPr>
        <p:spPr bwMode="auto">
          <a:xfrm>
            <a:off x="1082675" y="1789113"/>
            <a:ext cx="10515600" cy="4351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itchFamily="34" charset="0"/>
              <a:buChar char=" "/>
              <a:defRPr sz="2000">
                <a:solidFill>
                  <a:srgbClr val="404040"/>
                </a:solidFill>
                <a:latin typeface="Calibri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2800">
                <a:solidFill>
                  <a:srgbClr val="404040"/>
                </a:solidFill>
                <a:latin typeface="Calibri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ts val="100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</a:pPr>
            <a:endParaRPr lang="en-US" altLang="en-US" sz="2800">
              <a:solidFill>
                <a:schemeClr val="tx1"/>
              </a:solidFill>
            </a:endParaRPr>
          </a:p>
        </p:txBody>
      </p:sp>
      <p:pic>
        <p:nvPicPr>
          <p:cNvPr id="2560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3125" y="1579563"/>
            <a:ext cx="10515600" cy="5153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F7C6B4"/>
            </a:gs>
            <a:gs pos="100000">
              <a:srgbClr val="F7C6B4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ext Placeholder 3"/>
          <p:cNvSpPr>
            <a:spLocks noGrp="1"/>
          </p:cNvSpPr>
          <p:nvPr>
            <p:ph type="body" sz="half" idx="2"/>
          </p:nvPr>
        </p:nvSpPr>
        <p:spPr>
          <a:xfrm>
            <a:off x="271463" y="1266825"/>
            <a:ext cx="3200400" cy="3379788"/>
          </a:xfrm>
        </p:spPr>
        <p:txBody>
          <a:bodyPr/>
          <a:lstStyle/>
          <a:p>
            <a:pPr eaLnBrk="1" hangingPunct="1"/>
            <a:endParaRPr lang="en-US" altLang="en-US" smtClean="0"/>
          </a:p>
          <a:p>
            <a:pPr eaLnBrk="1" hangingPunct="1"/>
            <a:endParaRPr lang="en-US" altLang="en-US" sz="6000" smtClean="0"/>
          </a:p>
          <a:p>
            <a:pPr algn="ctr" eaLnBrk="1" hangingPunct="1"/>
            <a:r>
              <a:rPr lang="en-US" altLang="en-US" sz="6000" smtClean="0"/>
              <a:t>   </a:t>
            </a:r>
            <a:r>
              <a:rPr lang="en-US" altLang="en-US" sz="4800" smtClean="0"/>
              <a:t>Content</a:t>
            </a:r>
            <a:endParaRPr lang="en-IN" altLang="en-US" sz="4800" smtClean="0"/>
          </a:p>
        </p:txBody>
      </p:sp>
      <p:pic>
        <p:nvPicPr>
          <p:cNvPr id="26627" name="Picture 1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75" y="-3175"/>
            <a:ext cx="598488" cy="1033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628" name="Picture 1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64988" y="5816600"/>
            <a:ext cx="238125" cy="102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629" name="TextBox 20"/>
          <p:cNvSpPr txBox="1">
            <a:spLocks noChangeArrowheads="1"/>
          </p:cNvSpPr>
          <p:nvPr/>
        </p:nvSpPr>
        <p:spPr bwMode="auto">
          <a:xfrm>
            <a:off x="4298950" y="2101850"/>
            <a:ext cx="7083425" cy="3046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buFont typeface="Arial" pitchFamily="34" charset="0"/>
              <a:buChar char="•"/>
              <a:defRPr/>
            </a:pPr>
            <a:r>
              <a:rPr lang="en-US" sz="3200" b="1" dirty="0">
                <a:latin typeface="Calibri" pitchFamily="34" charset="0"/>
              </a:rPr>
              <a:t>String Definition</a:t>
            </a:r>
          </a:p>
          <a:p>
            <a:pPr eaLnBrk="1" hangingPunct="1">
              <a:buFont typeface="Arial" pitchFamily="34" charset="0"/>
              <a:buChar char="•"/>
              <a:defRPr/>
            </a:pPr>
            <a:r>
              <a:rPr lang="en-US" sz="3200" b="1" dirty="0">
                <a:latin typeface="Calibri" pitchFamily="34" charset="0"/>
              </a:rPr>
              <a:t>Initialization of string</a:t>
            </a:r>
          </a:p>
          <a:p>
            <a:pPr eaLnBrk="1" hangingPunct="1">
              <a:buFont typeface="Arial" pitchFamily="34" charset="0"/>
              <a:buChar char="•"/>
              <a:defRPr/>
            </a:pPr>
            <a:r>
              <a:rPr lang="en-US" sz="3200" b="1" dirty="0">
                <a:latin typeface="Calibri" pitchFamily="34" charset="0"/>
              </a:rPr>
              <a:t>Memory Representation of String</a:t>
            </a:r>
          </a:p>
          <a:p>
            <a:pPr eaLnBrk="1" hangingPunct="1">
              <a:buFont typeface="Arial" pitchFamily="34" charset="0"/>
              <a:buChar char="•"/>
              <a:defRPr/>
            </a:pPr>
            <a:r>
              <a:rPr lang="en-US" sz="3200" b="1" dirty="0">
                <a:latin typeface="+mn-lt"/>
              </a:rPr>
              <a:t>String I/O functions </a:t>
            </a:r>
          </a:p>
          <a:p>
            <a:pPr eaLnBrk="1" hangingPunct="1">
              <a:buFont typeface="Arial" pitchFamily="34" charset="0"/>
              <a:buChar char="•"/>
              <a:defRPr/>
            </a:pPr>
            <a:r>
              <a:rPr lang="en-US" sz="3200" b="1" dirty="0">
                <a:latin typeface="Calibri" pitchFamily="34" charset="0"/>
              </a:rPr>
              <a:t>Examples</a:t>
            </a:r>
          </a:p>
          <a:p>
            <a:pPr eaLnBrk="1" hangingPunct="1">
              <a:buFont typeface="Arial" pitchFamily="34" charset="0"/>
              <a:buChar char="•"/>
              <a:defRPr/>
            </a:pPr>
            <a:r>
              <a:rPr lang="en-US" sz="3200" b="1" dirty="0">
                <a:latin typeface="Calibri" pitchFamily="34" charset="0"/>
              </a:rPr>
              <a:t>References</a:t>
            </a:r>
          </a:p>
        </p:txBody>
      </p:sp>
      <p:sp>
        <p:nvSpPr>
          <p:cNvPr id="26630" name="Slide Number Placeholder 5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itchFamily="34" charset="0"/>
              <a:buChar char=" "/>
              <a:defRPr sz="2000">
                <a:solidFill>
                  <a:srgbClr val="404040"/>
                </a:solidFill>
                <a:latin typeface="Calibri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2800">
                <a:solidFill>
                  <a:srgbClr val="404040"/>
                </a:solidFill>
                <a:latin typeface="Calibri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A5884F04-E301-499C-8860-68BE547E810E}" type="slidenum">
              <a:rPr lang="en-US" altLang="en-US" sz="1000">
                <a:solidFill>
                  <a:schemeClr val="tx2"/>
                </a:solidFill>
              </a:rPr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5</a:t>
            </a:fld>
            <a:endParaRPr lang="en-US" altLang="en-US" sz="1000">
              <a:solidFill>
                <a:schemeClr val="tx2"/>
              </a:solidFill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409575" y="1079500"/>
            <a:ext cx="3200400" cy="2286000"/>
          </a:xfrm>
        </p:spPr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dirty="0">
                <a:latin typeface="Arial Rounded MT Bold" panose="020F0704030504030204" pitchFamily="34" charset="0"/>
              </a:rPr>
              <a:t>String</a:t>
            </a:r>
            <a:endParaRPr lang="en-IN" dirty="0">
              <a:latin typeface="Arial Rounded MT Bold" panose="020F0704030504030204" pitchFamily="34" charset="0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4067175" y="0"/>
            <a:ext cx="8124825" cy="6858000"/>
          </a:xfrm>
          <a:solidFill>
            <a:schemeClr val="accent1">
              <a:lumMod val="40000"/>
              <a:lumOff val="60000"/>
            </a:schemeClr>
          </a:solidFill>
        </p:spPr>
        <p:txBody>
          <a:bodyPr/>
          <a:lstStyle/>
          <a:p>
            <a:pPr algn="just">
              <a:defRPr/>
            </a:pPr>
            <a:endParaRPr lang="en-US" dirty="0"/>
          </a:p>
          <a:p>
            <a:pPr algn="just">
              <a:defRPr/>
            </a:pPr>
            <a:r>
              <a:rPr lang="en-US" b="1" dirty="0">
                <a:solidFill>
                  <a:schemeClr val="tx1"/>
                </a:solidFill>
              </a:rPr>
              <a:t>Def: </a:t>
            </a:r>
            <a:r>
              <a:rPr lang="en-US" dirty="0">
                <a:solidFill>
                  <a:schemeClr val="tx1"/>
                </a:solidFill>
              </a:rPr>
              <a:t>A string in C is simply an array of characters ended with null character (‘\0’) This null character indicates the end of the string.</a:t>
            </a:r>
          </a:p>
          <a:p>
            <a:pPr algn="just">
              <a:defRPr/>
            </a:pPr>
            <a:r>
              <a:rPr lang="en-US" dirty="0">
                <a:solidFill>
                  <a:schemeClr val="tx1"/>
                </a:solidFill>
              </a:rPr>
              <a:t>Strings are always enclosed by double quotes. Whereas, character is enclosed by single   quotes in C.</a:t>
            </a:r>
          </a:p>
          <a:p>
            <a:pPr>
              <a:defRPr/>
            </a:pPr>
            <a:endParaRPr lang="en-US" b="1" cap="all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b="1" cap="all" dirty="0">
                <a:solidFill>
                  <a:schemeClr val="tx1"/>
                </a:solidFill>
              </a:rPr>
              <a:t>Initialization of STRING:</a:t>
            </a:r>
            <a:endParaRPr lang="en-US" b="1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dirty="0">
                <a:solidFill>
                  <a:schemeClr val="tx1"/>
                </a:solidFill>
              </a:rPr>
              <a:t>char string[10] = {‘h’, ’e’, ‘l’, ‘l’, ‘o’, ‘\0’};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(or)</a:t>
            </a:r>
          </a:p>
          <a:p>
            <a:pPr>
              <a:defRPr/>
            </a:pPr>
            <a:r>
              <a:rPr lang="en-US" dirty="0">
                <a:solidFill>
                  <a:schemeClr val="tx1"/>
                </a:solidFill>
              </a:rPr>
              <a:t>char string[10] = “Hello”;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(or)</a:t>
            </a:r>
          </a:p>
          <a:p>
            <a:pPr>
              <a:defRPr/>
            </a:pPr>
            <a:r>
              <a:rPr lang="en-US" dirty="0">
                <a:solidFill>
                  <a:schemeClr val="tx1"/>
                </a:solidFill>
              </a:rPr>
              <a:t>char string []    = “Hello”;</a:t>
            </a:r>
          </a:p>
          <a:p>
            <a:pPr algn="just">
              <a:defRPr/>
            </a:pPr>
            <a:endParaRPr lang="en-US" dirty="0">
              <a:solidFill>
                <a:schemeClr val="tx1"/>
              </a:solidFill>
            </a:endParaRPr>
          </a:p>
          <a:p>
            <a:pPr algn="just">
              <a:defRPr/>
            </a:pPr>
            <a:r>
              <a:rPr lang="en-US" dirty="0">
                <a:solidFill>
                  <a:schemeClr val="tx1"/>
                </a:solidFill>
              </a:rPr>
              <a:t>Difference between above declarations are, when we declare char as “string[10]”, 10 bytes of memory space is allocated for holding the string value. When we declare char as “string[]”, memory space will be allocated as per the requirement during execution of the program.</a:t>
            </a:r>
          </a:p>
          <a:p>
            <a:pPr algn="just">
              <a:defRPr/>
            </a:pPr>
            <a:r>
              <a:rPr lang="en-US" dirty="0"/>
              <a:t> </a:t>
            </a:r>
          </a:p>
          <a:p>
            <a:pPr>
              <a:defRPr/>
            </a:pPr>
            <a:endParaRPr lang="en-US" dirty="0"/>
          </a:p>
          <a:p>
            <a:pPr algn="just">
              <a:defRPr/>
            </a:pPr>
            <a:endParaRPr lang="en-US" dirty="0"/>
          </a:p>
          <a:p>
            <a:pPr marL="0" indent="0" eaLnBrk="1" hangingPunct="1">
              <a:buClr>
                <a:srgbClr val="1C1C1C"/>
              </a:buClr>
              <a:buFont typeface="Calibri" panose="020F0502020204030204" pitchFamily="34" charset="0"/>
              <a:buNone/>
              <a:defRPr/>
            </a:pPr>
            <a:endParaRPr lang="en-US" dirty="0"/>
          </a:p>
        </p:txBody>
      </p:sp>
      <p:pic>
        <p:nvPicPr>
          <p:cNvPr id="27652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9050" y="-50800"/>
            <a:ext cx="598488" cy="1033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653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80863" y="5816600"/>
            <a:ext cx="238125" cy="102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654" name="Slide Number Placeholder 5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itchFamily="34" charset="0"/>
              <a:buChar char=" "/>
              <a:defRPr sz="2000">
                <a:solidFill>
                  <a:srgbClr val="404040"/>
                </a:solidFill>
                <a:latin typeface="Calibri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2800">
                <a:solidFill>
                  <a:srgbClr val="404040"/>
                </a:solidFill>
                <a:latin typeface="Calibri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E2E69C39-A926-4AB1-B5C8-8B64621628F1}" type="slidenum">
              <a:rPr lang="en-US" altLang="en-US" sz="1000">
                <a:solidFill>
                  <a:schemeClr val="tx2"/>
                </a:solidFill>
              </a:rPr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6</a:t>
            </a:fld>
            <a:endParaRPr lang="en-US" altLang="en-US" sz="1000">
              <a:solidFill>
                <a:schemeClr val="tx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7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8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14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5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" dur="5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21" dur="5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22" dur="5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" dur="5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7" dur="500" fill="hold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28" dur="500" fill="hold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29" dur="500" fill="hold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" dur="500" fill="hold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4" dur="500" fill="hold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35" dur="500" fill="hold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36" dur="500" fill="hold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7" dur="500" fill="hold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1" dur="500" fill="hold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42" dur="500" fill="hold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43" dur="500" fill="hold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4" dur="500" fill="hold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8" dur="500" fill="hold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49" dur="500" fill="hold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50" dur="500" fill="hold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1" dur="500" fill="hold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5" dur="500" fill="hold"/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56" dur="500" fill="hold"/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57" dur="500" fill="hold"/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8" dur="500" fill="hold"/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F7C6B4"/>
            </a:gs>
            <a:gs pos="100000">
              <a:srgbClr val="F7C6B4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Content Placeholder 2"/>
          <p:cNvSpPr>
            <a:spLocks noGrp="1"/>
          </p:cNvSpPr>
          <p:nvPr>
            <p:ph idx="1"/>
          </p:nvPr>
        </p:nvSpPr>
        <p:spPr>
          <a:xfrm>
            <a:off x="4225925" y="209550"/>
            <a:ext cx="7823200" cy="6648450"/>
          </a:xfrm>
        </p:spPr>
        <p:txBody>
          <a:bodyPr/>
          <a:lstStyle/>
          <a:p>
            <a:pPr eaLnBrk="1" hangingPunct="1"/>
            <a:r>
              <a:rPr lang="en-US" altLang="en-US" smtClean="0"/>
              <a:t>Let’s take an example for Memory representation of string:</a:t>
            </a:r>
          </a:p>
          <a:p>
            <a:pPr eaLnBrk="1" hangingPunct="1"/>
            <a:r>
              <a:rPr lang="en-US" altLang="en-US" smtClean="0"/>
              <a:t>char string[10]=”Hello”</a:t>
            </a:r>
            <a:endParaRPr lang="en-IN" altLang="en-US" smtClean="0">
              <a:latin typeface="Arial Rounded MT Bold" pitchFamily="34" charset="0"/>
            </a:endParaRPr>
          </a:p>
        </p:txBody>
      </p:sp>
      <p:sp>
        <p:nvSpPr>
          <p:cNvPr id="28675" name="Text Placeholder 3"/>
          <p:cNvSpPr>
            <a:spLocks noGrp="1"/>
          </p:cNvSpPr>
          <p:nvPr>
            <p:ph type="body" sz="half" idx="2"/>
          </p:nvPr>
        </p:nvSpPr>
        <p:spPr>
          <a:xfrm>
            <a:off x="203200" y="1808163"/>
            <a:ext cx="3713163" cy="3379787"/>
          </a:xfrm>
        </p:spPr>
        <p:txBody>
          <a:bodyPr/>
          <a:lstStyle/>
          <a:p>
            <a:pPr algn="ctr" eaLnBrk="1" hangingPunct="1"/>
            <a:r>
              <a:rPr lang="en-US" altLang="en-US" sz="4000" b="1" smtClean="0"/>
              <a:t>Memory Representation in Strings</a:t>
            </a:r>
            <a:endParaRPr lang="en-US" altLang="en-US" sz="4000" smtClean="0">
              <a:latin typeface="Arial Rounded MT Bold" pitchFamily="34" charset="0"/>
            </a:endParaRPr>
          </a:p>
        </p:txBody>
      </p:sp>
      <p:pic>
        <p:nvPicPr>
          <p:cNvPr id="28676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598488" cy="1033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677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80863" y="5816600"/>
            <a:ext cx="238125" cy="102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678" name="Slide Number Placeholder 7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itchFamily="34" charset="0"/>
              <a:buChar char=" "/>
              <a:defRPr sz="2000">
                <a:solidFill>
                  <a:srgbClr val="404040"/>
                </a:solidFill>
                <a:latin typeface="Calibri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2800">
                <a:solidFill>
                  <a:srgbClr val="404040"/>
                </a:solidFill>
                <a:latin typeface="Calibri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2BBF9450-9391-426E-B0CA-6BD0A2BEC94E}" type="slidenum">
              <a:rPr lang="en-US" altLang="en-US" sz="1000">
                <a:solidFill>
                  <a:schemeClr val="tx2"/>
                </a:solidFill>
              </a:rPr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7</a:t>
            </a:fld>
            <a:endParaRPr lang="en-US" altLang="en-US" sz="1000">
              <a:solidFill>
                <a:schemeClr val="tx2"/>
              </a:solidFill>
            </a:endParaRPr>
          </a:p>
        </p:txBody>
      </p:sp>
      <p:pic>
        <p:nvPicPr>
          <p:cNvPr id="28679" name="Picture 9" descr="string_representation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2688" y="1039813"/>
            <a:ext cx="5980112" cy="2333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683" name="Rectangle 11"/>
          <p:cNvSpPr>
            <a:spLocks noChangeArrowheads="1"/>
          </p:cNvSpPr>
          <p:nvPr/>
        </p:nvSpPr>
        <p:spPr bwMode="auto">
          <a:xfrm>
            <a:off x="4090988" y="3530600"/>
            <a:ext cx="7532687" cy="101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just">
              <a:defRPr/>
            </a:pPr>
            <a:r>
              <a:rPr lang="en-US" sz="2000" dirty="0">
                <a:solidFill>
                  <a:srgbClr val="000000"/>
                </a:solidFill>
                <a:latin typeface="+mn-lt"/>
              </a:rPr>
              <a:t>If you do not place null character at the end of string, the C compiler automatically places the '\0' at the end of the string when it initializes the array. If we print above mentioned string in C:</a:t>
            </a:r>
            <a:r>
              <a:rPr lang="en-US" sz="2000" dirty="0">
                <a:latin typeface="+mn-lt"/>
              </a:rPr>
              <a:t> </a:t>
            </a:r>
          </a:p>
        </p:txBody>
      </p:sp>
      <p:sp>
        <p:nvSpPr>
          <p:cNvPr id="28684" name="Rectangle 12"/>
          <p:cNvSpPr>
            <a:spLocks noChangeArrowheads="1"/>
          </p:cNvSpPr>
          <p:nvPr/>
        </p:nvSpPr>
        <p:spPr bwMode="auto">
          <a:xfrm>
            <a:off x="4151313" y="4468813"/>
            <a:ext cx="4214812" cy="2554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457056" rIns="0" anchor="ctr">
            <a:spAutoFit/>
          </a:bodyPr>
          <a:lstStyle/>
          <a:p>
            <a:pPr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  <a:defRPr/>
            </a:pPr>
            <a:r>
              <a:rPr lang="en-US" sz="2000" dirty="0">
                <a:latin typeface="+mn-lt"/>
              </a:rPr>
              <a:t>#include &lt;</a:t>
            </a:r>
            <a:r>
              <a:rPr lang="en-US" sz="2000" dirty="0" err="1">
                <a:latin typeface="+mn-lt"/>
              </a:rPr>
              <a:t>stdio.h</a:t>
            </a:r>
            <a:r>
              <a:rPr lang="en-US" sz="2000" dirty="0">
                <a:latin typeface="+mn-lt"/>
              </a:rPr>
              <a:t>&gt;</a:t>
            </a:r>
          </a:p>
          <a:p>
            <a:pPr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  <a:defRPr/>
            </a:pPr>
            <a:r>
              <a:rPr lang="en-US" sz="2000" dirty="0">
                <a:latin typeface="+mn-lt"/>
              </a:rPr>
              <a:t>int main () </a:t>
            </a:r>
          </a:p>
          <a:p>
            <a:pPr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  <a:defRPr/>
            </a:pPr>
            <a:r>
              <a:rPr lang="en-US" sz="2000" dirty="0">
                <a:latin typeface="+mn-lt"/>
              </a:rPr>
              <a:t>{</a:t>
            </a:r>
          </a:p>
          <a:p>
            <a:pPr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  <a:defRPr/>
            </a:pPr>
            <a:r>
              <a:rPr lang="en-US" sz="2000" dirty="0">
                <a:latin typeface="+mn-lt"/>
              </a:rPr>
              <a:t>char string[10] = {'H', 'e', 'l', 'l', 'o', '\0'};</a:t>
            </a:r>
          </a:p>
          <a:p>
            <a:pPr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  <a:defRPr/>
            </a:pPr>
            <a:r>
              <a:rPr lang="en-US" sz="2000" dirty="0" err="1">
                <a:latin typeface="+mn-lt"/>
              </a:rPr>
              <a:t>printf</a:t>
            </a:r>
            <a:r>
              <a:rPr lang="en-US" sz="2000" dirty="0">
                <a:latin typeface="+mn-lt"/>
              </a:rPr>
              <a:t>("Message is: %s\n", string);</a:t>
            </a:r>
          </a:p>
          <a:p>
            <a:pPr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  <a:defRPr/>
            </a:pPr>
            <a:r>
              <a:rPr lang="en-US" sz="2000" dirty="0">
                <a:latin typeface="+mn-lt"/>
              </a:rPr>
              <a:t>   return 0;</a:t>
            </a:r>
          </a:p>
          <a:p>
            <a:pPr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  <a:defRPr/>
            </a:pPr>
            <a:r>
              <a:rPr lang="en-US" sz="2000" dirty="0">
                <a:latin typeface="+mn-lt"/>
              </a:rPr>
              <a:t>}</a:t>
            </a:r>
          </a:p>
        </p:txBody>
      </p:sp>
      <p:pic>
        <p:nvPicPr>
          <p:cNvPr id="28682" name="Picture 1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4188" y="4519613"/>
            <a:ext cx="3943350" cy="1358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C7BBA6"/>
            </a:gs>
            <a:gs pos="74001">
              <a:srgbClr val="F3A98F"/>
            </a:gs>
            <a:gs pos="83000">
              <a:srgbClr val="F3A98F"/>
            </a:gs>
            <a:gs pos="100000">
              <a:srgbClr val="F7C6B4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4130675" y="0"/>
            <a:ext cx="8061325" cy="685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94175" y="220663"/>
            <a:ext cx="7997825" cy="6648450"/>
          </a:xfrm>
        </p:spPr>
        <p:txBody>
          <a:bodyPr rtlCol="0">
            <a:normAutofit/>
          </a:bodyPr>
          <a:lstStyle/>
          <a:p>
            <a:pPr>
              <a:defRPr/>
            </a:pPr>
            <a:r>
              <a:rPr lang="en-US" dirty="0"/>
              <a:t>Input function </a:t>
            </a:r>
            <a:r>
              <a:rPr lang="en-US" dirty="0" err="1"/>
              <a:t>scanf</a:t>
            </a:r>
            <a:r>
              <a:rPr lang="en-US" dirty="0"/>
              <a:t>() can be used with </a:t>
            </a:r>
            <a:r>
              <a:rPr lang="en-US" b="1" dirty="0"/>
              <a:t>%s</a:t>
            </a:r>
            <a:r>
              <a:rPr lang="en-US" dirty="0"/>
              <a:t> format specifier to read a string input from the terminal. But there is one problem with </a:t>
            </a:r>
            <a:r>
              <a:rPr lang="en-US" dirty="0" err="1"/>
              <a:t>scanf</a:t>
            </a:r>
            <a:r>
              <a:rPr lang="en-US" dirty="0"/>
              <a:t>() function, it terminates its input on the first  white space it encounters. Therefore if you try to read an input string "Hello World“ using </a:t>
            </a:r>
            <a:r>
              <a:rPr lang="en-US" dirty="0" err="1"/>
              <a:t>scanf</a:t>
            </a:r>
            <a:r>
              <a:rPr lang="en-US" dirty="0"/>
              <a:t>() function, it will only read </a:t>
            </a:r>
            <a:r>
              <a:rPr lang="en-US" b="1" dirty="0"/>
              <a:t>Hello</a:t>
            </a:r>
            <a:r>
              <a:rPr lang="en-US" dirty="0"/>
              <a:t> and terminate after encountering white spaces.</a:t>
            </a:r>
          </a:p>
          <a:p>
            <a:pPr>
              <a:defRPr/>
            </a:pPr>
            <a:endParaRPr lang="en-US" b="1" dirty="0"/>
          </a:p>
          <a:p>
            <a:pPr marL="91440" indent="-91440" eaLnBrk="1" fontAlgn="auto" hangingPunct="1">
              <a:defRPr/>
            </a:pP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9700" name="Text Placeholder 3"/>
          <p:cNvSpPr>
            <a:spLocks noGrp="1"/>
          </p:cNvSpPr>
          <p:nvPr>
            <p:ph type="body" sz="half" idx="2"/>
          </p:nvPr>
        </p:nvSpPr>
        <p:spPr>
          <a:xfrm>
            <a:off x="-157163" y="2365375"/>
            <a:ext cx="4298951" cy="3379788"/>
          </a:xfrm>
        </p:spPr>
        <p:txBody>
          <a:bodyPr/>
          <a:lstStyle/>
          <a:p>
            <a:pPr algn="ctr" eaLnBrk="1" hangingPunct="1"/>
            <a:r>
              <a:rPr lang="en-US" altLang="en-US" sz="3600" b="1" smtClean="0"/>
              <a:t> String Input and Output function</a:t>
            </a:r>
            <a:endParaRPr lang="en-IN" altLang="en-US" sz="3600" smtClean="0">
              <a:latin typeface="Arial Rounded MT Bold" pitchFamily="34" charset="0"/>
            </a:endParaRPr>
          </a:p>
        </p:txBody>
      </p:sp>
      <p:pic>
        <p:nvPicPr>
          <p:cNvPr id="29701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598488" cy="1033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702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80863" y="5816600"/>
            <a:ext cx="238125" cy="102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703" name="Slide Number Placeholder 6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itchFamily="34" charset="0"/>
              <a:buChar char=" "/>
              <a:defRPr sz="2000">
                <a:solidFill>
                  <a:srgbClr val="404040"/>
                </a:solidFill>
                <a:latin typeface="Calibri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2800">
                <a:solidFill>
                  <a:srgbClr val="404040"/>
                </a:solidFill>
                <a:latin typeface="Calibri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723B4AEA-27A4-41AA-B83A-0EFF08DBDE66}" type="slidenum">
              <a:rPr lang="en-US" altLang="en-US" sz="1000">
                <a:solidFill>
                  <a:schemeClr val="tx2"/>
                </a:solidFill>
              </a:rPr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8</a:t>
            </a:fld>
            <a:endParaRPr lang="en-US" altLang="en-US" sz="1000">
              <a:solidFill>
                <a:schemeClr val="tx2"/>
              </a:solidFill>
            </a:endParaRPr>
          </a:p>
        </p:txBody>
      </p:sp>
      <p:sp>
        <p:nvSpPr>
          <p:cNvPr id="29704" name="AutoShape 14" descr="String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itchFamily="34" charset="0"/>
              <a:buChar char=" "/>
              <a:defRPr sz="2000">
                <a:solidFill>
                  <a:srgbClr val="404040"/>
                </a:solidFill>
                <a:latin typeface="Calibri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2800">
                <a:solidFill>
                  <a:srgbClr val="404040"/>
                </a:solidFill>
                <a:latin typeface="Calibri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800">
              <a:solidFill>
                <a:schemeClr val="tx1"/>
              </a:solidFill>
              <a:latin typeface="Arial" pitchFamily="34" charset="0"/>
            </a:endParaRPr>
          </a:p>
        </p:txBody>
      </p:sp>
      <p:sp>
        <p:nvSpPr>
          <p:cNvPr id="29705" name="AutoShape 16" descr="String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itchFamily="34" charset="0"/>
              <a:buChar char=" "/>
              <a:defRPr sz="2000">
                <a:solidFill>
                  <a:srgbClr val="404040"/>
                </a:solidFill>
                <a:latin typeface="Calibri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2800">
                <a:solidFill>
                  <a:srgbClr val="404040"/>
                </a:solidFill>
                <a:latin typeface="Calibri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800">
              <a:solidFill>
                <a:schemeClr val="tx1"/>
              </a:solidFill>
              <a:latin typeface="Arial" pitchFamily="34" charset="0"/>
            </a:endParaRPr>
          </a:p>
        </p:txBody>
      </p:sp>
      <p:pic>
        <p:nvPicPr>
          <p:cNvPr id="29706" name="Picture 18" descr="How to handle string in c language more carefully which functions ...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70538" y="1965325"/>
            <a:ext cx="5686425" cy="420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2450" y="1739900"/>
            <a:ext cx="3200400" cy="2286000"/>
          </a:xfrm>
        </p:spPr>
        <p:txBody>
          <a:bodyPr/>
          <a:lstStyle/>
          <a:p>
            <a:pPr algn="ctr">
              <a:defRPr/>
            </a:pPr>
            <a:r>
              <a:rPr lang="en-US" b="1" dirty="0"/>
              <a:t>How to read  a line of text?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10038" y="0"/>
            <a:ext cx="8081962" cy="6858000"/>
          </a:xfrm>
          <a:solidFill>
            <a:schemeClr val="accent1">
              <a:lumMod val="40000"/>
              <a:lumOff val="60000"/>
            </a:schemeClr>
          </a:solidFill>
        </p:spPr>
        <p:txBody>
          <a:bodyPr/>
          <a:lstStyle/>
          <a:p>
            <a:pPr>
              <a:defRPr/>
            </a:pPr>
            <a:endParaRPr lang="en-US" dirty="0"/>
          </a:p>
          <a:p>
            <a:pPr>
              <a:defRPr/>
            </a:pPr>
            <a:r>
              <a:rPr lang="en-US" dirty="0">
                <a:solidFill>
                  <a:schemeClr val="tx1"/>
                </a:solidFill>
              </a:rPr>
              <a:t>You can use the gets() function to read a line of string. And, you can use puts() to display the string.</a:t>
            </a:r>
          </a:p>
          <a:p>
            <a:pPr>
              <a:defRPr/>
            </a:pPr>
            <a:r>
              <a:rPr lang="en-US" b="1" dirty="0">
                <a:solidFill>
                  <a:schemeClr val="tx1"/>
                </a:solidFill>
              </a:rPr>
              <a:t>Example1 : gets() and puts()</a:t>
            </a:r>
          </a:p>
          <a:p>
            <a:pPr>
              <a:defRPr/>
            </a:pPr>
            <a:r>
              <a:rPr lang="en-US" dirty="0">
                <a:solidFill>
                  <a:schemeClr val="tx1"/>
                </a:solidFill>
              </a:rPr>
              <a:t>#include &lt;</a:t>
            </a:r>
            <a:r>
              <a:rPr lang="en-US" dirty="0" err="1">
                <a:solidFill>
                  <a:schemeClr val="tx1"/>
                </a:solidFill>
              </a:rPr>
              <a:t>stdio.h</a:t>
            </a:r>
            <a:r>
              <a:rPr lang="en-US" dirty="0">
                <a:solidFill>
                  <a:schemeClr val="tx1"/>
                </a:solidFill>
              </a:rPr>
              <a:t>&gt;</a:t>
            </a:r>
          </a:p>
          <a:p>
            <a:pPr>
              <a:defRPr/>
            </a:pPr>
            <a:r>
              <a:rPr lang="en-US" dirty="0">
                <a:solidFill>
                  <a:schemeClr val="tx1"/>
                </a:solidFill>
              </a:rPr>
              <a:t>int main()</a:t>
            </a:r>
          </a:p>
          <a:p>
            <a:pPr>
              <a:defRPr/>
            </a:pPr>
            <a:r>
              <a:rPr lang="en-US" dirty="0">
                <a:solidFill>
                  <a:schemeClr val="tx1"/>
                </a:solidFill>
              </a:rPr>
              <a:t>{ </a:t>
            </a:r>
          </a:p>
          <a:p>
            <a:pPr>
              <a:defRPr/>
            </a:pPr>
            <a:r>
              <a:rPr lang="en-US" dirty="0">
                <a:solidFill>
                  <a:schemeClr val="tx1"/>
                </a:solidFill>
              </a:rPr>
              <a:t>   char name[30]; </a:t>
            </a:r>
          </a:p>
          <a:p>
            <a:pPr>
              <a:defRPr/>
            </a:pPr>
            <a:r>
              <a:rPr lang="en-US" dirty="0">
                <a:solidFill>
                  <a:schemeClr val="tx1"/>
                </a:solidFill>
              </a:rPr>
              <a:t>   </a:t>
            </a:r>
            <a:r>
              <a:rPr lang="en-US" dirty="0" err="1">
                <a:solidFill>
                  <a:schemeClr val="tx1"/>
                </a:solidFill>
              </a:rPr>
              <a:t>printf</a:t>
            </a:r>
            <a:r>
              <a:rPr lang="en-US" dirty="0">
                <a:solidFill>
                  <a:schemeClr val="tx1"/>
                </a:solidFill>
              </a:rPr>
              <a:t>("Enter name: ");  </a:t>
            </a:r>
          </a:p>
          <a:p>
            <a:pPr>
              <a:defRPr/>
            </a:pPr>
            <a:r>
              <a:rPr lang="en-US" dirty="0">
                <a:solidFill>
                  <a:schemeClr val="tx1"/>
                </a:solidFill>
              </a:rPr>
              <a:t>   gets(name, </a:t>
            </a:r>
            <a:r>
              <a:rPr lang="en-US" dirty="0" err="1">
                <a:solidFill>
                  <a:schemeClr val="tx1"/>
                </a:solidFill>
              </a:rPr>
              <a:t>sizeof</a:t>
            </a:r>
            <a:r>
              <a:rPr lang="en-US" dirty="0">
                <a:solidFill>
                  <a:schemeClr val="tx1"/>
                </a:solidFill>
              </a:rPr>
              <a:t>(name), </a:t>
            </a:r>
            <a:r>
              <a:rPr lang="en-US" dirty="0" err="1">
                <a:solidFill>
                  <a:schemeClr val="tx1"/>
                </a:solidFill>
              </a:rPr>
              <a:t>stdin</a:t>
            </a:r>
            <a:r>
              <a:rPr lang="en-US" dirty="0">
                <a:solidFill>
                  <a:schemeClr val="tx1"/>
                </a:solidFill>
              </a:rPr>
              <a:t>);  // read string   </a:t>
            </a:r>
          </a:p>
          <a:p>
            <a:pPr>
              <a:defRPr/>
            </a:pPr>
            <a:r>
              <a:rPr lang="en-US" dirty="0">
                <a:solidFill>
                  <a:schemeClr val="tx1"/>
                </a:solidFill>
              </a:rPr>
              <a:t>   </a:t>
            </a:r>
            <a:r>
              <a:rPr lang="en-US" dirty="0" err="1">
                <a:solidFill>
                  <a:schemeClr val="tx1"/>
                </a:solidFill>
              </a:rPr>
              <a:t>printf</a:t>
            </a:r>
            <a:r>
              <a:rPr lang="en-US" dirty="0">
                <a:solidFill>
                  <a:schemeClr val="tx1"/>
                </a:solidFill>
              </a:rPr>
              <a:t>("Name: "); </a:t>
            </a:r>
          </a:p>
          <a:p>
            <a:pPr>
              <a:defRPr/>
            </a:pPr>
            <a:r>
              <a:rPr lang="en-US" dirty="0">
                <a:solidFill>
                  <a:schemeClr val="tx1"/>
                </a:solidFill>
              </a:rPr>
              <a:t>   puts(name);    // display string </a:t>
            </a:r>
          </a:p>
          <a:p>
            <a:pPr>
              <a:defRPr/>
            </a:pPr>
            <a:r>
              <a:rPr lang="en-US" dirty="0">
                <a:solidFill>
                  <a:schemeClr val="tx1"/>
                </a:solidFill>
              </a:rPr>
              <a:t>   return 0;</a:t>
            </a:r>
          </a:p>
          <a:p>
            <a:pPr>
              <a:defRPr/>
            </a:pPr>
            <a:r>
              <a:rPr lang="en-US" dirty="0">
                <a:solidFill>
                  <a:schemeClr val="tx1"/>
                </a:solidFill>
              </a:rPr>
              <a:t>}</a:t>
            </a:r>
          </a:p>
          <a:p>
            <a:pPr>
              <a:defRPr/>
            </a:pPr>
            <a:endParaRPr lang="en-US" dirty="0"/>
          </a:p>
        </p:txBody>
      </p:sp>
      <p:sp>
        <p:nvSpPr>
          <p:cNvPr id="30724" name="Slide Number Placeholder 4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itchFamily="34" charset="0"/>
              <a:buChar char=" "/>
              <a:defRPr sz="2000">
                <a:solidFill>
                  <a:srgbClr val="404040"/>
                </a:solidFill>
                <a:latin typeface="Calibri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2800">
                <a:solidFill>
                  <a:srgbClr val="404040"/>
                </a:solidFill>
                <a:latin typeface="Calibri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CF194BE5-F2C0-4AF9-AE99-AE02EB46C888}" type="slidenum">
              <a:rPr lang="en-US" altLang="en-US" sz="1000">
                <a:solidFill>
                  <a:schemeClr val="tx2"/>
                </a:solidFill>
              </a:rPr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9</a:t>
            </a:fld>
            <a:endParaRPr lang="en-US" altLang="en-US" sz="100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F7C6B4"/>
            </a:gs>
            <a:gs pos="3999">
              <a:srgbClr val="F3A98F"/>
            </a:gs>
            <a:gs pos="100000">
              <a:srgbClr val="F3A98F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2292350"/>
            <a:ext cx="3916363" cy="3378200"/>
          </a:xfrm>
        </p:spPr>
        <p:txBody>
          <a:bodyPr/>
          <a:lstStyle/>
          <a:p>
            <a:pPr algn="ctr" eaLnBrk="1" hangingPunct="1"/>
            <a:r>
              <a:rPr lang="en-US" altLang="en-US" sz="3600" smtClean="0">
                <a:latin typeface="Arial Rounded MT Bold" pitchFamily="34" charset="0"/>
              </a:rPr>
              <a:t>Example of string</a:t>
            </a:r>
          </a:p>
        </p:txBody>
      </p:sp>
      <p:pic>
        <p:nvPicPr>
          <p:cNvPr id="31747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598488" cy="1033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1748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80863" y="5816600"/>
            <a:ext cx="238125" cy="102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749" name="Rectangle 7"/>
          <p:cNvSpPr>
            <a:spLocks noChangeArrowheads="1"/>
          </p:cNvSpPr>
          <p:nvPr/>
        </p:nvSpPr>
        <p:spPr bwMode="auto">
          <a:xfrm>
            <a:off x="4195763" y="0"/>
            <a:ext cx="7996237" cy="772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itchFamily="34" charset="0"/>
              <a:buChar char=" "/>
              <a:defRPr sz="2000">
                <a:solidFill>
                  <a:srgbClr val="404040"/>
                </a:solidFill>
                <a:latin typeface="Calibri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2800">
                <a:solidFill>
                  <a:srgbClr val="404040"/>
                </a:solidFill>
                <a:latin typeface="Calibri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b="1">
                <a:solidFill>
                  <a:schemeClr val="tx1"/>
                </a:solidFill>
                <a:latin typeface="Arial" pitchFamily="34" charset="0"/>
              </a:rPr>
              <a:t>Example2: Concatenate Two Strings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>
                <a:solidFill>
                  <a:schemeClr val="tx1"/>
                </a:solidFill>
                <a:latin typeface="Arial" pitchFamily="34" charset="0"/>
              </a:rPr>
              <a:t>#include &lt;stdio.h&gt;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>
                <a:solidFill>
                  <a:schemeClr val="tx1"/>
                </a:solidFill>
                <a:latin typeface="Arial" pitchFamily="34" charset="0"/>
              </a:rPr>
              <a:t>int main()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>
                <a:solidFill>
                  <a:schemeClr val="tx1"/>
                </a:solidFill>
                <a:latin typeface="Arial" pitchFamily="34" charset="0"/>
              </a:rPr>
              <a:t> {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>
                <a:solidFill>
                  <a:schemeClr val="tx1"/>
                </a:solidFill>
                <a:latin typeface="Arial" pitchFamily="34" charset="0"/>
              </a:rPr>
              <a:t>  char s1[100] = "programming ", s2[] = "is awesome";  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>
                <a:solidFill>
                  <a:schemeClr val="tx1"/>
                </a:solidFill>
                <a:latin typeface="Arial" pitchFamily="34" charset="0"/>
              </a:rPr>
              <a:t>  int length, j;   // store length of s1 in the length variable                length = 0;  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>
                <a:solidFill>
                  <a:schemeClr val="tx1"/>
                </a:solidFill>
                <a:latin typeface="Arial" pitchFamily="34" charset="0"/>
              </a:rPr>
              <a:t>while (s1[length] != '\0') 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>
                <a:solidFill>
                  <a:schemeClr val="tx1"/>
                </a:solidFill>
                <a:latin typeface="Arial" pitchFamily="34" charset="0"/>
              </a:rPr>
              <a:t>{ 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>
                <a:solidFill>
                  <a:schemeClr val="tx1"/>
                </a:solidFill>
                <a:latin typeface="Arial" pitchFamily="34" charset="0"/>
              </a:rPr>
              <a:t>   ++length;  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>
                <a:solidFill>
                  <a:schemeClr val="tx1"/>
                </a:solidFill>
                <a:latin typeface="Arial" pitchFamily="34" charset="0"/>
              </a:rPr>
              <a:t>}   // concatenate s2 to s1  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>
              <a:solidFill>
                <a:schemeClr val="tx1"/>
              </a:solidFill>
              <a:latin typeface="Arial" pitchFamily="34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>
                <a:solidFill>
                  <a:schemeClr val="tx1"/>
                </a:solidFill>
                <a:latin typeface="Arial" pitchFamily="34" charset="0"/>
              </a:rPr>
              <a:t>for (j = 0; s2[j] != '\0'; ++j, ++length)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>
                <a:solidFill>
                  <a:schemeClr val="tx1"/>
                </a:solidFill>
                <a:latin typeface="Arial" pitchFamily="34" charset="0"/>
              </a:rPr>
              <a:t> { 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>
                <a:solidFill>
                  <a:schemeClr val="tx1"/>
                </a:solidFill>
                <a:latin typeface="Arial" pitchFamily="34" charset="0"/>
              </a:rPr>
              <a:t>   s1[length] = s2[j]; 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>
                <a:solidFill>
                  <a:schemeClr val="tx1"/>
                </a:solidFill>
                <a:latin typeface="Arial" pitchFamily="34" charset="0"/>
              </a:rPr>
              <a:t> }   // terminating the s1 string 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>
                <a:solidFill>
                  <a:schemeClr val="tx1"/>
                </a:solidFill>
                <a:latin typeface="Arial" pitchFamily="34" charset="0"/>
              </a:rPr>
              <a:t>  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>
                <a:solidFill>
                  <a:schemeClr val="tx1"/>
                </a:solidFill>
                <a:latin typeface="Arial" pitchFamily="34" charset="0"/>
              </a:rPr>
              <a:t>  s1[length] = '\0';  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>
                <a:solidFill>
                  <a:schemeClr val="tx1"/>
                </a:solidFill>
                <a:latin typeface="Arial" pitchFamily="34" charset="0"/>
              </a:rPr>
              <a:t>  printf("After concatenation: ");  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>
                <a:solidFill>
                  <a:schemeClr val="tx1"/>
                </a:solidFill>
                <a:latin typeface="Arial" pitchFamily="34" charset="0"/>
              </a:rPr>
              <a:t>  puts(s1); 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>
                <a:solidFill>
                  <a:schemeClr val="tx1"/>
                </a:solidFill>
                <a:latin typeface="Arial" pitchFamily="34" charset="0"/>
              </a:rPr>
              <a:t>  return 0;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>
                <a:solidFill>
                  <a:schemeClr val="tx1"/>
                </a:solidFill>
                <a:latin typeface="Arial" pitchFamily="34" charset="0"/>
              </a:rPr>
              <a:t>} </a:t>
            </a:r>
            <a:endParaRPr lang="en-US" altLang="en-US" b="1">
              <a:solidFill>
                <a:schemeClr val="tx1"/>
              </a:solidFill>
              <a:latin typeface="Arial" pitchFamily="34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>
                <a:solidFill>
                  <a:schemeClr val="tx1"/>
                </a:solidFill>
              </a:rPr>
              <a:t/>
            </a:r>
            <a:br>
              <a:rPr lang="en-US" altLang="en-US">
                <a:solidFill>
                  <a:schemeClr val="tx1"/>
                </a:solidFill>
              </a:rPr>
            </a:br>
            <a:r>
              <a:rPr lang="en-US" altLang="en-US" sz="1800">
                <a:solidFill>
                  <a:schemeClr val="tx1"/>
                </a:solidFill>
              </a:rPr>
              <a:t/>
            </a:r>
            <a:br>
              <a:rPr lang="en-US" altLang="en-US" sz="1800">
                <a:solidFill>
                  <a:schemeClr val="tx1"/>
                </a:solidFill>
              </a:rPr>
            </a:br>
            <a:endParaRPr lang="en-US" altLang="en-US" sz="1800">
              <a:solidFill>
                <a:schemeClr val="tx1"/>
              </a:solidFill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8156575" y="5338763"/>
            <a:ext cx="3730625" cy="1117600"/>
          </a:xfrm>
        </p:spPr>
        <p:txBody>
          <a:bodyPr rtlCol="0"/>
          <a:lstStyle/>
          <a:p>
            <a:pPr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Here, two strings s1 and s2 and concatenated and the result is stored in s1.</a:t>
            </a:r>
          </a:p>
          <a:p>
            <a:pPr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It's important to note that the length of s1 should be sufficient to hold the string after concatenation.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050" dirty="0">
              <a:latin typeface="+mn-lt"/>
              <a:ea typeface="+mn-ea"/>
              <a:cs typeface="+mn-cs"/>
            </a:endParaRPr>
          </a:p>
        </p:txBody>
      </p:sp>
      <p:pic>
        <p:nvPicPr>
          <p:cNvPr id="31751" name="Picture 9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9750" y="2028825"/>
            <a:ext cx="4032250" cy="261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FEF6F6"/>
            </a:gs>
            <a:gs pos="74001">
              <a:srgbClr val="F8AEAE"/>
            </a:gs>
            <a:gs pos="83000">
              <a:srgbClr val="F8AEAE"/>
            </a:gs>
            <a:gs pos="100000">
              <a:srgbClr val="FAC9C9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8639175" y="3690938"/>
            <a:ext cx="2822575" cy="2574925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N" dirty="0"/>
              <a:t>Use gets and puts functions for input  a string </a:t>
            </a:r>
          </a:p>
        </p:txBody>
      </p:sp>
      <p:sp>
        <p:nvSpPr>
          <p:cNvPr id="3" name="Rectangle 2"/>
          <p:cNvSpPr/>
          <p:nvPr/>
        </p:nvSpPr>
        <p:spPr>
          <a:xfrm>
            <a:off x="4716463" y="3678238"/>
            <a:ext cx="3143250" cy="2627312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4979988" y="1890713"/>
            <a:ext cx="2849562" cy="38004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/>
          </a:p>
        </p:txBody>
      </p:sp>
      <p:sp>
        <p:nvSpPr>
          <p:cNvPr id="32773" name="TextBox 7"/>
          <p:cNvSpPr txBox="1">
            <a:spLocks noChangeArrowheads="1"/>
          </p:cNvSpPr>
          <p:nvPr/>
        </p:nvSpPr>
        <p:spPr bwMode="auto">
          <a:xfrm>
            <a:off x="887413" y="3613150"/>
            <a:ext cx="29210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9pPr>
          </a:lstStyle>
          <a:p>
            <a:pPr algn="ctr" eaLnBrk="1" hangingPunct="1"/>
            <a:r>
              <a:rPr lang="en-US" altLang="en-US" sz="4000">
                <a:latin typeface="Arial Rounded MT Bold" pitchFamily="34" charset="0"/>
              </a:rPr>
              <a:t>SUMMARY</a:t>
            </a:r>
            <a:endParaRPr lang="en-IN" altLang="en-US" sz="4000">
              <a:latin typeface="Arial Rounded MT Bold" pitchFamily="34" charset="0"/>
            </a:endParaRPr>
          </a:p>
        </p:txBody>
      </p:sp>
      <p:sp>
        <p:nvSpPr>
          <p:cNvPr id="32774" name="TextBox 11"/>
          <p:cNvSpPr txBox="1">
            <a:spLocks noChangeArrowheads="1"/>
          </p:cNvSpPr>
          <p:nvPr/>
        </p:nvSpPr>
        <p:spPr bwMode="auto">
          <a:xfrm>
            <a:off x="6029325" y="3721100"/>
            <a:ext cx="746125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9pPr>
          </a:lstStyle>
          <a:p>
            <a:pPr eaLnBrk="1" hangingPunct="1"/>
            <a:r>
              <a:rPr lang="en-US" altLang="en-US" sz="3600" b="1"/>
              <a:t>2.</a:t>
            </a:r>
            <a:endParaRPr lang="en-IN" altLang="en-US" sz="3600" b="1"/>
          </a:p>
        </p:txBody>
      </p:sp>
      <p:sp>
        <p:nvSpPr>
          <p:cNvPr id="32775" name="TextBox 12"/>
          <p:cNvSpPr txBox="1">
            <a:spLocks noChangeArrowheads="1"/>
          </p:cNvSpPr>
          <p:nvPr/>
        </p:nvSpPr>
        <p:spPr bwMode="auto">
          <a:xfrm>
            <a:off x="9820275" y="3748088"/>
            <a:ext cx="746125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9pPr>
          </a:lstStyle>
          <a:p>
            <a:pPr eaLnBrk="1" hangingPunct="1"/>
            <a:r>
              <a:rPr lang="en-US" altLang="en-US" sz="3600" b="1"/>
              <a:t>3.</a:t>
            </a:r>
            <a:endParaRPr lang="en-IN" altLang="en-US" sz="3600" b="1"/>
          </a:p>
        </p:txBody>
      </p:sp>
      <p:pic>
        <p:nvPicPr>
          <p:cNvPr id="32776" name="Picture 1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598488" cy="1033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2777" name="Picture 1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80863" y="5816600"/>
            <a:ext cx="238125" cy="102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Rectangle 15"/>
          <p:cNvSpPr/>
          <p:nvPr/>
        </p:nvSpPr>
        <p:spPr>
          <a:xfrm>
            <a:off x="6748463" y="836613"/>
            <a:ext cx="3143250" cy="2627312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just" eaLnBrk="1" hangingPunct="1">
              <a:defRPr/>
            </a:pPr>
            <a:r>
              <a:rPr lang="en-US" dirty="0"/>
              <a:t>A string in C is simply an array of characters ended with null character (‘\0’) This null character indicates the end of the string.</a:t>
            </a:r>
          </a:p>
        </p:txBody>
      </p:sp>
      <p:sp>
        <p:nvSpPr>
          <p:cNvPr id="32779" name="TextBox 17"/>
          <p:cNvSpPr txBox="1">
            <a:spLocks noChangeArrowheads="1"/>
          </p:cNvSpPr>
          <p:nvPr/>
        </p:nvSpPr>
        <p:spPr bwMode="auto">
          <a:xfrm>
            <a:off x="8061325" y="808038"/>
            <a:ext cx="744538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9pPr>
          </a:lstStyle>
          <a:p>
            <a:pPr eaLnBrk="1" hangingPunct="1"/>
            <a:r>
              <a:rPr lang="en-US" altLang="en-US" sz="3600" b="1"/>
              <a:t>1.</a:t>
            </a:r>
            <a:endParaRPr lang="en-IN" altLang="en-US" sz="3600" b="1"/>
          </a:p>
        </p:txBody>
      </p:sp>
      <p:sp>
        <p:nvSpPr>
          <p:cNvPr id="32780" name="Rectangle 14"/>
          <p:cNvSpPr>
            <a:spLocks noChangeArrowheads="1"/>
          </p:cNvSpPr>
          <p:nvPr/>
        </p:nvSpPr>
        <p:spPr bwMode="auto">
          <a:xfrm>
            <a:off x="5097463" y="4271963"/>
            <a:ext cx="2438400" cy="1754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9pPr>
          </a:lstStyle>
          <a:p>
            <a:pPr algn="just" eaLnBrk="1" hangingPunct="1"/>
            <a:r>
              <a:rPr lang="en-US" altLang="en-US"/>
              <a:t>Strings are always enclosed by double quotes. Whereas, character is enclosed by single   quotes in C.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FEF5F3"/>
            </a:gs>
            <a:gs pos="74001">
              <a:srgbClr val="F3A98F"/>
            </a:gs>
            <a:gs pos="83000">
              <a:srgbClr val="F3A98F"/>
            </a:gs>
            <a:gs pos="100000">
              <a:srgbClr val="F7C6B4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590550" y="1633538"/>
            <a:ext cx="3200400" cy="22860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latin typeface="Arial Rounded MT Bold" panose="020F0704030504030204" pitchFamily="34" charset="0"/>
              </a:rPr>
              <a:t>FREQUENTLY</a:t>
            </a:r>
            <a:br>
              <a:rPr lang="en-US" dirty="0">
                <a:latin typeface="Arial Rounded MT Bold" panose="020F0704030504030204" pitchFamily="34" charset="0"/>
              </a:rPr>
            </a:br>
            <a:r>
              <a:rPr lang="en-US" dirty="0">
                <a:latin typeface="Arial Rounded MT Bold" panose="020F0704030504030204" pitchFamily="34" charset="0"/>
              </a:rPr>
              <a:t>ASKED</a:t>
            </a:r>
            <a:br>
              <a:rPr lang="en-US" dirty="0">
                <a:latin typeface="Arial Rounded MT Bold" panose="020F0704030504030204" pitchFamily="34" charset="0"/>
              </a:rPr>
            </a:br>
            <a:r>
              <a:rPr lang="en-US" dirty="0">
                <a:latin typeface="Arial Rounded MT Bold" panose="020F0704030504030204" pitchFamily="34" charset="0"/>
              </a:rPr>
              <a:t>QUESTIONS</a:t>
            </a:r>
            <a:endParaRPr lang="en-IN" dirty="0">
              <a:latin typeface="Arial Rounded MT Bold" panose="020F07040305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359275" y="400050"/>
            <a:ext cx="7421563" cy="4678363"/>
          </a:xfrm>
          <a:prstGeom prst="rect">
            <a:avLst/>
          </a:prstGeom>
          <a:gradFill>
            <a:gsLst>
              <a:gs pos="37000">
                <a:srgbClr val="F9CFC1"/>
              </a:gs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>
            <a:spAutoFit/>
          </a:bodyPr>
          <a:lstStyle/>
          <a:p>
            <a:pPr marL="342900" indent="-342900" eaLnBrk="1" fontAlgn="auto" hangingPunct="1">
              <a:spcBef>
                <a:spcPts val="0"/>
              </a:spcBef>
              <a:spcAft>
                <a:spcPts val="0"/>
              </a:spcAft>
              <a:buFontTx/>
              <a:buAutoNum type="arabicPeriod"/>
              <a:defRPr/>
            </a:pPr>
            <a:endParaRPr lang="en-US" dirty="0">
              <a:latin typeface="Arial Rounded MT Bold" panose="020F0704030504030204" pitchFamily="34" charset="0"/>
              <a:ea typeface="+mn-ea"/>
              <a:cs typeface="+mn-cs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dirty="0">
                <a:solidFill>
                  <a:srgbClr val="C00000"/>
                </a:solidFill>
                <a:latin typeface="Arial Rounded MT Bold" panose="020F0704030504030204" pitchFamily="34" charset="0"/>
                <a:ea typeface="+mn-ea"/>
                <a:cs typeface="+mn-cs"/>
              </a:rPr>
              <a:t>                                         PROGRAMS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2000" dirty="0">
              <a:solidFill>
                <a:srgbClr val="C00000"/>
              </a:solidFill>
              <a:latin typeface="Arial Rounded MT Bold" panose="020F0704030504030204" pitchFamily="34" charset="0"/>
              <a:ea typeface="+mn-ea"/>
              <a:cs typeface="+mn-cs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dirty="0"/>
              <a:t>Q1 Write a C program to count no of lines, words and characters in a given text.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dirty="0"/>
              <a:t>Q2 C program to print all VOWEL and CONSONANT characters separately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dirty="0">
                <a:latin typeface="+mn-lt"/>
                <a:ea typeface="+mn-ea"/>
                <a:cs typeface="+mn-cs"/>
              </a:rPr>
              <a:t>Q3</a:t>
            </a:r>
            <a:r>
              <a:rPr lang="en-US" sz="2000" dirty="0">
                <a:solidFill>
                  <a:srgbClr val="C00000"/>
                </a:solidFill>
                <a:latin typeface="Arial Rounded MT Bold" panose="020F0704030504030204" pitchFamily="34" charset="0"/>
                <a:ea typeface="+mn-ea"/>
                <a:cs typeface="+mn-cs"/>
              </a:rPr>
              <a:t> </a:t>
            </a:r>
            <a:r>
              <a:rPr lang="en-US" sz="2000" dirty="0"/>
              <a:t>C program to count upper case, lower case and special characters in a string.</a:t>
            </a:r>
          </a:p>
          <a:p>
            <a:pPr eaLnBrk="1" hangingPunct="1">
              <a:defRPr/>
            </a:pPr>
            <a:r>
              <a:rPr lang="en-US" sz="2000" dirty="0"/>
              <a:t>Q4 </a:t>
            </a:r>
            <a:r>
              <a:rPr lang="en-US" sz="2000" b="1" dirty="0"/>
              <a:t>C program to print following pattern.</a:t>
            </a:r>
            <a:endParaRPr lang="en-US" sz="2000" dirty="0"/>
          </a:p>
          <a:p>
            <a:pPr eaLnBrk="1" hangingPunct="1">
              <a:defRPr/>
            </a:pPr>
            <a:r>
              <a:rPr lang="en-US" sz="2000" b="1" dirty="0"/>
              <a:t>             H  </a:t>
            </a:r>
          </a:p>
          <a:p>
            <a:pPr eaLnBrk="1" hangingPunct="1">
              <a:defRPr/>
            </a:pPr>
            <a:r>
              <a:rPr lang="en-US" sz="2000" b="1" dirty="0"/>
              <a:t>             He  </a:t>
            </a:r>
          </a:p>
          <a:p>
            <a:pPr eaLnBrk="1" hangingPunct="1">
              <a:defRPr/>
            </a:pPr>
            <a:r>
              <a:rPr lang="en-US" sz="2000" b="1" dirty="0"/>
              <a:t>             Hel </a:t>
            </a:r>
          </a:p>
          <a:p>
            <a:pPr eaLnBrk="1" hangingPunct="1">
              <a:defRPr/>
            </a:pPr>
            <a:r>
              <a:rPr lang="en-US" sz="2000" b="1" dirty="0"/>
              <a:t>             Hell  </a:t>
            </a:r>
          </a:p>
          <a:p>
            <a:pPr eaLnBrk="1" hangingPunct="1">
              <a:defRPr/>
            </a:pPr>
            <a:r>
              <a:rPr lang="en-US" sz="2000" b="1" dirty="0"/>
              <a:t>             Hello</a:t>
            </a:r>
            <a:endParaRPr lang="en-US" sz="2000" dirty="0">
              <a:solidFill>
                <a:srgbClr val="C00000"/>
              </a:solidFill>
              <a:latin typeface="Arial Rounded MT Bold" panose="020F0704030504030204" pitchFamily="34" charset="0"/>
              <a:ea typeface="+mn-ea"/>
              <a:cs typeface="+mn-cs"/>
            </a:endParaRPr>
          </a:p>
        </p:txBody>
      </p:sp>
      <p:pic>
        <p:nvPicPr>
          <p:cNvPr id="33796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598488" cy="1033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3797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80863" y="5816600"/>
            <a:ext cx="238125" cy="102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798" name="Slide Number Placeholder 5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itchFamily="34" charset="0"/>
              <a:buChar char=" "/>
              <a:defRPr sz="2000">
                <a:solidFill>
                  <a:srgbClr val="404040"/>
                </a:solidFill>
                <a:latin typeface="Calibri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2800">
                <a:solidFill>
                  <a:srgbClr val="404040"/>
                </a:solidFill>
                <a:latin typeface="Calibri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6141D67E-DBC4-4E32-B039-0A92F6D5ECF5}" type="slidenum">
              <a:rPr lang="en-US" altLang="en-US" sz="1000">
                <a:solidFill>
                  <a:schemeClr val="tx2"/>
                </a:solidFill>
              </a:rPr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12</a:t>
            </a:fld>
            <a:endParaRPr lang="en-US" altLang="en-US" sz="100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F4B39B"/>
            </a:gs>
            <a:gs pos="86000">
              <a:srgbClr val="F4B39B"/>
            </a:gs>
            <a:gs pos="100000">
              <a:srgbClr val="D9D9D9"/>
            </a:gs>
            <a:gs pos="100000">
              <a:srgbClr val="00000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213" y="1597025"/>
            <a:ext cx="3200400" cy="2286000"/>
          </a:xfrm>
        </p:spPr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dirty="0">
                <a:latin typeface="Arial Rounded MT Bold" panose="020F0704030504030204" pitchFamily="34" charset="0"/>
              </a:rPr>
              <a:t>UTILISE YOUR KNOWLEDGE TO ANSWER</a:t>
            </a:r>
            <a:endParaRPr lang="en-IN" dirty="0">
              <a:latin typeface="Arial Rounded MT Bold" panose="020F070403050403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79888" y="0"/>
            <a:ext cx="7829550" cy="6858000"/>
          </a:xfrm>
          <a:gradFill>
            <a:gsLst>
              <a:gs pos="92000">
                <a:schemeClr val="accent1">
                  <a:lumMod val="60000"/>
                  <a:lumOff val="40000"/>
                </a:schemeClr>
              </a:gs>
              <a:gs pos="37000">
                <a:schemeClr val="accent1">
                  <a:lumMod val="40000"/>
                  <a:lumOff val="60000"/>
                </a:schemeClr>
              </a:gs>
            </a:gsLst>
            <a:lin ang="5400000" scaled="1"/>
          </a:gradFill>
        </p:spPr>
        <p:txBody>
          <a:bodyPr rtlCol="0">
            <a:normAutofit fontScale="47500" lnSpcReduction="20000"/>
          </a:bodyPr>
          <a:lstStyle/>
          <a:p>
            <a:pPr marL="91440" indent="-91440" eaLnBrk="1" fontAlgn="auto" hangingPunct="1">
              <a:defRPr/>
            </a:pPr>
            <a:endParaRPr lang="en-US" sz="33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defRPr/>
            </a:pPr>
            <a:r>
              <a:rPr lang="en-US" sz="3300" dirty="0"/>
              <a:t>1 </a:t>
            </a:r>
            <a:r>
              <a:rPr lang="en-US" sz="3300" b="1" dirty="0"/>
              <a:t>What is the Format specifier used to print a String or Character array in C </a:t>
            </a:r>
            <a:r>
              <a:rPr lang="en-US" sz="3300" b="1" dirty="0" err="1"/>
              <a:t>Printf</a:t>
            </a:r>
            <a:r>
              <a:rPr lang="en-US" sz="3300" b="1" dirty="0"/>
              <a:t> or </a:t>
            </a:r>
            <a:r>
              <a:rPr lang="en-US" sz="3300" b="1" dirty="0" err="1"/>
              <a:t>Scanf</a:t>
            </a:r>
            <a:r>
              <a:rPr lang="en-US" sz="3300" b="1" dirty="0"/>
              <a:t> function.?</a:t>
            </a:r>
            <a:endParaRPr lang="en-US" sz="3300" dirty="0"/>
          </a:p>
          <a:p>
            <a:pPr>
              <a:defRPr/>
            </a:pPr>
            <a:r>
              <a:rPr lang="en-US" sz="3300" dirty="0"/>
              <a:t>A) %c</a:t>
            </a:r>
          </a:p>
          <a:p>
            <a:pPr>
              <a:defRPr/>
            </a:pPr>
            <a:r>
              <a:rPr lang="en-US" sz="3300" dirty="0"/>
              <a:t>B) %C</a:t>
            </a:r>
          </a:p>
          <a:p>
            <a:pPr>
              <a:defRPr/>
            </a:pPr>
            <a:r>
              <a:rPr lang="en-US" sz="3300" dirty="0"/>
              <a:t>C) %s</a:t>
            </a:r>
          </a:p>
          <a:p>
            <a:pPr>
              <a:defRPr/>
            </a:pPr>
            <a:r>
              <a:rPr lang="en-US" sz="3300" dirty="0"/>
              <a:t>D) %w</a:t>
            </a:r>
          </a:p>
          <a:p>
            <a:pPr>
              <a:defRPr/>
            </a:pPr>
            <a:r>
              <a:rPr lang="en-US" sz="3300" dirty="0"/>
              <a:t> </a:t>
            </a:r>
          </a:p>
          <a:p>
            <a:pPr>
              <a:defRPr/>
            </a:pPr>
            <a:r>
              <a:rPr lang="en-US" sz="3300" dirty="0"/>
              <a:t>2.</a:t>
            </a:r>
            <a:r>
              <a:rPr lang="en-US" sz="3300" b="1" dirty="0"/>
              <a:t> What is the output of C Program with Strings.? </a:t>
            </a:r>
            <a:endParaRPr lang="en-US" sz="3300" dirty="0"/>
          </a:p>
          <a:p>
            <a:pPr>
              <a:defRPr/>
            </a:pPr>
            <a:r>
              <a:rPr lang="en-US" sz="3300" b="1" dirty="0"/>
              <a:t>int main()</a:t>
            </a:r>
            <a:endParaRPr lang="en-US" sz="3300" dirty="0"/>
          </a:p>
          <a:p>
            <a:pPr>
              <a:defRPr/>
            </a:pPr>
            <a:r>
              <a:rPr lang="en-US" sz="3300" b="1" dirty="0"/>
              <a:t>{</a:t>
            </a:r>
            <a:endParaRPr lang="en-US" sz="3300" dirty="0"/>
          </a:p>
          <a:p>
            <a:pPr>
              <a:defRPr/>
            </a:pPr>
            <a:r>
              <a:rPr lang="en-US" sz="3300" b="1" dirty="0"/>
              <a:t>char </a:t>
            </a:r>
            <a:r>
              <a:rPr lang="en-US" sz="3300" b="1" dirty="0" err="1"/>
              <a:t>ary</a:t>
            </a:r>
            <a:r>
              <a:rPr lang="en-US" sz="3300" b="1" dirty="0"/>
              <a:t>[]="Discovery Channel"; </a:t>
            </a:r>
            <a:endParaRPr lang="en-US" sz="3300" dirty="0"/>
          </a:p>
          <a:p>
            <a:pPr>
              <a:defRPr/>
            </a:pPr>
            <a:r>
              <a:rPr lang="en-US" sz="3300" b="1" dirty="0" err="1"/>
              <a:t>printf</a:t>
            </a:r>
            <a:r>
              <a:rPr lang="en-US" sz="3300" b="1" dirty="0"/>
              <a:t>("%</a:t>
            </a:r>
            <a:r>
              <a:rPr lang="en-US" sz="3300" b="1" dirty="0" err="1"/>
              <a:t>s",ary</a:t>
            </a:r>
            <a:r>
              <a:rPr lang="en-US" sz="3300" b="1" dirty="0"/>
              <a:t>); </a:t>
            </a:r>
            <a:endParaRPr lang="en-US" sz="3300" dirty="0"/>
          </a:p>
          <a:p>
            <a:pPr>
              <a:defRPr/>
            </a:pPr>
            <a:r>
              <a:rPr lang="en-US" sz="3300" b="1" dirty="0"/>
              <a:t>return 0;</a:t>
            </a:r>
            <a:endParaRPr lang="en-US" sz="3300" dirty="0"/>
          </a:p>
          <a:p>
            <a:pPr>
              <a:defRPr/>
            </a:pPr>
            <a:r>
              <a:rPr lang="en-US" sz="3300" b="1" dirty="0"/>
              <a:t> } </a:t>
            </a:r>
            <a:endParaRPr lang="en-US" sz="3300" dirty="0"/>
          </a:p>
          <a:p>
            <a:pPr>
              <a:defRPr/>
            </a:pPr>
            <a:r>
              <a:rPr lang="en-US" sz="3300" dirty="0"/>
              <a:t>A) D</a:t>
            </a:r>
          </a:p>
          <a:p>
            <a:pPr>
              <a:defRPr/>
            </a:pPr>
            <a:r>
              <a:rPr lang="en-US" sz="3300" dirty="0"/>
              <a:t>B) Discovery Channel</a:t>
            </a:r>
          </a:p>
          <a:p>
            <a:pPr>
              <a:defRPr/>
            </a:pPr>
            <a:r>
              <a:rPr lang="en-US" sz="3300" dirty="0"/>
              <a:t>C) Discovery</a:t>
            </a:r>
          </a:p>
          <a:p>
            <a:pPr>
              <a:defRPr/>
            </a:pPr>
            <a:r>
              <a:rPr lang="en-US" sz="3300" dirty="0"/>
              <a:t>D) Compiler error</a:t>
            </a:r>
          </a:p>
          <a:p>
            <a:pPr>
              <a:defRPr/>
            </a:pPr>
            <a:r>
              <a:rPr lang="en-US" dirty="0"/>
              <a:t> </a:t>
            </a:r>
          </a:p>
          <a:p>
            <a:pPr marL="91440" indent="-91440" eaLnBrk="1" fontAlgn="auto" hangingPunct="1">
              <a:defRPr/>
            </a:pPr>
            <a:endParaRPr lang="en-IN" dirty="0">
              <a:solidFill>
                <a:schemeClr val="tx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34820" name="TextBox 4"/>
          <p:cNvSpPr txBox="1">
            <a:spLocks noChangeArrowheads="1"/>
          </p:cNvSpPr>
          <p:nvPr/>
        </p:nvSpPr>
        <p:spPr bwMode="auto">
          <a:xfrm>
            <a:off x="639763" y="3968750"/>
            <a:ext cx="3248025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itchFamily="34" charset="0"/>
              <a:buChar char=" "/>
              <a:defRPr sz="2000">
                <a:solidFill>
                  <a:srgbClr val="404040"/>
                </a:solidFill>
                <a:latin typeface="Calibri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2800">
                <a:solidFill>
                  <a:srgbClr val="404040"/>
                </a:solidFill>
                <a:latin typeface="Calibri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>
                <a:solidFill>
                  <a:schemeClr val="bg1"/>
                </a:solidFill>
              </a:rPr>
              <a:t>Let us see how much you have learned from the lecture and how effectively you can apply your knowledge…!!</a:t>
            </a:r>
            <a:endParaRPr lang="en-IN" altLang="en-US" sz="1800">
              <a:solidFill>
                <a:schemeClr val="bg1"/>
              </a:solidFill>
            </a:endParaRPr>
          </a:p>
        </p:txBody>
      </p:sp>
      <p:pic>
        <p:nvPicPr>
          <p:cNvPr id="34821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598488" cy="1033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4822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80863" y="5816600"/>
            <a:ext cx="238125" cy="102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4823" name="Slide Number Placeholder 6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itchFamily="34" charset="0"/>
              <a:buChar char=" "/>
              <a:defRPr sz="2000">
                <a:solidFill>
                  <a:srgbClr val="404040"/>
                </a:solidFill>
                <a:latin typeface="Calibri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2800">
                <a:solidFill>
                  <a:srgbClr val="404040"/>
                </a:solidFill>
                <a:latin typeface="Calibri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A974D3F7-784D-477F-908E-61EC1C2B6295}" type="slidenum">
              <a:rPr lang="en-US" altLang="en-US" sz="1000">
                <a:solidFill>
                  <a:schemeClr val="tx2"/>
                </a:solidFill>
              </a:rPr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13</a:t>
            </a:fld>
            <a:endParaRPr lang="en-US" altLang="en-US" sz="100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00000"/>
            </a:gs>
            <a:gs pos="5000">
              <a:srgbClr val="F4B39B"/>
            </a:gs>
            <a:gs pos="100000">
              <a:srgbClr val="F4B39B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7675" y="1651000"/>
            <a:ext cx="3200400" cy="2286000"/>
          </a:xfrm>
        </p:spPr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dirty="0">
                <a:latin typeface="Arial Rounded MT Bold" panose="020F0704030504030204" pitchFamily="34" charset="0"/>
              </a:rPr>
              <a:t>UTILISE YOUR KNOWLEDGE TO ANSWER</a:t>
            </a:r>
            <a:endParaRPr lang="en-IN" dirty="0">
              <a:latin typeface="Arial Rounded MT Bold" panose="020F070403050403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92575" y="0"/>
            <a:ext cx="8099425" cy="6858000"/>
          </a:xfrm>
          <a:gradFill>
            <a:gsLst>
              <a:gs pos="100000">
                <a:schemeClr val="accent1">
                  <a:lumMod val="60000"/>
                  <a:lumOff val="40000"/>
                </a:schemeClr>
              </a:gs>
              <a:gs pos="25000">
                <a:schemeClr val="accent1">
                  <a:lumMod val="40000"/>
                  <a:lumOff val="60000"/>
                </a:schemeClr>
              </a:gs>
            </a:gsLst>
            <a:lin ang="5400000" scaled="1"/>
          </a:gradFill>
        </p:spPr>
        <p:txBody>
          <a:bodyPr rtlCol="0">
            <a:normAutofit fontScale="25000" lnSpcReduction="20000"/>
          </a:bodyPr>
          <a:lstStyle/>
          <a:p>
            <a:pPr>
              <a:defRPr/>
            </a:pPr>
            <a:r>
              <a:rPr lang="en-US" sz="5600" dirty="0">
                <a:solidFill>
                  <a:schemeClr val="tx1"/>
                </a:solidFill>
              </a:rPr>
              <a:t>3 </a:t>
            </a:r>
            <a:r>
              <a:rPr lang="en-US" sz="5600" b="1" dirty="0">
                <a:solidFill>
                  <a:schemeClr val="tx1"/>
                </a:solidFill>
              </a:rPr>
              <a:t>What is the output of C Program with Strings.? </a:t>
            </a:r>
            <a:endParaRPr lang="en-US" sz="5600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sz="5600" b="1" dirty="0">
                <a:solidFill>
                  <a:schemeClr val="tx1"/>
                </a:solidFill>
              </a:rPr>
              <a:t>{</a:t>
            </a:r>
            <a:endParaRPr lang="en-US" sz="5600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sz="5600" b="1" dirty="0">
                <a:solidFill>
                  <a:schemeClr val="tx1"/>
                </a:solidFill>
              </a:rPr>
              <a:t> char </a:t>
            </a:r>
            <a:r>
              <a:rPr lang="en-US" sz="5600" b="1" dirty="0" err="1">
                <a:solidFill>
                  <a:schemeClr val="tx1"/>
                </a:solidFill>
              </a:rPr>
              <a:t>str</a:t>
            </a:r>
            <a:r>
              <a:rPr lang="en-US" sz="5600" b="1" dirty="0">
                <a:solidFill>
                  <a:schemeClr val="tx1"/>
                </a:solidFill>
              </a:rPr>
              <a:t>[]={'</a:t>
            </a:r>
            <a:r>
              <a:rPr lang="en-US" sz="5600" b="1" dirty="0" err="1">
                <a:solidFill>
                  <a:schemeClr val="tx1"/>
                </a:solidFill>
              </a:rPr>
              <a:t>g','l','o','b','e</a:t>
            </a:r>
            <a:r>
              <a:rPr lang="en-US" sz="5600" b="1" dirty="0">
                <a:solidFill>
                  <a:schemeClr val="tx1"/>
                </a:solidFill>
              </a:rPr>
              <a:t>'};</a:t>
            </a:r>
            <a:endParaRPr lang="en-US" sz="5600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sz="5600" b="1" dirty="0">
                <a:solidFill>
                  <a:schemeClr val="tx1"/>
                </a:solidFill>
              </a:rPr>
              <a:t> </a:t>
            </a:r>
            <a:r>
              <a:rPr lang="en-US" sz="5600" b="1" dirty="0" err="1">
                <a:solidFill>
                  <a:schemeClr val="tx1"/>
                </a:solidFill>
              </a:rPr>
              <a:t>printf</a:t>
            </a:r>
            <a:r>
              <a:rPr lang="en-US" sz="5600" b="1" dirty="0">
                <a:solidFill>
                  <a:schemeClr val="tx1"/>
                </a:solidFill>
              </a:rPr>
              <a:t>("%</a:t>
            </a:r>
            <a:r>
              <a:rPr lang="en-US" sz="5600" b="1" dirty="0" err="1">
                <a:solidFill>
                  <a:schemeClr val="tx1"/>
                </a:solidFill>
              </a:rPr>
              <a:t>s",str</a:t>
            </a:r>
            <a:r>
              <a:rPr lang="en-US" sz="5600" b="1" dirty="0">
                <a:solidFill>
                  <a:schemeClr val="tx1"/>
                </a:solidFill>
              </a:rPr>
              <a:t>); </a:t>
            </a:r>
            <a:endParaRPr lang="en-US" sz="5600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sz="5600" b="1" dirty="0">
                <a:solidFill>
                  <a:schemeClr val="tx1"/>
                </a:solidFill>
              </a:rPr>
              <a:t>return 0; </a:t>
            </a:r>
            <a:endParaRPr lang="en-US" sz="5600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sz="5600" b="1" dirty="0">
                <a:solidFill>
                  <a:schemeClr val="tx1"/>
                </a:solidFill>
              </a:rPr>
              <a:t> } </a:t>
            </a:r>
            <a:endParaRPr lang="en-US" sz="5600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sz="5600" dirty="0">
                <a:solidFill>
                  <a:schemeClr val="tx1"/>
                </a:solidFill>
              </a:rPr>
              <a:t>A) g</a:t>
            </a:r>
          </a:p>
          <a:p>
            <a:pPr>
              <a:defRPr/>
            </a:pPr>
            <a:r>
              <a:rPr lang="en-US" sz="5600" dirty="0">
                <a:solidFill>
                  <a:schemeClr val="tx1"/>
                </a:solidFill>
              </a:rPr>
              <a:t>B) globe</a:t>
            </a:r>
          </a:p>
          <a:p>
            <a:pPr>
              <a:defRPr/>
            </a:pPr>
            <a:r>
              <a:rPr lang="en-US" sz="5600" dirty="0">
                <a:solidFill>
                  <a:schemeClr val="tx1"/>
                </a:solidFill>
              </a:rPr>
              <a:t>C) globe\0</a:t>
            </a:r>
          </a:p>
          <a:p>
            <a:pPr>
              <a:defRPr/>
            </a:pPr>
            <a:r>
              <a:rPr lang="en-US" sz="5600" dirty="0">
                <a:solidFill>
                  <a:schemeClr val="tx1"/>
                </a:solidFill>
              </a:rPr>
              <a:t>D) None of the above</a:t>
            </a:r>
          </a:p>
          <a:p>
            <a:pPr>
              <a:defRPr/>
            </a:pPr>
            <a:r>
              <a:rPr lang="en-US" sz="5600" dirty="0">
                <a:solidFill>
                  <a:schemeClr val="tx1"/>
                </a:solidFill>
              </a:rPr>
              <a:t> 4 </a:t>
            </a:r>
            <a:r>
              <a:rPr lang="en-US" sz="5600" b="1" dirty="0">
                <a:solidFill>
                  <a:schemeClr val="tx1"/>
                </a:solidFill>
              </a:rPr>
              <a:t>What is the output of C Program.? </a:t>
            </a:r>
            <a:endParaRPr lang="en-US" sz="5600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sz="5600" b="1" dirty="0">
                <a:solidFill>
                  <a:schemeClr val="tx1"/>
                </a:solidFill>
              </a:rPr>
              <a:t>int main()</a:t>
            </a:r>
            <a:endParaRPr lang="en-US" sz="5600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sz="5600" b="1" dirty="0">
                <a:solidFill>
                  <a:schemeClr val="tx1"/>
                </a:solidFill>
              </a:rPr>
              <a:t> { int </a:t>
            </a:r>
            <a:r>
              <a:rPr lang="en-US" sz="5600" b="1" dirty="0" err="1">
                <a:solidFill>
                  <a:schemeClr val="tx1"/>
                </a:solidFill>
              </a:rPr>
              <a:t>str</a:t>
            </a:r>
            <a:r>
              <a:rPr lang="en-US" sz="5600" b="1" dirty="0">
                <a:solidFill>
                  <a:schemeClr val="tx1"/>
                </a:solidFill>
              </a:rPr>
              <a:t>[]={'</a:t>
            </a:r>
            <a:r>
              <a:rPr lang="en-US" sz="5600" b="1" dirty="0" err="1">
                <a:solidFill>
                  <a:schemeClr val="tx1"/>
                </a:solidFill>
              </a:rPr>
              <a:t>g','l','o','b','y</a:t>
            </a:r>
            <a:r>
              <a:rPr lang="en-US" sz="5600" b="1" dirty="0">
                <a:solidFill>
                  <a:schemeClr val="tx1"/>
                </a:solidFill>
              </a:rPr>
              <a:t>'};</a:t>
            </a:r>
            <a:endParaRPr lang="en-US" sz="5600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sz="5600" b="1" dirty="0" err="1">
                <a:solidFill>
                  <a:schemeClr val="tx1"/>
                </a:solidFill>
              </a:rPr>
              <a:t>printf</a:t>
            </a:r>
            <a:r>
              <a:rPr lang="en-US" sz="5600" b="1" dirty="0">
                <a:solidFill>
                  <a:schemeClr val="tx1"/>
                </a:solidFill>
              </a:rPr>
              <a:t>("</a:t>
            </a:r>
            <a:r>
              <a:rPr lang="en-US" sz="5600" b="1" dirty="0" err="1">
                <a:solidFill>
                  <a:schemeClr val="tx1"/>
                </a:solidFill>
              </a:rPr>
              <a:t>A%c</a:t>
            </a:r>
            <a:r>
              <a:rPr lang="en-US" sz="5600" b="1" dirty="0">
                <a:solidFill>
                  <a:schemeClr val="tx1"/>
                </a:solidFill>
              </a:rPr>
              <a:t> ",</a:t>
            </a:r>
            <a:r>
              <a:rPr lang="en-US" sz="5600" b="1" dirty="0" err="1">
                <a:solidFill>
                  <a:schemeClr val="tx1"/>
                </a:solidFill>
              </a:rPr>
              <a:t>str</a:t>
            </a:r>
            <a:r>
              <a:rPr lang="en-US" sz="5600" b="1" dirty="0">
                <a:solidFill>
                  <a:schemeClr val="tx1"/>
                </a:solidFill>
              </a:rPr>
              <a:t>); </a:t>
            </a:r>
            <a:endParaRPr lang="en-US" sz="5600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sz="5600" b="1" dirty="0" err="1">
                <a:solidFill>
                  <a:schemeClr val="tx1"/>
                </a:solidFill>
              </a:rPr>
              <a:t>printf</a:t>
            </a:r>
            <a:r>
              <a:rPr lang="en-US" sz="5600" b="1" dirty="0">
                <a:solidFill>
                  <a:schemeClr val="tx1"/>
                </a:solidFill>
              </a:rPr>
              <a:t>("A%s ",</a:t>
            </a:r>
            <a:r>
              <a:rPr lang="en-US" sz="5600" b="1" dirty="0" err="1">
                <a:solidFill>
                  <a:schemeClr val="tx1"/>
                </a:solidFill>
              </a:rPr>
              <a:t>str</a:t>
            </a:r>
            <a:r>
              <a:rPr lang="en-US" sz="5600" b="1" dirty="0">
                <a:solidFill>
                  <a:schemeClr val="tx1"/>
                </a:solidFill>
              </a:rPr>
              <a:t>); </a:t>
            </a:r>
            <a:endParaRPr lang="en-US" sz="5600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sz="5600" b="1" dirty="0" err="1">
                <a:solidFill>
                  <a:schemeClr val="tx1"/>
                </a:solidFill>
              </a:rPr>
              <a:t>printf</a:t>
            </a:r>
            <a:r>
              <a:rPr lang="en-US" sz="5600" b="1" dirty="0">
                <a:solidFill>
                  <a:schemeClr val="tx1"/>
                </a:solidFill>
              </a:rPr>
              <a:t>("</a:t>
            </a:r>
            <a:r>
              <a:rPr lang="en-US" sz="5600" b="1" dirty="0" err="1">
                <a:solidFill>
                  <a:schemeClr val="tx1"/>
                </a:solidFill>
              </a:rPr>
              <a:t>A%c</a:t>
            </a:r>
            <a:r>
              <a:rPr lang="en-US" sz="5600" b="1" dirty="0">
                <a:solidFill>
                  <a:schemeClr val="tx1"/>
                </a:solidFill>
              </a:rPr>
              <a:t> ",</a:t>
            </a:r>
            <a:r>
              <a:rPr lang="en-US" sz="5600" b="1" dirty="0" err="1">
                <a:solidFill>
                  <a:schemeClr val="tx1"/>
                </a:solidFill>
              </a:rPr>
              <a:t>str</a:t>
            </a:r>
            <a:r>
              <a:rPr lang="en-US" sz="5600" b="1" dirty="0">
                <a:solidFill>
                  <a:schemeClr val="tx1"/>
                </a:solidFill>
              </a:rPr>
              <a:t>[0]); </a:t>
            </a:r>
            <a:endParaRPr lang="en-US" sz="5600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sz="5600" b="1" dirty="0">
                <a:solidFill>
                  <a:schemeClr val="tx1"/>
                </a:solidFill>
              </a:rPr>
              <a:t>return 0; } </a:t>
            </a:r>
            <a:endParaRPr lang="en-US" sz="5600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sz="5600" dirty="0">
                <a:solidFill>
                  <a:schemeClr val="tx1"/>
                </a:solidFill>
              </a:rPr>
              <a:t>A) A </a:t>
            </a:r>
            <a:r>
              <a:rPr lang="en-US" sz="5600" dirty="0" err="1">
                <a:solidFill>
                  <a:schemeClr val="tx1"/>
                </a:solidFill>
              </a:rPr>
              <a:t>A</a:t>
            </a:r>
            <a:r>
              <a:rPr lang="en-US" sz="5600" dirty="0">
                <a:solidFill>
                  <a:schemeClr val="tx1"/>
                </a:solidFill>
              </a:rPr>
              <a:t> </a:t>
            </a:r>
            <a:r>
              <a:rPr lang="en-US" sz="5600" dirty="0" err="1">
                <a:solidFill>
                  <a:schemeClr val="tx1"/>
                </a:solidFill>
              </a:rPr>
              <a:t>A</a:t>
            </a:r>
            <a:endParaRPr lang="en-US" sz="5600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sz="5600" dirty="0">
                <a:solidFill>
                  <a:schemeClr val="tx1"/>
                </a:solidFill>
              </a:rPr>
              <a:t>B) A Ag </a:t>
            </a:r>
            <a:r>
              <a:rPr lang="en-US" sz="5600" dirty="0" err="1">
                <a:solidFill>
                  <a:schemeClr val="tx1"/>
                </a:solidFill>
              </a:rPr>
              <a:t>Ag</a:t>
            </a:r>
            <a:endParaRPr lang="en-US" sz="5600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sz="5600" dirty="0">
                <a:solidFill>
                  <a:schemeClr val="tx1"/>
                </a:solidFill>
              </a:rPr>
              <a:t>C) A*</a:t>
            </a:r>
            <a:r>
              <a:rPr lang="en-US" sz="5600" dirty="0" err="1">
                <a:solidFill>
                  <a:schemeClr val="tx1"/>
                </a:solidFill>
              </a:rPr>
              <a:t>randomchar</a:t>
            </a:r>
            <a:r>
              <a:rPr lang="en-US" sz="5600" dirty="0">
                <a:solidFill>
                  <a:schemeClr val="tx1"/>
                </a:solidFill>
              </a:rPr>
              <a:t>* Ag </a:t>
            </a:r>
            <a:r>
              <a:rPr lang="en-US" sz="5600" dirty="0" err="1">
                <a:solidFill>
                  <a:schemeClr val="tx1"/>
                </a:solidFill>
              </a:rPr>
              <a:t>Ag</a:t>
            </a:r>
            <a:endParaRPr lang="en-US" sz="5600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sz="5600" dirty="0">
                <a:solidFill>
                  <a:schemeClr val="tx1"/>
                </a:solidFill>
              </a:rPr>
              <a:t>D) Compiler error</a:t>
            </a:r>
          </a:p>
          <a:p>
            <a:pPr marL="91440" indent="-91440" eaLnBrk="1" fontAlgn="auto" hangingPunct="1">
              <a:defRPr/>
            </a:pPr>
            <a:endParaRPr lang="en-US" sz="1800" dirty="0">
              <a:solidFill>
                <a:schemeClr val="tx1">
                  <a:lumMod val="75000"/>
                  <a:lumOff val="25000"/>
                </a:schemeClr>
              </a:solidFill>
              <a:latin typeface="Arial Rounded MT Bold" panose="020F0704030504030204" pitchFamily="34" charset="0"/>
            </a:endParaRPr>
          </a:p>
          <a:p>
            <a:pPr marL="91440" indent="-91440" eaLnBrk="1" fontAlgn="auto" hangingPunct="1">
              <a:defRPr/>
            </a:pP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35844" name="TextBox 4"/>
          <p:cNvSpPr txBox="1">
            <a:spLocks noChangeArrowheads="1"/>
          </p:cNvSpPr>
          <p:nvPr/>
        </p:nvSpPr>
        <p:spPr bwMode="auto">
          <a:xfrm>
            <a:off x="630238" y="3995738"/>
            <a:ext cx="3249612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itchFamily="34" charset="0"/>
              <a:buChar char=" "/>
              <a:defRPr sz="2000">
                <a:solidFill>
                  <a:srgbClr val="404040"/>
                </a:solidFill>
                <a:latin typeface="Calibri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2800">
                <a:solidFill>
                  <a:srgbClr val="404040"/>
                </a:solidFill>
                <a:latin typeface="Calibri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>
                <a:solidFill>
                  <a:schemeClr val="bg1"/>
                </a:solidFill>
              </a:rPr>
              <a:t>Let us see how much you have learned from the lecture and how effectively you can apply your knowledge…!!</a:t>
            </a:r>
            <a:endParaRPr lang="en-IN" altLang="en-US" sz="1800">
              <a:solidFill>
                <a:schemeClr val="bg1"/>
              </a:solidFill>
            </a:endParaRPr>
          </a:p>
        </p:txBody>
      </p:sp>
      <p:pic>
        <p:nvPicPr>
          <p:cNvPr id="35845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598488" cy="1033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6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80863" y="5816600"/>
            <a:ext cx="238125" cy="102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847" name="Slide Number Placeholder 6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itchFamily="34" charset="0"/>
              <a:buChar char=" "/>
              <a:defRPr sz="2000">
                <a:solidFill>
                  <a:srgbClr val="404040"/>
                </a:solidFill>
                <a:latin typeface="Calibri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2800">
                <a:solidFill>
                  <a:srgbClr val="404040"/>
                </a:solidFill>
                <a:latin typeface="Calibri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F252F1FE-B978-47F8-B5C3-44A644E4AA3D}" type="slidenum">
              <a:rPr lang="en-US" altLang="en-US" sz="1000">
                <a:solidFill>
                  <a:schemeClr val="tx2"/>
                </a:solidFill>
              </a:rPr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14</a:t>
            </a:fld>
            <a:endParaRPr lang="en-US" altLang="en-US" sz="100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375" y="771525"/>
            <a:ext cx="3524250" cy="22860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latin typeface="Arial Rounded MT Bold" panose="020F0704030504030204" pitchFamily="34" charset="0"/>
              </a:rPr>
              <a:t>  REFERENCES</a:t>
            </a:r>
            <a:endParaRPr lang="en-IN" dirty="0">
              <a:latin typeface="Arial Rounded MT Bold" panose="020F070403050403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8350" y="873125"/>
            <a:ext cx="7308850" cy="5257800"/>
          </a:xfrm>
        </p:spPr>
        <p:txBody>
          <a:bodyPr rtlCol="0">
            <a:normAutofit fontScale="92500" lnSpcReduction="20000"/>
          </a:bodyPr>
          <a:lstStyle/>
          <a:p>
            <a:pPr>
              <a:defRPr/>
            </a:pPr>
            <a:r>
              <a:rPr lang="en-US" sz="2200" b="1" dirty="0"/>
              <a:t>Book References: </a:t>
            </a:r>
            <a:endParaRPr lang="en-US" sz="2200" dirty="0"/>
          </a:p>
          <a:p>
            <a:pPr>
              <a:defRPr/>
            </a:pPr>
            <a:r>
              <a:rPr lang="en-US" sz="2200" dirty="0"/>
              <a:t>  [1]</a:t>
            </a:r>
            <a:r>
              <a:rPr lang="en-IN" sz="2200" dirty="0"/>
              <a:t> </a:t>
            </a:r>
            <a:r>
              <a:rPr lang="en-IN" sz="2200" dirty="0" err="1"/>
              <a:t>Thareja</a:t>
            </a:r>
            <a:r>
              <a:rPr lang="en-IN" sz="2200" dirty="0"/>
              <a:t> </a:t>
            </a:r>
            <a:r>
              <a:rPr lang="en-IN" sz="2200" dirty="0" err="1"/>
              <a:t>Reema</a:t>
            </a:r>
            <a:r>
              <a:rPr lang="en-IN" sz="2200" dirty="0"/>
              <a:t> (2014) Programming in C. 2</a:t>
            </a:r>
            <a:r>
              <a:rPr lang="en-IN" sz="2200" baseline="30000" dirty="0"/>
              <a:t>nd</a:t>
            </a:r>
            <a:r>
              <a:rPr lang="en-IN" sz="2200" dirty="0"/>
              <a:t> ed.</a:t>
            </a:r>
            <a:endParaRPr lang="en-US" sz="2200" dirty="0"/>
          </a:p>
          <a:p>
            <a:pPr>
              <a:defRPr/>
            </a:pPr>
            <a:r>
              <a:rPr lang="en-US" sz="2200" dirty="0"/>
              <a:t>  [2] Zed A. Shaw, </a:t>
            </a:r>
            <a:r>
              <a:rPr lang="en-IN" sz="2200" dirty="0"/>
              <a:t>Learn C the Hard Way’ </a:t>
            </a:r>
            <a:endParaRPr lang="en-US" sz="2200" dirty="0"/>
          </a:p>
          <a:p>
            <a:pPr>
              <a:defRPr/>
            </a:pPr>
            <a:r>
              <a:rPr lang="en-IN" sz="2200" dirty="0"/>
              <a:t>  [3] </a:t>
            </a:r>
            <a:r>
              <a:rPr lang="en-IN" sz="2200" u="sng" dirty="0">
                <a:hlinkClick r:id="rId3"/>
              </a:rPr>
              <a:t>https://en.wikibooks.org/wiki/C_Programming</a:t>
            </a:r>
            <a:endParaRPr lang="en-US" sz="2200" dirty="0"/>
          </a:p>
          <a:p>
            <a:pPr>
              <a:defRPr/>
            </a:pPr>
            <a:r>
              <a:rPr lang="en-US" sz="2200" b="1" dirty="0"/>
              <a:t> </a:t>
            </a:r>
            <a:endParaRPr lang="en-US" sz="2200" dirty="0"/>
          </a:p>
          <a:p>
            <a:pPr>
              <a:defRPr/>
            </a:pPr>
            <a:r>
              <a:rPr lang="en-US" sz="2200" b="1" dirty="0" err="1"/>
              <a:t>Vedio</a:t>
            </a:r>
            <a:r>
              <a:rPr lang="en-US" sz="2200" b="1" dirty="0"/>
              <a:t> Lecture: </a:t>
            </a:r>
            <a:r>
              <a:rPr lang="en-US" sz="2200" u="sng" dirty="0">
                <a:hlinkClick r:id="rId4"/>
              </a:rPr>
              <a:t>https://spocathon.page/video/lecture-32-character-array-and-strings</a:t>
            </a:r>
            <a:endParaRPr lang="en-US" sz="2200" u="sng" dirty="0"/>
          </a:p>
          <a:p>
            <a:pPr>
              <a:defRPr/>
            </a:pPr>
            <a:r>
              <a:rPr lang="en-US" sz="2200" dirty="0">
                <a:hlinkClick r:id="rId5"/>
              </a:rPr>
              <a:t>https://www.youtube.com/watch?v=_3CmPbInJJs</a:t>
            </a:r>
            <a:endParaRPr lang="en-US" sz="2200" dirty="0"/>
          </a:p>
          <a:p>
            <a:pPr>
              <a:defRPr/>
            </a:pPr>
            <a:r>
              <a:rPr lang="en-US" sz="2200" dirty="0"/>
              <a:t> </a:t>
            </a:r>
          </a:p>
          <a:p>
            <a:pPr>
              <a:defRPr/>
            </a:pPr>
            <a:r>
              <a:rPr lang="en-US" sz="2200" b="1" dirty="0"/>
              <a:t> Websites: </a:t>
            </a:r>
            <a:r>
              <a:rPr lang="en-US" sz="2200" dirty="0"/>
              <a:t> </a:t>
            </a:r>
            <a:r>
              <a:rPr lang="en-US" sz="2200" u="sng" dirty="0">
                <a:hlinkClick r:id="rId6"/>
              </a:rPr>
              <a:t>https://www.tutorialspoint.com/objective_c/objective_c_strings.htm</a:t>
            </a:r>
            <a:endParaRPr lang="en-US" sz="2200" dirty="0"/>
          </a:p>
          <a:p>
            <a:pPr>
              <a:defRPr/>
            </a:pPr>
            <a:r>
              <a:rPr lang="en-US" sz="2200" dirty="0"/>
              <a:t> </a:t>
            </a:r>
            <a:r>
              <a:rPr lang="en-US" sz="2200" u="sng" dirty="0">
                <a:hlinkClick r:id="rId7"/>
              </a:rPr>
              <a:t>https://www.programiz.com/c-programming/c-strings</a:t>
            </a:r>
            <a:endParaRPr lang="en-US" sz="2200" dirty="0"/>
          </a:p>
          <a:p>
            <a:pPr>
              <a:defRPr/>
            </a:pPr>
            <a:r>
              <a:rPr lang="en-US" sz="2200" dirty="0"/>
              <a:t> </a:t>
            </a:r>
            <a:r>
              <a:rPr lang="en-US" sz="2200" u="sng" dirty="0">
                <a:hlinkClick r:id="rId8"/>
              </a:rPr>
              <a:t>https://www.studytonight.com/c/c-input-output-function.php</a:t>
            </a:r>
            <a:endParaRPr lang="en-US" sz="2200" dirty="0"/>
          </a:p>
          <a:p>
            <a:pPr>
              <a:defRPr/>
            </a:pPr>
            <a:r>
              <a:rPr lang="en-US" sz="2200" dirty="0"/>
              <a:t> </a:t>
            </a:r>
          </a:p>
          <a:p>
            <a:pPr marL="91440" indent="-91440" eaLnBrk="1" fontAlgn="auto" hangingPunct="1">
              <a:defRPr/>
            </a:pPr>
            <a:endParaRPr lang="en-IN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36868" name="Picture 4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598488" cy="1033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6869" name="Picture 5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80863" y="5880100"/>
            <a:ext cx="238125" cy="102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>
            <a:spLocks noChangeArrowheads="1"/>
          </p:cNvSpPr>
          <p:nvPr/>
        </p:nvSpPr>
        <p:spPr bwMode="auto">
          <a:xfrm flipH="1">
            <a:off x="711200" y="3133725"/>
            <a:ext cx="11715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itchFamily="34" charset="0"/>
              <a:buChar char=" "/>
              <a:defRPr sz="2000">
                <a:solidFill>
                  <a:srgbClr val="404040"/>
                </a:solidFill>
                <a:latin typeface="Calibri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2800">
                <a:solidFill>
                  <a:srgbClr val="404040"/>
                </a:solidFill>
                <a:latin typeface="Calibri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>
                <a:solidFill>
                  <a:schemeClr val="bg1"/>
                </a:solidFill>
                <a:latin typeface="Arial Rounded MT Bold" pitchFamily="34" charset="0"/>
              </a:rPr>
              <a:t>BOOKS</a:t>
            </a:r>
            <a:endParaRPr lang="en-IN" altLang="en-US">
              <a:solidFill>
                <a:schemeClr val="bg1"/>
              </a:solidFill>
              <a:latin typeface="Arial Rounded MT Bold" pitchFamily="34" charset="0"/>
            </a:endParaRPr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 flipH="1">
            <a:off x="1316038" y="3632200"/>
            <a:ext cx="16764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itchFamily="34" charset="0"/>
              <a:buChar char=" "/>
              <a:defRPr sz="2000">
                <a:solidFill>
                  <a:srgbClr val="404040"/>
                </a:solidFill>
                <a:latin typeface="Calibri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2800">
                <a:solidFill>
                  <a:srgbClr val="404040"/>
                </a:solidFill>
                <a:latin typeface="Calibri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>
                <a:solidFill>
                  <a:schemeClr val="bg1"/>
                </a:solidFill>
                <a:latin typeface="Arial Rounded MT Bold" pitchFamily="34" charset="0"/>
              </a:rPr>
              <a:t>WEBSITES</a:t>
            </a:r>
            <a:endParaRPr lang="en-IN" altLang="en-US">
              <a:solidFill>
                <a:schemeClr val="bg1"/>
              </a:solidFill>
              <a:latin typeface="Arial Rounded MT Bold" pitchFamily="34" charset="0"/>
            </a:endParaRPr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 flipH="1">
            <a:off x="2103438" y="4113213"/>
            <a:ext cx="15843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itchFamily="34" charset="0"/>
              <a:buChar char=" "/>
              <a:defRPr sz="2000">
                <a:solidFill>
                  <a:srgbClr val="404040"/>
                </a:solidFill>
                <a:latin typeface="Calibri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2800">
                <a:solidFill>
                  <a:srgbClr val="404040"/>
                </a:solidFill>
                <a:latin typeface="Calibri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>
                <a:solidFill>
                  <a:schemeClr val="bg1"/>
                </a:solidFill>
                <a:latin typeface="Arial Rounded MT Bold" pitchFamily="34" charset="0"/>
              </a:rPr>
              <a:t>COURSES</a:t>
            </a:r>
            <a:endParaRPr lang="en-IN" altLang="en-US">
              <a:solidFill>
                <a:schemeClr val="bg1"/>
              </a:solidFill>
              <a:latin typeface="Arial Rounded MT Bold" pitchFamily="34" charset="0"/>
            </a:endParaRPr>
          </a:p>
        </p:txBody>
      </p:sp>
      <p:sp>
        <p:nvSpPr>
          <p:cNvPr id="36873" name="Slide Number Placeholder 8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itchFamily="34" charset="0"/>
              <a:buChar char=" "/>
              <a:defRPr sz="2000">
                <a:solidFill>
                  <a:srgbClr val="404040"/>
                </a:solidFill>
                <a:latin typeface="Calibri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2800">
                <a:solidFill>
                  <a:srgbClr val="404040"/>
                </a:solidFill>
                <a:latin typeface="Calibri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E3B27F65-CD50-4C02-AC53-C83A639DB290}" type="slidenum">
              <a:rPr lang="en-US" altLang="en-US" sz="1000">
                <a:solidFill>
                  <a:schemeClr val="tx2"/>
                </a:solidFill>
              </a:rPr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15</a:t>
            </a:fld>
            <a:endParaRPr lang="en-US" altLang="en-US" sz="1000">
              <a:solidFill>
                <a:schemeClr val="tx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0B050"/>
            </a:gs>
            <a:gs pos="60001">
              <a:srgbClr val="F3A98F"/>
            </a:gs>
            <a:gs pos="60001">
              <a:srgbClr val="F7C6B4"/>
            </a:gs>
            <a:gs pos="100000">
              <a:srgbClr val="F7C6B4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Straight Connector 18"/>
          <p:cNvCxnSpPr>
            <a:cxnSpLocks/>
          </p:cNvCxnSpPr>
          <p:nvPr/>
        </p:nvCxnSpPr>
        <p:spPr>
          <a:xfrm>
            <a:off x="10169525" y="0"/>
            <a:ext cx="663575" cy="663575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>
            <a:cxnSpLocks/>
          </p:cNvCxnSpPr>
          <p:nvPr/>
        </p:nvCxnSpPr>
        <p:spPr>
          <a:xfrm>
            <a:off x="733425" y="6294438"/>
            <a:ext cx="558800" cy="5588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cxnSpLocks/>
          </p:cNvCxnSpPr>
          <p:nvPr/>
        </p:nvCxnSpPr>
        <p:spPr>
          <a:xfrm>
            <a:off x="390525" y="5129213"/>
            <a:ext cx="1728788" cy="1728787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896" name="Title 1"/>
          <p:cNvSpPr txBox="1">
            <a:spLocks/>
          </p:cNvSpPr>
          <p:nvPr/>
        </p:nvSpPr>
        <p:spPr bwMode="auto">
          <a:xfrm>
            <a:off x="989013" y="1281113"/>
            <a:ext cx="10725150" cy="12319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itchFamily="34" charset="0"/>
              <a:buChar char=" "/>
              <a:defRPr sz="2000">
                <a:solidFill>
                  <a:srgbClr val="404040"/>
                </a:solidFill>
                <a:latin typeface="Calibri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2800">
                <a:solidFill>
                  <a:srgbClr val="404040"/>
                </a:solidFill>
                <a:latin typeface="Calibri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8000">
                <a:solidFill>
                  <a:srgbClr val="FFFFFF"/>
                </a:solidFill>
                <a:latin typeface="Casper"/>
                <a:cs typeface="Segoe UI" pitchFamily="34" charset="0"/>
              </a:rPr>
              <a:t>THANK YOU</a:t>
            </a:r>
          </a:p>
        </p:txBody>
      </p:sp>
      <p:sp>
        <p:nvSpPr>
          <p:cNvPr id="37897" name="Diamond 6"/>
          <p:cNvSpPr>
            <a:spLocks noChangeArrowheads="1"/>
          </p:cNvSpPr>
          <p:nvPr/>
        </p:nvSpPr>
        <p:spPr bwMode="auto">
          <a:xfrm>
            <a:off x="2641600" y="1214438"/>
            <a:ext cx="2430463" cy="3225800"/>
          </a:xfrm>
          <a:custGeom>
            <a:avLst/>
            <a:gdLst>
              <a:gd name="T0" fmla="*/ 2430463 w 2430463"/>
              <a:gd name="T1" fmla="*/ 2413000 h 3225800"/>
              <a:gd name="T2" fmla="*/ 1612906 w 2430463"/>
              <a:gd name="T3" fmla="*/ 3225800 h 3225800"/>
              <a:gd name="T4" fmla="*/ 0 w 2430463"/>
              <a:gd name="T5" fmla="*/ 1612900 h 3225800"/>
              <a:gd name="T6" fmla="*/ 1612906 w 2430463"/>
              <a:gd name="T7" fmla="*/ 0 h 3225800"/>
              <a:gd name="T8" fmla="*/ 2430463 w 2430463"/>
              <a:gd name="T9" fmla="*/ 817563 h 32258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430463"/>
              <a:gd name="T16" fmla="*/ 0 h 3225800"/>
              <a:gd name="T17" fmla="*/ 2430463 w 2430463"/>
              <a:gd name="T18" fmla="*/ 3225800 h 322580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430463" h="3225800">
                <a:moveTo>
                  <a:pt x="2430463" y="2413000"/>
                </a:moveTo>
                <a:lnTo>
                  <a:pt x="1612900" y="3225800"/>
                </a:lnTo>
                <a:lnTo>
                  <a:pt x="0" y="1612900"/>
                </a:lnTo>
                <a:lnTo>
                  <a:pt x="1612900" y="0"/>
                </a:lnTo>
                <a:lnTo>
                  <a:pt x="2430463" y="817563"/>
                </a:lnTo>
              </a:path>
            </a:pathLst>
          </a:custGeom>
          <a:noFill/>
          <a:ln w="38100" algn="ctr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endParaRPr lang="en-US"/>
          </a:p>
        </p:txBody>
      </p:sp>
      <p:sp>
        <p:nvSpPr>
          <p:cNvPr id="37898" name="Diamond 6"/>
          <p:cNvSpPr>
            <a:spLocks noChangeArrowheads="1"/>
          </p:cNvSpPr>
          <p:nvPr/>
        </p:nvSpPr>
        <p:spPr bwMode="auto">
          <a:xfrm>
            <a:off x="2898775" y="1214438"/>
            <a:ext cx="2430463" cy="3225800"/>
          </a:xfrm>
          <a:custGeom>
            <a:avLst/>
            <a:gdLst>
              <a:gd name="T0" fmla="*/ 2430463 w 2430463"/>
              <a:gd name="T1" fmla="*/ 2413000 h 3225800"/>
              <a:gd name="T2" fmla="*/ 1612906 w 2430463"/>
              <a:gd name="T3" fmla="*/ 3225800 h 3225800"/>
              <a:gd name="T4" fmla="*/ 0 w 2430463"/>
              <a:gd name="T5" fmla="*/ 1612900 h 3225800"/>
              <a:gd name="T6" fmla="*/ 1612906 w 2430463"/>
              <a:gd name="T7" fmla="*/ 0 h 3225800"/>
              <a:gd name="T8" fmla="*/ 2430463 w 2430463"/>
              <a:gd name="T9" fmla="*/ 817563 h 32258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430463"/>
              <a:gd name="T16" fmla="*/ 0 h 3225800"/>
              <a:gd name="T17" fmla="*/ 2430463 w 2430463"/>
              <a:gd name="T18" fmla="*/ 3225800 h 322580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430463" h="3225800">
                <a:moveTo>
                  <a:pt x="2430463" y="2413000"/>
                </a:moveTo>
                <a:lnTo>
                  <a:pt x="1612900" y="3225800"/>
                </a:lnTo>
                <a:lnTo>
                  <a:pt x="0" y="1612900"/>
                </a:lnTo>
                <a:lnTo>
                  <a:pt x="1612900" y="0"/>
                </a:lnTo>
                <a:lnTo>
                  <a:pt x="2430463" y="817563"/>
                </a:lnTo>
              </a:path>
            </a:pathLst>
          </a:custGeom>
          <a:noFill/>
          <a:ln w="38100" algn="ctr">
            <a:solidFill>
              <a:srgbClr val="FFFF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endParaRPr lang="en-US"/>
          </a:p>
        </p:txBody>
      </p:sp>
      <p:grpSp>
        <p:nvGrpSpPr>
          <p:cNvPr id="37899" name="Group 28"/>
          <p:cNvGrpSpPr>
            <a:grpSpLocks/>
          </p:cNvGrpSpPr>
          <p:nvPr/>
        </p:nvGrpSpPr>
        <p:grpSpPr bwMode="auto">
          <a:xfrm>
            <a:off x="17463" y="0"/>
            <a:ext cx="409575" cy="1436688"/>
            <a:chOff x="83821" y="0"/>
            <a:chExt cx="219636" cy="903079"/>
          </a:xfrm>
        </p:grpSpPr>
        <p:sp>
          <p:nvSpPr>
            <p:cNvPr id="30" name="Rectangle 29"/>
            <p:cNvSpPr/>
            <p:nvPr/>
          </p:nvSpPr>
          <p:spPr>
            <a:xfrm>
              <a:off x="83821" y="0"/>
              <a:ext cx="219636" cy="210552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84672" y="408132"/>
              <a:ext cx="218785" cy="494947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32" name="Rectangle 31"/>
            <p:cNvSpPr/>
            <p:nvPr/>
          </p:nvSpPr>
          <p:spPr>
            <a:xfrm>
              <a:off x="83821" y="210552"/>
              <a:ext cx="217933" cy="22152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graphicFrame>
          <p:nvGraphicFramePr>
            <p:cNvPr id="37907" name="Object 135"/>
            <p:cNvGraphicFramePr>
              <a:graphicFrameLocks noChangeAspect="1"/>
            </p:cNvGraphicFramePr>
            <p:nvPr/>
          </p:nvGraphicFramePr>
          <p:xfrm>
            <a:off x="100420" y="236973"/>
            <a:ext cx="183878" cy="1834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911" name="CorelDRAW" r:id="rId4" imgW="2169000" imgH="2169360" progId="">
                    <p:embed/>
                  </p:oleObj>
                </mc:Choice>
                <mc:Fallback>
                  <p:oleObj name="CorelDRAW" r:id="rId4" imgW="2169000" imgH="2169360" progId="">
                    <p:embed/>
                    <p:pic>
                      <p:nvPicPr>
                        <p:cNvPr id="0" name="Object 13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0420" y="236973"/>
                          <a:ext cx="183878" cy="18342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pic>
        <p:nvPicPr>
          <p:cNvPr id="37900" name="Picture 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34050" y="4205288"/>
            <a:ext cx="2787650" cy="2089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902" name="Picture 10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549275"/>
            <a:ext cx="10853738" cy="3217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903" name="Slide Number Placeholder 16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itchFamily="34" charset="0"/>
              <a:buChar char=" "/>
              <a:defRPr sz="2000">
                <a:solidFill>
                  <a:srgbClr val="404040"/>
                </a:solidFill>
                <a:latin typeface="Calibri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2800">
                <a:solidFill>
                  <a:srgbClr val="404040"/>
                </a:solidFill>
                <a:latin typeface="Calibri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5D7F180E-E8DA-46BB-A8C4-BF0C6B230761}" type="slidenum">
              <a:rPr lang="en-US" altLang="en-US" sz="1000">
                <a:solidFill>
                  <a:srgbClr val="898989"/>
                </a:solidFill>
              </a:rPr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16</a:t>
            </a:fld>
            <a:endParaRPr lang="en-US" altLang="en-US" sz="10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LMS_API_VERSION" val="SCORM 2004 (2nd edition)"/>
  <p:tag name="ISPRING_ULTRA_SCORM_COURSE_ID" val="EDC5A31E-B267-4160-B894-E1C43A8F25AB"/>
  <p:tag name="ISPRING_CMI5_LAUNCH_METHOD" val="any window"/>
  <p:tag name="ISPRING_SCORM_ENDPOINT" val="&lt;endpoint&gt;&lt;enable&gt;0&lt;/enable&gt;&lt;lrs&gt;http://&lt;/lrs&gt;&lt;auth&gt;0&lt;/auth&gt;&lt;login&gt;&lt;/login&gt;&lt;password&gt;&lt;/password&gt;&lt;key&gt;&lt;/key&gt;&lt;name&gt;&lt;/name&gt;&lt;email&gt;&lt;/email&gt;&lt;/endpoint&gt;&#10;"/>
  <p:tag name="ISPRINGCLOUDFOLDERID" val="1"/>
  <p:tag name="ISPRINGONLINEFOLDERID" val="1"/>
  <p:tag name="ISPRING_OUTPUT_FOLDER" val="[[&quot;,\u001B.\u0018{C273B255-4E4C-4601-ABF8-D07FC645117E}&quot;,&quot;F:\\CU\\BlackBoard\\20CST111\\PPTs&quot;]]"/>
  <p:tag name="ISPRING_PUBLISH_SETTINGS" val="{&quot;commonSettings&quot;:{&quot;webSettings&quot;:{&quot;useMobileViewer&quot;:&quot;T_FALSE&quot;},&quot;lmsSettings&quot;:{&quot;useMobileViewer&quot;:&quot;T_FALSE&quot;},&quot;cloudSettings&quot;:{&quot;useMobileViewer&quot;:&quot;T_FALSE&quot;},&quot;ispringLmsSettings&quot;:{&quot;useMobileViewer&quot;:&quot;T_FALSE&quot;},&quot;playerId&quot;:&quot;universal&quot;},&quot;advancedSettings&quot;:{&quot;enableTextAllocation&quot;:&quot;T_TRUE&quot;,&quot;viewingFromLocalDrive&quot;:&quot;T_TRUE&quot;,&quot;contentScale&quot;:75,&quot;contentScaleMode&quot;:&quot;SCALE&quot;},&quot;accessibilitySettings&quot;:{&quot;enabled&quot;:&quot;T_FALSE&quot;},&quot;compressionSettings&quot;:{&quot;imageSettings&quot;:{&quot;jpegQuality&quot;:70,&quot;optimizeImageForResolution&quot;:&quot;T_FALSE&quot;},&quot;audioQuality&quot;:70,&quot;videoQuality&quot;:65},&quot;protectionSettings&quot;:{&quot;watermarkEnabled&quot;:&quot;T_FALSE&quot;,&quot;watermarkPosition&quot;:&quot;MIDDLE_CENTER&quot;,&quot;openWatermarkUrl&quot;:&quot;T_FALSE&quot;,&quot;openWatermarkWebPageInNewWindow&quot;:&quot;T_FALSE&quot;,&quot;displayAfterEnabled&quot;:&quot;T_FALSE&quot;,&quot;displayUntilEnabled&quot;:&quot;T_FALSE&quot;,&quot;domainRestrictionEnabled&quot;:&quot;T_FALSE&quot;,&quot;enablePassword&quot;:&quot;T_FALSE&quot;},&quot;videoSettings&quot;:{&quot;videoCompressionSettings&quot;:{&quot;audioQuality&quot;:70,&quot;videoQuality&quot;:75},&quot;secondsOnEachSlide&quot;:5,&quot;hostingSettings&quot;:{}},&quot;ispringOnlineSettings&quot;:{&quot;onlineDestinationFolderId&quot;:&quot;1&quot;},&quot;cloudSettings&quot;:{&quot;onlineDestinationFolderId&quot;:&quot;1&quot;},&quot;publishDestination&quot;:&quot;LMS&quot;,&quot;wordSettings&quot;:{&quot;printCopies&quot;:1}}"/>
  <p:tag name="ISPRING_SCORM_RATE_SLIDES" val="0"/>
  <p:tag name="ISPRING_SCORM_RATE_QUIZZES" val="0"/>
  <p:tag name="ISPRING_SCORM_PASSING_SCORE" val="0.000000"/>
  <p:tag name="ISPRING_CURRENT_PLAYER_ID" val="universal"/>
  <p:tag name="ISPRING_PRESENTATION_TITLE" val="lecture 10"/>
  <p:tag name="ISPRING_FIRST_PUBLISH" val="1"/>
</p:tagLst>
</file>

<file path=ppt/theme/theme1.xml><?xml version="1.0" encoding="utf-8"?>
<a:theme xmlns:a="http://schemas.openxmlformats.org/drawingml/2006/main" name="Contents Slide Master">
  <a:themeElements>
    <a:clrScheme name="ALLPPT-COLOR-A33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EF4A4A"/>
      </a:accent1>
      <a:accent2>
        <a:srgbClr val="262626"/>
      </a:accent2>
      <a:accent3>
        <a:srgbClr val="EF4A4A"/>
      </a:accent3>
      <a:accent4>
        <a:srgbClr val="262626"/>
      </a:accent4>
      <a:accent5>
        <a:srgbClr val="EF4A4A"/>
      </a:accent5>
      <a:accent6>
        <a:srgbClr val="262626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Retrospect">
  <a:themeElements>
    <a:clrScheme name="Orange Red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Retrospect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847</TotalTime>
  <Words>746</Words>
  <Application>Microsoft Office PowerPoint</Application>
  <PresentationFormat>Widescreen</PresentationFormat>
  <Paragraphs>210</Paragraphs>
  <Slides>16</Slides>
  <Notes>15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30" baseType="lpstr">
      <vt:lpstr>Arial</vt:lpstr>
      <vt:lpstr>Arial Black</vt:lpstr>
      <vt:lpstr>Arial Rounded MT Bold</vt:lpstr>
      <vt:lpstr>Arial Unicode MS</vt:lpstr>
      <vt:lpstr>Calibri</vt:lpstr>
      <vt:lpstr>Calibri Light</vt:lpstr>
      <vt:lpstr>Casper</vt:lpstr>
      <vt:lpstr>Karla</vt:lpstr>
      <vt:lpstr>King</vt:lpstr>
      <vt:lpstr>Segoe UI</vt:lpstr>
      <vt:lpstr>Times New Roman</vt:lpstr>
      <vt:lpstr>Contents Slide Master</vt:lpstr>
      <vt:lpstr>Retrospect</vt:lpstr>
      <vt:lpstr>CorelDRAW</vt:lpstr>
      <vt:lpstr>PowerPoint Presentation</vt:lpstr>
      <vt:lpstr> </vt:lpstr>
      <vt:lpstr>PowerPoint Presentation</vt:lpstr>
      <vt:lpstr> Scheme of Evaluation  </vt:lpstr>
      <vt:lpstr>PowerPoint Presentation</vt:lpstr>
      <vt:lpstr>String</vt:lpstr>
      <vt:lpstr>PowerPoint Presentation</vt:lpstr>
      <vt:lpstr>PowerPoint Presentation</vt:lpstr>
      <vt:lpstr>How to read  a line of text? </vt:lpstr>
      <vt:lpstr>PowerPoint Presentation</vt:lpstr>
      <vt:lpstr>PowerPoint Presentation</vt:lpstr>
      <vt:lpstr>FREQUENTLY ASKED QUESTIONS</vt:lpstr>
      <vt:lpstr>UTILISE YOUR KNOWLEDGE TO ANSWER</vt:lpstr>
      <vt:lpstr>UTILISE YOUR KNOWLEDGE TO ANSWER</vt:lpstr>
      <vt:lpstr>  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10</dc:title>
  <dc:creator>samiksha sharma</dc:creator>
  <cp:lastModifiedBy>nishu</cp:lastModifiedBy>
  <cp:revision>123</cp:revision>
  <dcterms:created xsi:type="dcterms:W3CDTF">2020-06-06T13:20:21Z</dcterms:created>
  <dcterms:modified xsi:type="dcterms:W3CDTF">2023-06-01T09:17:10Z</dcterms:modified>
</cp:coreProperties>
</file>