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5"/>
  </p:notesMasterIdLst>
  <p:handoutMasterIdLst>
    <p:handoutMasterId r:id="rId36"/>
  </p:handoutMasterIdLst>
  <p:sldIdLst>
    <p:sldId id="348" r:id="rId3"/>
    <p:sldId id="387" r:id="rId4"/>
    <p:sldId id="350" r:id="rId5"/>
    <p:sldId id="351" r:id="rId6"/>
    <p:sldId id="370" r:id="rId7"/>
    <p:sldId id="352" r:id="rId8"/>
    <p:sldId id="353" r:id="rId9"/>
    <p:sldId id="355" r:id="rId10"/>
    <p:sldId id="356" r:id="rId11"/>
    <p:sldId id="358" r:id="rId12"/>
    <p:sldId id="373" r:id="rId13"/>
    <p:sldId id="374" r:id="rId14"/>
    <p:sldId id="386" r:id="rId15"/>
    <p:sldId id="377" r:id="rId16"/>
    <p:sldId id="379" r:id="rId17"/>
    <p:sldId id="378" r:id="rId18"/>
    <p:sldId id="380" r:id="rId19"/>
    <p:sldId id="381" r:id="rId20"/>
    <p:sldId id="382" r:id="rId21"/>
    <p:sldId id="383" r:id="rId22"/>
    <p:sldId id="384" r:id="rId23"/>
    <p:sldId id="385" r:id="rId24"/>
    <p:sldId id="359" r:id="rId25"/>
    <p:sldId id="376" r:id="rId26"/>
    <p:sldId id="375" r:id="rId27"/>
    <p:sldId id="364" r:id="rId28"/>
    <p:sldId id="365" r:id="rId29"/>
    <p:sldId id="372" r:id="rId30"/>
    <p:sldId id="366" r:id="rId31"/>
    <p:sldId id="367" r:id="rId32"/>
    <p:sldId id="368" r:id="rId33"/>
    <p:sldId id="3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7/17/2023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orbes.com/sites/jonlevy/2017/12/18/7-secrets-to-produce-engaging-podcast-content/?sh=352d3c0d1b6f" TargetMode="External"/><Relationship Id="rId3" Type="http://schemas.openxmlformats.org/officeDocument/2006/relationships/hyperlink" Target="http://www.wpbeginner.com/" TargetMode="External"/><Relationship Id="rId7" Type="http://schemas.openxmlformats.org/officeDocument/2006/relationships/hyperlink" Target="https://twp.duke.edu/sites/twp.duke.edu/files/file-attachments/blogging-introduction.original.pdf" TargetMode="External"/><Relationship Id="rId2" Type="http://schemas.openxmlformats.org/officeDocument/2006/relationships/hyperlink" Target="http://www.blog.hubspo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oppr.com/guides/business-correspondence-and-reporting/writing-formal-mails/conventions-sample-mails/" TargetMode="External"/><Relationship Id="rId5" Type="http://schemas.openxmlformats.org/officeDocument/2006/relationships/hyperlink" Target="https://www.spiderwriting.co.uk/static-dynamic.php" TargetMode="External"/><Relationship Id="rId4" Type="http://schemas.openxmlformats.org/officeDocument/2006/relationships/hyperlink" Target="http://www.wordpress.com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193937" y="5961904"/>
            <a:ext cx="6432043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Communication – Blogs &amp; Websites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34737" y="1815736"/>
            <a:ext cx="9464040" cy="4361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Course Name-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Course Code-23PCH-105</a:t>
            </a: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7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3760" y="1310640"/>
            <a:ext cx="4069080" cy="459168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sper" panose="02000506000000020004" pitchFamily="2" charset="0"/>
                <a:cs typeface="Arial" panose="020B0604020202020204" pitchFamily="34" charset="0"/>
              </a:rPr>
              <a:t>Space for visual (size 24)</a:t>
            </a: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91222" y="355865"/>
            <a:ext cx="52200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16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08520" y="1280160"/>
            <a:ext cx="4122419" cy="4739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2602" y="1830178"/>
            <a:ext cx="6224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24651" y="6167702"/>
            <a:ext cx="33896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1050" dirty="0"/>
              <a:t>https://getvoip.com/uploads/business-communication-methods.jpg</a:t>
            </a:r>
          </a:p>
        </p:txBody>
      </p:sp>
      <p:pic>
        <p:nvPicPr>
          <p:cNvPr id="14" name="Picture 2" descr="https://getvoip.com/uploads/business-communication-method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57269" y="1244872"/>
            <a:ext cx="4227441" cy="4777105"/>
          </a:xfrm>
          <a:prstGeom prst="rect">
            <a:avLst/>
          </a:prstGeom>
          <a:noFill/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7376ED-2E57-DA70-981D-70CC88118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163162"/>
              </p:ext>
            </p:extLst>
          </p:nvPr>
        </p:nvGraphicFramePr>
        <p:xfrm>
          <a:off x="121829" y="2282894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6044692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3818319663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724366301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9477423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2657675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970645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10233323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1876097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829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What is a Blog?		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7920319" cy="4351338"/>
          </a:xfrm>
        </p:spPr>
        <p:txBody>
          <a:bodyPr>
            <a:no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A blog (a shortened version of “weblog”) is an online journal or informational website displaying information in the reverse chronological order, with the latest posts appearing first, at the top.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 collection of skills that one needs to run and supervise a blog.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Entails equipping a web page with tools to make the process of writing, posting, linking, and sharing content easier on the internet.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199" y="1803400"/>
            <a:ext cx="10515599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3A750-4AB3-4EE2-5B59-7C9052B1A7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520" y="2127530"/>
            <a:ext cx="2921595" cy="29794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Benefits Of Blogs		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Start a new business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Become a better writer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Express yourself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Build a network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Get more client for your existing business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Improves writing skills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Increases agility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Boosts search engine optimization</a:t>
            </a:r>
          </a:p>
          <a:p>
            <a:endParaRPr lang="en-IN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859BB4-5286-5D62-9A12-434494E00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825626"/>
            <a:ext cx="3581400" cy="42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9160" name="Picture 8" descr="Music Blog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5425" y="1559086"/>
            <a:ext cx="5187821" cy="4175503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762000" y="6257836"/>
            <a:ext cx="52730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>
                <a:latin typeface="Arial" pitchFamily="34" charset="0"/>
                <a:cs typeface="Arial" pitchFamily="34" charset="0"/>
              </a:rPr>
              <a:t>https://encrypted-tbn0.gstatic.com/</a:t>
            </a:r>
          </a:p>
        </p:txBody>
      </p:sp>
      <p:pic>
        <p:nvPicPr>
          <p:cNvPr id="119810" name="Picture 2" descr="Revealed: Which are the Most Popular Types of Blogs?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7095" y="1559087"/>
            <a:ext cx="5238750" cy="4493622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6200502" y="6427113"/>
            <a:ext cx="5334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>
                <a:latin typeface="Arial" pitchFamily="34" charset="0"/>
                <a:cs typeface="Arial" pitchFamily="34" charset="0"/>
              </a:rPr>
              <a:t>https://lh3.googleusercontent.com/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C93BDF9-0FC2-F4C8-B863-8A338EBD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Example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3175">
            <a:solidFill>
              <a:schemeClr val="tx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6" descr="Travel Blog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1596" y="1888730"/>
            <a:ext cx="5548588" cy="4146310"/>
          </a:xfrm>
          <a:prstGeom prst="rect">
            <a:avLst/>
          </a:prstGeom>
          <a:noFill/>
        </p:spPr>
      </p:pic>
      <p:pic>
        <p:nvPicPr>
          <p:cNvPr id="48130" name="Picture 2" descr="Food Blog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86" y="1835967"/>
            <a:ext cx="5194441" cy="4277450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631372" y="622785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100" dirty="0">
                <a:latin typeface="Arial" pitchFamily="34" charset="0"/>
                <a:cs typeface="Arial" pitchFamily="34" charset="0"/>
              </a:rPr>
              <a:t>https://lh3.googleusercontent.com/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4856" y="6180798"/>
            <a:ext cx="514676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>
                <a:latin typeface="Arial" pitchFamily="34" charset="0"/>
                <a:cs typeface="Arial" pitchFamily="34" charset="0"/>
              </a:rPr>
              <a:t>https://lh3.googleusercontent.com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A1A695-C159-19F3-C699-A2671B92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Example</a:t>
            </a:r>
            <a:endParaRPr lang="en-US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How to start a Blog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6683187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Step 1: Plan your blog post by choosing a topic, creating an outline, conducting research, and checking facts.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Step 2: Craft a headline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Step 3: Write your post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Step 4: Use images to enhance your post, improve its flow, add humor, and explain complex topics.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Step 5: Edit your blog post.</a:t>
            </a:r>
            <a:r>
              <a:rPr lang="en-US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IN" u="sng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7458" name="Picture 2" descr="1,426,432 Start Stock Photos, Pictures &amp; Royalty-Free Images - iStock">
            <a:extLst>
              <a:ext uri="{FF2B5EF4-FFF2-40B4-BE49-F238E27FC236}">
                <a16:creationId xmlns:a16="http://schemas.microsoft.com/office/drawing/2014/main" id="{706A8C45-302F-CD2E-3104-F3B605CFE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824037"/>
            <a:ext cx="3581400" cy="423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9480B8-DD6D-A0DC-0E56-BA0A127EFC6A}"/>
              </a:ext>
            </a:extLst>
          </p:cNvPr>
          <p:cNvSpPr txBox="1"/>
          <p:nvPr/>
        </p:nvSpPr>
        <p:spPr>
          <a:xfrm>
            <a:off x="7772400" y="6335712"/>
            <a:ext cx="3581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latin typeface="Arial" panose="020B0604020202020204" pitchFamily="34" charset="0"/>
                <a:cs typeface="Arial" panose="020B0604020202020204" pitchFamily="34" charset="0"/>
              </a:rPr>
              <a:t>https://www.istockphoto.com/photos/start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4B55-02DE-4FA7-B8E7-5FB2F623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How to write a Blog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99C72-3584-42D0-96C4-65FFFBA8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676"/>
            <a:ext cx="5320554" cy="466071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Magnetic headline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Compelling leads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Useful subheads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Informative and engaging body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Appealing graphics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Powerful call to action	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Relevant internal link	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Good meta description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F5963-39FC-4D37-9CDE-2EBB7DFD0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33246" y="6356350"/>
            <a:ext cx="5320554" cy="412003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https://www.progovtjobs.com/2022/06/how-to-write-blog-post-for-beginners.html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1803399"/>
            <a:ext cx="10515600" cy="467577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48482" name="Picture 2" descr="How to Write a Blog Post for Beginners">
            <a:extLst>
              <a:ext uri="{FF2B5EF4-FFF2-40B4-BE49-F238E27FC236}">
                <a16:creationId xmlns:a16="http://schemas.microsoft.com/office/drawing/2014/main" id="{8432F2CF-8452-BE33-271D-37F41C4BEB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55"/>
          <a:stretch/>
        </p:blipFill>
        <p:spPr bwMode="auto">
          <a:xfrm>
            <a:off x="6181908" y="1954306"/>
            <a:ext cx="5109137" cy="41128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56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Arial Black" pitchFamily="34" charset="0"/>
                <a:cs typeface="Arial" pitchFamily="34" charset="0"/>
              </a:rPr>
              <a:t>10 Best Blog Sites for 2021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7" y="1681933"/>
            <a:ext cx="7090698" cy="481570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WordPress.org – Best for Self-Hosted Blogs.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WordPress.com – Best for Free Blogs. ...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Wix.com – Best for Small Websites. ...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Joomla.com.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www.Medium.com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Ghost.org. ...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Squarespace.com. ...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latin typeface="Arial" pitchFamily="34" charset="0"/>
                <a:cs typeface="Arial" pitchFamily="34" charset="0"/>
              </a:rPr>
              <a:t>Weebly.com.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Blogger.com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Tumblr.com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698171"/>
            <a:ext cx="10515600" cy="46154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9506" name="Picture 2" descr="17 of the Best Examples of Beautiful Blog Design">
            <a:extLst>
              <a:ext uri="{FF2B5EF4-FFF2-40B4-BE49-F238E27FC236}">
                <a16:creationId xmlns:a16="http://schemas.microsoft.com/office/drawing/2014/main" id="{A70C4DFC-C964-CBD2-CFB8-B4C4D3208C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6"/>
          <a:stretch/>
        </p:blipFill>
        <p:spPr bwMode="auto">
          <a:xfrm>
            <a:off x="7593106" y="1698171"/>
            <a:ext cx="3773756" cy="4572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450FA-2A88-C37D-7BDB-72EA8773DDB7}"/>
              </a:ext>
            </a:extLst>
          </p:cNvPr>
          <p:cNvSpPr txBox="1"/>
          <p:nvPr/>
        </p:nvSpPr>
        <p:spPr>
          <a:xfrm>
            <a:off x="5840122" y="6278593"/>
            <a:ext cx="5697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Arial" pitchFamily="34" charset="0"/>
                <a:cs typeface="Arial" pitchFamily="34" charset="0"/>
              </a:rPr>
              <a:t>https://blog.hubspot.com/blog/tabid/6307/bid/34143/12-inspiring-examples-of-beautiful-blog-homepage-designs.aspx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09C26-DA1E-B0FD-4AB8-AAFE398E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Using Multimedia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98CD-7074-AFB9-F16B-E87E476EA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41086" cy="4351338"/>
          </a:xfrm>
        </p:spPr>
        <p:txBody>
          <a:bodyPr>
            <a:no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Blogs give writers the opportunity to use design, images, audio, and video to supplement their writing. Take advantage of these innovative ways to enhance your presentation! </a:t>
            </a:r>
          </a:p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Use appropriate content, size, and quality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Make sure your chosen images complement the layout of your text visually. </a:t>
            </a:r>
          </a:p>
          <a:p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When linking to an online video, consider using a screen shot from that video as your hyperlink.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 screen shot can make a reader more likely to click on a link. It can demonstrate the clip’s relevance to your post.</a:t>
            </a:r>
            <a:endParaRPr lang="en-GB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BB2DF-DC2B-E351-2C4A-7877407B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50532" name="Picture 4" descr="Usage of Multimedia">
            <a:extLst>
              <a:ext uri="{FF2B5EF4-FFF2-40B4-BE49-F238E27FC236}">
                <a16:creationId xmlns:a16="http://schemas.microsoft.com/office/drawing/2014/main" id="{A19C08BF-DAB2-C20A-1BE5-E0F052D93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286" y="1690688"/>
            <a:ext cx="2343150" cy="231060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534" name="Picture 6" descr="Marketing, Design e Multimédia: invista neste mercado de trabalho">
            <a:extLst>
              <a:ext uri="{FF2B5EF4-FFF2-40B4-BE49-F238E27FC236}">
                <a16:creationId xmlns:a16="http://schemas.microsoft.com/office/drawing/2014/main" id="{B747A541-3D9C-2E8C-0630-D8A4EEABC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997" y="4213225"/>
            <a:ext cx="2529728" cy="20081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A8CAE9-9A4C-5F22-AB25-E3EE9B9E4B78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98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FFF1-148D-BCF8-6B0C-F29AD532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How to maintain a successful blog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3A9D-D394-7D3F-8CF2-3E3142A52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4590"/>
            <a:ext cx="7176247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Make post titles eye-catching but also reasonably accurate.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using the tag function in each post. This will help guide readers through your content thematically instead of chronologically. Keep tags consistent, including punctuation.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your hosting platform allows, link to similar blogs in order to increase your traffic.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8F0C4-ED54-D5CB-CF6E-01DFD245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https://www.creativefabrica.com/pt/product/illustration-of-maintaining-security/</a:t>
            </a:r>
          </a:p>
        </p:txBody>
      </p:sp>
      <p:pic>
        <p:nvPicPr>
          <p:cNvPr id="151554" name="Picture 2" descr="Illustration of Maintaining Security Gráfico Por setiawanarief111 ·  Creative Fabrica">
            <a:extLst>
              <a:ext uri="{FF2B5EF4-FFF2-40B4-BE49-F238E27FC236}">
                <a16:creationId xmlns:a16="http://schemas.microsoft.com/office/drawing/2014/main" id="{F5DAFDBB-2099-5123-0063-247A7B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282" y="1888378"/>
            <a:ext cx="3043518" cy="34904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BFA2FA-A937-0782-A9F4-D3B460D44BAC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87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DFFF1-148D-BCF8-6B0C-F29AD532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How to maintain a successful blog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B3A9D-D394-7D3F-8CF2-3E3142A52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4153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aware that you are potentially addressing people with very different knowledge bases and cultural assumptions than yours.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Handle comments with care. As the blog’s creator, the way you handle dissenting or inflammatory voices sets the tone for your readers.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8F0C4-ED54-D5CB-CF6E-01DFD245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https://www.creativefabrica.com/pt/product/illustration-of-maintaining-security/</a:t>
            </a:r>
          </a:p>
        </p:txBody>
      </p:sp>
      <p:pic>
        <p:nvPicPr>
          <p:cNvPr id="151554" name="Picture 2" descr="Illustration of Maintaining Security Gráfico Por setiawanarief111 ·  Creative Fabrica">
            <a:extLst>
              <a:ext uri="{FF2B5EF4-FFF2-40B4-BE49-F238E27FC236}">
                <a16:creationId xmlns:a16="http://schemas.microsoft.com/office/drawing/2014/main" id="{F5DAFDBB-2099-5123-0063-247A7B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894" y="1906307"/>
            <a:ext cx="2944906" cy="35083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BFA2FA-A937-0782-A9F4-D3B460D44BAC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51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3371-4FFC-DEAB-ED5B-9D6D3498A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Vlogs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90405-0EC8-1EDA-8B5C-A0173177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90C11761-E874-85F7-203D-C4B53F45C2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973969"/>
            <a:ext cx="3810000" cy="24008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026A05-7B07-B10F-312C-263417464D86}"/>
              </a:ext>
            </a:extLst>
          </p:cNvPr>
          <p:cNvSpPr txBox="1"/>
          <p:nvPr/>
        </p:nvSpPr>
        <p:spPr>
          <a:xfrm>
            <a:off x="1308847" y="1999129"/>
            <a:ext cx="60332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 blog that publishes video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Started as a form of self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Intends to get attention, a market or an audience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A2A2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personal website or social media account where a person regularly posts short videos.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2203A6-D288-0D13-5C72-49897F330627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66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5 Things YOU NEED To VLOG - YouTube">
            <a:extLst>
              <a:ext uri="{FF2B5EF4-FFF2-40B4-BE49-F238E27FC236}">
                <a16:creationId xmlns:a16="http://schemas.microsoft.com/office/drawing/2014/main" id="{C480BEEF-3771-4B9B-FA62-419A49796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28" y="457012"/>
            <a:ext cx="10799483" cy="587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B75CB-3413-EF93-DD80-B4D651A5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47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AA40-45D7-1B60-D034-65A8C27F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Importance of Vlogs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B3F98-31D0-8C9A-2AEC-1A2984111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693" y="1945248"/>
            <a:ext cx="7839635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 Billion videos are seen every day on YouTube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Cross – cultural communication and awareness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Education	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Connecting with people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Lively touch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Making a difference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B42B9-3C28-75D0-D58D-0E8110A3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50" name="Picture 2" descr="YouTube Camera Setup">
            <a:extLst>
              <a:ext uri="{FF2B5EF4-FFF2-40B4-BE49-F238E27FC236}">
                <a16:creationId xmlns:a16="http://schemas.microsoft.com/office/drawing/2014/main" id="{5C71A1B6-B7E6-0926-1822-5277F7BC7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857" y="4244788"/>
            <a:ext cx="2420471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log neon sign design template blogging Royalty Free Vector">
            <a:extLst>
              <a:ext uri="{FF2B5EF4-FFF2-40B4-BE49-F238E27FC236}">
                <a16:creationId xmlns:a16="http://schemas.microsoft.com/office/drawing/2014/main" id="{1AFC3F06-E3D7-D0F6-4D77-A170E9780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3328" y="2025463"/>
            <a:ext cx="2420472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C31F21-39C6-8677-05C9-9B8C1FC0061A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03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9656-A6E5-1DF9-330D-CD4A4650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How to create a Vlog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796552-0336-94F3-0436-2200A4F9D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Do’s</a:t>
            </a:r>
            <a:endParaRPr lang="en-GB" dirty="0">
              <a:latin typeface="Arial Black" panose="020B0A04020102020204" pitchFamily="34" charset="0"/>
            </a:endParaRPr>
          </a:p>
        </p:txBody>
      </p:sp>
      <p:pic>
        <p:nvPicPr>
          <p:cNvPr id="4098" name="Picture 2" descr="Travel Vlog Tips for Beginners: How to be a travel vlogger | JOBY">
            <a:extLst>
              <a:ext uri="{FF2B5EF4-FFF2-40B4-BE49-F238E27FC236}">
                <a16:creationId xmlns:a16="http://schemas.microsoft.com/office/drawing/2014/main" id="{E8F6B1FC-87B4-3F2D-0600-BA23272691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1531" y="4670612"/>
            <a:ext cx="4139033" cy="182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9B48D5-2B82-DF9B-9309-B2561CFE3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7448" y="2878886"/>
            <a:ext cx="5183188" cy="823912"/>
          </a:xfrm>
        </p:spPr>
        <p:txBody>
          <a:bodyPr/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Don’ts</a:t>
            </a:r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49A9E5-4D97-A92E-2644-20FCF6711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98788" y="3679545"/>
            <a:ext cx="5732929" cy="2671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Don’t Film Everything</a:t>
            </a:r>
          </a:p>
          <a:p>
            <a:pPr>
              <a:lnSpc>
                <a:spcPct val="100000"/>
              </a:lnSpc>
            </a:pPr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Don’t Spend too Long On a Script… Or Your  Video</a:t>
            </a:r>
          </a:p>
          <a:p>
            <a:pPr>
              <a:lnSpc>
                <a:spcPct val="100000"/>
              </a:lnSpc>
            </a:pPr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Don’t Worry About Equipment (But Be Aware of Bad Audio)</a:t>
            </a:r>
          </a:p>
          <a:p>
            <a:pPr>
              <a:lnSpc>
                <a:spcPct val="100000"/>
              </a:lnSpc>
            </a:pPr>
            <a:r>
              <a:rPr lang="en-US" sz="24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Don’t Forget About Your Audience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A1F50-6B9D-9BB6-7121-BDA8044A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8A6CF4-19A1-6DE9-1D43-CAAF81EB4494}"/>
              </a:ext>
            </a:extLst>
          </p:cNvPr>
          <p:cNvSpPr txBox="1"/>
          <p:nvPr/>
        </p:nvSpPr>
        <p:spPr>
          <a:xfrm>
            <a:off x="841818" y="2505075"/>
            <a:ext cx="46123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Get some experience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Do plan out your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Be natural with respect to the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Use templates, shortcuts and hotkeys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i="0" dirty="0">
              <a:solidFill>
                <a:srgbClr val="09283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1" name="Picture 5" descr="Image result for Bad vlogs">
            <a:extLst>
              <a:ext uri="{FF2B5EF4-FFF2-40B4-BE49-F238E27FC236}">
                <a16:creationId xmlns:a16="http://schemas.microsoft.com/office/drawing/2014/main" id="{6C7F9353-913E-FE7A-51A3-05A7EADB9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541" y="1681162"/>
            <a:ext cx="3293036" cy="20216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ECCA1A-00E3-AD7B-E9E8-C4C02C156C68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9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5D8E-F9C8-083C-0B14-E07CBA57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Content is the king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E710B8-9D15-84A4-529B-EC712D9D1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4294" cy="435133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Gripping Storyline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Hook your viewers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Effortless Introduction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Structure your content over something specific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Give a visual index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Call your viewers to action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EC109-1EE6-5CC0-1911-30A33074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122" name="Picture 2" descr="Content Marketing- 3 easy steps to a successful strategy">
            <a:extLst>
              <a:ext uri="{FF2B5EF4-FFF2-40B4-BE49-F238E27FC236}">
                <a16:creationId xmlns:a16="http://schemas.microsoft.com/office/drawing/2014/main" id="{6AAA647A-B388-8AC0-ECA7-39C5D48CE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775" y="1918884"/>
            <a:ext cx="5047131" cy="40339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DFC090C-0E8E-F8EB-56C9-27DAF67F35B1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8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C13F-B12C-6931-F42F-5D751C62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Podcasts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6B227-0E82-D716-DDD7-DCED9BBD5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1141" cy="4351338"/>
          </a:xfrm>
        </p:spPr>
        <p:txBody>
          <a:bodyPr>
            <a:normAutofit/>
          </a:bodyPr>
          <a:lstStyle/>
          <a:p>
            <a:r>
              <a:rPr lang="en-US" sz="2700" b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 digital audio file made available on the Internet for downloading to a computer or mobile device, typically available as a series, new installments of which can be received by subscribers automatically.</a:t>
            </a:r>
          </a:p>
          <a:p>
            <a:r>
              <a:rPr lang="en-US" sz="27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Podcasting started as mostly an independent way for individuals to get their message out there and build a community of people with similar interests.</a:t>
            </a:r>
            <a:endParaRPr lang="en-GB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60C8C-D209-4364-D214-EFADF275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148" name="Picture 4" descr="9 Project Management Podcasts You Need to Follow Now">
            <a:extLst>
              <a:ext uri="{FF2B5EF4-FFF2-40B4-BE49-F238E27FC236}">
                <a16:creationId xmlns:a16="http://schemas.microsoft.com/office/drawing/2014/main" id="{489510D8-7799-4060-85AD-ABF2396161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69"/>
          <a:stretch/>
        </p:blipFill>
        <p:spPr bwMode="auto">
          <a:xfrm>
            <a:off x="7091082" y="1690688"/>
            <a:ext cx="4688542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4F7F818-F4D7-9207-475E-F1026650D67D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34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50CF-2EDA-E375-1FAA-77B0ECF55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Some Famous Examples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189B4-A428-0E25-AE6E-8A53DFA4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170" name="Picture 2" descr="Best Technology Podcasts">
            <a:extLst>
              <a:ext uri="{FF2B5EF4-FFF2-40B4-BE49-F238E27FC236}">
                <a16:creationId xmlns:a16="http://schemas.microsoft.com/office/drawing/2014/main" id="{E7BBA85D-E70C-6A4A-FB18-34C1EF447D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356" y="1954306"/>
            <a:ext cx="9601200" cy="442893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0F34C1-7229-0035-68B3-D36763865D27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55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E414-DDD5-6CFF-2DB9-8590D3A71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Benefits of Podcasts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A34ED-EAFF-7033-D73F-F3262EAAD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30271" cy="435133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Easy to create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Informative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Easy to distribute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Accessible 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Impactful marketing tool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On demand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5EA9F-2445-6C7E-0E16-091B962C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194" name="Picture 2" descr="Benefits">
            <a:extLst>
              <a:ext uri="{FF2B5EF4-FFF2-40B4-BE49-F238E27FC236}">
                <a16:creationId xmlns:a16="http://schemas.microsoft.com/office/drawing/2014/main" id="{377D66E2-790F-6D84-E8E3-A32B502D2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188" y="1954306"/>
            <a:ext cx="5710518" cy="4222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E8D170-AFC3-03DF-21E5-B3E294C49907}"/>
              </a:ext>
            </a:extLst>
          </p:cNvPr>
          <p:cNvSpPr txBox="1"/>
          <p:nvPr/>
        </p:nvSpPr>
        <p:spPr>
          <a:xfrm>
            <a:off x="7745508" y="6493653"/>
            <a:ext cx="440615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https://www.bertrandt.com/en/career/why-bertrandt/benefits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12A800-A7A5-7E01-2441-D1A9F9264BD7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47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F258-1FDF-3362-B3E8-5D9393A0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Content Strategy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B65B-FD67-C2AC-37B6-B0F4F6B24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7047" cy="4351338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Everyone is self absorbed except you.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Make it actionable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Visual impact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Adjust your content sharing according to the channel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 ego bait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Dialogic (Interviews)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Ask your audience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5140A-C66B-E76E-4D14-B05F8C67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9220" name="Picture 4" descr="10 Reasons Why You Need to Add Podcasts to Your Content Strategy">
            <a:extLst>
              <a:ext uri="{FF2B5EF4-FFF2-40B4-BE49-F238E27FC236}">
                <a16:creationId xmlns:a16="http://schemas.microsoft.com/office/drawing/2014/main" id="{BDF2FDF2-A82E-17F4-DF9F-FFD8A9F89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893" y="2064028"/>
            <a:ext cx="4468907" cy="411293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A4B146-52C2-019E-E644-5DC66CB244BA}"/>
              </a:ext>
            </a:extLst>
          </p:cNvPr>
          <p:cNvSpPr txBox="1"/>
          <p:nvPr/>
        </p:nvSpPr>
        <p:spPr>
          <a:xfrm>
            <a:off x="7395882" y="6366562"/>
            <a:ext cx="4874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/>
              <a:t>https://cdn.searchenginejournal.com/wp-content/uploads/2019/05/10-Reasons-Why-You-Need-to-Podcasts-to-Your-Content-Repertoire-760x400.png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998637-6E57-34E4-A293-DB849348DCB1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95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IN" dirty="0">
                <a:latin typeface="Arial Black" pitchFamily="34" charset="0"/>
                <a:cs typeface="Arial" pitchFamily="34" charset="0"/>
              </a:rPr>
              <a:t>Websites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What does </a:t>
            </a:r>
            <a:r>
              <a:rPr lang="en-US" b="1" i="1" dirty="0">
                <a:latin typeface="Arial" pitchFamily="34" charset="0"/>
                <a:cs typeface="Arial" pitchFamily="34" charset="0"/>
              </a:rPr>
              <a:t>Website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 mean?</a:t>
            </a:r>
          </a:p>
          <a:p>
            <a:pPr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A website is a collection of publicly accessible, interlinked Web pages that share a single domain name. Websites can be created and maintained by an individual, group, business or organization to serve a variety of purposes. Together, all publicly accessible websites constitute the World Wide Web.</a:t>
            </a:r>
          </a:p>
          <a:p>
            <a:pPr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A website is also known as a web presence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1DBE-2DE9-32E8-1297-21C013697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 Black" panose="020B0A04020102020204" pitchFamily="34" charset="0"/>
                <a:cs typeface="Arial" panose="020B0604020202020204" pitchFamily="34" charset="0"/>
              </a:rPr>
              <a:t>Types of Websites</a:t>
            </a:r>
            <a:endParaRPr lang="en-GB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0091-1E35-E015-ECBF-1920621C9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9163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Static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Can be created quickly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Economical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Quick delivering speed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Simple in structure.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itchFamily="34" charset="0"/>
              </a:rPr>
              <a:t>Content of Web pages can not be change at runtime.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59626-3E24-D5B6-7F74-8E84C90B46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High-end programming, easily updated.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It is neat and well organized .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Popular with Electronic-commerce sites and shopping portals</a:t>
            </a:r>
          </a:p>
          <a:p>
            <a:r>
              <a:rPr lang="en-US" sz="2600" dirty="0">
                <a:latin typeface="Arial" pitchFamily="34" charset="0"/>
                <a:cs typeface="Arial" pitchFamily="34" charset="0"/>
              </a:rPr>
              <a:t>Attractive looking due to advanced graphics</a:t>
            </a:r>
          </a:p>
          <a:p>
            <a:r>
              <a:rPr lang="en-US" sz="2600" b="0" i="0" dirty="0">
                <a:solidFill>
                  <a:srgbClr val="27323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Content of Web pages can be changed.</a:t>
            </a:r>
            <a:endParaRPr lang="en-US" sz="2600" dirty="0">
              <a:latin typeface="Arial" panose="020B0604020202020204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9111E-B60F-053F-1820-465F0022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48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EF109-3F71-F12A-E38F-B4675A5C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Examples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88B6C-C443-E774-E6A9-D8C80B23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Static Website</a:t>
            </a:r>
          </a:p>
          <a:p>
            <a:r>
              <a:rPr lang="en-GB" b="0" dirty="0"/>
              <a:t>Hartwell Insurance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D70AF8-4D6F-5D64-7795-2C67996A7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Dynamic Website</a:t>
            </a:r>
          </a:p>
          <a:p>
            <a:r>
              <a:rPr lang="en-GB" b="0" dirty="0"/>
              <a:t>Twitter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70A37-7EC1-A102-EE0C-C82DD317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FC31A0-A7A5-4146-8E81-81D06A0F36B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2505075"/>
            <a:ext cx="5157787" cy="368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01EACA-D988-0EA1-5530-6A4E05346A6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7" y="2505075"/>
            <a:ext cx="5335586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44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How to write for a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 keyword that user might relate to. This optimizes the search engine.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Divide your content. 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Front-load the important information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 pronouns. The user is “you.” The organization or government agency is “we.”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Use active voice. “The board proposed the legislation” not “The regulation was proposed by the board</a:t>
            </a:r>
            <a:r>
              <a:rPr lang="en-GB" sz="3200" dirty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How to write for a website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GB" dirty="0">
                <a:latin typeface="Arial" pitchFamily="34" charset="0"/>
                <a:cs typeface="Arial" pitchFamily="34" charset="0"/>
              </a:rPr>
              <a:t>Use short sentences and paragraphs. </a:t>
            </a:r>
          </a:p>
          <a:p>
            <a:pPr lvl="0" algn="just"/>
            <a:r>
              <a:rPr lang="en-GB" dirty="0">
                <a:latin typeface="Arial" pitchFamily="34" charset="0"/>
                <a:cs typeface="Arial" pitchFamily="34" charset="0"/>
              </a:rPr>
              <a:t>Use bullets and numbered lists. </a:t>
            </a:r>
          </a:p>
          <a:p>
            <a:pPr lvl="0" algn="just"/>
            <a:r>
              <a:rPr lang="en-GB" dirty="0">
                <a:latin typeface="Arial" pitchFamily="34" charset="0"/>
                <a:cs typeface="Arial" pitchFamily="34" charset="0"/>
              </a:rPr>
              <a:t>Use clear headlines and subheads. Questions, especially those with pronouns, are particularly effective.</a:t>
            </a:r>
          </a:p>
          <a:p>
            <a:pPr lvl="0" algn="just"/>
            <a:r>
              <a:rPr lang="en-GB" dirty="0">
                <a:latin typeface="Arial" pitchFamily="34" charset="0"/>
                <a:cs typeface="Arial" pitchFamily="34" charset="0"/>
              </a:rPr>
              <a:t>Use images, diagrams, or multimedia to visually represent ideas in the content. Videos and images should reinforce the text on your page.</a:t>
            </a:r>
          </a:p>
          <a:p>
            <a:pPr lvl="0" algn="just"/>
            <a:r>
              <a:rPr lang="en-GB" dirty="0">
                <a:latin typeface="Arial" pitchFamily="34" charset="0"/>
                <a:cs typeface="Arial" pitchFamily="34" charset="0"/>
              </a:rPr>
              <a:t>Use white space.  Using white space allows you to reduce noise by visually separate information</a:t>
            </a:r>
            <a:r>
              <a:rPr lang="en-GB" sz="3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47458" name="Picture 2" descr="Difference Between Blog and Website - Pediaa.Co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0470" y="130629"/>
            <a:ext cx="9275759" cy="65053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Contact people all over the world for free (or inexpensively)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Market expansion.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Document interactions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Online Presence 24/7.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Information Exchange.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Credibility.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Consumer Insights.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Advertising.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Assessment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sper Bold"/>
                <a:cs typeface="Arial" panose="020B0604020202020204" pitchFamily="34" charset="0"/>
              </a:rPr>
              <a:t>References</a:t>
            </a:r>
            <a:r>
              <a:rPr lang="en-US" dirty="0">
                <a:latin typeface="Casper Bold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" pitchFamily="34" charset="0"/>
                <a:cs typeface="Arial" pitchFamily="34" charset="0"/>
                <a:hlinkClick r:id="rId2"/>
              </a:rPr>
              <a:t>www.blog.hubspot.com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latin typeface="Arial" pitchFamily="34" charset="0"/>
                <a:cs typeface="Arial" pitchFamily="34" charset="0"/>
                <a:hlinkClick r:id="rId3"/>
              </a:rPr>
              <a:t>www.wpbeginner.com</a:t>
            </a:r>
            <a:endParaRPr lang="en-GB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4"/>
              </a:rPr>
              <a:t>www.wordpress.com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5"/>
              </a:rPr>
              <a:t>https://www.spiderwriting.co.uk/static-dynamic.php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6"/>
              </a:rPr>
              <a:t>https://www.toppr.com/guides/business-correspondence-and-reporting/writing-formal-mails/conventions-sample-mails/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GB" dirty="0">
                <a:hlinkClick r:id="rId7"/>
              </a:rPr>
              <a:t>blogging-introduction.original.pdf (duke.edu)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hlinkClick r:id="rId8"/>
              </a:rPr>
              <a:t>7 Secrets To Producing Engaging Podcast Content (forbes.com)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1646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7299</TotalTime>
  <Words>1628</Words>
  <Application>Microsoft Office PowerPoint</Application>
  <PresentationFormat>Widescreen</PresentationFormat>
  <Paragraphs>249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</vt:lpstr>
      <vt:lpstr>What is a Blog?  </vt:lpstr>
      <vt:lpstr>Benefits Of Blogs  </vt:lpstr>
      <vt:lpstr>Example</vt:lpstr>
      <vt:lpstr>Example</vt:lpstr>
      <vt:lpstr>How to start a Blog</vt:lpstr>
      <vt:lpstr>How to write a Blog</vt:lpstr>
      <vt:lpstr>10 Best Blog Sites for 2021</vt:lpstr>
      <vt:lpstr>Using Multimedia</vt:lpstr>
      <vt:lpstr>How to maintain a successful blog</vt:lpstr>
      <vt:lpstr>How to maintain a successful blog</vt:lpstr>
      <vt:lpstr>Vlogs</vt:lpstr>
      <vt:lpstr>PowerPoint Presentation</vt:lpstr>
      <vt:lpstr>Importance of Vlogs</vt:lpstr>
      <vt:lpstr>How to create a Vlog</vt:lpstr>
      <vt:lpstr>Content is the king</vt:lpstr>
      <vt:lpstr>Podcasts</vt:lpstr>
      <vt:lpstr>Some Famous Examples</vt:lpstr>
      <vt:lpstr>Benefits of Podcasts</vt:lpstr>
      <vt:lpstr>Content Strategy</vt:lpstr>
      <vt:lpstr>Websites</vt:lpstr>
      <vt:lpstr>Types of Websites</vt:lpstr>
      <vt:lpstr>Examples</vt:lpstr>
      <vt:lpstr>How to write for a website</vt:lpstr>
      <vt:lpstr>How to write for a website</vt:lpstr>
      <vt:lpstr>PowerPoint Presentation</vt:lpstr>
      <vt:lpstr>Applications</vt:lpstr>
      <vt:lpstr>Assessment Pattern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174</cp:revision>
  <dcterms:created xsi:type="dcterms:W3CDTF">2019-01-09T10:33:58Z</dcterms:created>
  <dcterms:modified xsi:type="dcterms:W3CDTF">2023-07-17T06:45:24Z</dcterms:modified>
</cp:coreProperties>
</file>