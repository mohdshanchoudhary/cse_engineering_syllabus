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3"/>
  </p:notesMasterIdLst>
  <p:handoutMasterIdLst>
    <p:handoutMasterId r:id="rId34"/>
  </p:handoutMasterIdLst>
  <p:sldIdLst>
    <p:sldId id="382" r:id="rId3"/>
    <p:sldId id="285" r:id="rId4"/>
    <p:sldId id="389" r:id="rId5"/>
    <p:sldId id="367" r:id="rId6"/>
    <p:sldId id="368" r:id="rId7"/>
    <p:sldId id="369" r:id="rId8"/>
    <p:sldId id="370" r:id="rId9"/>
    <p:sldId id="371" r:id="rId10"/>
    <p:sldId id="347" r:id="rId11"/>
    <p:sldId id="328" r:id="rId12"/>
    <p:sldId id="380" r:id="rId13"/>
    <p:sldId id="293" r:id="rId14"/>
    <p:sldId id="372" r:id="rId15"/>
    <p:sldId id="379" r:id="rId16"/>
    <p:sldId id="378" r:id="rId17"/>
    <p:sldId id="354" r:id="rId18"/>
    <p:sldId id="377" r:id="rId19"/>
    <p:sldId id="376" r:id="rId20"/>
    <p:sldId id="337" r:id="rId21"/>
    <p:sldId id="374" r:id="rId22"/>
    <p:sldId id="339" r:id="rId23"/>
    <p:sldId id="375" r:id="rId24"/>
    <p:sldId id="329" r:id="rId25"/>
    <p:sldId id="381" r:id="rId26"/>
    <p:sldId id="352" r:id="rId27"/>
    <p:sldId id="353" r:id="rId28"/>
    <p:sldId id="324" r:id="rId29"/>
    <p:sldId id="390" r:id="rId30"/>
    <p:sldId id="284" r:id="rId31"/>
    <p:sldId id="27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0000"/>
    <a:srgbClr val="1B3F5B"/>
    <a:srgbClr val="ED8137"/>
    <a:srgbClr val="BC8F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09" autoAdjust="0"/>
    <p:restoredTop sz="94660"/>
  </p:normalViewPr>
  <p:slideViewPr>
    <p:cSldViewPr snapToGrid="0">
      <p:cViewPr varScale="1">
        <p:scale>
          <a:sx n="71" d="100"/>
          <a:sy n="71" d="100"/>
        </p:scale>
        <p:origin x="76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a/thapar.edu/pee-107/class-notes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dNlkHtMgcPQ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d.com/talks/elizabeth_cox_what_is_a_coronavirus/up-next?language=en" TargetMode="External"/><Relationship Id="rId2" Type="http://schemas.openxmlformats.org/officeDocument/2006/relationships/hyperlink" Target="https://youtu.be/dNlkHtMgcPQ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ssiontolearn.com/note-taking/" TargetMode="External"/><Relationship Id="rId2" Type="http://schemas.openxmlformats.org/officeDocument/2006/relationships/hyperlink" Target="http://www.leapsacademicskills.net/uploads/2/0/7/0/2070115/note_taking_slides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ibrary.leeds.ac.uk/downloads/file/452/tutor_workshop_powerpoint" TargetMode="External"/><Relationship Id="rId4" Type="http://schemas.openxmlformats.org/officeDocument/2006/relationships/hyperlink" Target="http://tutorials.istudy.psu.edu/notetaking/notetaking8.htm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80393" y="5953277"/>
            <a:ext cx="6432043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 TAKING AND NOTE MAKING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447800" y="1554480"/>
            <a:ext cx="946404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Course Name: 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Course Code: 23PCH-105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46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23760" y="1310640"/>
            <a:ext cx="4069080" cy="459168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sper" panose="02000506000000020004" pitchFamily="2" charset="0"/>
                <a:cs typeface="Arial" panose="020B0604020202020204" pitchFamily="34" charset="0"/>
              </a:rPr>
              <a:t>Space for visual (size 24)</a:t>
            </a: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28083" y="362194"/>
            <a:ext cx="5966778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OUTCOMES</a:t>
            </a:r>
            <a:endParaRPr lang="en-US" sz="1600" dirty="0">
              <a:latin typeface="Arial Black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208520" y="1267097"/>
            <a:ext cx="4122419" cy="47396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76476" y="1788814"/>
            <a:ext cx="52084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On completion, the students are expected to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1" descr="C:\Users\Leader\Desktop\Note taking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10698" y="1280160"/>
            <a:ext cx="4114800" cy="4741817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7816647" y="6144288"/>
            <a:ext cx="129073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Arial" pitchFamily="34" charset="0"/>
                <a:cs typeface="Arial" pitchFamily="34" charset="0"/>
              </a:rPr>
              <a:t>godseyeblog.com</a:t>
            </a:r>
            <a:endParaRPr lang="en-IN" sz="11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A2A8ED-405E-E7E7-885D-4F631B08A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53628"/>
              </p:ext>
            </p:extLst>
          </p:nvPr>
        </p:nvGraphicFramePr>
        <p:xfrm>
          <a:off x="176476" y="2211087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2296355238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636530275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2635522502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29203561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1193935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66616838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17774112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31760516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06219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ea typeface="Karla" pitchFamily="2" charset="0"/>
                <a:cs typeface="Karla" pitchFamily="2" charset="0"/>
              </a:rPr>
              <a:t>Introduction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8801"/>
            <a:ext cx="7221582" cy="43481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Communication : a gradual process of sharing and receiving information.</a:t>
            </a:r>
          </a:p>
          <a:p>
            <a:pPr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Knowledge gained to be shared.</a:t>
            </a:r>
          </a:p>
          <a:p>
            <a:pPr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Retaining knowledge an essential part.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Note Taking and Note Making helps to accumulate and enhances knowledge.</a:t>
            </a:r>
          </a:p>
          <a:p>
            <a:pPr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23663" y="6492875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C:\Users\GAURAV\Desktop\Aadi Worksheets\Quest-study-skills-note-taking-pic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2845" y="1828800"/>
            <a:ext cx="3278777" cy="4349931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8105468" y="6314105"/>
            <a:ext cx="182453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100" dirty="0">
                <a:latin typeface="Arial" pitchFamily="34" charset="0"/>
                <a:cs typeface="Arial" pitchFamily="34" charset="0"/>
              </a:rPr>
              <a:t>www.queststudyskills.com</a:t>
            </a:r>
            <a:endParaRPr lang="en-IN" sz="1100" dirty="0"/>
          </a:p>
        </p:txBody>
      </p:sp>
      <p:sp>
        <p:nvSpPr>
          <p:cNvPr id="9" name="Oval 8"/>
          <p:cNvSpPr/>
          <p:nvPr/>
        </p:nvSpPr>
        <p:spPr>
          <a:xfrm>
            <a:off x="11025051" y="6435725"/>
            <a:ext cx="404948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IN" dirty="0">
                <a:latin typeface="Arial Black" pitchFamily="34" charset="0"/>
                <a:cs typeface="Arial" pitchFamily="34" charset="0"/>
              </a:rPr>
              <a:t>Note Taking VS. Note Making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49788" y="6492875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09896" y="1841864"/>
          <a:ext cx="10567852" cy="4376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3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3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2736">
                <a:tc>
                  <a:txBody>
                    <a:bodyPr/>
                    <a:lstStyle/>
                    <a:p>
                      <a:r>
                        <a:rPr lang="en-IN" sz="2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1. </a:t>
                      </a:r>
                      <a:r>
                        <a:rPr lang="en-US" sz="2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Passive process that involves active listening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1. Active</a:t>
                      </a:r>
                      <a:r>
                        <a:rPr kumimoji="0" lang="en-US" sz="2800" b="0" i="0" u="none" strike="noStrike" kern="1200" cap="none" spc="0" normalizeH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process that involves critical thinking</a:t>
                      </a:r>
                      <a:endParaRPr lang="en-US" sz="28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774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sz="28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2. Process of copy &amp; pasting what ever is being delivered,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2.Helps to process</a:t>
                      </a:r>
                      <a:r>
                        <a:rPr kumimoji="0" lang="en-US" sz="2800" b="0" i="0" u="none" strike="noStrike" kern="1200" cap="none" spc="0" normalizeH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and reflect on notes taken</a:t>
                      </a:r>
                      <a:endParaRPr lang="en-US" sz="28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774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sz="2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3.Points noted during lectures or while reading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3.A resource that is self created  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 4.A way of retaining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4.Note making leads to</a:t>
                      </a:r>
                      <a:r>
                        <a:rPr kumimoji="0" lang="en-US" sz="2800" b="0" i="0" u="none" strike="noStrike" kern="1200" cap="none" spc="0" normalizeH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analysis and understanding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11051176" y="6570617"/>
            <a:ext cx="427719" cy="28738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9086" y="365761"/>
            <a:ext cx="10489474" cy="1227908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ea typeface="Karla" pitchFamily="2" charset="0"/>
                <a:cs typeface="Arial" pitchFamily="34" charset="0"/>
              </a:rPr>
              <a:t>Note –Taking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84474" y="6492875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C:\Users\GAURAV\Desktop\Aadi Worksheets\Note taking images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550332" y="1815737"/>
            <a:ext cx="3775166" cy="4362993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849086" y="1815737"/>
            <a:ext cx="6701245" cy="4349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Essential skill</a:t>
            </a: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Enhances Tactile Thinking</a:t>
            </a: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Helps move towards </a:t>
            </a: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advance level study</a:t>
            </a: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Aids in independent learning.</a:t>
            </a:r>
          </a:p>
          <a:p>
            <a:pPr>
              <a:buFont typeface="Arial" pitchFamily="34" charset="0"/>
              <a:buChar char="•"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19079" y="6274916"/>
            <a:ext cx="108555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100" dirty="0">
                <a:latin typeface="Arial" pitchFamily="34" charset="0"/>
                <a:cs typeface="Arial" pitchFamily="34" charset="0"/>
              </a:rPr>
              <a:t>www.mirror.co</a:t>
            </a:r>
            <a:endParaRPr lang="en-IN" sz="1100" dirty="0"/>
          </a:p>
        </p:txBody>
      </p:sp>
      <p:sp>
        <p:nvSpPr>
          <p:cNvPr id="10" name="Oval 9"/>
          <p:cNvSpPr/>
          <p:nvPr/>
        </p:nvSpPr>
        <p:spPr>
          <a:xfrm>
            <a:off x="10982145" y="6505303"/>
            <a:ext cx="447855" cy="35269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</a:rPr>
              <a:t>Note-Taking (Contd.)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23662" y="6492875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C:\Users\GAURAV\Desktop\Aadi Worksheets\stock_students_in_class_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419702" y="1815737"/>
            <a:ext cx="3944983" cy="4362994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7914025" y="6301043"/>
            <a:ext cx="168828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www.stepp-program.org</a:t>
            </a:r>
            <a:endParaRPr lang="en-IN" sz="1100" dirty="0"/>
          </a:p>
        </p:txBody>
      </p:sp>
      <p:sp>
        <p:nvSpPr>
          <p:cNvPr id="10" name="Rectangle 9"/>
          <p:cNvSpPr/>
          <p:nvPr/>
        </p:nvSpPr>
        <p:spPr>
          <a:xfrm>
            <a:off x="849087" y="1815737"/>
            <a:ext cx="6570616" cy="4402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chemeClr val="folHlink"/>
              </a:buClr>
              <a:buNone/>
              <a:defRPr/>
            </a:pPr>
            <a:r>
              <a:rPr lang="en-IN" sz="2800" b="1" dirty="0">
                <a:latin typeface="Arial" pitchFamily="34" charset="0"/>
                <a:cs typeface="Arial" pitchFamily="34" charset="0"/>
              </a:rPr>
              <a:t>Taking notes in class could be: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chemeClr val="folHlink"/>
              </a:buClr>
              <a:defRPr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Lecture				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chemeClr val="folHlink"/>
              </a:buClr>
              <a:defRPr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Workshop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chemeClr val="folHlink"/>
              </a:buClr>
              <a:defRPr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Seminar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chemeClr val="folHlink"/>
              </a:buClr>
              <a:defRPr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Tutorial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chemeClr val="folHlink"/>
              </a:buClr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Group Work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chemeClr val="folHlink"/>
              </a:buClr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Fieldwork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chemeClr val="folHlink"/>
              </a:buClr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Interviews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chemeClr val="folHlink"/>
              </a:buClr>
              <a:defRPr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060521" y="6505303"/>
            <a:ext cx="369479" cy="35269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Arial Black" pitchFamily="34" charset="0"/>
              </a:rPr>
              <a:t>Note-Taking In Academics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051766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Don’t write every single word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Record important points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Pre-reading to understand context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Use paraphrases and abbreviation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folHlink"/>
              </a:buClr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Review</a:t>
            </a: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Reflect 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folHlink"/>
              </a:buClr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Revise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Experiment! Some students prefer to type, others to  write</a:t>
            </a:r>
          </a:p>
          <a:p>
            <a:pPr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96696" y="6492875"/>
            <a:ext cx="1841864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C:\Users\GAURAV\Desktop\Aadi Worksheets\class notes 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76903" y="1789611"/>
            <a:ext cx="3448594" cy="4349931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8783778" y="6287979"/>
            <a:ext cx="132119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  <a:hlinkClick r:id="rId3"/>
              </a:rPr>
              <a:t>hsites.google.com</a:t>
            </a:r>
            <a:endParaRPr lang="en-IN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0982144" y="6544491"/>
            <a:ext cx="447855" cy="31350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462" y="360361"/>
            <a:ext cx="10541727" cy="1279527"/>
          </a:xfrm>
        </p:spPr>
        <p:txBody>
          <a:bodyPr>
            <a:noAutofit/>
          </a:bodyPr>
          <a:lstStyle/>
          <a:p>
            <a:pPr algn="ctr"/>
            <a:br>
              <a:rPr lang="en-IN" b="1" dirty="0">
                <a:latin typeface="Arial Black" pitchFamily="34" charset="0"/>
              </a:rPr>
            </a:br>
            <a:r>
              <a:rPr lang="en-IN" b="1" dirty="0">
                <a:latin typeface="Arial Black" pitchFamily="34" charset="0"/>
              </a:rPr>
              <a:t>Why Note-Taking In Business?</a:t>
            </a:r>
            <a:br>
              <a:rPr lang="en-IN" b="1" dirty="0">
                <a:latin typeface="Arial Black" pitchFamily="34" charset="0"/>
              </a:rPr>
            </a:b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714" y="1721123"/>
            <a:ext cx="10541726" cy="457517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Information is the lifeblood of business – decisions are made on the information received.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buNone/>
              <a:defRPr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Managers are swamped with information.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buNone/>
              <a:defRPr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Notes communicate information in a shortened, time-saving form</a:t>
            </a:r>
          </a:p>
          <a:p>
            <a:pPr>
              <a:lnSpc>
                <a:spcPct val="100000"/>
              </a:lnSpc>
              <a:buClr>
                <a:schemeClr val="folHlink"/>
              </a:buCl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Examples : Minutes, Reports, Articles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45731" y="6492875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92776" y="1738088"/>
            <a:ext cx="10528664" cy="457127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68828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247122" y="6507480"/>
            <a:ext cx="391885" cy="35052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149" y="360361"/>
            <a:ext cx="10724605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When good notes go bad…?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2845" y="6492875"/>
            <a:ext cx="2105298" cy="365125"/>
          </a:xfrm>
        </p:spPr>
        <p:txBody>
          <a:bodyPr/>
          <a:lstStyle/>
          <a:p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www.slideserve.com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748554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object 3"/>
          <p:cNvSpPr/>
          <p:nvPr/>
        </p:nvSpPr>
        <p:spPr>
          <a:xfrm>
            <a:off x="809897" y="1750423"/>
            <a:ext cx="10802982" cy="47026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0881360" y="6570617"/>
            <a:ext cx="694508" cy="28738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138897" y="6531429"/>
            <a:ext cx="447855" cy="3265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Poll Question-1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buNone/>
            </a:pPr>
            <a:r>
              <a:rPr lang="en-US" b="1" dirty="0">
                <a:latin typeface="Arial" pitchFamily="34" charset="0"/>
                <a:cs typeface="Arial" pitchFamily="34" charset="0"/>
              </a:rPr>
              <a:t>An effective strategy for note taking includes an ………….  and ………. Approach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itchFamily="34" charset="0"/>
                <a:cs typeface="Arial" pitchFamily="34" charset="0"/>
              </a:rPr>
              <a:t>Inefficient, systematic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itchFamily="34" charset="0"/>
                <a:cs typeface="Arial" pitchFamily="34" charset="0"/>
              </a:rPr>
              <a:t>Inefficient, unsystematic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itchFamily="34" charset="0"/>
                <a:cs typeface="Arial" pitchFamily="34" charset="0"/>
              </a:rPr>
              <a:t>Efficient, systematic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itchFamily="34" charset="0"/>
                <a:cs typeface="Arial" pitchFamily="34" charset="0"/>
              </a:rPr>
              <a:t>Efficient, unsystematic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389" y="300446"/>
            <a:ext cx="10515600" cy="1175657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 Taking Notes While Listening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578737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Abstracting irrelevant information</a:t>
            </a:r>
          </a:p>
          <a:p>
            <a:pPr>
              <a:lnSpc>
                <a:spcPct val="150000"/>
              </a:lnSpc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Selecting and organising</a:t>
            </a:r>
          </a:p>
          <a:p>
            <a:pPr>
              <a:lnSpc>
                <a:spcPct val="150000"/>
              </a:lnSpc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Complementing with visuals</a:t>
            </a:r>
          </a:p>
          <a:p>
            <a:pPr>
              <a:lnSpc>
                <a:spcPct val="150000"/>
              </a:lnSpc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There are many methods to take notes</a:t>
            </a:r>
          </a:p>
          <a:p>
            <a:pPr>
              <a:lnSpc>
                <a:spcPct val="150000"/>
              </a:lnSpc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An example of note-taking: The Cornell Method</a:t>
            </a:r>
          </a:p>
          <a:p>
            <a:pPr>
              <a:lnSpc>
                <a:spcPct val="150000"/>
              </a:lnSpc>
              <a:defRPr/>
            </a:pP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02039" y="6492875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918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77388" y="255858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1099710" y="6466114"/>
            <a:ext cx="369479" cy="39188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868886" cy="435133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Note Taking Area- </a:t>
            </a:r>
            <a:r>
              <a:rPr lang="en-IN" dirty="0">
                <a:latin typeface="Arial" pitchFamily="34" charset="0"/>
                <a:cs typeface="Arial" pitchFamily="34" charset="0"/>
              </a:rPr>
              <a:t>leave spaces to add information later!</a:t>
            </a:r>
          </a:p>
          <a:p>
            <a:pPr lvl="0">
              <a:lnSpc>
                <a:spcPct val="150000"/>
              </a:lnSpc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Summaries Area-</a:t>
            </a:r>
            <a:r>
              <a:rPr lang="en-IN" dirty="0">
                <a:latin typeface="Arial" pitchFamily="34" charset="0"/>
                <a:cs typeface="Arial" pitchFamily="34" charset="0"/>
              </a:rPr>
              <a:t>brief summary of that day's notes.</a:t>
            </a:r>
          </a:p>
          <a:p>
            <a:pPr lvl="0">
              <a:lnSpc>
                <a:spcPct val="150000"/>
              </a:lnSpc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Cue or Question Column-</a:t>
            </a:r>
            <a:r>
              <a:rPr lang="en-IN" dirty="0">
                <a:latin typeface="Arial" pitchFamily="34" charset="0"/>
                <a:cs typeface="Arial" pitchFamily="34" charset="0"/>
              </a:rPr>
              <a:t>write questions in the margins</a:t>
            </a:r>
          </a:p>
          <a:p>
            <a:pPr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15103" y="6492875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C:\Users\GAURAV\Desktop\Aadi Worksheets\cornel-note-taking 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33212" y="1815738"/>
            <a:ext cx="3605348" cy="4349932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849085" y="587831"/>
            <a:ext cx="1050253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prstClr val="black"/>
                </a:solidFill>
                <a:latin typeface="Arial Black" pitchFamily="34" charset="0"/>
              </a:rPr>
              <a:t>Cornell Note-Taking Method</a:t>
            </a:r>
            <a:endParaRPr lang="en-IN" sz="4400" dirty="0">
              <a:latin typeface="Arial Black" pitchFamily="34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8373292" y="6239692"/>
            <a:ext cx="2050869" cy="396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pdf.wondershare.com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060522" y="6453051"/>
            <a:ext cx="447855" cy="40494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Five R’s Of Cornell Notes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defRPr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defRPr/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Record-</a:t>
            </a:r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During Lecture</a:t>
            </a:r>
          </a:p>
          <a:p>
            <a:pPr lvl="0">
              <a:defRPr/>
            </a:pP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defRPr/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Reduce-</a:t>
            </a:r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Paraphrase and abbreviations</a:t>
            </a:r>
          </a:p>
          <a:p>
            <a:pPr lvl="0">
              <a:buNone/>
              <a:defRPr/>
            </a:pP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defRPr/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Recite-</a:t>
            </a:r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Recollect using key words</a:t>
            </a:r>
          </a:p>
          <a:p>
            <a:pPr lvl="0">
              <a:defRPr/>
            </a:pP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defRPr/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Reflect-</a:t>
            </a:r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Evaluating facts and application</a:t>
            </a:r>
          </a:p>
          <a:p>
            <a:pPr lvl="0">
              <a:defRPr/>
            </a:pP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defRPr/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Review-</a:t>
            </a:r>
            <a:r>
              <a:rPr 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 Reviewing helps in retention </a:t>
            </a:r>
            <a:endParaRPr lang="en-US" sz="30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28165" y="6492875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C:\Users\GAURAV\Desktop\Aadi Worksheets\R's image new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41771" y="1828801"/>
            <a:ext cx="3709852" cy="4336868"/>
          </a:xfrm>
          <a:prstGeom prst="rect">
            <a:avLst/>
          </a:prstGeom>
          <a:noFill/>
        </p:spPr>
      </p:pic>
      <p:sp>
        <p:nvSpPr>
          <p:cNvPr id="8" name="Oval 7"/>
          <p:cNvSpPr/>
          <p:nvPr/>
        </p:nvSpPr>
        <p:spPr>
          <a:xfrm>
            <a:off x="11051177" y="6400800"/>
            <a:ext cx="509451" cy="45719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Taking Notes While Reading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Procedure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Skim</a:t>
            </a: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Scan</a:t>
            </a:r>
            <a:r>
              <a:rPr lang="en-IN" dirty="0">
                <a:latin typeface="Arial" pitchFamily="34" charset="0"/>
                <a:cs typeface="Arial" pitchFamily="34" charset="0"/>
              </a:rPr>
              <a:t> -underline the main points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	         - underline the key words and sentences   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	         - contains main idea of paragraph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Headings</a:t>
            </a:r>
            <a:r>
              <a:rPr lang="en-IN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Sub- Headings</a:t>
            </a:r>
            <a:r>
              <a:rPr lang="en-IN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Establish the structure (</a:t>
            </a:r>
            <a:r>
              <a:rPr lang="en-IN" dirty="0">
                <a:latin typeface="Arial" pitchFamily="34" charset="0"/>
                <a:cs typeface="Arial" pitchFamily="34" charset="0"/>
              </a:rPr>
              <a:t>logical sequencing)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Use symbols and abbreviations</a:t>
            </a:r>
            <a:r>
              <a:rPr lang="en-IN" dirty="0">
                <a:latin typeface="Arial" pitchFamily="34" charset="0"/>
                <a:cs typeface="Arial" pitchFamily="34" charset="0"/>
              </a:rPr>
              <a:t> (e.g., i.e., vs., →, &amp;.....)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36726" y="6492875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0982144" y="6387737"/>
            <a:ext cx="444500" cy="4702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itchFamily="34" charset="0"/>
              </a:rPr>
              <a:t>Let’s Recall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State whether true or false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Note taking is a passive process involving active listening.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Notebook and pen is essential for taking notes.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Do not write wrong spellings while taking notes.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Adding pictures simplifies your notes.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Jotting down every point while taking notes is essential.</a:t>
            </a:r>
          </a:p>
          <a:p>
            <a:pPr>
              <a:buNone/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endParaRPr lang="en-US" sz="3200" dirty="0">
              <a:latin typeface="Arial" pitchFamily="34" charset="0"/>
              <a:cs typeface="Arial" pitchFamily="34" charset="0"/>
            </a:endParaRPr>
          </a:p>
          <a:p>
            <a:endParaRPr lang="en-US" sz="32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10737667" y="6492876"/>
            <a:ext cx="694508" cy="19530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1073584" y="6435725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277453" y="2369113"/>
            <a:ext cx="9119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True</a:t>
            </a:r>
            <a:endParaRPr lang="en-IN" sz="2800" dirty="0">
              <a:solidFill>
                <a:srgbClr val="00B05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31663" y="2874214"/>
            <a:ext cx="10647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False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753433" y="3405441"/>
            <a:ext cx="10647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False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16202" y="3936668"/>
            <a:ext cx="9119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True</a:t>
            </a:r>
            <a:endParaRPr lang="en-IN" sz="2800" dirty="0">
              <a:solidFill>
                <a:srgbClr val="00B05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868139" y="4467895"/>
            <a:ext cx="10647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False</a:t>
            </a:r>
            <a:endParaRPr lang="en-I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Note Making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Note-Making: resource you create yourself.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Concise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Clarifies class notes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Helps in easy understanding and Connecting ideas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Organized content for exam revision </a:t>
            </a:r>
          </a:p>
          <a:p>
            <a:pPr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1" y="6492875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0982144" y="6435725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Note Making(Contd.)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b="1" dirty="0">
                <a:latin typeface="Arial" pitchFamily="34" charset="0"/>
                <a:cs typeface="Arial" pitchFamily="34" charset="0"/>
              </a:rPr>
              <a:t>From reading: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Be certain of purpose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Avoid copy pasting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Skimming helps in getting main theme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Organise thoughts 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Understand the structure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Use highlighters sparingly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Deadline necessary for reflection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88977" y="6492875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0995207" y="6435725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360361"/>
            <a:ext cx="9261566" cy="1279527"/>
          </a:xfrm>
        </p:spPr>
        <p:txBody>
          <a:bodyPr/>
          <a:lstStyle/>
          <a:p>
            <a:pPr algn="ctr"/>
            <a:r>
              <a:rPr lang="en-US" sz="2800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7387" y="2090057"/>
            <a:ext cx="10515600" cy="423236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3200" b="1" dirty="0">
                <a:latin typeface="Arial" pitchFamily="34" charset="0"/>
                <a:cs typeface="Arial" pitchFamily="34" charset="0"/>
              </a:rPr>
              <a:t>There is no one ‘right’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8794" y="6492875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51263" y="190545"/>
            <a:ext cx="10515600" cy="17166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88274" y="326571"/>
            <a:ext cx="1043722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itchFamily="34" charset="0"/>
                <a:ea typeface="+mj-ea"/>
                <a:cs typeface="+mj-cs"/>
              </a:rPr>
              <a:t>Note-Making : Styles and Techniques</a:t>
            </a:r>
            <a:endParaRPr lang="en-US" sz="4400" b="1" dirty="0"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1042959" y="3179461"/>
            <a:ext cx="3150218" cy="3079689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150495" marR="337820">
              <a:lnSpc>
                <a:spcPct val="100000"/>
              </a:lnSpc>
              <a:buFont typeface="Arial" pitchFamily="34" charset="0"/>
              <a:buChar char="•"/>
            </a:pPr>
            <a:r>
              <a:rPr sz="2000" spc="-5">
                <a:latin typeface="Arial" pitchFamily="34" charset="0"/>
                <a:cs typeface="Arial" pitchFamily="34" charset="0"/>
              </a:rPr>
              <a:t>Original </a:t>
            </a:r>
            <a:r>
              <a:rPr sz="2000" spc="-10" dirty="0">
                <a:latin typeface="Arial" pitchFamily="34" charset="0"/>
                <a:cs typeface="Arial" pitchFamily="34" charset="0"/>
              </a:rPr>
              <a:t>notes from </a:t>
            </a:r>
            <a:r>
              <a:rPr sz="2000" spc="-5" dirty="0">
                <a:latin typeface="Arial" pitchFamily="34" charset="0"/>
                <a:cs typeface="Arial" pitchFamily="34" charset="0"/>
              </a:rPr>
              <a:t>class  or</a:t>
            </a:r>
            <a:r>
              <a:rPr sz="2000" spc="-65" dirty="0">
                <a:latin typeface="Arial" pitchFamily="34" charset="0"/>
                <a:cs typeface="Arial" pitchFamily="34" charset="0"/>
              </a:rPr>
              <a:t> </a:t>
            </a:r>
            <a:r>
              <a:rPr sz="2000" spc="-10">
                <a:latin typeface="Arial" pitchFamily="34" charset="0"/>
                <a:cs typeface="Arial" pitchFamily="34" charset="0"/>
              </a:rPr>
              <a:t>reading.</a:t>
            </a:r>
            <a:endParaRPr lang="en-US" sz="2000" spc="-10" dirty="0">
              <a:latin typeface="Arial" pitchFamily="34" charset="0"/>
              <a:cs typeface="Arial" pitchFamily="34" charset="0"/>
            </a:endParaRPr>
          </a:p>
          <a:p>
            <a:pPr marL="150495" marR="337820">
              <a:lnSpc>
                <a:spcPct val="100000"/>
              </a:lnSpc>
              <a:buFont typeface="Arial" pitchFamily="34" charset="0"/>
              <a:buChar char="•"/>
            </a:pPr>
            <a:endParaRPr sz="2000">
              <a:latin typeface="Arial" pitchFamily="34" charset="0"/>
              <a:cs typeface="Arial" pitchFamily="34" charset="0"/>
            </a:endParaRPr>
          </a:p>
          <a:p>
            <a:pPr marL="150495" marR="276225">
              <a:lnSpc>
                <a:spcPct val="100000"/>
              </a:lnSpc>
              <a:buFont typeface="Arial" pitchFamily="34" charset="0"/>
              <a:buChar char="•"/>
            </a:pPr>
            <a:r>
              <a:rPr sz="2000" spc="-5">
                <a:latin typeface="Arial" pitchFamily="34" charset="0"/>
                <a:cs typeface="Arial" pitchFamily="34" charset="0"/>
              </a:rPr>
              <a:t>These </a:t>
            </a:r>
            <a:r>
              <a:rPr sz="2000" spc="-10" dirty="0">
                <a:latin typeface="Arial" pitchFamily="34" charset="0"/>
                <a:cs typeface="Arial" pitchFamily="34" charset="0"/>
              </a:rPr>
              <a:t>are </a:t>
            </a:r>
            <a:r>
              <a:rPr sz="2000" spc="-5" dirty="0">
                <a:latin typeface="Arial" pitchFamily="34" charset="0"/>
                <a:cs typeface="Arial" pitchFamily="34" charset="0"/>
              </a:rPr>
              <a:t>longer </a:t>
            </a:r>
            <a:r>
              <a:rPr sz="2000" dirty="0">
                <a:latin typeface="Arial" pitchFamily="34" charset="0"/>
                <a:cs typeface="Arial" pitchFamily="34" charset="0"/>
              </a:rPr>
              <a:t>and less  </a:t>
            </a:r>
            <a:r>
              <a:rPr sz="2000" spc="-10">
                <a:latin typeface="Arial" pitchFamily="34" charset="0"/>
                <a:cs typeface="Arial" pitchFamily="34" charset="0"/>
              </a:rPr>
              <a:t>concise.</a:t>
            </a:r>
            <a:endParaRPr lang="en-US" sz="2000" spc="-10" dirty="0">
              <a:latin typeface="Arial" pitchFamily="34" charset="0"/>
              <a:cs typeface="Arial" pitchFamily="34" charset="0"/>
            </a:endParaRPr>
          </a:p>
          <a:p>
            <a:pPr marL="150495" marR="276225">
              <a:lnSpc>
                <a:spcPct val="100000"/>
              </a:lnSpc>
              <a:buFont typeface="Arial" pitchFamily="34" charset="0"/>
              <a:buChar char="•"/>
            </a:pPr>
            <a:endParaRPr sz="2000">
              <a:latin typeface="Arial" pitchFamily="34" charset="0"/>
              <a:cs typeface="Arial" pitchFamily="34" charset="0"/>
            </a:endParaRPr>
          </a:p>
          <a:p>
            <a:pPr marL="150495" marR="289560">
              <a:lnSpc>
                <a:spcPct val="100000"/>
              </a:lnSpc>
              <a:buFont typeface="Arial" pitchFamily="34" charset="0"/>
              <a:buChar char="•"/>
            </a:pPr>
            <a:r>
              <a:rPr sz="2000" spc="-5">
                <a:latin typeface="Arial" pitchFamily="34" charset="0"/>
                <a:cs typeface="Arial" pitchFamily="34" charset="0"/>
              </a:rPr>
              <a:t>Making </a:t>
            </a:r>
            <a:r>
              <a:rPr sz="2000" dirty="0">
                <a:latin typeface="Arial" pitchFamily="34" charset="0"/>
                <a:cs typeface="Arial" pitchFamily="34" charset="0"/>
              </a:rPr>
              <a:t>them </a:t>
            </a:r>
            <a:r>
              <a:rPr sz="2000" spc="-10" dirty="0">
                <a:latin typeface="Arial" pitchFamily="34" charset="0"/>
                <a:cs typeface="Arial" pitchFamily="34" charset="0"/>
              </a:rPr>
              <a:t>shorter </a:t>
            </a:r>
            <a:r>
              <a:rPr sz="2000" spc="-5" dirty="0">
                <a:latin typeface="Arial" pitchFamily="34" charset="0"/>
                <a:cs typeface="Arial" pitchFamily="34" charset="0"/>
              </a:rPr>
              <a:t>will  aid </a:t>
            </a:r>
            <a:r>
              <a:rPr sz="2000" spc="-10" dirty="0">
                <a:latin typeface="Arial" pitchFamily="34" charset="0"/>
                <a:cs typeface="Arial" pitchFamily="34" charset="0"/>
              </a:rPr>
              <a:t>understanding </a:t>
            </a:r>
            <a:r>
              <a:rPr sz="2000" dirty="0">
                <a:latin typeface="Arial" pitchFamily="34" charset="0"/>
                <a:cs typeface="Arial" pitchFamily="34" charset="0"/>
              </a:rPr>
              <a:t>and  </a:t>
            </a:r>
            <a:r>
              <a:rPr sz="2000" spc="-5" dirty="0">
                <a:latin typeface="Arial" pitchFamily="34" charset="0"/>
                <a:cs typeface="Arial" pitchFamily="34" charset="0"/>
              </a:rPr>
              <a:t>help identify </a:t>
            </a:r>
            <a:r>
              <a:rPr sz="2000" spc="-5">
                <a:latin typeface="Arial" pitchFamily="34" charset="0"/>
                <a:cs typeface="Arial" pitchFamily="34" charset="0"/>
              </a:rPr>
              <a:t>learning  </a:t>
            </a:r>
            <a:r>
              <a:rPr sz="2000" spc="-15">
                <a:latin typeface="Arial" pitchFamily="34" charset="0"/>
                <a:cs typeface="Arial" pitchFamily="34" charset="0"/>
              </a:rPr>
              <a:t>gaps.</a:t>
            </a:r>
            <a:endParaRPr lang="en-US" sz="2000" spc="-15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object 5"/>
          <p:cNvSpPr txBox="1"/>
          <p:nvPr/>
        </p:nvSpPr>
        <p:spPr>
          <a:xfrm>
            <a:off x="5320972" y="4505738"/>
            <a:ext cx="2088514" cy="1848583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Arial" pitchFamily="34" charset="0"/>
              <a:cs typeface="Arial" pitchFamily="34" charset="0"/>
            </a:endParaRPr>
          </a:p>
          <a:p>
            <a:pPr marL="232410" marR="596265">
              <a:lnSpc>
                <a:spcPct val="100000"/>
              </a:lnSpc>
            </a:pPr>
            <a:r>
              <a:rPr sz="2000" spc="-10" dirty="0">
                <a:latin typeface="Arial" pitchFamily="34" charset="0"/>
                <a:cs typeface="Arial" pitchFamily="34" charset="0"/>
              </a:rPr>
              <a:t>Notes are  reduced </a:t>
            </a:r>
            <a:r>
              <a:rPr sz="2000" spc="-5" dirty="0">
                <a:latin typeface="Arial" pitchFamily="34" charset="0"/>
                <a:cs typeface="Arial" pitchFamily="34" charset="0"/>
              </a:rPr>
              <a:t>by  </a:t>
            </a:r>
            <a:r>
              <a:rPr sz="2000" dirty="0">
                <a:latin typeface="Arial" pitchFamily="34" charset="0"/>
                <a:cs typeface="Arial" pitchFamily="34" charset="0"/>
              </a:rPr>
              <a:t>about </a:t>
            </a:r>
            <a:r>
              <a:rPr sz="2000" spc="-5" dirty="0">
                <a:latin typeface="Arial" pitchFamily="34" charset="0"/>
                <a:cs typeface="Arial" pitchFamily="34" charset="0"/>
              </a:rPr>
              <a:t>half by  this</a:t>
            </a:r>
            <a:r>
              <a:rPr sz="2000" spc="-85" dirty="0">
                <a:latin typeface="Arial" pitchFamily="34" charset="0"/>
                <a:cs typeface="Arial" pitchFamily="34" charset="0"/>
              </a:rPr>
              <a:t> </a:t>
            </a:r>
            <a:r>
              <a:rPr sz="2000" spc="-10" dirty="0">
                <a:latin typeface="Arial" pitchFamily="34" charset="0"/>
                <a:cs typeface="Arial" pitchFamily="34" charset="0"/>
              </a:rPr>
              <a:t>stage.</a:t>
            </a:r>
            <a:endParaRPr sz="20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object 6"/>
          <p:cNvSpPr txBox="1"/>
          <p:nvPr/>
        </p:nvSpPr>
        <p:spPr>
          <a:xfrm>
            <a:off x="8956666" y="5220227"/>
            <a:ext cx="2088514" cy="1125308"/>
          </a:xfrm>
          <a:prstGeom prst="rect">
            <a:avLst/>
          </a:prstGeom>
          <a:solidFill>
            <a:schemeClr val="accent1"/>
          </a:solidFill>
          <a:ln w="25399">
            <a:solidFill>
              <a:schemeClr val="accent1"/>
            </a:solidFill>
          </a:ln>
        </p:spPr>
        <p:txBody>
          <a:bodyPr vert="horz" wrap="square" lIns="0" tIns="200025" rIns="0" bIns="0" rtlCol="0">
            <a:spAutoFit/>
          </a:bodyPr>
          <a:lstStyle/>
          <a:p>
            <a:pPr marL="187960" marR="226695">
              <a:lnSpc>
                <a:spcPct val="100000"/>
              </a:lnSpc>
              <a:spcBef>
                <a:spcPts val="1575"/>
              </a:spcBef>
            </a:pPr>
            <a:r>
              <a:rPr sz="2000" spc="-5" dirty="0">
                <a:latin typeface="Arial" pitchFamily="34" charset="0"/>
                <a:cs typeface="Arial" pitchFamily="34" charset="0"/>
              </a:rPr>
              <a:t>By </a:t>
            </a:r>
            <a:r>
              <a:rPr sz="2000" spc="-45" dirty="0">
                <a:latin typeface="Arial" pitchFamily="34" charset="0"/>
                <a:cs typeface="Arial" pitchFamily="34" charset="0"/>
              </a:rPr>
              <a:t>now, </a:t>
            </a:r>
            <a:r>
              <a:rPr sz="2000" spc="-10" dirty="0">
                <a:latin typeface="Arial" pitchFamily="34" charset="0"/>
                <a:cs typeface="Arial" pitchFamily="34" charset="0"/>
              </a:rPr>
              <a:t>notes are  </a:t>
            </a:r>
            <a:r>
              <a:rPr sz="2000" dirty="0">
                <a:latin typeface="Arial" pitchFamily="34" charset="0"/>
                <a:cs typeface="Arial" pitchFamily="34" charset="0"/>
              </a:rPr>
              <a:t>much</a:t>
            </a:r>
            <a:r>
              <a:rPr sz="2000" spc="-85" dirty="0">
                <a:latin typeface="Arial" pitchFamily="34" charset="0"/>
                <a:cs typeface="Arial" pitchFamily="34" charset="0"/>
              </a:rPr>
              <a:t> </a:t>
            </a:r>
            <a:r>
              <a:rPr sz="2000" spc="-30" dirty="0">
                <a:latin typeface="Arial" pitchFamily="34" charset="0"/>
                <a:cs typeface="Arial" pitchFamily="34" charset="0"/>
              </a:rPr>
              <a:t>shorter.</a:t>
            </a:r>
            <a:endParaRPr sz="200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819" y="6488668"/>
            <a:ext cx="116570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100" dirty="0">
                <a:latin typeface="Arial" pitchFamily="34" charset="0"/>
                <a:cs typeface="Arial" pitchFamily="34" charset="0"/>
              </a:rPr>
              <a:t>slideplayer.com</a:t>
            </a:r>
            <a:endParaRPr lang="en-US" sz="1100" dirty="0"/>
          </a:p>
        </p:txBody>
      </p:sp>
      <p:sp>
        <p:nvSpPr>
          <p:cNvPr id="12" name="Oval 11"/>
          <p:cNvSpPr/>
          <p:nvPr/>
        </p:nvSpPr>
        <p:spPr>
          <a:xfrm>
            <a:off x="11191151" y="6435725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38200" y="2090056"/>
            <a:ext cx="10515600" cy="428461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37172" y="6492875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195943"/>
            <a:ext cx="10515600" cy="142806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C:\Users\GAURAV\Desktop\Aadi Worksheets\Linear+notes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942472" y="1815738"/>
            <a:ext cx="4383026" cy="4349931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862148" y="1802674"/>
            <a:ext cx="5904412" cy="4402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IN" sz="2800" b="1" dirty="0">
                <a:latin typeface="Arial" pitchFamily="34" charset="0"/>
                <a:cs typeface="Arial" pitchFamily="34" charset="0"/>
              </a:rPr>
              <a:t>Linear Notes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IN" sz="2800" b="1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1. Notes in list form.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2. Look neat in logical order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3. Have nice heading and subheading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4.BUT… encourage to copy down rather than think about ideas.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5. AND… less flexible in linking ideas</a:t>
            </a: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7981406" y="6218555"/>
            <a:ext cx="16197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slideplayer.com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60228" y="196324"/>
            <a:ext cx="10502536" cy="1449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itchFamily="34" charset="0"/>
                <a:ea typeface="+mj-ea"/>
                <a:cs typeface="+mj-cs"/>
              </a:rPr>
              <a:t>Note-making : Styles and Techniques (contd.)</a:t>
            </a:r>
            <a:endParaRPr lang="en-US" sz="4400" b="1" dirty="0"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282591" y="6544491"/>
            <a:ext cx="447855" cy="31350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15"/>
          <p:cNvSpPr/>
          <p:nvPr/>
        </p:nvSpPr>
        <p:spPr>
          <a:xfrm>
            <a:off x="8352717" y="3916388"/>
            <a:ext cx="2016760" cy="1008380"/>
          </a:xfrm>
          <a:custGeom>
            <a:avLst/>
            <a:gdLst/>
            <a:ahLst/>
            <a:cxnLst/>
            <a:rect l="l" t="t" r="r" b="b"/>
            <a:pathLst>
              <a:path w="2016759" h="1008379">
                <a:moveTo>
                  <a:pt x="1848103" y="0"/>
                </a:moveTo>
                <a:lnTo>
                  <a:pt x="168021" y="0"/>
                </a:lnTo>
                <a:lnTo>
                  <a:pt x="123339" y="6007"/>
                </a:lnTo>
                <a:lnTo>
                  <a:pt x="83199" y="22958"/>
                </a:lnTo>
                <a:lnTo>
                  <a:pt x="49196" y="49244"/>
                </a:lnTo>
                <a:lnTo>
                  <a:pt x="22930" y="83255"/>
                </a:lnTo>
                <a:lnTo>
                  <a:pt x="5998" y="123384"/>
                </a:lnTo>
                <a:lnTo>
                  <a:pt x="0" y="168020"/>
                </a:lnTo>
                <a:lnTo>
                  <a:pt x="0" y="840105"/>
                </a:lnTo>
                <a:lnTo>
                  <a:pt x="5998" y="884786"/>
                </a:lnTo>
                <a:lnTo>
                  <a:pt x="22930" y="924926"/>
                </a:lnTo>
                <a:lnTo>
                  <a:pt x="49196" y="958929"/>
                </a:lnTo>
                <a:lnTo>
                  <a:pt x="83199" y="985195"/>
                </a:lnTo>
                <a:lnTo>
                  <a:pt x="123339" y="1002127"/>
                </a:lnTo>
                <a:lnTo>
                  <a:pt x="168021" y="1008126"/>
                </a:lnTo>
                <a:lnTo>
                  <a:pt x="1848103" y="1008126"/>
                </a:lnTo>
                <a:lnTo>
                  <a:pt x="1892794" y="1002127"/>
                </a:lnTo>
                <a:lnTo>
                  <a:pt x="1932958" y="985195"/>
                </a:lnTo>
                <a:lnTo>
                  <a:pt x="1966991" y="958929"/>
                </a:lnTo>
                <a:lnTo>
                  <a:pt x="1993288" y="924926"/>
                </a:lnTo>
                <a:lnTo>
                  <a:pt x="2010243" y="884786"/>
                </a:lnTo>
                <a:lnTo>
                  <a:pt x="2016252" y="840105"/>
                </a:lnTo>
                <a:lnTo>
                  <a:pt x="2016252" y="168020"/>
                </a:lnTo>
                <a:lnTo>
                  <a:pt x="2010243" y="123384"/>
                </a:lnTo>
                <a:lnTo>
                  <a:pt x="1993288" y="83255"/>
                </a:lnTo>
                <a:lnTo>
                  <a:pt x="1966991" y="49244"/>
                </a:lnTo>
                <a:lnTo>
                  <a:pt x="1932958" y="22958"/>
                </a:lnTo>
                <a:lnTo>
                  <a:pt x="1892794" y="6007"/>
                </a:lnTo>
                <a:lnTo>
                  <a:pt x="1848103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sz="2800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24" y="1812563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Spider Diagrams/Mind Maps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329057" y="6492875"/>
            <a:ext cx="2114006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25138" y="326572"/>
            <a:ext cx="10515600" cy="140194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9087" y="300444"/>
            <a:ext cx="1050253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itchFamily="34" charset="0"/>
                <a:ea typeface="+mj-ea"/>
                <a:cs typeface="+mj-cs"/>
              </a:rPr>
              <a:t>Note-making : Styles and Techniques (contd.)</a:t>
            </a:r>
            <a:endParaRPr lang="en-US" sz="4400" b="1" dirty="0"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11" name="object 4"/>
          <p:cNvSpPr/>
          <p:nvPr/>
        </p:nvSpPr>
        <p:spPr>
          <a:xfrm>
            <a:off x="4411668" y="3428675"/>
            <a:ext cx="3096895" cy="1368425"/>
          </a:xfrm>
          <a:custGeom>
            <a:avLst/>
            <a:gdLst/>
            <a:ahLst/>
            <a:cxnLst/>
            <a:rect l="l" t="t" r="r" b="b"/>
            <a:pathLst>
              <a:path w="3096895" h="1368425">
                <a:moveTo>
                  <a:pt x="1548257" y="0"/>
                </a:moveTo>
                <a:lnTo>
                  <a:pt x="1482809" y="600"/>
                </a:lnTo>
                <a:lnTo>
                  <a:pt x="1418053" y="2385"/>
                </a:lnTo>
                <a:lnTo>
                  <a:pt x="1354044" y="5330"/>
                </a:lnTo>
                <a:lnTo>
                  <a:pt x="1290835" y="9413"/>
                </a:lnTo>
                <a:lnTo>
                  <a:pt x="1228479" y="14609"/>
                </a:lnTo>
                <a:lnTo>
                  <a:pt x="1167031" y="20895"/>
                </a:lnTo>
                <a:lnTo>
                  <a:pt x="1106544" y="28246"/>
                </a:lnTo>
                <a:lnTo>
                  <a:pt x="1047072" y="36640"/>
                </a:lnTo>
                <a:lnTo>
                  <a:pt x="988669" y="46051"/>
                </a:lnTo>
                <a:lnTo>
                  <a:pt x="931388" y="56458"/>
                </a:lnTo>
                <a:lnTo>
                  <a:pt x="875283" y="67835"/>
                </a:lnTo>
                <a:lnTo>
                  <a:pt x="820408" y="80159"/>
                </a:lnTo>
                <a:lnTo>
                  <a:pt x="766816" y="93406"/>
                </a:lnTo>
                <a:lnTo>
                  <a:pt x="714562" y="107552"/>
                </a:lnTo>
                <a:lnTo>
                  <a:pt x="663699" y="122574"/>
                </a:lnTo>
                <a:lnTo>
                  <a:pt x="614280" y="138449"/>
                </a:lnTo>
                <a:lnTo>
                  <a:pt x="566360" y="155151"/>
                </a:lnTo>
                <a:lnTo>
                  <a:pt x="519992" y="172658"/>
                </a:lnTo>
                <a:lnTo>
                  <a:pt x="475231" y="190945"/>
                </a:lnTo>
                <a:lnTo>
                  <a:pt x="432129" y="209989"/>
                </a:lnTo>
                <a:lnTo>
                  <a:pt x="390740" y="229766"/>
                </a:lnTo>
                <a:lnTo>
                  <a:pt x="351119" y="250253"/>
                </a:lnTo>
                <a:lnTo>
                  <a:pt x="313318" y="271425"/>
                </a:lnTo>
                <a:lnTo>
                  <a:pt x="277392" y="293259"/>
                </a:lnTo>
                <a:lnTo>
                  <a:pt x="243395" y="315731"/>
                </a:lnTo>
                <a:lnTo>
                  <a:pt x="211379" y="338817"/>
                </a:lnTo>
                <a:lnTo>
                  <a:pt x="181400" y="362493"/>
                </a:lnTo>
                <a:lnTo>
                  <a:pt x="127763" y="411523"/>
                </a:lnTo>
                <a:lnTo>
                  <a:pt x="82914" y="462630"/>
                </a:lnTo>
                <a:lnTo>
                  <a:pt x="47284" y="515623"/>
                </a:lnTo>
                <a:lnTo>
                  <a:pt x="21301" y="570313"/>
                </a:lnTo>
                <a:lnTo>
                  <a:pt x="5397" y="626509"/>
                </a:lnTo>
                <a:lnTo>
                  <a:pt x="0" y="684021"/>
                </a:lnTo>
                <a:lnTo>
                  <a:pt x="1358" y="712940"/>
                </a:lnTo>
                <a:lnTo>
                  <a:pt x="12062" y="769836"/>
                </a:lnTo>
                <a:lnTo>
                  <a:pt x="33060" y="825318"/>
                </a:lnTo>
                <a:lnTo>
                  <a:pt x="63920" y="879198"/>
                </a:lnTo>
                <a:lnTo>
                  <a:pt x="104213" y="931284"/>
                </a:lnTo>
                <a:lnTo>
                  <a:pt x="153510" y="981386"/>
                </a:lnTo>
                <a:lnTo>
                  <a:pt x="211379" y="1029316"/>
                </a:lnTo>
                <a:lnTo>
                  <a:pt x="243395" y="1052406"/>
                </a:lnTo>
                <a:lnTo>
                  <a:pt x="277392" y="1074882"/>
                </a:lnTo>
                <a:lnTo>
                  <a:pt x="313318" y="1096719"/>
                </a:lnTo>
                <a:lnTo>
                  <a:pt x="351119" y="1117895"/>
                </a:lnTo>
                <a:lnTo>
                  <a:pt x="390740" y="1138384"/>
                </a:lnTo>
                <a:lnTo>
                  <a:pt x="432129" y="1158164"/>
                </a:lnTo>
                <a:lnTo>
                  <a:pt x="475231" y="1177211"/>
                </a:lnTo>
                <a:lnTo>
                  <a:pt x="519992" y="1195500"/>
                </a:lnTo>
                <a:lnTo>
                  <a:pt x="566360" y="1213009"/>
                </a:lnTo>
                <a:lnTo>
                  <a:pt x="614280" y="1229713"/>
                </a:lnTo>
                <a:lnTo>
                  <a:pt x="663699" y="1245588"/>
                </a:lnTo>
                <a:lnTo>
                  <a:pt x="714562" y="1260612"/>
                </a:lnTo>
                <a:lnTo>
                  <a:pt x="766816" y="1274760"/>
                </a:lnTo>
                <a:lnTo>
                  <a:pt x="820408" y="1288008"/>
                </a:lnTo>
                <a:lnTo>
                  <a:pt x="875283" y="1300333"/>
                </a:lnTo>
                <a:lnTo>
                  <a:pt x="931388" y="1311710"/>
                </a:lnTo>
                <a:lnTo>
                  <a:pt x="988669" y="1322117"/>
                </a:lnTo>
                <a:lnTo>
                  <a:pt x="1047072" y="1331529"/>
                </a:lnTo>
                <a:lnTo>
                  <a:pt x="1106544" y="1339923"/>
                </a:lnTo>
                <a:lnTo>
                  <a:pt x="1167031" y="1347275"/>
                </a:lnTo>
                <a:lnTo>
                  <a:pt x="1228479" y="1353561"/>
                </a:lnTo>
                <a:lnTo>
                  <a:pt x="1290835" y="1358757"/>
                </a:lnTo>
                <a:lnTo>
                  <a:pt x="1354044" y="1362840"/>
                </a:lnTo>
                <a:lnTo>
                  <a:pt x="1418053" y="1365785"/>
                </a:lnTo>
                <a:lnTo>
                  <a:pt x="1482809" y="1367570"/>
                </a:lnTo>
                <a:lnTo>
                  <a:pt x="1548257" y="1368170"/>
                </a:lnTo>
                <a:lnTo>
                  <a:pt x="1613695" y="1367570"/>
                </a:lnTo>
                <a:lnTo>
                  <a:pt x="1678441" y="1365785"/>
                </a:lnTo>
                <a:lnTo>
                  <a:pt x="1742442" y="1362840"/>
                </a:lnTo>
                <a:lnTo>
                  <a:pt x="1805643" y="1358757"/>
                </a:lnTo>
                <a:lnTo>
                  <a:pt x="1867991" y="1353561"/>
                </a:lnTo>
                <a:lnTo>
                  <a:pt x="1929432" y="1347275"/>
                </a:lnTo>
                <a:lnTo>
                  <a:pt x="1989912" y="1339923"/>
                </a:lnTo>
                <a:lnTo>
                  <a:pt x="2049378" y="1331529"/>
                </a:lnTo>
                <a:lnTo>
                  <a:pt x="2107775" y="1322117"/>
                </a:lnTo>
                <a:lnTo>
                  <a:pt x="2165050" y="1311710"/>
                </a:lnTo>
                <a:lnTo>
                  <a:pt x="2221150" y="1300333"/>
                </a:lnTo>
                <a:lnTo>
                  <a:pt x="2276020" y="1288008"/>
                </a:lnTo>
                <a:lnTo>
                  <a:pt x="2329608" y="1274760"/>
                </a:lnTo>
                <a:lnTo>
                  <a:pt x="2381858" y="1260612"/>
                </a:lnTo>
                <a:lnTo>
                  <a:pt x="2432717" y="1245588"/>
                </a:lnTo>
                <a:lnTo>
                  <a:pt x="2482132" y="1229713"/>
                </a:lnTo>
                <a:lnTo>
                  <a:pt x="2530049" y="1213009"/>
                </a:lnTo>
                <a:lnTo>
                  <a:pt x="2576413" y="1195500"/>
                </a:lnTo>
                <a:lnTo>
                  <a:pt x="2621172" y="1177211"/>
                </a:lnTo>
                <a:lnTo>
                  <a:pt x="2664272" y="1158164"/>
                </a:lnTo>
                <a:lnTo>
                  <a:pt x="2705658" y="1138384"/>
                </a:lnTo>
                <a:lnTo>
                  <a:pt x="2745278" y="1117895"/>
                </a:lnTo>
                <a:lnTo>
                  <a:pt x="2783077" y="1096719"/>
                </a:lnTo>
                <a:lnTo>
                  <a:pt x="2819001" y="1074882"/>
                </a:lnTo>
                <a:lnTo>
                  <a:pt x="2852997" y="1052406"/>
                </a:lnTo>
                <a:lnTo>
                  <a:pt x="2885011" y="1029316"/>
                </a:lnTo>
                <a:lnTo>
                  <a:pt x="2914990" y="1005635"/>
                </a:lnTo>
                <a:lnTo>
                  <a:pt x="2968625" y="956595"/>
                </a:lnTo>
                <a:lnTo>
                  <a:pt x="3013473" y="905477"/>
                </a:lnTo>
                <a:lnTo>
                  <a:pt x="3049102" y="852470"/>
                </a:lnTo>
                <a:lnTo>
                  <a:pt x="3075085" y="797766"/>
                </a:lnTo>
                <a:lnTo>
                  <a:pt x="3090989" y="741553"/>
                </a:lnTo>
                <a:lnTo>
                  <a:pt x="3096387" y="684021"/>
                </a:lnTo>
                <a:lnTo>
                  <a:pt x="3095028" y="655113"/>
                </a:lnTo>
                <a:lnTo>
                  <a:pt x="3084324" y="598234"/>
                </a:lnTo>
                <a:lnTo>
                  <a:pt x="3063326" y="542768"/>
                </a:lnTo>
                <a:lnTo>
                  <a:pt x="3032467" y="488902"/>
                </a:lnTo>
                <a:lnTo>
                  <a:pt x="2992174" y="436829"/>
                </a:lnTo>
                <a:lnTo>
                  <a:pt x="2942879" y="386737"/>
                </a:lnTo>
                <a:lnTo>
                  <a:pt x="2885011" y="338817"/>
                </a:lnTo>
                <a:lnTo>
                  <a:pt x="2852997" y="315731"/>
                </a:lnTo>
                <a:lnTo>
                  <a:pt x="2819001" y="293259"/>
                </a:lnTo>
                <a:lnTo>
                  <a:pt x="2783077" y="271425"/>
                </a:lnTo>
                <a:lnTo>
                  <a:pt x="2745278" y="250253"/>
                </a:lnTo>
                <a:lnTo>
                  <a:pt x="2705658" y="229766"/>
                </a:lnTo>
                <a:lnTo>
                  <a:pt x="2664272" y="209989"/>
                </a:lnTo>
                <a:lnTo>
                  <a:pt x="2621172" y="190945"/>
                </a:lnTo>
                <a:lnTo>
                  <a:pt x="2576413" y="172658"/>
                </a:lnTo>
                <a:lnTo>
                  <a:pt x="2530049" y="155151"/>
                </a:lnTo>
                <a:lnTo>
                  <a:pt x="2482132" y="138449"/>
                </a:lnTo>
                <a:lnTo>
                  <a:pt x="2432717" y="122574"/>
                </a:lnTo>
                <a:lnTo>
                  <a:pt x="2381858" y="107552"/>
                </a:lnTo>
                <a:lnTo>
                  <a:pt x="2329608" y="93406"/>
                </a:lnTo>
                <a:lnTo>
                  <a:pt x="2276020" y="80159"/>
                </a:lnTo>
                <a:lnTo>
                  <a:pt x="2221150" y="67835"/>
                </a:lnTo>
                <a:lnTo>
                  <a:pt x="2165050" y="56458"/>
                </a:lnTo>
                <a:lnTo>
                  <a:pt x="2107775" y="46051"/>
                </a:lnTo>
                <a:lnTo>
                  <a:pt x="2049378" y="36640"/>
                </a:lnTo>
                <a:lnTo>
                  <a:pt x="1989912" y="28246"/>
                </a:lnTo>
                <a:lnTo>
                  <a:pt x="1929432" y="20895"/>
                </a:lnTo>
                <a:lnTo>
                  <a:pt x="1867991" y="14609"/>
                </a:lnTo>
                <a:lnTo>
                  <a:pt x="1805643" y="9413"/>
                </a:lnTo>
                <a:lnTo>
                  <a:pt x="1742442" y="5330"/>
                </a:lnTo>
                <a:lnTo>
                  <a:pt x="1678441" y="2385"/>
                </a:lnTo>
                <a:lnTo>
                  <a:pt x="1613695" y="600"/>
                </a:lnTo>
                <a:lnTo>
                  <a:pt x="1548257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object 5"/>
          <p:cNvSpPr/>
          <p:nvPr/>
        </p:nvSpPr>
        <p:spPr>
          <a:xfrm>
            <a:off x="4411668" y="3428675"/>
            <a:ext cx="3096895" cy="1368425"/>
          </a:xfrm>
          <a:custGeom>
            <a:avLst/>
            <a:gdLst/>
            <a:ahLst/>
            <a:cxnLst/>
            <a:rect l="l" t="t" r="r" b="b"/>
            <a:pathLst>
              <a:path w="3096895" h="1368425">
                <a:moveTo>
                  <a:pt x="0" y="684021"/>
                </a:moveTo>
                <a:lnTo>
                  <a:pt x="5397" y="626509"/>
                </a:lnTo>
                <a:lnTo>
                  <a:pt x="21301" y="570313"/>
                </a:lnTo>
                <a:lnTo>
                  <a:pt x="47284" y="515623"/>
                </a:lnTo>
                <a:lnTo>
                  <a:pt x="82914" y="462630"/>
                </a:lnTo>
                <a:lnTo>
                  <a:pt x="127763" y="411523"/>
                </a:lnTo>
                <a:lnTo>
                  <a:pt x="181400" y="362493"/>
                </a:lnTo>
                <a:lnTo>
                  <a:pt x="211379" y="338817"/>
                </a:lnTo>
                <a:lnTo>
                  <a:pt x="243395" y="315731"/>
                </a:lnTo>
                <a:lnTo>
                  <a:pt x="277392" y="293259"/>
                </a:lnTo>
                <a:lnTo>
                  <a:pt x="313318" y="271425"/>
                </a:lnTo>
                <a:lnTo>
                  <a:pt x="351119" y="250253"/>
                </a:lnTo>
                <a:lnTo>
                  <a:pt x="390740" y="229766"/>
                </a:lnTo>
                <a:lnTo>
                  <a:pt x="432129" y="209989"/>
                </a:lnTo>
                <a:lnTo>
                  <a:pt x="475231" y="190945"/>
                </a:lnTo>
                <a:lnTo>
                  <a:pt x="519992" y="172658"/>
                </a:lnTo>
                <a:lnTo>
                  <a:pt x="566360" y="155151"/>
                </a:lnTo>
                <a:lnTo>
                  <a:pt x="614280" y="138449"/>
                </a:lnTo>
                <a:lnTo>
                  <a:pt x="663699" y="122574"/>
                </a:lnTo>
                <a:lnTo>
                  <a:pt x="714562" y="107552"/>
                </a:lnTo>
                <a:lnTo>
                  <a:pt x="766816" y="93406"/>
                </a:lnTo>
                <a:lnTo>
                  <a:pt x="820408" y="80159"/>
                </a:lnTo>
                <a:lnTo>
                  <a:pt x="875283" y="67835"/>
                </a:lnTo>
                <a:lnTo>
                  <a:pt x="931388" y="56458"/>
                </a:lnTo>
                <a:lnTo>
                  <a:pt x="988669" y="46051"/>
                </a:lnTo>
                <a:lnTo>
                  <a:pt x="1047072" y="36640"/>
                </a:lnTo>
                <a:lnTo>
                  <a:pt x="1106544" y="28246"/>
                </a:lnTo>
                <a:lnTo>
                  <a:pt x="1167031" y="20895"/>
                </a:lnTo>
                <a:lnTo>
                  <a:pt x="1228479" y="14609"/>
                </a:lnTo>
                <a:lnTo>
                  <a:pt x="1290835" y="9413"/>
                </a:lnTo>
                <a:lnTo>
                  <a:pt x="1354044" y="5330"/>
                </a:lnTo>
                <a:lnTo>
                  <a:pt x="1418053" y="2385"/>
                </a:lnTo>
                <a:lnTo>
                  <a:pt x="1482809" y="600"/>
                </a:lnTo>
                <a:lnTo>
                  <a:pt x="1548257" y="0"/>
                </a:lnTo>
                <a:lnTo>
                  <a:pt x="1613695" y="600"/>
                </a:lnTo>
                <a:lnTo>
                  <a:pt x="1678441" y="2385"/>
                </a:lnTo>
                <a:lnTo>
                  <a:pt x="1742442" y="5330"/>
                </a:lnTo>
                <a:lnTo>
                  <a:pt x="1805643" y="9413"/>
                </a:lnTo>
                <a:lnTo>
                  <a:pt x="1867991" y="14609"/>
                </a:lnTo>
                <a:lnTo>
                  <a:pt x="1929432" y="20895"/>
                </a:lnTo>
                <a:lnTo>
                  <a:pt x="1989912" y="28246"/>
                </a:lnTo>
                <a:lnTo>
                  <a:pt x="2049378" y="36640"/>
                </a:lnTo>
                <a:lnTo>
                  <a:pt x="2107775" y="46051"/>
                </a:lnTo>
                <a:lnTo>
                  <a:pt x="2165050" y="56458"/>
                </a:lnTo>
                <a:lnTo>
                  <a:pt x="2221150" y="67835"/>
                </a:lnTo>
                <a:lnTo>
                  <a:pt x="2276020" y="80159"/>
                </a:lnTo>
                <a:lnTo>
                  <a:pt x="2329608" y="93406"/>
                </a:lnTo>
                <a:lnTo>
                  <a:pt x="2381858" y="107552"/>
                </a:lnTo>
                <a:lnTo>
                  <a:pt x="2432717" y="122574"/>
                </a:lnTo>
                <a:lnTo>
                  <a:pt x="2482132" y="138449"/>
                </a:lnTo>
                <a:lnTo>
                  <a:pt x="2530049" y="155151"/>
                </a:lnTo>
                <a:lnTo>
                  <a:pt x="2576413" y="172658"/>
                </a:lnTo>
                <a:lnTo>
                  <a:pt x="2621172" y="190945"/>
                </a:lnTo>
                <a:lnTo>
                  <a:pt x="2664272" y="209989"/>
                </a:lnTo>
                <a:lnTo>
                  <a:pt x="2705658" y="229766"/>
                </a:lnTo>
                <a:lnTo>
                  <a:pt x="2745278" y="250253"/>
                </a:lnTo>
                <a:lnTo>
                  <a:pt x="2783077" y="271425"/>
                </a:lnTo>
                <a:lnTo>
                  <a:pt x="2819001" y="293259"/>
                </a:lnTo>
                <a:lnTo>
                  <a:pt x="2852997" y="315731"/>
                </a:lnTo>
                <a:lnTo>
                  <a:pt x="2885011" y="338817"/>
                </a:lnTo>
                <a:lnTo>
                  <a:pt x="2914990" y="362493"/>
                </a:lnTo>
                <a:lnTo>
                  <a:pt x="2968625" y="411523"/>
                </a:lnTo>
                <a:lnTo>
                  <a:pt x="3013473" y="462630"/>
                </a:lnTo>
                <a:lnTo>
                  <a:pt x="3049102" y="515623"/>
                </a:lnTo>
                <a:lnTo>
                  <a:pt x="3075085" y="570313"/>
                </a:lnTo>
                <a:lnTo>
                  <a:pt x="3090989" y="626509"/>
                </a:lnTo>
                <a:lnTo>
                  <a:pt x="3096387" y="684021"/>
                </a:lnTo>
                <a:lnTo>
                  <a:pt x="3095028" y="712940"/>
                </a:lnTo>
                <a:lnTo>
                  <a:pt x="3084324" y="769836"/>
                </a:lnTo>
                <a:lnTo>
                  <a:pt x="3063326" y="825318"/>
                </a:lnTo>
                <a:lnTo>
                  <a:pt x="3032467" y="879198"/>
                </a:lnTo>
                <a:lnTo>
                  <a:pt x="2992174" y="931284"/>
                </a:lnTo>
                <a:lnTo>
                  <a:pt x="2942879" y="981386"/>
                </a:lnTo>
                <a:lnTo>
                  <a:pt x="2885011" y="1029316"/>
                </a:lnTo>
                <a:lnTo>
                  <a:pt x="2852997" y="1052406"/>
                </a:lnTo>
                <a:lnTo>
                  <a:pt x="2819001" y="1074882"/>
                </a:lnTo>
                <a:lnTo>
                  <a:pt x="2783077" y="1096719"/>
                </a:lnTo>
                <a:lnTo>
                  <a:pt x="2745278" y="1117895"/>
                </a:lnTo>
                <a:lnTo>
                  <a:pt x="2705658" y="1138384"/>
                </a:lnTo>
                <a:lnTo>
                  <a:pt x="2664272" y="1158164"/>
                </a:lnTo>
                <a:lnTo>
                  <a:pt x="2621172" y="1177211"/>
                </a:lnTo>
                <a:lnTo>
                  <a:pt x="2576413" y="1195500"/>
                </a:lnTo>
                <a:lnTo>
                  <a:pt x="2530049" y="1213009"/>
                </a:lnTo>
                <a:lnTo>
                  <a:pt x="2482132" y="1229713"/>
                </a:lnTo>
                <a:lnTo>
                  <a:pt x="2432717" y="1245588"/>
                </a:lnTo>
                <a:lnTo>
                  <a:pt x="2381858" y="1260612"/>
                </a:lnTo>
                <a:lnTo>
                  <a:pt x="2329608" y="1274760"/>
                </a:lnTo>
                <a:lnTo>
                  <a:pt x="2276020" y="1288008"/>
                </a:lnTo>
                <a:lnTo>
                  <a:pt x="2221150" y="1300333"/>
                </a:lnTo>
                <a:lnTo>
                  <a:pt x="2165050" y="1311710"/>
                </a:lnTo>
                <a:lnTo>
                  <a:pt x="2107775" y="1322117"/>
                </a:lnTo>
                <a:lnTo>
                  <a:pt x="2049378" y="1331529"/>
                </a:lnTo>
                <a:lnTo>
                  <a:pt x="1989912" y="1339923"/>
                </a:lnTo>
                <a:lnTo>
                  <a:pt x="1929432" y="1347275"/>
                </a:lnTo>
                <a:lnTo>
                  <a:pt x="1867991" y="1353561"/>
                </a:lnTo>
                <a:lnTo>
                  <a:pt x="1805643" y="1358757"/>
                </a:lnTo>
                <a:lnTo>
                  <a:pt x="1742442" y="1362840"/>
                </a:lnTo>
                <a:lnTo>
                  <a:pt x="1678441" y="1365785"/>
                </a:lnTo>
                <a:lnTo>
                  <a:pt x="1613695" y="1367570"/>
                </a:lnTo>
                <a:lnTo>
                  <a:pt x="1548257" y="1368170"/>
                </a:lnTo>
                <a:lnTo>
                  <a:pt x="1482809" y="1367570"/>
                </a:lnTo>
                <a:lnTo>
                  <a:pt x="1418053" y="1365785"/>
                </a:lnTo>
                <a:lnTo>
                  <a:pt x="1354044" y="1362840"/>
                </a:lnTo>
                <a:lnTo>
                  <a:pt x="1290835" y="1358757"/>
                </a:lnTo>
                <a:lnTo>
                  <a:pt x="1228479" y="1353561"/>
                </a:lnTo>
                <a:lnTo>
                  <a:pt x="1167031" y="1347275"/>
                </a:lnTo>
                <a:lnTo>
                  <a:pt x="1106544" y="1339923"/>
                </a:lnTo>
                <a:lnTo>
                  <a:pt x="1047072" y="1331529"/>
                </a:lnTo>
                <a:lnTo>
                  <a:pt x="988669" y="1322117"/>
                </a:lnTo>
                <a:lnTo>
                  <a:pt x="931388" y="1311710"/>
                </a:lnTo>
                <a:lnTo>
                  <a:pt x="875283" y="1300333"/>
                </a:lnTo>
                <a:lnTo>
                  <a:pt x="820408" y="1288008"/>
                </a:lnTo>
                <a:lnTo>
                  <a:pt x="766816" y="1274760"/>
                </a:lnTo>
                <a:lnTo>
                  <a:pt x="714562" y="1260612"/>
                </a:lnTo>
                <a:lnTo>
                  <a:pt x="663699" y="1245588"/>
                </a:lnTo>
                <a:lnTo>
                  <a:pt x="614280" y="1229713"/>
                </a:lnTo>
                <a:lnTo>
                  <a:pt x="566360" y="1213009"/>
                </a:lnTo>
                <a:lnTo>
                  <a:pt x="519992" y="1195500"/>
                </a:lnTo>
                <a:lnTo>
                  <a:pt x="475231" y="1177211"/>
                </a:lnTo>
                <a:lnTo>
                  <a:pt x="432129" y="1158164"/>
                </a:lnTo>
                <a:lnTo>
                  <a:pt x="390740" y="1138384"/>
                </a:lnTo>
                <a:lnTo>
                  <a:pt x="351119" y="1117895"/>
                </a:lnTo>
                <a:lnTo>
                  <a:pt x="313318" y="1096719"/>
                </a:lnTo>
                <a:lnTo>
                  <a:pt x="277392" y="1074882"/>
                </a:lnTo>
                <a:lnTo>
                  <a:pt x="243395" y="1052406"/>
                </a:lnTo>
                <a:lnTo>
                  <a:pt x="211379" y="1029316"/>
                </a:lnTo>
                <a:lnTo>
                  <a:pt x="181400" y="1005635"/>
                </a:lnTo>
                <a:lnTo>
                  <a:pt x="127763" y="956595"/>
                </a:lnTo>
                <a:lnTo>
                  <a:pt x="82914" y="905477"/>
                </a:lnTo>
                <a:lnTo>
                  <a:pt x="47284" y="852470"/>
                </a:lnTo>
                <a:lnTo>
                  <a:pt x="21301" y="797766"/>
                </a:lnTo>
                <a:lnTo>
                  <a:pt x="5397" y="741553"/>
                </a:lnTo>
                <a:lnTo>
                  <a:pt x="0" y="684021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5138671" y="3828906"/>
            <a:ext cx="195389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 pitchFamily="34" charset="0"/>
                <a:cs typeface="Arial" pitchFamily="34" charset="0"/>
              </a:rPr>
              <a:t>Making Useful</a:t>
            </a:r>
            <a:r>
              <a:rPr sz="1800" spc="-45" dirty="0">
                <a:latin typeface="Arial" pitchFamily="34" charset="0"/>
                <a:cs typeface="Arial" pitchFamily="34" charset="0"/>
              </a:rPr>
              <a:t> </a:t>
            </a:r>
            <a:r>
              <a:rPr sz="1800" spc="-10" dirty="0">
                <a:latin typeface="Arial" pitchFamily="34" charset="0"/>
                <a:cs typeface="Arial" pitchFamily="34" charset="0"/>
              </a:rPr>
              <a:t>Notes</a:t>
            </a:r>
            <a:endParaRPr sz="18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object 7"/>
          <p:cNvSpPr/>
          <p:nvPr/>
        </p:nvSpPr>
        <p:spPr>
          <a:xfrm>
            <a:off x="7054538" y="2852603"/>
            <a:ext cx="597535" cy="776605"/>
          </a:xfrm>
          <a:custGeom>
            <a:avLst/>
            <a:gdLst/>
            <a:ahLst/>
            <a:cxnLst/>
            <a:rect l="l" t="t" r="r" b="b"/>
            <a:pathLst>
              <a:path w="597535" h="776604">
                <a:moveTo>
                  <a:pt x="0" y="776477"/>
                </a:moveTo>
                <a:lnTo>
                  <a:pt x="597535" y="0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object 8"/>
          <p:cNvSpPr/>
          <p:nvPr/>
        </p:nvSpPr>
        <p:spPr>
          <a:xfrm>
            <a:off x="7054538" y="4596439"/>
            <a:ext cx="814069" cy="632460"/>
          </a:xfrm>
          <a:custGeom>
            <a:avLst/>
            <a:gdLst/>
            <a:ahLst/>
            <a:cxnLst/>
            <a:rect l="l" t="t" r="r" b="b"/>
            <a:pathLst>
              <a:path w="814070" h="632460">
                <a:moveTo>
                  <a:pt x="0" y="0"/>
                </a:moveTo>
                <a:lnTo>
                  <a:pt x="813562" y="632459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object 9"/>
          <p:cNvSpPr/>
          <p:nvPr/>
        </p:nvSpPr>
        <p:spPr>
          <a:xfrm>
            <a:off x="4267650" y="4596439"/>
            <a:ext cx="597535" cy="704850"/>
          </a:xfrm>
          <a:custGeom>
            <a:avLst/>
            <a:gdLst/>
            <a:ahLst/>
            <a:cxnLst/>
            <a:rect l="l" t="t" r="r" b="b"/>
            <a:pathLst>
              <a:path w="597535" h="704850">
                <a:moveTo>
                  <a:pt x="597535" y="0"/>
                </a:moveTo>
                <a:lnTo>
                  <a:pt x="0" y="704469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object 10"/>
          <p:cNvSpPr/>
          <p:nvPr/>
        </p:nvSpPr>
        <p:spPr>
          <a:xfrm>
            <a:off x="3979615" y="3140638"/>
            <a:ext cx="885825" cy="488950"/>
          </a:xfrm>
          <a:custGeom>
            <a:avLst/>
            <a:gdLst/>
            <a:ahLst/>
            <a:cxnLst/>
            <a:rect l="l" t="t" r="r" b="b"/>
            <a:pathLst>
              <a:path w="885825" h="488950">
                <a:moveTo>
                  <a:pt x="885571" y="488441"/>
                </a:moveTo>
                <a:lnTo>
                  <a:pt x="0" y="0"/>
                </a:lnTo>
              </a:path>
            </a:pathLst>
          </a:custGeom>
          <a:ln w="952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object 11"/>
          <p:cNvSpPr/>
          <p:nvPr/>
        </p:nvSpPr>
        <p:spPr>
          <a:xfrm>
            <a:off x="7652074" y="2320345"/>
            <a:ext cx="1872614" cy="820419"/>
          </a:xfrm>
          <a:custGeom>
            <a:avLst/>
            <a:gdLst/>
            <a:ahLst/>
            <a:cxnLst/>
            <a:rect l="l" t="t" r="r" b="b"/>
            <a:pathLst>
              <a:path w="1872615" h="820419">
                <a:moveTo>
                  <a:pt x="1735454" y="0"/>
                </a:moveTo>
                <a:lnTo>
                  <a:pt x="136651" y="0"/>
                </a:lnTo>
                <a:lnTo>
                  <a:pt x="93471" y="6970"/>
                </a:lnTo>
                <a:lnTo>
                  <a:pt x="55961" y="26383"/>
                </a:lnTo>
                <a:lnTo>
                  <a:pt x="26375" y="55988"/>
                </a:lnTo>
                <a:lnTo>
                  <a:pt x="6969" y="93537"/>
                </a:lnTo>
                <a:lnTo>
                  <a:pt x="0" y="136779"/>
                </a:lnTo>
                <a:lnTo>
                  <a:pt x="0" y="683641"/>
                </a:lnTo>
                <a:lnTo>
                  <a:pt x="6969" y="726821"/>
                </a:lnTo>
                <a:lnTo>
                  <a:pt x="26375" y="764331"/>
                </a:lnTo>
                <a:lnTo>
                  <a:pt x="55961" y="793917"/>
                </a:lnTo>
                <a:lnTo>
                  <a:pt x="93472" y="813323"/>
                </a:lnTo>
                <a:lnTo>
                  <a:pt x="136651" y="820293"/>
                </a:lnTo>
                <a:lnTo>
                  <a:pt x="1735454" y="820293"/>
                </a:lnTo>
                <a:lnTo>
                  <a:pt x="1778696" y="813323"/>
                </a:lnTo>
                <a:lnTo>
                  <a:pt x="1816245" y="793917"/>
                </a:lnTo>
                <a:lnTo>
                  <a:pt x="1845850" y="764331"/>
                </a:lnTo>
                <a:lnTo>
                  <a:pt x="1865263" y="726821"/>
                </a:lnTo>
                <a:lnTo>
                  <a:pt x="1872234" y="683641"/>
                </a:lnTo>
                <a:lnTo>
                  <a:pt x="1872234" y="136779"/>
                </a:lnTo>
                <a:lnTo>
                  <a:pt x="1865263" y="93537"/>
                </a:lnTo>
                <a:lnTo>
                  <a:pt x="1845850" y="55988"/>
                </a:lnTo>
                <a:lnTo>
                  <a:pt x="1816245" y="26383"/>
                </a:lnTo>
                <a:lnTo>
                  <a:pt x="1778696" y="6970"/>
                </a:lnTo>
                <a:lnTo>
                  <a:pt x="1735454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object 12"/>
          <p:cNvSpPr/>
          <p:nvPr/>
        </p:nvSpPr>
        <p:spPr>
          <a:xfrm>
            <a:off x="7652074" y="2320345"/>
            <a:ext cx="1872614" cy="820419"/>
          </a:xfrm>
          <a:custGeom>
            <a:avLst/>
            <a:gdLst/>
            <a:ahLst/>
            <a:cxnLst/>
            <a:rect l="l" t="t" r="r" b="b"/>
            <a:pathLst>
              <a:path w="1872615" h="820419">
                <a:moveTo>
                  <a:pt x="0" y="136779"/>
                </a:moveTo>
                <a:lnTo>
                  <a:pt x="6969" y="93537"/>
                </a:lnTo>
                <a:lnTo>
                  <a:pt x="26375" y="55988"/>
                </a:lnTo>
                <a:lnTo>
                  <a:pt x="55961" y="26383"/>
                </a:lnTo>
                <a:lnTo>
                  <a:pt x="93471" y="6970"/>
                </a:lnTo>
                <a:lnTo>
                  <a:pt x="136651" y="0"/>
                </a:lnTo>
                <a:lnTo>
                  <a:pt x="1735454" y="0"/>
                </a:lnTo>
                <a:lnTo>
                  <a:pt x="1778696" y="6970"/>
                </a:lnTo>
                <a:lnTo>
                  <a:pt x="1816245" y="26383"/>
                </a:lnTo>
                <a:lnTo>
                  <a:pt x="1845850" y="55988"/>
                </a:lnTo>
                <a:lnTo>
                  <a:pt x="1865263" y="93537"/>
                </a:lnTo>
                <a:lnTo>
                  <a:pt x="1872234" y="136779"/>
                </a:lnTo>
                <a:lnTo>
                  <a:pt x="1872234" y="683641"/>
                </a:lnTo>
                <a:lnTo>
                  <a:pt x="1865263" y="726821"/>
                </a:lnTo>
                <a:lnTo>
                  <a:pt x="1845850" y="764331"/>
                </a:lnTo>
                <a:lnTo>
                  <a:pt x="1816245" y="793917"/>
                </a:lnTo>
                <a:lnTo>
                  <a:pt x="1778696" y="813323"/>
                </a:lnTo>
                <a:lnTo>
                  <a:pt x="1735454" y="820293"/>
                </a:lnTo>
                <a:lnTo>
                  <a:pt x="136651" y="820293"/>
                </a:lnTo>
                <a:lnTo>
                  <a:pt x="93472" y="813323"/>
                </a:lnTo>
                <a:lnTo>
                  <a:pt x="55961" y="793917"/>
                </a:lnTo>
                <a:lnTo>
                  <a:pt x="26375" y="764331"/>
                </a:lnTo>
                <a:lnTo>
                  <a:pt x="6969" y="726821"/>
                </a:lnTo>
                <a:lnTo>
                  <a:pt x="0" y="683641"/>
                </a:lnTo>
                <a:lnTo>
                  <a:pt x="0" y="136779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object 13"/>
          <p:cNvSpPr txBox="1"/>
          <p:nvPr/>
        </p:nvSpPr>
        <p:spPr>
          <a:xfrm>
            <a:off x="7731830" y="2438583"/>
            <a:ext cx="1666239" cy="572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spc="-5" dirty="0">
                <a:latin typeface="Arial" pitchFamily="34" charset="0"/>
                <a:cs typeface="Arial" pitchFamily="34" charset="0"/>
              </a:rPr>
              <a:t>Theme one</a:t>
            </a:r>
            <a:r>
              <a:rPr sz="1800" spc="-40" dirty="0">
                <a:latin typeface="Arial" pitchFamily="34" charset="0"/>
                <a:cs typeface="Arial" pitchFamily="34" charset="0"/>
              </a:rPr>
              <a:t> </a:t>
            </a:r>
            <a:r>
              <a:rPr sz="1800" spc="-5" dirty="0">
                <a:latin typeface="Arial" pitchFamily="34" charset="0"/>
                <a:cs typeface="Arial" pitchFamily="34" charset="0"/>
              </a:rPr>
              <a:t>might  go</a:t>
            </a:r>
            <a:r>
              <a:rPr sz="1800" spc="-85" dirty="0">
                <a:latin typeface="Arial" pitchFamily="34" charset="0"/>
                <a:cs typeface="Arial" pitchFamily="34" charset="0"/>
              </a:rPr>
              <a:t> </a:t>
            </a:r>
            <a:r>
              <a:rPr sz="1800" spc="-10" dirty="0">
                <a:latin typeface="Arial" pitchFamily="34" charset="0"/>
                <a:cs typeface="Arial" pitchFamily="34" charset="0"/>
              </a:rPr>
              <a:t>here.</a:t>
            </a:r>
            <a:endParaRPr sz="180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object 14"/>
          <p:cNvSpPr/>
          <p:nvPr/>
        </p:nvSpPr>
        <p:spPr>
          <a:xfrm>
            <a:off x="8948235" y="3140638"/>
            <a:ext cx="720090" cy="787400"/>
          </a:xfrm>
          <a:custGeom>
            <a:avLst/>
            <a:gdLst/>
            <a:ahLst/>
            <a:cxnLst/>
            <a:rect l="l" t="t" r="r" b="b"/>
            <a:pathLst>
              <a:path w="720090" h="787400">
                <a:moveTo>
                  <a:pt x="0" y="0"/>
                </a:moveTo>
                <a:lnTo>
                  <a:pt x="720089" y="787399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object 17"/>
          <p:cNvSpPr txBox="1"/>
          <p:nvPr/>
        </p:nvSpPr>
        <p:spPr>
          <a:xfrm>
            <a:off x="8668200" y="3974139"/>
            <a:ext cx="1536700" cy="847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spc="-5" dirty="0">
                <a:latin typeface="Arial" pitchFamily="34" charset="0"/>
                <a:cs typeface="Arial" pitchFamily="34" charset="0"/>
              </a:rPr>
              <a:t>Ooh </a:t>
            </a:r>
            <a:r>
              <a:rPr sz="1800" dirty="0">
                <a:latin typeface="Arial" pitchFamily="34" charset="0"/>
                <a:cs typeface="Arial" pitchFamily="34" charset="0"/>
              </a:rPr>
              <a:t>– </a:t>
            </a:r>
            <a:r>
              <a:rPr sz="1800" spc="-5" dirty="0">
                <a:latin typeface="Arial" pitchFamily="34" charset="0"/>
                <a:cs typeface="Arial" pitchFamily="34" charset="0"/>
              </a:rPr>
              <a:t>this</a:t>
            </a:r>
            <a:r>
              <a:rPr sz="1800" spc="-60" dirty="0">
                <a:latin typeface="Arial" pitchFamily="34" charset="0"/>
                <a:cs typeface="Arial" pitchFamily="34" charset="0"/>
              </a:rPr>
              <a:t> </a:t>
            </a:r>
            <a:r>
              <a:rPr sz="1800" spc="-5" dirty="0">
                <a:latin typeface="Arial" pitchFamily="34" charset="0"/>
                <a:cs typeface="Arial" pitchFamily="34" charset="0"/>
              </a:rPr>
              <a:t>other  idea is  </a:t>
            </a:r>
            <a:r>
              <a:rPr sz="1800" spc="-10" dirty="0">
                <a:latin typeface="Arial" pitchFamily="34" charset="0"/>
                <a:cs typeface="Arial" pitchFamily="34" charset="0"/>
              </a:rPr>
              <a:t>connected</a:t>
            </a:r>
            <a:r>
              <a:rPr sz="1800" spc="-45" dirty="0">
                <a:latin typeface="Arial" pitchFamily="34" charset="0"/>
                <a:cs typeface="Arial" pitchFamily="34" charset="0"/>
              </a:rPr>
              <a:t> </a:t>
            </a:r>
            <a:r>
              <a:rPr sz="1800" spc="-10" dirty="0">
                <a:latin typeface="Arial" pitchFamily="34" charset="0"/>
                <a:cs typeface="Arial" pitchFamily="34" charset="0"/>
              </a:rPr>
              <a:t>too!</a:t>
            </a:r>
            <a:endParaRPr sz="180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object 18"/>
          <p:cNvSpPr/>
          <p:nvPr/>
        </p:nvSpPr>
        <p:spPr>
          <a:xfrm>
            <a:off x="7868101" y="5224835"/>
            <a:ext cx="1872614" cy="820419"/>
          </a:xfrm>
          <a:custGeom>
            <a:avLst/>
            <a:gdLst/>
            <a:ahLst/>
            <a:cxnLst/>
            <a:rect l="l" t="t" r="r" b="b"/>
            <a:pathLst>
              <a:path w="1872615" h="820420">
                <a:moveTo>
                  <a:pt x="1735455" y="0"/>
                </a:moveTo>
                <a:lnTo>
                  <a:pt x="136651" y="0"/>
                </a:lnTo>
                <a:lnTo>
                  <a:pt x="93471" y="6970"/>
                </a:lnTo>
                <a:lnTo>
                  <a:pt x="55961" y="26383"/>
                </a:lnTo>
                <a:lnTo>
                  <a:pt x="26375" y="55988"/>
                </a:lnTo>
                <a:lnTo>
                  <a:pt x="6969" y="93537"/>
                </a:lnTo>
                <a:lnTo>
                  <a:pt x="0" y="136778"/>
                </a:lnTo>
                <a:lnTo>
                  <a:pt x="0" y="683615"/>
                </a:lnTo>
                <a:lnTo>
                  <a:pt x="6969" y="726825"/>
                </a:lnTo>
                <a:lnTo>
                  <a:pt x="26375" y="764351"/>
                </a:lnTo>
                <a:lnTo>
                  <a:pt x="55961" y="793943"/>
                </a:lnTo>
                <a:lnTo>
                  <a:pt x="93471" y="813349"/>
                </a:lnTo>
                <a:lnTo>
                  <a:pt x="136651" y="820318"/>
                </a:lnTo>
                <a:lnTo>
                  <a:pt x="1735455" y="820318"/>
                </a:lnTo>
                <a:lnTo>
                  <a:pt x="1778696" y="813349"/>
                </a:lnTo>
                <a:lnTo>
                  <a:pt x="1816245" y="793943"/>
                </a:lnTo>
                <a:lnTo>
                  <a:pt x="1845850" y="764351"/>
                </a:lnTo>
                <a:lnTo>
                  <a:pt x="1865263" y="726825"/>
                </a:lnTo>
                <a:lnTo>
                  <a:pt x="1872234" y="683615"/>
                </a:lnTo>
                <a:lnTo>
                  <a:pt x="1872234" y="136778"/>
                </a:lnTo>
                <a:lnTo>
                  <a:pt x="1865263" y="93537"/>
                </a:lnTo>
                <a:lnTo>
                  <a:pt x="1845850" y="55988"/>
                </a:lnTo>
                <a:lnTo>
                  <a:pt x="1816245" y="26383"/>
                </a:lnTo>
                <a:lnTo>
                  <a:pt x="1778696" y="6970"/>
                </a:lnTo>
                <a:lnTo>
                  <a:pt x="1735455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object 19"/>
          <p:cNvSpPr/>
          <p:nvPr/>
        </p:nvSpPr>
        <p:spPr>
          <a:xfrm>
            <a:off x="7868101" y="5224835"/>
            <a:ext cx="1872614" cy="820419"/>
          </a:xfrm>
          <a:custGeom>
            <a:avLst/>
            <a:gdLst/>
            <a:ahLst/>
            <a:cxnLst/>
            <a:rect l="l" t="t" r="r" b="b"/>
            <a:pathLst>
              <a:path w="1872615" h="820420">
                <a:moveTo>
                  <a:pt x="0" y="136778"/>
                </a:moveTo>
                <a:lnTo>
                  <a:pt x="6969" y="93537"/>
                </a:lnTo>
                <a:lnTo>
                  <a:pt x="26375" y="55988"/>
                </a:lnTo>
                <a:lnTo>
                  <a:pt x="55961" y="26383"/>
                </a:lnTo>
                <a:lnTo>
                  <a:pt x="93471" y="6970"/>
                </a:lnTo>
                <a:lnTo>
                  <a:pt x="136651" y="0"/>
                </a:lnTo>
                <a:lnTo>
                  <a:pt x="1735455" y="0"/>
                </a:lnTo>
                <a:lnTo>
                  <a:pt x="1778696" y="6970"/>
                </a:lnTo>
                <a:lnTo>
                  <a:pt x="1816245" y="26383"/>
                </a:lnTo>
                <a:lnTo>
                  <a:pt x="1845850" y="55988"/>
                </a:lnTo>
                <a:lnTo>
                  <a:pt x="1865263" y="93537"/>
                </a:lnTo>
                <a:lnTo>
                  <a:pt x="1872234" y="136778"/>
                </a:lnTo>
                <a:lnTo>
                  <a:pt x="1872234" y="683615"/>
                </a:lnTo>
                <a:lnTo>
                  <a:pt x="1865263" y="726825"/>
                </a:lnTo>
                <a:lnTo>
                  <a:pt x="1845850" y="764351"/>
                </a:lnTo>
                <a:lnTo>
                  <a:pt x="1816245" y="793943"/>
                </a:lnTo>
                <a:lnTo>
                  <a:pt x="1778696" y="813349"/>
                </a:lnTo>
                <a:lnTo>
                  <a:pt x="1735455" y="820318"/>
                </a:lnTo>
                <a:lnTo>
                  <a:pt x="136651" y="820318"/>
                </a:lnTo>
                <a:lnTo>
                  <a:pt x="93471" y="813349"/>
                </a:lnTo>
                <a:lnTo>
                  <a:pt x="55961" y="793943"/>
                </a:lnTo>
                <a:lnTo>
                  <a:pt x="26375" y="764351"/>
                </a:lnTo>
                <a:lnTo>
                  <a:pt x="6969" y="726825"/>
                </a:lnTo>
                <a:lnTo>
                  <a:pt x="0" y="683615"/>
                </a:lnTo>
                <a:lnTo>
                  <a:pt x="0" y="136778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object 20"/>
          <p:cNvSpPr txBox="1"/>
          <p:nvPr/>
        </p:nvSpPr>
        <p:spPr>
          <a:xfrm>
            <a:off x="8020120" y="5404540"/>
            <a:ext cx="1561465" cy="573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spc="-5" dirty="0">
                <a:latin typeface="Arial" pitchFamily="34" charset="0"/>
                <a:cs typeface="Arial" pitchFamily="34" charset="0"/>
              </a:rPr>
              <a:t>Theme </a:t>
            </a:r>
            <a:r>
              <a:rPr sz="1800" spc="-10" dirty="0">
                <a:latin typeface="Arial" pitchFamily="34" charset="0"/>
                <a:cs typeface="Arial" pitchFamily="34" charset="0"/>
              </a:rPr>
              <a:t>two goes  here.</a:t>
            </a:r>
            <a:endParaRPr sz="18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object 21"/>
          <p:cNvSpPr/>
          <p:nvPr/>
        </p:nvSpPr>
        <p:spPr>
          <a:xfrm>
            <a:off x="4422464" y="5839757"/>
            <a:ext cx="3373754" cy="113030"/>
          </a:xfrm>
          <a:custGeom>
            <a:avLst/>
            <a:gdLst/>
            <a:ahLst/>
            <a:cxnLst/>
            <a:rect l="l" t="t" r="r" b="b"/>
            <a:pathLst>
              <a:path w="3373754" h="113029">
                <a:moveTo>
                  <a:pt x="3354762" y="62649"/>
                </a:moveTo>
                <a:lnTo>
                  <a:pt x="3283330" y="104317"/>
                </a:lnTo>
                <a:lnTo>
                  <a:pt x="3282568" y="107226"/>
                </a:lnTo>
                <a:lnTo>
                  <a:pt x="3283839" y="109499"/>
                </a:lnTo>
                <a:lnTo>
                  <a:pt x="3285236" y="111772"/>
                </a:lnTo>
                <a:lnTo>
                  <a:pt x="3288156" y="112547"/>
                </a:lnTo>
                <a:lnTo>
                  <a:pt x="3365470" y="67411"/>
                </a:lnTo>
                <a:lnTo>
                  <a:pt x="3364229" y="67411"/>
                </a:lnTo>
                <a:lnTo>
                  <a:pt x="3364229" y="66763"/>
                </a:lnTo>
                <a:lnTo>
                  <a:pt x="3361795" y="66751"/>
                </a:lnTo>
                <a:lnTo>
                  <a:pt x="3354762" y="62649"/>
                </a:lnTo>
                <a:close/>
              </a:path>
              <a:path w="3373754" h="113029">
                <a:moveTo>
                  <a:pt x="85470" y="0"/>
                </a:moveTo>
                <a:lnTo>
                  <a:pt x="0" y="49885"/>
                </a:lnTo>
                <a:lnTo>
                  <a:pt x="85470" y="99783"/>
                </a:lnTo>
                <a:lnTo>
                  <a:pt x="88391" y="99009"/>
                </a:lnTo>
                <a:lnTo>
                  <a:pt x="89661" y="96735"/>
                </a:lnTo>
                <a:lnTo>
                  <a:pt x="91058" y="94462"/>
                </a:lnTo>
                <a:lnTo>
                  <a:pt x="90296" y="91554"/>
                </a:lnTo>
                <a:lnTo>
                  <a:pt x="27029" y="54648"/>
                </a:lnTo>
                <a:lnTo>
                  <a:pt x="9397" y="54648"/>
                </a:lnTo>
                <a:lnTo>
                  <a:pt x="9397" y="45123"/>
                </a:lnTo>
                <a:lnTo>
                  <a:pt x="27033" y="45123"/>
                </a:lnTo>
                <a:lnTo>
                  <a:pt x="90296" y="8229"/>
                </a:lnTo>
                <a:lnTo>
                  <a:pt x="91058" y="5308"/>
                </a:lnTo>
                <a:lnTo>
                  <a:pt x="89661" y="3035"/>
                </a:lnTo>
                <a:lnTo>
                  <a:pt x="88391" y="774"/>
                </a:lnTo>
                <a:lnTo>
                  <a:pt x="85470" y="0"/>
                </a:lnTo>
                <a:close/>
              </a:path>
              <a:path w="3373754" h="113029">
                <a:moveTo>
                  <a:pt x="157860" y="45123"/>
                </a:moveTo>
                <a:lnTo>
                  <a:pt x="27033" y="45123"/>
                </a:lnTo>
                <a:lnTo>
                  <a:pt x="18865" y="49886"/>
                </a:lnTo>
                <a:lnTo>
                  <a:pt x="27029" y="54648"/>
                </a:lnTo>
                <a:lnTo>
                  <a:pt x="1677035" y="60464"/>
                </a:lnTo>
                <a:lnTo>
                  <a:pt x="1684147" y="60744"/>
                </a:lnTo>
                <a:lnTo>
                  <a:pt x="1688718" y="61290"/>
                </a:lnTo>
                <a:lnTo>
                  <a:pt x="1696339" y="61607"/>
                </a:lnTo>
                <a:lnTo>
                  <a:pt x="1761560" y="62649"/>
                </a:lnTo>
                <a:lnTo>
                  <a:pt x="3215640" y="67411"/>
                </a:lnTo>
                <a:lnTo>
                  <a:pt x="3346598" y="67411"/>
                </a:lnTo>
                <a:lnTo>
                  <a:pt x="3354762" y="62649"/>
                </a:lnTo>
                <a:lnTo>
                  <a:pt x="3346594" y="57886"/>
                </a:lnTo>
                <a:lnTo>
                  <a:pt x="3215766" y="57886"/>
                </a:lnTo>
                <a:lnTo>
                  <a:pt x="1745488" y="52933"/>
                </a:lnTo>
                <a:lnTo>
                  <a:pt x="1696719" y="52082"/>
                </a:lnTo>
                <a:lnTo>
                  <a:pt x="1689862" y="51828"/>
                </a:lnTo>
                <a:lnTo>
                  <a:pt x="1687449" y="51536"/>
                </a:lnTo>
                <a:lnTo>
                  <a:pt x="1684527" y="51231"/>
                </a:lnTo>
                <a:lnTo>
                  <a:pt x="1677289" y="50939"/>
                </a:lnTo>
                <a:lnTo>
                  <a:pt x="1611381" y="49885"/>
                </a:lnTo>
                <a:lnTo>
                  <a:pt x="157860" y="45123"/>
                </a:lnTo>
                <a:close/>
              </a:path>
              <a:path w="3373754" h="113029">
                <a:moveTo>
                  <a:pt x="3365470" y="57886"/>
                </a:moveTo>
                <a:lnTo>
                  <a:pt x="3364229" y="57886"/>
                </a:lnTo>
                <a:lnTo>
                  <a:pt x="3364229" y="67411"/>
                </a:lnTo>
                <a:lnTo>
                  <a:pt x="3365470" y="67411"/>
                </a:lnTo>
                <a:lnTo>
                  <a:pt x="3373628" y="62649"/>
                </a:lnTo>
                <a:lnTo>
                  <a:pt x="3365470" y="57886"/>
                </a:lnTo>
                <a:close/>
              </a:path>
              <a:path w="3373754" h="113029">
                <a:moveTo>
                  <a:pt x="3361816" y="58534"/>
                </a:moveTo>
                <a:lnTo>
                  <a:pt x="3354762" y="62649"/>
                </a:lnTo>
                <a:lnTo>
                  <a:pt x="3361816" y="66763"/>
                </a:lnTo>
                <a:lnTo>
                  <a:pt x="3361816" y="58534"/>
                </a:lnTo>
                <a:close/>
              </a:path>
              <a:path w="3373754" h="113029">
                <a:moveTo>
                  <a:pt x="3364229" y="58534"/>
                </a:moveTo>
                <a:lnTo>
                  <a:pt x="3361816" y="58534"/>
                </a:lnTo>
                <a:lnTo>
                  <a:pt x="3361816" y="66763"/>
                </a:lnTo>
                <a:lnTo>
                  <a:pt x="3364229" y="66763"/>
                </a:lnTo>
                <a:lnTo>
                  <a:pt x="3364229" y="58534"/>
                </a:lnTo>
                <a:close/>
              </a:path>
              <a:path w="3373754" h="113029">
                <a:moveTo>
                  <a:pt x="3288156" y="12763"/>
                </a:moveTo>
                <a:lnTo>
                  <a:pt x="3285236" y="13538"/>
                </a:lnTo>
                <a:lnTo>
                  <a:pt x="3283839" y="15798"/>
                </a:lnTo>
                <a:lnTo>
                  <a:pt x="3282568" y="18072"/>
                </a:lnTo>
                <a:lnTo>
                  <a:pt x="3283330" y="20993"/>
                </a:lnTo>
                <a:lnTo>
                  <a:pt x="3354763" y="62649"/>
                </a:lnTo>
                <a:lnTo>
                  <a:pt x="3361816" y="58534"/>
                </a:lnTo>
                <a:lnTo>
                  <a:pt x="3364229" y="58534"/>
                </a:lnTo>
                <a:lnTo>
                  <a:pt x="3364229" y="57886"/>
                </a:lnTo>
                <a:lnTo>
                  <a:pt x="3365470" y="57886"/>
                </a:lnTo>
                <a:lnTo>
                  <a:pt x="3288156" y="12763"/>
                </a:lnTo>
                <a:close/>
              </a:path>
              <a:path w="3373754" h="113029">
                <a:moveTo>
                  <a:pt x="27033" y="45123"/>
                </a:moveTo>
                <a:lnTo>
                  <a:pt x="9397" y="45123"/>
                </a:lnTo>
                <a:lnTo>
                  <a:pt x="9397" y="54648"/>
                </a:lnTo>
                <a:lnTo>
                  <a:pt x="27029" y="54648"/>
                </a:lnTo>
                <a:lnTo>
                  <a:pt x="25918" y="54000"/>
                </a:lnTo>
                <a:lnTo>
                  <a:pt x="11810" y="54000"/>
                </a:lnTo>
                <a:lnTo>
                  <a:pt x="11810" y="45770"/>
                </a:lnTo>
                <a:lnTo>
                  <a:pt x="25922" y="45770"/>
                </a:lnTo>
                <a:lnTo>
                  <a:pt x="27033" y="45123"/>
                </a:lnTo>
                <a:close/>
              </a:path>
              <a:path w="3373754" h="113029">
                <a:moveTo>
                  <a:pt x="11810" y="45770"/>
                </a:moveTo>
                <a:lnTo>
                  <a:pt x="11810" y="54000"/>
                </a:lnTo>
                <a:lnTo>
                  <a:pt x="18865" y="49886"/>
                </a:lnTo>
                <a:lnTo>
                  <a:pt x="11810" y="45770"/>
                </a:lnTo>
                <a:close/>
              </a:path>
              <a:path w="3373754" h="113029">
                <a:moveTo>
                  <a:pt x="18865" y="49886"/>
                </a:moveTo>
                <a:lnTo>
                  <a:pt x="11810" y="54000"/>
                </a:lnTo>
                <a:lnTo>
                  <a:pt x="25918" y="54000"/>
                </a:lnTo>
                <a:lnTo>
                  <a:pt x="18865" y="49886"/>
                </a:lnTo>
                <a:close/>
              </a:path>
              <a:path w="3373754" h="113029">
                <a:moveTo>
                  <a:pt x="25922" y="45770"/>
                </a:moveTo>
                <a:lnTo>
                  <a:pt x="11810" y="45770"/>
                </a:lnTo>
                <a:lnTo>
                  <a:pt x="18866" y="49885"/>
                </a:lnTo>
                <a:lnTo>
                  <a:pt x="25922" y="4577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object 22"/>
          <p:cNvSpPr/>
          <p:nvPr/>
        </p:nvSpPr>
        <p:spPr>
          <a:xfrm>
            <a:off x="2395467" y="5281732"/>
            <a:ext cx="1872614" cy="820419"/>
          </a:xfrm>
          <a:custGeom>
            <a:avLst/>
            <a:gdLst/>
            <a:ahLst/>
            <a:cxnLst/>
            <a:rect l="l" t="t" r="r" b="b"/>
            <a:pathLst>
              <a:path w="1872614" h="820420">
                <a:moveTo>
                  <a:pt x="1735531" y="0"/>
                </a:moveTo>
                <a:lnTo>
                  <a:pt x="136715" y="0"/>
                </a:lnTo>
                <a:lnTo>
                  <a:pt x="93504" y="6969"/>
                </a:lnTo>
                <a:lnTo>
                  <a:pt x="55974" y="26375"/>
                </a:lnTo>
                <a:lnTo>
                  <a:pt x="26379" y="55961"/>
                </a:lnTo>
                <a:lnTo>
                  <a:pt x="6970" y="93471"/>
                </a:lnTo>
                <a:lnTo>
                  <a:pt x="0" y="136652"/>
                </a:lnTo>
                <a:lnTo>
                  <a:pt x="0" y="683514"/>
                </a:lnTo>
                <a:lnTo>
                  <a:pt x="6970" y="726729"/>
                </a:lnTo>
                <a:lnTo>
                  <a:pt x="26379" y="764259"/>
                </a:lnTo>
                <a:lnTo>
                  <a:pt x="55974" y="793853"/>
                </a:lnTo>
                <a:lnTo>
                  <a:pt x="93504" y="813260"/>
                </a:lnTo>
                <a:lnTo>
                  <a:pt x="136715" y="820229"/>
                </a:lnTo>
                <a:lnTo>
                  <a:pt x="1735531" y="820229"/>
                </a:lnTo>
                <a:lnTo>
                  <a:pt x="1778711" y="813260"/>
                </a:lnTo>
                <a:lnTo>
                  <a:pt x="1816221" y="793853"/>
                </a:lnTo>
                <a:lnTo>
                  <a:pt x="1845807" y="764259"/>
                </a:lnTo>
                <a:lnTo>
                  <a:pt x="1865213" y="726729"/>
                </a:lnTo>
                <a:lnTo>
                  <a:pt x="1872183" y="683514"/>
                </a:lnTo>
                <a:lnTo>
                  <a:pt x="1872183" y="136652"/>
                </a:lnTo>
                <a:lnTo>
                  <a:pt x="1865213" y="93471"/>
                </a:lnTo>
                <a:lnTo>
                  <a:pt x="1845807" y="55961"/>
                </a:lnTo>
                <a:lnTo>
                  <a:pt x="1816221" y="26375"/>
                </a:lnTo>
                <a:lnTo>
                  <a:pt x="1778711" y="6969"/>
                </a:lnTo>
                <a:lnTo>
                  <a:pt x="1735531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object 23"/>
          <p:cNvSpPr/>
          <p:nvPr/>
        </p:nvSpPr>
        <p:spPr>
          <a:xfrm>
            <a:off x="2395467" y="5281732"/>
            <a:ext cx="1872614" cy="820419"/>
          </a:xfrm>
          <a:custGeom>
            <a:avLst/>
            <a:gdLst/>
            <a:ahLst/>
            <a:cxnLst/>
            <a:rect l="l" t="t" r="r" b="b"/>
            <a:pathLst>
              <a:path w="1872614" h="820420">
                <a:moveTo>
                  <a:pt x="0" y="136652"/>
                </a:moveTo>
                <a:lnTo>
                  <a:pt x="6970" y="93471"/>
                </a:lnTo>
                <a:lnTo>
                  <a:pt x="26379" y="55961"/>
                </a:lnTo>
                <a:lnTo>
                  <a:pt x="55974" y="26375"/>
                </a:lnTo>
                <a:lnTo>
                  <a:pt x="93504" y="6969"/>
                </a:lnTo>
                <a:lnTo>
                  <a:pt x="136715" y="0"/>
                </a:lnTo>
                <a:lnTo>
                  <a:pt x="1735531" y="0"/>
                </a:lnTo>
                <a:lnTo>
                  <a:pt x="1778711" y="6969"/>
                </a:lnTo>
                <a:lnTo>
                  <a:pt x="1816221" y="26375"/>
                </a:lnTo>
                <a:lnTo>
                  <a:pt x="1845807" y="55961"/>
                </a:lnTo>
                <a:lnTo>
                  <a:pt x="1865213" y="93471"/>
                </a:lnTo>
                <a:lnTo>
                  <a:pt x="1872183" y="136652"/>
                </a:lnTo>
                <a:lnTo>
                  <a:pt x="1872183" y="683514"/>
                </a:lnTo>
                <a:lnTo>
                  <a:pt x="1865213" y="726729"/>
                </a:lnTo>
                <a:lnTo>
                  <a:pt x="1845807" y="764259"/>
                </a:lnTo>
                <a:lnTo>
                  <a:pt x="1816221" y="793853"/>
                </a:lnTo>
                <a:lnTo>
                  <a:pt x="1778711" y="813260"/>
                </a:lnTo>
                <a:lnTo>
                  <a:pt x="1735531" y="820229"/>
                </a:lnTo>
                <a:lnTo>
                  <a:pt x="136715" y="820229"/>
                </a:lnTo>
                <a:lnTo>
                  <a:pt x="93504" y="813260"/>
                </a:lnTo>
                <a:lnTo>
                  <a:pt x="55974" y="793853"/>
                </a:lnTo>
                <a:lnTo>
                  <a:pt x="26379" y="764259"/>
                </a:lnTo>
                <a:lnTo>
                  <a:pt x="6970" y="726729"/>
                </a:lnTo>
                <a:lnTo>
                  <a:pt x="0" y="683514"/>
                </a:lnTo>
                <a:lnTo>
                  <a:pt x="0" y="136652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object 24"/>
          <p:cNvSpPr txBox="1"/>
          <p:nvPr/>
        </p:nvSpPr>
        <p:spPr>
          <a:xfrm>
            <a:off x="4583917" y="5045269"/>
            <a:ext cx="29011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 pitchFamily="34" charset="0"/>
                <a:cs typeface="Arial" pitchFamily="34" charset="0"/>
              </a:rPr>
              <a:t>Don’t </a:t>
            </a:r>
            <a:r>
              <a:rPr sz="2000" spc="-15" dirty="0">
                <a:latin typeface="Arial" pitchFamily="34" charset="0"/>
                <a:cs typeface="Arial" pitchFamily="34" charset="0"/>
              </a:rPr>
              <a:t>forget </a:t>
            </a:r>
            <a:r>
              <a:rPr sz="2000" spc="-5" dirty="0">
                <a:latin typeface="Arial" pitchFamily="34" charset="0"/>
                <a:cs typeface="Arial" pitchFamily="34" charset="0"/>
              </a:rPr>
              <a:t>how</a:t>
            </a:r>
            <a:r>
              <a:rPr sz="2000" spc="-25" dirty="0">
                <a:latin typeface="Arial" pitchFamily="34" charset="0"/>
                <a:cs typeface="Arial" pitchFamily="34" charset="0"/>
              </a:rPr>
              <a:t> </a:t>
            </a:r>
            <a:r>
              <a:rPr sz="2000" spc="-10" dirty="0">
                <a:latin typeface="Arial" pitchFamily="34" charset="0"/>
                <a:cs typeface="Arial" pitchFamily="34" charset="0"/>
              </a:rPr>
              <a:t>two</a:t>
            </a:r>
            <a:endParaRPr sz="2000"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 pitchFamily="34" charset="0"/>
                <a:cs typeface="Arial" pitchFamily="34" charset="0"/>
              </a:rPr>
              <a:t>and </a:t>
            </a:r>
            <a:r>
              <a:rPr sz="2000" spc="-10" dirty="0">
                <a:latin typeface="Arial" pitchFamily="34" charset="0"/>
                <a:cs typeface="Arial" pitchFamily="34" charset="0"/>
              </a:rPr>
              <a:t>three </a:t>
            </a:r>
            <a:r>
              <a:rPr sz="2000" spc="-5" dirty="0">
                <a:latin typeface="Arial" pitchFamily="34" charset="0"/>
                <a:cs typeface="Arial" pitchFamily="34" charset="0"/>
              </a:rPr>
              <a:t>link</a:t>
            </a:r>
            <a:r>
              <a:rPr sz="2000" spc="-35" dirty="0">
                <a:latin typeface="Arial" pitchFamily="34" charset="0"/>
                <a:cs typeface="Arial" pitchFamily="34" charset="0"/>
              </a:rPr>
              <a:t> </a:t>
            </a:r>
            <a:r>
              <a:rPr sz="2000" spc="-25" dirty="0">
                <a:latin typeface="Arial" pitchFamily="34" charset="0"/>
                <a:cs typeface="Arial" pitchFamily="34" charset="0"/>
              </a:rPr>
              <a:t>together.</a:t>
            </a:r>
            <a:endParaRPr sz="2000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object 25"/>
          <p:cNvSpPr txBox="1"/>
          <p:nvPr/>
        </p:nvSpPr>
        <p:spPr>
          <a:xfrm>
            <a:off x="2474309" y="5404540"/>
            <a:ext cx="1704339" cy="573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00" spc="-5" dirty="0">
                <a:latin typeface="Arial" pitchFamily="34" charset="0"/>
                <a:cs typeface="Arial" pitchFamily="34" charset="0"/>
              </a:rPr>
              <a:t>Theme </a:t>
            </a:r>
            <a:r>
              <a:rPr sz="1800" spc="-10" dirty="0">
                <a:latin typeface="Arial" pitchFamily="34" charset="0"/>
                <a:cs typeface="Arial" pitchFamily="34" charset="0"/>
              </a:rPr>
              <a:t>three goes  here</a:t>
            </a:r>
            <a:endParaRPr sz="1800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object 26"/>
          <p:cNvSpPr/>
          <p:nvPr/>
        </p:nvSpPr>
        <p:spPr>
          <a:xfrm>
            <a:off x="2066702" y="2442519"/>
            <a:ext cx="1872614" cy="820419"/>
          </a:xfrm>
          <a:custGeom>
            <a:avLst/>
            <a:gdLst/>
            <a:ahLst/>
            <a:cxnLst/>
            <a:rect l="l" t="t" r="r" b="b"/>
            <a:pathLst>
              <a:path w="1872614" h="820419">
                <a:moveTo>
                  <a:pt x="1735493" y="0"/>
                </a:moveTo>
                <a:lnTo>
                  <a:pt x="136702" y="0"/>
                </a:lnTo>
                <a:lnTo>
                  <a:pt x="93493" y="6969"/>
                </a:lnTo>
                <a:lnTo>
                  <a:pt x="55966" y="26375"/>
                </a:lnTo>
                <a:lnTo>
                  <a:pt x="26374" y="55961"/>
                </a:lnTo>
                <a:lnTo>
                  <a:pt x="6968" y="93472"/>
                </a:lnTo>
                <a:lnTo>
                  <a:pt x="0" y="136651"/>
                </a:lnTo>
                <a:lnTo>
                  <a:pt x="0" y="683513"/>
                </a:lnTo>
                <a:lnTo>
                  <a:pt x="6968" y="726694"/>
                </a:lnTo>
                <a:lnTo>
                  <a:pt x="26374" y="764204"/>
                </a:lnTo>
                <a:lnTo>
                  <a:pt x="55966" y="793790"/>
                </a:lnTo>
                <a:lnTo>
                  <a:pt x="93493" y="813196"/>
                </a:lnTo>
                <a:lnTo>
                  <a:pt x="136702" y="820165"/>
                </a:lnTo>
                <a:lnTo>
                  <a:pt x="1735493" y="820165"/>
                </a:lnTo>
                <a:lnTo>
                  <a:pt x="1778673" y="813196"/>
                </a:lnTo>
                <a:lnTo>
                  <a:pt x="1816183" y="793790"/>
                </a:lnTo>
                <a:lnTo>
                  <a:pt x="1845769" y="764204"/>
                </a:lnTo>
                <a:lnTo>
                  <a:pt x="1865175" y="726693"/>
                </a:lnTo>
                <a:lnTo>
                  <a:pt x="1872145" y="683513"/>
                </a:lnTo>
                <a:lnTo>
                  <a:pt x="1872145" y="136651"/>
                </a:lnTo>
                <a:lnTo>
                  <a:pt x="1865175" y="93471"/>
                </a:lnTo>
                <a:lnTo>
                  <a:pt x="1845769" y="55961"/>
                </a:lnTo>
                <a:lnTo>
                  <a:pt x="1816183" y="26375"/>
                </a:lnTo>
                <a:lnTo>
                  <a:pt x="1778673" y="6969"/>
                </a:lnTo>
                <a:lnTo>
                  <a:pt x="1735493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object 27"/>
          <p:cNvSpPr/>
          <p:nvPr/>
        </p:nvSpPr>
        <p:spPr>
          <a:xfrm>
            <a:off x="2066702" y="2442519"/>
            <a:ext cx="1872614" cy="820419"/>
          </a:xfrm>
          <a:custGeom>
            <a:avLst/>
            <a:gdLst/>
            <a:ahLst/>
            <a:cxnLst/>
            <a:rect l="l" t="t" r="r" b="b"/>
            <a:pathLst>
              <a:path w="1872614" h="820419">
                <a:moveTo>
                  <a:pt x="0" y="136651"/>
                </a:moveTo>
                <a:lnTo>
                  <a:pt x="6968" y="93472"/>
                </a:lnTo>
                <a:lnTo>
                  <a:pt x="26374" y="55961"/>
                </a:lnTo>
                <a:lnTo>
                  <a:pt x="55966" y="26375"/>
                </a:lnTo>
                <a:lnTo>
                  <a:pt x="93493" y="6969"/>
                </a:lnTo>
                <a:lnTo>
                  <a:pt x="136702" y="0"/>
                </a:lnTo>
                <a:lnTo>
                  <a:pt x="1735493" y="0"/>
                </a:lnTo>
                <a:lnTo>
                  <a:pt x="1778673" y="6969"/>
                </a:lnTo>
                <a:lnTo>
                  <a:pt x="1816183" y="26375"/>
                </a:lnTo>
                <a:lnTo>
                  <a:pt x="1845769" y="55961"/>
                </a:lnTo>
                <a:lnTo>
                  <a:pt x="1865175" y="93471"/>
                </a:lnTo>
                <a:lnTo>
                  <a:pt x="1872145" y="136651"/>
                </a:lnTo>
                <a:lnTo>
                  <a:pt x="1872145" y="683513"/>
                </a:lnTo>
                <a:lnTo>
                  <a:pt x="1865175" y="726693"/>
                </a:lnTo>
                <a:lnTo>
                  <a:pt x="1845769" y="764204"/>
                </a:lnTo>
                <a:lnTo>
                  <a:pt x="1816183" y="793790"/>
                </a:lnTo>
                <a:lnTo>
                  <a:pt x="1778673" y="813196"/>
                </a:lnTo>
                <a:lnTo>
                  <a:pt x="1735493" y="820165"/>
                </a:lnTo>
                <a:lnTo>
                  <a:pt x="136702" y="820165"/>
                </a:lnTo>
                <a:lnTo>
                  <a:pt x="93493" y="813196"/>
                </a:lnTo>
                <a:lnTo>
                  <a:pt x="55966" y="793790"/>
                </a:lnTo>
                <a:lnTo>
                  <a:pt x="26374" y="764204"/>
                </a:lnTo>
                <a:lnTo>
                  <a:pt x="6968" y="726694"/>
                </a:lnTo>
                <a:lnTo>
                  <a:pt x="0" y="683513"/>
                </a:lnTo>
                <a:lnTo>
                  <a:pt x="0" y="136651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object 28"/>
          <p:cNvSpPr txBox="1"/>
          <p:nvPr/>
        </p:nvSpPr>
        <p:spPr>
          <a:xfrm>
            <a:off x="2239307" y="2560502"/>
            <a:ext cx="1731801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Arial" pitchFamily="34" charset="0"/>
                <a:cs typeface="Arial" pitchFamily="34" charset="0"/>
              </a:rPr>
              <a:t>Must </a:t>
            </a:r>
            <a:r>
              <a:rPr sz="1800" spc="-5" dirty="0">
                <a:latin typeface="Arial" pitchFamily="34" charset="0"/>
                <a:cs typeface="Arial" pitchFamily="34" charset="0"/>
              </a:rPr>
              <a:t>not</a:t>
            </a:r>
            <a:r>
              <a:rPr sz="1800" spc="-60" dirty="0">
                <a:latin typeface="Arial" pitchFamily="34" charset="0"/>
                <a:cs typeface="Arial" pitchFamily="34" charset="0"/>
              </a:rPr>
              <a:t> </a:t>
            </a:r>
            <a:r>
              <a:rPr sz="1800" spc="-15" dirty="0">
                <a:latin typeface="Arial" pitchFamily="34" charset="0"/>
                <a:cs typeface="Arial" pitchFamily="34" charset="0"/>
              </a:rPr>
              <a:t>forget</a:t>
            </a:r>
            <a:endParaRPr sz="1800"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" pitchFamily="34" charset="0"/>
                <a:cs typeface="Arial" pitchFamily="34" charset="0"/>
              </a:rPr>
              <a:t>this</a:t>
            </a:r>
            <a:r>
              <a:rPr sz="1800" spc="-85" dirty="0">
                <a:latin typeface="Arial" pitchFamily="34" charset="0"/>
                <a:cs typeface="Arial" pitchFamily="34" charset="0"/>
              </a:rPr>
              <a:t> </a:t>
            </a:r>
            <a:r>
              <a:rPr sz="1800" spc="-5" dirty="0">
                <a:latin typeface="Arial" pitchFamily="34" charset="0"/>
                <a:cs typeface="Arial" pitchFamily="34" charset="0"/>
              </a:rPr>
              <a:t>point.</a:t>
            </a:r>
            <a:endParaRPr sz="1800"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976950" y="6217920"/>
            <a:ext cx="167204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100" dirty="0">
                <a:latin typeface="Arial" pitchFamily="34" charset="0"/>
                <a:cs typeface="Arial" pitchFamily="34" charset="0"/>
              </a:rPr>
              <a:t>slideplayer.com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972800" y="6453051"/>
            <a:ext cx="584474" cy="40494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Importance of Note Making</a:t>
            </a:r>
            <a:r>
              <a:rPr lang="en-US" sz="2800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Helps in understanding topics 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Identifies areas which needs clarification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Allows you to start thinking about assessment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Forces you to think logically and methodically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Helps you track progress through courses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Prepares you for exams as well as projects 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Helps you to reflect regularly to ensure retention 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02040" y="6492875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021332" y="6435725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sz="2800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24" y="1812563"/>
            <a:ext cx="10474236" cy="435133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Separate Note book for every subject</a:t>
            </a: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Organised notes leads to easy access</a:t>
            </a:r>
          </a:p>
          <a:p>
            <a:pPr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Confusion and misunderstanding clarified quickly</a:t>
            </a: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Be systematic, whether that’s by subject, topic,  week, class, semester etc.</a:t>
            </a:r>
          </a:p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Sense of achievement and satisfaction</a:t>
            </a:r>
          </a:p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Disorganised notes = disorganised student.</a:t>
            </a:r>
          </a:p>
          <a:p>
            <a:pPr>
              <a:defRPr/>
            </a:pPr>
            <a:r>
              <a:rPr lang="en-IN" dirty="0">
                <a:latin typeface="Arial" pitchFamily="34" charset="0"/>
                <a:cs typeface="Arial" pitchFamily="34" charset="0"/>
              </a:rPr>
              <a:t>Disorganised student = stressed student.</a:t>
            </a:r>
          </a:p>
          <a:p>
            <a:pPr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Well written notes retained for longer periods</a:t>
            </a: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endParaRPr lang="en-IN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790148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9086" y="535578"/>
            <a:ext cx="10515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itchFamily="34" charset="0"/>
                <a:ea typeface="+mj-ea"/>
                <a:cs typeface="+mj-cs"/>
              </a:rPr>
              <a:t>Get Organised!</a:t>
            </a:r>
            <a:endParaRPr lang="en-US" sz="4400" b="1" dirty="0"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995208" y="6387737"/>
            <a:ext cx="444500" cy="4702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 Poll Question-2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latin typeface="Arial" pitchFamily="34" charset="0"/>
                <a:cs typeface="Arial" pitchFamily="34" charset="0"/>
                <a:hlinkClick r:id="rId2"/>
              </a:rPr>
              <a:t> </a:t>
            </a:r>
            <a:endParaRPr lang="en-US" sz="3200" dirty="0">
              <a:latin typeface="Arial" pitchFamily="34" charset="0"/>
              <a:cs typeface="Arial" pitchFamily="34" charset="0"/>
              <a:hlinkClick r:id="rId2"/>
            </a:endParaRPr>
          </a:p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What are Cornell Notes?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rial" pitchFamily="34" charset="0"/>
                <a:cs typeface="Arial" pitchFamily="34" charset="0"/>
              </a:rPr>
              <a:t>Music in the written form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itchFamily="34" charset="0"/>
                <a:cs typeface="Arial" pitchFamily="34" charset="0"/>
              </a:rPr>
              <a:t>A note taking system used for organising notes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itchFamily="34" charset="0"/>
                <a:cs typeface="Arial" pitchFamily="34" charset="0"/>
              </a:rPr>
              <a:t>Notes that are taken in computer class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itchFamily="34" charset="0"/>
                <a:cs typeface="Arial" pitchFamily="34" charset="0"/>
              </a:rPr>
              <a:t>A note that is written to a friend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0995208" y="6387737"/>
            <a:ext cx="444500" cy="4702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Practice Question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latin typeface="Arial" pitchFamily="34" charset="0"/>
                <a:cs typeface="Arial" pitchFamily="34" charset="0"/>
                <a:hlinkClick r:id="rId2"/>
              </a:rPr>
              <a:t> </a:t>
            </a:r>
            <a:endParaRPr lang="en-US" sz="3200" dirty="0">
              <a:latin typeface="Arial" pitchFamily="34" charset="0"/>
              <a:cs typeface="Arial" pitchFamily="34" charset="0"/>
              <a:hlinkClick r:id="rId2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Watch this Video</a:t>
            </a:r>
          </a:p>
          <a:p>
            <a:pPr algn="ctr"/>
            <a:r>
              <a:rPr lang="en-IN" dirty="0">
                <a:latin typeface="Arial" pitchFamily="34" charset="0"/>
                <a:cs typeface="Arial" pitchFamily="34" charset="0"/>
                <a:hlinkClick r:id="rId3"/>
              </a:rPr>
              <a:t>https://www.ted.com/talks/elizabeth_cox_what_is_a_coronavirus/up-next?language=en#t-45</a:t>
            </a: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br>
              <a:rPr lang="en-IN" sz="2400" dirty="0"/>
            </a:b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0995208" y="6387737"/>
            <a:ext cx="444500" cy="4702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Practice Question(Contd.)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IN" dirty="0">
                <a:latin typeface="Arial" pitchFamily="34" charset="0"/>
                <a:cs typeface="Arial" pitchFamily="34" charset="0"/>
              </a:rPr>
              <a:t>Answer the following questions based on shared video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1. Make notes using recognizable abbreviations for the video using Cornell Note Taking method.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2. Write down at least five key words used in the video.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0995208" y="6387737"/>
            <a:ext cx="444500" cy="4702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APPLICATIONS 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Applicable to personal and professional life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Will strengthen the Note-Taking and Note-Making skills of students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Students will be able to write take better notes in classroom and at workplace in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0995208" y="6387737"/>
            <a:ext cx="444500" cy="4702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Assessment Pattern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pPr>
              <a:buNone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Test- 2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Engagement Task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0995208" y="6387737"/>
            <a:ext cx="444500" cy="4702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2297"/>
            <a:ext cx="10515600" cy="445575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  <a:hlinkClick r:id="rId2"/>
              </a:rPr>
              <a:t>www.leapsacademicskills.net/uploads/2/0/7/0/2070115/note_taking_slides.pdf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IN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  <a:hlinkClick r:id="rId3"/>
              </a:rPr>
              <a:t>https://www.missiontolearn.com/note-taking/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IN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  <a:hlinkClick r:id="rId4"/>
              </a:rPr>
              <a:t>http://tutorials.istudy.psu.edu/notetaking/notetaking8.html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  <a:hlinkClick r:id="rId5"/>
              </a:rPr>
              <a:t>https://library.leeds.ac.uk/downloads/file/452/tutor_workshop_powerpoint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150000"/>
              </a:lnSpc>
            </a:pP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06098" y="6304099"/>
            <a:ext cx="28194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0956019" y="6322424"/>
            <a:ext cx="444500" cy="5355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1694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Email: communicationskills.uilah@gmail.com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3762</TotalTime>
  <Words>1398</Words>
  <Application>Microsoft Office PowerPoint</Application>
  <PresentationFormat>Widescreen</PresentationFormat>
  <Paragraphs>304</Paragraphs>
  <Slides>30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Arial</vt:lpstr>
      <vt:lpstr>Arial Black</vt:lpstr>
      <vt:lpstr>Calibri</vt:lpstr>
      <vt:lpstr>Calibri Light</vt:lpstr>
      <vt:lpstr>Casper</vt:lpstr>
      <vt:lpstr>Casper Bold</vt:lpstr>
      <vt:lpstr>Karla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COURSE OBJECTIVES </vt:lpstr>
      <vt:lpstr>COURSE OUTCOMES</vt:lpstr>
      <vt:lpstr>Introduction   </vt:lpstr>
      <vt:lpstr>Note Taking VS. Note Making</vt:lpstr>
      <vt:lpstr>Note –Taking   </vt:lpstr>
      <vt:lpstr>Note-Taking (Contd.)   </vt:lpstr>
      <vt:lpstr>Note-Taking In Academics</vt:lpstr>
      <vt:lpstr> Why Note-Taking In Business? </vt:lpstr>
      <vt:lpstr>When good notes go bad…?</vt:lpstr>
      <vt:lpstr>Poll Question-1</vt:lpstr>
      <vt:lpstr> Taking Notes While Listening</vt:lpstr>
      <vt:lpstr>   </vt:lpstr>
      <vt:lpstr>Five R’s Of Cornell Notes   </vt:lpstr>
      <vt:lpstr>Taking Notes While Reading   </vt:lpstr>
      <vt:lpstr>Let’s Recall   </vt:lpstr>
      <vt:lpstr>Note Making   </vt:lpstr>
      <vt:lpstr>Note Making(Contd.)  </vt:lpstr>
      <vt:lpstr> </vt:lpstr>
      <vt:lpstr>PowerPoint Presentation</vt:lpstr>
      <vt:lpstr> </vt:lpstr>
      <vt:lpstr>Importance of Note Making </vt:lpstr>
      <vt:lpstr> </vt:lpstr>
      <vt:lpstr> Poll Question-2</vt:lpstr>
      <vt:lpstr>Practice Question</vt:lpstr>
      <vt:lpstr>Practice Question(Contd.)</vt:lpstr>
      <vt:lpstr>APPLICATIONS    </vt:lpstr>
      <vt:lpstr>Assessment Pattern  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613</cp:revision>
  <dcterms:created xsi:type="dcterms:W3CDTF">2019-01-09T10:33:58Z</dcterms:created>
  <dcterms:modified xsi:type="dcterms:W3CDTF">2023-07-05T08:31:32Z</dcterms:modified>
</cp:coreProperties>
</file>