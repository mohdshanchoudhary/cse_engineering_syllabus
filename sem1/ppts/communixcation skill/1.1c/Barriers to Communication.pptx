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4"/>
  </p:notesMasterIdLst>
  <p:handoutMasterIdLst>
    <p:handoutMasterId r:id="rId35"/>
  </p:handoutMasterIdLst>
  <p:sldIdLst>
    <p:sldId id="428" r:id="rId3"/>
    <p:sldId id="285" r:id="rId4"/>
    <p:sldId id="422" r:id="rId5"/>
    <p:sldId id="281" r:id="rId6"/>
    <p:sldId id="423" r:id="rId7"/>
    <p:sldId id="427" r:id="rId8"/>
    <p:sldId id="280" r:id="rId9"/>
    <p:sldId id="311" r:id="rId10"/>
    <p:sldId id="298" r:id="rId11"/>
    <p:sldId id="314" r:id="rId12"/>
    <p:sldId id="299" r:id="rId13"/>
    <p:sldId id="300" r:id="rId14"/>
    <p:sldId id="315" r:id="rId15"/>
    <p:sldId id="301" r:id="rId16"/>
    <p:sldId id="313" r:id="rId17"/>
    <p:sldId id="302" r:id="rId18"/>
    <p:sldId id="303" r:id="rId19"/>
    <p:sldId id="304" r:id="rId20"/>
    <p:sldId id="316" r:id="rId21"/>
    <p:sldId id="305" r:id="rId22"/>
    <p:sldId id="312" r:id="rId23"/>
    <p:sldId id="306" r:id="rId24"/>
    <p:sldId id="307" r:id="rId25"/>
    <p:sldId id="308" r:id="rId26"/>
    <p:sldId id="309" r:id="rId27"/>
    <p:sldId id="317" r:id="rId28"/>
    <p:sldId id="297" r:id="rId29"/>
    <p:sldId id="310" r:id="rId30"/>
    <p:sldId id="282" r:id="rId31"/>
    <p:sldId id="284" r:id="rId32"/>
    <p:sldId id="32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36F0C3-716E-4AAD-8078-7A908C790B89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7F1CCB-D64E-44E2-973C-2F6C4D3AA7B2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Arising from Sender/ Receiver’s Personality</a:t>
          </a:r>
        </a:p>
      </dgm:t>
    </dgm:pt>
    <dgm:pt modelId="{B74D935D-005D-4D28-8C7C-34C073ABC15D}" type="parTrans" cxnId="{05D9D7AC-BB66-4841-847E-9E0A95B0D170}">
      <dgm:prSet/>
      <dgm:spPr/>
      <dgm:t>
        <a:bodyPr/>
        <a:lstStyle/>
        <a:p>
          <a:endParaRPr lang="en-US"/>
        </a:p>
      </dgm:t>
    </dgm:pt>
    <dgm:pt modelId="{7E921B7F-8ECD-47B4-AA40-38FAF8FB0EEB}" type="sibTrans" cxnId="{05D9D7AC-BB66-4841-847E-9E0A95B0D170}">
      <dgm:prSet/>
      <dgm:spPr/>
      <dgm:t>
        <a:bodyPr/>
        <a:lstStyle/>
        <a:p>
          <a:endParaRPr lang="en-US"/>
        </a:p>
      </dgm:t>
    </dgm:pt>
    <dgm:pt modelId="{FB109B46-8EE6-4530-ACD8-E5CEBD74FE72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Psychological	</a:t>
          </a:r>
        </a:p>
      </dgm:t>
    </dgm:pt>
    <dgm:pt modelId="{09FE2172-EED5-4D04-8B53-F46252D7D4EB}" type="parTrans" cxnId="{45D70682-7C20-4A9F-A032-0BA5BA2F82D4}">
      <dgm:prSet/>
      <dgm:spPr/>
      <dgm:t>
        <a:bodyPr/>
        <a:lstStyle/>
        <a:p>
          <a:endParaRPr lang="en-US"/>
        </a:p>
      </dgm:t>
    </dgm:pt>
    <dgm:pt modelId="{88A0BA97-C5B6-4D26-836A-D243A18C2EC0}" type="sibTrans" cxnId="{45D70682-7C20-4A9F-A032-0BA5BA2F82D4}">
      <dgm:prSet/>
      <dgm:spPr/>
      <dgm:t>
        <a:bodyPr/>
        <a:lstStyle/>
        <a:p>
          <a:endParaRPr lang="en-US"/>
        </a:p>
      </dgm:t>
    </dgm:pt>
    <dgm:pt modelId="{AB81FEEF-FB0A-430A-BF1D-8FC0E03895F7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Perceptional</a:t>
          </a:r>
        </a:p>
      </dgm:t>
    </dgm:pt>
    <dgm:pt modelId="{7C03CEBA-077B-4E3E-9295-3CC3A7D6AF03}" type="parTrans" cxnId="{442813AC-6FDD-4791-9F0F-38DFA94F123F}">
      <dgm:prSet/>
      <dgm:spPr/>
      <dgm:t>
        <a:bodyPr/>
        <a:lstStyle/>
        <a:p>
          <a:endParaRPr lang="en-US"/>
        </a:p>
      </dgm:t>
    </dgm:pt>
    <dgm:pt modelId="{821151B8-6119-4361-BD0A-47B859AD98EA}" type="sibTrans" cxnId="{442813AC-6FDD-4791-9F0F-38DFA94F123F}">
      <dgm:prSet/>
      <dgm:spPr/>
      <dgm:t>
        <a:bodyPr/>
        <a:lstStyle/>
        <a:p>
          <a:endParaRPr lang="en-US"/>
        </a:p>
      </dgm:t>
    </dgm:pt>
    <dgm:pt modelId="{07D0948A-F745-4206-9694-E124A6700551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Related To Interpersonal Transactions</a:t>
          </a:r>
        </a:p>
      </dgm:t>
    </dgm:pt>
    <dgm:pt modelId="{0AC2E2AC-B9D1-4246-878C-C5FB9C55828A}" type="parTrans" cxnId="{C25CDF8C-6A3C-4D84-8DB7-341D9CD78B23}">
      <dgm:prSet/>
      <dgm:spPr/>
      <dgm:t>
        <a:bodyPr/>
        <a:lstStyle/>
        <a:p>
          <a:endParaRPr lang="en-US"/>
        </a:p>
      </dgm:t>
    </dgm:pt>
    <dgm:pt modelId="{BC4674EB-D8A1-4738-B755-CC3703B2DB76}" type="sibTrans" cxnId="{C25CDF8C-6A3C-4D84-8DB7-341D9CD78B23}">
      <dgm:prSet/>
      <dgm:spPr/>
      <dgm:t>
        <a:bodyPr/>
        <a:lstStyle/>
        <a:p>
          <a:endParaRPr lang="en-US"/>
        </a:p>
      </dgm:t>
    </dgm:pt>
    <dgm:pt modelId="{9A4851F8-30F6-4B6F-A056-BD65107FEEBD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Limited Frame Of Reference</a:t>
          </a:r>
        </a:p>
      </dgm:t>
    </dgm:pt>
    <dgm:pt modelId="{01E66C9D-75C8-4D07-A6D0-B3B824DABB3B}" type="parTrans" cxnId="{9730CEB1-37E9-4FA2-88F2-EC617A120E60}">
      <dgm:prSet/>
      <dgm:spPr/>
      <dgm:t>
        <a:bodyPr/>
        <a:lstStyle/>
        <a:p>
          <a:endParaRPr lang="en-US"/>
        </a:p>
      </dgm:t>
    </dgm:pt>
    <dgm:pt modelId="{F14771DB-6549-4824-BC1A-B73905F204AC}" type="sibTrans" cxnId="{9730CEB1-37E9-4FA2-88F2-EC617A120E60}">
      <dgm:prSet/>
      <dgm:spPr/>
      <dgm:t>
        <a:bodyPr/>
        <a:lstStyle/>
        <a:p>
          <a:endParaRPr lang="en-US"/>
        </a:p>
      </dgm:t>
    </dgm:pt>
    <dgm:pt modelId="{2BEF4A34-67E2-4686-BCCA-F67A786F9034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Emotional Interference</a:t>
          </a:r>
        </a:p>
      </dgm:t>
    </dgm:pt>
    <dgm:pt modelId="{6CD467DA-7688-4A70-B36C-A05A5EDE1FAC}" type="parTrans" cxnId="{39ABC108-0E63-4BEB-B6F7-95EB9967695B}">
      <dgm:prSet/>
      <dgm:spPr/>
      <dgm:t>
        <a:bodyPr/>
        <a:lstStyle/>
        <a:p>
          <a:endParaRPr lang="en-US"/>
        </a:p>
      </dgm:t>
    </dgm:pt>
    <dgm:pt modelId="{7B145488-5056-4430-8FD2-8D1B36C4789A}" type="sibTrans" cxnId="{39ABC108-0E63-4BEB-B6F7-95EB9967695B}">
      <dgm:prSet/>
      <dgm:spPr/>
      <dgm:t>
        <a:bodyPr/>
        <a:lstStyle/>
        <a:p>
          <a:endParaRPr lang="en-US"/>
        </a:p>
      </dgm:t>
    </dgm:pt>
    <dgm:pt modelId="{A511AB91-B3E4-4511-A84C-C133553EB69D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Related To Organizational Network</a:t>
          </a:r>
        </a:p>
      </dgm:t>
    </dgm:pt>
    <dgm:pt modelId="{BC7B5CCD-68F9-4712-8542-41C406997245}" type="parTrans" cxnId="{502833D3-1E1E-4C4B-B8E7-128999539C8F}">
      <dgm:prSet/>
      <dgm:spPr/>
      <dgm:t>
        <a:bodyPr/>
        <a:lstStyle/>
        <a:p>
          <a:endParaRPr lang="en-US"/>
        </a:p>
      </dgm:t>
    </dgm:pt>
    <dgm:pt modelId="{C290FA31-4CCC-49D0-B489-174AEF7084F0}" type="sibTrans" cxnId="{502833D3-1E1E-4C4B-B8E7-128999539C8F}">
      <dgm:prSet/>
      <dgm:spPr/>
      <dgm:t>
        <a:bodyPr/>
        <a:lstStyle/>
        <a:p>
          <a:endParaRPr lang="en-US"/>
        </a:p>
      </dgm:t>
    </dgm:pt>
    <dgm:pt modelId="{4FFFDCA4-F17B-4CD7-BE6D-5782ADFD748E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Organizational Policy</a:t>
          </a:r>
        </a:p>
      </dgm:t>
    </dgm:pt>
    <dgm:pt modelId="{00568B98-D361-4D19-9615-3F2480161F45}" type="parTrans" cxnId="{09E7AE12-A367-4D83-9A4C-FFE2DF45FB31}">
      <dgm:prSet/>
      <dgm:spPr/>
      <dgm:t>
        <a:bodyPr/>
        <a:lstStyle/>
        <a:p>
          <a:endParaRPr lang="en-US"/>
        </a:p>
      </dgm:t>
    </dgm:pt>
    <dgm:pt modelId="{D4516A72-5EA2-4DAA-B3D8-8BBC11D85723}" type="sibTrans" cxnId="{09E7AE12-A367-4D83-9A4C-FFE2DF45FB31}">
      <dgm:prSet/>
      <dgm:spPr/>
      <dgm:t>
        <a:bodyPr/>
        <a:lstStyle/>
        <a:p>
          <a:endParaRPr lang="en-US"/>
        </a:p>
      </dgm:t>
    </dgm:pt>
    <dgm:pt modelId="{85DBDD1D-03AA-4EF7-BEB2-228BEAC6E8D8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Technological Barriers</a:t>
          </a:r>
        </a:p>
      </dgm:t>
    </dgm:pt>
    <dgm:pt modelId="{009953F3-C98E-4FB2-99D4-DC144A4D4434}" type="parTrans" cxnId="{78626444-E72C-4D08-AC0A-223C62CC650B}">
      <dgm:prSet/>
      <dgm:spPr/>
      <dgm:t>
        <a:bodyPr/>
        <a:lstStyle/>
        <a:p>
          <a:endParaRPr lang="en-US"/>
        </a:p>
      </dgm:t>
    </dgm:pt>
    <dgm:pt modelId="{8660DFB4-ABE1-4AE3-94FA-C9E425FB2F64}" type="sibTrans" cxnId="{78626444-E72C-4D08-AC0A-223C62CC650B}">
      <dgm:prSet/>
      <dgm:spPr/>
      <dgm:t>
        <a:bodyPr/>
        <a:lstStyle/>
        <a:p>
          <a:endParaRPr lang="en-US"/>
        </a:p>
      </dgm:t>
    </dgm:pt>
    <dgm:pt modelId="{8D955BF1-1677-48CC-B4EB-7F92ED59B7F2}">
      <dgm:prSet phldrT="[Text]" custT="1"/>
      <dgm:spPr/>
      <dgm:t>
        <a:bodyPr/>
        <a:lstStyle/>
        <a:p>
          <a:pPr algn="l"/>
          <a:r>
            <a:rPr lang="en-US" sz="2400" dirty="0">
              <a:latin typeface="Arial" pitchFamily="34" charset="0"/>
              <a:cs typeface="Arial" pitchFamily="34" charset="0"/>
            </a:rPr>
            <a:t>Physiological Barriers</a:t>
          </a:r>
        </a:p>
      </dgm:t>
    </dgm:pt>
    <dgm:pt modelId="{BBBAE37C-6C09-4E07-A5C5-DB445E0133CD}" type="parTrans" cxnId="{7FF64A86-8CED-49C3-8CA8-2065426CE8AD}">
      <dgm:prSet/>
      <dgm:spPr/>
      <dgm:t>
        <a:bodyPr/>
        <a:lstStyle/>
        <a:p>
          <a:endParaRPr lang="en-US"/>
        </a:p>
      </dgm:t>
    </dgm:pt>
    <dgm:pt modelId="{017CB74F-5F7B-491A-A962-A70062116935}" type="sibTrans" cxnId="{7FF64A86-8CED-49C3-8CA8-2065426CE8AD}">
      <dgm:prSet/>
      <dgm:spPr/>
      <dgm:t>
        <a:bodyPr/>
        <a:lstStyle/>
        <a:p>
          <a:endParaRPr lang="en-US"/>
        </a:p>
      </dgm:t>
    </dgm:pt>
    <dgm:pt modelId="{CACE54C5-B418-4F58-AD32-B1EBDDBE3754}" type="pres">
      <dgm:prSet presAssocID="{4036F0C3-716E-4AAD-8078-7A908C790B89}" presName="Name0" presStyleCnt="0">
        <dgm:presLayoutVars>
          <dgm:dir/>
          <dgm:animLvl val="lvl"/>
          <dgm:resizeHandles val="exact"/>
        </dgm:presLayoutVars>
      </dgm:prSet>
      <dgm:spPr/>
    </dgm:pt>
    <dgm:pt modelId="{DEFD4F93-D626-4B0F-9440-F0BE3E2A38FE}" type="pres">
      <dgm:prSet presAssocID="{297F1CCB-D64E-44E2-973C-2F6C4D3AA7B2}" presName="linNode" presStyleCnt="0"/>
      <dgm:spPr/>
    </dgm:pt>
    <dgm:pt modelId="{3E83F748-9932-4D84-A29E-964B29966F87}" type="pres">
      <dgm:prSet presAssocID="{297F1CCB-D64E-44E2-973C-2F6C4D3AA7B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33AFB23-3A5C-4A7F-ABC5-E1BC35197D61}" type="pres">
      <dgm:prSet presAssocID="{297F1CCB-D64E-44E2-973C-2F6C4D3AA7B2}" presName="descendantText" presStyleLbl="alignAccFollowNode1" presStyleIdx="0" presStyleCnt="3">
        <dgm:presLayoutVars>
          <dgm:bulletEnabled val="1"/>
        </dgm:presLayoutVars>
      </dgm:prSet>
      <dgm:spPr/>
    </dgm:pt>
    <dgm:pt modelId="{37496902-580C-4144-A688-CC3806EE18B3}" type="pres">
      <dgm:prSet presAssocID="{7E921B7F-8ECD-47B4-AA40-38FAF8FB0EEB}" presName="sp" presStyleCnt="0"/>
      <dgm:spPr/>
    </dgm:pt>
    <dgm:pt modelId="{ED4A8FBC-B551-4CB5-8F35-5DC4E5B13948}" type="pres">
      <dgm:prSet presAssocID="{07D0948A-F745-4206-9694-E124A6700551}" presName="linNode" presStyleCnt="0"/>
      <dgm:spPr/>
    </dgm:pt>
    <dgm:pt modelId="{9E58CF31-0BD8-473C-A1B2-35B944C42D63}" type="pres">
      <dgm:prSet presAssocID="{07D0948A-F745-4206-9694-E124A670055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8DC8C90-B527-4E7E-A5F4-E3A41B98BD4A}" type="pres">
      <dgm:prSet presAssocID="{07D0948A-F745-4206-9694-E124A6700551}" presName="descendantText" presStyleLbl="alignAccFollowNode1" presStyleIdx="1" presStyleCnt="3">
        <dgm:presLayoutVars>
          <dgm:bulletEnabled val="1"/>
        </dgm:presLayoutVars>
      </dgm:prSet>
      <dgm:spPr/>
    </dgm:pt>
    <dgm:pt modelId="{B5304401-3AF0-471C-916F-EEFD73749BBD}" type="pres">
      <dgm:prSet presAssocID="{BC4674EB-D8A1-4738-B755-CC3703B2DB76}" presName="sp" presStyleCnt="0"/>
      <dgm:spPr/>
    </dgm:pt>
    <dgm:pt modelId="{2814CD81-06FB-4489-AB7B-4B7489049D42}" type="pres">
      <dgm:prSet presAssocID="{A511AB91-B3E4-4511-A84C-C133553EB69D}" presName="linNode" presStyleCnt="0"/>
      <dgm:spPr/>
    </dgm:pt>
    <dgm:pt modelId="{0A4D9E61-3D7F-402F-A5F5-D917FC06734B}" type="pres">
      <dgm:prSet presAssocID="{A511AB91-B3E4-4511-A84C-C133553EB69D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715C8EF-53FA-48E6-A334-163B70255136}" type="pres">
      <dgm:prSet presAssocID="{A511AB91-B3E4-4511-A84C-C133553EB69D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9ABC108-0E63-4BEB-B6F7-95EB9967695B}" srcId="{07D0948A-F745-4206-9694-E124A6700551}" destId="{2BEF4A34-67E2-4686-BCCA-F67A786F9034}" srcOrd="1" destOrd="0" parTransId="{6CD467DA-7688-4A70-B36C-A05A5EDE1FAC}" sibTransId="{7B145488-5056-4430-8FD2-8D1B36C4789A}"/>
    <dgm:cxn modelId="{6A33EE0B-BF7E-4FBE-9AE2-D26A605B789A}" type="presOf" srcId="{4FFFDCA4-F17B-4CD7-BE6D-5782ADFD748E}" destId="{8715C8EF-53FA-48E6-A334-163B70255136}" srcOrd="0" destOrd="0" presId="urn:microsoft.com/office/officeart/2005/8/layout/vList5"/>
    <dgm:cxn modelId="{09E7AE12-A367-4D83-9A4C-FFE2DF45FB31}" srcId="{A511AB91-B3E4-4511-A84C-C133553EB69D}" destId="{4FFFDCA4-F17B-4CD7-BE6D-5782ADFD748E}" srcOrd="0" destOrd="0" parTransId="{00568B98-D361-4D19-9615-3F2480161F45}" sibTransId="{D4516A72-5EA2-4DAA-B3D8-8BBC11D85723}"/>
    <dgm:cxn modelId="{04EC5214-2201-4F1E-A336-302247614919}" type="presOf" srcId="{85DBDD1D-03AA-4EF7-BEB2-228BEAC6E8D8}" destId="{8715C8EF-53FA-48E6-A334-163B70255136}" srcOrd="0" destOrd="1" presId="urn:microsoft.com/office/officeart/2005/8/layout/vList5"/>
    <dgm:cxn modelId="{78626444-E72C-4D08-AC0A-223C62CC650B}" srcId="{A511AB91-B3E4-4511-A84C-C133553EB69D}" destId="{85DBDD1D-03AA-4EF7-BEB2-228BEAC6E8D8}" srcOrd="1" destOrd="0" parTransId="{009953F3-C98E-4FB2-99D4-DC144A4D4434}" sibTransId="{8660DFB4-ABE1-4AE3-94FA-C9E425FB2F64}"/>
    <dgm:cxn modelId="{0DB05744-EDB5-4787-9DC0-5FA4E3C027AE}" type="presOf" srcId="{297F1CCB-D64E-44E2-973C-2F6C4D3AA7B2}" destId="{3E83F748-9932-4D84-A29E-964B29966F87}" srcOrd="0" destOrd="0" presId="urn:microsoft.com/office/officeart/2005/8/layout/vList5"/>
    <dgm:cxn modelId="{A728ED65-B355-4586-B09B-1CC01632BC7A}" type="presOf" srcId="{A511AB91-B3E4-4511-A84C-C133553EB69D}" destId="{0A4D9E61-3D7F-402F-A5F5-D917FC06734B}" srcOrd="0" destOrd="0" presId="urn:microsoft.com/office/officeart/2005/8/layout/vList5"/>
    <dgm:cxn modelId="{3A829868-7C4C-4591-9518-E6D7951377C2}" type="presOf" srcId="{07D0948A-F745-4206-9694-E124A6700551}" destId="{9E58CF31-0BD8-473C-A1B2-35B944C42D63}" srcOrd="0" destOrd="0" presId="urn:microsoft.com/office/officeart/2005/8/layout/vList5"/>
    <dgm:cxn modelId="{45D70682-7C20-4A9F-A032-0BA5BA2F82D4}" srcId="{297F1CCB-D64E-44E2-973C-2F6C4D3AA7B2}" destId="{FB109B46-8EE6-4530-ACD8-E5CEBD74FE72}" srcOrd="0" destOrd="0" parTransId="{09FE2172-EED5-4D04-8B53-F46252D7D4EB}" sibTransId="{88A0BA97-C5B6-4D26-836A-D243A18C2EC0}"/>
    <dgm:cxn modelId="{7FF64A86-8CED-49C3-8CA8-2065426CE8AD}" srcId="{A511AB91-B3E4-4511-A84C-C133553EB69D}" destId="{8D955BF1-1677-48CC-B4EB-7F92ED59B7F2}" srcOrd="2" destOrd="0" parTransId="{BBBAE37C-6C09-4E07-A5C5-DB445E0133CD}" sibTransId="{017CB74F-5F7B-491A-A962-A70062116935}"/>
    <dgm:cxn modelId="{3F3D8186-B3FD-4300-880F-79461906D437}" type="presOf" srcId="{AB81FEEF-FB0A-430A-BF1D-8FC0E03895F7}" destId="{833AFB23-3A5C-4A7F-ABC5-E1BC35197D61}" srcOrd="0" destOrd="1" presId="urn:microsoft.com/office/officeart/2005/8/layout/vList5"/>
    <dgm:cxn modelId="{C25CDF8C-6A3C-4D84-8DB7-341D9CD78B23}" srcId="{4036F0C3-716E-4AAD-8078-7A908C790B89}" destId="{07D0948A-F745-4206-9694-E124A6700551}" srcOrd="1" destOrd="0" parTransId="{0AC2E2AC-B9D1-4246-878C-C5FB9C55828A}" sibTransId="{BC4674EB-D8A1-4738-B755-CC3703B2DB76}"/>
    <dgm:cxn modelId="{442813AC-6FDD-4791-9F0F-38DFA94F123F}" srcId="{297F1CCB-D64E-44E2-973C-2F6C4D3AA7B2}" destId="{AB81FEEF-FB0A-430A-BF1D-8FC0E03895F7}" srcOrd="1" destOrd="0" parTransId="{7C03CEBA-077B-4E3E-9295-3CC3A7D6AF03}" sibTransId="{821151B8-6119-4361-BD0A-47B859AD98EA}"/>
    <dgm:cxn modelId="{05D9D7AC-BB66-4841-847E-9E0A95B0D170}" srcId="{4036F0C3-716E-4AAD-8078-7A908C790B89}" destId="{297F1CCB-D64E-44E2-973C-2F6C4D3AA7B2}" srcOrd="0" destOrd="0" parTransId="{B74D935D-005D-4D28-8C7C-34C073ABC15D}" sibTransId="{7E921B7F-8ECD-47B4-AA40-38FAF8FB0EEB}"/>
    <dgm:cxn modelId="{9730CEB1-37E9-4FA2-88F2-EC617A120E60}" srcId="{07D0948A-F745-4206-9694-E124A6700551}" destId="{9A4851F8-30F6-4B6F-A056-BD65107FEEBD}" srcOrd="0" destOrd="0" parTransId="{01E66C9D-75C8-4D07-A6D0-B3B824DABB3B}" sibTransId="{F14771DB-6549-4824-BC1A-B73905F204AC}"/>
    <dgm:cxn modelId="{4E25CEBF-F2BD-4B4D-802B-686A4EACEBDE}" type="presOf" srcId="{8D955BF1-1677-48CC-B4EB-7F92ED59B7F2}" destId="{8715C8EF-53FA-48E6-A334-163B70255136}" srcOrd="0" destOrd="2" presId="urn:microsoft.com/office/officeart/2005/8/layout/vList5"/>
    <dgm:cxn modelId="{6B404FD1-6F86-47B2-A59C-ED1B00691120}" type="presOf" srcId="{2BEF4A34-67E2-4686-BCCA-F67A786F9034}" destId="{38DC8C90-B527-4E7E-A5F4-E3A41B98BD4A}" srcOrd="0" destOrd="1" presId="urn:microsoft.com/office/officeart/2005/8/layout/vList5"/>
    <dgm:cxn modelId="{502833D3-1E1E-4C4B-B8E7-128999539C8F}" srcId="{4036F0C3-716E-4AAD-8078-7A908C790B89}" destId="{A511AB91-B3E4-4511-A84C-C133553EB69D}" srcOrd="2" destOrd="0" parTransId="{BC7B5CCD-68F9-4712-8542-41C406997245}" sibTransId="{C290FA31-4CCC-49D0-B489-174AEF7084F0}"/>
    <dgm:cxn modelId="{4F386EE0-5AAB-4217-9044-2A946756B775}" type="presOf" srcId="{FB109B46-8EE6-4530-ACD8-E5CEBD74FE72}" destId="{833AFB23-3A5C-4A7F-ABC5-E1BC35197D61}" srcOrd="0" destOrd="0" presId="urn:microsoft.com/office/officeart/2005/8/layout/vList5"/>
    <dgm:cxn modelId="{44BFEEE0-59CA-48BE-A212-9BE7D694ABCD}" type="presOf" srcId="{9A4851F8-30F6-4B6F-A056-BD65107FEEBD}" destId="{38DC8C90-B527-4E7E-A5F4-E3A41B98BD4A}" srcOrd="0" destOrd="0" presId="urn:microsoft.com/office/officeart/2005/8/layout/vList5"/>
    <dgm:cxn modelId="{8A30DDE9-8664-48A1-A42D-A71AAE12F687}" type="presOf" srcId="{4036F0C3-716E-4AAD-8078-7A908C790B89}" destId="{CACE54C5-B418-4F58-AD32-B1EBDDBE3754}" srcOrd="0" destOrd="0" presId="urn:microsoft.com/office/officeart/2005/8/layout/vList5"/>
    <dgm:cxn modelId="{FD03A6CA-C7CF-4D29-97F2-2867716A5F04}" type="presParOf" srcId="{CACE54C5-B418-4F58-AD32-B1EBDDBE3754}" destId="{DEFD4F93-D626-4B0F-9440-F0BE3E2A38FE}" srcOrd="0" destOrd="0" presId="urn:microsoft.com/office/officeart/2005/8/layout/vList5"/>
    <dgm:cxn modelId="{0704A456-4ACA-4CBB-9E16-666E3940C69D}" type="presParOf" srcId="{DEFD4F93-D626-4B0F-9440-F0BE3E2A38FE}" destId="{3E83F748-9932-4D84-A29E-964B29966F87}" srcOrd="0" destOrd="0" presId="urn:microsoft.com/office/officeart/2005/8/layout/vList5"/>
    <dgm:cxn modelId="{A5F47D86-81F3-4803-96EE-C33871EBC667}" type="presParOf" srcId="{DEFD4F93-D626-4B0F-9440-F0BE3E2A38FE}" destId="{833AFB23-3A5C-4A7F-ABC5-E1BC35197D61}" srcOrd="1" destOrd="0" presId="urn:microsoft.com/office/officeart/2005/8/layout/vList5"/>
    <dgm:cxn modelId="{EFC22CE9-0394-4B4D-8545-5E79BB9B7735}" type="presParOf" srcId="{CACE54C5-B418-4F58-AD32-B1EBDDBE3754}" destId="{37496902-580C-4144-A688-CC3806EE18B3}" srcOrd="1" destOrd="0" presId="urn:microsoft.com/office/officeart/2005/8/layout/vList5"/>
    <dgm:cxn modelId="{3ECB0A13-8132-41F0-99FA-4F88200A8034}" type="presParOf" srcId="{CACE54C5-B418-4F58-AD32-B1EBDDBE3754}" destId="{ED4A8FBC-B551-4CB5-8F35-5DC4E5B13948}" srcOrd="2" destOrd="0" presId="urn:microsoft.com/office/officeart/2005/8/layout/vList5"/>
    <dgm:cxn modelId="{5D249FBB-38C5-47B0-A301-C99AC3E5583B}" type="presParOf" srcId="{ED4A8FBC-B551-4CB5-8F35-5DC4E5B13948}" destId="{9E58CF31-0BD8-473C-A1B2-35B944C42D63}" srcOrd="0" destOrd="0" presId="urn:microsoft.com/office/officeart/2005/8/layout/vList5"/>
    <dgm:cxn modelId="{18B1651B-610D-4A3E-9F3F-5C77C9426054}" type="presParOf" srcId="{ED4A8FBC-B551-4CB5-8F35-5DC4E5B13948}" destId="{38DC8C90-B527-4E7E-A5F4-E3A41B98BD4A}" srcOrd="1" destOrd="0" presId="urn:microsoft.com/office/officeart/2005/8/layout/vList5"/>
    <dgm:cxn modelId="{270DF64F-D809-49FC-B6CF-D4C997453C4C}" type="presParOf" srcId="{CACE54C5-B418-4F58-AD32-B1EBDDBE3754}" destId="{B5304401-3AF0-471C-916F-EEFD73749BBD}" srcOrd="3" destOrd="0" presId="urn:microsoft.com/office/officeart/2005/8/layout/vList5"/>
    <dgm:cxn modelId="{176928AF-40E3-4F90-BC1F-609AA341DD77}" type="presParOf" srcId="{CACE54C5-B418-4F58-AD32-B1EBDDBE3754}" destId="{2814CD81-06FB-4489-AB7B-4B7489049D42}" srcOrd="4" destOrd="0" presId="urn:microsoft.com/office/officeart/2005/8/layout/vList5"/>
    <dgm:cxn modelId="{D852479B-0AC5-4BEA-808E-9C03174E9E29}" type="presParOf" srcId="{2814CD81-06FB-4489-AB7B-4B7489049D42}" destId="{0A4D9E61-3D7F-402F-A5F5-D917FC06734B}" srcOrd="0" destOrd="0" presId="urn:microsoft.com/office/officeart/2005/8/layout/vList5"/>
    <dgm:cxn modelId="{4205FE2A-49CC-4E64-851F-D0C46D193B3A}" type="presParOf" srcId="{2814CD81-06FB-4489-AB7B-4B7489049D42}" destId="{8715C8EF-53FA-48E6-A334-163B7025513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D71D5-F556-4A23-9046-4D3036B572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A7011A-6F76-444B-B9E4-D386B012779C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Arising from Sender/ Receiver's personality</a:t>
          </a:r>
        </a:p>
      </dgm:t>
    </dgm:pt>
    <dgm:pt modelId="{FA672B2C-F99C-440F-BC19-B6A37B69CC48}" type="parTrans" cxnId="{BE9C943D-78E2-464C-930D-EA389A7E3EEF}">
      <dgm:prSet/>
      <dgm:spPr/>
      <dgm:t>
        <a:bodyPr/>
        <a:lstStyle/>
        <a:p>
          <a:endParaRPr lang="en-US"/>
        </a:p>
      </dgm:t>
    </dgm:pt>
    <dgm:pt modelId="{54DFEC47-C16B-40C2-8EA8-7C82F8DD9413}" type="sibTrans" cxnId="{BE9C943D-78E2-464C-930D-EA389A7E3EEF}">
      <dgm:prSet/>
      <dgm:spPr/>
      <dgm:t>
        <a:bodyPr/>
        <a:lstStyle/>
        <a:p>
          <a:endParaRPr lang="en-US"/>
        </a:p>
      </dgm:t>
    </dgm:pt>
    <dgm:pt modelId="{513B9137-EDC2-479F-B9E2-704F6486A26A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Psychological</a:t>
          </a:r>
        </a:p>
      </dgm:t>
    </dgm:pt>
    <dgm:pt modelId="{663B564A-37C3-4B4B-B048-F9D02518D94C}" type="parTrans" cxnId="{0AB346A8-9746-452E-879E-03D7CBF05747}">
      <dgm:prSet/>
      <dgm:spPr/>
      <dgm:t>
        <a:bodyPr/>
        <a:lstStyle/>
        <a:p>
          <a:endParaRPr lang="en-US" sz="2800">
            <a:latin typeface="Arial" pitchFamily="34" charset="0"/>
            <a:cs typeface="Arial" pitchFamily="34" charset="0"/>
          </a:endParaRPr>
        </a:p>
      </dgm:t>
    </dgm:pt>
    <dgm:pt modelId="{F9F57C9C-9FCB-42F4-94D7-B9190E81A056}" type="sibTrans" cxnId="{0AB346A8-9746-452E-879E-03D7CBF05747}">
      <dgm:prSet/>
      <dgm:spPr/>
      <dgm:t>
        <a:bodyPr/>
        <a:lstStyle/>
        <a:p>
          <a:endParaRPr lang="en-US"/>
        </a:p>
      </dgm:t>
    </dgm:pt>
    <dgm:pt modelId="{120C70BB-E713-4D2F-A24D-5838CC425BAA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Perceptional</a:t>
          </a:r>
        </a:p>
      </dgm:t>
    </dgm:pt>
    <dgm:pt modelId="{0BADB128-D7C7-4D4F-A298-624FBD60A486}" type="parTrans" cxnId="{BC6FD843-03B1-4842-A2E8-8CCB099B1EDA}">
      <dgm:prSet/>
      <dgm:spPr/>
      <dgm:t>
        <a:bodyPr/>
        <a:lstStyle/>
        <a:p>
          <a:endParaRPr lang="en-US" sz="2800">
            <a:latin typeface="Arial" pitchFamily="34" charset="0"/>
            <a:cs typeface="Arial" pitchFamily="34" charset="0"/>
          </a:endParaRPr>
        </a:p>
      </dgm:t>
    </dgm:pt>
    <dgm:pt modelId="{22867EC9-9D37-499D-A8B2-E9086512EA04}" type="sibTrans" cxnId="{BC6FD843-03B1-4842-A2E8-8CCB099B1EDA}">
      <dgm:prSet/>
      <dgm:spPr/>
      <dgm:t>
        <a:bodyPr/>
        <a:lstStyle/>
        <a:p>
          <a:endParaRPr lang="en-US"/>
        </a:p>
      </dgm:t>
    </dgm:pt>
    <dgm:pt modelId="{9C37D445-0227-44DA-A1F5-426CE5CA67CC}" type="pres">
      <dgm:prSet presAssocID="{2FFD71D5-F556-4A23-9046-4D3036B572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08A4FCC-CDFC-4F7B-A130-D2D45AE2B511}" type="pres">
      <dgm:prSet presAssocID="{71A7011A-6F76-444B-B9E4-D386B012779C}" presName="hierRoot1" presStyleCnt="0">
        <dgm:presLayoutVars>
          <dgm:hierBranch val="init"/>
        </dgm:presLayoutVars>
      </dgm:prSet>
      <dgm:spPr/>
    </dgm:pt>
    <dgm:pt modelId="{8BD80A4B-90CD-4BD9-819C-E41F0258F766}" type="pres">
      <dgm:prSet presAssocID="{71A7011A-6F76-444B-B9E4-D386B012779C}" presName="rootComposite1" presStyleCnt="0"/>
      <dgm:spPr/>
    </dgm:pt>
    <dgm:pt modelId="{53B03913-CFCC-471C-B745-D66584E9973B}" type="pres">
      <dgm:prSet presAssocID="{71A7011A-6F76-444B-B9E4-D386B012779C}" presName="rootText1" presStyleLbl="node0" presStyleIdx="0" presStyleCnt="1" custScaleX="88447" custScaleY="52229" custLinFactNeighborX="240" custLinFactNeighborY="4320">
        <dgm:presLayoutVars>
          <dgm:chPref val="3"/>
        </dgm:presLayoutVars>
      </dgm:prSet>
      <dgm:spPr/>
    </dgm:pt>
    <dgm:pt modelId="{A4472661-E657-4505-A34D-726457B72FAD}" type="pres">
      <dgm:prSet presAssocID="{71A7011A-6F76-444B-B9E4-D386B012779C}" presName="rootConnector1" presStyleLbl="node1" presStyleIdx="0" presStyleCnt="0"/>
      <dgm:spPr/>
    </dgm:pt>
    <dgm:pt modelId="{BF70B125-9026-46C9-A918-AA4C74D10883}" type="pres">
      <dgm:prSet presAssocID="{71A7011A-6F76-444B-B9E4-D386B012779C}" presName="hierChild2" presStyleCnt="0"/>
      <dgm:spPr/>
    </dgm:pt>
    <dgm:pt modelId="{81E2D564-4857-49BD-B4CD-AAC47F868AE6}" type="pres">
      <dgm:prSet presAssocID="{663B564A-37C3-4B4B-B048-F9D02518D94C}" presName="Name37" presStyleLbl="parChTrans1D2" presStyleIdx="0" presStyleCnt="2"/>
      <dgm:spPr/>
    </dgm:pt>
    <dgm:pt modelId="{5A5B25FD-4FC5-4F3E-B8C7-916E48EE39CA}" type="pres">
      <dgm:prSet presAssocID="{513B9137-EDC2-479F-B9E2-704F6486A26A}" presName="hierRoot2" presStyleCnt="0">
        <dgm:presLayoutVars>
          <dgm:hierBranch val="init"/>
        </dgm:presLayoutVars>
      </dgm:prSet>
      <dgm:spPr/>
    </dgm:pt>
    <dgm:pt modelId="{2A1B9D54-3CAA-4C5E-A96F-094163075CCA}" type="pres">
      <dgm:prSet presAssocID="{513B9137-EDC2-479F-B9E2-704F6486A26A}" presName="rootComposite" presStyleCnt="0"/>
      <dgm:spPr/>
    </dgm:pt>
    <dgm:pt modelId="{2DF4C455-0618-42BD-AFD7-FDD32451C39D}" type="pres">
      <dgm:prSet presAssocID="{513B9137-EDC2-479F-B9E2-704F6486A26A}" presName="rootText" presStyleLbl="node2" presStyleIdx="0" presStyleCnt="2" custScaleX="51280" custScaleY="39489" custLinFactNeighborY="-10381">
        <dgm:presLayoutVars>
          <dgm:chPref val="3"/>
        </dgm:presLayoutVars>
      </dgm:prSet>
      <dgm:spPr/>
    </dgm:pt>
    <dgm:pt modelId="{91FF4D0A-83C1-4357-89D5-2078971D3AED}" type="pres">
      <dgm:prSet presAssocID="{513B9137-EDC2-479F-B9E2-704F6486A26A}" presName="rootConnector" presStyleLbl="node2" presStyleIdx="0" presStyleCnt="2"/>
      <dgm:spPr/>
    </dgm:pt>
    <dgm:pt modelId="{C26B19DA-C291-4EBA-A17F-8857915DDB68}" type="pres">
      <dgm:prSet presAssocID="{513B9137-EDC2-479F-B9E2-704F6486A26A}" presName="hierChild4" presStyleCnt="0"/>
      <dgm:spPr/>
    </dgm:pt>
    <dgm:pt modelId="{50EC6003-1533-4514-9180-88B7FC7ED2EC}" type="pres">
      <dgm:prSet presAssocID="{513B9137-EDC2-479F-B9E2-704F6486A26A}" presName="hierChild5" presStyleCnt="0"/>
      <dgm:spPr/>
    </dgm:pt>
    <dgm:pt modelId="{C8F3C3FC-FEC0-41A9-AA96-0669F77DFE15}" type="pres">
      <dgm:prSet presAssocID="{0BADB128-D7C7-4D4F-A298-624FBD60A486}" presName="Name37" presStyleLbl="parChTrans1D2" presStyleIdx="1" presStyleCnt="2"/>
      <dgm:spPr/>
    </dgm:pt>
    <dgm:pt modelId="{973AFA73-DA61-42B2-9D5B-DC88A516CFC6}" type="pres">
      <dgm:prSet presAssocID="{120C70BB-E713-4D2F-A24D-5838CC425BAA}" presName="hierRoot2" presStyleCnt="0">
        <dgm:presLayoutVars>
          <dgm:hierBranch val="init"/>
        </dgm:presLayoutVars>
      </dgm:prSet>
      <dgm:spPr/>
    </dgm:pt>
    <dgm:pt modelId="{E4F1FFBF-858B-4148-9206-A45200D25FD7}" type="pres">
      <dgm:prSet presAssocID="{120C70BB-E713-4D2F-A24D-5838CC425BAA}" presName="rootComposite" presStyleCnt="0"/>
      <dgm:spPr/>
    </dgm:pt>
    <dgm:pt modelId="{5FC5C9C4-CD16-4CAD-9745-8973F64E06B8}" type="pres">
      <dgm:prSet presAssocID="{120C70BB-E713-4D2F-A24D-5838CC425BAA}" presName="rootText" presStyleLbl="node2" presStyleIdx="1" presStyleCnt="2" custScaleX="57392" custScaleY="37184" custLinFactNeighborX="-1" custLinFactNeighborY="-10857">
        <dgm:presLayoutVars>
          <dgm:chPref val="3"/>
        </dgm:presLayoutVars>
      </dgm:prSet>
      <dgm:spPr/>
    </dgm:pt>
    <dgm:pt modelId="{1B2F502F-1C46-42CE-A3FE-B42FBD9A9084}" type="pres">
      <dgm:prSet presAssocID="{120C70BB-E713-4D2F-A24D-5838CC425BAA}" presName="rootConnector" presStyleLbl="node2" presStyleIdx="1" presStyleCnt="2"/>
      <dgm:spPr/>
    </dgm:pt>
    <dgm:pt modelId="{4E2845D8-5F52-43AA-8874-DCA897826786}" type="pres">
      <dgm:prSet presAssocID="{120C70BB-E713-4D2F-A24D-5838CC425BAA}" presName="hierChild4" presStyleCnt="0"/>
      <dgm:spPr/>
    </dgm:pt>
    <dgm:pt modelId="{99BD12BE-95BD-4DCB-BC87-F31B1C31D2D5}" type="pres">
      <dgm:prSet presAssocID="{120C70BB-E713-4D2F-A24D-5838CC425BAA}" presName="hierChild5" presStyleCnt="0"/>
      <dgm:spPr/>
    </dgm:pt>
    <dgm:pt modelId="{3245C3F9-6A23-4999-AA09-5F7611283144}" type="pres">
      <dgm:prSet presAssocID="{71A7011A-6F76-444B-B9E4-D386B012779C}" presName="hierChild3" presStyleCnt="0"/>
      <dgm:spPr/>
    </dgm:pt>
  </dgm:ptLst>
  <dgm:cxnLst>
    <dgm:cxn modelId="{2851FF08-3A33-4B56-A834-90732E41B8E3}" type="presOf" srcId="{2FFD71D5-F556-4A23-9046-4D3036B57295}" destId="{9C37D445-0227-44DA-A1F5-426CE5CA67CC}" srcOrd="0" destOrd="0" presId="urn:microsoft.com/office/officeart/2005/8/layout/orgChart1"/>
    <dgm:cxn modelId="{C87B0D31-9DAB-4BA7-BB76-10CD373F47E7}" type="presOf" srcId="{71A7011A-6F76-444B-B9E4-D386B012779C}" destId="{53B03913-CFCC-471C-B745-D66584E9973B}" srcOrd="0" destOrd="0" presId="urn:microsoft.com/office/officeart/2005/8/layout/orgChart1"/>
    <dgm:cxn modelId="{BE9C943D-78E2-464C-930D-EA389A7E3EEF}" srcId="{2FFD71D5-F556-4A23-9046-4D3036B57295}" destId="{71A7011A-6F76-444B-B9E4-D386B012779C}" srcOrd="0" destOrd="0" parTransId="{FA672B2C-F99C-440F-BC19-B6A37B69CC48}" sibTransId="{54DFEC47-C16B-40C2-8EA8-7C82F8DD9413}"/>
    <dgm:cxn modelId="{AA837663-405B-4553-A904-D26FAB572079}" type="presOf" srcId="{120C70BB-E713-4D2F-A24D-5838CC425BAA}" destId="{1B2F502F-1C46-42CE-A3FE-B42FBD9A9084}" srcOrd="1" destOrd="0" presId="urn:microsoft.com/office/officeart/2005/8/layout/orgChart1"/>
    <dgm:cxn modelId="{BC6FD843-03B1-4842-A2E8-8CCB099B1EDA}" srcId="{71A7011A-6F76-444B-B9E4-D386B012779C}" destId="{120C70BB-E713-4D2F-A24D-5838CC425BAA}" srcOrd="1" destOrd="0" parTransId="{0BADB128-D7C7-4D4F-A298-624FBD60A486}" sibTransId="{22867EC9-9D37-499D-A8B2-E9086512EA04}"/>
    <dgm:cxn modelId="{312DA466-49BE-4932-840B-9D122ACE1F99}" type="presOf" srcId="{120C70BB-E713-4D2F-A24D-5838CC425BAA}" destId="{5FC5C9C4-CD16-4CAD-9745-8973F64E06B8}" srcOrd="0" destOrd="0" presId="urn:microsoft.com/office/officeart/2005/8/layout/orgChart1"/>
    <dgm:cxn modelId="{9331DB72-2899-4384-ADE2-4E5CA36C43AE}" type="presOf" srcId="{0BADB128-D7C7-4D4F-A298-624FBD60A486}" destId="{C8F3C3FC-FEC0-41A9-AA96-0669F77DFE15}" srcOrd="0" destOrd="0" presId="urn:microsoft.com/office/officeart/2005/8/layout/orgChart1"/>
    <dgm:cxn modelId="{55F4EFA3-A1C1-4B08-B570-F5390B9164F4}" type="presOf" srcId="{513B9137-EDC2-479F-B9E2-704F6486A26A}" destId="{2DF4C455-0618-42BD-AFD7-FDD32451C39D}" srcOrd="0" destOrd="0" presId="urn:microsoft.com/office/officeart/2005/8/layout/orgChart1"/>
    <dgm:cxn modelId="{0AB346A8-9746-452E-879E-03D7CBF05747}" srcId="{71A7011A-6F76-444B-B9E4-D386B012779C}" destId="{513B9137-EDC2-479F-B9E2-704F6486A26A}" srcOrd="0" destOrd="0" parTransId="{663B564A-37C3-4B4B-B048-F9D02518D94C}" sibTransId="{F9F57C9C-9FCB-42F4-94D7-B9190E81A056}"/>
    <dgm:cxn modelId="{5FA46CB4-B6A8-470D-B546-F3789C434A90}" type="presOf" srcId="{663B564A-37C3-4B4B-B048-F9D02518D94C}" destId="{81E2D564-4857-49BD-B4CD-AAC47F868AE6}" srcOrd="0" destOrd="0" presId="urn:microsoft.com/office/officeart/2005/8/layout/orgChart1"/>
    <dgm:cxn modelId="{B900B8C3-1403-43B9-9811-284B68794D5C}" type="presOf" srcId="{71A7011A-6F76-444B-B9E4-D386B012779C}" destId="{A4472661-E657-4505-A34D-726457B72FAD}" srcOrd="1" destOrd="0" presId="urn:microsoft.com/office/officeart/2005/8/layout/orgChart1"/>
    <dgm:cxn modelId="{DF6A49D8-72B0-4020-AE9D-C8C59F224D91}" type="presOf" srcId="{513B9137-EDC2-479F-B9E2-704F6486A26A}" destId="{91FF4D0A-83C1-4357-89D5-2078971D3AED}" srcOrd="1" destOrd="0" presId="urn:microsoft.com/office/officeart/2005/8/layout/orgChart1"/>
    <dgm:cxn modelId="{D67136FF-93F9-4C3E-B317-F708BAC4A415}" type="presParOf" srcId="{9C37D445-0227-44DA-A1F5-426CE5CA67CC}" destId="{F08A4FCC-CDFC-4F7B-A130-D2D45AE2B511}" srcOrd="0" destOrd="0" presId="urn:microsoft.com/office/officeart/2005/8/layout/orgChart1"/>
    <dgm:cxn modelId="{0C8FD05B-D214-4289-A41D-FA9F6CE6748A}" type="presParOf" srcId="{F08A4FCC-CDFC-4F7B-A130-D2D45AE2B511}" destId="{8BD80A4B-90CD-4BD9-819C-E41F0258F766}" srcOrd="0" destOrd="0" presId="urn:microsoft.com/office/officeart/2005/8/layout/orgChart1"/>
    <dgm:cxn modelId="{753C89EA-1E81-436A-A920-3022A726D4A2}" type="presParOf" srcId="{8BD80A4B-90CD-4BD9-819C-E41F0258F766}" destId="{53B03913-CFCC-471C-B745-D66584E9973B}" srcOrd="0" destOrd="0" presId="urn:microsoft.com/office/officeart/2005/8/layout/orgChart1"/>
    <dgm:cxn modelId="{ADA4530E-B1F2-4E09-AA48-6501A8EBE534}" type="presParOf" srcId="{8BD80A4B-90CD-4BD9-819C-E41F0258F766}" destId="{A4472661-E657-4505-A34D-726457B72FAD}" srcOrd="1" destOrd="0" presId="urn:microsoft.com/office/officeart/2005/8/layout/orgChart1"/>
    <dgm:cxn modelId="{AA8264E8-CCEE-42D1-BFE1-636EAF78DB2B}" type="presParOf" srcId="{F08A4FCC-CDFC-4F7B-A130-D2D45AE2B511}" destId="{BF70B125-9026-46C9-A918-AA4C74D10883}" srcOrd="1" destOrd="0" presId="urn:microsoft.com/office/officeart/2005/8/layout/orgChart1"/>
    <dgm:cxn modelId="{C3BC337A-301A-4CFF-9AFA-76B229C057DE}" type="presParOf" srcId="{BF70B125-9026-46C9-A918-AA4C74D10883}" destId="{81E2D564-4857-49BD-B4CD-AAC47F868AE6}" srcOrd="0" destOrd="0" presId="urn:microsoft.com/office/officeart/2005/8/layout/orgChart1"/>
    <dgm:cxn modelId="{952A7B7F-66AB-486A-A5E3-96F9B07EFC7D}" type="presParOf" srcId="{BF70B125-9026-46C9-A918-AA4C74D10883}" destId="{5A5B25FD-4FC5-4F3E-B8C7-916E48EE39CA}" srcOrd="1" destOrd="0" presId="urn:microsoft.com/office/officeart/2005/8/layout/orgChart1"/>
    <dgm:cxn modelId="{F89A6CA9-FEAD-4305-A2E2-4F7FF1CB8803}" type="presParOf" srcId="{5A5B25FD-4FC5-4F3E-B8C7-916E48EE39CA}" destId="{2A1B9D54-3CAA-4C5E-A96F-094163075CCA}" srcOrd="0" destOrd="0" presId="urn:microsoft.com/office/officeart/2005/8/layout/orgChart1"/>
    <dgm:cxn modelId="{751A0648-AC3F-4A3D-80BD-520D713D9611}" type="presParOf" srcId="{2A1B9D54-3CAA-4C5E-A96F-094163075CCA}" destId="{2DF4C455-0618-42BD-AFD7-FDD32451C39D}" srcOrd="0" destOrd="0" presId="urn:microsoft.com/office/officeart/2005/8/layout/orgChart1"/>
    <dgm:cxn modelId="{CB5C5E03-ABBB-4D38-A3F1-562CFD5282E4}" type="presParOf" srcId="{2A1B9D54-3CAA-4C5E-A96F-094163075CCA}" destId="{91FF4D0A-83C1-4357-89D5-2078971D3AED}" srcOrd="1" destOrd="0" presId="urn:microsoft.com/office/officeart/2005/8/layout/orgChart1"/>
    <dgm:cxn modelId="{D96FA7C6-FD39-427E-8BE9-612311BA7BE1}" type="presParOf" srcId="{5A5B25FD-4FC5-4F3E-B8C7-916E48EE39CA}" destId="{C26B19DA-C291-4EBA-A17F-8857915DDB68}" srcOrd="1" destOrd="0" presId="urn:microsoft.com/office/officeart/2005/8/layout/orgChart1"/>
    <dgm:cxn modelId="{02374B88-9E02-4DC7-9EC0-E9ADA3BD790F}" type="presParOf" srcId="{5A5B25FD-4FC5-4F3E-B8C7-916E48EE39CA}" destId="{50EC6003-1533-4514-9180-88B7FC7ED2EC}" srcOrd="2" destOrd="0" presId="urn:microsoft.com/office/officeart/2005/8/layout/orgChart1"/>
    <dgm:cxn modelId="{4505DB57-9B72-4313-A2EC-57766946C22E}" type="presParOf" srcId="{BF70B125-9026-46C9-A918-AA4C74D10883}" destId="{C8F3C3FC-FEC0-41A9-AA96-0669F77DFE15}" srcOrd="2" destOrd="0" presId="urn:microsoft.com/office/officeart/2005/8/layout/orgChart1"/>
    <dgm:cxn modelId="{BC0BBB09-2D25-4790-801F-11289F079E5E}" type="presParOf" srcId="{BF70B125-9026-46C9-A918-AA4C74D10883}" destId="{973AFA73-DA61-42B2-9D5B-DC88A516CFC6}" srcOrd="3" destOrd="0" presId="urn:microsoft.com/office/officeart/2005/8/layout/orgChart1"/>
    <dgm:cxn modelId="{C4D641D1-751D-45D2-BFBF-D0F42D79DE12}" type="presParOf" srcId="{973AFA73-DA61-42B2-9D5B-DC88A516CFC6}" destId="{E4F1FFBF-858B-4148-9206-A45200D25FD7}" srcOrd="0" destOrd="0" presId="urn:microsoft.com/office/officeart/2005/8/layout/orgChart1"/>
    <dgm:cxn modelId="{A2859AD2-27EF-42F2-84EC-3883834F87E6}" type="presParOf" srcId="{E4F1FFBF-858B-4148-9206-A45200D25FD7}" destId="{5FC5C9C4-CD16-4CAD-9745-8973F64E06B8}" srcOrd="0" destOrd="0" presId="urn:microsoft.com/office/officeart/2005/8/layout/orgChart1"/>
    <dgm:cxn modelId="{CF1C3174-0096-4389-A592-E8C78795B3FC}" type="presParOf" srcId="{E4F1FFBF-858B-4148-9206-A45200D25FD7}" destId="{1B2F502F-1C46-42CE-A3FE-B42FBD9A9084}" srcOrd="1" destOrd="0" presId="urn:microsoft.com/office/officeart/2005/8/layout/orgChart1"/>
    <dgm:cxn modelId="{51E8FC60-9123-417A-8935-27170EDEAE73}" type="presParOf" srcId="{973AFA73-DA61-42B2-9D5B-DC88A516CFC6}" destId="{4E2845D8-5F52-43AA-8874-DCA897826786}" srcOrd="1" destOrd="0" presId="urn:microsoft.com/office/officeart/2005/8/layout/orgChart1"/>
    <dgm:cxn modelId="{90C71EF5-11C1-43D8-8361-865F851BD7B4}" type="presParOf" srcId="{973AFA73-DA61-42B2-9D5B-DC88A516CFC6}" destId="{99BD12BE-95BD-4DCB-BC87-F31B1C31D2D5}" srcOrd="2" destOrd="0" presId="urn:microsoft.com/office/officeart/2005/8/layout/orgChart1"/>
    <dgm:cxn modelId="{580D3924-DF4F-4AF1-803E-BC4065203059}" type="presParOf" srcId="{F08A4FCC-CDFC-4F7B-A130-D2D45AE2B511}" destId="{3245C3F9-6A23-4999-AA09-5F7611283144}" srcOrd="2" destOrd="0" presId="urn:microsoft.com/office/officeart/2005/8/layout/orgChart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1713E6-E113-41FB-9397-DE13C7F41371}" type="doc">
      <dgm:prSet loTypeId="urn:microsoft.com/office/officeart/2005/8/layout/defaul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2C0565-C5F9-44BC-877E-76AA906B6D12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Develop empathy and flexibility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F2CB5C64-0A1A-4558-8663-015CC86ECC9F}" type="parTrans" cxnId="{FB65A808-0C31-4C50-B69E-CE0D6E35835A}">
      <dgm:prSet/>
      <dgm:spPr/>
      <dgm:t>
        <a:bodyPr/>
        <a:lstStyle/>
        <a:p>
          <a:endParaRPr lang="en-US"/>
        </a:p>
      </dgm:t>
    </dgm:pt>
    <dgm:pt modelId="{807DDA91-E1FC-4320-A78F-64230C7C2E7E}" type="sibTrans" cxnId="{FB65A808-0C31-4C50-B69E-CE0D6E35835A}">
      <dgm:prSet/>
      <dgm:spPr/>
      <dgm:t>
        <a:bodyPr/>
        <a:lstStyle/>
        <a:p>
          <a:endParaRPr lang="en-US"/>
        </a:p>
      </dgm:t>
    </dgm:pt>
    <dgm:pt modelId="{6E8AA0C4-5707-4260-80E7-AAE74E06CF8B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Provide positive criticism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98E5C933-D3BC-42DE-B2D6-BFF759B81500}" type="parTrans" cxnId="{7D53BA99-38E4-4A94-A5C4-6943C4EDA8E6}">
      <dgm:prSet/>
      <dgm:spPr/>
      <dgm:t>
        <a:bodyPr/>
        <a:lstStyle/>
        <a:p>
          <a:endParaRPr lang="en-US"/>
        </a:p>
      </dgm:t>
    </dgm:pt>
    <dgm:pt modelId="{835229BA-5A61-4695-B083-C1BB1C8D60E5}" type="sibTrans" cxnId="{7D53BA99-38E4-4A94-A5C4-6943C4EDA8E6}">
      <dgm:prSet/>
      <dgm:spPr/>
      <dgm:t>
        <a:bodyPr/>
        <a:lstStyle/>
        <a:p>
          <a:endParaRPr lang="en-US"/>
        </a:p>
      </dgm:t>
    </dgm:pt>
    <dgm:pt modelId="{E761FC4F-77AB-409A-9AF1-58BA5F393E2A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Create mutual understanding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A15291E9-9EF6-4B58-A282-96AA154A729E}" type="parTrans" cxnId="{477CCB0F-3B47-49A5-8061-493FBDE87055}">
      <dgm:prSet/>
      <dgm:spPr/>
      <dgm:t>
        <a:bodyPr/>
        <a:lstStyle/>
        <a:p>
          <a:endParaRPr lang="en-US"/>
        </a:p>
      </dgm:t>
    </dgm:pt>
    <dgm:pt modelId="{F67919A7-3702-4AF0-8360-E2788E39235D}" type="sibTrans" cxnId="{477CCB0F-3B47-49A5-8061-493FBDE87055}">
      <dgm:prSet/>
      <dgm:spPr/>
      <dgm:t>
        <a:bodyPr/>
        <a:lstStyle/>
        <a:p>
          <a:endParaRPr lang="en-US"/>
        </a:p>
      </dgm:t>
    </dgm:pt>
    <dgm:pt modelId="{DB277846-48B5-43B0-875D-421C8BA0BC58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Maintain positive body language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937C0A10-EAAF-4590-8F0D-982E5F033451}" type="parTrans" cxnId="{4CB291F3-2CB0-4B05-AA30-41A30CE69318}">
      <dgm:prSet/>
      <dgm:spPr/>
      <dgm:t>
        <a:bodyPr/>
        <a:lstStyle/>
        <a:p>
          <a:endParaRPr lang="en-US"/>
        </a:p>
      </dgm:t>
    </dgm:pt>
    <dgm:pt modelId="{C0458EC3-65A8-42E6-9D46-2066BC100002}" type="sibTrans" cxnId="{4CB291F3-2CB0-4B05-AA30-41A30CE69318}">
      <dgm:prSet/>
      <dgm:spPr/>
      <dgm:t>
        <a:bodyPr/>
        <a:lstStyle/>
        <a:p>
          <a:endParaRPr lang="en-US"/>
        </a:p>
      </dgm:t>
    </dgm:pt>
    <dgm:pt modelId="{7111C6AB-37E0-43B4-85CB-AA57A7B6E903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Avoid stereotyping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C5C76681-0E66-41C4-A2B8-5C25A0561F31}" type="parTrans" cxnId="{63C373B7-20CB-4E5B-B946-1B7665C1A568}">
      <dgm:prSet/>
      <dgm:spPr/>
      <dgm:t>
        <a:bodyPr/>
        <a:lstStyle/>
        <a:p>
          <a:endParaRPr lang="en-US"/>
        </a:p>
      </dgm:t>
    </dgm:pt>
    <dgm:pt modelId="{9CEE4F1E-C50C-48AA-8EB2-95ABCB3B9376}" type="sibTrans" cxnId="{63C373B7-20CB-4E5B-B946-1B7665C1A568}">
      <dgm:prSet/>
      <dgm:spPr/>
      <dgm:t>
        <a:bodyPr/>
        <a:lstStyle/>
        <a:p>
          <a:endParaRPr lang="en-US"/>
        </a:p>
      </dgm:t>
    </dgm:pt>
    <dgm:pt modelId="{A22B7553-26D3-48F4-9558-B3F4D31FD3EA}" type="pres">
      <dgm:prSet presAssocID="{921713E6-E113-41FB-9397-DE13C7F41371}" presName="diagram" presStyleCnt="0">
        <dgm:presLayoutVars>
          <dgm:dir/>
          <dgm:resizeHandles val="exact"/>
        </dgm:presLayoutVars>
      </dgm:prSet>
      <dgm:spPr/>
    </dgm:pt>
    <dgm:pt modelId="{6ACE22F8-B2C0-417A-B71A-F014F4B27120}" type="pres">
      <dgm:prSet presAssocID="{F22C0565-C5F9-44BC-877E-76AA906B6D12}" presName="node" presStyleLbl="node1" presStyleIdx="0" presStyleCnt="5" custScaleX="71414" custScaleY="68470">
        <dgm:presLayoutVars>
          <dgm:bulletEnabled val="1"/>
        </dgm:presLayoutVars>
      </dgm:prSet>
      <dgm:spPr/>
    </dgm:pt>
    <dgm:pt modelId="{566CABF8-77CE-4678-92DC-78BE0CC336A9}" type="pres">
      <dgm:prSet presAssocID="{807DDA91-E1FC-4320-A78F-64230C7C2E7E}" presName="sibTrans" presStyleCnt="0"/>
      <dgm:spPr/>
    </dgm:pt>
    <dgm:pt modelId="{F7A30661-5D8E-4A60-8AE4-F166310C8E23}" type="pres">
      <dgm:prSet presAssocID="{6E8AA0C4-5707-4260-80E7-AAE74E06CF8B}" presName="node" presStyleLbl="node1" presStyleIdx="1" presStyleCnt="5" custScaleX="79648" custScaleY="71072">
        <dgm:presLayoutVars>
          <dgm:bulletEnabled val="1"/>
        </dgm:presLayoutVars>
      </dgm:prSet>
      <dgm:spPr/>
    </dgm:pt>
    <dgm:pt modelId="{EBDF933A-59EF-459B-81AD-772FEBA5AEAC}" type="pres">
      <dgm:prSet presAssocID="{835229BA-5A61-4695-B083-C1BB1C8D60E5}" presName="sibTrans" presStyleCnt="0"/>
      <dgm:spPr/>
    </dgm:pt>
    <dgm:pt modelId="{EB333C54-4240-4C0D-A5AC-9DC2A553974F}" type="pres">
      <dgm:prSet presAssocID="{E761FC4F-77AB-409A-9AF1-58BA5F393E2A}" presName="node" presStyleLbl="node1" presStyleIdx="2" presStyleCnt="5" custScaleX="74208" custScaleY="67815">
        <dgm:presLayoutVars>
          <dgm:bulletEnabled val="1"/>
        </dgm:presLayoutVars>
      </dgm:prSet>
      <dgm:spPr/>
    </dgm:pt>
    <dgm:pt modelId="{7CEE1481-8201-43C1-8163-CC74418EF84B}" type="pres">
      <dgm:prSet presAssocID="{F67919A7-3702-4AF0-8360-E2788E39235D}" presName="sibTrans" presStyleCnt="0"/>
      <dgm:spPr/>
    </dgm:pt>
    <dgm:pt modelId="{890E63FA-E0F4-4871-90D5-E9AB449B83F3}" type="pres">
      <dgm:prSet presAssocID="{DB277846-48B5-43B0-875D-421C8BA0BC58}" presName="node" presStyleLbl="node1" presStyleIdx="3" presStyleCnt="5" custScaleX="79828" custScaleY="71170">
        <dgm:presLayoutVars>
          <dgm:bulletEnabled val="1"/>
        </dgm:presLayoutVars>
      </dgm:prSet>
      <dgm:spPr/>
    </dgm:pt>
    <dgm:pt modelId="{8E13B5A1-4180-4777-A8B7-413255EFEE2D}" type="pres">
      <dgm:prSet presAssocID="{C0458EC3-65A8-42E6-9D46-2066BC100002}" presName="sibTrans" presStyleCnt="0"/>
      <dgm:spPr/>
    </dgm:pt>
    <dgm:pt modelId="{ABC85B0F-91F9-4CBF-9BA2-758630B6A975}" type="pres">
      <dgm:prSet presAssocID="{7111C6AB-37E0-43B4-85CB-AA57A7B6E903}" presName="node" presStyleLbl="node1" presStyleIdx="4" presStyleCnt="5" custScaleX="71118" custScaleY="67143">
        <dgm:presLayoutVars>
          <dgm:bulletEnabled val="1"/>
        </dgm:presLayoutVars>
      </dgm:prSet>
      <dgm:spPr/>
    </dgm:pt>
  </dgm:ptLst>
  <dgm:cxnLst>
    <dgm:cxn modelId="{FB65A808-0C31-4C50-B69E-CE0D6E35835A}" srcId="{921713E6-E113-41FB-9397-DE13C7F41371}" destId="{F22C0565-C5F9-44BC-877E-76AA906B6D12}" srcOrd="0" destOrd="0" parTransId="{F2CB5C64-0A1A-4558-8663-015CC86ECC9F}" sibTransId="{807DDA91-E1FC-4320-A78F-64230C7C2E7E}"/>
    <dgm:cxn modelId="{477CCB0F-3B47-49A5-8061-493FBDE87055}" srcId="{921713E6-E113-41FB-9397-DE13C7F41371}" destId="{E761FC4F-77AB-409A-9AF1-58BA5F393E2A}" srcOrd="2" destOrd="0" parTransId="{A15291E9-9EF6-4B58-A282-96AA154A729E}" sibTransId="{F67919A7-3702-4AF0-8360-E2788E39235D}"/>
    <dgm:cxn modelId="{0592B973-A984-4BA3-AEE5-EED23454811C}" type="presOf" srcId="{E761FC4F-77AB-409A-9AF1-58BA5F393E2A}" destId="{EB333C54-4240-4C0D-A5AC-9DC2A553974F}" srcOrd="0" destOrd="0" presId="urn:microsoft.com/office/officeart/2005/8/layout/default#1"/>
    <dgm:cxn modelId="{24069177-CB0C-4D06-AA85-F60D6B16BD4A}" type="presOf" srcId="{DB277846-48B5-43B0-875D-421C8BA0BC58}" destId="{890E63FA-E0F4-4871-90D5-E9AB449B83F3}" srcOrd="0" destOrd="0" presId="urn:microsoft.com/office/officeart/2005/8/layout/default#1"/>
    <dgm:cxn modelId="{7D53BA99-38E4-4A94-A5C4-6943C4EDA8E6}" srcId="{921713E6-E113-41FB-9397-DE13C7F41371}" destId="{6E8AA0C4-5707-4260-80E7-AAE74E06CF8B}" srcOrd="1" destOrd="0" parTransId="{98E5C933-D3BC-42DE-B2D6-BFF759B81500}" sibTransId="{835229BA-5A61-4695-B083-C1BB1C8D60E5}"/>
    <dgm:cxn modelId="{10D24C9C-77CF-495D-8283-07A67167D0C5}" type="presOf" srcId="{F22C0565-C5F9-44BC-877E-76AA906B6D12}" destId="{6ACE22F8-B2C0-417A-B71A-F014F4B27120}" srcOrd="0" destOrd="0" presId="urn:microsoft.com/office/officeart/2005/8/layout/default#1"/>
    <dgm:cxn modelId="{5CB0D2AD-C106-4F2A-8BAF-33BDF03A7BAB}" type="presOf" srcId="{6E8AA0C4-5707-4260-80E7-AAE74E06CF8B}" destId="{F7A30661-5D8E-4A60-8AE4-F166310C8E23}" srcOrd="0" destOrd="0" presId="urn:microsoft.com/office/officeart/2005/8/layout/default#1"/>
    <dgm:cxn modelId="{1180EBB5-CFD7-48B3-BD04-C6CD090A2619}" type="presOf" srcId="{921713E6-E113-41FB-9397-DE13C7F41371}" destId="{A22B7553-26D3-48F4-9558-B3F4D31FD3EA}" srcOrd="0" destOrd="0" presId="urn:microsoft.com/office/officeart/2005/8/layout/default#1"/>
    <dgm:cxn modelId="{63C373B7-20CB-4E5B-B946-1B7665C1A568}" srcId="{921713E6-E113-41FB-9397-DE13C7F41371}" destId="{7111C6AB-37E0-43B4-85CB-AA57A7B6E903}" srcOrd="4" destOrd="0" parTransId="{C5C76681-0E66-41C4-A2B8-5C25A0561F31}" sibTransId="{9CEE4F1E-C50C-48AA-8EB2-95ABCB3B9376}"/>
    <dgm:cxn modelId="{342696E7-0309-402E-A748-970113CE3B9E}" type="presOf" srcId="{7111C6AB-37E0-43B4-85CB-AA57A7B6E903}" destId="{ABC85B0F-91F9-4CBF-9BA2-758630B6A975}" srcOrd="0" destOrd="0" presId="urn:microsoft.com/office/officeart/2005/8/layout/default#1"/>
    <dgm:cxn modelId="{4CB291F3-2CB0-4B05-AA30-41A30CE69318}" srcId="{921713E6-E113-41FB-9397-DE13C7F41371}" destId="{DB277846-48B5-43B0-875D-421C8BA0BC58}" srcOrd="3" destOrd="0" parTransId="{937C0A10-EAAF-4590-8F0D-982E5F033451}" sibTransId="{C0458EC3-65A8-42E6-9D46-2066BC100002}"/>
    <dgm:cxn modelId="{99C9F057-21D1-42D0-8793-9F69450522FE}" type="presParOf" srcId="{A22B7553-26D3-48F4-9558-B3F4D31FD3EA}" destId="{6ACE22F8-B2C0-417A-B71A-F014F4B27120}" srcOrd="0" destOrd="0" presId="urn:microsoft.com/office/officeart/2005/8/layout/default#1"/>
    <dgm:cxn modelId="{BF787A77-291A-4C3E-99FE-F9391D6D1E25}" type="presParOf" srcId="{A22B7553-26D3-48F4-9558-B3F4D31FD3EA}" destId="{566CABF8-77CE-4678-92DC-78BE0CC336A9}" srcOrd="1" destOrd="0" presId="urn:microsoft.com/office/officeart/2005/8/layout/default#1"/>
    <dgm:cxn modelId="{DE1F45C5-ADD8-4653-904B-3E629543ADE8}" type="presParOf" srcId="{A22B7553-26D3-48F4-9558-B3F4D31FD3EA}" destId="{F7A30661-5D8E-4A60-8AE4-F166310C8E23}" srcOrd="2" destOrd="0" presId="urn:microsoft.com/office/officeart/2005/8/layout/default#1"/>
    <dgm:cxn modelId="{15A8CDEC-9021-4986-9EF3-DA6D46EF8873}" type="presParOf" srcId="{A22B7553-26D3-48F4-9558-B3F4D31FD3EA}" destId="{EBDF933A-59EF-459B-81AD-772FEBA5AEAC}" srcOrd="3" destOrd="0" presId="urn:microsoft.com/office/officeart/2005/8/layout/default#1"/>
    <dgm:cxn modelId="{AC00D5D7-5D01-4231-9999-53159DAD0FEC}" type="presParOf" srcId="{A22B7553-26D3-48F4-9558-B3F4D31FD3EA}" destId="{EB333C54-4240-4C0D-A5AC-9DC2A553974F}" srcOrd="4" destOrd="0" presId="urn:microsoft.com/office/officeart/2005/8/layout/default#1"/>
    <dgm:cxn modelId="{92E04EC8-01E5-4A44-A724-40EC8480A553}" type="presParOf" srcId="{A22B7553-26D3-48F4-9558-B3F4D31FD3EA}" destId="{7CEE1481-8201-43C1-8163-CC74418EF84B}" srcOrd="5" destOrd="0" presId="urn:microsoft.com/office/officeart/2005/8/layout/default#1"/>
    <dgm:cxn modelId="{43DD67E2-BD86-4C8C-9A99-8631BD34017E}" type="presParOf" srcId="{A22B7553-26D3-48F4-9558-B3F4D31FD3EA}" destId="{890E63FA-E0F4-4871-90D5-E9AB449B83F3}" srcOrd="6" destOrd="0" presId="urn:microsoft.com/office/officeart/2005/8/layout/default#1"/>
    <dgm:cxn modelId="{11878C75-B6BF-4761-94F1-22B314A77864}" type="presParOf" srcId="{A22B7553-26D3-48F4-9558-B3F4D31FD3EA}" destId="{8E13B5A1-4180-4777-A8B7-413255EFEE2D}" srcOrd="7" destOrd="0" presId="urn:microsoft.com/office/officeart/2005/8/layout/default#1"/>
    <dgm:cxn modelId="{AA37DAB5-0C7B-46B5-83FD-E399D73C17B1}" type="presParOf" srcId="{A22B7553-26D3-48F4-9558-B3F4D31FD3EA}" destId="{ABC85B0F-91F9-4CBF-9BA2-758630B6A975}" srcOrd="8" destOrd="0" presId="urn:microsoft.com/office/officeart/2005/8/layout/default#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992243-974D-4E57-8F74-6325AA36F86D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E828DF-4B42-4E7A-AC39-4E5498EE4E36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Interpersonal Transactions</a:t>
          </a:r>
        </a:p>
      </dgm:t>
    </dgm:pt>
    <dgm:pt modelId="{CF9DA8B3-8766-422B-B0BB-1B18B981B861}" type="parTrans" cxnId="{E28006D7-0759-4845-A83E-DE1BFDF5A446}">
      <dgm:prSet/>
      <dgm:spPr/>
      <dgm:t>
        <a:bodyPr/>
        <a:lstStyle/>
        <a:p>
          <a:endParaRPr lang="en-US"/>
        </a:p>
      </dgm:t>
    </dgm:pt>
    <dgm:pt modelId="{A5F8D581-B731-4994-969A-AC0954FB3CC9}" type="sibTrans" cxnId="{E28006D7-0759-4845-A83E-DE1BFDF5A446}">
      <dgm:prSet/>
      <dgm:spPr/>
      <dgm:t>
        <a:bodyPr/>
        <a:lstStyle/>
        <a:p>
          <a:endParaRPr lang="en-US"/>
        </a:p>
      </dgm:t>
    </dgm:pt>
    <dgm:pt modelId="{92D3900C-6D5E-4BFB-9EC2-4B27B0A587DC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Frame of Reference</a:t>
          </a:r>
        </a:p>
      </dgm:t>
    </dgm:pt>
    <dgm:pt modelId="{F66A0453-0B3F-4A7D-AE1C-A5DC2DFA54CD}" type="parTrans" cxnId="{070C611D-72F1-4F94-A417-F84D75042AA9}">
      <dgm:prSet custT="1"/>
      <dgm:spPr/>
      <dgm:t>
        <a:bodyPr/>
        <a:lstStyle/>
        <a:p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163C634D-BFC4-46FD-9A38-6C7B8504785F}" type="sibTrans" cxnId="{070C611D-72F1-4F94-A417-F84D75042AA9}">
      <dgm:prSet/>
      <dgm:spPr/>
      <dgm:t>
        <a:bodyPr/>
        <a:lstStyle/>
        <a:p>
          <a:endParaRPr lang="en-US"/>
        </a:p>
      </dgm:t>
    </dgm:pt>
    <dgm:pt modelId="{7CA15D8D-F1BD-407A-AF3E-D3B36DBB6E3B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Emotional Interference</a:t>
          </a:r>
        </a:p>
      </dgm:t>
    </dgm:pt>
    <dgm:pt modelId="{5A4562D1-BB70-4429-A31C-CFE3541C7131}" type="parTrans" cxnId="{AC5B1E49-9BF6-4857-8D5E-735AADE79E08}">
      <dgm:prSet custT="1"/>
      <dgm:spPr/>
      <dgm:t>
        <a:bodyPr/>
        <a:lstStyle/>
        <a:p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B91A6789-5F09-4358-8CC9-3FCD7D5F21DD}" type="sibTrans" cxnId="{AC5B1E49-9BF6-4857-8D5E-735AADE79E08}">
      <dgm:prSet/>
      <dgm:spPr/>
      <dgm:t>
        <a:bodyPr/>
        <a:lstStyle/>
        <a:p>
          <a:endParaRPr lang="en-US"/>
        </a:p>
      </dgm:t>
    </dgm:pt>
    <dgm:pt modelId="{3D75405A-F024-45F8-9C4E-21812807F083}">
      <dgm:prSet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Semantics</a:t>
          </a:r>
        </a:p>
      </dgm:t>
    </dgm:pt>
    <dgm:pt modelId="{92CC0584-080D-4A7D-B41D-4384A30F7766}" type="parTrans" cxnId="{C49D23E6-DCCE-445D-A317-8FFCC7CC18A2}">
      <dgm:prSet custT="1"/>
      <dgm:spPr/>
      <dgm:t>
        <a:bodyPr/>
        <a:lstStyle/>
        <a:p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D88E42BE-781A-444E-AB0F-E1135529B7CD}" type="sibTrans" cxnId="{C49D23E6-DCCE-445D-A317-8FFCC7CC18A2}">
      <dgm:prSet/>
      <dgm:spPr/>
      <dgm:t>
        <a:bodyPr/>
        <a:lstStyle/>
        <a:p>
          <a:endParaRPr lang="en-US"/>
        </a:p>
      </dgm:t>
    </dgm:pt>
    <dgm:pt modelId="{69C083FD-CDAC-4CE4-ADBF-8F503EACB50E}">
      <dgm:prSet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Cultural Background</a:t>
          </a:r>
        </a:p>
      </dgm:t>
    </dgm:pt>
    <dgm:pt modelId="{B83EF7BA-E321-4C86-9F7A-3C314C7EADAA}" type="parTrans" cxnId="{2716D75A-F866-47F1-9108-84394FBAA883}">
      <dgm:prSet custT="1"/>
      <dgm:spPr/>
      <dgm:t>
        <a:bodyPr/>
        <a:lstStyle/>
        <a:p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71CD62D7-01B3-422F-911A-11989367A8D8}" type="sibTrans" cxnId="{2716D75A-F866-47F1-9108-84394FBAA883}">
      <dgm:prSet/>
      <dgm:spPr/>
      <dgm:t>
        <a:bodyPr/>
        <a:lstStyle/>
        <a:p>
          <a:endParaRPr lang="en-US"/>
        </a:p>
      </dgm:t>
    </dgm:pt>
    <dgm:pt modelId="{D05A1800-30F5-4608-A114-7013C74B24B2}" type="pres">
      <dgm:prSet presAssocID="{9E992243-974D-4E57-8F74-6325AA36F86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09B3542-52DD-479A-BF0F-4AF53BABAE2F}" type="pres">
      <dgm:prSet presAssocID="{99E828DF-4B42-4E7A-AC39-4E5498EE4E36}" presName="root1" presStyleCnt="0"/>
      <dgm:spPr/>
    </dgm:pt>
    <dgm:pt modelId="{0C9AECED-E73B-4369-A292-F1974BA4638A}" type="pres">
      <dgm:prSet presAssocID="{99E828DF-4B42-4E7A-AC39-4E5498EE4E36}" presName="LevelOneTextNode" presStyleLbl="node0" presStyleIdx="0" presStyleCnt="1" custScaleX="146428" custScaleY="139407">
        <dgm:presLayoutVars>
          <dgm:chPref val="3"/>
        </dgm:presLayoutVars>
      </dgm:prSet>
      <dgm:spPr/>
    </dgm:pt>
    <dgm:pt modelId="{139F953C-151E-47E4-BA81-F48A9B6F5875}" type="pres">
      <dgm:prSet presAssocID="{99E828DF-4B42-4E7A-AC39-4E5498EE4E36}" presName="level2hierChild" presStyleCnt="0"/>
      <dgm:spPr/>
    </dgm:pt>
    <dgm:pt modelId="{A4A98B72-F7BE-4191-984E-24CB5AEAA1C6}" type="pres">
      <dgm:prSet presAssocID="{F66A0453-0B3F-4A7D-AE1C-A5DC2DFA54CD}" presName="conn2-1" presStyleLbl="parChTrans1D2" presStyleIdx="0" presStyleCnt="2"/>
      <dgm:spPr/>
    </dgm:pt>
    <dgm:pt modelId="{D81FFE65-F4C7-4C0F-99DA-4FE517743944}" type="pres">
      <dgm:prSet presAssocID="{F66A0453-0B3F-4A7D-AE1C-A5DC2DFA54CD}" presName="connTx" presStyleLbl="parChTrans1D2" presStyleIdx="0" presStyleCnt="2"/>
      <dgm:spPr/>
    </dgm:pt>
    <dgm:pt modelId="{366B6900-E6CF-445A-AAB1-9B7F92042AFC}" type="pres">
      <dgm:prSet presAssocID="{92D3900C-6D5E-4BFB-9EC2-4B27B0A587DC}" presName="root2" presStyleCnt="0"/>
      <dgm:spPr/>
    </dgm:pt>
    <dgm:pt modelId="{E28D2E7C-5D9B-419F-BAE7-84813F863DD4}" type="pres">
      <dgm:prSet presAssocID="{92D3900C-6D5E-4BFB-9EC2-4B27B0A587DC}" presName="LevelTwoTextNode" presStyleLbl="node2" presStyleIdx="0" presStyleCnt="2" custScaleX="119909" custScaleY="156442">
        <dgm:presLayoutVars>
          <dgm:chPref val="3"/>
        </dgm:presLayoutVars>
      </dgm:prSet>
      <dgm:spPr/>
    </dgm:pt>
    <dgm:pt modelId="{800D4028-3867-4E8A-A53E-991C44623C95}" type="pres">
      <dgm:prSet presAssocID="{92D3900C-6D5E-4BFB-9EC2-4B27B0A587DC}" presName="level3hierChild" presStyleCnt="0"/>
      <dgm:spPr/>
    </dgm:pt>
    <dgm:pt modelId="{8F3EA68C-683A-4473-B97A-995E2A4D0B36}" type="pres">
      <dgm:prSet presAssocID="{92CC0584-080D-4A7D-B41D-4384A30F7766}" presName="conn2-1" presStyleLbl="parChTrans1D3" presStyleIdx="0" presStyleCnt="2"/>
      <dgm:spPr/>
    </dgm:pt>
    <dgm:pt modelId="{04FC66EC-454B-4FF3-8E04-6733E7F886AE}" type="pres">
      <dgm:prSet presAssocID="{92CC0584-080D-4A7D-B41D-4384A30F7766}" presName="connTx" presStyleLbl="parChTrans1D3" presStyleIdx="0" presStyleCnt="2"/>
      <dgm:spPr/>
    </dgm:pt>
    <dgm:pt modelId="{A63607C8-97B7-4CF3-ACE1-381845F28C48}" type="pres">
      <dgm:prSet presAssocID="{3D75405A-F024-45F8-9C4E-21812807F083}" presName="root2" presStyleCnt="0"/>
      <dgm:spPr/>
    </dgm:pt>
    <dgm:pt modelId="{E9EB8864-22FE-4116-9A81-D84D121D5903}" type="pres">
      <dgm:prSet presAssocID="{3D75405A-F024-45F8-9C4E-21812807F083}" presName="LevelTwoTextNode" presStyleLbl="node3" presStyleIdx="0" presStyleCnt="2" custScaleY="94041">
        <dgm:presLayoutVars>
          <dgm:chPref val="3"/>
        </dgm:presLayoutVars>
      </dgm:prSet>
      <dgm:spPr/>
    </dgm:pt>
    <dgm:pt modelId="{CD622E40-F45B-46CF-B6C0-4392466A85DE}" type="pres">
      <dgm:prSet presAssocID="{3D75405A-F024-45F8-9C4E-21812807F083}" presName="level3hierChild" presStyleCnt="0"/>
      <dgm:spPr/>
    </dgm:pt>
    <dgm:pt modelId="{9E32D752-6A7B-40E4-A182-9964E571C99E}" type="pres">
      <dgm:prSet presAssocID="{B83EF7BA-E321-4C86-9F7A-3C314C7EADAA}" presName="conn2-1" presStyleLbl="parChTrans1D3" presStyleIdx="1" presStyleCnt="2"/>
      <dgm:spPr/>
    </dgm:pt>
    <dgm:pt modelId="{4D188FB2-FACE-4ACC-BAEF-D2C15F6C4BC5}" type="pres">
      <dgm:prSet presAssocID="{B83EF7BA-E321-4C86-9F7A-3C314C7EADAA}" presName="connTx" presStyleLbl="parChTrans1D3" presStyleIdx="1" presStyleCnt="2"/>
      <dgm:spPr/>
    </dgm:pt>
    <dgm:pt modelId="{D214F42D-7D94-4BEB-ADAD-D8ED8A603533}" type="pres">
      <dgm:prSet presAssocID="{69C083FD-CDAC-4CE4-ADBF-8F503EACB50E}" presName="root2" presStyleCnt="0"/>
      <dgm:spPr/>
    </dgm:pt>
    <dgm:pt modelId="{F46F5B56-42A0-4862-B3D8-341549B2FF0B}" type="pres">
      <dgm:prSet presAssocID="{69C083FD-CDAC-4CE4-ADBF-8F503EACB50E}" presName="LevelTwoTextNode" presStyleLbl="node3" presStyleIdx="1" presStyleCnt="2" custScaleY="97554">
        <dgm:presLayoutVars>
          <dgm:chPref val="3"/>
        </dgm:presLayoutVars>
      </dgm:prSet>
      <dgm:spPr/>
    </dgm:pt>
    <dgm:pt modelId="{33DE71BE-A74B-44D0-AC92-10B2BA84AC3E}" type="pres">
      <dgm:prSet presAssocID="{69C083FD-CDAC-4CE4-ADBF-8F503EACB50E}" presName="level3hierChild" presStyleCnt="0"/>
      <dgm:spPr/>
    </dgm:pt>
    <dgm:pt modelId="{8556C07C-CBB4-4786-84A7-9E3554A239C2}" type="pres">
      <dgm:prSet presAssocID="{5A4562D1-BB70-4429-A31C-CFE3541C7131}" presName="conn2-1" presStyleLbl="parChTrans1D2" presStyleIdx="1" presStyleCnt="2"/>
      <dgm:spPr/>
    </dgm:pt>
    <dgm:pt modelId="{C7718EF4-901A-4604-89BF-61CEBFF30580}" type="pres">
      <dgm:prSet presAssocID="{5A4562D1-BB70-4429-A31C-CFE3541C7131}" presName="connTx" presStyleLbl="parChTrans1D2" presStyleIdx="1" presStyleCnt="2"/>
      <dgm:spPr/>
    </dgm:pt>
    <dgm:pt modelId="{2446432C-841C-4A49-8EE8-D21E6D2E6E46}" type="pres">
      <dgm:prSet presAssocID="{7CA15D8D-F1BD-407A-AF3E-D3B36DBB6E3B}" presName="root2" presStyleCnt="0"/>
      <dgm:spPr/>
    </dgm:pt>
    <dgm:pt modelId="{6F1D344E-BED3-4CE2-9546-716AFB83CA7D}" type="pres">
      <dgm:prSet presAssocID="{7CA15D8D-F1BD-407A-AF3E-D3B36DBB6E3B}" presName="LevelTwoTextNode" presStyleLbl="node2" presStyleIdx="1" presStyleCnt="2" custScaleX="115790" custScaleY="121048" custLinFactNeighborX="1714">
        <dgm:presLayoutVars>
          <dgm:chPref val="3"/>
        </dgm:presLayoutVars>
      </dgm:prSet>
      <dgm:spPr/>
    </dgm:pt>
    <dgm:pt modelId="{9FF438ED-3AE3-42FD-9C7C-2B6A5D3F691F}" type="pres">
      <dgm:prSet presAssocID="{7CA15D8D-F1BD-407A-AF3E-D3B36DBB6E3B}" presName="level3hierChild" presStyleCnt="0"/>
      <dgm:spPr/>
    </dgm:pt>
  </dgm:ptLst>
  <dgm:cxnLst>
    <dgm:cxn modelId="{5C624E03-6B7F-4DCA-8C1F-DC89E67920DA}" type="presOf" srcId="{92CC0584-080D-4A7D-B41D-4384A30F7766}" destId="{04FC66EC-454B-4FF3-8E04-6733E7F886AE}" srcOrd="1" destOrd="0" presId="urn:microsoft.com/office/officeart/2005/8/layout/hierarchy2"/>
    <dgm:cxn modelId="{589BFE0D-0FF6-4911-ABCB-688AD5AB7BE1}" type="presOf" srcId="{69C083FD-CDAC-4CE4-ADBF-8F503EACB50E}" destId="{F46F5B56-42A0-4862-B3D8-341549B2FF0B}" srcOrd="0" destOrd="0" presId="urn:microsoft.com/office/officeart/2005/8/layout/hierarchy2"/>
    <dgm:cxn modelId="{5437011B-2B3B-4878-AD7E-111B3A324B62}" type="presOf" srcId="{F66A0453-0B3F-4A7D-AE1C-A5DC2DFA54CD}" destId="{D81FFE65-F4C7-4C0F-99DA-4FE517743944}" srcOrd="1" destOrd="0" presId="urn:microsoft.com/office/officeart/2005/8/layout/hierarchy2"/>
    <dgm:cxn modelId="{070C611D-72F1-4F94-A417-F84D75042AA9}" srcId="{99E828DF-4B42-4E7A-AC39-4E5498EE4E36}" destId="{92D3900C-6D5E-4BFB-9EC2-4B27B0A587DC}" srcOrd="0" destOrd="0" parTransId="{F66A0453-0B3F-4A7D-AE1C-A5DC2DFA54CD}" sibTransId="{163C634D-BFC4-46FD-9A38-6C7B8504785F}"/>
    <dgm:cxn modelId="{AC5B1E49-9BF6-4857-8D5E-735AADE79E08}" srcId="{99E828DF-4B42-4E7A-AC39-4E5498EE4E36}" destId="{7CA15D8D-F1BD-407A-AF3E-D3B36DBB6E3B}" srcOrd="1" destOrd="0" parTransId="{5A4562D1-BB70-4429-A31C-CFE3541C7131}" sibTransId="{B91A6789-5F09-4358-8CC9-3FCD7D5F21DD}"/>
    <dgm:cxn modelId="{8048FA52-0D9E-40A2-AF5F-C4CA159453F4}" type="presOf" srcId="{B83EF7BA-E321-4C86-9F7A-3C314C7EADAA}" destId="{9E32D752-6A7B-40E4-A182-9964E571C99E}" srcOrd="0" destOrd="0" presId="urn:microsoft.com/office/officeart/2005/8/layout/hierarchy2"/>
    <dgm:cxn modelId="{1DFD2375-EA10-44E9-ACD9-5BEA6FC85DEC}" type="presOf" srcId="{5A4562D1-BB70-4429-A31C-CFE3541C7131}" destId="{8556C07C-CBB4-4786-84A7-9E3554A239C2}" srcOrd="0" destOrd="0" presId="urn:microsoft.com/office/officeart/2005/8/layout/hierarchy2"/>
    <dgm:cxn modelId="{3E928375-8774-4ECB-AFDE-32E2D01E4937}" type="presOf" srcId="{92D3900C-6D5E-4BFB-9EC2-4B27B0A587DC}" destId="{E28D2E7C-5D9B-419F-BAE7-84813F863DD4}" srcOrd="0" destOrd="0" presId="urn:microsoft.com/office/officeart/2005/8/layout/hierarchy2"/>
    <dgm:cxn modelId="{2716D75A-F866-47F1-9108-84394FBAA883}" srcId="{92D3900C-6D5E-4BFB-9EC2-4B27B0A587DC}" destId="{69C083FD-CDAC-4CE4-ADBF-8F503EACB50E}" srcOrd="1" destOrd="0" parTransId="{B83EF7BA-E321-4C86-9F7A-3C314C7EADAA}" sibTransId="{71CD62D7-01B3-422F-911A-11989367A8D8}"/>
    <dgm:cxn modelId="{AFC14088-51B6-48E8-886D-E98AAC5F2270}" type="presOf" srcId="{F66A0453-0B3F-4A7D-AE1C-A5DC2DFA54CD}" destId="{A4A98B72-F7BE-4191-984E-24CB5AEAA1C6}" srcOrd="0" destOrd="0" presId="urn:microsoft.com/office/officeart/2005/8/layout/hierarchy2"/>
    <dgm:cxn modelId="{6F3821A0-6889-42B1-B492-34426AF40A37}" type="presOf" srcId="{7CA15D8D-F1BD-407A-AF3E-D3B36DBB6E3B}" destId="{6F1D344E-BED3-4CE2-9546-716AFB83CA7D}" srcOrd="0" destOrd="0" presId="urn:microsoft.com/office/officeart/2005/8/layout/hierarchy2"/>
    <dgm:cxn modelId="{1D732FAE-0BDB-4CCF-8BB4-A5DB251EFBFF}" type="presOf" srcId="{9E992243-974D-4E57-8F74-6325AA36F86D}" destId="{D05A1800-30F5-4608-A114-7013C74B24B2}" srcOrd="0" destOrd="0" presId="urn:microsoft.com/office/officeart/2005/8/layout/hierarchy2"/>
    <dgm:cxn modelId="{ECC25FCE-0A83-4766-A108-6ADED1316831}" type="presOf" srcId="{92CC0584-080D-4A7D-B41D-4384A30F7766}" destId="{8F3EA68C-683A-4473-B97A-995E2A4D0B36}" srcOrd="0" destOrd="0" presId="urn:microsoft.com/office/officeart/2005/8/layout/hierarchy2"/>
    <dgm:cxn modelId="{E28006D7-0759-4845-A83E-DE1BFDF5A446}" srcId="{9E992243-974D-4E57-8F74-6325AA36F86D}" destId="{99E828DF-4B42-4E7A-AC39-4E5498EE4E36}" srcOrd="0" destOrd="0" parTransId="{CF9DA8B3-8766-422B-B0BB-1B18B981B861}" sibTransId="{A5F8D581-B731-4994-969A-AC0954FB3CC9}"/>
    <dgm:cxn modelId="{C3D36DE4-D1F8-4F84-BD73-0AF52345C7E9}" type="presOf" srcId="{3D75405A-F024-45F8-9C4E-21812807F083}" destId="{E9EB8864-22FE-4116-9A81-D84D121D5903}" srcOrd="0" destOrd="0" presId="urn:microsoft.com/office/officeart/2005/8/layout/hierarchy2"/>
    <dgm:cxn modelId="{C49D23E6-DCCE-445D-A317-8FFCC7CC18A2}" srcId="{92D3900C-6D5E-4BFB-9EC2-4B27B0A587DC}" destId="{3D75405A-F024-45F8-9C4E-21812807F083}" srcOrd="0" destOrd="0" parTransId="{92CC0584-080D-4A7D-B41D-4384A30F7766}" sibTransId="{D88E42BE-781A-444E-AB0F-E1135529B7CD}"/>
    <dgm:cxn modelId="{70FBBDEB-06A4-4974-965A-3A80228B877E}" type="presOf" srcId="{99E828DF-4B42-4E7A-AC39-4E5498EE4E36}" destId="{0C9AECED-E73B-4369-A292-F1974BA4638A}" srcOrd="0" destOrd="0" presId="urn:microsoft.com/office/officeart/2005/8/layout/hierarchy2"/>
    <dgm:cxn modelId="{EDBC38F8-6C21-4D7D-9145-0C393EDE37E3}" type="presOf" srcId="{B83EF7BA-E321-4C86-9F7A-3C314C7EADAA}" destId="{4D188FB2-FACE-4ACC-BAEF-D2C15F6C4BC5}" srcOrd="1" destOrd="0" presId="urn:microsoft.com/office/officeart/2005/8/layout/hierarchy2"/>
    <dgm:cxn modelId="{667644FB-7859-4F99-8A00-4B59067A4F1B}" type="presOf" srcId="{5A4562D1-BB70-4429-A31C-CFE3541C7131}" destId="{C7718EF4-901A-4604-89BF-61CEBFF30580}" srcOrd="1" destOrd="0" presId="urn:microsoft.com/office/officeart/2005/8/layout/hierarchy2"/>
    <dgm:cxn modelId="{91895BFE-740C-42A1-B3F5-14C1923BB385}" type="presParOf" srcId="{D05A1800-30F5-4608-A114-7013C74B24B2}" destId="{009B3542-52DD-479A-BF0F-4AF53BABAE2F}" srcOrd="0" destOrd="0" presId="urn:microsoft.com/office/officeart/2005/8/layout/hierarchy2"/>
    <dgm:cxn modelId="{A30C24AD-47A1-402C-A69F-66B991CA26F4}" type="presParOf" srcId="{009B3542-52DD-479A-BF0F-4AF53BABAE2F}" destId="{0C9AECED-E73B-4369-A292-F1974BA4638A}" srcOrd="0" destOrd="0" presId="urn:microsoft.com/office/officeart/2005/8/layout/hierarchy2"/>
    <dgm:cxn modelId="{D2CB719B-0953-42A2-A80F-C96DE89DAB51}" type="presParOf" srcId="{009B3542-52DD-479A-BF0F-4AF53BABAE2F}" destId="{139F953C-151E-47E4-BA81-F48A9B6F5875}" srcOrd="1" destOrd="0" presId="urn:microsoft.com/office/officeart/2005/8/layout/hierarchy2"/>
    <dgm:cxn modelId="{6BB31B18-5E8E-494E-8FEA-CD149EA4A75E}" type="presParOf" srcId="{139F953C-151E-47E4-BA81-F48A9B6F5875}" destId="{A4A98B72-F7BE-4191-984E-24CB5AEAA1C6}" srcOrd="0" destOrd="0" presId="urn:microsoft.com/office/officeart/2005/8/layout/hierarchy2"/>
    <dgm:cxn modelId="{514881CC-6FF4-4915-9DB3-68B1FF49AEBC}" type="presParOf" srcId="{A4A98B72-F7BE-4191-984E-24CB5AEAA1C6}" destId="{D81FFE65-F4C7-4C0F-99DA-4FE517743944}" srcOrd="0" destOrd="0" presId="urn:microsoft.com/office/officeart/2005/8/layout/hierarchy2"/>
    <dgm:cxn modelId="{F304B327-ED84-4BD3-8DE7-F9171051F028}" type="presParOf" srcId="{139F953C-151E-47E4-BA81-F48A9B6F5875}" destId="{366B6900-E6CF-445A-AAB1-9B7F92042AFC}" srcOrd="1" destOrd="0" presId="urn:microsoft.com/office/officeart/2005/8/layout/hierarchy2"/>
    <dgm:cxn modelId="{2704210E-23DF-4CD2-B965-DAAF2CC5444A}" type="presParOf" srcId="{366B6900-E6CF-445A-AAB1-9B7F92042AFC}" destId="{E28D2E7C-5D9B-419F-BAE7-84813F863DD4}" srcOrd="0" destOrd="0" presId="urn:microsoft.com/office/officeart/2005/8/layout/hierarchy2"/>
    <dgm:cxn modelId="{27098FFB-99B3-4B6F-A52D-1D2A0003FAD0}" type="presParOf" srcId="{366B6900-E6CF-445A-AAB1-9B7F92042AFC}" destId="{800D4028-3867-4E8A-A53E-991C44623C95}" srcOrd="1" destOrd="0" presId="urn:microsoft.com/office/officeart/2005/8/layout/hierarchy2"/>
    <dgm:cxn modelId="{553271BD-92C8-414F-8DC7-BE3284ABBE5A}" type="presParOf" srcId="{800D4028-3867-4E8A-A53E-991C44623C95}" destId="{8F3EA68C-683A-4473-B97A-995E2A4D0B36}" srcOrd="0" destOrd="0" presId="urn:microsoft.com/office/officeart/2005/8/layout/hierarchy2"/>
    <dgm:cxn modelId="{FDEBA404-A1DD-4A2C-BEFC-5C9671310D3D}" type="presParOf" srcId="{8F3EA68C-683A-4473-B97A-995E2A4D0B36}" destId="{04FC66EC-454B-4FF3-8E04-6733E7F886AE}" srcOrd="0" destOrd="0" presId="urn:microsoft.com/office/officeart/2005/8/layout/hierarchy2"/>
    <dgm:cxn modelId="{74DA2FC6-DDB5-43BD-BCD1-2CAE36AA06D0}" type="presParOf" srcId="{800D4028-3867-4E8A-A53E-991C44623C95}" destId="{A63607C8-97B7-4CF3-ACE1-381845F28C48}" srcOrd="1" destOrd="0" presId="urn:microsoft.com/office/officeart/2005/8/layout/hierarchy2"/>
    <dgm:cxn modelId="{86B9B2C3-76C7-4AB4-BD09-158E819B18D1}" type="presParOf" srcId="{A63607C8-97B7-4CF3-ACE1-381845F28C48}" destId="{E9EB8864-22FE-4116-9A81-D84D121D5903}" srcOrd="0" destOrd="0" presId="urn:microsoft.com/office/officeart/2005/8/layout/hierarchy2"/>
    <dgm:cxn modelId="{7FAF1FD0-6768-42CD-8BB1-D87178F26E09}" type="presParOf" srcId="{A63607C8-97B7-4CF3-ACE1-381845F28C48}" destId="{CD622E40-F45B-46CF-B6C0-4392466A85DE}" srcOrd="1" destOrd="0" presId="urn:microsoft.com/office/officeart/2005/8/layout/hierarchy2"/>
    <dgm:cxn modelId="{95933DFE-D782-47E2-861F-FAB0D2E19258}" type="presParOf" srcId="{800D4028-3867-4E8A-A53E-991C44623C95}" destId="{9E32D752-6A7B-40E4-A182-9964E571C99E}" srcOrd="2" destOrd="0" presId="urn:microsoft.com/office/officeart/2005/8/layout/hierarchy2"/>
    <dgm:cxn modelId="{97561F45-B44D-490A-A6DA-8766FE179A1B}" type="presParOf" srcId="{9E32D752-6A7B-40E4-A182-9964E571C99E}" destId="{4D188FB2-FACE-4ACC-BAEF-D2C15F6C4BC5}" srcOrd="0" destOrd="0" presId="urn:microsoft.com/office/officeart/2005/8/layout/hierarchy2"/>
    <dgm:cxn modelId="{9F18C9CB-002F-433D-8EB4-C1EDF5C72416}" type="presParOf" srcId="{800D4028-3867-4E8A-A53E-991C44623C95}" destId="{D214F42D-7D94-4BEB-ADAD-D8ED8A603533}" srcOrd="3" destOrd="0" presId="urn:microsoft.com/office/officeart/2005/8/layout/hierarchy2"/>
    <dgm:cxn modelId="{6EAF874E-39CE-4653-BD45-2168065A483E}" type="presParOf" srcId="{D214F42D-7D94-4BEB-ADAD-D8ED8A603533}" destId="{F46F5B56-42A0-4862-B3D8-341549B2FF0B}" srcOrd="0" destOrd="0" presId="urn:microsoft.com/office/officeart/2005/8/layout/hierarchy2"/>
    <dgm:cxn modelId="{5F49DE9E-23BD-4A25-9248-8097C2E7FC74}" type="presParOf" srcId="{D214F42D-7D94-4BEB-ADAD-D8ED8A603533}" destId="{33DE71BE-A74B-44D0-AC92-10B2BA84AC3E}" srcOrd="1" destOrd="0" presId="urn:microsoft.com/office/officeart/2005/8/layout/hierarchy2"/>
    <dgm:cxn modelId="{3EEFA1C7-8BAA-4B29-9BA4-7152C89FC9EB}" type="presParOf" srcId="{139F953C-151E-47E4-BA81-F48A9B6F5875}" destId="{8556C07C-CBB4-4786-84A7-9E3554A239C2}" srcOrd="2" destOrd="0" presId="urn:microsoft.com/office/officeart/2005/8/layout/hierarchy2"/>
    <dgm:cxn modelId="{42727B6F-8484-404E-8217-12A155098F5A}" type="presParOf" srcId="{8556C07C-CBB4-4786-84A7-9E3554A239C2}" destId="{C7718EF4-901A-4604-89BF-61CEBFF30580}" srcOrd="0" destOrd="0" presId="urn:microsoft.com/office/officeart/2005/8/layout/hierarchy2"/>
    <dgm:cxn modelId="{454FE113-CF8B-499F-872D-81597C5250E1}" type="presParOf" srcId="{139F953C-151E-47E4-BA81-F48A9B6F5875}" destId="{2446432C-841C-4A49-8EE8-D21E6D2E6E46}" srcOrd="3" destOrd="0" presId="urn:microsoft.com/office/officeart/2005/8/layout/hierarchy2"/>
    <dgm:cxn modelId="{0E91A37C-D4D2-4D01-B505-A153B24070E1}" type="presParOf" srcId="{2446432C-841C-4A49-8EE8-D21E6D2E6E46}" destId="{6F1D344E-BED3-4CE2-9546-716AFB83CA7D}" srcOrd="0" destOrd="0" presId="urn:microsoft.com/office/officeart/2005/8/layout/hierarchy2"/>
    <dgm:cxn modelId="{487C5873-81B4-4F6B-B0C8-CD288E8C18E3}" type="presParOf" srcId="{2446432C-841C-4A49-8EE8-D21E6D2E6E46}" destId="{9FF438ED-3AE3-42FD-9C7C-2B6A5D3F691F}" srcOrd="1" destOrd="0" presId="urn:microsoft.com/office/officeart/2005/8/layout/hierarchy2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8F5D2C-E4E4-4550-9D88-28F24AD3F090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70297F-9332-4575-A10C-7C1A24100975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Semantic Barriers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7CDEFAE7-02E7-4B6B-9AC4-2AF247FA1E6F}" type="parTrans" cxnId="{639CE3B3-AF2E-4ACF-B9C3-F66441D57D77}">
      <dgm:prSet/>
      <dgm:spPr/>
      <dgm:t>
        <a:bodyPr/>
        <a:lstStyle/>
        <a:p>
          <a:endParaRPr lang="en-US"/>
        </a:p>
      </dgm:t>
    </dgm:pt>
    <dgm:pt modelId="{36FAB245-5E53-4CB6-BEB2-5208B809D4F1}" type="sibTrans" cxnId="{639CE3B3-AF2E-4ACF-B9C3-F66441D57D77}">
      <dgm:prSet/>
      <dgm:spPr/>
      <dgm:t>
        <a:bodyPr/>
        <a:lstStyle/>
        <a:p>
          <a:endParaRPr lang="en-US"/>
        </a:p>
      </dgm:t>
    </dgm:pt>
    <dgm:pt modelId="{50E08CC5-1615-4F89-AB41-A6D864507884}">
      <dgm:prSet phldrT="[Text]" custT="1"/>
      <dgm:spPr/>
      <dgm:t>
        <a:bodyPr/>
        <a:lstStyle/>
        <a:p>
          <a:r>
            <a:rPr lang="en-IN" sz="2800" dirty="0">
              <a:latin typeface="Arial" pitchFamily="34" charset="0"/>
              <a:cs typeface="Arial" pitchFamily="34" charset="0"/>
            </a:rPr>
            <a:t>Use of jargon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79B3198A-6606-4945-8C69-533A9CB79D22}" type="parTrans" cxnId="{EC63D6CE-B41A-40BC-A95D-6C0D57D2BF36}">
      <dgm:prSet/>
      <dgm:spPr/>
      <dgm:t>
        <a:bodyPr/>
        <a:lstStyle/>
        <a:p>
          <a:endParaRPr lang="en-US"/>
        </a:p>
      </dgm:t>
    </dgm:pt>
    <dgm:pt modelId="{E557A881-BF74-45FF-9108-CC47286FDBC2}" type="sibTrans" cxnId="{EC63D6CE-B41A-40BC-A95D-6C0D57D2BF36}">
      <dgm:prSet/>
      <dgm:spPr/>
      <dgm:t>
        <a:bodyPr/>
        <a:lstStyle/>
        <a:p>
          <a:endParaRPr lang="en-US"/>
        </a:p>
      </dgm:t>
    </dgm:pt>
    <dgm:pt modelId="{5276B091-17EF-4379-954F-6F8AD6475462}">
      <dgm:prSet phldrT="[Text]" custT="1"/>
      <dgm:spPr/>
      <dgm:t>
        <a:bodyPr/>
        <a:lstStyle/>
        <a:p>
          <a:r>
            <a:rPr lang="en-IN" sz="2800" dirty="0">
              <a:latin typeface="Arial" pitchFamily="34" charset="0"/>
              <a:cs typeface="Arial" pitchFamily="34" charset="0"/>
            </a:rPr>
            <a:t>Symbols and words with different meanings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4CB2EF0A-A172-4ED1-B8AD-93257E4FB58D}" type="parTrans" cxnId="{063AE839-D03C-47B6-BDC1-180269451CB7}">
      <dgm:prSet/>
      <dgm:spPr/>
      <dgm:t>
        <a:bodyPr/>
        <a:lstStyle/>
        <a:p>
          <a:endParaRPr lang="en-US"/>
        </a:p>
      </dgm:t>
    </dgm:pt>
    <dgm:pt modelId="{3A937D0D-9980-42DE-8DD9-8B5D7D0E1A36}" type="sibTrans" cxnId="{063AE839-D03C-47B6-BDC1-180269451CB7}">
      <dgm:prSet/>
      <dgm:spPr/>
      <dgm:t>
        <a:bodyPr/>
        <a:lstStyle/>
        <a:p>
          <a:endParaRPr lang="en-US"/>
        </a:p>
      </dgm:t>
    </dgm:pt>
    <dgm:pt modelId="{A9D6A2BB-30FE-4B54-937D-D09E659D37CC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Cultural Barriers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0B25F2B1-CF45-4D15-8A0E-4EBFA27A0F53}" type="parTrans" cxnId="{B637F6F1-2048-44C1-8F57-8DB2682AEF9F}">
      <dgm:prSet/>
      <dgm:spPr/>
      <dgm:t>
        <a:bodyPr/>
        <a:lstStyle/>
        <a:p>
          <a:endParaRPr lang="en-US"/>
        </a:p>
      </dgm:t>
    </dgm:pt>
    <dgm:pt modelId="{FA53C1D2-07D3-422A-AFE0-0DF745DF2A57}" type="sibTrans" cxnId="{B637F6F1-2048-44C1-8F57-8DB2682AEF9F}">
      <dgm:prSet/>
      <dgm:spPr/>
      <dgm:t>
        <a:bodyPr/>
        <a:lstStyle/>
        <a:p>
          <a:endParaRPr lang="en-US"/>
        </a:p>
      </dgm:t>
    </dgm:pt>
    <dgm:pt modelId="{5D1EA8F9-6B95-4809-AF40-B5B11D44364D}">
      <dgm:prSet phldrT="[Text]" custT="1"/>
      <dgm:spPr/>
      <dgm:t>
        <a:bodyPr/>
        <a:lstStyle/>
        <a:p>
          <a:r>
            <a:rPr lang="en-IN" sz="2800" dirty="0">
              <a:latin typeface="Arial" pitchFamily="34" charset="0"/>
              <a:cs typeface="Arial" pitchFamily="34" charset="0"/>
            </a:rPr>
            <a:t>Cultural norms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53B4BEBB-3C03-419D-B7A2-3918C4A5302A}" type="parTrans" cxnId="{D0D38742-EC5B-4B21-8A3D-550EB102B262}">
      <dgm:prSet/>
      <dgm:spPr/>
      <dgm:t>
        <a:bodyPr/>
        <a:lstStyle/>
        <a:p>
          <a:endParaRPr lang="en-US"/>
        </a:p>
      </dgm:t>
    </dgm:pt>
    <dgm:pt modelId="{A9E8918E-FD26-432C-87F8-0968796B7268}" type="sibTrans" cxnId="{D0D38742-EC5B-4B21-8A3D-550EB102B262}">
      <dgm:prSet/>
      <dgm:spPr/>
      <dgm:t>
        <a:bodyPr/>
        <a:lstStyle/>
        <a:p>
          <a:endParaRPr lang="en-US"/>
        </a:p>
      </dgm:t>
    </dgm:pt>
    <dgm:pt modelId="{6935B92A-30ED-4906-9D29-533A7D8A57E7}">
      <dgm:prSet phldrT="[Text]" custT="1"/>
      <dgm:spPr/>
      <dgm:t>
        <a:bodyPr/>
        <a:lstStyle/>
        <a:p>
          <a:r>
            <a:rPr lang="en-IN" sz="2800" dirty="0">
              <a:latin typeface="Arial" pitchFamily="34" charset="0"/>
              <a:cs typeface="Arial" pitchFamily="34" charset="0"/>
            </a:rPr>
            <a:t>Badly expressed message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DCA68880-CA0C-41BA-8C53-B04BCB11D071}" type="parTrans" cxnId="{0D97846B-764F-4960-A639-44A20D12FB38}">
      <dgm:prSet/>
      <dgm:spPr/>
      <dgm:t>
        <a:bodyPr/>
        <a:lstStyle/>
        <a:p>
          <a:endParaRPr lang="en-US"/>
        </a:p>
      </dgm:t>
    </dgm:pt>
    <dgm:pt modelId="{0375E28C-1354-4447-9F19-7E347AA39A3F}" type="sibTrans" cxnId="{0D97846B-764F-4960-A639-44A20D12FB38}">
      <dgm:prSet/>
      <dgm:spPr/>
      <dgm:t>
        <a:bodyPr/>
        <a:lstStyle/>
        <a:p>
          <a:endParaRPr lang="en-US"/>
        </a:p>
      </dgm:t>
    </dgm:pt>
    <dgm:pt modelId="{EC1259D8-FC8F-4DE2-8001-8AA3270C3ABB}">
      <dgm:prSet phldrT="[Text]" custT="1"/>
      <dgm:spPr/>
      <dgm:t>
        <a:bodyPr/>
        <a:lstStyle/>
        <a:p>
          <a:r>
            <a:rPr lang="en-IN" sz="2800" dirty="0">
              <a:latin typeface="Arial" pitchFamily="34" charset="0"/>
              <a:cs typeface="Arial" pitchFamily="34" charset="0"/>
            </a:rPr>
            <a:t>Religion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E9C2BD2E-6442-4F44-BF56-097CC70DDBD6}" type="parTrans" cxnId="{061DBB10-0FF9-43BD-8FC5-699E4BCB393B}">
      <dgm:prSet/>
      <dgm:spPr/>
      <dgm:t>
        <a:bodyPr/>
        <a:lstStyle/>
        <a:p>
          <a:endParaRPr lang="en-US"/>
        </a:p>
      </dgm:t>
    </dgm:pt>
    <dgm:pt modelId="{E8D5BEBE-8C4D-4F74-8826-84F6C0A01134}" type="sibTrans" cxnId="{061DBB10-0FF9-43BD-8FC5-699E4BCB393B}">
      <dgm:prSet/>
      <dgm:spPr/>
      <dgm:t>
        <a:bodyPr/>
        <a:lstStyle/>
        <a:p>
          <a:endParaRPr lang="en-US"/>
        </a:p>
      </dgm:t>
    </dgm:pt>
    <dgm:pt modelId="{517FAAAC-6235-4E91-ACBA-18534AAD9DF9}">
      <dgm:prSet phldrT="[Text]" custT="1"/>
      <dgm:spPr/>
      <dgm:t>
        <a:bodyPr/>
        <a:lstStyle/>
        <a:p>
          <a:r>
            <a:rPr lang="en-IN" sz="2800" dirty="0">
              <a:latin typeface="Arial" pitchFamily="34" charset="0"/>
              <a:cs typeface="Arial" pitchFamily="34" charset="0"/>
            </a:rPr>
            <a:t>Nationalities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8988BF41-124A-4505-8049-90D746C57349}" type="parTrans" cxnId="{32DD63F7-CFE6-427F-B177-B5B83DF52E0D}">
      <dgm:prSet/>
      <dgm:spPr/>
      <dgm:t>
        <a:bodyPr/>
        <a:lstStyle/>
        <a:p>
          <a:endParaRPr lang="en-US"/>
        </a:p>
      </dgm:t>
    </dgm:pt>
    <dgm:pt modelId="{9CFA4F3B-6B39-4017-8F7D-2EF65AEA2C66}" type="sibTrans" cxnId="{32DD63F7-CFE6-427F-B177-B5B83DF52E0D}">
      <dgm:prSet/>
      <dgm:spPr/>
      <dgm:t>
        <a:bodyPr/>
        <a:lstStyle/>
        <a:p>
          <a:endParaRPr lang="en-US"/>
        </a:p>
      </dgm:t>
    </dgm:pt>
    <dgm:pt modelId="{6FDB19A3-734E-43F4-BDA1-D11ACC120C19}" type="pres">
      <dgm:prSet presAssocID="{438F5D2C-E4E4-4550-9D88-28F24AD3F090}" presName="Name0" presStyleCnt="0">
        <dgm:presLayoutVars>
          <dgm:dir/>
          <dgm:animLvl val="lvl"/>
          <dgm:resizeHandles val="exact"/>
        </dgm:presLayoutVars>
      </dgm:prSet>
      <dgm:spPr/>
    </dgm:pt>
    <dgm:pt modelId="{5065DDFF-DB98-4546-BABF-5BA8D38D665B}" type="pres">
      <dgm:prSet presAssocID="{E570297F-9332-4575-A10C-7C1A24100975}" presName="composite" presStyleCnt="0"/>
      <dgm:spPr/>
    </dgm:pt>
    <dgm:pt modelId="{5A815887-EB79-4C2D-B642-BB9E4D529EA1}" type="pres">
      <dgm:prSet presAssocID="{E570297F-9332-4575-A10C-7C1A2410097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5B8A77E-F174-468D-8C63-BE6A04050821}" type="pres">
      <dgm:prSet presAssocID="{E570297F-9332-4575-A10C-7C1A24100975}" presName="desTx" presStyleLbl="alignAccFollowNode1" presStyleIdx="0" presStyleCnt="2">
        <dgm:presLayoutVars>
          <dgm:bulletEnabled val="1"/>
        </dgm:presLayoutVars>
      </dgm:prSet>
      <dgm:spPr/>
    </dgm:pt>
    <dgm:pt modelId="{5D7FA29C-0384-49FD-B3B6-B877908EAC10}" type="pres">
      <dgm:prSet presAssocID="{36FAB245-5E53-4CB6-BEB2-5208B809D4F1}" presName="space" presStyleCnt="0"/>
      <dgm:spPr/>
    </dgm:pt>
    <dgm:pt modelId="{84AEF373-7DE5-4593-B08F-F813D0FD811E}" type="pres">
      <dgm:prSet presAssocID="{A9D6A2BB-30FE-4B54-937D-D09E659D37CC}" presName="composite" presStyleCnt="0"/>
      <dgm:spPr/>
    </dgm:pt>
    <dgm:pt modelId="{0CFE3D12-5907-4631-936A-1492DB3C0B85}" type="pres">
      <dgm:prSet presAssocID="{A9D6A2BB-30FE-4B54-937D-D09E659D37C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805AA6E-26D4-4CE9-810A-93A73C58B433}" type="pres">
      <dgm:prSet presAssocID="{A9D6A2BB-30FE-4B54-937D-D09E659D37C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61DBB10-0FF9-43BD-8FC5-699E4BCB393B}" srcId="{A9D6A2BB-30FE-4B54-937D-D09E659D37CC}" destId="{EC1259D8-FC8F-4DE2-8001-8AA3270C3ABB}" srcOrd="1" destOrd="0" parTransId="{E9C2BD2E-6442-4F44-BF56-097CC70DDBD6}" sibTransId="{E8D5BEBE-8C4D-4F74-8826-84F6C0A01134}"/>
    <dgm:cxn modelId="{9F5B1F1E-283D-4B38-AB16-B0F01B6CAB6B}" type="presOf" srcId="{EC1259D8-FC8F-4DE2-8001-8AA3270C3ABB}" destId="{A805AA6E-26D4-4CE9-810A-93A73C58B433}" srcOrd="0" destOrd="1" presId="urn:microsoft.com/office/officeart/2005/8/layout/hList1"/>
    <dgm:cxn modelId="{42606A34-3AE7-4AAD-A4DB-64A08A64B01B}" type="presOf" srcId="{5D1EA8F9-6B95-4809-AF40-B5B11D44364D}" destId="{A805AA6E-26D4-4CE9-810A-93A73C58B433}" srcOrd="0" destOrd="0" presId="urn:microsoft.com/office/officeart/2005/8/layout/hList1"/>
    <dgm:cxn modelId="{ACCB2D35-9931-4956-910F-ACD847BF01BC}" type="presOf" srcId="{438F5D2C-E4E4-4550-9D88-28F24AD3F090}" destId="{6FDB19A3-734E-43F4-BDA1-D11ACC120C19}" srcOrd="0" destOrd="0" presId="urn:microsoft.com/office/officeart/2005/8/layout/hList1"/>
    <dgm:cxn modelId="{063AE839-D03C-47B6-BDC1-180269451CB7}" srcId="{E570297F-9332-4575-A10C-7C1A24100975}" destId="{5276B091-17EF-4379-954F-6F8AD6475462}" srcOrd="1" destOrd="0" parTransId="{4CB2EF0A-A172-4ED1-B8AD-93257E4FB58D}" sibTransId="{3A937D0D-9980-42DE-8DD9-8B5D7D0E1A36}"/>
    <dgm:cxn modelId="{D0D38742-EC5B-4B21-8A3D-550EB102B262}" srcId="{A9D6A2BB-30FE-4B54-937D-D09E659D37CC}" destId="{5D1EA8F9-6B95-4809-AF40-B5B11D44364D}" srcOrd="0" destOrd="0" parTransId="{53B4BEBB-3C03-419D-B7A2-3918C4A5302A}" sibTransId="{A9E8918E-FD26-432C-87F8-0968796B7268}"/>
    <dgm:cxn modelId="{0D97846B-764F-4960-A639-44A20D12FB38}" srcId="{E570297F-9332-4575-A10C-7C1A24100975}" destId="{6935B92A-30ED-4906-9D29-533A7D8A57E7}" srcOrd="2" destOrd="0" parTransId="{DCA68880-CA0C-41BA-8C53-B04BCB11D071}" sibTransId="{0375E28C-1354-4447-9F19-7E347AA39A3F}"/>
    <dgm:cxn modelId="{63FE7D4D-1DB9-4F5A-A679-39D649F6AFA5}" type="presOf" srcId="{A9D6A2BB-30FE-4B54-937D-D09E659D37CC}" destId="{0CFE3D12-5907-4631-936A-1492DB3C0B85}" srcOrd="0" destOrd="0" presId="urn:microsoft.com/office/officeart/2005/8/layout/hList1"/>
    <dgm:cxn modelId="{ED5FF159-1188-42D7-BA5F-8671DFD9699B}" type="presOf" srcId="{50E08CC5-1615-4F89-AB41-A6D864507884}" destId="{05B8A77E-F174-468D-8C63-BE6A04050821}" srcOrd="0" destOrd="0" presId="urn:microsoft.com/office/officeart/2005/8/layout/hList1"/>
    <dgm:cxn modelId="{1290529A-6189-47FD-80F4-C74750227F19}" type="presOf" srcId="{6935B92A-30ED-4906-9D29-533A7D8A57E7}" destId="{05B8A77E-F174-468D-8C63-BE6A04050821}" srcOrd="0" destOrd="2" presId="urn:microsoft.com/office/officeart/2005/8/layout/hList1"/>
    <dgm:cxn modelId="{997D77A2-03AA-4EC6-8302-98843773FCA9}" type="presOf" srcId="{E570297F-9332-4575-A10C-7C1A24100975}" destId="{5A815887-EB79-4C2D-B642-BB9E4D529EA1}" srcOrd="0" destOrd="0" presId="urn:microsoft.com/office/officeart/2005/8/layout/hList1"/>
    <dgm:cxn modelId="{639CE3B3-AF2E-4ACF-B9C3-F66441D57D77}" srcId="{438F5D2C-E4E4-4550-9D88-28F24AD3F090}" destId="{E570297F-9332-4575-A10C-7C1A24100975}" srcOrd="0" destOrd="0" parTransId="{7CDEFAE7-02E7-4B6B-9AC4-2AF247FA1E6F}" sibTransId="{36FAB245-5E53-4CB6-BEB2-5208B809D4F1}"/>
    <dgm:cxn modelId="{F307AAB9-A655-4F28-A244-A57D3EB8D6C1}" type="presOf" srcId="{5276B091-17EF-4379-954F-6F8AD6475462}" destId="{05B8A77E-F174-468D-8C63-BE6A04050821}" srcOrd="0" destOrd="1" presId="urn:microsoft.com/office/officeart/2005/8/layout/hList1"/>
    <dgm:cxn modelId="{EC63D6CE-B41A-40BC-A95D-6C0D57D2BF36}" srcId="{E570297F-9332-4575-A10C-7C1A24100975}" destId="{50E08CC5-1615-4F89-AB41-A6D864507884}" srcOrd="0" destOrd="0" parTransId="{79B3198A-6606-4945-8C69-533A9CB79D22}" sibTransId="{E557A881-BF74-45FF-9108-CC47286FDBC2}"/>
    <dgm:cxn modelId="{B637F6F1-2048-44C1-8F57-8DB2682AEF9F}" srcId="{438F5D2C-E4E4-4550-9D88-28F24AD3F090}" destId="{A9D6A2BB-30FE-4B54-937D-D09E659D37CC}" srcOrd="1" destOrd="0" parTransId="{0B25F2B1-CF45-4D15-8A0E-4EBFA27A0F53}" sibTransId="{FA53C1D2-07D3-422A-AFE0-0DF745DF2A57}"/>
    <dgm:cxn modelId="{BF1DBCF6-481B-4A4F-9FFF-9F5122427304}" type="presOf" srcId="{517FAAAC-6235-4E91-ACBA-18534AAD9DF9}" destId="{A805AA6E-26D4-4CE9-810A-93A73C58B433}" srcOrd="0" destOrd="2" presId="urn:microsoft.com/office/officeart/2005/8/layout/hList1"/>
    <dgm:cxn modelId="{32DD63F7-CFE6-427F-B177-B5B83DF52E0D}" srcId="{A9D6A2BB-30FE-4B54-937D-D09E659D37CC}" destId="{517FAAAC-6235-4E91-ACBA-18534AAD9DF9}" srcOrd="2" destOrd="0" parTransId="{8988BF41-124A-4505-8049-90D746C57349}" sibTransId="{9CFA4F3B-6B39-4017-8F7D-2EF65AEA2C66}"/>
    <dgm:cxn modelId="{3CA91A8D-CD71-4770-B8E7-4A0398B92262}" type="presParOf" srcId="{6FDB19A3-734E-43F4-BDA1-D11ACC120C19}" destId="{5065DDFF-DB98-4546-BABF-5BA8D38D665B}" srcOrd="0" destOrd="0" presId="urn:microsoft.com/office/officeart/2005/8/layout/hList1"/>
    <dgm:cxn modelId="{830CF05D-3FEE-4F49-86F6-436F567A31E1}" type="presParOf" srcId="{5065DDFF-DB98-4546-BABF-5BA8D38D665B}" destId="{5A815887-EB79-4C2D-B642-BB9E4D529EA1}" srcOrd="0" destOrd="0" presId="urn:microsoft.com/office/officeart/2005/8/layout/hList1"/>
    <dgm:cxn modelId="{FF4C8521-A3C9-46C8-B89C-B68A36A89F93}" type="presParOf" srcId="{5065DDFF-DB98-4546-BABF-5BA8D38D665B}" destId="{05B8A77E-F174-468D-8C63-BE6A04050821}" srcOrd="1" destOrd="0" presId="urn:microsoft.com/office/officeart/2005/8/layout/hList1"/>
    <dgm:cxn modelId="{930954B8-AD7B-4F08-928D-D14CBF20E34E}" type="presParOf" srcId="{6FDB19A3-734E-43F4-BDA1-D11ACC120C19}" destId="{5D7FA29C-0384-49FD-B3B6-B877908EAC10}" srcOrd="1" destOrd="0" presId="urn:microsoft.com/office/officeart/2005/8/layout/hList1"/>
    <dgm:cxn modelId="{B18D1A9A-6501-400A-8A80-8D81F29D9E5A}" type="presParOf" srcId="{6FDB19A3-734E-43F4-BDA1-D11ACC120C19}" destId="{84AEF373-7DE5-4593-B08F-F813D0FD811E}" srcOrd="2" destOrd="0" presId="urn:microsoft.com/office/officeart/2005/8/layout/hList1"/>
    <dgm:cxn modelId="{E7FDB78A-0414-4D1A-8319-11B1CFF13F7D}" type="presParOf" srcId="{84AEF373-7DE5-4593-B08F-F813D0FD811E}" destId="{0CFE3D12-5907-4631-936A-1492DB3C0B85}" srcOrd="0" destOrd="0" presId="urn:microsoft.com/office/officeart/2005/8/layout/hList1"/>
    <dgm:cxn modelId="{753863FB-29C7-4246-BEF6-62AF67BB3060}" type="presParOf" srcId="{84AEF373-7DE5-4593-B08F-F813D0FD811E}" destId="{A805AA6E-26D4-4CE9-810A-93A73C58B433}" srcOrd="1" destOrd="0" presId="urn:microsoft.com/office/officeart/2005/8/layout/hList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0E2213-4AD9-4C21-B694-153864CC7B66}" type="doc">
      <dgm:prSet loTypeId="urn:microsoft.com/office/officeart/2005/8/layout/default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CA3EED-5D37-40DC-9A4D-A8C6DF4C0ECF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Use body language sparingly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87C2C38B-A538-461E-B0C9-823202DED6C1}" type="parTrans" cxnId="{9C218D34-FEA1-41E2-B8D0-4AB2FA3BECF2}">
      <dgm:prSet/>
      <dgm:spPr/>
      <dgm:t>
        <a:bodyPr/>
        <a:lstStyle/>
        <a:p>
          <a:endParaRPr lang="en-US"/>
        </a:p>
      </dgm:t>
    </dgm:pt>
    <dgm:pt modelId="{43B6BEBF-EA3F-49E9-AA65-2D3D091FA3E6}" type="sibTrans" cxnId="{9C218D34-FEA1-41E2-B8D0-4AB2FA3BECF2}">
      <dgm:prSet/>
      <dgm:spPr/>
      <dgm:t>
        <a:bodyPr/>
        <a:lstStyle/>
        <a:p>
          <a:endParaRPr lang="en-US"/>
        </a:p>
      </dgm:t>
    </dgm:pt>
    <dgm:pt modelId="{D7D2E984-4917-46C6-B9A6-E3D6F985EE05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Avoid using jargons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0B1EF654-7976-4048-BCF5-137C298FA4D5}" type="parTrans" cxnId="{EB782FFC-B327-494C-B396-41CEA8F4068A}">
      <dgm:prSet/>
      <dgm:spPr/>
      <dgm:t>
        <a:bodyPr/>
        <a:lstStyle/>
        <a:p>
          <a:endParaRPr lang="en-US"/>
        </a:p>
      </dgm:t>
    </dgm:pt>
    <dgm:pt modelId="{3C7E37B0-AF6D-401D-A1FD-EEA2AA77A44C}" type="sibTrans" cxnId="{EB782FFC-B327-494C-B396-41CEA8F4068A}">
      <dgm:prSet/>
      <dgm:spPr/>
      <dgm:t>
        <a:bodyPr/>
        <a:lstStyle/>
        <a:p>
          <a:endParaRPr lang="en-US"/>
        </a:p>
      </dgm:t>
    </dgm:pt>
    <dgm:pt modelId="{BCAEA9CA-8A28-40D0-AB50-DE092E68FF81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Respect the dissimilarities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2094FF72-4C9B-4429-B662-FBF5A6B06115}" type="parTrans" cxnId="{EF9A6BD7-559A-4A31-A13F-A6A99C6C68F8}">
      <dgm:prSet/>
      <dgm:spPr/>
      <dgm:t>
        <a:bodyPr/>
        <a:lstStyle/>
        <a:p>
          <a:endParaRPr lang="en-US"/>
        </a:p>
      </dgm:t>
    </dgm:pt>
    <dgm:pt modelId="{F4DAA40D-FBBB-480A-A467-4CA2CF4AC45B}" type="sibTrans" cxnId="{EF9A6BD7-559A-4A31-A13F-A6A99C6C68F8}">
      <dgm:prSet/>
      <dgm:spPr/>
      <dgm:t>
        <a:bodyPr/>
        <a:lstStyle/>
        <a:p>
          <a:endParaRPr lang="en-US"/>
        </a:p>
      </dgm:t>
    </dgm:pt>
    <dgm:pt modelId="{717862C7-824F-4013-B9A8-61D98B1CBCA1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Avoid commenting about culture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C44416C1-3A04-4425-83C3-21D121997FB7}" type="parTrans" cxnId="{49451B2A-BA60-41A0-829B-F9834CB9F5E9}">
      <dgm:prSet/>
      <dgm:spPr/>
      <dgm:t>
        <a:bodyPr/>
        <a:lstStyle/>
        <a:p>
          <a:endParaRPr lang="en-US"/>
        </a:p>
      </dgm:t>
    </dgm:pt>
    <dgm:pt modelId="{8EB8B479-8FB2-4A53-AEBC-8910D40F353A}" type="sibTrans" cxnId="{49451B2A-BA60-41A0-829B-F9834CB9F5E9}">
      <dgm:prSet/>
      <dgm:spPr/>
      <dgm:t>
        <a:bodyPr/>
        <a:lstStyle/>
        <a:p>
          <a:endParaRPr lang="en-US"/>
        </a:p>
      </dgm:t>
    </dgm:pt>
    <dgm:pt modelId="{A419A343-5B27-49BC-8E81-156C3AF63ED6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Maintain work-life balance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21C1E342-63D3-43B5-AAFB-A0B580AC5AD4}" type="parTrans" cxnId="{C8CED48D-7209-4614-86DC-2516B6754A8D}">
      <dgm:prSet/>
      <dgm:spPr/>
      <dgm:t>
        <a:bodyPr/>
        <a:lstStyle/>
        <a:p>
          <a:endParaRPr lang="en-US"/>
        </a:p>
      </dgm:t>
    </dgm:pt>
    <dgm:pt modelId="{BB460D8C-EBFB-4038-8FC9-1B544A3305FD}" type="sibTrans" cxnId="{C8CED48D-7209-4614-86DC-2516B6754A8D}">
      <dgm:prSet/>
      <dgm:spPr/>
      <dgm:t>
        <a:bodyPr/>
        <a:lstStyle/>
        <a:p>
          <a:endParaRPr lang="en-US"/>
        </a:p>
      </dgm:t>
    </dgm:pt>
    <dgm:pt modelId="{96E891C1-463F-41EF-9E6F-6952F0CC9393}" type="pres">
      <dgm:prSet presAssocID="{AA0E2213-4AD9-4C21-B694-153864CC7B66}" presName="diagram" presStyleCnt="0">
        <dgm:presLayoutVars>
          <dgm:dir/>
          <dgm:resizeHandles val="exact"/>
        </dgm:presLayoutVars>
      </dgm:prSet>
      <dgm:spPr/>
    </dgm:pt>
    <dgm:pt modelId="{17D0E96C-1C99-4EE1-89C5-2BD6D922F3DE}" type="pres">
      <dgm:prSet presAssocID="{7DCA3EED-5D37-40DC-9A4D-A8C6DF4C0ECF}" presName="node" presStyleLbl="node1" presStyleIdx="0" presStyleCnt="5" custScaleX="58932" custScaleY="45140" custLinFactNeighborX="3034">
        <dgm:presLayoutVars>
          <dgm:bulletEnabled val="1"/>
        </dgm:presLayoutVars>
      </dgm:prSet>
      <dgm:spPr/>
    </dgm:pt>
    <dgm:pt modelId="{E35CF486-8C9D-4FCE-BB4C-7CCA4F440D7E}" type="pres">
      <dgm:prSet presAssocID="{43B6BEBF-EA3F-49E9-AA65-2D3D091FA3E6}" presName="sibTrans" presStyleCnt="0"/>
      <dgm:spPr/>
    </dgm:pt>
    <dgm:pt modelId="{281DC788-938B-49BC-B10E-27E73D981CFB}" type="pres">
      <dgm:prSet presAssocID="{D7D2E984-4917-46C6-B9A6-E3D6F985EE05}" presName="node" presStyleLbl="node1" presStyleIdx="1" presStyleCnt="5" custScaleX="50393" custScaleY="42232" custLinFactNeighborX="-246" custLinFactNeighborY="-819">
        <dgm:presLayoutVars>
          <dgm:bulletEnabled val="1"/>
        </dgm:presLayoutVars>
      </dgm:prSet>
      <dgm:spPr/>
    </dgm:pt>
    <dgm:pt modelId="{5DB733DB-9032-447A-BBAE-3ED3D79EB861}" type="pres">
      <dgm:prSet presAssocID="{3C7E37B0-AF6D-401D-A1FD-EEA2AA77A44C}" presName="sibTrans" presStyleCnt="0"/>
      <dgm:spPr/>
    </dgm:pt>
    <dgm:pt modelId="{AC3D5481-12FA-4CA9-BE56-FECC6D9D2F7F}" type="pres">
      <dgm:prSet presAssocID="{BCAEA9CA-8A28-40D0-AB50-DE092E68FF81}" presName="node" presStyleLbl="node1" presStyleIdx="2" presStyleCnt="5" custScaleX="45065" custScaleY="41015" custLinFactNeighborX="-2210">
        <dgm:presLayoutVars>
          <dgm:bulletEnabled val="1"/>
        </dgm:presLayoutVars>
      </dgm:prSet>
      <dgm:spPr/>
    </dgm:pt>
    <dgm:pt modelId="{AF577401-83CD-4DF2-85AC-41CA5986C4BE}" type="pres">
      <dgm:prSet presAssocID="{F4DAA40D-FBBB-480A-A467-4CA2CF4AC45B}" presName="sibTrans" presStyleCnt="0"/>
      <dgm:spPr/>
    </dgm:pt>
    <dgm:pt modelId="{C7E59F35-D62C-4DA7-A5B1-C46AE6CF4C90}" type="pres">
      <dgm:prSet presAssocID="{717862C7-824F-4013-B9A8-61D98B1CBCA1}" presName="node" presStyleLbl="node1" presStyleIdx="3" presStyleCnt="5" custScaleX="62719" custScaleY="35485">
        <dgm:presLayoutVars>
          <dgm:bulletEnabled val="1"/>
        </dgm:presLayoutVars>
      </dgm:prSet>
      <dgm:spPr/>
    </dgm:pt>
    <dgm:pt modelId="{1C61606B-4ED9-4338-AD5C-390F4A28B961}" type="pres">
      <dgm:prSet presAssocID="{8EB8B479-8FB2-4A53-AEBC-8910D40F353A}" presName="sibTrans" presStyleCnt="0"/>
      <dgm:spPr/>
    </dgm:pt>
    <dgm:pt modelId="{ACD5A18D-8A06-4372-A7BA-EBA5A35196CA}" type="pres">
      <dgm:prSet presAssocID="{A419A343-5B27-49BC-8E81-156C3AF63ED6}" presName="node" presStyleLbl="node1" presStyleIdx="4" presStyleCnt="5" custScaleX="56042" custScaleY="38194">
        <dgm:presLayoutVars>
          <dgm:bulletEnabled val="1"/>
        </dgm:presLayoutVars>
      </dgm:prSet>
      <dgm:spPr/>
    </dgm:pt>
  </dgm:ptLst>
  <dgm:cxnLst>
    <dgm:cxn modelId="{49451B2A-BA60-41A0-829B-F9834CB9F5E9}" srcId="{AA0E2213-4AD9-4C21-B694-153864CC7B66}" destId="{717862C7-824F-4013-B9A8-61D98B1CBCA1}" srcOrd="3" destOrd="0" parTransId="{C44416C1-3A04-4425-83C3-21D121997FB7}" sibTransId="{8EB8B479-8FB2-4A53-AEBC-8910D40F353A}"/>
    <dgm:cxn modelId="{9C218D34-FEA1-41E2-B8D0-4AB2FA3BECF2}" srcId="{AA0E2213-4AD9-4C21-B694-153864CC7B66}" destId="{7DCA3EED-5D37-40DC-9A4D-A8C6DF4C0ECF}" srcOrd="0" destOrd="0" parTransId="{87C2C38B-A538-461E-B0C9-823202DED6C1}" sibTransId="{43B6BEBF-EA3F-49E9-AA65-2D3D091FA3E6}"/>
    <dgm:cxn modelId="{6F5E9964-CC38-4C16-8B9F-63CEA4EF8008}" type="presOf" srcId="{AA0E2213-4AD9-4C21-B694-153864CC7B66}" destId="{96E891C1-463F-41EF-9E6F-6952F0CC9393}" srcOrd="0" destOrd="0" presId="urn:microsoft.com/office/officeart/2005/8/layout/default#2"/>
    <dgm:cxn modelId="{0C81CB73-DFD9-4E30-96C4-5BA20F186CD2}" type="presOf" srcId="{D7D2E984-4917-46C6-B9A6-E3D6F985EE05}" destId="{281DC788-938B-49BC-B10E-27E73D981CFB}" srcOrd="0" destOrd="0" presId="urn:microsoft.com/office/officeart/2005/8/layout/default#2"/>
    <dgm:cxn modelId="{C8CED48D-7209-4614-86DC-2516B6754A8D}" srcId="{AA0E2213-4AD9-4C21-B694-153864CC7B66}" destId="{A419A343-5B27-49BC-8E81-156C3AF63ED6}" srcOrd="4" destOrd="0" parTransId="{21C1E342-63D3-43B5-AAFB-A0B580AC5AD4}" sibTransId="{BB460D8C-EBFB-4038-8FC9-1B544A3305FD}"/>
    <dgm:cxn modelId="{37D11599-BED4-405B-B5B6-29E7A2CBD6E3}" type="presOf" srcId="{BCAEA9CA-8A28-40D0-AB50-DE092E68FF81}" destId="{AC3D5481-12FA-4CA9-BE56-FECC6D9D2F7F}" srcOrd="0" destOrd="0" presId="urn:microsoft.com/office/officeart/2005/8/layout/default#2"/>
    <dgm:cxn modelId="{6825AEB5-65BF-4288-8A4F-CD8D9097BE5D}" type="presOf" srcId="{A419A343-5B27-49BC-8E81-156C3AF63ED6}" destId="{ACD5A18D-8A06-4372-A7BA-EBA5A35196CA}" srcOrd="0" destOrd="0" presId="urn:microsoft.com/office/officeart/2005/8/layout/default#2"/>
    <dgm:cxn modelId="{BF367FC0-5FBD-4F1D-A2E2-CFE89C513814}" type="presOf" srcId="{7DCA3EED-5D37-40DC-9A4D-A8C6DF4C0ECF}" destId="{17D0E96C-1C99-4EE1-89C5-2BD6D922F3DE}" srcOrd="0" destOrd="0" presId="urn:microsoft.com/office/officeart/2005/8/layout/default#2"/>
    <dgm:cxn modelId="{EF9A6BD7-559A-4A31-A13F-A6A99C6C68F8}" srcId="{AA0E2213-4AD9-4C21-B694-153864CC7B66}" destId="{BCAEA9CA-8A28-40D0-AB50-DE092E68FF81}" srcOrd="2" destOrd="0" parTransId="{2094FF72-4C9B-4429-B662-FBF5A6B06115}" sibTransId="{F4DAA40D-FBBB-480A-A467-4CA2CF4AC45B}"/>
    <dgm:cxn modelId="{EB782FFC-B327-494C-B396-41CEA8F4068A}" srcId="{AA0E2213-4AD9-4C21-B694-153864CC7B66}" destId="{D7D2E984-4917-46C6-B9A6-E3D6F985EE05}" srcOrd="1" destOrd="0" parTransId="{0B1EF654-7976-4048-BCF5-137C298FA4D5}" sibTransId="{3C7E37B0-AF6D-401D-A1FD-EEA2AA77A44C}"/>
    <dgm:cxn modelId="{C13C52FE-36C1-4190-B6A9-CB192EE84CBC}" type="presOf" srcId="{717862C7-824F-4013-B9A8-61D98B1CBCA1}" destId="{C7E59F35-D62C-4DA7-A5B1-C46AE6CF4C90}" srcOrd="0" destOrd="0" presId="urn:microsoft.com/office/officeart/2005/8/layout/default#2"/>
    <dgm:cxn modelId="{B659AEA5-4355-486C-85CD-0288194026A9}" type="presParOf" srcId="{96E891C1-463F-41EF-9E6F-6952F0CC9393}" destId="{17D0E96C-1C99-4EE1-89C5-2BD6D922F3DE}" srcOrd="0" destOrd="0" presId="urn:microsoft.com/office/officeart/2005/8/layout/default#2"/>
    <dgm:cxn modelId="{C63E2D34-82CB-4F06-9748-3FD5521EACD1}" type="presParOf" srcId="{96E891C1-463F-41EF-9E6F-6952F0CC9393}" destId="{E35CF486-8C9D-4FCE-BB4C-7CCA4F440D7E}" srcOrd="1" destOrd="0" presId="urn:microsoft.com/office/officeart/2005/8/layout/default#2"/>
    <dgm:cxn modelId="{3EB638EC-F3D9-4B81-B49F-D87C996DE87E}" type="presParOf" srcId="{96E891C1-463F-41EF-9E6F-6952F0CC9393}" destId="{281DC788-938B-49BC-B10E-27E73D981CFB}" srcOrd="2" destOrd="0" presId="urn:microsoft.com/office/officeart/2005/8/layout/default#2"/>
    <dgm:cxn modelId="{D4407A20-B55F-49D7-A949-1CCA3002E28F}" type="presParOf" srcId="{96E891C1-463F-41EF-9E6F-6952F0CC9393}" destId="{5DB733DB-9032-447A-BBAE-3ED3D79EB861}" srcOrd="3" destOrd="0" presId="urn:microsoft.com/office/officeart/2005/8/layout/default#2"/>
    <dgm:cxn modelId="{779FAF62-2010-4017-AD2F-48CDCBA23E1D}" type="presParOf" srcId="{96E891C1-463F-41EF-9E6F-6952F0CC9393}" destId="{AC3D5481-12FA-4CA9-BE56-FECC6D9D2F7F}" srcOrd="4" destOrd="0" presId="urn:microsoft.com/office/officeart/2005/8/layout/default#2"/>
    <dgm:cxn modelId="{DE5BADBF-67EF-4D1F-9D06-205DCE362CEA}" type="presParOf" srcId="{96E891C1-463F-41EF-9E6F-6952F0CC9393}" destId="{AF577401-83CD-4DF2-85AC-41CA5986C4BE}" srcOrd="5" destOrd="0" presId="urn:microsoft.com/office/officeart/2005/8/layout/default#2"/>
    <dgm:cxn modelId="{0D02C9B5-48E2-429B-BA67-9BCFDB1420BC}" type="presParOf" srcId="{96E891C1-463F-41EF-9E6F-6952F0CC9393}" destId="{C7E59F35-D62C-4DA7-A5B1-C46AE6CF4C90}" srcOrd="6" destOrd="0" presId="urn:microsoft.com/office/officeart/2005/8/layout/default#2"/>
    <dgm:cxn modelId="{4EB54592-FFD1-4081-ACDD-99A94F68685E}" type="presParOf" srcId="{96E891C1-463F-41EF-9E6F-6952F0CC9393}" destId="{1C61606B-4ED9-4338-AD5C-390F4A28B961}" srcOrd="7" destOrd="0" presId="urn:microsoft.com/office/officeart/2005/8/layout/default#2"/>
    <dgm:cxn modelId="{21D97C1E-51E0-4941-A3A6-F4C30039FA3A}" type="presParOf" srcId="{96E891C1-463F-41EF-9E6F-6952F0CC9393}" destId="{ACD5A18D-8A06-4372-A7BA-EBA5A35196CA}" srcOrd="8" destOrd="0" presId="urn:microsoft.com/office/officeart/2005/8/layout/default#2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48E0F3-11FD-42CE-AA21-2CC52A5F24E9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8C30B3-7B62-4616-A205-E84526CD2420}" type="asst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Organizational Barriers</a:t>
          </a:r>
        </a:p>
      </dgm:t>
    </dgm:pt>
    <dgm:pt modelId="{86E56D4F-30A1-4418-95C1-DE4C3A654DBD}" type="parTrans" cxnId="{B590D928-BD88-4B0A-A115-91F145F1D904}">
      <dgm:prSet/>
      <dgm:spPr/>
      <dgm:t>
        <a:bodyPr/>
        <a:lstStyle/>
        <a:p>
          <a:endParaRPr lang="en-US"/>
        </a:p>
      </dgm:t>
    </dgm:pt>
    <dgm:pt modelId="{5644DDB3-2D4B-46C6-8680-9648EAD53FBD}" type="sibTrans" cxnId="{B590D928-BD88-4B0A-A115-91F145F1D904}">
      <dgm:prSet/>
      <dgm:spPr/>
      <dgm:t>
        <a:bodyPr/>
        <a:lstStyle/>
        <a:p>
          <a:endParaRPr lang="en-US"/>
        </a:p>
      </dgm:t>
    </dgm:pt>
    <dgm:pt modelId="{469F7177-EF47-4121-9DF2-010E4908CA2A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Organizational Policy and Facility</a:t>
          </a:r>
        </a:p>
      </dgm:t>
    </dgm:pt>
    <dgm:pt modelId="{587AA079-7D60-49A2-AC0F-CC89A26DE4E1}" type="parTrans" cxnId="{8229F7DD-E6DE-447A-9C12-37DA46848990}">
      <dgm:prSet/>
      <dgm:spPr/>
      <dgm:t>
        <a:bodyPr/>
        <a:lstStyle/>
        <a:p>
          <a:endParaRPr lang="en-US" sz="2800">
            <a:latin typeface="Arial" pitchFamily="34" charset="0"/>
            <a:cs typeface="Arial" pitchFamily="34" charset="0"/>
          </a:endParaRPr>
        </a:p>
      </dgm:t>
    </dgm:pt>
    <dgm:pt modelId="{B8FAF4BB-05FA-4258-A897-85FA1A206A48}" type="sibTrans" cxnId="{8229F7DD-E6DE-447A-9C12-37DA46848990}">
      <dgm:prSet/>
      <dgm:spPr/>
      <dgm:t>
        <a:bodyPr/>
        <a:lstStyle/>
        <a:p>
          <a:endParaRPr lang="en-US"/>
        </a:p>
      </dgm:t>
    </dgm:pt>
    <dgm:pt modelId="{B22DFA64-120B-41D0-85BC-6B324211E1A3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Physiological Barriers</a:t>
          </a:r>
        </a:p>
      </dgm:t>
    </dgm:pt>
    <dgm:pt modelId="{4140AA17-C3AE-4AA4-A78D-7A611992EFDD}" type="parTrans" cxnId="{10D96351-B862-49CF-AC07-8761B8D08291}">
      <dgm:prSet/>
      <dgm:spPr/>
      <dgm:t>
        <a:bodyPr/>
        <a:lstStyle/>
        <a:p>
          <a:endParaRPr lang="en-US" sz="2800">
            <a:latin typeface="Arial" pitchFamily="34" charset="0"/>
            <a:cs typeface="Arial" pitchFamily="34" charset="0"/>
          </a:endParaRPr>
        </a:p>
      </dgm:t>
    </dgm:pt>
    <dgm:pt modelId="{C3BBD162-F496-4AA0-BFC7-77D4416D7DAA}" type="sibTrans" cxnId="{10D96351-B862-49CF-AC07-8761B8D08291}">
      <dgm:prSet/>
      <dgm:spPr/>
      <dgm:t>
        <a:bodyPr/>
        <a:lstStyle/>
        <a:p>
          <a:endParaRPr lang="en-US"/>
        </a:p>
      </dgm:t>
    </dgm:pt>
    <dgm:pt modelId="{776BA4EC-9DBA-4AAA-AE0F-93E49E28895B}">
      <dgm:prSet phldrT="[Text]" custT="1"/>
      <dgm:spPr/>
      <dgm:t>
        <a:bodyPr/>
        <a:lstStyle/>
        <a:p>
          <a:r>
            <a:rPr lang="en-US" sz="2800" b="1" dirty="0">
              <a:latin typeface="Arial" pitchFamily="34" charset="0"/>
              <a:cs typeface="Arial" pitchFamily="34" charset="0"/>
            </a:rPr>
            <a:t>Technological Barriers</a:t>
          </a:r>
        </a:p>
      </dgm:t>
    </dgm:pt>
    <dgm:pt modelId="{D9DABA2F-72D4-47C7-8C52-6BF6C6360893}" type="parTrans" cxnId="{0D7A1EEC-CB46-4C02-89D7-709617F843F2}">
      <dgm:prSet/>
      <dgm:spPr/>
      <dgm:t>
        <a:bodyPr/>
        <a:lstStyle/>
        <a:p>
          <a:endParaRPr lang="en-US" sz="2800">
            <a:latin typeface="Arial" pitchFamily="34" charset="0"/>
            <a:cs typeface="Arial" pitchFamily="34" charset="0"/>
          </a:endParaRPr>
        </a:p>
      </dgm:t>
    </dgm:pt>
    <dgm:pt modelId="{1E703571-A67D-43ED-BDD2-EA7F12EA038C}" type="sibTrans" cxnId="{0D7A1EEC-CB46-4C02-89D7-709617F843F2}">
      <dgm:prSet/>
      <dgm:spPr/>
      <dgm:t>
        <a:bodyPr/>
        <a:lstStyle/>
        <a:p>
          <a:endParaRPr lang="en-US"/>
        </a:p>
      </dgm:t>
    </dgm:pt>
    <dgm:pt modelId="{6ACA5C97-CC35-49BA-86E5-8D7CBFDACB8A}" type="pres">
      <dgm:prSet presAssocID="{CC48E0F3-11FD-42CE-AA21-2CC52A5F24E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9955B1E-6FC1-495A-8354-A05997044EAF}" type="pres">
      <dgm:prSet presAssocID="{478C30B3-7B62-4616-A205-E84526CD2420}" presName="hierRoot1" presStyleCnt="0">
        <dgm:presLayoutVars>
          <dgm:hierBranch val="init"/>
        </dgm:presLayoutVars>
      </dgm:prSet>
      <dgm:spPr/>
    </dgm:pt>
    <dgm:pt modelId="{DFBBB904-6289-4A63-AC4F-233B7548886A}" type="pres">
      <dgm:prSet presAssocID="{478C30B3-7B62-4616-A205-E84526CD2420}" presName="rootComposite1" presStyleCnt="0"/>
      <dgm:spPr/>
    </dgm:pt>
    <dgm:pt modelId="{B9E1FF38-0CFE-4551-8418-6581AF909F9C}" type="pres">
      <dgm:prSet presAssocID="{478C30B3-7B62-4616-A205-E84526CD2420}" presName="rootText1" presStyleLbl="node0" presStyleIdx="0" presStyleCnt="1" custScaleX="111823" custScaleY="75161" custLinFactNeighborX="2284" custLinFactNeighborY="-34255">
        <dgm:presLayoutVars>
          <dgm:chPref val="3"/>
        </dgm:presLayoutVars>
      </dgm:prSet>
      <dgm:spPr/>
    </dgm:pt>
    <dgm:pt modelId="{AB7C944C-2CB8-470D-8259-765C358E80C1}" type="pres">
      <dgm:prSet presAssocID="{478C30B3-7B62-4616-A205-E84526CD2420}" presName="rootConnector1" presStyleLbl="asst0" presStyleIdx="0" presStyleCnt="0"/>
      <dgm:spPr/>
    </dgm:pt>
    <dgm:pt modelId="{A05BA729-A316-4BBC-9D6D-65F05C830C2A}" type="pres">
      <dgm:prSet presAssocID="{478C30B3-7B62-4616-A205-E84526CD2420}" presName="hierChild2" presStyleCnt="0"/>
      <dgm:spPr/>
    </dgm:pt>
    <dgm:pt modelId="{4FD026B0-36A3-4460-800F-E38BE898191B}" type="pres">
      <dgm:prSet presAssocID="{587AA079-7D60-49A2-AC0F-CC89A26DE4E1}" presName="Name37" presStyleLbl="parChTrans1D2" presStyleIdx="0" presStyleCnt="3"/>
      <dgm:spPr/>
    </dgm:pt>
    <dgm:pt modelId="{8F9F3C1B-38D4-474D-95D7-D0F457838849}" type="pres">
      <dgm:prSet presAssocID="{469F7177-EF47-4121-9DF2-010E4908CA2A}" presName="hierRoot2" presStyleCnt="0">
        <dgm:presLayoutVars>
          <dgm:hierBranch val="init"/>
        </dgm:presLayoutVars>
      </dgm:prSet>
      <dgm:spPr/>
    </dgm:pt>
    <dgm:pt modelId="{6B822E76-E2C9-4014-9DB3-C19AB9D8DE09}" type="pres">
      <dgm:prSet presAssocID="{469F7177-EF47-4121-9DF2-010E4908CA2A}" presName="rootComposite" presStyleCnt="0"/>
      <dgm:spPr/>
    </dgm:pt>
    <dgm:pt modelId="{468452A8-01E2-4C81-95D4-A339B98DBC1C}" type="pres">
      <dgm:prSet presAssocID="{469F7177-EF47-4121-9DF2-010E4908CA2A}" presName="rootText" presStyleLbl="node2" presStyleIdx="0" presStyleCnt="3" custScaleX="78890" custScaleY="69512" custLinFactNeighborX="8024">
        <dgm:presLayoutVars>
          <dgm:chPref val="3"/>
        </dgm:presLayoutVars>
      </dgm:prSet>
      <dgm:spPr/>
    </dgm:pt>
    <dgm:pt modelId="{54BF69C4-5BEF-402C-99C2-A0E408B21915}" type="pres">
      <dgm:prSet presAssocID="{469F7177-EF47-4121-9DF2-010E4908CA2A}" presName="rootConnector" presStyleLbl="node2" presStyleIdx="0" presStyleCnt="3"/>
      <dgm:spPr/>
    </dgm:pt>
    <dgm:pt modelId="{84264419-A7A4-4106-A58F-68E5996752FA}" type="pres">
      <dgm:prSet presAssocID="{469F7177-EF47-4121-9DF2-010E4908CA2A}" presName="hierChild4" presStyleCnt="0"/>
      <dgm:spPr/>
    </dgm:pt>
    <dgm:pt modelId="{ADC491B8-6DA9-48F0-8254-8138CE257C07}" type="pres">
      <dgm:prSet presAssocID="{469F7177-EF47-4121-9DF2-010E4908CA2A}" presName="hierChild5" presStyleCnt="0"/>
      <dgm:spPr/>
    </dgm:pt>
    <dgm:pt modelId="{56ABB4EE-6879-43CF-A796-8440FBE92EDE}" type="pres">
      <dgm:prSet presAssocID="{4140AA17-C3AE-4AA4-A78D-7A611992EFDD}" presName="Name37" presStyleLbl="parChTrans1D2" presStyleIdx="1" presStyleCnt="3"/>
      <dgm:spPr/>
    </dgm:pt>
    <dgm:pt modelId="{7D8AC49A-ED82-4FB6-961A-E7715289C9B5}" type="pres">
      <dgm:prSet presAssocID="{B22DFA64-120B-41D0-85BC-6B324211E1A3}" presName="hierRoot2" presStyleCnt="0">
        <dgm:presLayoutVars>
          <dgm:hierBranch val="init"/>
        </dgm:presLayoutVars>
      </dgm:prSet>
      <dgm:spPr/>
    </dgm:pt>
    <dgm:pt modelId="{D6D08AD1-788E-48D3-A8AE-783A22A9C295}" type="pres">
      <dgm:prSet presAssocID="{B22DFA64-120B-41D0-85BC-6B324211E1A3}" presName="rootComposite" presStyleCnt="0"/>
      <dgm:spPr/>
    </dgm:pt>
    <dgm:pt modelId="{60C2B741-901F-4DA6-AD24-F46DD68CAAAF}" type="pres">
      <dgm:prSet presAssocID="{B22DFA64-120B-41D0-85BC-6B324211E1A3}" presName="rootText" presStyleLbl="node2" presStyleIdx="1" presStyleCnt="3" custScaleX="81569" custScaleY="70372" custLinFactNeighborX="349" custLinFactNeighborY="-1395">
        <dgm:presLayoutVars>
          <dgm:chPref val="3"/>
        </dgm:presLayoutVars>
      </dgm:prSet>
      <dgm:spPr/>
    </dgm:pt>
    <dgm:pt modelId="{3D857554-5B1F-4F2A-8D93-8D73D33CF17D}" type="pres">
      <dgm:prSet presAssocID="{B22DFA64-120B-41D0-85BC-6B324211E1A3}" presName="rootConnector" presStyleLbl="node2" presStyleIdx="1" presStyleCnt="3"/>
      <dgm:spPr/>
    </dgm:pt>
    <dgm:pt modelId="{FE73389F-1DD7-4E28-A207-63CCEAD668EF}" type="pres">
      <dgm:prSet presAssocID="{B22DFA64-120B-41D0-85BC-6B324211E1A3}" presName="hierChild4" presStyleCnt="0"/>
      <dgm:spPr/>
    </dgm:pt>
    <dgm:pt modelId="{8A19F9F7-94BA-40CF-BAD0-5014376649DD}" type="pres">
      <dgm:prSet presAssocID="{B22DFA64-120B-41D0-85BC-6B324211E1A3}" presName="hierChild5" presStyleCnt="0"/>
      <dgm:spPr/>
    </dgm:pt>
    <dgm:pt modelId="{D7E786DD-E146-4038-8FEF-D6489F636E62}" type="pres">
      <dgm:prSet presAssocID="{D9DABA2F-72D4-47C7-8C52-6BF6C6360893}" presName="Name37" presStyleLbl="parChTrans1D2" presStyleIdx="2" presStyleCnt="3"/>
      <dgm:spPr/>
    </dgm:pt>
    <dgm:pt modelId="{C0F8BD21-A123-47DD-AF15-B46384D587D5}" type="pres">
      <dgm:prSet presAssocID="{776BA4EC-9DBA-4AAA-AE0F-93E49E28895B}" presName="hierRoot2" presStyleCnt="0">
        <dgm:presLayoutVars>
          <dgm:hierBranch val="init"/>
        </dgm:presLayoutVars>
      </dgm:prSet>
      <dgm:spPr/>
    </dgm:pt>
    <dgm:pt modelId="{4D48790C-158F-48E6-95E5-9CDE3BF5BFEE}" type="pres">
      <dgm:prSet presAssocID="{776BA4EC-9DBA-4AAA-AE0F-93E49E28895B}" presName="rootComposite" presStyleCnt="0"/>
      <dgm:spPr/>
    </dgm:pt>
    <dgm:pt modelId="{87E6289C-A4F7-4DEC-84A8-0C79060D2D64}" type="pres">
      <dgm:prSet presAssocID="{776BA4EC-9DBA-4AAA-AE0F-93E49E28895B}" presName="rootText" presStyleLbl="node2" presStyleIdx="2" presStyleCnt="3" custScaleX="71593" custScaleY="64316" custLinFactNeighborX="-8864" custLinFactNeighborY="2254">
        <dgm:presLayoutVars>
          <dgm:chPref val="3"/>
        </dgm:presLayoutVars>
      </dgm:prSet>
      <dgm:spPr/>
    </dgm:pt>
    <dgm:pt modelId="{E2F58D39-D6D1-4461-BE1C-0866DA6B9472}" type="pres">
      <dgm:prSet presAssocID="{776BA4EC-9DBA-4AAA-AE0F-93E49E28895B}" presName="rootConnector" presStyleLbl="node2" presStyleIdx="2" presStyleCnt="3"/>
      <dgm:spPr/>
    </dgm:pt>
    <dgm:pt modelId="{55CFB461-0C81-4E31-A764-6C0BF2DAEC85}" type="pres">
      <dgm:prSet presAssocID="{776BA4EC-9DBA-4AAA-AE0F-93E49E28895B}" presName="hierChild4" presStyleCnt="0"/>
      <dgm:spPr/>
    </dgm:pt>
    <dgm:pt modelId="{EE7D6870-4E45-4199-B2D6-8C9CE32F96AC}" type="pres">
      <dgm:prSet presAssocID="{776BA4EC-9DBA-4AAA-AE0F-93E49E28895B}" presName="hierChild5" presStyleCnt="0"/>
      <dgm:spPr/>
    </dgm:pt>
    <dgm:pt modelId="{0934EF13-D488-4148-B637-0FE77D0367F8}" type="pres">
      <dgm:prSet presAssocID="{478C30B3-7B62-4616-A205-E84526CD2420}" presName="hierChild3" presStyleCnt="0"/>
      <dgm:spPr/>
    </dgm:pt>
  </dgm:ptLst>
  <dgm:cxnLst>
    <dgm:cxn modelId="{FEB6D219-CFA6-4CB9-B3A5-E7601859D0E1}" type="presOf" srcId="{B22DFA64-120B-41D0-85BC-6B324211E1A3}" destId="{60C2B741-901F-4DA6-AD24-F46DD68CAAAF}" srcOrd="0" destOrd="0" presId="urn:microsoft.com/office/officeart/2005/8/layout/orgChart1"/>
    <dgm:cxn modelId="{B590D928-BD88-4B0A-A115-91F145F1D904}" srcId="{CC48E0F3-11FD-42CE-AA21-2CC52A5F24E9}" destId="{478C30B3-7B62-4616-A205-E84526CD2420}" srcOrd="0" destOrd="0" parTransId="{86E56D4F-30A1-4418-95C1-DE4C3A654DBD}" sibTransId="{5644DDB3-2D4B-46C6-8680-9648EAD53FBD}"/>
    <dgm:cxn modelId="{7D19292C-E2D0-42FB-8B66-233F3D620415}" type="presOf" srcId="{CC48E0F3-11FD-42CE-AA21-2CC52A5F24E9}" destId="{6ACA5C97-CC35-49BA-86E5-8D7CBFDACB8A}" srcOrd="0" destOrd="0" presId="urn:microsoft.com/office/officeart/2005/8/layout/orgChart1"/>
    <dgm:cxn modelId="{9647BA5D-0262-4B5D-96F8-1139C8E6A785}" type="presOf" srcId="{478C30B3-7B62-4616-A205-E84526CD2420}" destId="{B9E1FF38-0CFE-4551-8418-6581AF909F9C}" srcOrd="0" destOrd="0" presId="urn:microsoft.com/office/officeart/2005/8/layout/orgChart1"/>
    <dgm:cxn modelId="{317CF561-676F-459D-9496-71F7A79C1E3A}" type="presOf" srcId="{D9DABA2F-72D4-47C7-8C52-6BF6C6360893}" destId="{D7E786DD-E146-4038-8FEF-D6489F636E62}" srcOrd="0" destOrd="0" presId="urn:microsoft.com/office/officeart/2005/8/layout/orgChart1"/>
    <dgm:cxn modelId="{8979F44D-3B39-45A4-B157-988D2AD9A10E}" type="presOf" srcId="{469F7177-EF47-4121-9DF2-010E4908CA2A}" destId="{54BF69C4-5BEF-402C-99C2-A0E408B21915}" srcOrd="1" destOrd="0" presId="urn:microsoft.com/office/officeart/2005/8/layout/orgChart1"/>
    <dgm:cxn modelId="{10D96351-B862-49CF-AC07-8761B8D08291}" srcId="{478C30B3-7B62-4616-A205-E84526CD2420}" destId="{B22DFA64-120B-41D0-85BC-6B324211E1A3}" srcOrd="1" destOrd="0" parTransId="{4140AA17-C3AE-4AA4-A78D-7A611992EFDD}" sibTransId="{C3BBD162-F496-4AA0-BFC7-77D4416D7DAA}"/>
    <dgm:cxn modelId="{696BFB72-8977-496D-A65E-3BF5669ACD6C}" type="presOf" srcId="{776BA4EC-9DBA-4AAA-AE0F-93E49E28895B}" destId="{E2F58D39-D6D1-4461-BE1C-0866DA6B9472}" srcOrd="1" destOrd="0" presId="urn:microsoft.com/office/officeart/2005/8/layout/orgChart1"/>
    <dgm:cxn modelId="{B9CEA299-DC55-4F95-8191-04C2CA68F89E}" type="presOf" srcId="{478C30B3-7B62-4616-A205-E84526CD2420}" destId="{AB7C944C-2CB8-470D-8259-765C358E80C1}" srcOrd="1" destOrd="0" presId="urn:microsoft.com/office/officeart/2005/8/layout/orgChart1"/>
    <dgm:cxn modelId="{CEC09A9D-4381-4819-ADD1-57F0F9951397}" type="presOf" srcId="{4140AA17-C3AE-4AA4-A78D-7A611992EFDD}" destId="{56ABB4EE-6879-43CF-A796-8440FBE92EDE}" srcOrd="0" destOrd="0" presId="urn:microsoft.com/office/officeart/2005/8/layout/orgChart1"/>
    <dgm:cxn modelId="{113499C5-9DAA-4085-BFE2-6708D8B1041D}" type="presOf" srcId="{B22DFA64-120B-41D0-85BC-6B324211E1A3}" destId="{3D857554-5B1F-4F2A-8D93-8D73D33CF17D}" srcOrd="1" destOrd="0" presId="urn:microsoft.com/office/officeart/2005/8/layout/orgChart1"/>
    <dgm:cxn modelId="{633B7CDB-9387-485E-9567-D3187130E410}" type="presOf" srcId="{587AA079-7D60-49A2-AC0F-CC89A26DE4E1}" destId="{4FD026B0-36A3-4460-800F-E38BE898191B}" srcOrd="0" destOrd="0" presId="urn:microsoft.com/office/officeart/2005/8/layout/orgChart1"/>
    <dgm:cxn modelId="{8229F7DD-E6DE-447A-9C12-37DA46848990}" srcId="{478C30B3-7B62-4616-A205-E84526CD2420}" destId="{469F7177-EF47-4121-9DF2-010E4908CA2A}" srcOrd="0" destOrd="0" parTransId="{587AA079-7D60-49A2-AC0F-CC89A26DE4E1}" sibTransId="{B8FAF4BB-05FA-4258-A897-85FA1A206A48}"/>
    <dgm:cxn modelId="{68EB5DE6-BB6A-4BBA-9AA3-ABE2B430CCBA}" type="presOf" srcId="{469F7177-EF47-4121-9DF2-010E4908CA2A}" destId="{468452A8-01E2-4C81-95D4-A339B98DBC1C}" srcOrd="0" destOrd="0" presId="urn:microsoft.com/office/officeart/2005/8/layout/orgChart1"/>
    <dgm:cxn modelId="{0D7A1EEC-CB46-4C02-89D7-709617F843F2}" srcId="{478C30B3-7B62-4616-A205-E84526CD2420}" destId="{776BA4EC-9DBA-4AAA-AE0F-93E49E28895B}" srcOrd="2" destOrd="0" parTransId="{D9DABA2F-72D4-47C7-8C52-6BF6C6360893}" sibTransId="{1E703571-A67D-43ED-BDD2-EA7F12EA038C}"/>
    <dgm:cxn modelId="{DEC911F7-8FE4-4133-8AE5-3A74E4AD4C42}" type="presOf" srcId="{776BA4EC-9DBA-4AAA-AE0F-93E49E28895B}" destId="{87E6289C-A4F7-4DEC-84A8-0C79060D2D64}" srcOrd="0" destOrd="0" presId="urn:microsoft.com/office/officeart/2005/8/layout/orgChart1"/>
    <dgm:cxn modelId="{FEEB0E54-1FDD-4842-88CE-2D94EA361E5D}" type="presParOf" srcId="{6ACA5C97-CC35-49BA-86E5-8D7CBFDACB8A}" destId="{89955B1E-6FC1-495A-8354-A05997044EAF}" srcOrd="0" destOrd="0" presId="urn:microsoft.com/office/officeart/2005/8/layout/orgChart1"/>
    <dgm:cxn modelId="{DCE96396-5984-4DC6-AD02-7B6D1CD352DA}" type="presParOf" srcId="{89955B1E-6FC1-495A-8354-A05997044EAF}" destId="{DFBBB904-6289-4A63-AC4F-233B7548886A}" srcOrd="0" destOrd="0" presId="urn:microsoft.com/office/officeart/2005/8/layout/orgChart1"/>
    <dgm:cxn modelId="{5F13EE07-D1AE-4AC0-B049-19164EE0F056}" type="presParOf" srcId="{DFBBB904-6289-4A63-AC4F-233B7548886A}" destId="{B9E1FF38-0CFE-4551-8418-6581AF909F9C}" srcOrd="0" destOrd="0" presId="urn:microsoft.com/office/officeart/2005/8/layout/orgChart1"/>
    <dgm:cxn modelId="{87DBBEB8-5DE8-4433-BA9D-5A410C7CF3B4}" type="presParOf" srcId="{DFBBB904-6289-4A63-AC4F-233B7548886A}" destId="{AB7C944C-2CB8-470D-8259-765C358E80C1}" srcOrd="1" destOrd="0" presId="urn:microsoft.com/office/officeart/2005/8/layout/orgChart1"/>
    <dgm:cxn modelId="{4B8BD249-1875-412D-B64A-A2DD4661A8C0}" type="presParOf" srcId="{89955B1E-6FC1-495A-8354-A05997044EAF}" destId="{A05BA729-A316-4BBC-9D6D-65F05C830C2A}" srcOrd="1" destOrd="0" presId="urn:microsoft.com/office/officeart/2005/8/layout/orgChart1"/>
    <dgm:cxn modelId="{AD9316DF-10AD-4506-B0D4-120730F7DEB9}" type="presParOf" srcId="{A05BA729-A316-4BBC-9D6D-65F05C830C2A}" destId="{4FD026B0-36A3-4460-800F-E38BE898191B}" srcOrd="0" destOrd="0" presId="urn:microsoft.com/office/officeart/2005/8/layout/orgChart1"/>
    <dgm:cxn modelId="{291FD297-C711-4CF6-9F5A-65F3E94ADD47}" type="presParOf" srcId="{A05BA729-A316-4BBC-9D6D-65F05C830C2A}" destId="{8F9F3C1B-38D4-474D-95D7-D0F457838849}" srcOrd="1" destOrd="0" presId="urn:microsoft.com/office/officeart/2005/8/layout/orgChart1"/>
    <dgm:cxn modelId="{62210B5E-9AC1-4068-BE40-5D2108FCE313}" type="presParOf" srcId="{8F9F3C1B-38D4-474D-95D7-D0F457838849}" destId="{6B822E76-E2C9-4014-9DB3-C19AB9D8DE09}" srcOrd="0" destOrd="0" presId="urn:microsoft.com/office/officeart/2005/8/layout/orgChart1"/>
    <dgm:cxn modelId="{1EC2E277-3C7F-40F3-99A7-FE8C9F96BA54}" type="presParOf" srcId="{6B822E76-E2C9-4014-9DB3-C19AB9D8DE09}" destId="{468452A8-01E2-4C81-95D4-A339B98DBC1C}" srcOrd="0" destOrd="0" presId="urn:microsoft.com/office/officeart/2005/8/layout/orgChart1"/>
    <dgm:cxn modelId="{0B4E93E4-9B59-462B-9D50-3EF768893284}" type="presParOf" srcId="{6B822E76-E2C9-4014-9DB3-C19AB9D8DE09}" destId="{54BF69C4-5BEF-402C-99C2-A0E408B21915}" srcOrd="1" destOrd="0" presId="urn:microsoft.com/office/officeart/2005/8/layout/orgChart1"/>
    <dgm:cxn modelId="{05B35AAC-7E7A-4CE0-B556-C2F4F5980865}" type="presParOf" srcId="{8F9F3C1B-38D4-474D-95D7-D0F457838849}" destId="{84264419-A7A4-4106-A58F-68E5996752FA}" srcOrd="1" destOrd="0" presId="urn:microsoft.com/office/officeart/2005/8/layout/orgChart1"/>
    <dgm:cxn modelId="{2182B991-57E1-4B9B-B98C-320DD4EC0FBF}" type="presParOf" srcId="{8F9F3C1B-38D4-474D-95D7-D0F457838849}" destId="{ADC491B8-6DA9-48F0-8254-8138CE257C07}" srcOrd="2" destOrd="0" presId="urn:microsoft.com/office/officeart/2005/8/layout/orgChart1"/>
    <dgm:cxn modelId="{9981984A-F708-4D54-8694-D42F33815966}" type="presParOf" srcId="{A05BA729-A316-4BBC-9D6D-65F05C830C2A}" destId="{56ABB4EE-6879-43CF-A796-8440FBE92EDE}" srcOrd="2" destOrd="0" presId="urn:microsoft.com/office/officeart/2005/8/layout/orgChart1"/>
    <dgm:cxn modelId="{7DD55D49-4320-480B-810A-8F80E47C7FAE}" type="presParOf" srcId="{A05BA729-A316-4BBC-9D6D-65F05C830C2A}" destId="{7D8AC49A-ED82-4FB6-961A-E7715289C9B5}" srcOrd="3" destOrd="0" presId="urn:microsoft.com/office/officeart/2005/8/layout/orgChart1"/>
    <dgm:cxn modelId="{28DB5A90-7F68-4FDD-A451-809CC1629795}" type="presParOf" srcId="{7D8AC49A-ED82-4FB6-961A-E7715289C9B5}" destId="{D6D08AD1-788E-48D3-A8AE-783A22A9C295}" srcOrd="0" destOrd="0" presId="urn:microsoft.com/office/officeart/2005/8/layout/orgChart1"/>
    <dgm:cxn modelId="{86E6BB97-DD6C-4DA0-8C76-F0A92DBE6F25}" type="presParOf" srcId="{D6D08AD1-788E-48D3-A8AE-783A22A9C295}" destId="{60C2B741-901F-4DA6-AD24-F46DD68CAAAF}" srcOrd="0" destOrd="0" presId="urn:microsoft.com/office/officeart/2005/8/layout/orgChart1"/>
    <dgm:cxn modelId="{76E628BD-015B-41EE-AF26-A72EB702F1DD}" type="presParOf" srcId="{D6D08AD1-788E-48D3-A8AE-783A22A9C295}" destId="{3D857554-5B1F-4F2A-8D93-8D73D33CF17D}" srcOrd="1" destOrd="0" presId="urn:microsoft.com/office/officeart/2005/8/layout/orgChart1"/>
    <dgm:cxn modelId="{E30971F4-4FB3-4207-A60D-AE9F4312774C}" type="presParOf" srcId="{7D8AC49A-ED82-4FB6-961A-E7715289C9B5}" destId="{FE73389F-1DD7-4E28-A207-63CCEAD668EF}" srcOrd="1" destOrd="0" presId="urn:microsoft.com/office/officeart/2005/8/layout/orgChart1"/>
    <dgm:cxn modelId="{0D2BD7B5-50C5-4B2F-8BEA-E605B374604C}" type="presParOf" srcId="{7D8AC49A-ED82-4FB6-961A-E7715289C9B5}" destId="{8A19F9F7-94BA-40CF-BAD0-5014376649DD}" srcOrd="2" destOrd="0" presId="urn:microsoft.com/office/officeart/2005/8/layout/orgChart1"/>
    <dgm:cxn modelId="{336B7E9C-8799-4BD8-B483-72D41C5CB8AC}" type="presParOf" srcId="{A05BA729-A316-4BBC-9D6D-65F05C830C2A}" destId="{D7E786DD-E146-4038-8FEF-D6489F636E62}" srcOrd="4" destOrd="0" presId="urn:microsoft.com/office/officeart/2005/8/layout/orgChart1"/>
    <dgm:cxn modelId="{52220873-6AD8-4323-B41C-8F10D7C91EE3}" type="presParOf" srcId="{A05BA729-A316-4BBC-9D6D-65F05C830C2A}" destId="{C0F8BD21-A123-47DD-AF15-B46384D587D5}" srcOrd="5" destOrd="0" presId="urn:microsoft.com/office/officeart/2005/8/layout/orgChart1"/>
    <dgm:cxn modelId="{223B3E0A-7140-4E92-B6F0-48DEBEFE0FB3}" type="presParOf" srcId="{C0F8BD21-A123-47DD-AF15-B46384D587D5}" destId="{4D48790C-158F-48E6-95E5-9CDE3BF5BFEE}" srcOrd="0" destOrd="0" presId="urn:microsoft.com/office/officeart/2005/8/layout/orgChart1"/>
    <dgm:cxn modelId="{78D097A3-CE10-40A6-8F68-14F37F92BA61}" type="presParOf" srcId="{4D48790C-158F-48E6-95E5-9CDE3BF5BFEE}" destId="{87E6289C-A4F7-4DEC-84A8-0C79060D2D64}" srcOrd="0" destOrd="0" presId="urn:microsoft.com/office/officeart/2005/8/layout/orgChart1"/>
    <dgm:cxn modelId="{48B53A9E-8B2C-4016-9D1C-90BB34F768C0}" type="presParOf" srcId="{4D48790C-158F-48E6-95E5-9CDE3BF5BFEE}" destId="{E2F58D39-D6D1-4461-BE1C-0866DA6B9472}" srcOrd="1" destOrd="0" presId="urn:microsoft.com/office/officeart/2005/8/layout/orgChart1"/>
    <dgm:cxn modelId="{A20036C0-2DA7-43AC-AF23-B577E3E3B955}" type="presParOf" srcId="{C0F8BD21-A123-47DD-AF15-B46384D587D5}" destId="{55CFB461-0C81-4E31-A764-6C0BF2DAEC85}" srcOrd="1" destOrd="0" presId="urn:microsoft.com/office/officeart/2005/8/layout/orgChart1"/>
    <dgm:cxn modelId="{5969E219-0D9A-4CB8-A39E-5C1C3716349A}" type="presParOf" srcId="{C0F8BD21-A123-47DD-AF15-B46384D587D5}" destId="{EE7D6870-4E45-4199-B2D6-8C9CE32F96AC}" srcOrd="2" destOrd="0" presId="urn:microsoft.com/office/officeart/2005/8/layout/orgChart1"/>
    <dgm:cxn modelId="{7B1576A0-4AD9-4E37-8050-1A851D107436}" type="presParOf" srcId="{89955B1E-6FC1-495A-8354-A05997044EAF}" destId="{0934EF13-D488-4148-B637-0FE77D0367F8}" srcOrd="2" destOrd="0" presId="urn:microsoft.com/office/officeart/2005/8/layout/orgChart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044762C-D1CC-4340-A35F-054E4B28E3F0}" type="doc">
      <dgm:prSet loTypeId="urn:microsoft.com/office/officeart/2005/8/layout/default#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5D6E03-9115-4FEA-85FB-D50D06516151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Maintain cordial relations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9F648A7F-77A7-433E-AA8A-39E010582A45}" type="parTrans" cxnId="{21504775-9E45-44B2-822D-64D38BB512AD}">
      <dgm:prSet/>
      <dgm:spPr/>
      <dgm:t>
        <a:bodyPr/>
        <a:lstStyle/>
        <a:p>
          <a:endParaRPr lang="en-US"/>
        </a:p>
      </dgm:t>
    </dgm:pt>
    <dgm:pt modelId="{A61A4D15-E214-42B5-9DA4-5E39BA19C7B2}" type="sibTrans" cxnId="{21504775-9E45-44B2-822D-64D38BB512AD}">
      <dgm:prSet/>
      <dgm:spPr/>
      <dgm:t>
        <a:bodyPr/>
        <a:lstStyle/>
        <a:p>
          <a:endParaRPr lang="en-US"/>
        </a:p>
      </dgm:t>
    </dgm:pt>
    <dgm:pt modelId="{894921EE-9693-47E5-83ED-CCC937EA778F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Choose proper medium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2483C72F-040A-420B-AFD2-F74E81EEB722}" type="parTrans" cxnId="{5CC1A8E5-61D9-43FA-9240-FDCA766A5EC4}">
      <dgm:prSet/>
      <dgm:spPr/>
      <dgm:t>
        <a:bodyPr/>
        <a:lstStyle/>
        <a:p>
          <a:endParaRPr lang="en-US"/>
        </a:p>
      </dgm:t>
    </dgm:pt>
    <dgm:pt modelId="{DE377ACF-6138-437C-9656-0793950C768B}" type="sibTrans" cxnId="{5CC1A8E5-61D9-43FA-9240-FDCA766A5EC4}">
      <dgm:prSet/>
      <dgm:spPr/>
      <dgm:t>
        <a:bodyPr/>
        <a:lstStyle/>
        <a:p>
          <a:endParaRPr lang="en-US"/>
        </a:p>
      </dgm:t>
    </dgm:pt>
    <dgm:pt modelId="{8DF2DAC8-86B4-485B-B4BE-6E8B382100FD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Choose proper channel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A62A3AAA-D0DE-40F2-8E4A-C67D366F7FB9}" type="parTrans" cxnId="{52AAF73B-8B81-4C4B-8780-ADED983D7701}">
      <dgm:prSet/>
      <dgm:spPr/>
      <dgm:t>
        <a:bodyPr/>
        <a:lstStyle/>
        <a:p>
          <a:endParaRPr lang="en-US"/>
        </a:p>
      </dgm:t>
    </dgm:pt>
    <dgm:pt modelId="{702A5535-DBC8-425E-AD39-6F548B3C2294}" type="sibTrans" cxnId="{52AAF73B-8B81-4C4B-8780-ADED983D7701}">
      <dgm:prSet/>
      <dgm:spPr/>
      <dgm:t>
        <a:bodyPr/>
        <a:lstStyle/>
        <a:p>
          <a:endParaRPr lang="en-US"/>
        </a:p>
      </dgm:t>
    </dgm:pt>
    <dgm:pt modelId="{AC4C455A-96C2-4B70-A854-E3C932A2EC26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Avoid sending long messages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E6239D48-59F6-4426-B2DC-F34DD59F978D}" type="parTrans" cxnId="{C5FD2299-AEBF-47E7-A574-E0857E74A341}">
      <dgm:prSet/>
      <dgm:spPr/>
      <dgm:t>
        <a:bodyPr/>
        <a:lstStyle/>
        <a:p>
          <a:endParaRPr lang="en-US"/>
        </a:p>
      </dgm:t>
    </dgm:pt>
    <dgm:pt modelId="{24185BA4-7551-4745-A2FE-25BE748BBCD9}" type="sibTrans" cxnId="{C5FD2299-AEBF-47E7-A574-E0857E74A341}">
      <dgm:prSet/>
      <dgm:spPr/>
      <dgm:t>
        <a:bodyPr/>
        <a:lstStyle/>
        <a:p>
          <a:endParaRPr lang="en-US"/>
        </a:p>
      </dgm:t>
    </dgm:pt>
    <dgm:pt modelId="{E7B7C96D-F554-4F1E-B978-27E5219D1E9C}">
      <dgm:prSet phldrT="[Text]" custT="1"/>
      <dgm:spPr/>
      <dgm:t>
        <a:bodyPr/>
        <a:lstStyle/>
        <a:p>
          <a:r>
            <a:rPr lang="en-IN" sz="2800" b="1" dirty="0">
              <a:latin typeface="Arial" pitchFamily="34" charset="0"/>
              <a:cs typeface="Arial" pitchFamily="34" charset="0"/>
            </a:rPr>
            <a:t>Use concrete words</a:t>
          </a:r>
          <a:endParaRPr lang="en-US" sz="2800" b="1" dirty="0">
            <a:latin typeface="Arial" pitchFamily="34" charset="0"/>
            <a:cs typeface="Arial" pitchFamily="34" charset="0"/>
          </a:endParaRPr>
        </a:p>
      </dgm:t>
    </dgm:pt>
    <dgm:pt modelId="{0B1BA2D3-C3B5-44BB-A3F7-A2FF77A0805B}" type="parTrans" cxnId="{722B9720-EBEB-42C2-8425-86182174A268}">
      <dgm:prSet/>
      <dgm:spPr/>
      <dgm:t>
        <a:bodyPr/>
        <a:lstStyle/>
        <a:p>
          <a:endParaRPr lang="en-US"/>
        </a:p>
      </dgm:t>
    </dgm:pt>
    <dgm:pt modelId="{28186E7D-17DC-48AA-B97C-F180BACE0813}" type="sibTrans" cxnId="{722B9720-EBEB-42C2-8425-86182174A268}">
      <dgm:prSet/>
      <dgm:spPr/>
      <dgm:t>
        <a:bodyPr/>
        <a:lstStyle/>
        <a:p>
          <a:endParaRPr lang="en-US"/>
        </a:p>
      </dgm:t>
    </dgm:pt>
    <dgm:pt modelId="{04EA414C-55B6-443C-BD9E-C9F13D8656D3}" type="pres">
      <dgm:prSet presAssocID="{E044762C-D1CC-4340-A35F-054E4B28E3F0}" presName="diagram" presStyleCnt="0">
        <dgm:presLayoutVars>
          <dgm:dir/>
          <dgm:resizeHandles val="exact"/>
        </dgm:presLayoutVars>
      </dgm:prSet>
      <dgm:spPr/>
    </dgm:pt>
    <dgm:pt modelId="{DE2B0DD5-D3E5-444F-8DD3-5FEA77CBD355}" type="pres">
      <dgm:prSet presAssocID="{4A5D6E03-9115-4FEA-85FB-D50D06516151}" presName="node" presStyleLbl="node1" presStyleIdx="0" presStyleCnt="5" custScaleX="64494" custScaleY="47120" custLinFactNeighborX="4335" custLinFactNeighborY="1355">
        <dgm:presLayoutVars>
          <dgm:bulletEnabled val="1"/>
        </dgm:presLayoutVars>
      </dgm:prSet>
      <dgm:spPr/>
    </dgm:pt>
    <dgm:pt modelId="{8B44CF30-5ED5-4DCD-8992-6D4A058861FA}" type="pres">
      <dgm:prSet presAssocID="{A61A4D15-E214-42B5-9DA4-5E39BA19C7B2}" presName="sibTrans" presStyleCnt="0"/>
      <dgm:spPr/>
    </dgm:pt>
    <dgm:pt modelId="{912F605D-B4E8-4A90-9621-17C2696FAF91}" type="pres">
      <dgm:prSet presAssocID="{894921EE-9693-47E5-83ED-CCC937EA778F}" presName="node" presStyleLbl="node1" presStyleIdx="1" presStyleCnt="5" custScaleX="68209" custScaleY="45357">
        <dgm:presLayoutVars>
          <dgm:bulletEnabled val="1"/>
        </dgm:presLayoutVars>
      </dgm:prSet>
      <dgm:spPr/>
    </dgm:pt>
    <dgm:pt modelId="{555EB9D5-9161-4241-83AC-415F5502AEC5}" type="pres">
      <dgm:prSet presAssocID="{DE377ACF-6138-437C-9656-0793950C768B}" presName="sibTrans" presStyleCnt="0"/>
      <dgm:spPr/>
    </dgm:pt>
    <dgm:pt modelId="{BEBB5085-74E7-4FC7-A819-3130799F273C}" type="pres">
      <dgm:prSet presAssocID="{8DF2DAC8-86B4-485B-B4BE-6E8B382100FD}" presName="node" presStyleLbl="node1" presStyleIdx="2" presStyleCnt="5" custScaleX="53532" custScaleY="46117" custLinFactNeighborX="-1793" custLinFactNeighborY="1281">
        <dgm:presLayoutVars>
          <dgm:bulletEnabled val="1"/>
        </dgm:presLayoutVars>
      </dgm:prSet>
      <dgm:spPr/>
    </dgm:pt>
    <dgm:pt modelId="{7EDF9729-1A14-4ED6-926E-3FEDBCAE824C}" type="pres">
      <dgm:prSet presAssocID="{702A5535-DBC8-425E-AD39-6F548B3C2294}" presName="sibTrans" presStyleCnt="0"/>
      <dgm:spPr/>
    </dgm:pt>
    <dgm:pt modelId="{1E9B9673-407C-4A96-B02A-82CDB0E85D9E}" type="pres">
      <dgm:prSet presAssocID="{AC4C455A-96C2-4B70-A854-E3C932A2EC26}" presName="node" presStyleLbl="node1" presStyleIdx="3" presStyleCnt="5" custScaleX="71554" custScaleY="44304">
        <dgm:presLayoutVars>
          <dgm:bulletEnabled val="1"/>
        </dgm:presLayoutVars>
      </dgm:prSet>
      <dgm:spPr/>
    </dgm:pt>
    <dgm:pt modelId="{C76F10D7-23DF-4C93-A695-2D5309DD53F1}" type="pres">
      <dgm:prSet presAssocID="{24185BA4-7551-4745-A2FE-25BE748BBCD9}" presName="sibTrans" presStyleCnt="0"/>
      <dgm:spPr/>
    </dgm:pt>
    <dgm:pt modelId="{37F3D29A-95B3-4EB7-AA9F-022CE9A375FA}" type="pres">
      <dgm:prSet presAssocID="{E7B7C96D-F554-4F1E-B978-27E5219D1E9C}" presName="node" presStyleLbl="node1" presStyleIdx="4" presStyleCnt="5" custScaleX="64458" custScaleY="42518" custLinFactNeighborX="1027" custLinFactNeighborY="-571">
        <dgm:presLayoutVars>
          <dgm:bulletEnabled val="1"/>
        </dgm:presLayoutVars>
      </dgm:prSet>
      <dgm:spPr/>
    </dgm:pt>
  </dgm:ptLst>
  <dgm:cxnLst>
    <dgm:cxn modelId="{722B9720-EBEB-42C2-8425-86182174A268}" srcId="{E044762C-D1CC-4340-A35F-054E4B28E3F0}" destId="{E7B7C96D-F554-4F1E-B978-27E5219D1E9C}" srcOrd="4" destOrd="0" parTransId="{0B1BA2D3-C3B5-44BB-A3F7-A2FF77A0805B}" sibTransId="{28186E7D-17DC-48AA-B97C-F180BACE0813}"/>
    <dgm:cxn modelId="{6957EB31-3E54-48A7-BAD9-50E9D091E033}" type="presOf" srcId="{E7B7C96D-F554-4F1E-B978-27E5219D1E9C}" destId="{37F3D29A-95B3-4EB7-AA9F-022CE9A375FA}" srcOrd="0" destOrd="0" presId="urn:microsoft.com/office/officeart/2005/8/layout/default#3"/>
    <dgm:cxn modelId="{52AAF73B-8B81-4C4B-8780-ADED983D7701}" srcId="{E044762C-D1CC-4340-A35F-054E4B28E3F0}" destId="{8DF2DAC8-86B4-485B-B4BE-6E8B382100FD}" srcOrd="2" destOrd="0" parTransId="{A62A3AAA-D0DE-40F2-8E4A-C67D366F7FB9}" sibTransId="{702A5535-DBC8-425E-AD39-6F548B3C2294}"/>
    <dgm:cxn modelId="{5ECEC96A-B472-4470-A19C-96678714EA4E}" type="presOf" srcId="{4A5D6E03-9115-4FEA-85FB-D50D06516151}" destId="{DE2B0DD5-D3E5-444F-8DD3-5FEA77CBD355}" srcOrd="0" destOrd="0" presId="urn:microsoft.com/office/officeart/2005/8/layout/default#3"/>
    <dgm:cxn modelId="{745C5F74-53CF-4A08-A9BA-F8F69E40DECE}" type="presOf" srcId="{E044762C-D1CC-4340-A35F-054E4B28E3F0}" destId="{04EA414C-55B6-443C-BD9E-C9F13D8656D3}" srcOrd="0" destOrd="0" presId="urn:microsoft.com/office/officeart/2005/8/layout/default#3"/>
    <dgm:cxn modelId="{21504775-9E45-44B2-822D-64D38BB512AD}" srcId="{E044762C-D1CC-4340-A35F-054E4B28E3F0}" destId="{4A5D6E03-9115-4FEA-85FB-D50D06516151}" srcOrd="0" destOrd="0" parTransId="{9F648A7F-77A7-433E-AA8A-39E010582A45}" sibTransId="{A61A4D15-E214-42B5-9DA4-5E39BA19C7B2}"/>
    <dgm:cxn modelId="{C5FD2299-AEBF-47E7-A574-E0857E74A341}" srcId="{E044762C-D1CC-4340-A35F-054E4B28E3F0}" destId="{AC4C455A-96C2-4B70-A854-E3C932A2EC26}" srcOrd="3" destOrd="0" parTransId="{E6239D48-59F6-4426-B2DC-F34DD59F978D}" sibTransId="{24185BA4-7551-4745-A2FE-25BE748BBCD9}"/>
    <dgm:cxn modelId="{169713D4-A3AE-4FB7-ADD0-C57573D7C442}" type="presOf" srcId="{8DF2DAC8-86B4-485B-B4BE-6E8B382100FD}" destId="{BEBB5085-74E7-4FC7-A819-3130799F273C}" srcOrd="0" destOrd="0" presId="urn:microsoft.com/office/officeart/2005/8/layout/default#3"/>
    <dgm:cxn modelId="{5CC1A8E5-61D9-43FA-9240-FDCA766A5EC4}" srcId="{E044762C-D1CC-4340-A35F-054E4B28E3F0}" destId="{894921EE-9693-47E5-83ED-CCC937EA778F}" srcOrd="1" destOrd="0" parTransId="{2483C72F-040A-420B-AFD2-F74E81EEB722}" sibTransId="{DE377ACF-6138-437C-9656-0793950C768B}"/>
    <dgm:cxn modelId="{6439B6E8-2A8C-4779-AF77-908E07518511}" type="presOf" srcId="{AC4C455A-96C2-4B70-A854-E3C932A2EC26}" destId="{1E9B9673-407C-4A96-B02A-82CDB0E85D9E}" srcOrd="0" destOrd="0" presId="urn:microsoft.com/office/officeart/2005/8/layout/default#3"/>
    <dgm:cxn modelId="{FB07A6FC-FC22-4C00-8A3D-0B4136AE90C0}" type="presOf" srcId="{894921EE-9693-47E5-83ED-CCC937EA778F}" destId="{912F605D-B4E8-4A90-9621-17C2696FAF91}" srcOrd="0" destOrd="0" presId="urn:microsoft.com/office/officeart/2005/8/layout/default#3"/>
    <dgm:cxn modelId="{FCC1286D-E1BD-48F4-A947-0C3439A5519C}" type="presParOf" srcId="{04EA414C-55B6-443C-BD9E-C9F13D8656D3}" destId="{DE2B0DD5-D3E5-444F-8DD3-5FEA77CBD355}" srcOrd="0" destOrd="0" presId="urn:microsoft.com/office/officeart/2005/8/layout/default#3"/>
    <dgm:cxn modelId="{D51176C4-D32C-4360-8298-9457F561A058}" type="presParOf" srcId="{04EA414C-55B6-443C-BD9E-C9F13D8656D3}" destId="{8B44CF30-5ED5-4DCD-8992-6D4A058861FA}" srcOrd="1" destOrd="0" presId="urn:microsoft.com/office/officeart/2005/8/layout/default#3"/>
    <dgm:cxn modelId="{BC9455C8-4854-4273-A155-E0AC89588010}" type="presParOf" srcId="{04EA414C-55B6-443C-BD9E-C9F13D8656D3}" destId="{912F605D-B4E8-4A90-9621-17C2696FAF91}" srcOrd="2" destOrd="0" presId="urn:microsoft.com/office/officeart/2005/8/layout/default#3"/>
    <dgm:cxn modelId="{BEC39F39-E3CD-4021-BF9F-1ABC80329C1B}" type="presParOf" srcId="{04EA414C-55B6-443C-BD9E-C9F13D8656D3}" destId="{555EB9D5-9161-4241-83AC-415F5502AEC5}" srcOrd="3" destOrd="0" presId="urn:microsoft.com/office/officeart/2005/8/layout/default#3"/>
    <dgm:cxn modelId="{D1797548-B28A-467B-BBE5-8E778A2BF020}" type="presParOf" srcId="{04EA414C-55B6-443C-BD9E-C9F13D8656D3}" destId="{BEBB5085-74E7-4FC7-A819-3130799F273C}" srcOrd="4" destOrd="0" presId="urn:microsoft.com/office/officeart/2005/8/layout/default#3"/>
    <dgm:cxn modelId="{4B0C8CE9-177A-41A8-9D0D-4C5C4869A00A}" type="presParOf" srcId="{04EA414C-55B6-443C-BD9E-C9F13D8656D3}" destId="{7EDF9729-1A14-4ED6-926E-3FEDBCAE824C}" srcOrd="5" destOrd="0" presId="urn:microsoft.com/office/officeart/2005/8/layout/default#3"/>
    <dgm:cxn modelId="{8F7CFF78-7D06-4D84-9A3E-2CF29A964621}" type="presParOf" srcId="{04EA414C-55B6-443C-BD9E-C9F13D8656D3}" destId="{1E9B9673-407C-4A96-B02A-82CDB0E85D9E}" srcOrd="6" destOrd="0" presId="urn:microsoft.com/office/officeart/2005/8/layout/default#3"/>
    <dgm:cxn modelId="{F2F2C079-7220-42FC-B26A-0A5430B6B3EE}" type="presParOf" srcId="{04EA414C-55B6-443C-BD9E-C9F13D8656D3}" destId="{C76F10D7-23DF-4C93-A695-2D5309DD53F1}" srcOrd="7" destOrd="0" presId="urn:microsoft.com/office/officeart/2005/8/layout/default#3"/>
    <dgm:cxn modelId="{F512C326-175F-45E5-AF70-1F7024FF2A6C}" type="presParOf" srcId="{04EA414C-55B6-443C-BD9E-C9F13D8656D3}" destId="{37F3D29A-95B3-4EB7-AA9F-022CE9A375FA}" srcOrd="8" destOrd="0" presId="urn:microsoft.com/office/officeart/2005/8/layout/default#3"/>
  </dgm:cxnLst>
  <dgm:bg>
    <a:solidFill>
      <a:schemeClr val="bg1"/>
    </a:solidFill>
  </dgm:bg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AFB23-3A5C-4A7F-ABC5-E1BC35197D61}">
      <dsp:nvSpPr>
        <dsp:cNvPr id="0" name=""/>
        <dsp:cNvSpPr/>
      </dsp:nvSpPr>
      <dsp:spPr>
        <a:xfrm rot="5400000">
          <a:off x="6472758" y="-2635236"/>
          <a:ext cx="1048947" cy="65856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Psychological	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Perceptional</a:t>
          </a:r>
        </a:p>
      </dsp:txBody>
      <dsp:txXfrm rot="-5400000">
        <a:off x="3704417" y="184310"/>
        <a:ext cx="6534425" cy="946537"/>
      </dsp:txXfrm>
    </dsp:sp>
    <dsp:sp modelId="{3E83F748-9932-4D84-A29E-964B29966F87}">
      <dsp:nvSpPr>
        <dsp:cNvPr id="0" name=""/>
        <dsp:cNvSpPr/>
      </dsp:nvSpPr>
      <dsp:spPr>
        <a:xfrm>
          <a:off x="0" y="1986"/>
          <a:ext cx="3704417" cy="13111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Arising from Sender/ Receiver’s Personality</a:t>
          </a:r>
        </a:p>
      </dsp:txBody>
      <dsp:txXfrm>
        <a:off x="64007" y="65993"/>
        <a:ext cx="3576403" cy="1183170"/>
      </dsp:txXfrm>
    </dsp:sp>
    <dsp:sp modelId="{38DC8C90-B527-4E7E-A5F4-E3A41B98BD4A}">
      <dsp:nvSpPr>
        <dsp:cNvPr id="0" name=""/>
        <dsp:cNvSpPr/>
      </dsp:nvSpPr>
      <dsp:spPr>
        <a:xfrm rot="5400000">
          <a:off x="6472758" y="-1258492"/>
          <a:ext cx="1048947" cy="65856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Limited Frame Of Reference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Emotional Interference</a:t>
          </a:r>
        </a:p>
      </dsp:txBody>
      <dsp:txXfrm rot="-5400000">
        <a:off x="3704417" y="1561054"/>
        <a:ext cx="6534425" cy="946537"/>
      </dsp:txXfrm>
    </dsp:sp>
    <dsp:sp modelId="{9E58CF31-0BD8-473C-A1B2-35B944C42D63}">
      <dsp:nvSpPr>
        <dsp:cNvPr id="0" name=""/>
        <dsp:cNvSpPr/>
      </dsp:nvSpPr>
      <dsp:spPr>
        <a:xfrm>
          <a:off x="0" y="1378730"/>
          <a:ext cx="3704417" cy="13111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Related To Interpersonal Transactions</a:t>
          </a:r>
        </a:p>
      </dsp:txBody>
      <dsp:txXfrm>
        <a:off x="64007" y="1442737"/>
        <a:ext cx="3576403" cy="1183170"/>
      </dsp:txXfrm>
    </dsp:sp>
    <dsp:sp modelId="{8715C8EF-53FA-48E6-A334-163B70255136}">
      <dsp:nvSpPr>
        <dsp:cNvPr id="0" name=""/>
        <dsp:cNvSpPr/>
      </dsp:nvSpPr>
      <dsp:spPr>
        <a:xfrm rot="5400000">
          <a:off x="6472758" y="118250"/>
          <a:ext cx="1048947" cy="65856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Organizational Policy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Technological Barriers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Physiological Barriers</a:t>
          </a:r>
        </a:p>
      </dsp:txBody>
      <dsp:txXfrm rot="-5400000">
        <a:off x="3704417" y="2937797"/>
        <a:ext cx="6534425" cy="946537"/>
      </dsp:txXfrm>
    </dsp:sp>
    <dsp:sp modelId="{0A4D9E61-3D7F-402F-A5F5-D917FC06734B}">
      <dsp:nvSpPr>
        <dsp:cNvPr id="0" name=""/>
        <dsp:cNvSpPr/>
      </dsp:nvSpPr>
      <dsp:spPr>
        <a:xfrm>
          <a:off x="0" y="2755473"/>
          <a:ext cx="3704417" cy="13111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itchFamily="34" charset="0"/>
              <a:cs typeface="Arial" pitchFamily="34" charset="0"/>
            </a:rPr>
            <a:t>Related To Organizational Network</a:t>
          </a:r>
        </a:p>
      </dsp:txBody>
      <dsp:txXfrm>
        <a:off x="64007" y="2819480"/>
        <a:ext cx="3576403" cy="1183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3C3FC-FEC0-41A9-AA96-0669F77DFE15}">
      <dsp:nvSpPr>
        <dsp:cNvPr id="0" name=""/>
        <dsp:cNvSpPr/>
      </dsp:nvSpPr>
      <dsp:spPr>
        <a:xfrm>
          <a:off x="5273419" y="1840178"/>
          <a:ext cx="2336331" cy="872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482"/>
              </a:lnTo>
              <a:lnTo>
                <a:pt x="2336331" y="189482"/>
              </a:lnTo>
              <a:lnTo>
                <a:pt x="2336331" y="8728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E2D564-4857-49BD-B4CD-AAC47F868AE6}">
      <dsp:nvSpPr>
        <dsp:cNvPr id="0" name=""/>
        <dsp:cNvSpPr/>
      </dsp:nvSpPr>
      <dsp:spPr>
        <a:xfrm>
          <a:off x="2706897" y="1840178"/>
          <a:ext cx="2566521" cy="888318"/>
        </a:xfrm>
        <a:custGeom>
          <a:avLst/>
          <a:gdLst/>
          <a:ahLst/>
          <a:cxnLst/>
          <a:rect l="0" t="0" r="0" b="0"/>
          <a:pathLst>
            <a:path>
              <a:moveTo>
                <a:pt x="2566521" y="0"/>
              </a:moveTo>
              <a:lnTo>
                <a:pt x="2566521" y="204971"/>
              </a:lnTo>
              <a:lnTo>
                <a:pt x="0" y="204971"/>
              </a:lnTo>
              <a:lnTo>
                <a:pt x="0" y="8883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B03913-CFCC-471C-B745-D66584E9973B}">
      <dsp:nvSpPr>
        <dsp:cNvPr id="0" name=""/>
        <dsp:cNvSpPr/>
      </dsp:nvSpPr>
      <dsp:spPr>
        <a:xfrm>
          <a:off x="2395323" y="140628"/>
          <a:ext cx="5756190" cy="1699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Arising from Sender/ Receiver's personality</a:t>
          </a:r>
        </a:p>
      </dsp:txBody>
      <dsp:txXfrm>
        <a:off x="2395323" y="140628"/>
        <a:ext cx="5756190" cy="1699549"/>
      </dsp:txXfrm>
    </dsp:sp>
    <dsp:sp modelId="{2DF4C455-0618-42BD-AFD7-FDD32451C39D}">
      <dsp:nvSpPr>
        <dsp:cNvPr id="0" name=""/>
        <dsp:cNvSpPr/>
      </dsp:nvSpPr>
      <dsp:spPr>
        <a:xfrm>
          <a:off x="1038229" y="2728496"/>
          <a:ext cx="3337337" cy="1284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Psychological</a:t>
          </a:r>
        </a:p>
      </dsp:txBody>
      <dsp:txXfrm>
        <a:off x="1038229" y="2728496"/>
        <a:ext cx="3337337" cy="1284985"/>
      </dsp:txXfrm>
    </dsp:sp>
    <dsp:sp modelId="{5FC5C9C4-CD16-4CAD-9745-8973F64E06B8}">
      <dsp:nvSpPr>
        <dsp:cNvPr id="0" name=""/>
        <dsp:cNvSpPr/>
      </dsp:nvSpPr>
      <dsp:spPr>
        <a:xfrm>
          <a:off x="5742195" y="2713007"/>
          <a:ext cx="3735110" cy="12099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Perceptional</a:t>
          </a:r>
        </a:p>
      </dsp:txBody>
      <dsp:txXfrm>
        <a:off x="5742195" y="2713007"/>
        <a:ext cx="3735110" cy="12099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E22F8-B2C0-417A-B71A-F014F4B27120}">
      <dsp:nvSpPr>
        <dsp:cNvPr id="0" name=""/>
        <dsp:cNvSpPr/>
      </dsp:nvSpPr>
      <dsp:spPr>
        <a:xfrm>
          <a:off x="1804767" y="165653"/>
          <a:ext cx="3061145" cy="17609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Develop empathy and flexibility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1804767" y="165653"/>
        <a:ext cx="3061145" cy="1760971"/>
      </dsp:txXfrm>
    </dsp:sp>
    <dsp:sp modelId="{F7A30661-5D8E-4A60-8AE4-F166310C8E23}">
      <dsp:nvSpPr>
        <dsp:cNvPr id="0" name=""/>
        <dsp:cNvSpPr/>
      </dsp:nvSpPr>
      <dsp:spPr>
        <a:xfrm>
          <a:off x="5294561" y="132193"/>
          <a:ext cx="3414094" cy="18278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Provide positive criticism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5294561" y="132193"/>
        <a:ext cx="3414094" cy="1827891"/>
      </dsp:txXfrm>
    </dsp:sp>
    <dsp:sp modelId="{EB333C54-4240-4C0D-A5AC-9DC2A553974F}">
      <dsp:nvSpPr>
        <dsp:cNvPr id="0" name=""/>
        <dsp:cNvSpPr/>
      </dsp:nvSpPr>
      <dsp:spPr>
        <a:xfrm>
          <a:off x="2474" y="2431876"/>
          <a:ext cx="3180910" cy="1744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Create mutual understanding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2474" y="2431876"/>
        <a:ext cx="3180910" cy="1744125"/>
      </dsp:txXfrm>
    </dsp:sp>
    <dsp:sp modelId="{890E63FA-E0F4-4871-90D5-E9AB449B83F3}">
      <dsp:nvSpPr>
        <dsp:cNvPr id="0" name=""/>
        <dsp:cNvSpPr/>
      </dsp:nvSpPr>
      <dsp:spPr>
        <a:xfrm>
          <a:off x="3612032" y="2388732"/>
          <a:ext cx="3421810" cy="18304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Maintain positive body language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3612032" y="2388732"/>
        <a:ext cx="3421810" cy="1830412"/>
      </dsp:txXfrm>
    </dsp:sp>
    <dsp:sp modelId="{ABC85B0F-91F9-4CBF-9BA2-758630B6A975}">
      <dsp:nvSpPr>
        <dsp:cNvPr id="0" name=""/>
        <dsp:cNvSpPr/>
      </dsp:nvSpPr>
      <dsp:spPr>
        <a:xfrm>
          <a:off x="7462490" y="2440517"/>
          <a:ext cx="3048457" cy="17268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Avoid stereotyping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7462490" y="2440517"/>
        <a:ext cx="3048457" cy="17268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AECED-E73B-4369-A292-F1974BA4638A}">
      <dsp:nvSpPr>
        <dsp:cNvPr id="0" name=""/>
        <dsp:cNvSpPr/>
      </dsp:nvSpPr>
      <dsp:spPr>
        <a:xfrm>
          <a:off x="9227" y="1503450"/>
          <a:ext cx="3443756" cy="16393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Interpersonal Transactions</a:t>
          </a:r>
        </a:p>
      </dsp:txBody>
      <dsp:txXfrm>
        <a:off x="57241" y="1551464"/>
        <a:ext cx="3347728" cy="1543288"/>
      </dsp:txXfrm>
    </dsp:sp>
    <dsp:sp modelId="{A4A98B72-F7BE-4191-984E-24CB5AEAA1C6}">
      <dsp:nvSpPr>
        <dsp:cNvPr id="0" name=""/>
        <dsp:cNvSpPr/>
      </dsp:nvSpPr>
      <dsp:spPr>
        <a:xfrm rot="19177529">
          <a:off x="3305930" y="1898832"/>
          <a:ext cx="1234844" cy="48643"/>
        </a:xfrm>
        <a:custGeom>
          <a:avLst/>
          <a:gdLst/>
          <a:ahLst/>
          <a:cxnLst/>
          <a:rect l="0" t="0" r="0" b="0"/>
          <a:pathLst>
            <a:path>
              <a:moveTo>
                <a:pt x="0" y="24321"/>
              </a:moveTo>
              <a:lnTo>
                <a:pt x="1234844" y="243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latin typeface="Arial" pitchFamily="34" charset="0"/>
            <a:cs typeface="Arial" pitchFamily="34" charset="0"/>
          </a:endParaRPr>
        </a:p>
      </dsp:txBody>
      <dsp:txXfrm>
        <a:off x="3892481" y="1892283"/>
        <a:ext cx="61742" cy="61742"/>
      </dsp:txXfrm>
    </dsp:sp>
    <dsp:sp modelId="{E28D2E7C-5D9B-419F-BAE7-84813F863DD4}">
      <dsp:nvSpPr>
        <dsp:cNvPr id="0" name=""/>
        <dsp:cNvSpPr/>
      </dsp:nvSpPr>
      <dsp:spPr>
        <a:xfrm>
          <a:off x="4393721" y="603382"/>
          <a:ext cx="2820071" cy="18396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Frame of Reference</a:t>
          </a:r>
        </a:p>
      </dsp:txBody>
      <dsp:txXfrm>
        <a:off x="4447602" y="657263"/>
        <a:ext cx="2712309" cy="1731873"/>
      </dsp:txXfrm>
    </dsp:sp>
    <dsp:sp modelId="{8F3EA68C-683A-4473-B97A-995E2A4D0B36}">
      <dsp:nvSpPr>
        <dsp:cNvPr id="0" name=""/>
        <dsp:cNvSpPr/>
      </dsp:nvSpPr>
      <dsp:spPr>
        <a:xfrm rot="19492503">
          <a:off x="7109067" y="1167991"/>
          <a:ext cx="1150187" cy="48643"/>
        </a:xfrm>
        <a:custGeom>
          <a:avLst/>
          <a:gdLst/>
          <a:ahLst/>
          <a:cxnLst/>
          <a:rect l="0" t="0" r="0" b="0"/>
          <a:pathLst>
            <a:path>
              <a:moveTo>
                <a:pt x="0" y="24321"/>
              </a:moveTo>
              <a:lnTo>
                <a:pt x="1150187" y="243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latin typeface="Arial" pitchFamily="34" charset="0"/>
            <a:cs typeface="Arial" pitchFamily="34" charset="0"/>
          </a:endParaRPr>
        </a:p>
      </dsp:txBody>
      <dsp:txXfrm>
        <a:off x="7655406" y="1163558"/>
        <a:ext cx="57509" cy="57509"/>
      </dsp:txXfrm>
    </dsp:sp>
    <dsp:sp modelId="{E9EB8864-22FE-4116-9A81-D84D121D5903}">
      <dsp:nvSpPr>
        <dsp:cNvPr id="0" name=""/>
        <dsp:cNvSpPr/>
      </dsp:nvSpPr>
      <dsp:spPr>
        <a:xfrm>
          <a:off x="8154529" y="308502"/>
          <a:ext cx="2351842" cy="11058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Semantics</a:t>
          </a:r>
        </a:p>
      </dsp:txBody>
      <dsp:txXfrm>
        <a:off x="8186918" y="340891"/>
        <a:ext cx="2287064" cy="1041070"/>
      </dsp:txXfrm>
    </dsp:sp>
    <dsp:sp modelId="{9E32D752-6A7B-40E4-A182-9964E571C99E}">
      <dsp:nvSpPr>
        <dsp:cNvPr id="0" name=""/>
        <dsp:cNvSpPr/>
      </dsp:nvSpPr>
      <dsp:spPr>
        <a:xfrm rot="2056480">
          <a:off x="7114946" y="1819437"/>
          <a:ext cx="1138428" cy="48643"/>
        </a:xfrm>
        <a:custGeom>
          <a:avLst/>
          <a:gdLst/>
          <a:ahLst/>
          <a:cxnLst/>
          <a:rect l="0" t="0" r="0" b="0"/>
          <a:pathLst>
            <a:path>
              <a:moveTo>
                <a:pt x="0" y="24321"/>
              </a:moveTo>
              <a:lnTo>
                <a:pt x="1138428" y="243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latin typeface="Arial" pitchFamily="34" charset="0"/>
            <a:cs typeface="Arial" pitchFamily="34" charset="0"/>
          </a:endParaRPr>
        </a:p>
      </dsp:txBody>
      <dsp:txXfrm>
        <a:off x="7655700" y="1815298"/>
        <a:ext cx="56921" cy="56921"/>
      </dsp:txXfrm>
    </dsp:sp>
    <dsp:sp modelId="{F46F5B56-42A0-4862-B3D8-341549B2FF0B}">
      <dsp:nvSpPr>
        <dsp:cNvPr id="0" name=""/>
        <dsp:cNvSpPr/>
      </dsp:nvSpPr>
      <dsp:spPr>
        <a:xfrm>
          <a:off x="8154529" y="1590739"/>
          <a:ext cx="2351842" cy="11471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Cultural Background</a:t>
          </a:r>
        </a:p>
      </dsp:txBody>
      <dsp:txXfrm>
        <a:off x="8188128" y="1624338"/>
        <a:ext cx="2284644" cy="1079960"/>
      </dsp:txXfrm>
    </dsp:sp>
    <dsp:sp modelId="{8556C07C-CBB4-4786-84A7-9E3554A239C2}">
      <dsp:nvSpPr>
        <dsp:cNvPr id="0" name=""/>
        <dsp:cNvSpPr/>
      </dsp:nvSpPr>
      <dsp:spPr>
        <a:xfrm rot="2746600">
          <a:off x="3240204" y="2802792"/>
          <a:ext cx="1406606" cy="48643"/>
        </a:xfrm>
        <a:custGeom>
          <a:avLst/>
          <a:gdLst/>
          <a:ahLst/>
          <a:cxnLst/>
          <a:rect l="0" t="0" r="0" b="0"/>
          <a:pathLst>
            <a:path>
              <a:moveTo>
                <a:pt x="0" y="24321"/>
              </a:moveTo>
              <a:lnTo>
                <a:pt x="1406606" y="243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latin typeface="Arial" pitchFamily="34" charset="0"/>
            <a:cs typeface="Arial" pitchFamily="34" charset="0"/>
          </a:endParaRPr>
        </a:p>
      </dsp:txBody>
      <dsp:txXfrm>
        <a:off x="3908342" y="2791949"/>
        <a:ext cx="70330" cy="70330"/>
      </dsp:txXfrm>
    </dsp:sp>
    <dsp:sp modelId="{6F1D344E-BED3-4CE2-9546-716AFB83CA7D}">
      <dsp:nvSpPr>
        <dsp:cNvPr id="0" name=""/>
        <dsp:cNvSpPr/>
      </dsp:nvSpPr>
      <dsp:spPr>
        <a:xfrm>
          <a:off x="4434031" y="2619405"/>
          <a:ext cx="2723198" cy="14234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Emotional Interference</a:t>
          </a:r>
        </a:p>
      </dsp:txBody>
      <dsp:txXfrm>
        <a:off x="4475722" y="2661096"/>
        <a:ext cx="2639816" cy="13400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15887-EB79-4C2D-B642-BB9E4D529EA1}">
      <dsp:nvSpPr>
        <dsp:cNvPr id="0" name=""/>
        <dsp:cNvSpPr/>
      </dsp:nvSpPr>
      <dsp:spPr>
        <a:xfrm>
          <a:off x="51" y="30429"/>
          <a:ext cx="4913783" cy="169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Semantic Barriers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51" y="30429"/>
        <a:ext cx="4913783" cy="1699200"/>
      </dsp:txXfrm>
    </dsp:sp>
    <dsp:sp modelId="{05B8A77E-F174-468D-8C63-BE6A04050821}">
      <dsp:nvSpPr>
        <dsp:cNvPr id="0" name=""/>
        <dsp:cNvSpPr/>
      </dsp:nvSpPr>
      <dsp:spPr>
        <a:xfrm>
          <a:off x="51" y="1729629"/>
          <a:ext cx="4913783" cy="2591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>
              <a:latin typeface="Arial" pitchFamily="34" charset="0"/>
              <a:cs typeface="Arial" pitchFamily="34" charset="0"/>
            </a:rPr>
            <a:t>Use of jargon</a:t>
          </a:r>
          <a:endParaRPr lang="en-US" sz="2800" kern="1200" dirty="0">
            <a:latin typeface="Arial" pitchFamily="34" charset="0"/>
            <a:cs typeface="Arial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>
              <a:latin typeface="Arial" pitchFamily="34" charset="0"/>
              <a:cs typeface="Arial" pitchFamily="34" charset="0"/>
            </a:rPr>
            <a:t>Symbols and words with different meanings</a:t>
          </a:r>
          <a:endParaRPr lang="en-US" sz="2800" kern="1200" dirty="0">
            <a:latin typeface="Arial" pitchFamily="34" charset="0"/>
            <a:cs typeface="Arial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>
              <a:latin typeface="Arial" pitchFamily="34" charset="0"/>
              <a:cs typeface="Arial" pitchFamily="34" charset="0"/>
            </a:rPr>
            <a:t>Badly expressed message</a:t>
          </a:r>
          <a:endParaRPr lang="en-US" sz="2800" kern="1200" dirty="0">
            <a:latin typeface="Arial" pitchFamily="34" charset="0"/>
            <a:cs typeface="Arial" pitchFamily="34" charset="0"/>
          </a:endParaRPr>
        </a:p>
      </dsp:txBody>
      <dsp:txXfrm>
        <a:off x="51" y="1729629"/>
        <a:ext cx="4913783" cy="2591280"/>
      </dsp:txXfrm>
    </dsp:sp>
    <dsp:sp modelId="{0CFE3D12-5907-4631-936A-1492DB3C0B85}">
      <dsp:nvSpPr>
        <dsp:cNvPr id="0" name=""/>
        <dsp:cNvSpPr/>
      </dsp:nvSpPr>
      <dsp:spPr>
        <a:xfrm>
          <a:off x="5601764" y="30429"/>
          <a:ext cx="4913783" cy="169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Cultural Barriers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5601764" y="30429"/>
        <a:ext cx="4913783" cy="1699200"/>
      </dsp:txXfrm>
    </dsp:sp>
    <dsp:sp modelId="{A805AA6E-26D4-4CE9-810A-93A73C58B433}">
      <dsp:nvSpPr>
        <dsp:cNvPr id="0" name=""/>
        <dsp:cNvSpPr/>
      </dsp:nvSpPr>
      <dsp:spPr>
        <a:xfrm>
          <a:off x="5601764" y="1729629"/>
          <a:ext cx="4913783" cy="2591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>
              <a:latin typeface="Arial" pitchFamily="34" charset="0"/>
              <a:cs typeface="Arial" pitchFamily="34" charset="0"/>
            </a:rPr>
            <a:t>Cultural norms</a:t>
          </a:r>
          <a:endParaRPr lang="en-US" sz="2800" kern="1200" dirty="0">
            <a:latin typeface="Arial" pitchFamily="34" charset="0"/>
            <a:cs typeface="Arial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>
              <a:latin typeface="Arial" pitchFamily="34" charset="0"/>
              <a:cs typeface="Arial" pitchFamily="34" charset="0"/>
            </a:rPr>
            <a:t>Religion</a:t>
          </a:r>
          <a:endParaRPr lang="en-US" sz="2800" kern="1200" dirty="0">
            <a:latin typeface="Arial" pitchFamily="34" charset="0"/>
            <a:cs typeface="Arial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>
              <a:latin typeface="Arial" pitchFamily="34" charset="0"/>
              <a:cs typeface="Arial" pitchFamily="34" charset="0"/>
            </a:rPr>
            <a:t>Nationalities</a:t>
          </a:r>
          <a:endParaRPr lang="en-US" sz="2800" kern="1200" dirty="0">
            <a:latin typeface="Arial" pitchFamily="34" charset="0"/>
            <a:cs typeface="Arial" pitchFamily="34" charset="0"/>
          </a:endParaRPr>
        </a:p>
      </dsp:txBody>
      <dsp:txXfrm>
        <a:off x="5601764" y="1729629"/>
        <a:ext cx="4913783" cy="25912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0E96C-1C99-4EE1-89C5-2BD6D922F3DE}">
      <dsp:nvSpPr>
        <dsp:cNvPr id="0" name=""/>
        <dsp:cNvSpPr/>
      </dsp:nvSpPr>
      <dsp:spPr>
        <a:xfrm>
          <a:off x="184587" y="367261"/>
          <a:ext cx="3552412" cy="16326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Use body language sparingly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184587" y="367261"/>
        <a:ext cx="3552412" cy="1632619"/>
      </dsp:txXfrm>
    </dsp:sp>
    <dsp:sp modelId="{281DC788-938B-49BC-B10E-27E73D981CFB}">
      <dsp:nvSpPr>
        <dsp:cNvPr id="0" name=""/>
        <dsp:cNvSpPr/>
      </dsp:nvSpPr>
      <dsp:spPr>
        <a:xfrm>
          <a:off x="4142080" y="390227"/>
          <a:ext cx="3037682" cy="1527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Avoid using jargons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4142080" y="390227"/>
        <a:ext cx="3037682" cy="1527443"/>
      </dsp:txXfrm>
    </dsp:sp>
    <dsp:sp modelId="{AC3D5481-12FA-4CA9-BE56-FECC6D9D2F7F}">
      <dsp:nvSpPr>
        <dsp:cNvPr id="0" name=""/>
        <dsp:cNvSpPr/>
      </dsp:nvSpPr>
      <dsp:spPr>
        <a:xfrm>
          <a:off x="7664171" y="441857"/>
          <a:ext cx="2716511" cy="1483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Respect the dissimilarities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7664171" y="441857"/>
        <a:ext cx="2716511" cy="1483426"/>
      </dsp:txXfrm>
    </dsp:sp>
    <dsp:sp modelId="{C7E59F35-D62C-4DA7-A5B1-C46AE6CF4C90}">
      <dsp:nvSpPr>
        <dsp:cNvPr id="0" name=""/>
        <dsp:cNvSpPr/>
      </dsp:nvSpPr>
      <dsp:spPr>
        <a:xfrm>
          <a:off x="1376952" y="2651668"/>
          <a:ext cx="3780692" cy="12834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Avoid commenting about culture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1376952" y="2651668"/>
        <a:ext cx="3780692" cy="1283418"/>
      </dsp:txXfrm>
    </dsp:sp>
    <dsp:sp modelId="{ACD5A18D-8A06-4372-A7BA-EBA5A35196CA}">
      <dsp:nvSpPr>
        <dsp:cNvPr id="0" name=""/>
        <dsp:cNvSpPr/>
      </dsp:nvSpPr>
      <dsp:spPr>
        <a:xfrm>
          <a:off x="5760443" y="2602679"/>
          <a:ext cx="3378203" cy="13813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Maintain work-life balance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5760443" y="2602679"/>
        <a:ext cx="3378203" cy="13813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786DD-E146-4038-8FEF-D6489F636E62}">
      <dsp:nvSpPr>
        <dsp:cNvPr id="0" name=""/>
        <dsp:cNvSpPr/>
      </dsp:nvSpPr>
      <dsp:spPr>
        <a:xfrm>
          <a:off x="5345315" y="1439961"/>
          <a:ext cx="3451628" cy="1227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4764"/>
              </a:lnTo>
              <a:lnTo>
                <a:pt x="3451628" y="824764"/>
              </a:lnTo>
              <a:lnTo>
                <a:pt x="3451628" y="12270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ABB4EE-6879-43CF-A796-8440FBE92EDE}">
      <dsp:nvSpPr>
        <dsp:cNvPr id="0" name=""/>
        <dsp:cNvSpPr/>
      </dsp:nvSpPr>
      <dsp:spPr>
        <a:xfrm>
          <a:off x="5299595" y="1439961"/>
          <a:ext cx="91440" cy="11571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54855"/>
              </a:lnTo>
              <a:lnTo>
                <a:pt x="111375" y="754855"/>
              </a:lnTo>
              <a:lnTo>
                <a:pt x="111375" y="115718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026B0-36A3-4460-800F-E38BE898191B}">
      <dsp:nvSpPr>
        <dsp:cNvPr id="0" name=""/>
        <dsp:cNvSpPr/>
      </dsp:nvSpPr>
      <dsp:spPr>
        <a:xfrm>
          <a:off x="1826268" y="1439961"/>
          <a:ext cx="3519046" cy="1183907"/>
        </a:xfrm>
        <a:custGeom>
          <a:avLst/>
          <a:gdLst/>
          <a:ahLst/>
          <a:cxnLst/>
          <a:rect l="0" t="0" r="0" b="0"/>
          <a:pathLst>
            <a:path>
              <a:moveTo>
                <a:pt x="3519046" y="0"/>
              </a:moveTo>
              <a:lnTo>
                <a:pt x="3519046" y="781581"/>
              </a:lnTo>
              <a:lnTo>
                <a:pt x="0" y="781581"/>
              </a:lnTo>
              <a:lnTo>
                <a:pt x="0" y="1183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E1FF38-0CFE-4551-8418-6581AF909F9C}">
      <dsp:nvSpPr>
        <dsp:cNvPr id="0" name=""/>
        <dsp:cNvSpPr/>
      </dsp:nvSpPr>
      <dsp:spPr>
        <a:xfrm>
          <a:off x="3202969" y="0"/>
          <a:ext cx="4284691" cy="14399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Organizational Barriers</a:t>
          </a:r>
        </a:p>
      </dsp:txBody>
      <dsp:txXfrm>
        <a:off x="3202969" y="0"/>
        <a:ext cx="4284691" cy="1439961"/>
      </dsp:txXfrm>
    </dsp:sp>
    <dsp:sp modelId="{468452A8-01E2-4C81-95D4-A339B98DBC1C}">
      <dsp:nvSpPr>
        <dsp:cNvPr id="0" name=""/>
        <dsp:cNvSpPr/>
      </dsp:nvSpPr>
      <dsp:spPr>
        <a:xfrm>
          <a:off x="314865" y="2623869"/>
          <a:ext cx="3022806" cy="13317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Organizational Policy and Facility</a:t>
          </a:r>
        </a:p>
      </dsp:txBody>
      <dsp:txXfrm>
        <a:off x="314865" y="2623869"/>
        <a:ext cx="3022806" cy="1331736"/>
      </dsp:txXfrm>
    </dsp:sp>
    <dsp:sp modelId="{60C2B741-901F-4DA6-AD24-F46DD68CAAAF}">
      <dsp:nvSpPr>
        <dsp:cNvPr id="0" name=""/>
        <dsp:cNvSpPr/>
      </dsp:nvSpPr>
      <dsp:spPr>
        <a:xfrm>
          <a:off x="3848242" y="2597143"/>
          <a:ext cx="3125457" cy="134821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Physiological Barriers</a:t>
          </a:r>
        </a:p>
      </dsp:txBody>
      <dsp:txXfrm>
        <a:off x="3848242" y="2597143"/>
        <a:ext cx="3125457" cy="1348212"/>
      </dsp:txXfrm>
    </dsp:sp>
    <dsp:sp modelId="{87E6289C-A4F7-4DEC-84A8-0C79060D2D64}">
      <dsp:nvSpPr>
        <dsp:cNvPr id="0" name=""/>
        <dsp:cNvSpPr/>
      </dsp:nvSpPr>
      <dsp:spPr>
        <a:xfrm>
          <a:off x="7425339" y="2667052"/>
          <a:ext cx="2743209" cy="123218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itchFamily="34" charset="0"/>
              <a:cs typeface="Arial" pitchFamily="34" charset="0"/>
            </a:rPr>
            <a:t>Technological Barriers</a:t>
          </a:r>
        </a:p>
      </dsp:txBody>
      <dsp:txXfrm>
        <a:off x="7425339" y="2667052"/>
        <a:ext cx="2743209" cy="12321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B0DD5-D3E5-444F-8DD3-5FEA77CBD355}">
      <dsp:nvSpPr>
        <dsp:cNvPr id="0" name=""/>
        <dsp:cNvSpPr/>
      </dsp:nvSpPr>
      <dsp:spPr>
        <a:xfrm>
          <a:off x="221247" y="588316"/>
          <a:ext cx="3288309" cy="1441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Maintain cordial relations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221247" y="588316"/>
        <a:ext cx="3288309" cy="1441484"/>
      </dsp:txXfrm>
    </dsp:sp>
    <dsp:sp modelId="{912F605D-B4E8-4A90-9621-17C2696FAF91}">
      <dsp:nvSpPr>
        <dsp:cNvPr id="0" name=""/>
        <dsp:cNvSpPr/>
      </dsp:nvSpPr>
      <dsp:spPr>
        <a:xfrm>
          <a:off x="3798394" y="573831"/>
          <a:ext cx="3477723" cy="13875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Choose proper medium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3798394" y="573831"/>
        <a:ext cx="3477723" cy="1387550"/>
      </dsp:txXfrm>
    </dsp:sp>
    <dsp:sp modelId="{BEBB5085-74E7-4FC7-A819-3130799F273C}">
      <dsp:nvSpPr>
        <dsp:cNvPr id="0" name=""/>
        <dsp:cNvSpPr/>
      </dsp:nvSpPr>
      <dsp:spPr>
        <a:xfrm>
          <a:off x="7694561" y="601394"/>
          <a:ext cx="2729397" cy="1410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Choose proper channel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7694561" y="601394"/>
        <a:ext cx="2729397" cy="1410800"/>
      </dsp:txXfrm>
    </dsp:sp>
    <dsp:sp modelId="{1E9B9673-407C-4A96-B02A-82CDB0E85D9E}">
      <dsp:nvSpPr>
        <dsp:cNvPr id="0" name=""/>
        <dsp:cNvSpPr/>
      </dsp:nvSpPr>
      <dsp:spPr>
        <a:xfrm>
          <a:off x="1535495" y="2498211"/>
          <a:ext cx="3648272" cy="1355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Avoid sending long messages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1535495" y="2498211"/>
        <a:ext cx="3648272" cy="1355337"/>
      </dsp:txXfrm>
    </dsp:sp>
    <dsp:sp modelId="{37F3D29A-95B3-4EB7-AA9F-022CE9A375FA}">
      <dsp:nvSpPr>
        <dsp:cNvPr id="0" name=""/>
        <dsp:cNvSpPr/>
      </dsp:nvSpPr>
      <dsp:spPr>
        <a:xfrm>
          <a:off x="5745993" y="2508062"/>
          <a:ext cx="3286473" cy="1300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latin typeface="Arial" pitchFamily="34" charset="0"/>
              <a:cs typeface="Arial" pitchFamily="34" charset="0"/>
            </a:rPr>
            <a:t>Use concrete words</a:t>
          </a:r>
          <a:endParaRPr lang="en-US" sz="2800" b="1" kern="1200" dirty="0">
            <a:latin typeface="Arial" pitchFamily="34" charset="0"/>
            <a:cs typeface="Arial" pitchFamily="34" charset="0"/>
          </a:endParaRPr>
        </a:p>
      </dsp:txBody>
      <dsp:txXfrm>
        <a:off x="5745993" y="2508062"/>
        <a:ext cx="3286473" cy="1300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se4.mm.bing.net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drtoolbox.com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4.bp.blogspot.com/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rarticlelibrary.com/business-communication/barriers-to-business-communication-business-management/70120" TargetMode="External"/><Relationship Id="rId2" Type="http://schemas.openxmlformats.org/officeDocument/2006/relationships/hyperlink" Target="https://nptel.ac.in/courses/109/104/10910403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killsyouneed.com/ips/barriers-communication.html" TargetMode="External"/><Relationship Id="rId5" Type="http://schemas.openxmlformats.org/officeDocument/2006/relationships/hyperlink" Target="https://www.lifehack.org/593804/barriers-to-communication" TargetMode="External"/><Relationship Id="rId4" Type="http://schemas.openxmlformats.org/officeDocument/2006/relationships/hyperlink" Target="https://www.researchgate.net/publication/323794732_Barriers_to_Effective_Communication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97897" y="5949548"/>
            <a:ext cx="4304284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Barriers to Effective Communication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72514" y="1603907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Course Name: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Course Code: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6018" y="1781555"/>
            <a:ext cx="5806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5988" y="624840"/>
            <a:ext cx="5149532" cy="108204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Course Outcomes </a:t>
            </a:r>
            <a:endParaRPr lang="en-IN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B56FD-3E1C-ED2A-8089-269ED3593A01}"/>
              </a:ext>
            </a:extLst>
          </p:cNvPr>
          <p:cNvSpPr txBox="1"/>
          <p:nvPr/>
        </p:nvSpPr>
        <p:spPr>
          <a:xfrm>
            <a:off x="7903509" y="6223635"/>
            <a:ext cx="2961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https://www.scientificworldinfo.com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0F1FCF-D183-F67C-80F9-06232E4FC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129" y="879101"/>
            <a:ext cx="4746811" cy="499726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9B2B52-BC7E-75B4-2A17-4F7FD02E5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83985"/>
              </p:ext>
            </p:extLst>
          </p:nvPr>
        </p:nvGraphicFramePr>
        <p:xfrm>
          <a:off x="155505" y="2182201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9635523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636530275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26355225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29203561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193935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66616838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7774112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1760516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0621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83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 Learned from Warren Buffett">
            <a:extLst>
              <a:ext uri="{FF2B5EF4-FFF2-40B4-BE49-F238E27FC236}">
                <a16:creationId xmlns:a16="http://schemas.microsoft.com/office/drawing/2014/main" id="{C5DD665A-61EA-6A42-41A0-2515829BC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30" y="496232"/>
            <a:ext cx="10515600" cy="570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117874" y="6331913"/>
            <a:ext cx="1819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weebly.com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2E1CC-A14C-16C7-5162-BFC3343D6866}"/>
              </a:ext>
            </a:extLst>
          </p:cNvPr>
          <p:cNvSpPr txBox="1"/>
          <p:nvPr/>
        </p:nvSpPr>
        <p:spPr>
          <a:xfrm>
            <a:off x="1177601" y="972705"/>
            <a:ext cx="5155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"If you improve your communication skills, I guarantee you that you will earn fifty percent more money over your lifetime.” </a:t>
            </a:r>
          </a:p>
          <a:p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~ Warren Buffett</a:t>
            </a:r>
            <a:endParaRPr lang="en-IN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r>
              <a:rPr lang="en-US" b="1" dirty="0">
                <a:latin typeface="Arial Black" panose="020B0A04020102020204" pitchFamily="34" charset="0"/>
                <a:cs typeface="Arial" pitchFamily="34" charset="0"/>
              </a:rPr>
              <a:t>A Case: Who wants the divorce?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3228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4907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20020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4"/>
          <p:cNvSpPr txBox="1">
            <a:spLocks/>
          </p:cNvSpPr>
          <p:nvPr/>
        </p:nvSpPr>
        <p:spPr>
          <a:xfrm>
            <a:off x="7234518" y="6421665"/>
            <a:ext cx="3786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Source: http://www.thehumorsource.com/item/33064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77F6E5-96CE-4034-D26C-3BF171A700EC}"/>
              </a:ext>
            </a:extLst>
          </p:cNvPr>
          <p:cNvSpPr txBox="1"/>
          <p:nvPr/>
        </p:nvSpPr>
        <p:spPr>
          <a:xfrm>
            <a:off x="838200" y="1818999"/>
            <a:ext cx="10515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judge was interviewing a woman regarding her pending divorce, and asked, “What are the grounds for your divorce?”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replied, “About four acres and a nice little home in the middle of the property with a stream running by.”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“No, I mean,” he continued, “What are your relations like?”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“I have an aunt and uncle living here in town, and so do my husband’s parents.”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229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 </a:t>
            </a:r>
            <a:r>
              <a:rPr lang="en-US" b="1" dirty="0">
                <a:latin typeface="Arial Black" panose="020B0A04020102020204" pitchFamily="34" charset="0"/>
                <a:cs typeface="Arial" pitchFamily="34" charset="0"/>
              </a:rPr>
              <a:t>A Case: Who wants the divorce?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3228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4907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20020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4"/>
          <p:cNvSpPr txBox="1">
            <a:spLocks/>
          </p:cNvSpPr>
          <p:nvPr/>
        </p:nvSpPr>
        <p:spPr>
          <a:xfrm>
            <a:off x="5661214" y="6421665"/>
            <a:ext cx="4808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Source: http://www.thehumorsource.com/item/33064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77F6E5-96CE-4034-D26C-3BF171A700EC}"/>
              </a:ext>
            </a:extLst>
          </p:cNvPr>
          <p:cNvSpPr txBox="1"/>
          <p:nvPr/>
        </p:nvSpPr>
        <p:spPr>
          <a:xfrm>
            <a:off x="838200" y="1818999"/>
            <a:ext cx="10515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“Ma’am, does your husband ever beat you up?”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“Yes,” she responded, “about twice a week he gets up earlier than I do.”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Finally, in frustration, the judge asked, “Lady, why do you want a divorce?”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“Oh, I don’t want a divorce,” she replied. “I’ve never wanted a divorce. My husband does. He said he can’t communicate with me.”</a:t>
            </a:r>
          </a:p>
        </p:txBody>
      </p:sp>
    </p:spTree>
    <p:extLst>
      <p:ext uri="{BB962C8B-B14F-4D97-AF65-F5344CB8AC3E}">
        <p14:creationId xmlns:p14="http://schemas.microsoft.com/office/powerpoint/2010/main" val="314204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Times New Roman" pitchFamily="18" charset="0"/>
              </a:rPr>
              <a:t>What Are Barriers?</a:t>
            </a:r>
            <a:endParaRPr lang="en-US" sz="6600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A problem, external or internal, that causes our communication to be distorted is known as a barrier to effective communication.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rial" pitchFamily="34" charset="0"/>
                <a:cs typeface="Arial" pitchFamily="34" charset="0"/>
              </a:rPr>
              <a:t>External barriers </a:t>
            </a:r>
            <a:r>
              <a:rPr lang="en-IN" dirty="0">
                <a:latin typeface="Arial" pitchFamily="34" charset="0"/>
                <a:cs typeface="Arial" pitchFamily="34" charset="0"/>
              </a:rPr>
              <a:t>are caused by external factors such as noise, network issues etc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rial" pitchFamily="34" charset="0"/>
                <a:cs typeface="Arial" pitchFamily="34" charset="0"/>
              </a:rPr>
              <a:t>Internal barriers </a:t>
            </a:r>
            <a:r>
              <a:rPr lang="en-IN" dirty="0">
                <a:latin typeface="Arial" pitchFamily="34" charset="0"/>
                <a:cs typeface="Arial" pitchFamily="34" charset="0"/>
              </a:rPr>
              <a:t>are mental or psychological blocks which affect the communication process.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Categories Of Barriers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840991"/>
            <a:ext cx="10500360" cy="433597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963168" y="1914144"/>
          <a:ext cx="10290048" cy="4068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1251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dirty="0">
                <a:latin typeface="Arial Black" pitchFamily="34" charset="0"/>
                <a:cs typeface="Times New Roman" pitchFamily="18" charset="0"/>
              </a:rPr>
              <a:t>Arising From Sender Or Receiver’s Personality</a:t>
            </a:r>
            <a:endParaRPr lang="en-US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812562"/>
            <a:ext cx="1051560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These barriers are governed by: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Difference in perception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Rigidity in thoughts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Distrust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Sender and receiver’s attitude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Socio-cultural background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Behaviour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Lack of attention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Categories Of Personality Related Barriers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sz="4900" dirty="0">
                <a:latin typeface="Arial Black" pitchFamily="34" charset="0"/>
                <a:cs typeface="Times New Roman" pitchFamily="18" charset="0"/>
              </a:rPr>
              <a:t>Arising From Sender Or Receiver’s Personality</a:t>
            </a:r>
            <a:br>
              <a:rPr lang="en-IN" b="1" dirty="0"/>
            </a:b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9229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The personality of an individual is shaped by 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Psychology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ie</a:t>
            </a:r>
            <a:r>
              <a:rPr lang="en-US" dirty="0">
                <a:latin typeface="Arial" pitchFamily="34" charset="0"/>
                <a:cs typeface="Arial" pitchFamily="34" charset="0"/>
              </a:rPr>
              <a:t>. the science of human behavior.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Consequences of such barrier can be:</a:t>
            </a:r>
          </a:p>
          <a:p>
            <a:pPr lvl="1"/>
            <a:r>
              <a:rPr lang="en-IN" sz="2800" dirty="0">
                <a:latin typeface="Arial" pitchFamily="34" charset="0"/>
                <a:cs typeface="Arial" pitchFamily="34" charset="0"/>
              </a:rPr>
              <a:t>Lack of attention</a:t>
            </a:r>
          </a:p>
          <a:p>
            <a:pPr lvl="1"/>
            <a:r>
              <a:rPr lang="en-IN" sz="2800" dirty="0">
                <a:latin typeface="Arial" pitchFamily="34" charset="0"/>
                <a:cs typeface="Arial" pitchFamily="34" charset="0"/>
              </a:rPr>
              <a:t>Distrust</a:t>
            </a:r>
          </a:p>
          <a:p>
            <a:pPr lvl="1"/>
            <a:r>
              <a:rPr lang="en-IN" sz="2800" dirty="0">
                <a:latin typeface="Arial" pitchFamily="34" charset="0"/>
                <a:cs typeface="Arial" pitchFamily="34" charset="0"/>
              </a:rPr>
              <a:t>Lack of retention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Perception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Thoughts</a:t>
            </a:r>
          </a:p>
        </p:txBody>
      </p:sp>
      <p:pic>
        <p:nvPicPr>
          <p:cNvPr id="15" name="Picture 14" descr="icebe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15" y="1946100"/>
            <a:ext cx="2841466" cy="4131143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477794" y="6322423"/>
            <a:ext cx="2656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https://tse4.mm.bing.net/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Times New Roman" pitchFamily="18" charset="0"/>
              </a:rPr>
              <a:t>Tips To Overcome The Barrier</a:t>
            </a:r>
            <a:endParaRPr lang="en-US" dirty="0">
              <a:latin typeface="Arial Black" pitchFamily="34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342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Poll Question 1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endParaRPr lang="en-IN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Perception and psychology shapes the personality.</a:t>
            </a:r>
          </a:p>
          <a:p>
            <a:pPr marL="971550" lvl="1" indent="-514350">
              <a:buFont typeface="+mj-lt"/>
              <a:buAutoNum type="arabicPeriod"/>
            </a:pPr>
            <a:endParaRPr lang="en-IN" sz="2800" dirty="0"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True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False</a:t>
            </a:r>
          </a:p>
          <a:p>
            <a:pPr lvl="1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662" y="444137"/>
            <a:ext cx="10472646" cy="135853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900" dirty="0">
                <a:latin typeface="Arial Black" pitchFamily="34" charset="0"/>
                <a:cs typeface="Times New Roman" pitchFamily="18" charset="0"/>
              </a:rPr>
              <a:t>Related To Interpersonal Transactions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839788" y="1920240"/>
            <a:ext cx="10485709" cy="423236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sz="2800" dirty="0">
                <a:latin typeface="Arial" pitchFamily="34" charset="0"/>
                <a:cs typeface="Arial" pitchFamily="34" charset="0"/>
              </a:rPr>
              <a:t>Interpersonal transaction refers to relationship between sender and receiver, subordinate and superior, management and employees. </a:t>
            </a: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Major factor resulting in this barrier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Employees’ frame of reference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Language skills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Semantics				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Cultural background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Emotional quotient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Categories Of Interpersonal Transactions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8" name="Content Placeholder 8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  <a:cs typeface="Times New Roman" pitchFamily="18" charset="0"/>
              </a:rPr>
              <a:t>Frame Of Reference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Times New Roman" pitchFamily="18" charset="0"/>
              </a:rPr>
              <a:t>Emotional Interference</a:t>
            </a:r>
            <a:endParaRPr lang="en-US" b="1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3148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Emotional barriers to communication are generally due to insufficient emotional awareness or control.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Major emotional factors that interfere in communication are: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Anger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Worry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Pride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Anxiety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Stress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Low self-esteem.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Picture 4" descr="emotional intelig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914" y="3268735"/>
            <a:ext cx="4942657" cy="2717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69234" y="6400800"/>
            <a:ext cx="2573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http://www.adrtoolbox.com/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Times New Roman" pitchFamily="18" charset="0"/>
              </a:rPr>
              <a:t>Tips To Overcome</a:t>
            </a:r>
            <a:endParaRPr lang="en-US" b="1" dirty="0">
              <a:latin typeface="Arial Black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Poll Question 2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________________ helps to overcome cultural barrier.</a:t>
            </a:r>
          </a:p>
          <a:p>
            <a:pPr marL="971550" lvl="1" indent="-514350">
              <a:buFont typeface="+mj-lt"/>
              <a:buAutoNum type="arabicPeriod"/>
            </a:pP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Maintaining work life balance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Use proper language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Respect the dissimilarities</a:t>
            </a:r>
          </a:p>
          <a:p>
            <a:pPr lvl="1">
              <a:buNone/>
            </a:pP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Times New Roman" pitchFamily="18" charset="0"/>
              </a:rPr>
              <a:t>Organizational Barriers</a:t>
            </a:r>
            <a:endParaRPr lang="en-US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Most of the barriers affecting the communication in workplace can be categorised under organisational barriers. </a:t>
            </a:r>
          </a:p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These are related to: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Technological Issues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Physiological Barriers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Rules and Regulations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Organisation’s Policy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Channel of communication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Categories Of Organisational Barriers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sz="4900" b="1" dirty="0">
                <a:latin typeface="Arial Black" pitchFamily="34" charset="0"/>
                <a:cs typeface="Times New Roman" pitchFamily="18" charset="0"/>
              </a:rPr>
              <a:t>Organisational Policy And Facilities</a:t>
            </a:r>
            <a:r>
              <a:rPr lang="en-IN" sz="4900" dirty="0">
                <a:latin typeface="Arial Black" pitchFamily="34" charset="0"/>
              </a:rPr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Proper organisational facilities such as complaint box, suggestion box, social and cultural gathering are very important for the proper flow of communication.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If the free flow of communication is not provided in organisational policy, it leads to the barriers to communication. </a:t>
            </a:r>
          </a:p>
          <a:p>
            <a:pPr>
              <a:lnSpc>
                <a:spcPct val="100000"/>
              </a:lnSpc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Various factors resulting in the barriers are:</a:t>
            </a:r>
          </a:p>
          <a:p>
            <a:pPr>
              <a:lnSpc>
                <a:spcPct val="100000"/>
              </a:lnSpc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1. Hierarchal relationship		2. Lack of incentive</a:t>
            </a:r>
          </a:p>
          <a:p>
            <a:pPr>
              <a:lnSpc>
                <a:spcPct val="100000"/>
              </a:lnSpc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3. Attitude of superiors			4. Lack of awareness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sz="4900" b="1" dirty="0">
                <a:latin typeface="Arial Black" pitchFamily="34" charset="0"/>
                <a:cs typeface="Times New Roman" pitchFamily="18" charset="0"/>
              </a:rPr>
              <a:t>Physiological Barriers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This is categorised under external barriers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Physiological barriers include problems related to sender or receiver’s physical state and disturbances caused by the external factors.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Some of the main physical/physiological barriers are: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IN" sz="2800" dirty="0">
                <a:latin typeface="Arial" pitchFamily="34" charset="0"/>
                <a:cs typeface="Arial" pitchFamily="34" charset="0"/>
              </a:rPr>
              <a:t>Environment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IN" sz="2800" dirty="0">
                <a:latin typeface="Arial" pitchFamily="34" charset="0"/>
                <a:cs typeface="Arial" pitchFamily="34" charset="0"/>
              </a:rPr>
              <a:t>Distance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IN" sz="2800" dirty="0">
                <a:latin typeface="Arial" pitchFamily="34" charset="0"/>
                <a:cs typeface="Arial" pitchFamily="34" charset="0"/>
              </a:rPr>
              <a:t>Medium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sz="4900" b="1" dirty="0">
                <a:latin typeface="Arial Black" pitchFamily="34" charset="0"/>
                <a:cs typeface="Times New Roman" pitchFamily="18" charset="0"/>
              </a:rPr>
              <a:t>Technological Barriers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Various technological equipments give precision in result and save our time and energy. But, if not implemented properly it can prove useless as well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Reasons behind technical barriers are: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Improper training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Limited resources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Lack of innovation etc.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Times New Roman" pitchFamily="18" charset="0"/>
              </a:rPr>
              <a:t>Tips To Overcome</a:t>
            </a:r>
            <a:endParaRPr lang="en-US" dirty="0">
              <a:latin typeface="Arial Black" pitchFamily="34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776549"/>
          <a:ext cx="10515600" cy="4400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Poll Question 3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Time, place, space, climate are the examples of_____________</a:t>
            </a:r>
          </a:p>
          <a:p>
            <a:pPr>
              <a:buNone/>
            </a:pPr>
            <a:endParaRPr lang="en-IN" b="1" dirty="0"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Psychological Barriers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External Barrier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Physiological Barrier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Environment Barrier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263" y="365125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  <a:cs typeface="Times New Roman" pitchFamily="18" charset="0"/>
              </a:rPr>
              <a:t>7 Cs of Effective Communication</a:t>
            </a:r>
            <a:endParaRPr lang="en-US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Seven important factors that can result in effective communication are:</a:t>
            </a:r>
          </a:p>
        </p:txBody>
      </p:sp>
      <p:pic>
        <p:nvPicPr>
          <p:cNvPr id="8" name="Picture 7" descr="7Cs for effective commun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74" y="2848707"/>
            <a:ext cx="9444446" cy="31471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6296297"/>
            <a:ext cx="2749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https://4.bp.blogspot.com/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Applications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To communicate effectively at workplace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Introspect the reason behind the ineffective communication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To get a fair idea about which barrier is causing ineffective communication.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Overcome various barriers to communication by using various tips.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Apply 7Cs to make proper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References</a:t>
            </a:r>
            <a:r>
              <a:rPr lang="en-US" sz="2800" b="1" dirty="0">
                <a:latin typeface="Arial Black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 Black" pitchFamily="34" charset="0"/>
              </a:rPr>
              <a:t> 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latin typeface="Arial" pitchFamily="34" charset="0"/>
                <a:cs typeface="Arial" pitchFamily="34" charset="0"/>
                <a:hlinkClick r:id="rId2"/>
              </a:rPr>
              <a:t>https://nptel.ac.in/courses/109/104/109104030/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3"/>
              </a:rPr>
              <a:t>https://www.yourarticlelibrary.com/business-communication/barriers-to-business-communication-business-management/70120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4"/>
              </a:rPr>
              <a:t>https://www.researchgate.net/publication/323794732_Barriers_to_Effective_Communication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5"/>
              </a:rPr>
              <a:t>https://www.lifehack.org/593804/barriers-to-communication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6"/>
              </a:rPr>
              <a:t>https://www.skillsyouneed.com/ips/barriers-communication.html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69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4267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2230</TotalTime>
  <Words>1351</Words>
  <Application>Microsoft Office PowerPoint</Application>
  <PresentationFormat>Widescreen</PresentationFormat>
  <Paragraphs>261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COURSE OBJECTIVES </vt:lpstr>
      <vt:lpstr>Course Outcomes </vt:lpstr>
      <vt:lpstr>PowerPoint Presentation</vt:lpstr>
      <vt:lpstr>   A Case: Who wants the divorce?</vt:lpstr>
      <vt:lpstr>    A Case: Who wants the divorce?</vt:lpstr>
      <vt:lpstr>What Are Barriers?</vt:lpstr>
      <vt:lpstr>Categories Of Barriers</vt:lpstr>
      <vt:lpstr>Arising From Sender Or Receiver’s Personality</vt:lpstr>
      <vt:lpstr>Categories Of Personality Related Barriers </vt:lpstr>
      <vt:lpstr> Arising From Sender Or Receiver’s Personality </vt:lpstr>
      <vt:lpstr>Tips To Overcome The Barrier</vt:lpstr>
      <vt:lpstr>Poll Question 1</vt:lpstr>
      <vt:lpstr>Related To Interpersonal Transactions</vt:lpstr>
      <vt:lpstr>Categories Of Interpersonal Transactions</vt:lpstr>
      <vt:lpstr>Frame Of Reference</vt:lpstr>
      <vt:lpstr>Emotional Interference</vt:lpstr>
      <vt:lpstr>Tips To Overcome</vt:lpstr>
      <vt:lpstr>Poll Question 2</vt:lpstr>
      <vt:lpstr>Organizational Barriers</vt:lpstr>
      <vt:lpstr>Categories Of Organisational Barriers</vt:lpstr>
      <vt:lpstr> Organisational Policy And Facilities  </vt:lpstr>
      <vt:lpstr> Physiological Barriers  </vt:lpstr>
      <vt:lpstr> Technological Barriers </vt:lpstr>
      <vt:lpstr>Tips To Overcome</vt:lpstr>
      <vt:lpstr>Poll Question 3</vt:lpstr>
      <vt:lpstr>7 Cs of Effective Communication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203</cp:revision>
  <dcterms:created xsi:type="dcterms:W3CDTF">2019-01-09T10:33:58Z</dcterms:created>
  <dcterms:modified xsi:type="dcterms:W3CDTF">2023-07-05T08:31:14Z</dcterms:modified>
</cp:coreProperties>
</file>