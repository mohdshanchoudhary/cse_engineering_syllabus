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8"/>
  </p:notesMasterIdLst>
  <p:handoutMasterIdLst>
    <p:handoutMasterId r:id="rId39"/>
  </p:handoutMasterIdLst>
  <p:sldIdLst>
    <p:sldId id="377" r:id="rId3"/>
    <p:sldId id="285" r:id="rId4"/>
    <p:sldId id="359" r:id="rId5"/>
    <p:sldId id="372" r:id="rId6"/>
    <p:sldId id="361" r:id="rId7"/>
    <p:sldId id="363" r:id="rId8"/>
    <p:sldId id="365" r:id="rId9"/>
    <p:sldId id="340" r:id="rId10"/>
    <p:sldId id="341" r:id="rId11"/>
    <p:sldId id="367" r:id="rId12"/>
    <p:sldId id="312" r:id="rId13"/>
    <p:sldId id="315" r:id="rId14"/>
    <p:sldId id="316" r:id="rId15"/>
    <p:sldId id="374" r:id="rId16"/>
    <p:sldId id="317" r:id="rId17"/>
    <p:sldId id="343" r:id="rId18"/>
    <p:sldId id="319" r:id="rId19"/>
    <p:sldId id="310" r:id="rId20"/>
    <p:sldId id="320" r:id="rId21"/>
    <p:sldId id="311" r:id="rId22"/>
    <p:sldId id="321" r:id="rId23"/>
    <p:sldId id="322" r:id="rId24"/>
    <p:sldId id="323" r:id="rId25"/>
    <p:sldId id="324" r:id="rId26"/>
    <p:sldId id="376" r:id="rId27"/>
    <p:sldId id="325" r:id="rId28"/>
    <p:sldId id="326" r:id="rId29"/>
    <p:sldId id="327" r:id="rId30"/>
    <p:sldId id="301" r:id="rId31"/>
    <p:sldId id="338" r:id="rId32"/>
    <p:sldId id="356" r:id="rId33"/>
    <p:sldId id="345" r:id="rId34"/>
    <p:sldId id="348" r:id="rId35"/>
    <p:sldId id="284" r:id="rId36"/>
    <p:sldId id="37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5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72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06511" y="5974967"/>
            <a:ext cx="6141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Reading and writing skills</a:t>
            </a:r>
          </a:p>
          <a:p>
            <a:pPr eaLnBrk="1" hangingPunct="1"/>
            <a:endParaRPr lang="en-US" sz="14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2398" y="1028700"/>
            <a:ext cx="4890901" cy="4873625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248400"/>
            <a:ext cx="2743200" cy="47307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81057" y="326322"/>
            <a:ext cx="4428173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</a:rPr>
              <a:t>Course Outcome </a:t>
            </a:r>
            <a:br>
              <a:rPr lang="en-US" sz="4400" b="1" dirty="0">
                <a:latin typeface="Arial Black" pitchFamily="34" charset="0"/>
              </a:rPr>
            </a:br>
            <a:endParaRPr lang="en-US" sz="4400" dirty="0">
              <a:latin typeface="Arial Black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0169" y="1663367"/>
            <a:ext cx="64711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2" descr="http://www.onestopenglish.com/Pictures/web/s/g/x/-OSE-Skills-landing62_6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0732" y="600499"/>
            <a:ext cx="4572000" cy="56422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Rectangle 12"/>
          <p:cNvSpPr/>
          <p:nvPr/>
        </p:nvSpPr>
        <p:spPr>
          <a:xfrm>
            <a:off x="9853752" y="6429105"/>
            <a:ext cx="9909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LinkedIn.com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DC4B34-8FC3-428B-3BE5-344BA656E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964394"/>
              </p:ext>
            </p:extLst>
          </p:nvPr>
        </p:nvGraphicFramePr>
        <p:xfrm>
          <a:off x="150235" y="225107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9635523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636530275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26355225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9203561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193935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6616838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7774112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760516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621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Techniques for building RW Skills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261" y="1821975"/>
            <a:ext cx="4842855" cy="4333165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 “Reading is to mind what exercise is to body”</a:t>
            </a:r>
          </a:p>
          <a:p>
            <a:pPr algn="r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-Joseph Addison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201508"/>
            <a:ext cx="2743200" cy="519967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905" name="Picture 1" descr="C:\Users\ABC\AppData\Local\Microsoft\Windows\INetCache\IE\67H3179G\bee2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3969" y="1957755"/>
            <a:ext cx="2672862" cy="24149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3906" name="Picture 2" descr="C:\Users\ABC\AppData\Local\Microsoft\Windows\INetCache\IE\67H3179G\reading-with-kids-girl-writes-learn-to-read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75786" y="2836984"/>
            <a:ext cx="2403230" cy="2708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/>
          <p:cNvSpPr txBox="1"/>
          <p:nvPr/>
        </p:nvSpPr>
        <p:spPr>
          <a:xfrm>
            <a:off x="9319845" y="6201508"/>
            <a:ext cx="181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Clip Art</a:t>
            </a: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 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072554"/>
            <a:ext cx="2743200" cy="648921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2513" y="597877"/>
            <a:ext cx="105360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Reading Skills</a:t>
            </a:r>
            <a:endParaRPr lang="en-US" sz="4400" dirty="0"/>
          </a:p>
        </p:txBody>
      </p:sp>
      <p:sp>
        <p:nvSpPr>
          <p:cNvPr id="8" name="Rectangle 7"/>
          <p:cNvSpPr/>
          <p:nvPr/>
        </p:nvSpPr>
        <p:spPr>
          <a:xfrm>
            <a:off x="851760" y="1795380"/>
            <a:ext cx="587326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0513" indent="-290513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It is the process of looking at a series of written symbols and getting meaning from them. </a:t>
            </a:r>
          </a:p>
          <a:p>
            <a:pPr marL="290513" indent="-290513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Reading can be silent (in our head) or aloud (so that other people can hear).</a:t>
            </a:r>
          </a:p>
        </p:txBody>
      </p:sp>
      <p:pic>
        <p:nvPicPr>
          <p:cNvPr id="9" name="Picture 2" descr="C:\Users\Leader\Downloads\Katie+Dwyer+reading+20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4524" y="2030772"/>
            <a:ext cx="4013475" cy="41440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/>
        </p:nvSpPr>
        <p:spPr>
          <a:xfrm>
            <a:off x="8053753" y="6248400"/>
            <a:ext cx="2649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asper"/>
              </a:rPr>
              <a:t>lightinghomes.com</a:t>
            </a: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 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18866" y="622562"/>
            <a:ext cx="105360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</a:rPr>
              <a:t>Types of Reading</a:t>
            </a:r>
            <a:endParaRPr lang="en-US" sz="4400" dirty="0"/>
          </a:p>
        </p:txBody>
      </p:sp>
      <p:pic>
        <p:nvPicPr>
          <p:cNvPr id="140289" name="Picture 1"/>
          <p:cNvPicPr>
            <a:picLocks noChangeAspect="1" noChangeArrowheads="1"/>
          </p:cNvPicPr>
          <p:nvPr/>
        </p:nvPicPr>
        <p:blipFill>
          <a:blip r:embed="rId2"/>
          <a:srcRect l="33041" t="43284" r="22379" b="23134"/>
          <a:stretch>
            <a:fillRect/>
          </a:stretch>
        </p:blipFill>
        <p:spPr bwMode="auto">
          <a:xfrm>
            <a:off x="2429301" y="2197290"/>
            <a:ext cx="7533565" cy="3684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</a:rPr>
              <a:t>Skimming Skills</a:t>
            </a:r>
            <a:r>
              <a:rPr lang="en-US" dirty="0">
                <a:latin typeface="Arial Black" pitchFamily="34" charset="0"/>
              </a:rPr>
              <a:t> 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2245"/>
            <a:ext cx="10515600" cy="43247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248400"/>
            <a:ext cx="2743200" cy="47307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67508" y="1735016"/>
            <a:ext cx="105010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Skimming is used to quickly gather the most important information, or 'gist'.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Run your eyes over the text, noting important information.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Use skimming to quickly get up to speed on a current business situation. </a:t>
            </a:r>
          </a:p>
          <a:p>
            <a:pPr>
              <a:buNone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Examples of Skimming</a:t>
            </a:r>
            <a:r>
              <a:rPr lang="en-IN" sz="2800" dirty="0">
                <a:latin typeface="Arial" pitchFamily="34" charset="0"/>
                <a:cs typeface="Arial" pitchFamily="34" charset="0"/>
              </a:rPr>
              <a:t>: 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The Newspaper (quickly to get the general news ) 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Magazines (quickly to discover which articles you would like to read in more detail) 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Business and Travel Brochures (quickly to get informed)</a:t>
            </a: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6026"/>
            <a:ext cx="10515600" cy="84142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Exercise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0289" name="Picture 1" descr="C:\Users\Leader\Desktop\Images for BB\12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9808" y="1807218"/>
            <a:ext cx="10481480" cy="44434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itchFamily="34" charset="0"/>
              </a:rPr>
              <a:t>Try skimming again…..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 Much of Canada's forestry production goes towards making pulp and paper. According to the Canadian Pulp and Paper Association, Canada supplies 34% of the world's wood pulp and 49% of its newsprint paper. If these paper products could be produced in some other way, Canadian forests could be preserved. Recently, a possible alternative way of producing paper has been suggested by agriculturalists and environmentalists: a plant called hemp.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main idea of paragraph is?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1) Canadian forests are especially under threat.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2) Canada is a major supplier of paper and pulp.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3) Canada produces a lot of hemp.</a:t>
            </a:r>
          </a:p>
          <a:p>
            <a:pPr algn="just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 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248400"/>
            <a:ext cx="2743200" cy="422031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49414" y="644769"/>
            <a:ext cx="74324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latin typeface="Arial Black" pitchFamily="34" charset="0"/>
              </a:rPr>
              <a:t>   Scanning Skills</a:t>
            </a:r>
            <a:endParaRPr lang="en-US" sz="4400" dirty="0"/>
          </a:p>
        </p:txBody>
      </p:sp>
      <p:sp>
        <p:nvSpPr>
          <p:cNvPr id="12" name="Rectangle 11"/>
          <p:cNvSpPr/>
          <p:nvPr/>
        </p:nvSpPr>
        <p:spPr>
          <a:xfrm>
            <a:off x="859807" y="1807452"/>
            <a:ext cx="1053607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Scanning is used to find a particular piece of information.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Run your eyes over the text looking for the specific piece of information you need.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Use scanning on schedules, meeting plans, etc.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 in order to find the specific details you require.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If you see words or phrases that you don't understand, don't worry when scanning. </a:t>
            </a:r>
          </a:p>
          <a:p>
            <a:pPr>
              <a:buNone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	 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Examples of Scanning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The "What's on TV" section of your newspaper.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A train / airplane schedule </a:t>
            </a: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Extensive Reading Skills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8" descr="images (3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61109" y="2080065"/>
            <a:ext cx="3491903" cy="40614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8686800" y="6213231"/>
            <a:ext cx="2266406" cy="420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lightinghomes.com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79231" y="1840523"/>
            <a:ext cx="741860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Extensive reading is used to obtain a general understanding of a subject and includes reading longer texts for pleasure.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Use extensive reading skills to improve your general knowledge.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Do not worry if you do not understand each word. 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For Example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The latest marketing strategy book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A novel you read before going to bed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Magazine articles that interest you 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Intensive Reading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213232"/>
            <a:ext cx="2743200" cy="257906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396549" y="6330463"/>
            <a:ext cx="1510937" cy="340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Buzzle.com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1291" y="1793629"/>
            <a:ext cx="82236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Intensive reading is used on shorter texts in order to extract specific information.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 It includes very close accurate reading for detail.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Use intensive reading skills to grasp the details of a specific situation.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In this case, it is important that you understand each word, number or fact.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   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Examples of Intensive Reading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An insurance claim 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A contract of employment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Critical Reading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5" descr="images (8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43248" y="2037557"/>
            <a:ext cx="2992883" cy="37627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8935839" y="6248400"/>
            <a:ext cx="2362200" cy="398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theconversation.com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338" y="1828800"/>
            <a:ext cx="10521461" cy="433753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40211" y="1838599"/>
            <a:ext cx="69936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Arial" pitchFamily="34" charset="0"/>
                <a:cs typeface="Arial" pitchFamily="34" charset="0"/>
              </a:rPr>
              <a:t>Language analysis that does not take given text at face value, but involves a deeper examination of supporting points.</a:t>
            </a: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 Critical readers recognize not only 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what</a:t>
            </a:r>
            <a:r>
              <a:rPr lang="en-IN" sz="2800" dirty="0">
                <a:latin typeface="Arial" pitchFamily="34" charset="0"/>
                <a:cs typeface="Arial" pitchFamily="34" charset="0"/>
              </a:rPr>
              <a:t> a text says, but also 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how</a:t>
            </a:r>
            <a:r>
              <a:rPr lang="en-IN" sz="2800" dirty="0">
                <a:latin typeface="Arial" pitchFamily="34" charset="0"/>
                <a:cs typeface="Arial" pitchFamily="34" charset="0"/>
              </a:rPr>
              <a:t> that text portrays the subject matter. </a:t>
            </a:r>
          </a:p>
          <a:p>
            <a:endParaRPr lang="en-IN" sz="2800" dirty="0">
              <a:latin typeface="Arial" pitchFamily="34" charset="0"/>
              <a:cs typeface="Arial" pitchFamily="34" charset="0"/>
            </a:endParaRPr>
          </a:p>
          <a:p>
            <a:r>
              <a:rPr lang="en-IN" sz="2800" dirty="0">
                <a:latin typeface="Arial" pitchFamily="34" charset="0"/>
                <a:cs typeface="Arial" pitchFamily="34" charset="0"/>
              </a:rPr>
              <a:t>What a text means – interpretation, analysis of the text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2606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Poll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What do you usually like to read?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1) Novels, short story, poem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2) Newspaper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3) Non-fiction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4) 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338" y="1803400"/>
            <a:ext cx="10521462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Ways to improve Reading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66668" y="1817077"/>
            <a:ext cx="10488269" cy="4349261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Read about things that interest you. 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Read material that is at your level of understanding or just a little more difficult for you to comprehend.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Ask yourself questions while reading and after reading.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Read many kinds of texts.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Let your imagination get involved.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Listen to audio books and follow the text at the same time.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Find a place to read where you can concentrate.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338" y="1803400"/>
            <a:ext cx="10521462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sz="4000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http://www.wikihow.com/Improve-Your-Reading-Skills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http://www.fluentu.com/english/blog/how-to-improve-english-reading/?lang=en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https://www.pickthebrain.com/blog/7-pleasurable-ways-to-improve-your-reading-ability/</a:t>
            </a:r>
          </a:p>
          <a:p>
            <a:pPr>
              <a:lnSpc>
                <a:spcPct val="150000"/>
              </a:lnSpc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4232" y="1806932"/>
            <a:ext cx="6348137" cy="4103077"/>
          </a:xfrm>
        </p:spPr>
        <p:txBody>
          <a:bodyPr>
            <a:noAutofit/>
          </a:bodyPr>
          <a:lstStyle/>
          <a:p>
            <a:pPr marL="177800" indent="-177800">
              <a:lnSpc>
                <a:spcPct val="10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To communicate specific information or ideas, utilizing the formats, language and content relevant to the workplace.</a:t>
            </a:r>
          </a:p>
          <a:p>
            <a:pPr marL="177800" indent="-177800">
              <a:lnSpc>
                <a:spcPct val="10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Writing involves encoding of message as we translate our thoughts into language.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99938" y="6086719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4071" y="597879"/>
            <a:ext cx="10534514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Writing Skills</a:t>
            </a:r>
            <a:endParaRPr lang="en-US" sz="1600" b="1" dirty="0">
              <a:latin typeface="Arial Black" pitchFamily="34" charset="0"/>
            </a:endParaRPr>
          </a:p>
        </p:txBody>
      </p:sp>
      <p:pic>
        <p:nvPicPr>
          <p:cNvPr id="13" name="Picture 3" descr="C:\Users\STUDENTS\Desktop\arash\shutterstock_126226676-300x2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51076" y="1628067"/>
            <a:ext cx="4141258" cy="3992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Rectangle 13"/>
          <p:cNvSpPr/>
          <p:nvPr/>
        </p:nvSpPr>
        <p:spPr>
          <a:xfrm>
            <a:off x="8182708" y="6002215"/>
            <a:ext cx="3364523" cy="562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TutZone.com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Good writing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49507" y="1801504"/>
            <a:ext cx="10478133" cy="4557171"/>
          </a:xfrm>
        </p:spPr>
        <p:txBody>
          <a:bodyPr>
            <a:no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Completeness: all information needed is provided.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Correctness: relevant and precise information.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Credibility: support your argument.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Clarity :should not be vague, confusing and ambiguous.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Conciseness: to the point.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Considerations: anticipate the reader’s reactions.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Vitality: use the active voice rather than passive 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Types of Writing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34308" y="2309447"/>
            <a:ext cx="890954" cy="2907322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STUDENTS\Desktop\arash\hqdefault.jpg"/>
          <p:cNvPicPr>
            <a:picLocks noChangeAspect="1" noChangeArrowheads="1"/>
          </p:cNvPicPr>
          <p:nvPr/>
        </p:nvPicPr>
        <p:blipFill>
          <a:blip r:embed="rId2" cstate="print"/>
          <a:srcRect t="5263" b="7018"/>
          <a:stretch>
            <a:fillRect/>
          </a:stretch>
        </p:blipFill>
        <p:spPr bwMode="auto">
          <a:xfrm>
            <a:off x="1019908" y="1905000"/>
            <a:ext cx="10093569" cy="4191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9028612" y="6236677"/>
            <a:ext cx="2286000" cy="445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EnglishEdurite.com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Narrative Writing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798522"/>
            <a:ext cx="5257800" cy="40595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Recounts a personal experience in the form of a story and always includes characters, setting, and plot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Examples: short story, novel, narrative poem, journal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STUDENTS\Desktop\arash\Slide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277" y="2061753"/>
            <a:ext cx="5211252" cy="36473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8393723" y="6248400"/>
            <a:ext cx="2679609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hhamlyn.wordpress.com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Descriptive Writing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12170"/>
            <a:ext cx="5548952" cy="40192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Uses vivid images to describe a person, place, or event so that the topic can be clearly “seen” in the reader’s mind.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Examples: menu, travel brochure, poster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2" descr="C:\Users\STUDENTS\Desktop\arash\Descriptive_Writ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32814" y="1968654"/>
            <a:ext cx="4636739" cy="39855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10"/>
          <p:cNvSpPr/>
          <p:nvPr/>
        </p:nvSpPr>
        <p:spPr>
          <a:xfrm>
            <a:off x="9839020" y="6295292"/>
            <a:ext cx="990600" cy="472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Tes.com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Expository Writing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126074"/>
            <a:ext cx="5726373" cy="29645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Provides information that explains, clarifies or defines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Examples: essay, research paper, report, manual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STUDENTS\Desktop\arash\Slide2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5432" y="1948884"/>
            <a:ext cx="4219471" cy="41322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8710246" y="6166338"/>
            <a:ext cx="2332893" cy="46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Pins</a:t>
            </a:r>
            <a:r>
              <a:rPr lang="en-US" sz="1600" dirty="0">
                <a:latin typeface="Casper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sper"/>
              </a:rPr>
              <a:t>daddy.com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Persuasive Writing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818"/>
            <a:ext cx="571272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Gives an opinion using facts that attempts to convince a reader to agree with a writer’s belief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Examples: movie review, restaurant critique, letter to a newspaper editor, essay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2" descr="C:\Users\STUDENTS\Desktop\arash\wordshavepow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0769" y="1963782"/>
            <a:ext cx="4519414" cy="40501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10"/>
          <p:cNvSpPr/>
          <p:nvPr/>
        </p:nvSpPr>
        <p:spPr>
          <a:xfrm>
            <a:off x="8177350" y="6363789"/>
            <a:ext cx="32004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ashfordstudentblog.blogspot.com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Creative Writing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818"/>
            <a:ext cx="4935583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Entertains the reader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Examples: short story, novel, poem, play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STUDENTS\Desktop\arash\waystotapintoyourcreativesel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86" y="1946032"/>
            <a:ext cx="5486399" cy="41804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8517506" y="6172200"/>
            <a:ext cx="3048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per"/>
              </a:rPr>
              <a:t>Success magazine.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Poll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Is Coca-Cola or Pepsi better? Choose the STRONGEST claim: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1) </a:t>
            </a:r>
            <a:r>
              <a:rPr lang="en-IN" dirty="0">
                <a:latin typeface="Arial" pitchFamily="34" charset="0"/>
                <a:cs typeface="Arial" pitchFamily="34" charset="0"/>
              </a:rPr>
              <a:t>Coke is better than Pepsi because more people in the world like it.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2) </a:t>
            </a:r>
            <a:r>
              <a:rPr lang="en-IN" dirty="0">
                <a:latin typeface="Arial" pitchFamily="34" charset="0"/>
                <a:cs typeface="Arial" pitchFamily="34" charset="0"/>
              </a:rPr>
              <a:t>I believe Pepsi is better because it tastes better than Coke.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3) </a:t>
            </a:r>
            <a:r>
              <a:rPr lang="en-IN" dirty="0">
                <a:latin typeface="Arial" pitchFamily="34" charset="0"/>
                <a:cs typeface="Arial" pitchFamily="34" charset="0"/>
              </a:rPr>
              <a:t>Coca-Cola is better a drink than Pepsi.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4) </a:t>
            </a:r>
            <a:r>
              <a:rPr lang="en-IN" dirty="0">
                <a:latin typeface="Arial" pitchFamily="34" charset="0"/>
                <a:cs typeface="Arial" pitchFamily="34" charset="0"/>
              </a:rPr>
              <a:t>Coca-Cola has more sales and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flavor</a:t>
            </a:r>
            <a:r>
              <a:rPr lang="en-IN" dirty="0">
                <a:latin typeface="Arial" pitchFamily="34" charset="0"/>
                <a:cs typeface="Arial" pitchFamily="34" charset="0"/>
              </a:rPr>
              <a:t> options, and therefore, is better than Pepsi.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The writing process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82000" y="6271846"/>
            <a:ext cx="2971800" cy="422031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1194"/>
            <a:ext cx="6681716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Arial" pitchFamily="34" charset="0"/>
                <a:cs typeface="Arial" pitchFamily="34" charset="0"/>
              </a:rPr>
              <a:t>PLANNING</a:t>
            </a:r>
            <a:r>
              <a:rPr lang="en-IN" dirty="0">
                <a:latin typeface="Arial" pitchFamily="34" charset="0"/>
                <a:cs typeface="Arial" pitchFamily="34" charset="0"/>
              </a:rPr>
              <a:t>: keep objectives in mind and research the topic.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rial" pitchFamily="34" charset="0"/>
                <a:cs typeface="Arial" pitchFamily="34" charset="0"/>
              </a:rPr>
              <a:t>WRITING</a:t>
            </a:r>
            <a:r>
              <a:rPr lang="en-IN" dirty="0">
                <a:latin typeface="Arial" pitchFamily="34" charset="0"/>
                <a:cs typeface="Arial" pitchFamily="34" charset="0"/>
              </a:rPr>
              <a:t>: Inspiration is acceptable but must be carefully reviewed.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rial" pitchFamily="34" charset="0"/>
                <a:cs typeface="Arial" pitchFamily="34" charset="0"/>
              </a:rPr>
              <a:t>QUALITY CONTROL</a:t>
            </a:r>
            <a:r>
              <a:rPr lang="en-IN" dirty="0">
                <a:latin typeface="Arial" pitchFamily="34" charset="0"/>
                <a:cs typeface="Arial" pitchFamily="34" charset="0"/>
              </a:rPr>
              <a:t>: Reread your work and be critical of your own work.</a:t>
            </a:r>
          </a:p>
        </p:txBody>
      </p:sp>
      <p:pic>
        <p:nvPicPr>
          <p:cNvPr id="10" name="Picture 2" descr="C:\Users\STUDENTS\Desktop\arash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5593" y="2016114"/>
            <a:ext cx="3864147" cy="38524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10"/>
          <p:cNvSpPr/>
          <p:nvPr/>
        </p:nvSpPr>
        <p:spPr>
          <a:xfrm>
            <a:off x="8663354" y="6260123"/>
            <a:ext cx="2343768" cy="427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Casper"/>
              </a:rPr>
              <a:t>atozindia.inca</a:t>
            </a:r>
            <a:endParaRPr lang="en-US" sz="1600" dirty="0">
              <a:solidFill>
                <a:schemeClr val="tx1"/>
              </a:solidFill>
              <a:latin typeface="Casp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Tips for Effective Writing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921358"/>
            <a:ext cx="10515600" cy="435133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Put the reader first.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 simple words and short sentences.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 jargon only when necessary.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 of appropriate punctuation, grammar and correct spellings are essential for effective writing.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 multiple examples to clarify your point in each paragraph. Each point should include only one main topic.</a:t>
            </a:r>
          </a:p>
        </p:txBody>
      </p:sp>
      <p:pic>
        <p:nvPicPr>
          <p:cNvPr id="18433" name="Picture 1" descr="C:\Users\ABC\AppData\Local\Microsoft\Windows\INetCache\IE\A8O5JGZX\Tips-PNG-Clipart-180x180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61361" y="2067765"/>
            <a:ext cx="2975561" cy="1163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721968" y="6307015"/>
            <a:ext cx="216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Clip Art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Tips for Effective Writing 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0710" y="1921358"/>
            <a:ext cx="10515600" cy="435133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When you begin writing, don’t forget to have a solid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introduction.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Make sure your entire writing is in the same tense.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Using formal language is essential.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Longer sentences are not necessarily better.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Eliminate unnecessary words and phrases. </a:t>
            </a:r>
          </a:p>
        </p:txBody>
      </p:sp>
      <p:pic>
        <p:nvPicPr>
          <p:cNvPr id="17411" name="Picture 3" descr="C:\Users\ABC\AppData\Local\Microsoft\Windows\INetCache\IE\A8O5JGZX\tic-verde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75158" y="3879989"/>
            <a:ext cx="2093176" cy="204314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015046" y="6342185"/>
            <a:ext cx="1957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Clip art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Coherence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90955" y="1934309"/>
            <a:ext cx="10468708" cy="429064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Coherence in writing is the "logical glue" that allows readers to move easily and clearly from one idea to the next.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Coherence in writing is much more difficult to sustain than coherent speech  because writers have no nonverbal clues to inform them if their message is clear or not. 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Things to Remember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70986" y="5849816"/>
            <a:ext cx="2790092" cy="1008184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62433" y="1875691"/>
            <a:ext cx="10515600" cy="42797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Avoid using contractions like can’t, wouldn't etc.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Do not use words like very, really, a lot.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Replace weak verbs with strong verbs.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Prepare set of phrases  to be used while writing 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Read right material that enhances the writing skills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 Practice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781909"/>
            <a:ext cx="10474234" cy="457267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Write a story entirely in dialogue, having one side of the conversation unspoken [redacted]. Make sure the reader can guess at what the redacted parts are by what the other character says.</a:t>
            </a:r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Make a list of the top five fears in your life. Write a character who is forced to confront one of those fears.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Create a minor character based upon someone you dislike. Now have your main character encounter them and feel sympathy and empathy for them despite their faults.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6"/>
          <p:cNvSpPr txBox="1">
            <a:spLocks/>
          </p:cNvSpPr>
          <p:nvPr/>
        </p:nvSpPr>
        <p:spPr>
          <a:xfrm>
            <a:off x="838200" y="1781909"/>
            <a:ext cx="10474234" cy="45726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2513" y="1787857"/>
            <a:ext cx="104678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Helps to express opinions properly.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Helps to communicate properly by developing an understanding and report the work in informative, concise, and professional formats.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Helps to discover the creative side of people.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Helps to discover imagination and discover new things.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Helps to become  clear, focused, and accurate about our opinions.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https://www.skillsyouneed.com/writing-skills.html.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https://www.mindtools.com.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ww.wordstream.com/blog/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ws</a:t>
            </a:r>
            <a:r>
              <a:rPr lang="en-IN" dirty="0">
                <a:latin typeface="Arial" pitchFamily="34" charset="0"/>
                <a:cs typeface="Arial" pitchFamily="34" charset="0"/>
              </a:rPr>
              <a:t>/2014/08/07/improve-writing-skills.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https://www.shoutmeloud.com/10-tips-to-improve-your-writing-skill.html.</a:t>
            </a:r>
            <a:br>
              <a:rPr lang="en-IN" dirty="0">
                <a:latin typeface="Arial" pitchFamily="34" charset="0"/>
                <a:cs typeface="Arial" pitchFamily="34" charset="0"/>
              </a:rPr>
            </a:b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69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267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2363</TotalTime>
  <Words>1839</Words>
  <Application>Microsoft Office PowerPoint</Application>
  <PresentationFormat>Widescreen</PresentationFormat>
  <Paragraphs>264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  </vt:lpstr>
      <vt:lpstr>Techniques for building RW Skills</vt:lpstr>
      <vt:lpstr>  </vt:lpstr>
      <vt:lpstr>  </vt:lpstr>
      <vt:lpstr>Skimming Skills  </vt:lpstr>
      <vt:lpstr>Exercise</vt:lpstr>
      <vt:lpstr>Try skimming again…..</vt:lpstr>
      <vt:lpstr>  </vt:lpstr>
      <vt:lpstr>Extensive Reading Skills</vt:lpstr>
      <vt:lpstr>Intensive Reading Skills</vt:lpstr>
      <vt:lpstr>Critical Reading Skills</vt:lpstr>
      <vt:lpstr>Poll Question</vt:lpstr>
      <vt:lpstr>Ways to improve Reading Skills</vt:lpstr>
      <vt:lpstr>REFERENCES   </vt:lpstr>
      <vt:lpstr>Writing Skills</vt:lpstr>
      <vt:lpstr>Good writing </vt:lpstr>
      <vt:lpstr>Types of Writing </vt:lpstr>
      <vt:lpstr>Narrative Writing</vt:lpstr>
      <vt:lpstr>Descriptive Writing</vt:lpstr>
      <vt:lpstr>Expository Writing</vt:lpstr>
      <vt:lpstr>Persuasive Writing</vt:lpstr>
      <vt:lpstr>Creative Writing</vt:lpstr>
      <vt:lpstr>Poll Question</vt:lpstr>
      <vt:lpstr>The writing process</vt:lpstr>
      <vt:lpstr>Tips for Effective Writing </vt:lpstr>
      <vt:lpstr>Tips for Effective Writing </vt:lpstr>
      <vt:lpstr>Coherence</vt:lpstr>
      <vt:lpstr>Things to Remember</vt:lpstr>
      <vt:lpstr> Practice Exercise</vt:lpstr>
      <vt:lpstr>Application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332</cp:revision>
  <dcterms:created xsi:type="dcterms:W3CDTF">2019-01-09T10:33:58Z</dcterms:created>
  <dcterms:modified xsi:type="dcterms:W3CDTF">2023-07-05T08:32:30Z</dcterms:modified>
</cp:coreProperties>
</file>