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5"/>
  </p:notesMasterIdLst>
  <p:handoutMasterIdLst>
    <p:handoutMasterId r:id="rId16"/>
  </p:handoutMasterIdLst>
  <p:sldIdLst>
    <p:sldId id="391" r:id="rId3"/>
    <p:sldId id="397" r:id="rId4"/>
    <p:sldId id="265" r:id="rId5"/>
    <p:sldId id="390" r:id="rId6"/>
    <p:sldId id="408" r:id="rId7"/>
    <p:sldId id="409" r:id="rId8"/>
    <p:sldId id="413" r:id="rId9"/>
    <p:sldId id="414" r:id="rId10"/>
    <p:sldId id="401" r:id="rId11"/>
    <p:sldId id="405" r:id="rId12"/>
    <p:sldId id="406" r:id="rId13"/>
    <p:sldId id="4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835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0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476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peducation.com/home" TargetMode="External"/><Relationship Id="rId2" Type="http://schemas.openxmlformats.org/officeDocument/2006/relationships/hyperlink" Target="https://www.pearson.com/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pick.in/prime/documents/notes/details/4727/memos-circulars-and-notic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196676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06904" y="6001800"/>
            <a:ext cx="255912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CIRCULAR 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72514" y="1603907"/>
            <a:ext cx="9464040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Name-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Code- 23PCH-105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02077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7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0" y="1249680"/>
            <a:ext cx="4069080" cy="4591685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29402" y="6373259"/>
            <a:ext cx="2903220" cy="365125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15022" y="417629"/>
            <a:ext cx="5966778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4400" dirty="0">
              <a:latin typeface="Arial Black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52360" y="1234440"/>
            <a:ext cx="4122419" cy="4739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325498" y="6349088"/>
            <a:ext cx="307124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8728" y="1771352"/>
            <a:ext cx="5279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41F1F-583D-67A7-662A-28D38A967CF2}"/>
              </a:ext>
            </a:extLst>
          </p:cNvPr>
          <p:cNvSpPr/>
          <p:nvPr/>
        </p:nvSpPr>
        <p:spPr>
          <a:xfrm>
            <a:off x="8668760" y="6272206"/>
            <a:ext cx="25455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https://lh3.googleusercontent.com</a:t>
            </a:r>
            <a:endParaRPr lang="en-US" sz="1050" dirty="0">
              <a:latin typeface="Arial" panose="020B0604020202020204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248B0-0215-5D83-B0C7-5489651F50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257" y="1310185"/>
            <a:ext cx="3943019" cy="500873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E9ECBF-6CB0-B4E7-CD3D-9AD8C10BB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54588"/>
              </p:ext>
            </p:extLst>
          </p:nvPr>
        </p:nvGraphicFramePr>
        <p:xfrm>
          <a:off x="206553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Circulars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6040272" cy="4351338"/>
          </a:xfrm>
        </p:spPr>
        <p:txBody>
          <a:bodyPr>
            <a:normAutofit/>
          </a:bodyPr>
          <a:lstStyle/>
          <a:p>
            <a:pPr marL="457200" indent="-4572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Circulars convey the information about some routine process or circulate  some information to a large number of people.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</a:p>
          <a:p>
            <a:pPr marL="457200" indent="-4572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information is usually of general nature and not confidential.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472" y="1828798"/>
            <a:ext cx="4461680" cy="43161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11521" y="6313301"/>
            <a:ext cx="281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www.shutterstock.com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22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Purpose of Writing Circulars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Circulars can be used for following purposes: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emphasize certain aspects of office conduct.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give information about new procedures &amp; policies.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intimate changes in the working hours of the office, canteen, library etc.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invite applications from the employees for the promotion tests etc.     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inform the employees about changes in medical rules, L.I.C. rules etc.</a:t>
            </a:r>
          </a:p>
        </p:txBody>
      </p:sp>
    </p:spTree>
    <p:extLst>
      <p:ext uri="{BB962C8B-B14F-4D97-AF65-F5344CB8AC3E}">
        <p14:creationId xmlns:p14="http://schemas.microsoft.com/office/powerpoint/2010/main" val="289677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Importance of Circulars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02" y="1883106"/>
            <a:ext cx="10398457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77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Sample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9025" name="Picture 1"/>
          <p:cNvPicPr>
            <a:picLocks noChangeAspect="1" noChangeArrowheads="1"/>
          </p:cNvPicPr>
          <p:nvPr/>
        </p:nvPicPr>
        <p:blipFill>
          <a:blip r:embed="rId2"/>
          <a:srcRect l="24020" t="28172" r="23323" b="18097"/>
          <a:stretch>
            <a:fillRect/>
          </a:stretch>
        </p:blipFill>
        <p:spPr bwMode="auto">
          <a:xfrm>
            <a:off x="887104" y="1842448"/>
            <a:ext cx="10426889" cy="4285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9677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 "/>
              </a:rPr>
              <a:t>Write a circular letter  announcing a clearance sale in the show room. </a:t>
            </a:r>
          </a:p>
          <a:p>
            <a:pPr marL="0" indent="0">
              <a:buNone/>
            </a:pPr>
            <a:endParaRPr lang="en-US" dirty="0">
              <a:latin typeface="Arial "/>
            </a:endParaRPr>
          </a:p>
          <a:p>
            <a:pPr marL="0" indent="0">
              <a:buNone/>
            </a:pPr>
            <a:r>
              <a:rPr lang="en-US" dirty="0">
                <a:latin typeface="Arial "/>
              </a:rPr>
              <a:t>		                             OR</a:t>
            </a:r>
          </a:p>
          <a:p>
            <a:pPr marL="0" indent="0">
              <a:buNone/>
            </a:pPr>
            <a:endParaRPr lang="en-US" dirty="0">
              <a:latin typeface="Arial "/>
            </a:endParaRPr>
          </a:p>
          <a:p>
            <a:r>
              <a:rPr lang="en-US" dirty="0">
                <a:latin typeface="Arial "/>
              </a:rPr>
              <a:t>Write a circular announcing the commencement of odd semester in the university.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773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instructions about the work related information by the       organization helps to work smoothly.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Correct grammar , punctuation and spellings are the keys in  written communication , hence these can be improved with the practice.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Technical words used in writing skills improve vocabulary . 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</a:p>
          <a:p>
            <a:pPr marL="457200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248" y="1817401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71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References</a:t>
            </a:r>
            <a:r>
              <a:rPr lang="en-US" b="1" dirty="0">
                <a:latin typeface="Aerial black"/>
                <a:cs typeface="Arial" panose="020B0604020202020204" pitchFamily="34" charset="0"/>
              </a:rPr>
              <a:t> </a:t>
            </a:r>
            <a:r>
              <a:rPr lang="en-US" dirty="0">
                <a:latin typeface="Aerial black"/>
              </a:rPr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  <a:hlinkClick r:id="rId2"/>
              </a:rPr>
              <a:t>https://www.pearson.com/us/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  <a:hlinkClick r:id="rId3"/>
              </a:rPr>
              <a:t>https://www.atpeducation.com/home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  <a:hlinkClick r:id="rId4"/>
              </a:rPr>
              <a:t>https://www.learnpick.in/prime/documents/notes/details/4727/memos-circulars-and-notice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Practical English Usage fourth  edition by Michael Swan(Online book at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Flipkart</a:t>
            </a:r>
            <a:r>
              <a:rPr lang="en-IN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768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860622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4211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7718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5524128</TotalTime>
  <Words>564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Aerial black</vt:lpstr>
      <vt:lpstr>Arial</vt:lpstr>
      <vt:lpstr>Arial 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</vt:lpstr>
      <vt:lpstr>Circulars</vt:lpstr>
      <vt:lpstr>Purpose of Writing Circulars</vt:lpstr>
      <vt:lpstr>Importance of Circulars</vt:lpstr>
      <vt:lpstr>Sample</vt:lpstr>
      <vt:lpstr>Practice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432</cp:revision>
  <dcterms:created xsi:type="dcterms:W3CDTF">2019-01-09T10:33:58Z</dcterms:created>
  <dcterms:modified xsi:type="dcterms:W3CDTF">2023-07-11T08:35:15Z</dcterms:modified>
</cp:coreProperties>
</file>