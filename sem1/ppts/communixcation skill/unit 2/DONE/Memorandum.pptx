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7"/>
  </p:notesMasterIdLst>
  <p:handoutMasterIdLst>
    <p:handoutMasterId r:id="rId18"/>
  </p:handoutMasterIdLst>
  <p:sldIdLst>
    <p:sldId id="423" r:id="rId3"/>
    <p:sldId id="397" r:id="rId4"/>
    <p:sldId id="422" r:id="rId5"/>
    <p:sldId id="306" r:id="rId6"/>
    <p:sldId id="307" r:id="rId7"/>
    <p:sldId id="308" r:id="rId8"/>
    <p:sldId id="310" r:id="rId9"/>
    <p:sldId id="312" r:id="rId10"/>
    <p:sldId id="314" r:id="rId11"/>
    <p:sldId id="315" r:id="rId12"/>
    <p:sldId id="424" r:id="rId13"/>
    <p:sldId id="316" r:id="rId14"/>
    <p:sldId id="317" r:id="rId15"/>
    <p:sldId id="31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89964" autoAdjust="0"/>
  </p:normalViewPr>
  <p:slideViewPr>
    <p:cSldViewPr snapToGrid="0">
      <p:cViewPr varScale="1">
        <p:scale>
          <a:sx n="64" d="100"/>
          <a:sy n="64" d="100"/>
        </p:scale>
        <p:origin x="96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s://in.images.search.yahoo.com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.images.search.yahoo.com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.images.search.yahoo.com_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morandum" TargetMode="External"/><Relationship Id="rId2" Type="http://schemas.openxmlformats.org/officeDocument/2006/relationships/hyperlink" Target="https://web.uvic.ca/~sdoyle/E302/Notes/Memo%20Writing%20tip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dco.ie/_fileupload/Writing%20a%20memo.pd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06511" y="5974967"/>
            <a:ext cx="6141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Memorandum</a:t>
            </a:r>
          </a:p>
          <a:p>
            <a:pPr eaLnBrk="1" hangingPunct="1"/>
            <a:endParaRPr lang="en-US" sz="14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018" y="1781555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E7FC5-D65F-31EF-B614-90BE77C3A0EF}"/>
              </a:ext>
            </a:extLst>
          </p:cNvPr>
          <p:cNvSpPr/>
          <p:nvPr/>
        </p:nvSpPr>
        <p:spPr>
          <a:xfrm>
            <a:off x="8668760" y="6272206"/>
            <a:ext cx="25455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050" dirty="0">
                <a:latin typeface="Arial" pitchFamily="34" charset="0"/>
                <a:cs typeface="Arial" pitchFamily="34" charset="0"/>
                <a:hlinkClick r:id="rId2"/>
              </a:rPr>
              <a:t>https://in.images.search.yahoo.com/</a:t>
            </a:r>
            <a:endParaRPr lang="en-US" sz="105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34698BC-BCE4-59C3-26E5-0E4B35807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974" y="1725569"/>
            <a:ext cx="3402767" cy="424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69EFFA-A547-2406-7612-E91F8DA9A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64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13" y="6494884"/>
            <a:ext cx="2513692" cy="3631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AU" sz="1050" dirty="0">
                <a:latin typeface="Arial" pitchFamily="34" charset="0"/>
                <a:cs typeface="Arial" pitchFamily="34" charset="0"/>
              </a:rPr>
              <a:t>https://in.images.search.yahoo.com/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368" y="1822592"/>
            <a:ext cx="5275006" cy="465194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1)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Memorandum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 is popularly known as memo. 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2)The literal meaning of the word memorandum is “a note to assist the memory”. </a:t>
            </a:r>
          </a:p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3) Memos are the written internal communication means for exchanging information relating to day-to-day functions within the organizations.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80160" y="489768"/>
            <a:ext cx="9380538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anose="020B0A04020102020204" pitchFamily="34" charset="0"/>
                <a:ea typeface="Karla" pitchFamily="2" charset="0"/>
                <a:cs typeface="Arial" panose="020B0604020202020204" pitchFamily="34" charset="0"/>
              </a:rPr>
              <a:t>Memorandum</a:t>
            </a:r>
            <a:endParaRPr lang="en-US" sz="44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82953" y="193421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9680" y="1835879"/>
            <a:ext cx="5302846" cy="4649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F51FB03-868B-4D89-9AFF-95BA363ED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039" y="1948617"/>
            <a:ext cx="4837471" cy="4437435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Memorandum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00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memo is less formal than a letter.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usually conveys one idea and </a:t>
            </a:r>
          </a:p>
          <a:p>
            <a:pPr marL="0" indent="0"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is likely to be short.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Effective memos are clearly written</a:t>
            </a:r>
          </a:p>
          <a:p>
            <a:pPr marL="0" indent="0"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with the objective stated in the first </a:t>
            </a:r>
          </a:p>
          <a:p>
            <a:pPr marL="0" indent="0"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sentence.</a:t>
            </a:r>
          </a:p>
          <a:p>
            <a:pPr marL="0" indent="0">
              <a:buNone/>
            </a:pPr>
            <a:endParaRPr lang="en-IN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0C56577-BE09-4A33-A1D3-051101AD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454" y="2237248"/>
            <a:ext cx="3660754" cy="327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5EE9FF-9A2F-4693-BDCD-9D27B92C258F}"/>
              </a:ext>
            </a:extLst>
          </p:cNvPr>
          <p:cNvSpPr/>
          <p:nvPr/>
        </p:nvSpPr>
        <p:spPr>
          <a:xfrm>
            <a:off x="8603252" y="6381640"/>
            <a:ext cx="24368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>
                <a:latin typeface="Arial" pitchFamily="34" charset="0"/>
                <a:cs typeface="Arial" pitchFamily="34" charset="0"/>
                <a:hlinkClick r:id="rId3"/>
              </a:rPr>
              <a:t>https://in.images.search.yahoo.com/</a:t>
            </a: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18001C-73A5-72ED-900C-ED7B509B33CF}"/>
              </a:ext>
            </a:extLst>
          </p:cNvPr>
          <p:cNvSpPr/>
          <p:nvPr/>
        </p:nvSpPr>
        <p:spPr>
          <a:xfrm>
            <a:off x="838200" y="1949970"/>
            <a:ext cx="4243466" cy="293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4243466" cy="2981793"/>
          </a:xfrm>
          <a:solidFill>
            <a:schemeClr val="accent2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Memos are often only a few short paragraphs, but they can be much longer, depending on their purpose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31A35-6EA2-4298-A530-44553B23FB57}"/>
              </a:ext>
            </a:extLst>
          </p:cNvPr>
          <p:cNvSpPr txBox="1"/>
          <p:nvPr/>
        </p:nvSpPr>
        <p:spPr>
          <a:xfrm>
            <a:off x="2594610" y="4457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3720" y="560127"/>
            <a:ext cx="105125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4400" b="1" dirty="0">
                <a:latin typeface="Arial Black" panose="020B0A04020102020204" pitchFamily="34" charset="0"/>
                <a:cs typeface="Arial" panose="020B0604020202020204" pitchFamily="34" charset="0"/>
              </a:rPr>
              <a:t>Purposes of Memos 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DEC25-AFA5-A0F3-8CAC-714BF99D76A9}"/>
              </a:ext>
            </a:extLst>
          </p:cNvPr>
          <p:cNvSpPr txBox="1"/>
          <p:nvPr/>
        </p:nvSpPr>
        <p:spPr>
          <a:xfrm>
            <a:off x="5546361" y="1905000"/>
            <a:ext cx="58074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Here are some typical uses of memos: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broadcast internal changes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disseminate news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share an upcoming event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update public safety guidelines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raise awareness about an issue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address a problem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make a request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share project updates.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Check Your Memo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it easy to find the main point?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Does your memo have plenty of white space for easy readability?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Have you removed unnecessary words?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your memo filled with technical jargon?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it positive?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Important “Nevers” in</a:t>
            </a:r>
            <a:br>
              <a:rPr lang="en-US" altLang="en-US" b="1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 Memo Writing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3548"/>
            <a:ext cx="10515600" cy="432127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Never write unnecessary information.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Never write complicated, hard-to-understand memos.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Never send memos that have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misspelled words, or grammatical errors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Keep them simple and to the point. Never write rude, blunt, or thoughtless memos.</a:t>
            </a:r>
          </a:p>
          <a:p>
            <a:pPr marL="0" indent="0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Never use complimentary close and salutation in the memo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700A1-5D49-4025-91B9-942C3191D436}"/>
              </a:ext>
            </a:extLst>
          </p:cNvPr>
          <p:cNvSpPr/>
          <p:nvPr/>
        </p:nvSpPr>
        <p:spPr>
          <a:xfrm>
            <a:off x="7969957" y="6215876"/>
            <a:ext cx="3285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hlinkClick r:id="rId2"/>
              </a:rPr>
              <a:t>https://in.images.search.yahoo.com_</a:t>
            </a:r>
            <a:endParaRPr lang="en-IN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74E9-960D-49A8-96EB-AC1B2529572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Format 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0492-D416-426D-8AF0-AE3947F3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 l="24254" t="24093" r="23853" b="10585"/>
          <a:stretch>
            <a:fillRect/>
          </a:stretch>
        </p:blipFill>
        <p:spPr bwMode="auto">
          <a:xfrm>
            <a:off x="870156" y="1799303"/>
            <a:ext cx="10456606" cy="46162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14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74E9-960D-49A8-96EB-AC1B2529572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Sample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0492-D416-426D-8AF0-AE3947F3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/>
          <a:srcRect l="18564" t="25504" r="18413" b="13609"/>
          <a:stretch>
            <a:fillRect/>
          </a:stretch>
        </p:blipFill>
        <p:spPr bwMode="auto">
          <a:xfrm>
            <a:off x="796414" y="1769807"/>
            <a:ext cx="10604090" cy="464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8614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74E9-960D-49A8-96EB-AC1B2529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99" y="2103437"/>
            <a:ext cx="2849380" cy="1325563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Sample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0492-D416-426D-8AF0-AE3947F3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C64A6-FEE7-C9E5-C77A-49FCD6E68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224" y="410095"/>
            <a:ext cx="7771367" cy="59462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7926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Assessment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References</a:t>
            </a:r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https://web.uvic.ca/~sdoyle/E302/Notes/Memo%20Writing%20tips.html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https://en.wikipedia.org/wiki/Memorandum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https://www.edco.ie/_fileupload/Writing%20a%20memo.pdf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2595</TotalTime>
  <Words>650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 </vt:lpstr>
      <vt:lpstr>Memorandum</vt:lpstr>
      <vt:lpstr>Memorandum</vt:lpstr>
      <vt:lpstr>PowerPoint Presentation</vt:lpstr>
      <vt:lpstr>Check Your Memo</vt:lpstr>
      <vt:lpstr>Important “Nevers” in  Memo Writing</vt:lpstr>
      <vt:lpstr>Format </vt:lpstr>
      <vt:lpstr>Sample</vt:lpstr>
      <vt:lpstr>Sample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197</cp:revision>
  <dcterms:created xsi:type="dcterms:W3CDTF">2019-01-09T10:33:58Z</dcterms:created>
  <dcterms:modified xsi:type="dcterms:W3CDTF">2023-07-11T08:36:05Z</dcterms:modified>
</cp:coreProperties>
</file>