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6"/>
  </p:notesMasterIdLst>
  <p:handoutMasterIdLst>
    <p:handoutMasterId r:id="rId27"/>
  </p:handoutMasterIdLst>
  <p:sldIdLst>
    <p:sldId id="375" r:id="rId3"/>
    <p:sldId id="381" r:id="rId4"/>
    <p:sldId id="382" r:id="rId5"/>
    <p:sldId id="383" r:id="rId6"/>
    <p:sldId id="384" r:id="rId7"/>
    <p:sldId id="398" r:id="rId8"/>
    <p:sldId id="396" r:id="rId9"/>
    <p:sldId id="401" r:id="rId10"/>
    <p:sldId id="348" r:id="rId11"/>
    <p:sldId id="350" r:id="rId12"/>
    <p:sldId id="404" r:id="rId13"/>
    <p:sldId id="402" r:id="rId14"/>
    <p:sldId id="403" r:id="rId15"/>
    <p:sldId id="424" r:id="rId16"/>
    <p:sldId id="407" r:id="rId17"/>
    <p:sldId id="405" r:id="rId18"/>
    <p:sldId id="406" r:id="rId19"/>
    <p:sldId id="408" r:id="rId20"/>
    <p:sldId id="418" r:id="rId21"/>
    <p:sldId id="315" r:id="rId22"/>
    <p:sldId id="417" r:id="rId23"/>
    <p:sldId id="308" r:id="rId24"/>
    <p:sldId id="279" r:id="rId25"/>
  </p:sldIdLst>
  <p:sldSz cx="12192000" cy="6858000"/>
  <p:notesSz cx="6858000" cy="9144000"/>
  <p:custShowLst>
    <p:custShow name="Custom Show 1"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B9AD6A42-E000-4613-9616-39E75D1EF5BF}"/>
    <pc:docChg chg="undo custSel delSld modSld">
      <pc:chgData name="Devinder Kaur" userId="89161a673412ba18" providerId="LiveId" clId="{B9AD6A42-E000-4613-9616-39E75D1EF5BF}" dt="2022-11-24T08:53:20.033" v="108" actId="20577"/>
      <pc:docMkLst>
        <pc:docMk/>
      </pc:docMkLst>
      <pc:sldChg chg="modSp mod">
        <pc:chgData name="Devinder Kaur" userId="89161a673412ba18" providerId="LiveId" clId="{B9AD6A42-E000-4613-9616-39E75D1EF5BF}" dt="2022-11-24T08:52:57.381" v="107" actId="14100"/>
        <pc:sldMkLst>
          <pc:docMk/>
          <pc:sldMk cId="3361918424" sldId="308"/>
        </pc:sldMkLst>
        <pc:spChg chg="mod">
          <ac:chgData name="Devinder Kaur" userId="89161a673412ba18" providerId="LiveId" clId="{B9AD6A42-E000-4613-9616-39E75D1EF5BF}" dt="2022-11-24T08:52:57.381" v="107" actId="14100"/>
          <ac:spMkLst>
            <pc:docMk/>
            <pc:sldMk cId="3361918424" sldId="308"/>
            <ac:spMk id="2" creationId="{00000000-0000-0000-0000-000000000000}"/>
          </ac:spMkLst>
        </pc:spChg>
        <pc:spChg chg="mod">
          <ac:chgData name="Devinder Kaur" userId="89161a673412ba18" providerId="LiveId" clId="{B9AD6A42-E000-4613-9616-39E75D1EF5BF}" dt="2022-11-24T08:52:44.988" v="105" actId="27636"/>
          <ac:spMkLst>
            <pc:docMk/>
            <pc:sldMk cId="3361918424" sldId="308"/>
            <ac:spMk id="3" creationId="{00000000-0000-0000-0000-000000000000}"/>
          </ac:spMkLst>
        </pc:spChg>
      </pc:sldChg>
      <pc:sldChg chg="modSp mod">
        <pc:chgData name="Devinder Kaur" userId="89161a673412ba18" providerId="LiveId" clId="{B9AD6A42-E000-4613-9616-39E75D1EF5BF}" dt="2022-11-24T08:53:20.033" v="108" actId="20577"/>
        <pc:sldMkLst>
          <pc:docMk/>
          <pc:sldMk cId="3585577689" sldId="375"/>
        </pc:sldMkLst>
        <pc:spChg chg="mod">
          <ac:chgData name="Devinder Kaur" userId="89161a673412ba18" providerId="LiveId" clId="{B9AD6A42-E000-4613-9616-39E75D1EF5BF}" dt="2022-11-24T08:53:20.033" v="108" actId="20577"/>
          <ac:spMkLst>
            <pc:docMk/>
            <pc:sldMk cId="3585577689" sldId="375"/>
            <ac:spMk id="26" creationId="{00000000-0000-0000-0000-000000000000}"/>
          </ac:spMkLst>
        </pc:spChg>
      </pc:sldChg>
      <pc:sldChg chg="modSp mod">
        <pc:chgData name="Devinder Kaur" userId="89161a673412ba18" providerId="LiveId" clId="{B9AD6A42-E000-4613-9616-39E75D1EF5BF}" dt="2022-11-24T08:43:35.174" v="92" actId="404"/>
        <pc:sldMkLst>
          <pc:docMk/>
          <pc:sldMk cId="0" sldId="382"/>
        </pc:sldMkLst>
        <pc:spChg chg="mod">
          <ac:chgData name="Devinder Kaur" userId="89161a673412ba18" providerId="LiveId" clId="{B9AD6A42-E000-4613-9616-39E75D1EF5BF}" dt="2022-11-24T08:37:54.389" v="26" actId="1035"/>
          <ac:spMkLst>
            <pc:docMk/>
            <pc:sldMk cId="0" sldId="382"/>
            <ac:spMk id="2" creationId="{786CAAAA-1DAB-4779-A8F8-3B8B853C067E}"/>
          </ac:spMkLst>
        </pc:spChg>
        <pc:graphicFrameChg chg="mod modGraphic">
          <ac:chgData name="Devinder Kaur" userId="89161a673412ba18" providerId="LiveId" clId="{B9AD6A42-E000-4613-9616-39E75D1EF5BF}" dt="2022-11-24T08:43:35.174" v="92" actId="404"/>
          <ac:graphicFrameMkLst>
            <pc:docMk/>
            <pc:sldMk cId="0" sldId="382"/>
            <ac:graphicFrameMk id="4" creationId="{133B9873-0D72-4F00-B232-68A50C2F664D}"/>
          </ac:graphicFrameMkLst>
        </pc:graphicFrameChg>
      </pc:sldChg>
      <pc:sldChg chg="del">
        <pc:chgData name="Devinder Kaur" userId="89161a673412ba18" providerId="LiveId" clId="{B9AD6A42-E000-4613-9616-39E75D1EF5BF}" dt="2022-11-24T08:50:40.031" v="93" actId="47"/>
        <pc:sldMkLst>
          <pc:docMk/>
          <pc:sldMk cId="1962826897" sldId="390"/>
        </pc:sldMkLst>
      </pc:sldChg>
      <pc:sldChg chg="del">
        <pc:chgData name="Devinder Kaur" userId="89161a673412ba18" providerId="LiveId" clId="{B9AD6A42-E000-4613-9616-39E75D1EF5BF}" dt="2022-11-24T08:50:40.031" v="93" actId="47"/>
        <pc:sldMkLst>
          <pc:docMk/>
          <pc:sldMk cId="2872582379" sldId="391"/>
        </pc:sldMkLst>
      </pc:sldChg>
      <pc:sldChg chg="modSp mod">
        <pc:chgData name="Devinder Kaur" userId="89161a673412ba18" providerId="LiveId" clId="{B9AD6A42-E000-4613-9616-39E75D1EF5BF}" dt="2022-11-24T08:51:40.241" v="96" actId="404"/>
        <pc:sldMkLst>
          <pc:docMk/>
          <pc:sldMk cId="3348223499" sldId="429"/>
        </pc:sldMkLst>
        <pc:graphicFrameChg chg="mod modGraphic">
          <ac:chgData name="Devinder Kaur" userId="89161a673412ba18" providerId="LiveId" clId="{B9AD6A42-E000-4613-9616-39E75D1EF5BF}" dt="2022-11-24T08:51:40.241" v="96" actId="404"/>
          <ac:graphicFrameMkLst>
            <pc:docMk/>
            <pc:sldMk cId="3348223499" sldId="429"/>
            <ac:graphicFrameMk id="3" creationId="{5CF009E1-7868-473A-9E62-0341C9F61C35}"/>
          </ac:graphicFrameMkLst>
        </pc:graphicFrameChg>
      </pc:sldChg>
    </pc:docChg>
  </pc:docChgLst>
  <pc:docChgLst>
    <pc:chgData name="Devinder Kaur" userId="89161a673412ba18" providerId="LiveId" clId="{9C8393A4-D587-4FFA-90D0-DF1AB53E2637}"/>
    <pc:docChg chg="undo custSel delSld modSld sldOrd">
      <pc:chgData name="Devinder Kaur" userId="89161a673412ba18" providerId="LiveId" clId="{9C8393A4-D587-4FFA-90D0-DF1AB53E2637}" dt="2022-12-13T08:49:23.773" v="87" actId="313"/>
      <pc:docMkLst>
        <pc:docMk/>
      </pc:docMkLst>
      <pc:sldChg chg="modSp mod">
        <pc:chgData name="Devinder Kaur" userId="89161a673412ba18" providerId="LiveId" clId="{9C8393A4-D587-4FFA-90D0-DF1AB53E2637}" dt="2022-12-13T06:41:23.056" v="59" actId="1076"/>
        <pc:sldMkLst>
          <pc:docMk/>
          <pc:sldMk cId="0" sldId="294"/>
        </pc:sldMkLst>
        <pc:spChg chg="mod">
          <ac:chgData name="Devinder Kaur" userId="89161a673412ba18" providerId="LiveId" clId="{9C8393A4-D587-4FFA-90D0-DF1AB53E2637}" dt="2022-12-13T06:41:07.072" v="54" actId="1076"/>
          <ac:spMkLst>
            <pc:docMk/>
            <pc:sldMk cId="0" sldId="294"/>
            <ac:spMk id="9219" creationId="{04AF97D1-0808-49E0-A5F9-BE2078C61E6F}"/>
          </ac:spMkLst>
        </pc:spChg>
        <pc:spChg chg="mod">
          <ac:chgData name="Devinder Kaur" userId="89161a673412ba18" providerId="LiveId" clId="{9C8393A4-D587-4FFA-90D0-DF1AB53E2637}" dt="2022-12-13T06:41:23.056" v="59" actId="1076"/>
          <ac:spMkLst>
            <pc:docMk/>
            <pc:sldMk cId="0" sldId="294"/>
            <ac:spMk id="9220" creationId="{4739AAAF-F08D-4053-A24F-CB21BB828863}"/>
          </ac:spMkLst>
        </pc:spChg>
        <pc:picChg chg="mod">
          <ac:chgData name="Devinder Kaur" userId="89161a673412ba18" providerId="LiveId" clId="{9C8393A4-D587-4FFA-90D0-DF1AB53E2637}" dt="2022-12-13T06:41:20.089" v="58" actId="14100"/>
          <ac:picMkLst>
            <pc:docMk/>
            <pc:sldMk cId="0" sldId="294"/>
            <ac:picMk id="9221" creationId="{4DA02DA3-D482-4D18-A6FA-A47569A3411C}"/>
          </ac:picMkLst>
        </pc:picChg>
      </pc:sldChg>
      <pc:sldChg chg="del">
        <pc:chgData name="Devinder Kaur" userId="89161a673412ba18" providerId="LiveId" clId="{9C8393A4-D587-4FFA-90D0-DF1AB53E2637}" dt="2022-12-13T07:27:59.443" v="71" actId="47"/>
        <pc:sldMkLst>
          <pc:docMk/>
          <pc:sldMk cId="0" sldId="347"/>
        </pc:sldMkLst>
      </pc:sldChg>
      <pc:sldChg chg="ord">
        <pc:chgData name="Devinder Kaur" userId="89161a673412ba18" providerId="LiveId" clId="{9C8393A4-D587-4FFA-90D0-DF1AB53E2637}" dt="2022-12-13T07:29:31.618" v="73"/>
        <pc:sldMkLst>
          <pc:docMk/>
          <pc:sldMk cId="0" sldId="351"/>
        </pc:sldMkLst>
      </pc:sldChg>
      <pc:sldChg chg="del">
        <pc:chgData name="Devinder Kaur" userId="89161a673412ba18" providerId="LiveId" clId="{9C8393A4-D587-4FFA-90D0-DF1AB53E2637}" dt="2022-12-12T04:27:09.021" v="3" actId="2696"/>
        <pc:sldMkLst>
          <pc:docMk/>
          <pc:sldMk cId="410068883" sldId="385"/>
        </pc:sldMkLst>
      </pc:sldChg>
      <pc:sldChg chg="del">
        <pc:chgData name="Devinder Kaur" userId="89161a673412ba18" providerId="LiveId" clId="{9C8393A4-D587-4FFA-90D0-DF1AB53E2637}" dt="2022-12-12T04:25:24.787" v="0" actId="2696"/>
        <pc:sldMkLst>
          <pc:docMk/>
          <pc:sldMk cId="2009044222" sldId="388"/>
        </pc:sldMkLst>
      </pc:sldChg>
      <pc:sldChg chg="del">
        <pc:chgData name="Devinder Kaur" userId="89161a673412ba18" providerId="LiveId" clId="{9C8393A4-D587-4FFA-90D0-DF1AB53E2637}" dt="2022-12-12T04:26:37.653" v="1" actId="2696"/>
        <pc:sldMkLst>
          <pc:docMk/>
          <pc:sldMk cId="1057802568" sldId="392"/>
        </pc:sldMkLst>
      </pc:sldChg>
      <pc:sldChg chg="del">
        <pc:chgData name="Devinder Kaur" userId="89161a673412ba18" providerId="LiveId" clId="{9C8393A4-D587-4FFA-90D0-DF1AB53E2637}" dt="2022-12-12T04:27:26.369" v="4" actId="2696"/>
        <pc:sldMkLst>
          <pc:docMk/>
          <pc:sldMk cId="1564978313" sldId="394"/>
        </pc:sldMkLst>
      </pc:sldChg>
      <pc:sldChg chg="del">
        <pc:chgData name="Devinder Kaur" userId="89161a673412ba18" providerId="LiveId" clId="{9C8393A4-D587-4FFA-90D0-DF1AB53E2637}" dt="2022-12-12T04:27:38.840" v="5" actId="2696"/>
        <pc:sldMkLst>
          <pc:docMk/>
          <pc:sldMk cId="3248160990" sldId="395"/>
        </pc:sldMkLst>
      </pc:sldChg>
      <pc:sldChg chg="modSp mod">
        <pc:chgData name="Devinder Kaur" userId="89161a673412ba18" providerId="LiveId" clId="{9C8393A4-D587-4FFA-90D0-DF1AB53E2637}" dt="2022-12-13T06:42:04.129" v="63" actId="14100"/>
        <pc:sldMkLst>
          <pc:docMk/>
          <pc:sldMk cId="3310703458" sldId="398"/>
        </pc:sldMkLst>
        <pc:spChg chg="mod">
          <ac:chgData name="Devinder Kaur" userId="89161a673412ba18" providerId="LiveId" clId="{9C8393A4-D587-4FFA-90D0-DF1AB53E2637}" dt="2022-12-13T06:41:56.418" v="60" actId="14100"/>
          <ac:spMkLst>
            <pc:docMk/>
            <pc:sldMk cId="3310703458" sldId="398"/>
            <ac:spMk id="2" creationId="{E3ED7B26-F76A-4307-B79C-40D2FC6CDE30}"/>
          </ac:spMkLst>
        </pc:spChg>
        <pc:spChg chg="mod">
          <ac:chgData name="Devinder Kaur" userId="89161a673412ba18" providerId="LiveId" clId="{9C8393A4-D587-4FFA-90D0-DF1AB53E2637}" dt="2022-12-13T06:42:04.129" v="63" actId="14100"/>
          <ac:spMkLst>
            <pc:docMk/>
            <pc:sldMk cId="3310703458" sldId="398"/>
            <ac:spMk id="3" creationId="{01583712-7EBD-40D1-BEBB-749C18F9D728}"/>
          </ac:spMkLst>
        </pc:spChg>
      </pc:sldChg>
      <pc:sldChg chg="del">
        <pc:chgData name="Devinder Kaur" userId="89161a673412ba18" providerId="LiveId" clId="{9C8393A4-D587-4FFA-90D0-DF1AB53E2637}" dt="2022-12-12T04:26:53.321" v="2" actId="2696"/>
        <pc:sldMkLst>
          <pc:docMk/>
          <pc:sldMk cId="720155241" sldId="399"/>
        </pc:sldMkLst>
      </pc:sldChg>
      <pc:sldChg chg="modSp">
        <pc:chgData name="Devinder Kaur" userId="89161a673412ba18" providerId="LiveId" clId="{9C8393A4-D587-4FFA-90D0-DF1AB53E2637}" dt="2022-12-13T08:49:23.773" v="87" actId="313"/>
        <pc:sldMkLst>
          <pc:docMk/>
          <pc:sldMk cId="873514518" sldId="403"/>
        </pc:sldMkLst>
        <pc:graphicFrameChg chg="mod">
          <ac:chgData name="Devinder Kaur" userId="89161a673412ba18" providerId="LiveId" clId="{9C8393A4-D587-4FFA-90D0-DF1AB53E2637}" dt="2022-12-13T08:49:23.773" v="87" actId="313"/>
          <ac:graphicFrameMkLst>
            <pc:docMk/>
            <pc:sldMk cId="873514518" sldId="403"/>
            <ac:graphicFrameMk id="3" creationId="{EF73DF82-3B89-4803-B36D-1209D8B3B0DF}"/>
          </ac:graphicFrameMkLst>
        </pc:graphicFrameChg>
      </pc:sldChg>
      <pc:sldChg chg="modSp mod">
        <pc:chgData name="Devinder Kaur" userId="89161a673412ba18" providerId="LiveId" clId="{9C8393A4-D587-4FFA-90D0-DF1AB53E2637}" dt="2022-12-13T06:46:22.316" v="64" actId="14100"/>
        <pc:sldMkLst>
          <pc:docMk/>
          <pc:sldMk cId="1198466788" sldId="404"/>
        </pc:sldMkLst>
        <pc:graphicFrameChg chg="mod">
          <ac:chgData name="Devinder Kaur" userId="89161a673412ba18" providerId="LiveId" clId="{9C8393A4-D587-4FFA-90D0-DF1AB53E2637}" dt="2022-12-13T06:46:22.316" v="64" actId="14100"/>
          <ac:graphicFrameMkLst>
            <pc:docMk/>
            <pc:sldMk cId="1198466788" sldId="404"/>
            <ac:graphicFrameMk id="4" creationId="{78C7AC1A-FCE2-4CB4-BC56-7FB3542A2AAA}"/>
          </ac:graphicFrameMkLst>
        </pc:graphicFrameChg>
      </pc:sldChg>
      <pc:sldChg chg="modSp">
        <pc:chgData name="Devinder Kaur" userId="89161a673412ba18" providerId="LiveId" clId="{9C8393A4-D587-4FFA-90D0-DF1AB53E2637}" dt="2022-12-13T07:23:40.727" v="70" actId="20577"/>
        <pc:sldMkLst>
          <pc:docMk/>
          <pc:sldMk cId="1098808923" sldId="424"/>
        </pc:sldMkLst>
        <pc:graphicFrameChg chg="mod">
          <ac:chgData name="Devinder Kaur" userId="89161a673412ba18" providerId="LiveId" clId="{9C8393A4-D587-4FFA-90D0-DF1AB53E2637}" dt="2022-12-13T07:23:40.727" v="70" actId="20577"/>
          <ac:graphicFrameMkLst>
            <pc:docMk/>
            <pc:sldMk cId="1098808923" sldId="424"/>
            <ac:graphicFrameMk id="3" creationId="{800E9524-AF39-4795-8B1D-B0022DA5EA79}"/>
          </ac:graphicFrameMkLst>
        </pc:graphicFrameChg>
      </pc:sldChg>
    </pc:docChg>
  </pc:docChgLst>
  <pc:docChgLst>
    <pc:chgData name="Devinder Kaur" userId="89161a673412ba18" providerId="LiveId" clId="{7390AEFD-A420-43CD-992F-58CBC3AFE4B0}"/>
    <pc:docChg chg="undo custSel addSld delSld modSld sldOrd">
      <pc:chgData name="Devinder Kaur" userId="89161a673412ba18" providerId="LiveId" clId="{7390AEFD-A420-43CD-992F-58CBC3AFE4B0}" dt="2021-12-29T09:14:24.713" v="1466"/>
      <pc:docMkLst>
        <pc:docMk/>
      </pc:docMkLst>
      <pc:sldChg chg="modSp mod">
        <pc:chgData name="Devinder Kaur" userId="89161a673412ba18" providerId="LiveId" clId="{7390AEFD-A420-43CD-992F-58CBC3AFE4B0}" dt="2021-12-29T08:22:16.927" v="1458" actId="20577"/>
        <pc:sldMkLst>
          <pc:docMk/>
          <pc:sldMk cId="2656501266" sldId="279"/>
        </pc:sldMkLst>
        <pc:spChg chg="mod">
          <ac:chgData name="Devinder Kaur" userId="89161a673412ba18" providerId="LiveId" clId="{7390AEFD-A420-43CD-992F-58CBC3AFE4B0}" dt="2021-12-29T08:22:16.927" v="1458" actId="20577"/>
          <ac:spMkLst>
            <pc:docMk/>
            <pc:sldMk cId="2656501266" sldId="279"/>
            <ac:spMk id="2" creationId="{00000000-0000-0000-0000-000000000000}"/>
          </ac:spMkLst>
        </pc:spChg>
      </pc:sldChg>
      <pc:sldChg chg="modSp del mod">
        <pc:chgData name="Devinder Kaur" userId="89161a673412ba18" providerId="LiveId" clId="{7390AEFD-A420-43CD-992F-58CBC3AFE4B0}" dt="2021-12-29T08:21:51.198" v="1429" actId="47"/>
        <pc:sldMkLst>
          <pc:docMk/>
          <pc:sldMk cId="1495971165" sldId="307"/>
        </pc:sldMkLst>
        <pc:spChg chg="mod">
          <ac:chgData name="Devinder Kaur" userId="89161a673412ba18" providerId="LiveId" clId="{7390AEFD-A420-43CD-992F-58CBC3AFE4B0}" dt="2021-12-29T08:20:24.607" v="1389" actId="20577"/>
          <ac:spMkLst>
            <pc:docMk/>
            <pc:sldMk cId="1495971165" sldId="307"/>
            <ac:spMk id="2" creationId="{00000000-0000-0000-0000-000000000000}"/>
          </ac:spMkLst>
        </pc:spChg>
        <pc:spChg chg="mod">
          <ac:chgData name="Devinder Kaur" userId="89161a673412ba18" providerId="LiveId" clId="{7390AEFD-A420-43CD-992F-58CBC3AFE4B0}" dt="2021-12-29T08:19:57.869" v="1350" actId="123"/>
          <ac:spMkLst>
            <pc:docMk/>
            <pc:sldMk cId="1495971165" sldId="307"/>
            <ac:spMk id="3" creationId="{00000000-0000-0000-0000-000000000000}"/>
          </ac:spMkLst>
        </pc:spChg>
      </pc:sldChg>
      <pc:sldChg chg="modSp">
        <pc:chgData name="Devinder Kaur" userId="89161a673412ba18" providerId="LiveId" clId="{7390AEFD-A420-43CD-992F-58CBC3AFE4B0}" dt="2021-12-29T07:10:04.915" v="907" actId="20577"/>
        <pc:sldMkLst>
          <pc:docMk/>
          <pc:sldMk cId="0" sldId="315"/>
        </pc:sldMkLst>
        <pc:graphicFrameChg chg="mod">
          <ac:chgData name="Devinder Kaur" userId="89161a673412ba18" providerId="LiveId" clId="{7390AEFD-A420-43CD-992F-58CBC3AFE4B0}" dt="2021-12-29T07:10:04.915" v="907" actId="20577"/>
          <ac:graphicFrameMkLst>
            <pc:docMk/>
            <pc:sldMk cId="0" sldId="315"/>
            <ac:graphicFrameMk id="2" creationId="{C64EDC46-373A-4BA3-900B-0F55946511C4}"/>
          </ac:graphicFrameMkLst>
        </pc:graphicFrameChg>
      </pc:sldChg>
      <pc:sldChg chg="modSp mod">
        <pc:chgData name="Devinder Kaur" userId="89161a673412ba18" providerId="LiveId" clId="{7390AEFD-A420-43CD-992F-58CBC3AFE4B0}" dt="2021-12-28T10:55:15.424" v="743" actId="404"/>
        <pc:sldMkLst>
          <pc:docMk/>
          <pc:sldMk cId="0" sldId="348"/>
        </pc:sldMkLst>
        <pc:graphicFrameChg chg="mod modGraphic">
          <ac:chgData name="Devinder Kaur" userId="89161a673412ba18" providerId="LiveId" clId="{7390AEFD-A420-43CD-992F-58CBC3AFE4B0}" dt="2021-12-28T10:55:15.424" v="743" actId="404"/>
          <ac:graphicFrameMkLst>
            <pc:docMk/>
            <pc:sldMk cId="0" sldId="348"/>
            <ac:graphicFrameMk id="2" creationId="{B2779CD1-B5D8-400F-87C5-28A7B1C519F8}"/>
          </ac:graphicFrameMkLst>
        </pc:graphicFrameChg>
      </pc:sldChg>
      <pc:sldChg chg="modNotesTx">
        <pc:chgData name="Devinder Kaur" userId="89161a673412ba18" providerId="LiveId" clId="{7390AEFD-A420-43CD-992F-58CBC3AFE4B0}" dt="2021-12-28T08:38:00.585" v="20" actId="20577"/>
        <pc:sldMkLst>
          <pc:docMk/>
          <pc:sldMk cId="0" sldId="351"/>
        </pc:sldMkLst>
      </pc:sldChg>
      <pc:sldChg chg="modSp">
        <pc:chgData name="Devinder Kaur" userId="89161a673412ba18" providerId="LiveId" clId="{7390AEFD-A420-43CD-992F-58CBC3AFE4B0}" dt="2021-12-29T07:35:39.695" v="960" actId="20577"/>
        <pc:sldMkLst>
          <pc:docMk/>
          <pc:sldMk cId="0" sldId="356"/>
        </pc:sldMkLst>
        <pc:graphicFrameChg chg="mod">
          <ac:chgData name="Devinder Kaur" userId="89161a673412ba18" providerId="LiveId" clId="{7390AEFD-A420-43CD-992F-58CBC3AFE4B0}" dt="2021-12-29T07:35:39.695" v="960" actId="20577"/>
          <ac:graphicFrameMkLst>
            <pc:docMk/>
            <pc:sldMk cId="0" sldId="356"/>
            <ac:graphicFrameMk id="4" creationId="{DC97FFBD-E46B-43D3-BD7D-7F62E6C04304}"/>
          </ac:graphicFrameMkLst>
        </pc:graphicFrameChg>
      </pc:sldChg>
      <pc:sldChg chg="ord">
        <pc:chgData name="Devinder Kaur" userId="89161a673412ba18" providerId="LiveId" clId="{7390AEFD-A420-43CD-992F-58CBC3AFE4B0}" dt="2021-12-28T08:18:49.361" v="3"/>
        <pc:sldMkLst>
          <pc:docMk/>
          <pc:sldMk cId="410068883" sldId="385"/>
        </pc:sldMkLst>
      </pc:sldChg>
      <pc:sldChg chg="modSp mod">
        <pc:chgData name="Devinder Kaur" userId="89161a673412ba18" providerId="LiveId" clId="{7390AEFD-A420-43CD-992F-58CBC3AFE4B0}" dt="2021-12-28T08:34:15.402" v="6" actId="1035"/>
        <pc:sldMkLst>
          <pc:docMk/>
          <pc:sldMk cId="2515497304" sldId="396"/>
        </pc:sldMkLst>
        <pc:graphicFrameChg chg="mod">
          <ac:chgData name="Devinder Kaur" userId="89161a673412ba18" providerId="LiveId" clId="{7390AEFD-A420-43CD-992F-58CBC3AFE4B0}" dt="2021-12-28T08:34:15.402" v="6" actId="1035"/>
          <ac:graphicFrameMkLst>
            <pc:docMk/>
            <pc:sldMk cId="2515497304" sldId="396"/>
            <ac:graphicFrameMk id="3" creationId="{00CDBDE2-A407-4004-925D-09FB2805934C}"/>
          </ac:graphicFrameMkLst>
        </pc:graphicFrameChg>
      </pc:sldChg>
      <pc:sldChg chg="ord">
        <pc:chgData name="Devinder Kaur" userId="89161a673412ba18" providerId="LiveId" clId="{7390AEFD-A420-43CD-992F-58CBC3AFE4B0}" dt="2021-12-28T08:18:45.915" v="1"/>
        <pc:sldMkLst>
          <pc:docMk/>
          <pc:sldMk cId="720155241" sldId="399"/>
        </pc:sldMkLst>
      </pc:sldChg>
      <pc:sldChg chg="modSp mod modNotesTx">
        <pc:chgData name="Devinder Kaur" userId="89161a673412ba18" providerId="LiveId" clId="{7390AEFD-A420-43CD-992F-58CBC3AFE4B0}" dt="2021-12-28T10:48:55.200" v="718" actId="14100"/>
        <pc:sldMkLst>
          <pc:docMk/>
          <pc:sldMk cId="1771429113" sldId="402"/>
        </pc:sldMkLst>
        <pc:graphicFrameChg chg="mod">
          <ac:chgData name="Devinder Kaur" userId="89161a673412ba18" providerId="LiveId" clId="{7390AEFD-A420-43CD-992F-58CBC3AFE4B0}" dt="2021-12-28T10:48:51.923" v="717" actId="14100"/>
          <ac:graphicFrameMkLst>
            <pc:docMk/>
            <pc:sldMk cId="1771429113" sldId="402"/>
            <ac:graphicFrameMk id="20" creationId="{70E42EDE-A4D4-482B-82E9-74EAD3396EF7}"/>
          </ac:graphicFrameMkLst>
        </pc:graphicFrameChg>
        <pc:picChg chg="mod">
          <ac:chgData name="Devinder Kaur" userId="89161a673412ba18" providerId="LiveId" clId="{7390AEFD-A420-43CD-992F-58CBC3AFE4B0}" dt="2021-12-28T10:48:55.200" v="718" actId="14100"/>
          <ac:picMkLst>
            <pc:docMk/>
            <pc:sldMk cId="1771429113" sldId="402"/>
            <ac:picMk id="21" creationId="{7A32B02C-44A3-4F40-93FB-827770D26EE0}"/>
          </ac:picMkLst>
        </pc:picChg>
      </pc:sldChg>
      <pc:sldChg chg="modSp mod modNotesTx">
        <pc:chgData name="Devinder Kaur" userId="89161a673412ba18" providerId="LiveId" clId="{7390AEFD-A420-43CD-992F-58CBC3AFE4B0}" dt="2021-12-29T07:32:29.241" v="941" actId="14100"/>
        <pc:sldMkLst>
          <pc:docMk/>
          <pc:sldMk cId="873514518" sldId="403"/>
        </pc:sldMkLst>
        <pc:graphicFrameChg chg="mod">
          <ac:chgData name="Devinder Kaur" userId="89161a673412ba18" providerId="LiveId" clId="{7390AEFD-A420-43CD-992F-58CBC3AFE4B0}" dt="2021-12-29T07:31:58.423" v="940"/>
          <ac:graphicFrameMkLst>
            <pc:docMk/>
            <pc:sldMk cId="873514518" sldId="403"/>
            <ac:graphicFrameMk id="3" creationId="{EF73DF82-3B89-4803-B36D-1209D8B3B0DF}"/>
          </ac:graphicFrameMkLst>
        </pc:graphicFrameChg>
        <pc:graphicFrameChg chg="mod">
          <ac:chgData name="Devinder Kaur" userId="89161a673412ba18" providerId="LiveId" clId="{7390AEFD-A420-43CD-992F-58CBC3AFE4B0}" dt="2021-12-29T07:32:29.241" v="941" actId="14100"/>
          <ac:graphicFrameMkLst>
            <pc:docMk/>
            <pc:sldMk cId="873514518" sldId="403"/>
            <ac:graphicFrameMk id="7" creationId="{07FC4BAB-CFAB-4CC0-9300-4C8E2FAB0714}"/>
          </ac:graphicFrameMkLst>
        </pc:graphicFrameChg>
        <pc:picChg chg="mod">
          <ac:chgData name="Devinder Kaur" userId="89161a673412ba18" providerId="LiveId" clId="{7390AEFD-A420-43CD-992F-58CBC3AFE4B0}" dt="2021-12-29T07:30:40.441" v="927" actId="14100"/>
          <ac:picMkLst>
            <pc:docMk/>
            <pc:sldMk cId="873514518" sldId="403"/>
            <ac:picMk id="4" creationId="{29646FA4-188E-4F48-81EA-3F5F05511154}"/>
          </ac:picMkLst>
        </pc:picChg>
      </pc:sldChg>
      <pc:sldChg chg="modSp">
        <pc:chgData name="Devinder Kaur" userId="89161a673412ba18" providerId="LiveId" clId="{7390AEFD-A420-43CD-992F-58CBC3AFE4B0}" dt="2021-12-29T07:18:59.912" v="915" actId="113"/>
        <pc:sldMkLst>
          <pc:docMk/>
          <pc:sldMk cId="1198466788" sldId="404"/>
        </pc:sldMkLst>
        <pc:graphicFrameChg chg="mod">
          <ac:chgData name="Devinder Kaur" userId="89161a673412ba18" providerId="LiveId" clId="{7390AEFD-A420-43CD-992F-58CBC3AFE4B0}" dt="2021-12-29T07:18:59.912" v="915" actId="113"/>
          <ac:graphicFrameMkLst>
            <pc:docMk/>
            <pc:sldMk cId="1198466788" sldId="404"/>
            <ac:graphicFrameMk id="4" creationId="{78C7AC1A-FCE2-4CB4-BC56-7FB3542A2AAA}"/>
          </ac:graphicFrameMkLst>
        </pc:graphicFrameChg>
      </pc:sldChg>
      <pc:sldChg chg="del">
        <pc:chgData name="Devinder Kaur" userId="89161a673412ba18" providerId="LiveId" clId="{7390AEFD-A420-43CD-992F-58CBC3AFE4B0}" dt="2021-12-29T08:19:42.652" v="1348" actId="47"/>
        <pc:sldMkLst>
          <pc:docMk/>
          <pc:sldMk cId="2605718643" sldId="409"/>
        </pc:sldMkLst>
      </pc:sldChg>
      <pc:sldChg chg="modSp">
        <pc:chgData name="Devinder Kaur" userId="89161a673412ba18" providerId="LiveId" clId="{7390AEFD-A420-43CD-992F-58CBC3AFE4B0}" dt="2021-12-29T07:36:58.352" v="962" actId="113"/>
        <pc:sldMkLst>
          <pc:docMk/>
          <pc:sldMk cId="2210199396" sldId="415"/>
        </pc:sldMkLst>
        <pc:graphicFrameChg chg="mod">
          <ac:chgData name="Devinder Kaur" userId="89161a673412ba18" providerId="LiveId" clId="{7390AEFD-A420-43CD-992F-58CBC3AFE4B0}" dt="2021-12-29T07:36:58.352" v="962" actId="113"/>
          <ac:graphicFrameMkLst>
            <pc:docMk/>
            <pc:sldMk cId="2210199396" sldId="415"/>
            <ac:graphicFrameMk id="3" creationId="{81E62696-4E62-4D47-AC35-F92695306A50}"/>
          </ac:graphicFrameMkLst>
        </pc:graphicFrameChg>
      </pc:sldChg>
      <pc:sldChg chg="addSp modSp mod">
        <pc:chgData name="Devinder Kaur" userId="89161a673412ba18" providerId="LiveId" clId="{7390AEFD-A420-43CD-992F-58CBC3AFE4B0}" dt="2021-12-29T09:06:26.014" v="1462" actId="166"/>
        <pc:sldMkLst>
          <pc:docMk/>
          <pc:sldMk cId="25151408" sldId="417"/>
        </pc:sldMkLst>
        <pc:picChg chg="add mod ord">
          <ac:chgData name="Devinder Kaur" userId="89161a673412ba18" providerId="LiveId" clId="{7390AEFD-A420-43CD-992F-58CBC3AFE4B0}" dt="2021-12-29T09:06:26.014" v="1462" actId="166"/>
          <ac:picMkLst>
            <pc:docMk/>
            <pc:sldMk cId="25151408" sldId="417"/>
            <ac:picMk id="4" creationId="{C9415173-EEA2-4FBC-845D-63C172A39131}"/>
          </ac:picMkLst>
        </pc:picChg>
      </pc:sldChg>
      <pc:sldChg chg="modSp mod">
        <pc:chgData name="Devinder Kaur" userId="89161a673412ba18" providerId="LiveId" clId="{7390AEFD-A420-43CD-992F-58CBC3AFE4B0}" dt="2021-12-29T09:07:59.732" v="1465"/>
        <pc:sldMkLst>
          <pc:docMk/>
          <pc:sldMk cId="649987831" sldId="418"/>
        </pc:sldMkLst>
        <pc:graphicFrameChg chg="mod">
          <ac:chgData name="Devinder Kaur" userId="89161a673412ba18" providerId="LiveId" clId="{7390AEFD-A420-43CD-992F-58CBC3AFE4B0}" dt="2021-12-29T09:07:59.732" v="1465"/>
          <ac:graphicFrameMkLst>
            <pc:docMk/>
            <pc:sldMk cId="649987831" sldId="418"/>
            <ac:graphicFrameMk id="3" creationId="{97384CB3-0B1F-4094-A85F-4C4967A85552}"/>
          </ac:graphicFrameMkLst>
        </pc:graphicFrameChg>
      </pc:sldChg>
      <pc:sldChg chg="delSp modSp mod">
        <pc:chgData name="Devinder Kaur" userId="89161a673412ba18" providerId="LiveId" clId="{7390AEFD-A420-43CD-992F-58CBC3AFE4B0}" dt="2021-12-29T07:34:24.206" v="946" actId="403"/>
        <pc:sldMkLst>
          <pc:docMk/>
          <pc:sldMk cId="2397288250" sldId="422"/>
        </pc:sldMkLst>
        <pc:graphicFrameChg chg="mod modGraphic">
          <ac:chgData name="Devinder Kaur" userId="89161a673412ba18" providerId="LiveId" clId="{7390AEFD-A420-43CD-992F-58CBC3AFE4B0}" dt="2021-12-29T07:34:24.206" v="946" actId="403"/>
          <ac:graphicFrameMkLst>
            <pc:docMk/>
            <pc:sldMk cId="2397288250" sldId="422"/>
            <ac:graphicFrameMk id="4" creationId="{660FA7DB-0DBE-4077-8B5E-537F95C0C17E}"/>
          </ac:graphicFrameMkLst>
        </pc:graphicFrameChg>
        <pc:picChg chg="del">
          <ac:chgData name="Devinder Kaur" userId="89161a673412ba18" providerId="LiveId" clId="{7390AEFD-A420-43CD-992F-58CBC3AFE4B0}" dt="2021-12-28T09:01:28.658" v="516" actId="478"/>
          <ac:picMkLst>
            <pc:docMk/>
            <pc:sldMk cId="2397288250" sldId="422"/>
            <ac:picMk id="3" creationId="{FDA21C95-D00D-4EDF-8F4B-E333BB7792DA}"/>
          </ac:picMkLst>
        </pc:picChg>
      </pc:sldChg>
      <pc:sldChg chg="modSp">
        <pc:chgData name="Devinder Kaur" userId="89161a673412ba18" providerId="LiveId" clId="{7390AEFD-A420-43CD-992F-58CBC3AFE4B0}" dt="2021-12-29T07:33:54.829" v="942" actId="20577"/>
        <pc:sldMkLst>
          <pc:docMk/>
          <pc:sldMk cId="346715909" sldId="423"/>
        </pc:sldMkLst>
        <pc:graphicFrameChg chg="mod">
          <ac:chgData name="Devinder Kaur" userId="89161a673412ba18" providerId="LiveId" clId="{7390AEFD-A420-43CD-992F-58CBC3AFE4B0}" dt="2021-12-29T07:33:54.829" v="942" actId="20577"/>
          <ac:graphicFrameMkLst>
            <pc:docMk/>
            <pc:sldMk cId="346715909" sldId="423"/>
            <ac:graphicFrameMk id="3" creationId="{755C7CF1-8501-4CB9-9F8F-CF763979D67D}"/>
          </ac:graphicFrameMkLst>
        </pc:graphicFrameChg>
      </pc:sldChg>
      <pc:sldChg chg="addSp modSp new mod">
        <pc:chgData name="Devinder Kaur" userId="89161a673412ba18" providerId="LiveId" clId="{7390AEFD-A420-43CD-992F-58CBC3AFE4B0}" dt="2021-12-28T10:52:27.982" v="722" actId="404"/>
        <pc:sldMkLst>
          <pc:docMk/>
          <pc:sldMk cId="1098808923" sldId="424"/>
        </pc:sldMkLst>
        <pc:graphicFrameChg chg="add mod modGraphic">
          <ac:chgData name="Devinder Kaur" userId="89161a673412ba18" providerId="LiveId" clId="{7390AEFD-A420-43CD-992F-58CBC3AFE4B0}" dt="2021-12-28T10:52:27.982" v="722" actId="404"/>
          <ac:graphicFrameMkLst>
            <pc:docMk/>
            <pc:sldMk cId="1098808923" sldId="424"/>
            <ac:graphicFrameMk id="3" creationId="{800E9524-AF39-4795-8B1D-B0022DA5EA79}"/>
          </ac:graphicFrameMkLst>
        </pc:graphicFrameChg>
      </pc:sldChg>
      <pc:sldChg chg="addSp modSp new mod">
        <pc:chgData name="Devinder Kaur" userId="89161a673412ba18" providerId="LiveId" clId="{7390AEFD-A420-43CD-992F-58CBC3AFE4B0}" dt="2021-12-29T08:17:55.009" v="1347" actId="1036"/>
        <pc:sldMkLst>
          <pc:docMk/>
          <pc:sldMk cId="1602114064" sldId="425"/>
        </pc:sldMkLst>
        <pc:graphicFrameChg chg="add mod modGraphic">
          <ac:chgData name="Devinder Kaur" userId="89161a673412ba18" providerId="LiveId" clId="{7390AEFD-A420-43CD-992F-58CBC3AFE4B0}" dt="2021-12-29T08:17:55.009" v="1347" actId="1036"/>
          <ac:graphicFrameMkLst>
            <pc:docMk/>
            <pc:sldMk cId="1602114064" sldId="425"/>
            <ac:graphicFrameMk id="3" creationId="{DFC33112-A3C3-47E6-842C-31D5DC70D53A}"/>
          </ac:graphicFrameMkLst>
        </pc:graphicFrameChg>
        <pc:picChg chg="add mod">
          <ac:chgData name="Devinder Kaur" userId="89161a673412ba18" providerId="LiveId" clId="{7390AEFD-A420-43CD-992F-58CBC3AFE4B0}" dt="2021-12-29T08:17:29.420" v="1343" actId="14100"/>
          <ac:picMkLst>
            <pc:docMk/>
            <pc:sldMk cId="1602114064" sldId="425"/>
            <ac:picMk id="4" creationId="{FE60C58A-F7E0-4BD3-9999-B29B1A351BEA}"/>
          </ac:picMkLst>
        </pc:picChg>
      </pc:sldChg>
      <pc:sldChg chg="addSp delSp modSp new mod modNotesTx">
        <pc:chgData name="Devinder Kaur" userId="89161a673412ba18" providerId="LiveId" clId="{7390AEFD-A420-43CD-992F-58CBC3AFE4B0}" dt="2021-12-29T09:14:24.713" v="1466"/>
        <pc:sldMkLst>
          <pc:docMk/>
          <pc:sldMk cId="332397266" sldId="426"/>
        </pc:sldMkLst>
        <pc:graphicFrameChg chg="add mod modGraphic">
          <ac:chgData name="Devinder Kaur" userId="89161a673412ba18" providerId="LiveId" clId="{7390AEFD-A420-43CD-992F-58CBC3AFE4B0}" dt="2021-12-29T08:12:19.665" v="1206" actId="1036"/>
          <ac:graphicFrameMkLst>
            <pc:docMk/>
            <pc:sldMk cId="332397266" sldId="426"/>
            <ac:graphicFrameMk id="3" creationId="{6F03428C-EAAB-42D7-9F7F-906FEA414F3B}"/>
          </ac:graphicFrameMkLst>
        </pc:graphicFrameChg>
        <pc:picChg chg="add del mod ord">
          <ac:chgData name="Devinder Kaur" userId="89161a673412ba18" providerId="LiveId" clId="{7390AEFD-A420-43CD-992F-58CBC3AFE4B0}" dt="2021-12-29T08:10:13.140" v="1180" actId="21"/>
          <ac:picMkLst>
            <pc:docMk/>
            <pc:sldMk cId="332397266" sldId="426"/>
            <ac:picMk id="4" creationId="{E647A304-B65B-4767-828C-7BB726670198}"/>
          </ac:picMkLst>
        </pc:picChg>
      </pc:sldChg>
      <pc:sldChg chg="addSp delSp modSp new mod modNotesTx">
        <pc:chgData name="Devinder Kaur" userId="89161a673412ba18" providerId="LiveId" clId="{7390AEFD-A420-43CD-992F-58CBC3AFE4B0}" dt="2021-12-29T08:12:55.468" v="1208" actId="20577"/>
        <pc:sldMkLst>
          <pc:docMk/>
          <pc:sldMk cId="2327162962" sldId="427"/>
        </pc:sldMkLst>
        <pc:graphicFrameChg chg="add mod modGraphic">
          <ac:chgData name="Devinder Kaur" userId="89161a673412ba18" providerId="LiveId" clId="{7390AEFD-A420-43CD-992F-58CBC3AFE4B0}" dt="2021-12-29T08:12:55.468" v="1208" actId="20577"/>
          <ac:graphicFrameMkLst>
            <pc:docMk/>
            <pc:sldMk cId="2327162962" sldId="427"/>
            <ac:graphicFrameMk id="4" creationId="{DEE4665D-247D-414C-B103-81133764C45A}"/>
          </ac:graphicFrameMkLst>
        </pc:graphicFrameChg>
        <pc:picChg chg="add del mod">
          <ac:chgData name="Devinder Kaur" userId="89161a673412ba18" providerId="LiveId" clId="{7390AEFD-A420-43CD-992F-58CBC3AFE4B0}" dt="2021-12-29T07:59:00.029" v="1062" actId="21"/>
          <ac:picMkLst>
            <pc:docMk/>
            <pc:sldMk cId="2327162962" sldId="427"/>
            <ac:picMk id="3" creationId="{4BE185A1-2659-4017-B55A-3C9408D71668}"/>
          </ac:picMkLst>
        </pc:picChg>
        <pc:picChg chg="add del mod">
          <ac:chgData name="Devinder Kaur" userId="89161a673412ba18" providerId="LiveId" clId="{7390AEFD-A420-43CD-992F-58CBC3AFE4B0}" dt="2021-12-28T10:40:20.581" v="657" actId="478"/>
          <ac:picMkLst>
            <pc:docMk/>
            <pc:sldMk cId="2327162962" sldId="427"/>
            <ac:picMk id="3" creationId="{5422678E-BDC1-4526-83D0-9A324405BE8A}"/>
          </ac:picMkLst>
        </pc:picChg>
        <pc:picChg chg="add mod">
          <ac:chgData name="Devinder Kaur" userId="89161a673412ba18" providerId="LiveId" clId="{7390AEFD-A420-43CD-992F-58CBC3AFE4B0}" dt="2021-12-29T08:09:10.536" v="1177" actId="1076"/>
          <ac:picMkLst>
            <pc:docMk/>
            <pc:sldMk cId="2327162962" sldId="427"/>
            <ac:picMk id="4098" creationId="{DA8D65AD-6B66-475E-A1DC-112E521E3C3C}"/>
          </ac:picMkLst>
        </pc:picChg>
      </pc:sldChg>
      <pc:sldChg chg="addSp modSp new mod">
        <pc:chgData name="Devinder Kaur" userId="89161a673412ba18" providerId="LiveId" clId="{7390AEFD-A420-43CD-992F-58CBC3AFE4B0}" dt="2021-12-29T08:07:52.517" v="1176" actId="1035"/>
        <pc:sldMkLst>
          <pc:docMk/>
          <pc:sldMk cId="391258081" sldId="428"/>
        </pc:sldMkLst>
        <pc:graphicFrameChg chg="add mod modGraphic">
          <ac:chgData name="Devinder Kaur" userId="89161a673412ba18" providerId="LiveId" clId="{7390AEFD-A420-43CD-992F-58CBC3AFE4B0}" dt="2021-12-29T08:07:52.517" v="1176" actId="1035"/>
          <ac:graphicFrameMkLst>
            <pc:docMk/>
            <pc:sldMk cId="391258081" sldId="428"/>
            <ac:graphicFrameMk id="3" creationId="{18733534-5B6B-43B0-8768-33962F27212E}"/>
          </ac:graphicFrameMkLst>
        </pc:graphicFrameChg>
      </pc:sldChg>
      <pc:sldChg chg="addSp modSp new mod">
        <pc:chgData name="Devinder Kaur" userId="89161a673412ba18" providerId="LiveId" clId="{7390AEFD-A420-43CD-992F-58CBC3AFE4B0}" dt="2021-12-29T08:21:46.840" v="1428" actId="14100"/>
        <pc:sldMkLst>
          <pc:docMk/>
          <pc:sldMk cId="3348223499" sldId="429"/>
        </pc:sldMkLst>
        <pc:graphicFrameChg chg="add mod modGraphic">
          <ac:chgData name="Devinder Kaur" userId="89161a673412ba18" providerId="LiveId" clId="{7390AEFD-A420-43CD-992F-58CBC3AFE4B0}" dt="2021-12-29T08:21:46.840" v="1428" actId="14100"/>
          <ac:graphicFrameMkLst>
            <pc:docMk/>
            <pc:sldMk cId="3348223499" sldId="429"/>
            <ac:graphicFrameMk id="3" creationId="{5CF009E1-7868-473A-9E62-0341C9F61C35}"/>
          </ac:graphicFrameMkLst>
        </pc:graphicFrameChg>
      </pc:sldChg>
    </pc:docChg>
  </pc:docChgLst>
  <pc:docChgLst>
    <pc:chgData name="Devinder Kaur" userId="89161a673412ba18" providerId="LiveId" clId="{20B9A988-B649-4C20-833C-966BAE358AB3}"/>
    <pc:docChg chg="modSld">
      <pc:chgData name="Devinder Kaur" userId="89161a673412ba18" providerId="LiveId" clId="{20B9A988-B649-4C20-833C-966BAE358AB3}" dt="2022-01-04T10:26:54.870" v="94" actId="404"/>
      <pc:docMkLst>
        <pc:docMk/>
      </pc:docMkLst>
      <pc:sldChg chg="modSp">
        <pc:chgData name="Devinder Kaur" userId="89161a673412ba18" providerId="LiveId" clId="{20B9A988-B649-4C20-833C-966BAE358AB3}" dt="2022-01-04T09:36:01.928" v="65"/>
        <pc:sldMkLst>
          <pc:docMk/>
          <pc:sldMk cId="1771429113" sldId="402"/>
        </pc:sldMkLst>
        <pc:graphicFrameChg chg="mod">
          <ac:chgData name="Devinder Kaur" userId="89161a673412ba18" providerId="LiveId" clId="{20B9A988-B649-4C20-833C-966BAE358AB3}" dt="2022-01-04T09:36:01.928" v="65"/>
          <ac:graphicFrameMkLst>
            <pc:docMk/>
            <pc:sldMk cId="1771429113" sldId="402"/>
            <ac:graphicFrameMk id="4" creationId="{78D8C834-DF36-44E7-B37E-F5F4CDCFED52}"/>
          </ac:graphicFrameMkLst>
        </pc:graphicFrameChg>
      </pc:sldChg>
      <pc:sldChg chg="modSp mod">
        <pc:chgData name="Devinder Kaur" userId="89161a673412ba18" providerId="LiveId" clId="{20B9A988-B649-4C20-833C-966BAE358AB3}" dt="2022-01-04T09:35:48.393" v="63" actId="255"/>
        <pc:sldMkLst>
          <pc:docMk/>
          <pc:sldMk cId="873514518" sldId="403"/>
        </pc:sldMkLst>
        <pc:graphicFrameChg chg="mod modGraphic">
          <ac:chgData name="Devinder Kaur" userId="89161a673412ba18" providerId="LiveId" clId="{20B9A988-B649-4C20-833C-966BAE358AB3}" dt="2022-01-04T09:35:48.393" v="63" actId="255"/>
          <ac:graphicFrameMkLst>
            <pc:docMk/>
            <pc:sldMk cId="873514518" sldId="403"/>
            <ac:graphicFrameMk id="3" creationId="{EF73DF82-3B89-4803-B36D-1209D8B3B0DF}"/>
          </ac:graphicFrameMkLst>
        </pc:graphicFrameChg>
      </pc:sldChg>
      <pc:sldChg chg="modSp">
        <pc:chgData name="Devinder Kaur" userId="89161a673412ba18" providerId="LiveId" clId="{20B9A988-B649-4C20-833C-966BAE358AB3}" dt="2021-12-29T09:37:31.934" v="59" actId="313"/>
        <pc:sldMkLst>
          <pc:docMk/>
          <pc:sldMk cId="536079674" sldId="414"/>
        </pc:sldMkLst>
        <pc:graphicFrameChg chg="mod">
          <ac:chgData name="Devinder Kaur" userId="89161a673412ba18" providerId="LiveId" clId="{20B9A988-B649-4C20-833C-966BAE358AB3}" dt="2021-12-29T09:37:31.934" v="59" actId="313"/>
          <ac:graphicFrameMkLst>
            <pc:docMk/>
            <pc:sldMk cId="536079674" sldId="414"/>
            <ac:graphicFrameMk id="3" creationId="{2AF3F24E-AB29-4C1C-A5DD-017E137A2544}"/>
          </ac:graphicFrameMkLst>
        </pc:graphicFrameChg>
      </pc:sldChg>
      <pc:sldChg chg="modSp">
        <pc:chgData name="Devinder Kaur" userId="89161a673412ba18" providerId="LiveId" clId="{20B9A988-B649-4C20-833C-966BAE358AB3}" dt="2021-12-29T09:33:49.986" v="53" actId="13782"/>
        <pc:sldMkLst>
          <pc:docMk/>
          <pc:sldMk cId="649987831" sldId="418"/>
        </pc:sldMkLst>
        <pc:graphicFrameChg chg="mod">
          <ac:chgData name="Devinder Kaur" userId="89161a673412ba18" providerId="LiveId" clId="{20B9A988-B649-4C20-833C-966BAE358AB3}" dt="2021-12-29T09:33:49.986" v="53" actId="13782"/>
          <ac:graphicFrameMkLst>
            <pc:docMk/>
            <pc:sldMk cId="649987831" sldId="418"/>
            <ac:graphicFrameMk id="3" creationId="{97384CB3-0B1F-4094-A85F-4C4967A85552}"/>
          </ac:graphicFrameMkLst>
        </pc:graphicFrameChg>
      </pc:sldChg>
      <pc:sldChg chg="modSp mod">
        <pc:chgData name="Devinder Kaur" userId="89161a673412ba18" providerId="LiveId" clId="{20B9A988-B649-4C20-833C-966BAE358AB3}" dt="2022-01-04T10:26:54.870" v="94" actId="404"/>
        <pc:sldMkLst>
          <pc:docMk/>
          <pc:sldMk cId="2327162962" sldId="427"/>
        </pc:sldMkLst>
        <pc:graphicFrameChg chg="mod modGraphic">
          <ac:chgData name="Devinder Kaur" userId="89161a673412ba18" providerId="LiveId" clId="{20B9A988-B649-4C20-833C-966BAE358AB3}" dt="2022-01-04T10:26:54.870" v="94" actId="404"/>
          <ac:graphicFrameMkLst>
            <pc:docMk/>
            <pc:sldMk cId="2327162962" sldId="427"/>
            <ac:graphicFrameMk id="4" creationId="{DEE4665D-247D-414C-B103-81133764C45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9109AA-4C5D-4AE6-9FC3-2894A1B2770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6B86C5F7-3385-4794-806A-DF43F9E47399}">
      <dgm:prSet phldrT="[Text]" custT="1"/>
      <dgm:spPr/>
      <dgm:t>
        <a:bodyPr/>
        <a:lstStyle/>
        <a:p>
          <a:pPr>
            <a:buClrTx/>
            <a:buSzTx/>
            <a:buFontTx/>
            <a:buNone/>
          </a:pPr>
          <a:r>
            <a:rPr lang="en-US" sz="3600" b="1" i="0" dirty="0"/>
            <a:t>Biomedical Instrumentation </a:t>
          </a:r>
          <a:endParaRPr lang="en-IN" sz="3600" b="1" dirty="0"/>
        </a:p>
      </dgm:t>
    </dgm:pt>
    <dgm:pt modelId="{9567A935-FAE2-4B39-8AA0-9FEE10F02238}" type="parTrans" cxnId="{CA57F5A0-4193-4E0E-B7FB-06566FB955F2}">
      <dgm:prSet/>
      <dgm:spPr/>
      <dgm:t>
        <a:bodyPr/>
        <a:lstStyle/>
        <a:p>
          <a:endParaRPr lang="en-IN"/>
        </a:p>
      </dgm:t>
    </dgm:pt>
    <dgm:pt modelId="{3F1B0BD8-8E77-45F3-BA85-E8338BC7653C}" type="sibTrans" cxnId="{CA57F5A0-4193-4E0E-B7FB-06566FB955F2}">
      <dgm:prSet/>
      <dgm:spPr/>
      <dgm:t>
        <a:bodyPr/>
        <a:lstStyle/>
        <a:p>
          <a:endParaRPr lang="en-IN"/>
        </a:p>
      </dgm:t>
    </dgm:pt>
    <dgm:pt modelId="{882752E3-2146-43AF-9620-FB799CF05047}">
      <dgm:prSet phldrT="[Text]"/>
      <dgm:spPr/>
      <dgm:t>
        <a:bodyPr/>
        <a:lstStyle/>
        <a:p>
          <a:pPr algn="just"/>
          <a:r>
            <a:rPr lang="en-US" b="0" i="0" dirty="0"/>
            <a:t>Biomedical instrumentation and engineering is the application of knowledge and technologies to solve problems related to living biological systems. </a:t>
          </a:r>
          <a:endParaRPr lang="en-IN" dirty="0"/>
        </a:p>
      </dgm:t>
    </dgm:pt>
    <dgm:pt modelId="{203ADDA9-3C51-498E-82EE-10BCDB10008A}" type="parTrans" cxnId="{8739C856-3014-4EF8-A2D4-3A92F198D1E9}">
      <dgm:prSet/>
      <dgm:spPr/>
      <dgm:t>
        <a:bodyPr/>
        <a:lstStyle/>
        <a:p>
          <a:endParaRPr lang="en-IN"/>
        </a:p>
      </dgm:t>
    </dgm:pt>
    <dgm:pt modelId="{31BBF4EB-6191-4726-A09C-FDB4FB7E54F4}" type="sibTrans" cxnId="{8739C856-3014-4EF8-A2D4-3A92F198D1E9}">
      <dgm:prSet/>
      <dgm:spPr/>
      <dgm:t>
        <a:bodyPr/>
        <a:lstStyle/>
        <a:p>
          <a:endParaRPr lang="en-IN"/>
        </a:p>
      </dgm:t>
    </dgm:pt>
    <dgm:pt modelId="{C3F9007B-B10E-4B00-860E-764EE5339076}">
      <dgm:prSet phldrT="[Text]"/>
      <dgm:spPr/>
      <dgm:t>
        <a:bodyPr/>
        <a:lstStyle/>
        <a:p>
          <a:pPr algn="just"/>
          <a:r>
            <a:rPr lang="en-US" b="0" i="0" dirty="0"/>
            <a:t>It involves diagnosis, treatment and prevention of disease in human. </a:t>
          </a:r>
          <a:endParaRPr lang="en-IN" dirty="0"/>
        </a:p>
      </dgm:t>
    </dgm:pt>
    <dgm:pt modelId="{F5B4A263-734C-46ED-9D8E-141F9DFA5B65}" type="parTrans" cxnId="{BE605968-F581-4D50-B447-2AB074AE9E6A}">
      <dgm:prSet/>
      <dgm:spPr/>
      <dgm:t>
        <a:bodyPr/>
        <a:lstStyle/>
        <a:p>
          <a:endParaRPr lang="en-IN"/>
        </a:p>
      </dgm:t>
    </dgm:pt>
    <dgm:pt modelId="{CBF644A7-16A7-48B8-9A9A-6E7E77132DC6}" type="sibTrans" cxnId="{BE605968-F581-4D50-B447-2AB074AE9E6A}">
      <dgm:prSet/>
      <dgm:spPr/>
      <dgm:t>
        <a:bodyPr/>
        <a:lstStyle/>
        <a:p>
          <a:endParaRPr lang="en-IN"/>
        </a:p>
      </dgm:t>
    </dgm:pt>
    <dgm:pt modelId="{078D0767-8706-4A24-B678-B244A7D461B4}">
      <dgm:prSet phldrT="[Text]"/>
      <dgm:spPr/>
      <dgm:t>
        <a:bodyPr/>
        <a:lstStyle/>
        <a:p>
          <a:pPr algn="just"/>
          <a:r>
            <a:rPr lang="en-US" b="0" i="0" dirty="0"/>
            <a:t>As the medical field is emerging, the area of Biomedical Engineering is an expanding field. </a:t>
          </a:r>
          <a:endParaRPr lang="en-IN" dirty="0"/>
        </a:p>
      </dgm:t>
    </dgm:pt>
    <dgm:pt modelId="{15EC56F5-8364-41D0-B278-9BDD45B14393}" type="parTrans" cxnId="{99003459-AACB-4BFA-8F23-B1B3D1C1A13A}">
      <dgm:prSet/>
      <dgm:spPr/>
      <dgm:t>
        <a:bodyPr/>
        <a:lstStyle/>
        <a:p>
          <a:endParaRPr lang="en-IN"/>
        </a:p>
      </dgm:t>
    </dgm:pt>
    <dgm:pt modelId="{941A630D-3620-4F9A-9A0C-99AB2D3E64A1}" type="sibTrans" cxnId="{99003459-AACB-4BFA-8F23-B1B3D1C1A13A}">
      <dgm:prSet/>
      <dgm:spPr/>
      <dgm:t>
        <a:bodyPr/>
        <a:lstStyle/>
        <a:p>
          <a:endParaRPr lang="en-IN"/>
        </a:p>
      </dgm:t>
    </dgm:pt>
    <dgm:pt modelId="{952A8445-CCCA-47F4-9AD5-4886296D3187}">
      <dgm:prSet phldrT="[Text]"/>
      <dgm:spPr/>
      <dgm:t>
        <a:bodyPr/>
        <a:lstStyle/>
        <a:p>
          <a:pPr algn="just"/>
          <a:r>
            <a:rPr lang="en-US" b="0" i="0" dirty="0"/>
            <a:t>When the discipline of engineering and medicine interacts, it is called Biomedical Engineering.</a:t>
          </a:r>
          <a:endParaRPr lang="en-IN" dirty="0"/>
        </a:p>
      </dgm:t>
    </dgm:pt>
    <dgm:pt modelId="{38DDC833-A41B-41BC-B70A-DA856BFCBA00}" type="parTrans" cxnId="{BBE27594-A5C5-45C4-9645-E498BA699B88}">
      <dgm:prSet/>
      <dgm:spPr/>
      <dgm:t>
        <a:bodyPr/>
        <a:lstStyle/>
        <a:p>
          <a:endParaRPr lang="en-IN"/>
        </a:p>
      </dgm:t>
    </dgm:pt>
    <dgm:pt modelId="{3F2F43EC-303B-4667-AFC8-3F36F23CECC0}" type="sibTrans" cxnId="{BBE27594-A5C5-45C4-9645-E498BA699B88}">
      <dgm:prSet/>
      <dgm:spPr/>
      <dgm:t>
        <a:bodyPr/>
        <a:lstStyle/>
        <a:p>
          <a:endParaRPr lang="en-IN"/>
        </a:p>
      </dgm:t>
    </dgm:pt>
    <dgm:pt modelId="{823562AE-07FC-416E-8A2B-825BACB5DAC9}" type="pres">
      <dgm:prSet presAssocID="{4E9109AA-4C5D-4AE6-9FC3-2894A1B2770B}" presName="linear" presStyleCnt="0">
        <dgm:presLayoutVars>
          <dgm:dir/>
          <dgm:animLvl val="lvl"/>
          <dgm:resizeHandles val="exact"/>
        </dgm:presLayoutVars>
      </dgm:prSet>
      <dgm:spPr/>
      <dgm:t>
        <a:bodyPr/>
        <a:lstStyle/>
        <a:p>
          <a:endParaRPr lang="en-IN"/>
        </a:p>
      </dgm:t>
    </dgm:pt>
    <dgm:pt modelId="{A572AC4E-B519-4190-B38D-DAAD4EFB5690}" type="pres">
      <dgm:prSet presAssocID="{6B86C5F7-3385-4794-806A-DF43F9E47399}" presName="parentLin" presStyleCnt="0"/>
      <dgm:spPr/>
    </dgm:pt>
    <dgm:pt modelId="{D0BB2378-FF5F-45BD-9929-17413584F824}" type="pres">
      <dgm:prSet presAssocID="{6B86C5F7-3385-4794-806A-DF43F9E47399}" presName="parentLeftMargin" presStyleLbl="node1" presStyleIdx="0" presStyleCnt="1"/>
      <dgm:spPr/>
      <dgm:t>
        <a:bodyPr/>
        <a:lstStyle/>
        <a:p>
          <a:endParaRPr lang="en-IN"/>
        </a:p>
      </dgm:t>
    </dgm:pt>
    <dgm:pt modelId="{542BC6BF-B618-40D2-BE3C-E3FB105F1AEB}" type="pres">
      <dgm:prSet presAssocID="{6B86C5F7-3385-4794-806A-DF43F9E47399}" presName="parentText" presStyleLbl="node1" presStyleIdx="0" presStyleCnt="1">
        <dgm:presLayoutVars>
          <dgm:chMax val="0"/>
          <dgm:bulletEnabled val="1"/>
        </dgm:presLayoutVars>
      </dgm:prSet>
      <dgm:spPr/>
      <dgm:t>
        <a:bodyPr/>
        <a:lstStyle/>
        <a:p>
          <a:endParaRPr lang="en-IN"/>
        </a:p>
      </dgm:t>
    </dgm:pt>
    <dgm:pt modelId="{30CACF24-3745-4B69-A9BF-7E0DBA45CE1C}" type="pres">
      <dgm:prSet presAssocID="{6B86C5F7-3385-4794-806A-DF43F9E47399}" presName="negativeSpace" presStyleCnt="0"/>
      <dgm:spPr/>
    </dgm:pt>
    <dgm:pt modelId="{A0CF033D-F5ED-4E20-9D5D-153426ABE157}" type="pres">
      <dgm:prSet presAssocID="{6B86C5F7-3385-4794-806A-DF43F9E47399}" presName="childText" presStyleLbl="conFgAcc1" presStyleIdx="0" presStyleCnt="1">
        <dgm:presLayoutVars>
          <dgm:bulletEnabled val="1"/>
        </dgm:presLayoutVars>
      </dgm:prSet>
      <dgm:spPr/>
      <dgm:t>
        <a:bodyPr/>
        <a:lstStyle/>
        <a:p>
          <a:endParaRPr lang="en-IN"/>
        </a:p>
      </dgm:t>
    </dgm:pt>
  </dgm:ptLst>
  <dgm:cxnLst>
    <dgm:cxn modelId="{A6BAC11A-17DE-41FA-8C05-C776FFAC2749}" type="presOf" srcId="{4E9109AA-4C5D-4AE6-9FC3-2894A1B2770B}" destId="{823562AE-07FC-416E-8A2B-825BACB5DAC9}" srcOrd="0" destOrd="0" presId="urn:microsoft.com/office/officeart/2005/8/layout/list1"/>
    <dgm:cxn modelId="{A2A4E9CF-0791-4801-B52F-BA7C0CD26A79}" type="presOf" srcId="{6B86C5F7-3385-4794-806A-DF43F9E47399}" destId="{D0BB2378-FF5F-45BD-9929-17413584F824}" srcOrd="0" destOrd="0" presId="urn:microsoft.com/office/officeart/2005/8/layout/list1"/>
    <dgm:cxn modelId="{BF6A1DDC-5B29-4F57-B152-9C753275CE49}" type="presOf" srcId="{078D0767-8706-4A24-B678-B244A7D461B4}" destId="{A0CF033D-F5ED-4E20-9D5D-153426ABE157}" srcOrd="0" destOrd="3" presId="urn:microsoft.com/office/officeart/2005/8/layout/list1"/>
    <dgm:cxn modelId="{99003459-AACB-4BFA-8F23-B1B3D1C1A13A}" srcId="{6B86C5F7-3385-4794-806A-DF43F9E47399}" destId="{078D0767-8706-4A24-B678-B244A7D461B4}" srcOrd="3" destOrd="0" parTransId="{15EC56F5-8364-41D0-B278-9BDD45B14393}" sibTransId="{941A630D-3620-4F9A-9A0C-99AB2D3E64A1}"/>
    <dgm:cxn modelId="{BBE27594-A5C5-45C4-9645-E498BA699B88}" srcId="{6B86C5F7-3385-4794-806A-DF43F9E47399}" destId="{952A8445-CCCA-47F4-9AD5-4886296D3187}" srcOrd="2" destOrd="0" parTransId="{38DDC833-A41B-41BC-B70A-DA856BFCBA00}" sibTransId="{3F2F43EC-303B-4667-AFC8-3F36F23CECC0}"/>
    <dgm:cxn modelId="{DD2CE609-2903-4F6A-94EF-33A715D5BEB1}" type="presOf" srcId="{882752E3-2146-43AF-9620-FB799CF05047}" destId="{A0CF033D-F5ED-4E20-9D5D-153426ABE157}" srcOrd="0" destOrd="0" presId="urn:microsoft.com/office/officeart/2005/8/layout/list1"/>
    <dgm:cxn modelId="{36C00904-5B94-47E9-B82B-6BC6F92C902D}" type="presOf" srcId="{6B86C5F7-3385-4794-806A-DF43F9E47399}" destId="{542BC6BF-B618-40D2-BE3C-E3FB105F1AEB}" srcOrd="1" destOrd="0" presId="urn:microsoft.com/office/officeart/2005/8/layout/list1"/>
    <dgm:cxn modelId="{DC4BB04E-D826-4064-BD1A-78CAF61B4A08}" type="presOf" srcId="{952A8445-CCCA-47F4-9AD5-4886296D3187}" destId="{A0CF033D-F5ED-4E20-9D5D-153426ABE157}" srcOrd="0" destOrd="2" presId="urn:microsoft.com/office/officeart/2005/8/layout/list1"/>
    <dgm:cxn modelId="{EABCDFDF-AF63-48E2-BAA8-0956B629E6AC}" type="presOf" srcId="{C3F9007B-B10E-4B00-860E-764EE5339076}" destId="{A0CF033D-F5ED-4E20-9D5D-153426ABE157}" srcOrd="0" destOrd="1" presId="urn:microsoft.com/office/officeart/2005/8/layout/list1"/>
    <dgm:cxn modelId="{CA57F5A0-4193-4E0E-B7FB-06566FB955F2}" srcId="{4E9109AA-4C5D-4AE6-9FC3-2894A1B2770B}" destId="{6B86C5F7-3385-4794-806A-DF43F9E47399}" srcOrd="0" destOrd="0" parTransId="{9567A935-FAE2-4B39-8AA0-9FEE10F02238}" sibTransId="{3F1B0BD8-8E77-45F3-BA85-E8338BC7653C}"/>
    <dgm:cxn modelId="{BE605968-F581-4D50-B447-2AB074AE9E6A}" srcId="{6B86C5F7-3385-4794-806A-DF43F9E47399}" destId="{C3F9007B-B10E-4B00-860E-764EE5339076}" srcOrd="1" destOrd="0" parTransId="{F5B4A263-734C-46ED-9D8E-141F9DFA5B65}" sibTransId="{CBF644A7-16A7-48B8-9A9A-6E7E77132DC6}"/>
    <dgm:cxn modelId="{8739C856-3014-4EF8-A2D4-3A92F198D1E9}" srcId="{6B86C5F7-3385-4794-806A-DF43F9E47399}" destId="{882752E3-2146-43AF-9620-FB799CF05047}" srcOrd="0" destOrd="0" parTransId="{203ADDA9-3C51-498E-82EE-10BCDB10008A}" sibTransId="{31BBF4EB-6191-4726-A09C-FDB4FB7E54F4}"/>
    <dgm:cxn modelId="{C0CD467C-15B0-4267-8FC6-4E6EFB762291}" type="presParOf" srcId="{823562AE-07FC-416E-8A2B-825BACB5DAC9}" destId="{A572AC4E-B519-4190-B38D-DAAD4EFB5690}" srcOrd="0" destOrd="0" presId="urn:microsoft.com/office/officeart/2005/8/layout/list1"/>
    <dgm:cxn modelId="{0568E428-F7F4-4B76-81A0-2B6BBC8C3014}" type="presParOf" srcId="{A572AC4E-B519-4190-B38D-DAAD4EFB5690}" destId="{D0BB2378-FF5F-45BD-9929-17413584F824}" srcOrd="0" destOrd="0" presId="urn:microsoft.com/office/officeart/2005/8/layout/list1"/>
    <dgm:cxn modelId="{713B0B7F-86B4-4E30-A112-9A83431748F1}" type="presParOf" srcId="{A572AC4E-B519-4190-B38D-DAAD4EFB5690}" destId="{542BC6BF-B618-40D2-BE3C-E3FB105F1AEB}" srcOrd="1" destOrd="0" presId="urn:microsoft.com/office/officeart/2005/8/layout/list1"/>
    <dgm:cxn modelId="{BCA3490C-2D57-4543-9668-7ADD082864BE}" type="presParOf" srcId="{823562AE-07FC-416E-8A2B-825BACB5DAC9}" destId="{30CACF24-3745-4B69-A9BF-7E0DBA45CE1C}" srcOrd="1" destOrd="0" presId="urn:microsoft.com/office/officeart/2005/8/layout/list1"/>
    <dgm:cxn modelId="{9850FA8D-4257-41A5-8686-4C05AB9E3275}" type="presParOf" srcId="{823562AE-07FC-416E-8A2B-825BACB5DAC9}" destId="{A0CF033D-F5ED-4E20-9D5D-153426ABE157}"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9109AA-4C5D-4AE6-9FC3-2894A1B2770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6B86C5F7-3385-4794-806A-DF43F9E47399}">
      <dgm:prSet phldrT="[Text]" custT="1"/>
      <dgm:spPr/>
      <dgm:t>
        <a:bodyPr/>
        <a:lstStyle/>
        <a:p>
          <a:pPr>
            <a:buClrTx/>
            <a:buSzTx/>
            <a:buFontTx/>
            <a:buNone/>
          </a:pPr>
          <a:r>
            <a:rPr lang="en-US" sz="3200" b="1" dirty="0"/>
            <a:t>Medical Devices </a:t>
          </a:r>
          <a:endParaRPr lang="en-IN" sz="3200" b="1" dirty="0"/>
        </a:p>
      </dgm:t>
    </dgm:pt>
    <dgm:pt modelId="{9567A935-FAE2-4B39-8AA0-9FEE10F02238}" type="parTrans" cxnId="{CA57F5A0-4193-4E0E-B7FB-06566FB955F2}">
      <dgm:prSet/>
      <dgm:spPr/>
      <dgm:t>
        <a:bodyPr/>
        <a:lstStyle/>
        <a:p>
          <a:endParaRPr lang="en-IN"/>
        </a:p>
      </dgm:t>
    </dgm:pt>
    <dgm:pt modelId="{3F1B0BD8-8E77-45F3-BA85-E8338BC7653C}" type="sibTrans" cxnId="{CA57F5A0-4193-4E0E-B7FB-06566FB955F2}">
      <dgm:prSet/>
      <dgm:spPr/>
      <dgm:t>
        <a:bodyPr/>
        <a:lstStyle/>
        <a:p>
          <a:endParaRPr lang="en-IN"/>
        </a:p>
      </dgm:t>
    </dgm:pt>
    <dgm:pt modelId="{882752E3-2146-43AF-9620-FB799CF05047}">
      <dgm:prSet phldrT="[Text]"/>
      <dgm:spPr/>
      <dgm:t>
        <a:bodyPr/>
        <a:lstStyle/>
        <a:p>
          <a:pPr algn="just"/>
          <a:r>
            <a:rPr lang="en-US" dirty="0"/>
            <a:t>A medical device is any device intended to be used for medical purposes. </a:t>
          </a:r>
          <a:endParaRPr lang="en-IN" dirty="0"/>
        </a:p>
      </dgm:t>
    </dgm:pt>
    <dgm:pt modelId="{203ADDA9-3C51-498E-82EE-10BCDB10008A}" type="parTrans" cxnId="{8739C856-3014-4EF8-A2D4-3A92F198D1E9}">
      <dgm:prSet/>
      <dgm:spPr/>
      <dgm:t>
        <a:bodyPr/>
        <a:lstStyle/>
        <a:p>
          <a:endParaRPr lang="en-IN"/>
        </a:p>
      </dgm:t>
    </dgm:pt>
    <dgm:pt modelId="{31BBF4EB-6191-4726-A09C-FDB4FB7E54F4}" type="sibTrans" cxnId="{8739C856-3014-4EF8-A2D4-3A92F198D1E9}">
      <dgm:prSet/>
      <dgm:spPr/>
      <dgm:t>
        <a:bodyPr/>
        <a:lstStyle/>
        <a:p>
          <a:endParaRPr lang="en-IN"/>
        </a:p>
      </dgm:t>
    </dgm:pt>
    <dgm:pt modelId="{91ABD2B3-2ABD-4C35-818D-FE24E3C77290}">
      <dgm:prSet/>
      <dgm:spPr/>
      <dgm:t>
        <a:bodyPr/>
        <a:lstStyle/>
        <a:p>
          <a:pPr algn="just"/>
          <a:r>
            <a:rPr lang="en-US" dirty="0"/>
            <a:t>Medical devices benefit patients by helping health care providers diagnose and treat patients and helping patients overcome sickness or disease, improving their quality of life.</a:t>
          </a:r>
        </a:p>
      </dgm:t>
    </dgm:pt>
    <dgm:pt modelId="{0FC84B44-1DA3-4D34-9065-5D9474F3D6D3}" type="parTrans" cxnId="{1735E2CD-3B6C-423E-9640-B28A2EE52774}">
      <dgm:prSet/>
      <dgm:spPr/>
      <dgm:t>
        <a:bodyPr/>
        <a:lstStyle/>
        <a:p>
          <a:endParaRPr lang="en-IN"/>
        </a:p>
      </dgm:t>
    </dgm:pt>
    <dgm:pt modelId="{01E9B5C0-CEFB-4530-A77E-548313B28175}" type="sibTrans" cxnId="{1735E2CD-3B6C-423E-9640-B28A2EE52774}">
      <dgm:prSet/>
      <dgm:spPr/>
      <dgm:t>
        <a:bodyPr/>
        <a:lstStyle/>
        <a:p>
          <a:endParaRPr lang="en-IN"/>
        </a:p>
      </dgm:t>
    </dgm:pt>
    <dgm:pt modelId="{2F779A6A-17FA-4464-A5B7-FF425385481D}">
      <dgm:prSet/>
      <dgm:spPr/>
      <dgm:t>
        <a:bodyPr/>
        <a:lstStyle/>
        <a:p>
          <a:pPr algn="just"/>
          <a:r>
            <a:rPr lang="en-US" b="0" i="0" dirty="0"/>
            <a:t>It involves measurement of biological signals like ECG, EMG, or any electrical signals generated in the human body. </a:t>
          </a:r>
          <a:endParaRPr lang="en-US" dirty="0"/>
        </a:p>
      </dgm:t>
    </dgm:pt>
    <dgm:pt modelId="{7384B6FC-29BD-4281-A6B9-96A484983D8A}" type="parTrans" cxnId="{F8984E23-8ABB-4024-97E6-6CF6B9A4E0A5}">
      <dgm:prSet/>
      <dgm:spPr/>
      <dgm:t>
        <a:bodyPr/>
        <a:lstStyle/>
        <a:p>
          <a:endParaRPr lang="en-IN"/>
        </a:p>
      </dgm:t>
    </dgm:pt>
    <dgm:pt modelId="{43B80260-F0DA-4EF3-96E8-3CF30ABFB123}" type="sibTrans" cxnId="{F8984E23-8ABB-4024-97E6-6CF6B9A4E0A5}">
      <dgm:prSet/>
      <dgm:spPr/>
      <dgm:t>
        <a:bodyPr/>
        <a:lstStyle/>
        <a:p>
          <a:endParaRPr lang="en-IN"/>
        </a:p>
      </dgm:t>
    </dgm:pt>
    <dgm:pt modelId="{C55065F4-61DA-40C7-BFFD-26B27D361632}">
      <dgm:prSet/>
      <dgm:spPr/>
      <dgm:t>
        <a:bodyPr/>
        <a:lstStyle/>
        <a:p>
          <a:pPr algn="just"/>
          <a:r>
            <a:rPr lang="en-US" b="0" i="0" dirty="0"/>
            <a:t>Biomedical Instrumentation helps physicians to diagnose the problem and provide treatment. </a:t>
          </a:r>
          <a:endParaRPr lang="en-US" dirty="0"/>
        </a:p>
      </dgm:t>
    </dgm:pt>
    <dgm:pt modelId="{048C6CB4-499E-4C8E-A1FF-7DD658FC0880}" type="parTrans" cxnId="{2E57B27A-74A7-49D7-A751-B024A0279733}">
      <dgm:prSet/>
      <dgm:spPr/>
      <dgm:t>
        <a:bodyPr/>
        <a:lstStyle/>
        <a:p>
          <a:endParaRPr lang="en-IN"/>
        </a:p>
      </dgm:t>
    </dgm:pt>
    <dgm:pt modelId="{18246C86-8704-4B86-AA92-BAE321407533}" type="sibTrans" cxnId="{2E57B27A-74A7-49D7-A751-B024A0279733}">
      <dgm:prSet/>
      <dgm:spPr/>
      <dgm:t>
        <a:bodyPr/>
        <a:lstStyle/>
        <a:p>
          <a:endParaRPr lang="en-IN"/>
        </a:p>
      </dgm:t>
    </dgm:pt>
    <dgm:pt modelId="{D750637C-99B6-4BB6-BFD1-BFB06A7121C2}" type="pres">
      <dgm:prSet presAssocID="{4E9109AA-4C5D-4AE6-9FC3-2894A1B2770B}" presName="linear" presStyleCnt="0">
        <dgm:presLayoutVars>
          <dgm:dir/>
          <dgm:animLvl val="lvl"/>
          <dgm:resizeHandles val="exact"/>
        </dgm:presLayoutVars>
      </dgm:prSet>
      <dgm:spPr/>
      <dgm:t>
        <a:bodyPr/>
        <a:lstStyle/>
        <a:p>
          <a:endParaRPr lang="en-IN"/>
        </a:p>
      </dgm:t>
    </dgm:pt>
    <dgm:pt modelId="{F718D35C-BB1C-417B-BB66-74BF6BB43EA2}" type="pres">
      <dgm:prSet presAssocID="{6B86C5F7-3385-4794-806A-DF43F9E47399}" presName="parentLin" presStyleCnt="0"/>
      <dgm:spPr/>
    </dgm:pt>
    <dgm:pt modelId="{4219707B-FE23-45BA-8679-C6D0526A1BAF}" type="pres">
      <dgm:prSet presAssocID="{6B86C5F7-3385-4794-806A-DF43F9E47399}" presName="parentLeftMargin" presStyleLbl="node1" presStyleIdx="0" presStyleCnt="1"/>
      <dgm:spPr/>
      <dgm:t>
        <a:bodyPr/>
        <a:lstStyle/>
        <a:p>
          <a:endParaRPr lang="en-IN"/>
        </a:p>
      </dgm:t>
    </dgm:pt>
    <dgm:pt modelId="{A5979145-BF32-451F-AA42-11AD6329C290}" type="pres">
      <dgm:prSet presAssocID="{6B86C5F7-3385-4794-806A-DF43F9E47399}" presName="parentText" presStyleLbl="node1" presStyleIdx="0" presStyleCnt="1">
        <dgm:presLayoutVars>
          <dgm:chMax val="0"/>
          <dgm:bulletEnabled val="1"/>
        </dgm:presLayoutVars>
      </dgm:prSet>
      <dgm:spPr/>
      <dgm:t>
        <a:bodyPr/>
        <a:lstStyle/>
        <a:p>
          <a:endParaRPr lang="en-IN"/>
        </a:p>
      </dgm:t>
    </dgm:pt>
    <dgm:pt modelId="{BDCCB90E-8F3C-47CD-AF9C-D10339F9F11E}" type="pres">
      <dgm:prSet presAssocID="{6B86C5F7-3385-4794-806A-DF43F9E47399}" presName="negativeSpace" presStyleCnt="0"/>
      <dgm:spPr/>
    </dgm:pt>
    <dgm:pt modelId="{D5B3A9F3-7A64-4A67-82A1-6726A1341E00}" type="pres">
      <dgm:prSet presAssocID="{6B86C5F7-3385-4794-806A-DF43F9E47399}" presName="childText" presStyleLbl="conFgAcc1" presStyleIdx="0" presStyleCnt="1">
        <dgm:presLayoutVars>
          <dgm:bulletEnabled val="1"/>
        </dgm:presLayoutVars>
      </dgm:prSet>
      <dgm:spPr/>
      <dgm:t>
        <a:bodyPr/>
        <a:lstStyle/>
        <a:p>
          <a:endParaRPr lang="en-IN"/>
        </a:p>
      </dgm:t>
    </dgm:pt>
  </dgm:ptLst>
  <dgm:cxnLst>
    <dgm:cxn modelId="{C42A1CA5-9D28-4949-9A02-6BAC2932CEF0}" type="presOf" srcId="{882752E3-2146-43AF-9620-FB799CF05047}" destId="{D5B3A9F3-7A64-4A67-82A1-6726A1341E00}" srcOrd="0" destOrd="0" presId="urn:microsoft.com/office/officeart/2005/8/layout/list1"/>
    <dgm:cxn modelId="{2E57B27A-74A7-49D7-A751-B024A0279733}" srcId="{6B86C5F7-3385-4794-806A-DF43F9E47399}" destId="{C55065F4-61DA-40C7-BFFD-26B27D361632}" srcOrd="2" destOrd="0" parTransId="{048C6CB4-499E-4C8E-A1FF-7DD658FC0880}" sibTransId="{18246C86-8704-4B86-AA92-BAE321407533}"/>
    <dgm:cxn modelId="{C92944CF-62A2-4343-8E84-24392E63B1BE}" type="presOf" srcId="{6B86C5F7-3385-4794-806A-DF43F9E47399}" destId="{4219707B-FE23-45BA-8679-C6D0526A1BAF}" srcOrd="0" destOrd="0" presId="urn:microsoft.com/office/officeart/2005/8/layout/list1"/>
    <dgm:cxn modelId="{0509252E-A929-4456-ABE4-CD83728A0B76}" type="presOf" srcId="{91ABD2B3-2ABD-4C35-818D-FE24E3C77290}" destId="{D5B3A9F3-7A64-4A67-82A1-6726A1341E00}" srcOrd="0" destOrd="1" presId="urn:microsoft.com/office/officeart/2005/8/layout/list1"/>
    <dgm:cxn modelId="{98274004-DB75-45D5-8362-395A532E404D}" type="presOf" srcId="{4E9109AA-4C5D-4AE6-9FC3-2894A1B2770B}" destId="{D750637C-99B6-4BB6-BFD1-BFB06A7121C2}" srcOrd="0" destOrd="0" presId="urn:microsoft.com/office/officeart/2005/8/layout/list1"/>
    <dgm:cxn modelId="{CA57F5A0-4193-4E0E-B7FB-06566FB955F2}" srcId="{4E9109AA-4C5D-4AE6-9FC3-2894A1B2770B}" destId="{6B86C5F7-3385-4794-806A-DF43F9E47399}" srcOrd="0" destOrd="0" parTransId="{9567A935-FAE2-4B39-8AA0-9FEE10F02238}" sibTransId="{3F1B0BD8-8E77-45F3-BA85-E8338BC7653C}"/>
    <dgm:cxn modelId="{1735E2CD-3B6C-423E-9640-B28A2EE52774}" srcId="{6B86C5F7-3385-4794-806A-DF43F9E47399}" destId="{91ABD2B3-2ABD-4C35-818D-FE24E3C77290}" srcOrd="1" destOrd="0" parTransId="{0FC84B44-1DA3-4D34-9065-5D9474F3D6D3}" sibTransId="{01E9B5C0-CEFB-4530-A77E-548313B28175}"/>
    <dgm:cxn modelId="{AC344A1E-76EB-40B1-81A1-13A353AF42F0}" type="presOf" srcId="{2F779A6A-17FA-4464-A5B7-FF425385481D}" destId="{D5B3A9F3-7A64-4A67-82A1-6726A1341E00}" srcOrd="0" destOrd="3" presId="urn:microsoft.com/office/officeart/2005/8/layout/list1"/>
    <dgm:cxn modelId="{A5CCB14B-2B22-413A-9226-8ED208DFC0CC}" type="presOf" srcId="{C55065F4-61DA-40C7-BFFD-26B27D361632}" destId="{D5B3A9F3-7A64-4A67-82A1-6726A1341E00}" srcOrd="0" destOrd="2" presId="urn:microsoft.com/office/officeart/2005/8/layout/list1"/>
    <dgm:cxn modelId="{8739C856-3014-4EF8-A2D4-3A92F198D1E9}" srcId="{6B86C5F7-3385-4794-806A-DF43F9E47399}" destId="{882752E3-2146-43AF-9620-FB799CF05047}" srcOrd="0" destOrd="0" parTransId="{203ADDA9-3C51-498E-82EE-10BCDB10008A}" sibTransId="{31BBF4EB-6191-4726-A09C-FDB4FB7E54F4}"/>
    <dgm:cxn modelId="{F8984E23-8ABB-4024-97E6-6CF6B9A4E0A5}" srcId="{6B86C5F7-3385-4794-806A-DF43F9E47399}" destId="{2F779A6A-17FA-4464-A5B7-FF425385481D}" srcOrd="3" destOrd="0" parTransId="{7384B6FC-29BD-4281-A6B9-96A484983D8A}" sibTransId="{43B80260-F0DA-4EF3-96E8-3CF30ABFB123}"/>
    <dgm:cxn modelId="{2CBE5836-913E-4F87-809D-0DF7B21BBF5C}" type="presOf" srcId="{6B86C5F7-3385-4794-806A-DF43F9E47399}" destId="{A5979145-BF32-451F-AA42-11AD6329C290}" srcOrd="1" destOrd="0" presId="urn:microsoft.com/office/officeart/2005/8/layout/list1"/>
    <dgm:cxn modelId="{82846BC7-EDA4-4545-BBC4-2AE23C0E2F02}" type="presParOf" srcId="{D750637C-99B6-4BB6-BFD1-BFB06A7121C2}" destId="{F718D35C-BB1C-417B-BB66-74BF6BB43EA2}" srcOrd="0" destOrd="0" presId="urn:microsoft.com/office/officeart/2005/8/layout/list1"/>
    <dgm:cxn modelId="{BB361EFD-20C6-421C-AACD-FF7D2300731E}" type="presParOf" srcId="{F718D35C-BB1C-417B-BB66-74BF6BB43EA2}" destId="{4219707B-FE23-45BA-8679-C6D0526A1BAF}" srcOrd="0" destOrd="0" presId="urn:microsoft.com/office/officeart/2005/8/layout/list1"/>
    <dgm:cxn modelId="{AE7F96CA-AE35-4500-AD63-ABFE10FCA596}" type="presParOf" srcId="{F718D35C-BB1C-417B-BB66-74BF6BB43EA2}" destId="{A5979145-BF32-451F-AA42-11AD6329C290}" srcOrd="1" destOrd="0" presId="urn:microsoft.com/office/officeart/2005/8/layout/list1"/>
    <dgm:cxn modelId="{1D1FA553-93B0-4EEF-9E67-751BDB4F46E2}" type="presParOf" srcId="{D750637C-99B6-4BB6-BFD1-BFB06A7121C2}" destId="{BDCCB90E-8F3C-47CD-AF9C-D10339F9F11E}" srcOrd="1" destOrd="0" presId="urn:microsoft.com/office/officeart/2005/8/layout/list1"/>
    <dgm:cxn modelId="{47330034-B5C7-45B2-A74C-409A8D10C3CD}" type="presParOf" srcId="{D750637C-99B6-4BB6-BFD1-BFB06A7121C2}" destId="{D5B3A9F3-7A64-4A67-82A1-6726A1341E00}"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E32AC1-88A2-484D-99CE-1521BC2A070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3BA7FBA5-8D42-4553-8235-414283E148C4}">
      <dgm:prSet phldrT="[Text]" custT="1"/>
      <dgm:spPr/>
      <dgm:t>
        <a:bodyPr/>
        <a:lstStyle/>
        <a:p>
          <a:r>
            <a:rPr lang="en-IN" sz="3600" b="1" i="0" dirty="0">
              <a:solidFill>
                <a:schemeClr val="bg1"/>
              </a:solidFill>
              <a:effectLst/>
              <a:latin typeface="+mj-lt"/>
            </a:rPr>
            <a:t>Electrocardiogram (ECG)</a:t>
          </a:r>
          <a:endParaRPr lang="en-IN" sz="3600" dirty="0">
            <a:solidFill>
              <a:schemeClr val="bg1"/>
            </a:solidFill>
          </a:endParaRPr>
        </a:p>
      </dgm:t>
    </dgm:pt>
    <dgm:pt modelId="{6ADFC723-850B-4B51-AF3F-01BD86DA333D}" type="parTrans" cxnId="{23110402-A5CF-40E8-A079-A1C2EBD17041}">
      <dgm:prSet/>
      <dgm:spPr/>
      <dgm:t>
        <a:bodyPr/>
        <a:lstStyle/>
        <a:p>
          <a:endParaRPr lang="en-IN"/>
        </a:p>
      </dgm:t>
    </dgm:pt>
    <dgm:pt modelId="{BC1C5A2C-42ED-4203-A3CD-1827661D7D29}" type="sibTrans" cxnId="{23110402-A5CF-40E8-A079-A1C2EBD17041}">
      <dgm:prSet/>
      <dgm:spPr/>
      <dgm:t>
        <a:bodyPr/>
        <a:lstStyle/>
        <a:p>
          <a:endParaRPr lang="en-IN"/>
        </a:p>
      </dgm:t>
    </dgm:pt>
    <dgm:pt modelId="{AC42A4B5-8DDA-4520-8CFC-301CE9A03AF4}">
      <dgm:prSet phldrT="[Text]"/>
      <dgm:spPr/>
      <dgm:t>
        <a:bodyPr/>
        <a:lstStyle/>
        <a:p>
          <a:pPr algn="just">
            <a:spcAft>
              <a:spcPts val="1200"/>
            </a:spcAft>
          </a:pPr>
          <a:r>
            <a:rPr lang="en-US" dirty="0"/>
            <a:t>An </a:t>
          </a:r>
          <a:r>
            <a:rPr lang="en-US" b="1" dirty="0"/>
            <a:t>electrocardiogram</a:t>
          </a:r>
          <a:r>
            <a:rPr lang="en-US" dirty="0"/>
            <a:t> (</a:t>
          </a:r>
          <a:r>
            <a:rPr lang="en-US" b="1" dirty="0"/>
            <a:t>ECG</a:t>
          </a:r>
          <a:r>
            <a:rPr lang="en-US" dirty="0"/>
            <a:t> or </a:t>
          </a:r>
          <a:r>
            <a:rPr lang="en-US" b="1" dirty="0"/>
            <a:t>EKG</a:t>
          </a:r>
          <a:r>
            <a:rPr lang="en-US" dirty="0"/>
            <a:t>) </a:t>
          </a:r>
          <a:r>
            <a:rPr lang="en-US" b="0" i="0" dirty="0"/>
            <a:t>is a non-invasive diagnostic test that evaluates your heart's electrical signals to assess for </a:t>
          </a:r>
          <a:r>
            <a:rPr lang="en-US" dirty="0"/>
            <a:t>different heart conditions</a:t>
          </a:r>
          <a:r>
            <a:rPr lang="en-US" b="0" i="0" dirty="0"/>
            <a:t>.</a:t>
          </a:r>
          <a:endParaRPr lang="en-IN" dirty="0"/>
        </a:p>
      </dgm:t>
    </dgm:pt>
    <dgm:pt modelId="{9D73DBC7-C154-4B63-A4CE-C689DABF4054}" type="parTrans" cxnId="{CF24F45E-F629-4597-B0A7-645839782FB7}">
      <dgm:prSet/>
      <dgm:spPr/>
      <dgm:t>
        <a:bodyPr/>
        <a:lstStyle/>
        <a:p>
          <a:endParaRPr lang="en-IN"/>
        </a:p>
      </dgm:t>
    </dgm:pt>
    <dgm:pt modelId="{5D5E567A-7BAF-494A-B4E0-60076EBF0345}" type="sibTrans" cxnId="{CF24F45E-F629-4597-B0A7-645839782FB7}">
      <dgm:prSet/>
      <dgm:spPr/>
      <dgm:t>
        <a:bodyPr/>
        <a:lstStyle/>
        <a:p>
          <a:endParaRPr lang="en-IN"/>
        </a:p>
      </dgm:t>
    </dgm:pt>
    <dgm:pt modelId="{056B04B3-19AF-4E9D-A808-9F87A5D24F03}">
      <dgm:prSet phldrT="[Text]"/>
      <dgm:spPr/>
      <dgm:t>
        <a:bodyPr/>
        <a:lstStyle/>
        <a:p>
          <a:pPr algn="just">
            <a:spcAft>
              <a:spcPts val="1200"/>
            </a:spcAft>
          </a:pPr>
          <a:r>
            <a:rPr lang="en-US" b="0" i="0" dirty="0"/>
            <a:t>Sensors (flat </a:t>
          </a:r>
          <a:r>
            <a:rPr lang="en-US" b="1" i="0" dirty="0"/>
            <a:t>metal electrodes</a:t>
          </a:r>
          <a:r>
            <a:rPr lang="en-US" b="0" i="0" dirty="0"/>
            <a:t>) attached to the skin are used to </a:t>
          </a:r>
          <a:r>
            <a:rPr lang="en-US" b="1" i="0" dirty="0"/>
            <a:t>detect the electrical signals </a:t>
          </a:r>
          <a:r>
            <a:rPr lang="en-US" b="0" i="0" dirty="0"/>
            <a:t>produced by your heart each time it beats. </a:t>
          </a:r>
          <a:endParaRPr lang="en-IN" dirty="0"/>
        </a:p>
      </dgm:t>
    </dgm:pt>
    <dgm:pt modelId="{655B14E2-A7C9-420B-8675-2A31375D11DA}" type="parTrans" cxnId="{09797923-9622-49B9-ACD3-3DEBD91DA3B4}">
      <dgm:prSet/>
      <dgm:spPr/>
      <dgm:t>
        <a:bodyPr/>
        <a:lstStyle/>
        <a:p>
          <a:endParaRPr lang="en-IN"/>
        </a:p>
      </dgm:t>
    </dgm:pt>
    <dgm:pt modelId="{ACAAE5C6-A00A-4D54-A693-3F4B797EF809}" type="sibTrans" cxnId="{09797923-9622-49B9-ACD3-3DEBD91DA3B4}">
      <dgm:prSet/>
      <dgm:spPr/>
      <dgm:t>
        <a:bodyPr/>
        <a:lstStyle/>
        <a:p>
          <a:endParaRPr lang="en-IN"/>
        </a:p>
      </dgm:t>
    </dgm:pt>
    <dgm:pt modelId="{614FD133-B2EB-49C2-9778-6E237D267B4B}">
      <dgm:prSet phldrT="[Text]"/>
      <dgm:spPr/>
      <dgm:t>
        <a:bodyPr/>
        <a:lstStyle/>
        <a:p>
          <a:pPr algn="just">
            <a:spcAft>
              <a:spcPts val="1200"/>
            </a:spcAft>
          </a:pPr>
          <a:r>
            <a:rPr lang="en-US" b="0" i="0" dirty="0"/>
            <a:t>Every heartbeat is triggered by an electrical signal that starts at the top of your heart and travels to the bottom. </a:t>
          </a:r>
          <a:endParaRPr lang="en-IN" dirty="0"/>
        </a:p>
      </dgm:t>
    </dgm:pt>
    <dgm:pt modelId="{2340A2B5-7119-4DE5-A1F7-63EB8B4179D8}" type="parTrans" cxnId="{4D51A8A5-8905-4A9C-BF70-5D4EEB0C3300}">
      <dgm:prSet/>
      <dgm:spPr/>
      <dgm:t>
        <a:bodyPr/>
        <a:lstStyle/>
        <a:p>
          <a:endParaRPr lang="en-IN"/>
        </a:p>
      </dgm:t>
    </dgm:pt>
    <dgm:pt modelId="{485F90EF-20DE-41B0-9FA3-F7204681B53D}" type="sibTrans" cxnId="{4D51A8A5-8905-4A9C-BF70-5D4EEB0C3300}">
      <dgm:prSet/>
      <dgm:spPr/>
      <dgm:t>
        <a:bodyPr/>
        <a:lstStyle/>
        <a:p>
          <a:endParaRPr lang="en-IN"/>
        </a:p>
      </dgm:t>
    </dgm:pt>
    <dgm:pt modelId="{1C6055A1-2A39-4222-AE96-CD7E25061A6C}">
      <dgm:prSet phldrT="[Text]"/>
      <dgm:spPr/>
      <dgm:t>
        <a:bodyPr/>
        <a:lstStyle/>
        <a:p>
          <a:pPr algn="just">
            <a:spcAft>
              <a:spcPts val="1200"/>
            </a:spcAft>
          </a:pPr>
          <a:r>
            <a:rPr lang="en-US" b="1" i="0" dirty="0"/>
            <a:t>Heart problems </a:t>
          </a:r>
          <a:r>
            <a:rPr lang="en-US" b="0" i="0" dirty="0"/>
            <a:t>often </a:t>
          </a:r>
          <a:r>
            <a:rPr lang="en-US" b="1" i="0" dirty="0"/>
            <a:t>affect the electrical activity </a:t>
          </a:r>
          <a:r>
            <a:rPr lang="en-US" b="0" i="0" dirty="0"/>
            <a:t>of your heart.</a:t>
          </a:r>
          <a:endParaRPr lang="en-IN" dirty="0"/>
        </a:p>
      </dgm:t>
    </dgm:pt>
    <dgm:pt modelId="{A8CDE5B4-DD75-414C-9028-F2D3002C4D75}" type="parTrans" cxnId="{76D03B80-B642-4AB5-851A-2B30CA6BF0D7}">
      <dgm:prSet/>
      <dgm:spPr/>
      <dgm:t>
        <a:bodyPr/>
        <a:lstStyle/>
        <a:p>
          <a:endParaRPr lang="en-IN"/>
        </a:p>
      </dgm:t>
    </dgm:pt>
    <dgm:pt modelId="{346CB214-93E0-4D06-AF07-2ADF41735150}" type="sibTrans" cxnId="{76D03B80-B642-4AB5-851A-2B30CA6BF0D7}">
      <dgm:prSet/>
      <dgm:spPr/>
      <dgm:t>
        <a:bodyPr/>
        <a:lstStyle/>
        <a:p>
          <a:endParaRPr lang="en-IN"/>
        </a:p>
      </dgm:t>
    </dgm:pt>
    <dgm:pt modelId="{FDD40C12-AE54-4D43-998D-E520C7E624FC}">
      <dgm:prSet phldrT="[Text]"/>
      <dgm:spPr/>
      <dgm:t>
        <a:bodyPr/>
        <a:lstStyle/>
        <a:p>
          <a:pPr algn="just">
            <a:spcAft>
              <a:spcPts val="1200"/>
            </a:spcAft>
          </a:pPr>
          <a:r>
            <a:rPr lang="en-US" b="0" i="0" dirty="0"/>
            <a:t>Our nerve and muscle cells communicate with each other using electrical and chemical signals. </a:t>
          </a:r>
          <a:r>
            <a:rPr lang="en-US" b="1" i="0" dirty="0"/>
            <a:t>Regular electrical signals</a:t>
          </a:r>
          <a:r>
            <a:rPr lang="en-US" b="0" i="0" dirty="0"/>
            <a:t> also </a:t>
          </a:r>
          <a:r>
            <a:rPr lang="en-US" b="1" i="0" dirty="0"/>
            <a:t>control</a:t>
          </a:r>
          <a:r>
            <a:rPr lang="en-US" b="0" i="0" dirty="0"/>
            <a:t> our </a:t>
          </a:r>
          <a:r>
            <a:rPr lang="en-US" b="1" i="0" dirty="0"/>
            <a:t>heartbeat</a:t>
          </a:r>
          <a:r>
            <a:rPr lang="en-US" b="0" i="0" dirty="0"/>
            <a:t>.</a:t>
          </a:r>
          <a:endParaRPr lang="en-IN" dirty="0"/>
        </a:p>
      </dgm:t>
    </dgm:pt>
    <dgm:pt modelId="{D3F07DB3-912B-441B-A6FF-6D450D261287}" type="parTrans" cxnId="{73A0A26F-EB7E-4081-9FD2-21A746370DCA}">
      <dgm:prSet/>
      <dgm:spPr/>
      <dgm:t>
        <a:bodyPr/>
        <a:lstStyle/>
        <a:p>
          <a:endParaRPr lang="en-IN"/>
        </a:p>
      </dgm:t>
    </dgm:pt>
    <dgm:pt modelId="{E9E15E10-E23C-44DD-B483-1DBE59D33C89}" type="sibTrans" cxnId="{73A0A26F-EB7E-4081-9FD2-21A746370DCA}">
      <dgm:prSet/>
      <dgm:spPr/>
      <dgm:t>
        <a:bodyPr/>
        <a:lstStyle/>
        <a:p>
          <a:endParaRPr lang="en-IN"/>
        </a:p>
      </dgm:t>
    </dgm:pt>
    <dgm:pt modelId="{95BB2EA5-70F0-40CB-A587-8B4F5D7B633B}">
      <dgm:prSet phldrT="[Text]"/>
      <dgm:spPr/>
      <dgm:t>
        <a:bodyPr/>
        <a:lstStyle/>
        <a:p>
          <a:pPr algn="just">
            <a:spcAft>
              <a:spcPts val="1200"/>
            </a:spcAft>
          </a:pPr>
          <a:r>
            <a:rPr lang="en-US" b="0" i="0" dirty="0"/>
            <a:t>An </a:t>
          </a:r>
          <a:r>
            <a:rPr lang="en-US" b="1" i="0" dirty="0"/>
            <a:t>ECG measures </a:t>
          </a:r>
          <a:r>
            <a:rPr lang="en-US" b="0" i="0" dirty="0"/>
            <a:t>these </a:t>
          </a:r>
          <a:r>
            <a:rPr lang="en-US" b="1" i="0" dirty="0"/>
            <a:t>changes in electrical signals </a:t>
          </a:r>
          <a:r>
            <a:rPr lang="en-US" b="0" i="0" dirty="0"/>
            <a:t>(or, in fact, voltage) and plots them as a graph </a:t>
          </a:r>
          <a:r>
            <a:rPr lang="en-US" b="1" i="0" dirty="0"/>
            <a:t>(electrocardiograph).</a:t>
          </a:r>
          <a:r>
            <a:rPr lang="en-US" b="0" i="0" dirty="0"/>
            <a:t> </a:t>
          </a:r>
          <a:endParaRPr lang="en-IN" dirty="0"/>
        </a:p>
      </dgm:t>
    </dgm:pt>
    <dgm:pt modelId="{0F68EA84-B9DF-4F08-853B-7F0E45D4EDCD}" type="parTrans" cxnId="{70669886-C609-4AC9-8F83-D7513F3CBBEF}">
      <dgm:prSet/>
      <dgm:spPr/>
      <dgm:t>
        <a:bodyPr/>
        <a:lstStyle/>
        <a:p>
          <a:endParaRPr lang="en-IN"/>
        </a:p>
      </dgm:t>
    </dgm:pt>
    <dgm:pt modelId="{678B89F2-2593-4022-B668-67D5A3B17D92}" type="sibTrans" cxnId="{70669886-C609-4AC9-8F83-D7513F3CBBEF}">
      <dgm:prSet/>
      <dgm:spPr/>
      <dgm:t>
        <a:bodyPr/>
        <a:lstStyle/>
        <a:p>
          <a:endParaRPr lang="en-IN"/>
        </a:p>
      </dgm:t>
    </dgm:pt>
    <dgm:pt modelId="{59CB07A2-C491-4970-8814-420FD2DDF18F}">
      <dgm:prSet phldrT="[Text]"/>
      <dgm:spPr/>
      <dgm:t>
        <a:bodyPr/>
        <a:lstStyle/>
        <a:p>
          <a:pPr algn="just">
            <a:spcAft>
              <a:spcPts val="1200"/>
            </a:spcAft>
          </a:pPr>
          <a:r>
            <a:rPr lang="en-US" b="0" i="0" dirty="0"/>
            <a:t>The resulting ECG graph is called an </a:t>
          </a:r>
          <a:r>
            <a:rPr lang="en-US" b="1" i="0" dirty="0"/>
            <a:t>electrocardiogram</a:t>
          </a:r>
          <a:r>
            <a:rPr lang="en-US" b="0" i="0" dirty="0"/>
            <a:t>.</a:t>
          </a:r>
          <a:endParaRPr lang="en-IN" dirty="0"/>
        </a:p>
      </dgm:t>
    </dgm:pt>
    <dgm:pt modelId="{9BC70EA1-07AC-4E63-9EB3-F4363D119903}" type="parTrans" cxnId="{34BB64B6-F722-4D2E-B1A2-FE3838BDE2F8}">
      <dgm:prSet/>
      <dgm:spPr/>
      <dgm:t>
        <a:bodyPr/>
        <a:lstStyle/>
        <a:p>
          <a:endParaRPr lang="en-IN"/>
        </a:p>
      </dgm:t>
    </dgm:pt>
    <dgm:pt modelId="{1A8149D6-4B63-46DA-8C4D-D0E45E484705}" type="sibTrans" cxnId="{34BB64B6-F722-4D2E-B1A2-FE3838BDE2F8}">
      <dgm:prSet/>
      <dgm:spPr/>
      <dgm:t>
        <a:bodyPr/>
        <a:lstStyle/>
        <a:p>
          <a:endParaRPr lang="en-IN"/>
        </a:p>
      </dgm:t>
    </dgm:pt>
    <dgm:pt modelId="{261098CE-D589-455C-B84F-3E121E76EB02}" type="pres">
      <dgm:prSet presAssocID="{C1E32AC1-88A2-484D-99CE-1521BC2A0709}" presName="Name0" presStyleCnt="0">
        <dgm:presLayoutVars>
          <dgm:dir/>
          <dgm:animLvl val="lvl"/>
          <dgm:resizeHandles val="exact"/>
        </dgm:presLayoutVars>
      </dgm:prSet>
      <dgm:spPr/>
      <dgm:t>
        <a:bodyPr/>
        <a:lstStyle/>
        <a:p>
          <a:endParaRPr lang="en-IN"/>
        </a:p>
      </dgm:t>
    </dgm:pt>
    <dgm:pt modelId="{5F9935A2-59AC-4CF1-8DF1-6149AC4F7A0B}" type="pres">
      <dgm:prSet presAssocID="{3BA7FBA5-8D42-4553-8235-414283E148C4}" presName="composite" presStyleCnt="0"/>
      <dgm:spPr/>
    </dgm:pt>
    <dgm:pt modelId="{31FB5BCC-6E32-444C-AF79-16C880E5B14C}" type="pres">
      <dgm:prSet presAssocID="{3BA7FBA5-8D42-4553-8235-414283E148C4}" presName="parTx" presStyleLbl="alignNode1" presStyleIdx="0" presStyleCnt="1">
        <dgm:presLayoutVars>
          <dgm:chMax val="0"/>
          <dgm:chPref val="0"/>
          <dgm:bulletEnabled val="1"/>
        </dgm:presLayoutVars>
      </dgm:prSet>
      <dgm:spPr/>
      <dgm:t>
        <a:bodyPr/>
        <a:lstStyle/>
        <a:p>
          <a:endParaRPr lang="en-IN"/>
        </a:p>
      </dgm:t>
    </dgm:pt>
    <dgm:pt modelId="{34CD2E81-A177-4E93-AF1D-3F15DBFC68E0}" type="pres">
      <dgm:prSet presAssocID="{3BA7FBA5-8D42-4553-8235-414283E148C4}" presName="desTx" presStyleLbl="alignAccFollowNode1" presStyleIdx="0" presStyleCnt="1">
        <dgm:presLayoutVars>
          <dgm:bulletEnabled val="1"/>
        </dgm:presLayoutVars>
      </dgm:prSet>
      <dgm:spPr/>
      <dgm:t>
        <a:bodyPr/>
        <a:lstStyle/>
        <a:p>
          <a:endParaRPr lang="en-IN"/>
        </a:p>
      </dgm:t>
    </dgm:pt>
  </dgm:ptLst>
  <dgm:cxnLst>
    <dgm:cxn modelId="{8E7DD3F6-1A40-4516-9CF7-C11C052BFDFC}" type="presOf" srcId="{59CB07A2-C491-4970-8814-420FD2DDF18F}" destId="{34CD2E81-A177-4E93-AF1D-3F15DBFC68E0}" srcOrd="0" destOrd="6" presId="urn:microsoft.com/office/officeart/2005/8/layout/hList1"/>
    <dgm:cxn modelId="{DFD8A1AE-7A06-4075-AD38-2896E734B76D}" type="presOf" srcId="{95BB2EA5-70F0-40CB-A587-8B4F5D7B633B}" destId="{34CD2E81-A177-4E93-AF1D-3F15DBFC68E0}" srcOrd="0" destOrd="5" presId="urn:microsoft.com/office/officeart/2005/8/layout/hList1"/>
    <dgm:cxn modelId="{4D51A8A5-8905-4A9C-BF70-5D4EEB0C3300}" srcId="{3BA7FBA5-8D42-4553-8235-414283E148C4}" destId="{614FD133-B2EB-49C2-9778-6E237D267B4B}" srcOrd="3" destOrd="0" parTransId="{2340A2B5-7119-4DE5-A1F7-63EB8B4179D8}" sibTransId="{485F90EF-20DE-41B0-9FA3-F7204681B53D}"/>
    <dgm:cxn modelId="{160C0642-1C69-4EC8-B864-1A14B1BE07E9}" type="presOf" srcId="{1C6055A1-2A39-4222-AE96-CD7E25061A6C}" destId="{34CD2E81-A177-4E93-AF1D-3F15DBFC68E0}" srcOrd="0" destOrd="4" presId="urn:microsoft.com/office/officeart/2005/8/layout/hList1"/>
    <dgm:cxn modelId="{34BB64B6-F722-4D2E-B1A2-FE3838BDE2F8}" srcId="{3BA7FBA5-8D42-4553-8235-414283E148C4}" destId="{59CB07A2-C491-4970-8814-420FD2DDF18F}" srcOrd="6" destOrd="0" parTransId="{9BC70EA1-07AC-4E63-9EB3-F4363D119903}" sibTransId="{1A8149D6-4B63-46DA-8C4D-D0E45E484705}"/>
    <dgm:cxn modelId="{A216436C-856E-43FF-8061-B50F01BFF136}" type="presOf" srcId="{AC42A4B5-8DDA-4520-8CFC-301CE9A03AF4}" destId="{34CD2E81-A177-4E93-AF1D-3F15DBFC68E0}" srcOrd="0" destOrd="0" presId="urn:microsoft.com/office/officeart/2005/8/layout/hList1"/>
    <dgm:cxn modelId="{50DD5A7D-7A3F-412A-8998-D9DC3E713C99}" type="presOf" srcId="{614FD133-B2EB-49C2-9778-6E237D267B4B}" destId="{34CD2E81-A177-4E93-AF1D-3F15DBFC68E0}" srcOrd="0" destOrd="3" presId="urn:microsoft.com/office/officeart/2005/8/layout/hList1"/>
    <dgm:cxn modelId="{C394E36A-DB45-4602-BE66-09B7E3728137}" type="presOf" srcId="{3BA7FBA5-8D42-4553-8235-414283E148C4}" destId="{31FB5BCC-6E32-444C-AF79-16C880E5B14C}" srcOrd="0" destOrd="0" presId="urn:microsoft.com/office/officeart/2005/8/layout/hList1"/>
    <dgm:cxn modelId="{BAC4C906-EEE0-46BE-BCB2-2C16C0EC596C}" type="presOf" srcId="{056B04B3-19AF-4E9D-A808-9F87A5D24F03}" destId="{34CD2E81-A177-4E93-AF1D-3F15DBFC68E0}" srcOrd="0" destOrd="1" presId="urn:microsoft.com/office/officeart/2005/8/layout/hList1"/>
    <dgm:cxn modelId="{73A0A26F-EB7E-4081-9FD2-21A746370DCA}" srcId="{3BA7FBA5-8D42-4553-8235-414283E148C4}" destId="{FDD40C12-AE54-4D43-998D-E520C7E624FC}" srcOrd="2" destOrd="0" parTransId="{D3F07DB3-912B-441B-A6FF-6D450D261287}" sibTransId="{E9E15E10-E23C-44DD-B483-1DBE59D33C89}"/>
    <dgm:cxn modelId="{76D03B80-B642-4AB5-851A-2B30CA6BF0D7}" srcId="{3BA7FBA5-8D42-4553-8235-414283E148C4}" destId="{1C6055A1-2A39-4222-AE96-CD7E25061A6C}" srcOrd="4" destOrd="0" parTransId="{A8CDE5B4-DD75-414C-9028-F2D3002C4D75}" sibTransId="{346CB214-93E0-4D06-AF07-2ADF41735150}"/>
    <dgm:cxn modelId="{CF24F45E-F629-4597-B0A7-645839782FB7}" srcId="{3BA7FBA5-8D42-4553-8235-414283E148C4}" destId="{AC42A4B5-8DDA-4520-8CFC-301CE9A03AF4}" srcOrd="0" destOrd="0" parTransId="{9D73DBC7-C154-4B63-A4CE-C689DABF4054}" sibTransId="{5D5E567A-7BAF-494A-B4E0-60076EBF0345}"/>
    <dgm:cxn modelId="{70669886-C609-4AC9-8F83-D7513F3CBBEF}" srcId="{3BA7FBA5-8D42-4553-8235-414283E148C4}" destId="{95BB2EA5-70F0-40CB-A587-8B4F5D7B633B}" srcOrd="5" destOrd="0" parTransId="{0F68EA84-B9DF-4F08-853B-7F0E45D4EDCD}" sibTransId="{678B89F2-2593-4022-B668-67D5A3B17D92}"/>
    <dgm:cxn modelId="{C855422F-CA24-4327-AEBC-C8B19EFDD709}" type="presOf" srcId="{FDD40C12-AE54-4D43-998D-E520C7E624FC}" destId="{34CD2E81-A177-4E93-AF1D-3F15DBFC68E0}" srcOrd="0" destOrd="2" presId="urn:microsoft.com/office/officeart/2005/8/layout/hList1"/>
    <dgm:cxn modelId="{09797923-9622-49B9-ACD3-3DEBD91DA3B4}" srcId="{3BA7FBA5-8D42-4553-8235-414283E148C4}" destId="{056B04B3-19AF-4E9D-A808-9F87A5D24F03}" srcOrd="1" destOrd="0" parTransId="{655B14E2-A7C9-420B-8675-2A31375D11DA}" sibTransId="{ACAAE5C6-A00A-4D54-A693-3F4B797EF809}"/>
    <dgm:cxn modelId="{19F53B6B-EBA0-4FAD-A62D-57E3A58DC5C5}" type="presOf" srcId="{C1E32AC1-88A2-484D-99CE-1521BC2A0709}" destId="{261098CE-D589-455C-B84F-3E121E76EB02}" srcOrd="0" destOrd="0" presId="urn:microsoft.com/office/officeart/2005/8/layout/hList1"/>
    <dgm:cxn modelId="{23110402-A5CF-40E8-A079-A1C2EBD17041}" srcId="{C1E32AC1-88A2-484D-99CE-1521BC2A0709}" destId="{3BA7FBA5-8D42-4553-8235-414283E148C4}" srcOrd="0" destOrd="0" parTransId="{6ADFC723-850B-4B51-AF3F-01BD86DA333D}" sibTransId="{BC1C5A2C-42ED-4203-A3CD-1827661D7D29}"/>
    <dgm:cxn modelId="{27712980-8E7A-41A9-9B95-DB5579B7A61F}" type="presParOf" srcId="{261098CE-D589-455C-B84F-3E121E76EB02}" destId="{5F9935A2-59AC-4CF1-8DF1-6149AC4F7A0B}" srcOrd="0" destOrd="0" presId="urn:microsoft.com/office/officeart/2005/8/layout/hList1"/>
    <dgm:cxn modelId="{C5001822-9FC4-494C-B601-B9560C7DE820}" type="presParOf" srcId="{5F9935A2-59AC-4CF1-8DF1-6149AC4F7A0B}" destId="{31FB5BCC-6E32-444C-AF79-16C880E5B14C}" srcOrd="0" destOrd="0" presId="urn:microsoft.com/office/officeart/2005/8/layout/hList1"/>
    <dgm:cxn modelId="{4ECA08FD-11C5-46C8-8893-E59140E4D967}" type="presParOf" srcId="{5F9935A2-59AC-4CF1-8DF1-6149AC4F7A0B}" destId="{34CD2E81-A177-4E93-AF1D-3F15DBFC68E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71E46CE-312B-44CD-8C62-EC8FC277155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BEF94012-10C6-46B0-AE46-669F626789A2}">
      <dgm:prSet phldrT="[Text]"/>
      <dgm:spPr/>
      <dgm:t>
        <a:bodyPr/>
        <a:lstStyle/>
        <a:p>
          <a:r>
            <a:rPr lang="en-US" b="1" i="0" dirty="0">
              <a:latin typeface="+mj-lt"/>
            </a:rPr>
            <a:t>Electrocardiograph</a:t>
          </a:r>
          <a:endParaRPr lang="en-IN" dirty="0"/>
        </a:p>
      </dgm:t>
    </dgm:pt>
    <dgm:pt modelId="{0F962F36-1ED2-44FD-8837-70A2BC8BFCD9}" type="parTrans" cxnId="{2E901EEE-D5FA-4C55-9492-4503F31FC376}">
      <dgm:prSet/>
      <dgm:spPr/>
      <dgm:t>
        <a:bodyPr/>
        <a:lstStyle/>
        <a:p>
          <a:endParaRPr lang="en-IN"/>
        </a:p>
      </dgm:t>
    </dgm:pt>
    <dgm:pt modelId="{7DA1B3FB-38EE-4438-8D01-71EC29FA3914}" type="sibTrans" cxnId="{2E901EEE-D5FA-4C55-9492-4503F31FC376}">
      <dgm:prSet/>
      <dgm:spPr/>
      <dgm:t>
        <a:bodyPr/>
        <a:lstStyle/>
        <a:p>
          <a:endParaRPr lang="en-IN"/>
        </a:p>
      </dgm:t>
    </dgm:pt>
    <dgm:pt modelId="{15499DED-7972-445F-9A60-FD8E913EC009}">
      <dgm:prSet phldrT="[Text]"/>
      <dgm:spPr/>
      <dgm:t>
        <a:bodyPr/>
        <a:lstStyle/>
        <a:p>
          <a:pPr algn="just"/>
          <a:r>
            <a:rPr lang="en-US" dirty="0"/>
            <a:t>Electrodes are placed on your chest to record your heart's electrical signals, which cause your heart to beat. </a:t>
          </a:r>
          <a:endParaRPr lang="en-IN" dirty="0"/>
        </a:p>
      </dgm:t>
    </dgm:pt>
    <dgm:pt modelId="{ED50AA68-7EA6-4BDC-9226-558BBBE8C6AA}" type="parTrans" cxnId="{9826E8EA-D9B4-4AEB-8206-698BA38ED723}">
      <dgm:prSet/>
      <dgm:spPr/>
      <dgm:t>
        <a:bodyPr/>
        <a:lstStyle/>
        <a:p>
          <a:endParaRPr lang="en-IN"/>
        </a:p>
      </dgm:t>
    </dgm:pt>
    <dgm:pt modelId="{5AB9B12C-724D-481C-BAC7-ECA5A3D9782C}" type="sibTrans" cxnId="{9826E8EA-D9B4-4AEB-8206-698BA38ED723}">
      <dgm:prSet/>
      <dgm:spPr/>
      <dgm:t>
        <a:bodyPr/>
        <a:lstStyle/>
        <a:p>
          <a:endParaRPr lang="en-IN"/>
        </a:p>
      </dgm:t>
    </dgm:pt>
    <dgm:pt modelId="{D369EB6A-BF68-49B4-8387-CA793FFBD134}">
      <dgm:prSet/>
      <dgm:spPr/>
      <dgm:t>
        <a:bodyPr/>
        <a:lstStyle/>
        <a:p>
          <a:pPr algn="just"/>
          <a:r>
            <a:rPr lang="en-US"/>
            <a:t>The signals are shown as waves on an attached computer monitor or printer. </a:t>
          </a:r>
          <a:endParaRPr lang="en-US" dirty="0"/>
        </a:p>
      </dgm:t>
    </dgm:pt>
    <dgm:pt modelId="{5D68A107-C884-439D-B2E6-08C16ECBFEC6}" type="parTrans" cxnId="{78DF1A27-A247-44CE-A771-FB0358D73B17}">
      <dgm:prSet/>
      <dgm:spPr/>
      <dgm:t>
        <a:bodyPr/>
        <a:lstStyle/>
        <a:p>
          <a:endParaRPr lang="en-IN"/>
        </a:p>
      </dgm:t>
    </dgm:pt>
    <dgm:pt modelId="{58321EC1-2844-4506-840B-8137DE36F04D}" type="sibTrans" cxnId="{78DF1A27-A247-44CE-A771-FB0358D73B17}">
      <dgm:prSet/>
      <dgm:spPr/>
      <dgm:t>
        <a:bodyPr/>
        <a:lstStyle/>
        <a:p>
          <a:endParaRPr lang="en-IN"/>
        </a:p>
      </dgm:t>
    </dgm:pt>
    <dgm:pt modelId="{6397353D-9D68-471F-9D60-385C9BD1C755}">
      <dgm:prSet/>
      <dgm:spPr/>
      <dgm:t>
        <a:bodyPr/>
        <a:lstStyle/>
        <a:p>
          <a:pPr algn="just"/>
          <a:r>
            <a:rPr lang="en-US" dirty="0"/>
            <a:t>Electrocardiographs are recorded by machines that consist of a set of electrodes connected to a central unit.</a:t>
          </a:r>
        </a:p>
      </dgm:t>
    </dgm:pt>
    <dgm:pt modelId="{4A1A3C8C-4C26-4888-B8C2-424394DB810E}" type="parTrans" cxnId="{FBB9943F-2AC7-4A97-89ED-FF3709AE691D}">
      <dgm:prSet/>
      <dgm:spPr/>
      <dgm:t>
        <a:bodyPr/>
        <a:lstStyle/>
        <a:p>
          <a:endParaRPr lang="en-IN"/>
        </a:p>
      </dgm:t>
    </dgm:pt>
    <dgm:pt modelId="{2AF4E447-113F-4384-B38F-CD045670EF3F}" type="sibTrans" cxnId="{FBB9943F-2AC7-4A97-89ED-FF3709AE691D}">
      <dgm:prSet/>
      <dgm:spPr/>
      <dgm:t>
        <a:bodyPr/>
        <a:lstStyle/>
        <a:p>
          <a:endParaRPr lang="en-IN"/>
        </a:p>
      </dgm:t>
    </dgm:pt>
    <dgm:pt modelId="{78B70551-8324-4F2D-8590-37A24FE7712B}">
      <dgm:prSet/>
      <dgm:spPr/>
      <dgm:t>
        <a:bodyPr/>
        <a:lstStyle/>
        <a:p>
          <a:pPr algn="just"/>
          <a:r>
            <a:rPr lang="en-US" dirty="0"/>
            <a:t>This is the </a:t>
          </a:r>
          <a:r>
            <a:rPr lang="en-US" b="1" dirty="0"/>
            <a:t>graphic records of the variations in electrical potential caused by electrical activity of the heart muscle and detected at the body surface</a:t>
          </a:r>
          <a:r>
            <a:rPr lang="en-US" dirty="0"/>
            <a:t>, as a method for studying the action of the heart muscle.</a:t>
          </a:r>
        </a:p>
      </dgm:t>
    </dgm:pt>
    <dgm:pt modelId="{386A5C8D-EF0B-4D40-8950-F1A3C18B48B5}" type="parTrans" cxnId="{43A9A33C-6620-48BE-B121-A0F538BF2FA0}">
      <dgm:prSet/>
      <dgm:spPr/>
      <dgm:t>
        <a:bodyPr/>
        <a:lstStyle/>
        <a:p>
          <a:endParaRPr lang="en-IN"/>
        </a:p>
      </dgm:t>
    </dgm:pt>
    <dgm:pt modelId="{D970BAB7-D9A2-4D66-9F20-71C0B4C0F432}" type="sibTrans" cxnId="{43A9A33C-6620-48BE-B121-A0F538BF2FA0}">
      <dgm:prSet/>
      <dgm:spPr/>
      <dgm:t>
        <a:bodyPr/>
        <a:lstStyle/>
        <a:p>
          <a:endParaRPr lang="en-IN"/>
        </a:p>
      </dgm:t>
    </dgm:pt>
    <dgm:pt modelId="{B8FA672E-560A-46E3-AD66-A5DC36AF8EEB}">
      <dgm:prSet/>
      <dgm:spPr/>
      <dgm:t>
        <a:bodyPr/>
        <a:lstStyle/>
        <a:p>
          <a:pPr algn="just"/>
          <a:r>
            <a:rPr lang="en-US" dirty="0"/>
            <a:t>As the cardiac impulse passes through the heart, electrical currents spread into the tissues surrounding the heart, and a small proportion of these spreads all the way to the surface of the body. </a:t>
          </a:r>
        </a:p>
      </dgm:t>
    </dgm:pt>
    <dgm:pt modelId="{50FD7177-837A-4CA4-8456-60A3E2C36D40}" type="parTrans" cxnId="{BEE6C0F1-3155-4DC0-BF1C-1E68CAB1356A}">
      <dgm:prSet/>
      <dgm:spPr/>
      <dgm:t>
        <a:bodyPr/>
        <a:lstStyle/>
        <a:p>
          <a:endParaRPr lang="en-IN"/>
        </a:p>
      </dgm:t>
    </dgm:pt>
    <dgm:pt modelId="{379500BD-EF73-4796-ADDA-212BFC9FE04E}" type="sibTrans" cxnId="{BEE6C0F1-3155-4DC0-BF1C-1E68CAB1356A}">
      <dgm:prSet/>
      <dgm:spPr/>
      <dgm:t>
        <a:bodyPr/>
        <a:lstStyle/>
        <a:p>
          <a:endParaRPr lang="en-IN"/>
        </a:p>
      </dgm:t>
    </dgm:pt>
    <dgm:pt modelId="{D2D6F17C-2145-4307-8B62-24B8B9644D5D}">
      <dgm:prSet/>
      <dgm:spPr/>
      <dgm:t>
        <a:bodyPr/>
        <a:lstStyle/>
        <a:p>
          <a:pPr algn="just"/>
          <a:r>
            <a:rPr lang="en-US" b="1" dirty="0"/>
            <a:t>If electrodes are placed on the skin on opposite sites of the heart, electrical potentials generated by these currents can be recorded; the recording is known as an electrocardiogram and abbreviated as ECG</a:t>
          </a:r>
          <a:r>
            <a:rPr lang="en-US" dirty="0"/>
            <a:t>.</a:t>
          </a:r>
        </a:p>
      </dgm:t>
    </dgm:pt>
    <dgm:pt modelId="{BDBF3FEC-91A4-48D2-9D03-E9412C4D35B6}" type="parTrans" cxnId="{A978FE81-4728-44C6-BF56-CF13561A4C87}">
      <dgm:prSet/>
      <dgm:spPr/>
      <dgm:t>
        <a:bodyPr/>
        <a:lstStyle/>
        <a:p>
          <a:endParaRPr lang="en-IN"/>
        </a:p>
      </dgm:t>
    </dgm:pt>
    <dgm:pt modelId="{E3CC3AC1-52EC-46D9-ACE4-36C7332A2307}" type="sibTrans" cxnId="{A978FE81-4728-44C6-BF56-CF13561A4C87}">
      <dgm:prSet/>
      <dgm:spPr/>
      <dgm:t>
        <a:bodyPr/>
        <a:lstStyle/>
        <a:p>
          <a:endParaRPr lang="en-IN"/>
        </a:p>
      </dgm:t>
    </dgm:pt>
    <dgm:pt modelId="{58B7A330-9566-4FC2-9B1C-3521F89C76DE}" type="pres">
      <dgm:prSet presAssocID="{571E46CE-312B-44CD-8C62-EC8FC2771554}" presName="linear" presStyleCnt="0">
        <dgm:presLayoutVars>
          <dgm:animLvl val="lvl"/>
          <dgm:resizeHandles val="exact"/>
        </dgm:presLayoutVars>
      </dgm:prSet>
      <dgm:spPr/>
      <dgm:t>
        <a:bodyPr/>
        <a:lstStyle/>
        <a:p>
          <a:endParaRPr lang="en-IN"/>
        </a:p>
      </dgm:t>
    </dgm:pt>
    <dgm:pt modelId="{AC730848-058C-4063-B750-56D70A8CCEA8}" type="pres">
      <dgm:prSet presAssocID="{BEF94012-10C6-46B0-AE46-669F626789A2}" presName="parentText" presStyleLbl="node1" presStyleIdx="0" presStyleCnt="1">
        <dgm:presLayoutVars>
          <dgm:chMax val="0"/>
          <dgm:bulletEnabled val="1"/>
        </dgm:presLayoutVars>
      </dgm:prSet>
      <dgm:spPr/>
      <dgm:t>
        <a:bodyPr/>
        <a:lstStyle/>
        <a:p>
          <a:endParaRPr lang="en-IN"/>
        </a:p>
      </dgm:t>
    </dgm:pt>
    <dgm:pt modelId="{0BE1B877-DCA3-40BF-A0BA-A3333D9DA9FE}" type="pres">
      <dgm:prSet presAssocID="{BEF94012-10C6-46B0-AE46-669F626789A2}" presName="childText" presStyleLbl="revTx" presStyleIdx="0" presStyleCnt="1">
        <dgm:presLayoutVars>
          <dgm:bulletEnabled val="1"/>
        </dgm:presLayoutVars>
      </dgm:prSet>
      <dgm:spPr/>
      <dgm:t>
        <a:bodyPr/>
        <a:lstStyle/>
        <a:p>
          <a:endParaRPr lang="en-IN"/>
        </a:p>
      </dgm:t>
    </dgm:pt>
  </dgm:ptLst>
  <dgm:cxnLst>
    <dgm:cxn modelId="{5C8686EE-3CAF-4B30-AD95-BFABD0D237FA}" type="presOf" srcId="{15499DED-7972-445F-9A60-FD8E913EC009}" destId="{0BE1B877-DCA3-40BF-A0BA-A3333D9DA9FE}" srcOrd="0" destOrd="0" presId="urn:microsoft.com/office/officeart/2005/8/layout/vList2"/>
    <dgm:cxn modelId="{5DA36741-169C-491F-A5A6-34E1A4B06A4E}" type="presOf" srcId="{78B70551-8324-4F2D-8590-37A24FE7712B}" destId="{0BE1B877-DCA3-40BF-A0BA-A3333D9DA9FE}" srcOrd="0" destOrd="3" presId="urn:microsoft.com/office/officeart/2005/8/layout/vList2"/>
    <dgm:cxn modelId="{DDAAA8B2-753D-40F5-9850-F59F6BE03BEE}" type="presOf" srcId="{6397353D-9D68-471F-9D60-385C9BD1C755}" destId="{0BE1B877-DCA3-40BF-A0BA-A3333D9DA9FE}" srcOrd="0" destOrd="2" presId="urn:microsoft.com/office/officeart/2005/8/layout/vList2"/>
    <dgm:cxn modelId="{FBB9943F-2AC7-4A97-89ED-FF3709AE691D}" srcId="{BEF94012-10C6-46B0-AE46-669F626789A2}" destId="{6397353D-9D68-471F-9D60-385C9BD1C755}" srcOrd="2" destOrd="0" parTransId="{4A1A3C8C-4C26-4888-B8C2-424394DB810E}" sibTransId="{2AF4E447-113F-4384-B38F-CD045670EF3F}"/>
    <dgm:cxn modelId="{BEE6C0F1-3155-4DC0-BF1C-1E68CAB1356A}" srcId="{BEF94012-10C6-46B0-AE46-669F626789A2}" destId="{B8FA672E-560A-46E3-AD66-A5DC36AF8EEB}" srcOrd="4" destOrd="0" parTransId="{50FD7177-837A-4CA4-8456-60A3E2C36D40}" sibTransId="{379500BD-EF73-4796-ADDA-212BFC9FE04E}"/>
    <dgm:cxn modelId="{BEDE75B6-4A5A-4091-A9A8-B349D74412D9}" type="presOf" srcId="{D2D6F17C-2145-4307-8B62-24B8B9644D5D}" destId="{0BE1B877-DCA3-40BF-A0BA-A3333D9DA9FE}" srcOrd="0" destOrd="5" presId="urn:microsoft.com/office/officeart/2005/8/layout/vList2"/>
    <dgm:cxn modelId="{A978FE81-4728-44C6-BF56-CF13561A4C87}" srcId="{BEF94012-10C6-46B0-AE46-669F626789A2}" destId="{D2D6F17C-2145-4307-8B62-24B8B9644D5D}" srcOrd="5" destOrd="0" parTransId="{BDBF3FEC-91A4-48D2-9D03-E9412C4D35B6}" sibTransId="{E3CC3AC1-52EC-46D9-ACE4-36C7332A2307}"/>
    <dgm:cxn modelId="{9826E8EA-D9B4-4AEB-8206-698BA38ED723}" srcId="{BEF94012-10C6-46B0-AE46-669F626789A2}" destId="{15499DED-7972-445F-9A60-FD8E913EC009}" srcOrd="0" destOrd="0" parTransId="{ED50AA68-7EA6-4BDC-9226-558BBBE8C6AA}" sibTransId="{5AB9B12C-724D-481C-BAC7-ECA5A3D9782C}"/>
    <dgm:cxn modelId="{C499A36E-FE9E-4B6E-997D-671FBC2F2A59}" type="presOf" srcId="{571E46CE-312B-44CD-8C62-EC8FC2771554}" destId="{58B7A330-9566-4FC2-9B1C-3521F89C76DE}" srcOrd="0" destOrd="0" presId="urn:microsoft.com/office/officeart/2005/8/layout/vList2"/>
    <dgm:cxn modelId="{A3FC0CED-E73A-4141-9D18-79F0E437ED9E}" type="presOf" srcId="{B8FA672E-560A-46E3-AD66-A5DC36AF8EEB}" destId="{0BE1B877-DCA3-40BF-A0BA-A3333D9DA9FE}" srcOrd="0" destOrd="4" presId="urn:microsoft.com/office/officeart/2005/8/layout/vList2"/>
    <dgm:cxn modelId="{991D3F22-2A23-42EB-A26F-1AFA86DD01FD}" type="presOf" srcId="{BEF94012-10C6-46B0-AE46-669F626789A2}" destId="{AC730848-058C-4063-B750-56D70A8CCEA8}" srcOrd="0" destOrd="0" presId="urn:microsoft.com/office/officeart/2005/8/layout/vList2"/>
    <dgm:cxn modelId="{C6665EA1-AC92-45D4-B0EB-EB3EA6ED1CFD}" type="presOf" srcId="{D369EB6A-BF68-49B4-8387-CA793FFBD134}" destId="{0BE1B877-DCA3-40BF-A0BA-A3333D9DA9FE}" srcOrd="0" destOrd="1" presId="urn:microsoft.com/office/officeart/2005/8/layout/vList2"/>
    <dgm:cxn modelId="{78DF1A27-A247-44CE-A771-FB0358D73B17}" srcId="{BEF94012-10C6-46B0-AE46-669F626789A2}" destId="{D369EB6A-BF68-49B4-8387-CA793FFBD134}" srcOrd="1" destOrd="0" parTransId="{5D68A107-C884-439D-B2E6-08C16ECBFEC6}" sibTransId="{58321EC1-2844-4506-840B-8137DE36F04D}"/>
    <dgm:cxn modelId="{43A9A33C-6620-48BE-B121-A0F538BF2FA0}" srcId="{BEF94012-10C6-46B0-AE46-669F626789A2}" destId="{78B70551-8324-4F2D-8590-37A24FE7712B}" srcOrd="3" destOrd="0" parTransId="{386A5C8D-EF0B-4D40-8950-F1A3C18B48B5}" sibTransId="{D970BAB7-D9A2-4D66-9F20-71C0B4C0F432}"/>
    <dgm:cxn modelId="{2E901EEE-D5FA-4C55-9492-4503F31FC376}" srcId="{571E46CE-312B-44CD-8C62-EC8FC2771554}" destId="{BEF94012-10C6-46B0-AE46-669F626789A2}" srcOrd="0" destOrd="0" parTransId="{0F962F36-1ED2-44FD-8837-70A2BC8BFCD9}" sibTransId="{7DA1B3FB-38EE-4438-8D01-71EC29FA3914}"/>
    <dgm:cxn modelId="{D3B0FBA2-485C-436C-AA3A-6BFAD0A493D9}" type="presParOf" srcId="{58B7A330-9566-4FC2-9B1C-3521F89C76DE}" destId="{AC730848-058C-4063-B750-56D70A8CCEA8}" srcOrd="0" destOrd="0" presId="urn:microsoft.com/office/officeart/2005/8/layout/vList2"/>
    <dgm:cxn modelId="{7A6C25D2-D47A-43D6-8BB2-09D4C84A1104}" type="presParOf" srcId="{58B7A330-9566-4FC2-9B1C-3521F89C76DE}" destId="{0BE1B877-DCA3-40BF-A0BA-A3333D9DA9F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CD8723-C032-452C-A69C-3110E02B457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E14F86CC-BA73-488E-ABE2-67B1A04320B5}">
      <dgm:prSet phldrT="[Text]"/>
      <dgm:spPr/>
      <dgm:t>
        <a:bodyPr/>
        <a:lstStyle/>
        <a:p>
          <a:pPr algn="just"/>
          <a:r>
            <a:rPr lang="en-US" dirty="0"/>
            <a:t>The heart is divided into four chambers consisting of two atria and two ventricles; the atria receive blood, while the ventricles pump blood.</a:t>
          </a:r>
          <a:endParaRPr lang="en-IN" dirty="0"/>
        </a:p>
      </dgm:t>
    </dgm:pt>
    <dgm:pt modelId="{AE16593A-98A1-4339-94F1-569881EED33F}" type="parTrans" cxnId="{72F65BA6-EB78-40A6-98CA-E1FEF0F415D9}">
      <dgm:prSet/>
      <dgm:spPr/>
      <dgm:t>
        <a:bodyPr/>
        <a:lstStyle/>
        <a:p>
          <a:endParaRPr lang="en-IN"/>
        </a:p>
      </dgm:t>
    </dgm:pt>
    <dgm:pt modelId="{52995E23-19C9-494C-B97C-0FA4C29992AF}" type="sibTrans" cxnId="{72F65BA6-EB78-40A6-98CA-E1FEF0F415D9}">
      <dgm:prSet/>
      <dgm:spPr/>
      <dgm:t>
        <a:bodyPr/>
        <a:lstStyle/>
        <a:p>
          <a:endParaRPr lang="en-IN"/>
        </a:p>
      </dgm:t>
    </dgm:pt>
    <dgm:pt modelId="{0611E2D5-374F-4A36-A55D-F3B701816A90}">
      <dgm:prSet phldrT="[Text]" custT="1"/>
      <dgm:spPr/>
      <dgm:t>
        <a:bodyPr/>
        <a:lstStyle/>
        <a:p>
          <a:r>
            <a:rPr lang="en-US" sz="1800" dirty="0"/>
            <a:t>The right atrium receives blood from the veins and pumps it to the right ventricle.</a:t>
          </a:r>
          <a:endParaRPr lang="en-IN" sz="1800" dirty="0"/>
        </a:p>
      </dgm:t>
    </dgm:pt>
    <dgm:pt modelId="{CD47AF54-187A-4B87-A9B7-AD889DFA3F07}" type="parTrans" cxnId="{2A6638C3-6399-44FE-9EB4-69B8861095E1}">
      <dgm:prSet/>
      <dgm:spPr/>
      <dgm:t>
        <a:bodyPr/>
        <a:lstStyle/>
        <a:p>
          <a:endParaRPr lang="en-IN"/>
        </a:p>
      </dgm:t>
    </dgm:pt>
    <dgm:pt modelId="{7A34860C-80BA-4011-84A7-A386FEB263A7}" type="sibTrans" cxnId="{2A6638C3-6399-44FE-9EB4-69B8861095E1}">
      <dgm:prSet/>
      <dgm:spPr/>
      <dgm:t>
        <a:bodyPr/>
        <a:lstStyle/>
        <a:p>
          <a:endParaRPr lang="en-IN"/>
        </a:p>
      </dgm:t>
    </dgm:pt>
    <dgm:pt modelId="{79D5865E-FDBA-417E-8119-C3DED6A3408B}">
      <dgm:prSet phldrT="[Text]"/>
      <dgm:spPr/>
      <dgm:t>
        <a:bodyPr/>
        <a:lstStyle/>
        <a:p>
          <a:r>
            <a:rPr lang="en-US" b="1" dirty="0"/>
            <a:t>Aorta</a:t>
          </a:r>
          <a:r>
            <a:rPr lang="en-US" dirty="0"/>
            <a:t>: the largest artery in the human body which carries the blood from the heart to all parts of the body except the lungs</a:t>
          </a:r>
          <a:endParaRPr lang="en-IN" dirty="0"/>
        </a:p>
      </dgm:t>
    </dgm:pt>
    <dgm:pt modelId="{C362FBAF-3FB8-49CF-8380-D1276F08156D}" type="parTrans" cxnId="{5B3F1FC6-05F9-4A8B-97B7-448587BB1F95}">
      <dgm:prSet/>
      <dgm:spPr/>
      <dgm:t>
        <a:bodyPr/>
        <a:lstStyle/>
        <a:p>
          <a:endParaRPr lang="en-IN"/>
        </a:p>
      </dgm:t>
    </dgm:pt>
    <dgm:pt modelId="{CE002BB9-62C0-46EB-9E8A-E7D4C3391BD3}" type="sibTrans" cxnId="{5B3F1FC6-05F9-4A8B-97B7-448587BB1F95}">
      <dgm:prSet/>
      <dgm:spPr/>
      <dgm:t>
        <a:bodyPr/>
        <a:lstStyle/>
        <a:p>
          <a:endParaRPr lang="en-IN"/>
        </a:p>
      </dgm:t>
    </dgm:pt>
    <dgm:pt modelId="{7A47D3AA-BA29-43B8-A4AA-BE3F4F72E28B}">
      <dgm:prSet custT="1"/>
      <dgm:spPr/>
      <dgm:t>
        <a:bodyPr/>
        <a:lstStyle/>
        <a:p>
          <a:r>
            <a:rPr lang="en-US" sz="1800" dirty="0"/>
            <a:t>The right ventricle receives blood from the right atrium and pumps it to the lungs, where it is loaded with oxygen.</a:t>
          </a:r>
        </a:p>
      </dgm:t>
    </dgm:pt>
    <dgm:pt modelId="{F3978EAE-1A1D-4D5D-9E23-454188501D27}" type="parTrans" cxnId="{18F1C945-14C8-417E-B395-E8D3CBAD78D9}">
      <dgm:prSet/>
      <dgm:spPr/>
      <dgm:t>
        <a:bodyPr/>
        <a:lstStyle/>
        <a:p>
          <a:endParaRPr lang="en-IN"/>
        </a:p>
      </dgm:t>
    </dgm:pt>
    <dgm:pt modelId="{4D6DE74D-FEBC-4F01-8BA1-D3186B8B84F1}" type="sibTrans" cxnId="{18F1C945-14C8-417E-B395-E8D3CBAD78D9}">
      <dgm:prSet/>
      <dgm:spPr/>
      <dgm:t>
        <a:bodyPr/>
        <a:lstStyle/>
        <a:p>
          <a:endParaRPr lang="en-IN"/>
        </a:p>
      </dgm:t>
    </dgm:pt>
    <dgm:pt modelId="{B4339A24-C07C-45A3-90D4-5097E343BE1C}">
      <dgm:prSet custT="1"/>
      <dgm:spPr/>
      <dgm:t>
        <a:bodyPr/>
        <a:lstStyle/>
        <a:p>
          <a:r>
            <a:rPr lang="en-US" sz="1800" dirty="0"/>
            <a:t>The left atrium receives oxygenated blood from the lungs and pumps it to the left ventricle. </a:t>
          </a:r>
        </a:p>
      </dgm:t>
    </dgm:pt>
    <dgm:pt modelId="{AFF3C0E9-5AD4-4737-8407-6D65BFCECEAA}" type="parTrans" cxnId="{F8F80BF8-CD28-4868-B3BF-56ABA144E504}">
      <dgm:prSet/>
      <dgm:spPr/>
      <dgm:t>
        <a:bodyPr/>
        <a:lstStyle/>
        <a:p>
          <a:endParaRPr lang="en-IN"/>
        </a:p>
      </dgm:t>
    </dgm:pt>
    <dgm:pt modelId="{59FFE946-96BF-4680-875A-7185DAFAAEF7}" type="sibTrans" cxnId="{F8F80BF8-CD28-4868-B3BF-56ABA144E504}">
      <dgm:prSet/>
      <dgm:spPr/>
      <dgm:t>
        <a:bodyPr/>
        <a:lstStyle/>
        <a:p>
          <a:endParaRPr lang="en-IN"/>
        </a:p>
      </dgm:t>
    </dgm:pt>
    <dgm:pt modelId="{6376B141-0DC3-471F-A65D-7E9C38961FF8}">
      <dgm:prSet custT="1"/>
      <dgm:spPr/>
      <dgm:t>
        <a:bodyPr/>
        <a:lstStyle/>
        <a:p>
          <a:r>
            <a:rPr lang="en-US" sz="1800" dirty="0"/>
            <a:t>The left ventricle’s vigorous contractions create our blood pressure.</a:t>
          </a:r>
        </a:p>
      </dgm:t>
    </dgm:pt>
    <dgm:pt modelId="{95B0534C-6438-45AD-8E35-9A74224118E6}" type="parTrans" cxnId="{0A0FB9CC-254F-465B-BBF3-BE7148D1D631}">
      <dgm:prSet/>
      <dgm:spPr/>
      <dgm:t>
        <a:bodyPr/>
        <a:lstStyle/>
        <a:p>
          <a:endParaRPr lang="en-IN"/>
        </a:p>
      </dgm:t>
    </dgm:pt>
    <dgm:pt modelId="{B64EB290-CD49-463A-8C35-94CB42FC9987}" type="sibTrans" cxnId="{0A0FB9CC-254F-465B-BBF3-BE7148D1D631}">
      <dgm:prSet/>
      <dgm:spPr/>
      <dgm:t>
        <a:bodyPr/>
        <a:lstStyle/>
        <a:p>
          <a:endParaRPr lang="en-IN"/>
        </a:p>
      </dgm:t>
    </dgm:pt>
    <dgm:pt modelId="{319A0259-181E-4324-825B-0E2D4ECBEB77}">
      <dgm:prSet custT="1"/>
      <dgm:spPr/>
      <dgm:t>
        <a:bodyPr/>
        <a:lstStyle/>
        <a:p>
          <a:r>
            <a:rPr lang="en-US" sz="1800" dirty="0"/>
            <a:t>The left ventricle  pumps oxygen-rich blood to the rest of the body.</a:t>
          </a:r>
        </a:p>
      </dgm:t>
    </dgm:pt>
    <dgm:pt modelId="{BE07C81E-2CA2-470A-9180-9DDF426BB99C}" type="parTrans" cxnId="{F5445FA1-C047-4F57-BB92-7C1CB3144582}">
      <dgm:prSet/>
      <dgm:spPr/>
      <dgm:t>
        <a:bodyPr/>
        <a:lstStyle/>
        <a:p>
          <a:endParaRPr lang="en-IN"/>
        </a:p>
      </dgm:t>
    </dgm:pt>
    <dgm:pt modelId="{696683D7-82CF-4820-9DB1-B85039549EBF}" type="sibTrans" cxnId="{F5445FA1-C047-4F57-BB92-7C1CB3144582}">
      <dgm:prSet/>
      <dgm:spPr/>
      <dgm:t>
        <a:bodyPr/>
        <a:lstStyle/>
        <a:p>
          <a:endParaRPr lang="en-IN"/>
        </a:p>
      </dgm:t>
    </dgm:pt>
    <dgm:pt modelId="{22C931D1-05B4-4300-A94A-FC75644AA6C6}">
      <dgm:prSet phldrT="[Text]"/>
      <dgm:spPr/>
      <dgm:t>
        <a:bodyPr/>
        <a:lstStyle/>
        <a:p>
          <a:r>
            <a:rPr lang="en-US" b="1" dirty="0"/>
            <a:t>Inferior vena cava</a:t>
          </a:r>
          <a:r>
            <a:rPr lang="en-US" dirty="0"/>
            <a:t>: large vein that carries deoxygenated blood from the lower half of the body to the right atrium of the heart</a:t>
          </a:r>
          <a:endParaRPr lang="en-IN" dirty="0"/>
        </a:p>
      </dgm:t>
    </dgm:pt>
    <dgm:pt modelId="{024367D4-2582-4CCF-ACA9-22AEA220A064}" type="parTrans" cxnId="{28F198BE-CB51-4723-9EA4-09E5748783EF}">
      <dgm:prSet/>
      <dgm:spPr/>
      <dgm:t>
        <a:bodyPr/>
        <a:lstStyle/>
        <a:p>
          <a:endParaRPr lang="en-IN"/>
        </a:p>
      </dgm:t>
    </dgm:pt>
    <dgm:pt modelId="{99F5E3DD-E55C-43A1-8B85-F54F5E0BA68A}" type="sibTrans" cxnId="{28F198BE-CB51-4723-9EA4-09E5748783EF}">
      <dgm:prSet/>
      <dgm:spPr/>
      <dgm:t>
        <a:bodyPr/>
        <a:lstStyle/>
        <a:p>
          <a:endParaRPr lang="en-IN"/>
        </a:p>
      </dgm:t>
    </dgm:pt>
    <dgm:pt modelId="{2E074431-7C1B-4164-83DC-0771F46BF9F1}">
      <dgm:prSet phldrT="[Text]"/>
      <dgm:spPr/>
      <dgm:t>
        <a:bodyPr/>
        <a:lstStyle/>
        <a:p>
          <a:r>
            <a:rPr lang="en-US" b="1" dirty="0"/>
            <a:t>Superior vena cava</a:t>
          </a:r>
          <a:r>
            <a:rPr lang="en-US" dirty="0"/>
            <a:t>: large vein that carries deoxygenated blood from the upper half of the body to the right atrium of the heart</a:t>
          </a:r>
          <a:endParaRPr lang="en-IN" dirty="0"/>
        </a:p>
      </dgm:t>
    </dgm:pt>
    <dgm:pt modelId="{A574551E-3D8E-45D5-A8AF-BB7F5D648726}" type="parTrans" cxnId="{B4954629-447F-471D-8B6A-16608442E4BE}">
      <dgm:prSet/>
      <dgm:spPr/>
      <dgm:t>
        <a:bodyPr/>
        <a:lstStyle/>
        <a:p>
          <a:endParaRPr lang="en-IN"/>
        </a:p>
      </dgm:t>
    </dgm:pt>
    <dgm:pt modelId="{67D61798-B016-4D40-B313-60C992C19025}" type="sibTrans" cxnId="{B4954629-447F-471D-8B6A-16608442E4BE}">
      <dgm:prSet/>
      <dgm:spPr/>
      <dgm:t>
        <a:bodyPr/>
        <a:lstStyle/>
        <a:p>
          <a:endParaRPr lang="en-IN"/>
        </a:p>
      </dgm:t>
    </dgm:pt>
    <dgm:pt modelId="{4825FE9E-A557-4C24-A839-3AF623716993}">
      <dgm:prSet custT="1"/>
      <dgm:spPr/>
      <dgm:t>
        <a:bodyPr/>
        <a:lstStyle/>
        <a:p>
          <a:r>
            <a:rPr lang="en-IN" sz="1600" b="1" i="0" u="none" dirty="0"/>
            <a:t>Lung congestion is </a:t>
          </a:r>
          <a:r>
            <a:rPr lang="en-US" sz="1600" b="1" i="0" u="none" dirty="0"/>
            <a:t>is the main symptom of heart failure</a:t>
          </a:r>
          <a:endParaRPr lang="en-US" sz="1600" b="1" dirty="0"/>
        </a:p>
      </dgm:t>
    </dgm:pt>
    <dgm:pt modelId="{61C39F95-4317-41F9-ABEF-2814B4F19B0A}" type="parTrans" cxnId="{9C633238-27ED-4C8C-9D5A-D5A1126934B0}">
      <dgm:prSet/>
      <dgm:spPr/>
      <dgm:t>
        <a:bodyPr/>
        <a:lstStyle/>
        <a:p>
          <a:endParaRPr lang="en-IN"/>
        </a:p>
      </dgm:t>
    </dgm:pt>
    <dgm:pt modelId="{DE6B120B-923C-47C5-A02E-5B64306E1875}" type="sibTrans" cxnId="{9C633238-27ED-4C8C-9D5A-D5A1126934B0}">
      <dgm:prSet/>
      <dgm:spPr/>
      <dgm:t>
        <a:bodyPr/>
        <a:lstStyle/>
        <a:p>
          <a:endParaRPr lang="en-IN"/>
        </a:p>
      </dgm:t>
    </dgm:pt>
    <dgm:pt modelId="{4AC137F3-5B64-476E-93BE-44FB9A992FAB}" type="pres">
      <dgm:prSet presAssocID="{DDCD8723-C032-452C-A69C-3110E02B4576}" presName="linear" presStyleCnt="0">
        <dgm:presLayoutVars>
          <dgm:animLvl val="lvl"/>
          <dgm:resizeHandles val="exact"/>
        </dgm:presLayoutVars>
      </dgm:prSet>
      <dgm:spPr/>
      <dgm:t>
        <a:bodyPr/>
        <a:lstStyle/>
        <a:p>
          <a:endParaRPr lang="en-IN"/>
        </a:p>
      </dgm:t>
    </dgm:pt>
    <dgm:pt modelId="{38FEB4C8-95D0-4679-BAAD-0822DF26D6CD}" type="pres">
      <dgm:prSet presAssocID="{E14F86CC-BA73-488E-ABE2-67B1A04320B5}" presName="parentText" presStyleLbl="node1" presStyleIdx="0" presStyleCnt="4">
        <dgm:presLayoutVars>
          <dgm:chMax val="0"/>
          <dgm:bulletEnabled val="1"/>
        </dgm:presLayoutVars>
      </dgm:prSet>
      <dgm:spPr/>
      <dgm:t>
        <a:bodyPr/>
        <a:lstStyle/>
        <a:p>
          <a:endParaRPr lang="en-IN"/>
        </a:p>
      </dgm:t>
    </dgm:pt>
    <dgm:pt modelId="{1008D9EE-65C6-4D46-9EE3-8307DC6EE119}" type="pres">
      <dgm:prSet presAssocID="{E14F86CC-BA73-488E-ABE2-67B1A04320B5}" presName="childText" presStyleLbl="revTx" presStyleIdx="0" presStyleCnt="1">
        <dgm:presLayoutVars>
          <dgm:bulletEnabled val="1"/>
        </dgm:presLayoutVars>
      </dgm:prSet>
      <dgm:spPr/>
      <dgm:t>
        <a:bodyPr/>
        <a:lstStyle/>
        <a:p>
          <a:endParaRPr lang="en-IN"/>
        </a:p>
      </dgm:t>
    </dgm:pt>
    <dgm:pt modelId="{89F399CA-E82E-498A-8D83-126A1ABF609B}" type="pres">
      <dgm:prSet presAssocID="{79D5865E-FDBA-417E-8119-C3DED6A3408B}" presName="parentText" presStyleLbl="node1" presStyleIdx="1" presStyleCnt="4">
        <dgm:presLayoutVars>
          <dgm:chMax val="0"/>
          <dgm:bulletEnabled val="1"/>
        </dgm:presLayoutVars>
      </dgm:prSet>
      <dgm:spPr/>
      <dgm:t>
        <a:bodyPr/>
        <a:lstStyle/>
        <a:p>
          <a:endParaRPr lang="en-IN"/>
        </a:p>
      </dgm:t>
    </dgm:pt>
    <dgm:pt modelId="{94689684-0994-4397-943C-CD71B117B0F5}" type="pres">
      <dgm:prSet presAssocID="{CE002BB9-62C0-46EB-9E8A-E7D4C3391BD3}" presName="spacer" presStyleCnt="0"/>
      <dgm:spPr/>
    </dgm:pt>
    <dgm:pt modelId="{D216A47B-B074-4E30-A3EA-D5C68E22A7F7}" type="pres">
      <dgm:prSet presAssocID="{22C931D1-05B4-4300-A94A-FC75644AA6C6}" presName="parentText" presStyleLbl="node1" presStyleIdx="2" presStyleCnt="4">
        <dgm:presLayoutVars>
          <dgm:chMax val="0"/>
          <dgm:bulletEnabled val="1"/>
        </dgm:presLayoutVars>
      </dgm:prSet>
      <dgm:spPr/>
      <dgm:t>
        <a:bodyPr/>
        <a:lstStyle/>
        <a:p>
          <a:endParaRPr lang="en-IN"/>
        </a:p>
      </dgm:t>
    </dgm:pt>
    <dgm:pt modelId="{7DACEE81-0DD4-4102-A0C8-1B42D3F7DA8E}" type="pres">
      <dgm:prSet presAssocID="{99F5E3DD-E55C-43A1-8B85-F54F5E0BA68A}" presName="spacer" presStyleCnt="0"/>
      <dgm:spPr/>
    </dgm:pt>
    <dgm:pt modelId="{569E7750-8CD3-435F-A435-60C7286A33D1}" type="pres">
      <dgm:prSet presAssocID="{2E074431-7C1B-4164-83DC-0771F46BF9F1}" presName="parentText" presStyleLbl="node1" presStyleIdx="3" presStyleCnt="4">
        <dgm:presLayoutVars>
          <dgm:chMax val="0"/>
          <dgm:bulletEnabled val="1"/>
        </dgm:presLayoutVars>
      </dgm:prSet>
      <dgm:spPr/>
      <dgm:t>
        <a:bodyPr/>
        <a:lstStyle/>
        <a:p>
          <a:endParaRPr lang="en-IN"/>
        </a:p>
      </dgm:t>
    </dgm:pt>
  </dgm:ptLst>
  <dgm:cxnLst>
    <dgm:cxn modelId="{1F5600A2-931D-4757-9414-4C16378BD266}" type="presOf" srcId="{79D5865E-FDBA-417E-8119-C3DED6A3408B}" destId="{89F399CA-E82E-498A-8D83-126A1ABF609B}" srcOrd="0" destOrd="0" presId="urn:microsoft.com/office/officeart/2005/8/layout/vList2"/>
    <dgm:cxn modelId="{F5445FA1-C047-4F57-BB92-7C1CB3144582}" srcId="{E14F86CC-BA73-488E-ABE2-67B1A04320B5}" destId="{319A0259-181E-4324-825B-0E2D4ECBEB77}" srcOrd="3" destOrd="0" parTransId="{BE07C81E-2CA2-470A-9180-9DDF426BB99C}" sibTransId="{696683D7-82CF-4820-9DB1-B85039549EBF}"/>
    <dgm:cxn modelId="{B4954629-447F-471D-8B6A-16608442E4BE}" srcId="{DDCD8723-C032-452C-A69C-3110E02B4576}" destId="{2E074431-7C1B-4164-83DC-0771F46BF9F1}" srcOrd="3" destOrd="0" parTransId="{A574551E-3D8E-45D5-A8AF-BB7F5D648726}" sibTransId="{67D61798-B016-4D40-B313-60C992C19025}"/>
    <dgm:cxn modelId="{5B3F1FC6-05F9-4A8B-97B7-448587BB1F95}" srcId="{DDCD8723-C032-452C-A69C-3110E02B4576}" destId="{79D5865E-FDBA-417E-8119-C3DED6A3408B}" srcOrd="1" destOrd="0" parTransId="{C362FBAF-3FB8-49CF-8380-D1276F08156D}" sibTransId="{CE002BB9-62C0-46EB-9E8A-E7D4C3391BD3}"/>
    <dgm:cxn modelId="{13685554-6714-425B-A46E-2E95675FBD94}" type="presOf" srcId="{B4339A24-C07C-45A3-90D4-5097E343BE1C}" destId="{1008D9EE-65C6-4D46-9EE3-8307DC6EE119}" srcOrd="0" destOrd="2" presId="urn:microsoft.com/office/officeart/2005/8/layout/vList2"/>
    <dgm:cxn modelId="{9C633238-27ED-4C8C-9D5A-D5A1126934B0}" srcId="{B4339A24-C07C-45A3-90D4-5097E343BE1C}" destId="{4825FE9E-A557-4C24-A839-3AF623716993}" srcOrd="0" destOrd="0" parTransId="{61C39F95-4317-41F9-ABEF-2814B4F19B0A}" sibTransId="{DE6B120B-923C-47C5-A02E-5B64306E1875}"/>
    <dgm:cxn modelId="{F8F80BF8-CD28-4868-B3BF-56ABA144E504}" srcId="{E14F86CC-BA73-488E-ABE2-67B1A04320B5}" destId="{B4339A24-C07C-45A3-90D4-5097E343BE1C}" srcOrd="2" destOrd="0" parTransId="{AFF3C0E9-5AD4-4737-8407-6D65BFCECEAA}" sibTransId="{59FFE946-96BF-4680-875A-7185DAFAAEF7}"/>
    <dgm:cxn modelId="{18F1C945-14C8-417E-B395-E8D3CBAD78D9}" srcId="{E14F86CC-BA73-488E-ABE2-67B1A04320B5}" destId="{7A47D3AA-BA29-43B8-A4AA-BE3F4F72E28B}" srcOrd="1" destOrd="0" parTransId="{F3978EAE-1A1D-4D5D-9E23-454188501D27}" sibTransId="{4D6DE74D-FEBC-4F01-8BA1-D3186B8B84F1}"/>
    <dgm:cxn modelId="{3E194D82-6157-4B7B-B51C-DC18A539DD6F}" type="presOf" srcId="{4825FE9E-A557-4C24-A839-3AF623716993}" destId="{1008D9EE-65C6-4D46-9EE3-8307DC6EE119}" srcOrd="0" destOrd="3" presId="urn:microsoft.com/office/officeart/2005/8/layout/vList2"/>
    <dgm:cxn modelId="{72F65BA6-EB78-40A6-98CA-E1FEF0F415D9}" srcId="{DDCD8723-C032-452C-A69C-3110E02B4576}" destId="{E14F86CC-BA73-488E-ABE2-67B1A04320B5}" srcOrd="0" destOrd="0" parTransId="{AE16593A-98A1-4339-94F1-569881EED33F}" sibTransId="{52995E23-19C9-494C-B97C-0FA4C29992AF}"/>
    <dgm:cxn modelId="{28F198BE-CB51-4723-9EA4-09E5748783EF}" srcId="{DDCD8723-C032-452C-A69C-3110E02B4576}" destId="{22C931D1-05B4-4300-A94A-FC75644AA6C6}" srcOrd="2" destOrd="0" parTransId="{024367D4-2582-4CCF-ACA9-22AEA220A064}" sibTransId="{99F5E3DD-E55C-43A1-8B85-F54F5E0BA68A}"/>
    <dgm:cxn modelId="{4BED36FF-4BE6-4C47-9874-D088B66FB1AE}" type="presOf" srcId="{DDCD8723-C032-452C-A69C-3110E02B4576}" destId="{4AC137F3-5B64-476E-93BE-44FB9A992FAB}" srcOrd="0" destOrd="0" presId="urn:microsoft.com/office/officeart/2005/8/layout/vList2"/>
    <dgm:cxn modelId="{FE4D02CB-E84B-449B-9798-F3DB7C0D36BE}" type="presOf" srcId="{E14F86CC-BA73-488E-ABE2-67B1A04320B5}" destId="{38FEB4C8-95D0-4679-BAAD-0822DF26D6CD}" srcOrd="0" destOrd="0" presId="urn:microsoft.com/office/officeart/2005/8/layout/vList2"/>
    <dgm:cxn modelId="{2A6638C3-6399-44FE-9EB4-69B8861095E1}" srcId="{E14F86CC-BA73-488E-ABE2-67B1A04320B5}" destId="{0611E2D5-374F-4A36-A55D-F3B701816A90}" srcOrd="0" destOrd="0" parTransId="{CD47AF54-187A-4B87-A9B7-AD889DFA3F07}" sibTransId="{7A34860C-80BA-4011-84A7-A386FEB263A7}"/>
    <dgm:cxn modelId="{7A4814C5-D90B-4FBA-B314-BF8F20FE85FA}" type="presOf" srcId="{2E074431-7C1B-4164-83DC-0771F46BF9F1}" destId="{569E7750-8CD3-435F-A435-60C7286A33D1}" srcOrd="0" destOrd="0" presId="urn:microsoft.com/office/officeart/2005/8/layout/vList2"/>
    <dgm:cxn modelId="{0A0FB9CC-254F-465B-BBF3-BE7148D1D631}" srcId="{E14F86CC-BA73-488E-ABE2-67B1A04320B5}" destId="{6376B141-0DC3-471F-A65D-7E9C38961FF8}" srcOrd="4" destOrd="0" parTransId="{95B0534C-6438-45AD-8E35-9A74224118E6}" sibTransId="{B64EB290-CD49-463A-8C35-94CB42FC9987}"/>
    <dgm:cxn modelId="{B8E6FADD-8A3B-452E-BA7C-8819AF19E826}" type="presOf" srcId="{22C931D1-05B4-4300-A94A-FC75644AA6C6}" destId="{D216A47B-B074-4E30-A3EA-D5C68E22A7F7}" srcOrd="0" destOrd="0" presId="urn:microsoft.com/office/officeart/2005/8/layout/vList2"/>
    <dgm:cxn modelId="{FE34FBF9-C1A6-48B4-8988-FE51ABA3C78B}" type="presOf" srcId="{7A47D3AA-BA29-43B8-A4AA-BE3F4F72E28B}" destId="{1008D9EE-65C6-4D46-9EE3-8307DC6EE119}" srcOrd="0" destOrd="1" presId="urn:microsoft.com/office/officeart/2005/8/layout/vList2"/>
    <dgm:cxn modelId="{5F5E77B4-01CB-4CEA-9EC7-200CE9C06E5F}" type="presOf" srcId="{6376B141-0DC3-471F-A65D-7E9C38961FF8}" destId="{1008D9EE-65C6-4D46-9EE3-8307DC6EE119}" srcOrd="0" destOrd="5" presId="urn:microsoft.com/office/officeart/2005/8/layout/vList2"/>
    <dgm:cxn modelId="{2ADB9917-9A4A-4A07-9158-CFA476F22A3F}" type="presOf" srcId="{0611E2D5-374F-4A36-A55D-F3B701816A90}" destId="{1008D9EE-65C6-4D46-9EE3-8307DC6EE119}" srcOrd="0" destOrd="0" presId="urn:microsoft.com/office/officeart/2005/8/layout/vList2"/>
    <dgm:cxn modelId="{C05368A4-ADEA-43B3-83DC-F161CE8F151B}" type="presOf" srcId="{319A0259-181E-4324-825B-0E2D4ECBEB77}" destId="{1008D9EE-65C6-4D46-9EE3-8307DC6EE119}" srcOrd="0" destOrd="4" presId="urn:microsoft.com/office/officeart/2005/8/layout/vList2"/>
    <dgm:cxn modelId="{49026E99-2F61-4336-8E9B-974819931083}" type="presParOf" srcId="{4AC137F3-5B64-476E-93BE-44FB9A992FAB}" destId="{38FEB4C8-95D0-4679-BAAD-0822DF26D6CD}" srcOrd="0" destOrd="0" presId="urn:microsoft.com/office/officeart/2005/8/layout/vList2"/>
    <dgm:cxn modelId="{28594495-1289-4B4E-A308-A2E39194A42A}" type="presParOf" srcId="{4AC137F3-5B64-476E-93BE-44FB9A992FAB}" destId="{1008D9EE-65C6-4D46-9EE3-8307DC6EE119}" srcOrd="1" destOrd="0" presId="urn:microsoft.com/office/officeart/2005/8/layout/vList2"/>
    <dgm:cxn modelId="{67BC9284-D435-40BA-A7B5-D06CCCE86B01}" type="presParOf" srcId="{4AC137F3-5B64-476E-93BE-44FB9A992FAB}" destId="{89F399CA-E82E-498A-8D83-126A1ABF609B}" srcOrd="2" destOrd="0" presId="urn:microsoft.com/office/officeart/2005/8/layout/vList2"/>
    <dgm:cxn modelId="{64E4D768-18FD-4640-AD8F-97D02DB45A70}" type="presParOf" srcId="{4AC137F3-5B64-476E-93BE-44FB9A992FAB}" destId="{94689684-0994-4397-943C-CD71B117B0F5}" srcOrd="3" destOrd="0" presId="urn:microsoft.com/office/officeart/2005/8/layout/vList2"/>
    <dgm:cxn modelId="{95B7A155-E1D5-4416-848C-19CBEEA85EC8}" type="presParOf" srcId="{4AC137F3-5B64-476E-93BE-44FB9A992FAB}" destId="{D216A47B-B074-4E30-A3EA-D5C68E22A7F7}" srcOrd="4" destOrd="0" presId="urn:microsoft.com/office/officeart/2005/8/layout/vList2"/>
    <dgm:cxn modelId="{8163B602-81D9-4F57-97DE-323748923519}" type="presParOf" srcId="{4AC137F3-5B64-476E-93BE-44FB9A992FAB}" destId="{7DACEE81-0DD4-4102-A0C8-1B42D3F7DA8E}" srcOrd="5" destOrd="0" presId="urn:microsoft.com/office/officeart/2005/8/layout/vList2"/>
    <dgm:cxn modelId="{2AFD1FC1-DECE-427C-955C-3E37B650E6C4}" type="presParOf" srcId="{4AC137F3-5B64-476E-93BE-44FB9A992FAB}" destId="{569E7750-8CD3-435F-A435-60C7286A33D1}"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554BC12-056E-418E-87B7-3CD6B23367F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92FD33C-B000-40B5-9619-3CFD2C61AD40}">
      <dgm:prSet phldrT="[Text]"/>
      <dgm:spPr/>
      <dgm:t>
        <a:bodyPr/>
        <a:lstStyle/>
        <a:p>
          <a:r>
            <a:rPr lang="en-US" dirty="0"/>
            <a:t>Electrocardiogram (ECG waves)</a:t>
          </a:r>
          <a:endParaRPr lang="en-IN" dirty="0"/>
        </a:p>
      </dgm:t>
    </dgm:pt>
    <dgm:pt modelId="{F87F63AB-E03D-4D07-BB4A-70DAAA3A8784}" type="parTrans" cxnId="{85595AF1-7B0F-4B7D-BFE9-90E1DBF16CAC}">
      <dgm:prSet/>
      <dgm:spPr/>
      <dgm:t>
        <a:bodyPr/>
        <a:lstStyle/>
        <a:p>
          <a:endParaRPr lang="en-IN"/>
        </a:p>
      </dgm:t>
    </dgm:pt>
    <dgm:pt modelId="{C78F68BE-87C4-490A-B7D2-48462668FE31}" type="sibTrans" cxnId="{85595AF1-7B0F-4B7D-BFE9-90E1DBF16CAC}">
      <dgm:prSet/>
      <dgm:spPr/>
      <dgm:t>
        <a:bodyPr/>
        <a:lstStyle/>
        <a:p>
          <a:endParaRPr lang="en-IN"/>
        </a:p>
      </dgm:t>
    </dgm:pt>
    <dgm:pt modelId="{FE6E0EBF-6B51-444A-BC15-A029B6292DA0}">
      <dgm:prSet phldrT="[Text]"/>
      <dgm:spPr/>
      <dgm:t>
        <a:bodyPr/>
        <a:lstStyle/>
        <a:p>
          <a:pPr algn="just"/>
          <a:r>
            <a:rPr lang="en-US" b="0" i="0" dirty="0"/>
            <a:t>An electrocardiogram is the measure of electrical activity of the heartbeat.</a:t>
          </a:r>
          <a:endParaRPr lang="en-IN" dirty="0"/>
        </a:p>
      </dgm:t>
    </dgm:pt>
    <dgm:pt modelId="{BECE5EF9-C338-4F92-9D50-455E0BCF91D2}" type="parTrans" cxnId="{7D4C3E23-089C-4687-A156-B25C6AC9FB91}">
      <dgm:prSet/>
      <dgm:spPr/>
      <dgm:t>
        <a:bodyPr/>
        <a:lstStyle/>
        <a:p>
          <a:endParaRPr lang="en-IN"/>
        </a:p>
      </dgm:t>
    </dgm:pt>
    <dgm:pt modelId="{F396F0A0-1F34-4B58-8C1E-0C5F09EACAC5}" type="sibTrans" cxnId="{7D4C3E23-089C-4687-A156-B25C6AC9FB91}">
      <dgm:prSet/>
      <dgm:spPr/>
      <dgm:t>
        <a:bodyPr/>
        <a:lstStyle/>
        <a:p>
          <a:endParaRPr lang="en-IN"/>
        </a:p>
      </dgm:t>
    </dgm:pt>
    <dgm:pt modelId="{C1F31B96-9C48-498F-9000-429E8A003F62}">
      <dgm:prSet phldrT="[Text]"/>
      <dgm:spPr/>
      <dgm:t>
        <a:bodyPr/>
        <a:lstStyle/>
        <a:p>
          <a:pPr algn="just"/>
          <a:r>
            <a:rPr lang="en-US" altLang="en-US" dirty="0"/>
            <a:t>The electrode combination records the difference of potential difference at two sites on the body. </a:t>
          </a:r>
          <a:endParaRPr lang="en-IN" dirty="0"/>
        </a:p>
      </dgm:t>
    </dgm:pt>
    <dgm:pt modelId="{F80933EC-AEEE-4895-B2A4-28C353E1943C}" type="parTrans" cxnId="{290BE262-4712-43FD-8F03-FA71799E4E5D}">
      <dgm:prSet/>
      <dgm:spPr/>
      <dgm:t>
        <a:bodyPr/>
        <a:lstStyle/>
        <a:p>
          <a:endParaRPr lang="en-IN"/>
        </a:p>
      </dgm:t>
    </dgm:pt>
    <dgm:pt modelId="{C42CE81C-9854-488F-85B9-598A7F10FB6B}" type="sibTrans" cxnId="{290BE262-4712-43FD-8F03-FA71799E4E5D}">
      <dgm:prSet/>
      <dgm:spPr/>
      <dgm:t>
        <a:bodyPr/>
        <a:lstStyle/>
        <a:p>
          <a:endParaRPr lang="en-IN"/>
        </a:p>
      </dgm:t>
    </dgm:pt>
    <dgm:pt modelId="{CE0D8DF0-9E06-4E61-B2AB-938A4673294E}">
      <dgm:prSet phldrT="[Text]"/>
      <dgm:spPr/>
      <dgm:t>
        <a:bodyPr/>
        <a:lstStyle/>
        <a:p>
          <a:pPr algn="just"/>
          <a:r>
            <a:rPr lang="en-US" altLang="en-US" dirty="0"/>
            <a:t>The potential differences are produced due to the electrical activity of the heart.</a:t>
          </a:r>
          <a:endParaRPr lang="en-IN" dirty="0"/>
        </a:p>
      </dgm:t>
    </dgm:pt>
    <dgm:pt modelId="{6A4CFC90-DD1B-4974-AAF5-59FE0FB6E250}" type="parTrans" cxnId="{883572B7-6272-4871-AD4A-D0DBBBAF1195}">
      <dgm:prSet/>
      <dgm:spPr/>
      <dgm:t>
        <a:bodyPr/>
        <a:lstStyle/>
        <a:p>
          <a:endParaRPr lang="en-IN"/>
        </a:p>
      </dgm:t>
    </dgm:pt>
    <dgm:pt modelId="{4870C926-610B-42F9-B3E9-BFD2BFBBF9A8}" type="sibTrans" cxnId="{883572B7-6272-4871-AD4A-D0DBBBAF1195}">
      <dgm:prSet/>
      <dgm:spPr/>
      <dgm:t>
        <a:bodyPr/>
        <a:lstStyle/>
        <a:p>
          <a:endParaRPr lang="en-IN"/>
        </a:p>
      </dgm:t>
    </dgm:pt>
    <dgm:pt modelId="{FE104FC9-0F84-4221-9AA9-D61D4F5D10DA}">
      <dgm:prSet phldrT="[Text]"/>
      <dgm:spPr/>
      <dgm:t>
        <a:bodyPr/>
        <a:lstStyle/>
        <a:p>
          <a:pPr algn="just"/>
          <a:r>
            <a:rPr lang="en-US" altLang="en-US" dirty="0"/>
            <a:t>The characteristic shape and timing of the ECG waves are due to the spread of wave of depolarization and repolarization associated with each heart beat.</a:t>
          </a:r>
          <a:endParaRPr lang="en-IN" dirty="0"/>
        </a:p>
      </dgm:t>
    </dgm:pt>
    <dgm:pt modelId="{64BA93CC-237F-4726-B3D3-2A964F016A26}" type="parTrans" cxnId="{6679CC90-8B12-4F9D-A9AF-83465416B1E5}">
      <dgm:prSet/>
      <dgm:spPr/>
      <dgm:t>
        <a:bodyPr/>
        <a:lstStyle/>
        <a:p>
          <a:endParaRPr lang="en-IN"/>
        </a:p>
      </dgm:t>
    </dgm:pt>
    <dgm:pt modelId="{09245E3E-D8C2-4A53-B9A9-27AB6F4E67D0}" type="sibTrans" cxnId="{6679CC90-8B12-4F9D-A9AF-83465416B1E5}">
      <dgm:prSet/>
      <dgm:spPr/>
      <dgm:t>
        <a:bodyPr/>
        <a:lstStyle/>
        <a:p>
          <a:endParaRPr lang="en-IN"/>
        </a:p>
      </dgm:t>
    </dgm:pt>
    <dgm:pt modelId="{9480B928-539E-485F-B897-88F41C1B810E}">
      <dgm:prSet phldrT="[Text]"/>
      <dgm:spPr/>
      <dgm:t>
        <a:bodyPr/>
        <a:lstStyle/>
        <a:p>
          <a:pPr algn="just"/>
          <a:r>
            <a:rPr lang="en-US" b="0" i="0" dirty="0"/>
            <a:t>With each beat, an electrical impulse (or “wave”) travels through the heart. </a:t>
          </a:r>
          <a:endParaRPr lang="en-IN" dirty="0"/>
        </a:p>
      </dgm:t>
    </dgm:pt>
    <dgm:pt modelId="{276D1317-000D-4CB2-8636-82F47665D322}" type="parTrans" cxnId="{5BFC6895-4B47-40C8-9BD9-E5B79246D8A1}">
      <dgm:prSet/>
      <dgm:spPr/>
      <dgm:t>
        <a:bodyPr/>
        <a:lstStyle/>
        <a:p>
          <a:endParaRPr lang="en-IN"/>
        </a:p>
      </dgm:t>
    </dgm:pt>
    <dgm:pt modelId="{AD5FB0C3-8334-4152-9379-720FD68A4EAA}" type="sibTrans" cxnId="{5BFC6895-4B47-40C8-9BD9-E5B79246D8A1}">
      <dgm:prSet/>
      <dgm:spPr/>
      <dgm:t>
        <a:bodyPr/>
        <a:lstStyle/>
        <a:p>
          <a:endParaRPr lang="en-IN"/>
        </a:p>
      </dgm:t>
    </dgm:pt>
    <dgm:pt modelId="{6C8A7C7E-23D9-4E9F-8D61-6130EA0497E3}">
      <dgm:prSet phldrT="[Text]"/>
      <dgm:spPr/>
      <dgm:t>
        <a:bodyPr/>
        <a:lstStyle/>
        <a:p>
          <a:pPr algn="just"/>
          <a:r>
            <a:rPr lang="en-US" b="0" i="0" dirty="0"/>
            <a:t>This wave causes the muscle to squeeze and pump blood from the heart.  </a:t>
          </a:r>
          <a:endParaRPr lang="en-IN" dirty="0"/>
        </a:p>
      </dgm:t>
    </dgm:pt>
    <dgm:pt modelId="{F62BB60B-82C7-42AE-A16C-173EF7100B0D}" type="parTrans" cxnId="{90DE0001-DE34-44B8-9644-D88A892FECF2}">
      <dgm:prSet/>
      <dgm:spPr/>
      <dgm:t>
        <a:bodyPr/>
        <a:lstStyle/>
        <a:p>
          <a:endParaRPr lang="en-IN"/>
        </a:p>
      </dgm:t>
    </dgm:pt>
    <dgm:pt modelId="{772BDF95-8581-4BA0-A54B-68CDA5E1EAA1}" type="sibTrans" cxnId="{90DE0001-DE34-44B8-9644-D88A892FECF2}">
      <dgm:prSet/>
      <dgm:spPr/>
      <dgm:t>
        <a:bodyPr/>
        <a:lstStyle/>
        <a:p>
          <a:endParaRPr lang="en-IN"/>
        </a:p>
      </dgm:t>
    </dgm:pt>
    <dgm:pt modelId="{114F44B6-7322-4982-B30A-AA9FBDF071A1}">
      <dgm:prSet phldrT="[Text]"/>
      <dgm:spPr/>
      <dgm:t>
        <a:bodyPr/>
        <a:lstStyle/>
        <a:p>
          <a:pPr algn="just"/>
          <a:r>
            <a:rPr lang="en-US" b="0" i="0" dirty="0"/>
            <a:t>A normal heartbeat on ECG will show the timing of the top and lower chambers.</a:t>
          </a:r>
          <a:endParaRPr lang="en-IN" dirty="0"/>
        </a:p>
      </dgm:t>
    </dgm:pt>
    <dgm:pt modelId="{1A19BD90-CDDD-4730-A359-2B19A0DB94B7}" type="parTrans" cxnId="{DE6A9A7C-2009-4AE7-AA0D-9D0793855172}">
      <dgm:prSet/>
      <dgm:spPr/>
      <dgm:t>
        <a:bodyPr/>
        <a:lstStyle/>
        <a:p>
          <a:endParaRPr lang="en-IN"/>
        </a:p>
      </dgm:t>
    </dgm:pt>
    <dgm:pt modelId="{0029C8A8-BE04-496D-9173-46DD42CDE1AD}" type="sibTrans" cxnId="{DE6A9A7C-2009-4AE7-AA0D-9D0793855172}">
      <dgm:prSet/>
      <dgm:spPr/>
      <dgm:t>
        <a:bodyPr/>
        <a:lstStyle/>
        <a:p>
          <a:endParaRPr lang="en-IN"/>
        </a:p>
      </dgm:t>
    </dgm:pt>
    <dgm:pt modelId="{EE48FAE9-CC04-412E-8D21-3181BF3B4058}" type="pres">
      <dgm:prSet presAssocID="{B554BC12-056E-418E-87B7-3CD6B23367FA}" presName="linear" presStyleCnt="0">
        <dgm:presLayoutVars>
          <dgm:animLvl val="lvl"/>
          <dgm:resizeHandles val="exact"/>
        </dgm:presLayoutVars>
      </dgm:prSet>
      <dgm:spPr/>
      <dgm:t>
        <a:bodyPr/>
        <a:lstStyle/>
        <a:p>
          <a:endParaRPr lang="en-IN"/>
        </a:p>
      </dgm:t>
    </dgm:pt>
    <dgm:pt modelId="{C144E604-100D-4755-9691-0DF9E46F065E}" type="pres">
      <dgm:prSet presAssocID="{392FD33C-B000-40B5-9619-3CFD2C61AD40}" presName="parentText" presStyleLbl="node1" presStyleIdx="0" presStyleCnt="1">
        <dgm:presLayoutVars>
          <dgm:chMax val="0"/>
          <dgm:bulletEnabled val="1"/>
        </dgm:presLayoutVars>
      </dgm:prSet>
      <dgm:spPr/>
      <dgm:t>
        <a:bodyPr/>
        <a:lstStyle/>
        <a:p>
          <a:endParaRPr lang="en-IN"/>
        </a:p>
      </dgm:t>
    </dgm:pt>
    <dgm:pt modelId="{BEC83535-0531-477F-907B-EF3CCAC3BFEC}" type="pres">
      <dgm:prSet presAssocID="{392FD33C-B000-40B5-9619-3CFD2C61AD40}" presName="childText" presStyleLbl="revTx" presStyleIdx="0" presStyleCnt="1">
        <dgm:presLayoutVars>
          <dgm:bulletEnabled val="1"/>
        </dgm:presLayoutVars>
      </dgm:prSet>
      <dgm:spPr/>
      <dgm:t>
        <a:bodyPr/>
        <a:lstStyle/>
        <a:p>
          <a:endParaRPr lang="en-IN"/>
        </a:p>
      </dgm:t>
    </dgm:pt>
  </dgm:ptLst>
  <dgm:cxnLst>
    <dgm:cxn modelId="{5BFC6895-4B47-40C8-9BD9-E5B79246D8A1}" srcId="{392FD33C-B000-40B5-9619-3CFD2C61AD40}" destId="{9480B928-539E-485F-B897-88F41C1B810E}" srcOrd="1" destOrd="0" parTransId="{276D1317-000D-4CB2-8636-82F47665D322}" sibTransId="{AD5FB0C3-8334-4152-9379-720FD68A4EAA}"/>
    <dgm:cxn modelId="{6679CC90-8B12-4F9D-A9AF-83465416B1E5}" srcId="{392FD33C-B000-40B5-9619-3CFD2C61AD40}" destId="{FE104FC9-0F84-4221-9AA9-D61D4F5D10DA}" srcOrd="6" destOrd="0" parTransId="{64BA93CC-237F-4726-B3D3-2A964F016A26}" sibTransId="{09245E3E-D8C2-4A53-B9A9-27AB6F4E67D0}"/>
    <dgm:cxn modelId="{290BE262-4712-43FD-8F03-FA71799E4E5D}" srcId="{392FD33C-B000-40B5-9619-3CFD2C61AD40}" destId="{C1F31B96-9C48-498F-9000-429E8A003F62}" srcOrd="4" destOrd="0" parTransId="{F80933EC-AEEE-4895-B2A4-28C353E1943C}" sibTransId="{C42CE81C-9854-488F-85B9-598A7F10FB6B}"/>
    <dgm:cxn modelId="{DE6A9A7C-2009-4AE7-AA0D-9D0793855172}" srcId="{392FD33C-B000-40B5-9619-3CFD2C61AD40}" destId="{114F44B6-7322-4982-B30A-AA9FBDF071A1}" srcOrd="3" destOrd="0" parTransId="{1A19BD90-CDDD-4730-A359-2B19A0DB94B7}" sibTransId="{0029C8A8-BE04-496D-9173-46DD42CDE1AD}"/>
    <dgm:cxn modelId="{E421C4A2-86A2-498D-AF6A-9EDAF8217F45}" type="presOf" srcId="{B554BC12-056E-418E-87B7-3CD6B23367FA}" destId="{EE48FAE9-CC04-412E-8D21-3181BF3B4058}" srcOrd="0" destOrd="0" presId="urn:microsoft.com/office/officeart/2005/8/layout/vList2"/>
    <dgm:cxn modelId="{B1637294-6C31-41CB-84C4-8BA79378BCAA}" type="presOf" srcId="{6C8A7C7E-23D9-4E9F-8D61-6130EA0497E3}" destId="{BEC83535-0531-477F-907B-EF3CCAC3BFEC}" srcOrd="0" destOrd="2" presId="urn:microsoft.com/office/officeart/2005/8/layout/vList2"/>
    <dgm:cxn modelId="{A30B5EDE-F7E3-4DFF-AAD1-C511D8778D31}" type="presOf" srcId="{FE6E0EBF-6B51-444A-BC15-A029B6292DA0}" destId="{BEC83535-0531-477F-907B-EF3CCAC3BFEC}" srcOrd="0" destOrd="0" presId="urn:microsoft.com/office/officeart/2005/8/layout/vList2"/>
    <dgm:cxn modelId="{883572B7-6272-4871-AD4A-D0DBBBAF1195}" srcId="{392FD33C-B000-40B5-9619-3CFD2C61AD40}" destId="{CE0D8DF0-9E06-4E61-B2AB-938A4673294E}" srcOrd="5" destOrd="0" parTransId="{6A4CFC90-DD1B-4974-AAF5-59FE0FB6E250}" sibTransId="{4870C926-610B-42F9-B3E9-BFD2BFBBF9A8}"/>
    <dgm:cxn modelId="{7E34F0EC-93CB-4CF6-B5F8-6490A480EAE9}" type="presOf" srcId="{C1F31B96-9C48-498F-9000-429E8A003F62}" destId="{BEC83535-0531-477F-907B-EF3CCAC3BFEC}" srcOrd="0" destOrd="4" presId="urn:microsoft.com/office/officeart/2005/8/layout/vList2"/>
    <dgm:cxn modelId="{9014AA6F-59EF-42C2-95A4-6F6489F48658}" type="presOf" srcId="{392FD33C-B000-40B5-9619-3CFD2C61AD40}" destId="{C144E604-100D-4755-9691-0DF9E46F065E}" srcOrd="0" destOrd="0" presId="urn:microsoft.com/office/officeart/2005/8/layout/vList2"/>
    <dgm:cxn modelId="{7D4C3E23-089C-4687-A156-B25C6AC9FB91}" srcId="{392FD33C-B000-40B5-9619-3CFD2C61AD40}" destId="{FE6E0EBF-6B51-444A-BC15-A029B6292DA0}" srcOrd="0" destOrd="0" parTransId="{BECE5EF9-C338-4F92-9D50-455E0BCF91D2}" sibTransId="{F396F0A0-1F34-4B58-8C1E-0C5F09EACAC5}"/>
    <dgm:cxn modelId="{EFEEA420-617E-458E-B76D-FDE0D5F8876D}" type="presOf" srcId="{FE104FC9-0F84-4221-9AA9-D61D4F5D10DA}" destId="{BEC83535-0531-477F-907B-EF3CCAC3BFEC}" srcOrd="0" destOrd="6" presId="urn:microsoft.com/office/officeart/2005/8/layout/vList2"/>
    <dgm:cxn modelId="{FFB168C7-B213-494A-A272-E000CDDEEB15}" type="presOf" srcId="{9480B928-539E-485F-B897-88F41C1B810E}" destId="{BEC83535-0531-477F-907B-EF3CCAC3BFEC}" srcOrd="0" destOrd="1" presId="urn:microsoft.com/office/officeart/2005/8/layout/vList2"/>
    <dgm:cxn modelId="{390EB315-EABF-45DB-90AF-6BF1D9C0F320}" type="presOf" srcId="{CE0D8DF0-9E06-4E61-B2AB-938A4673294E}" destId="{BEC83535-0531-477F-907B-EF3CCAC3BFEC}" srcOrd="0" destOrd="5" presId="urn:microsoft.com/office/officeart/2005/8/layout/vList2"/>
    <dgm:cxn modelId="{90DE0001-DE34-44B8-9644-D88A892FECF2}" srcId="{392FD33C-B000-40B5-9619-3CFD2C61AD40}" destId="{6C8A7C7E-23D9-4E9F-8D61-6130EA0497E3}" srcOrd="2" destOrd="0" parTransId="{F62BB60B-82C7-42AE-A16C-173EF7100B0D}" sibTransId="{772BDF95-8581-4BA0-A54B-68CDA5E1EAA1}"/>
    <dgm:cxn modelId="{B5BBF26B-9958-49CE-8A1B-F4E1203BCB6A}" type="presOf" srcId="{114F44B6-7322-4982-B30A-AA9FBDF071A1}" destId="{BEC83535-0531-477F-907B-EF3CCAC3BFEC}" srcOrd="0" destOrd="3" presId="urn:microsoft.com/office/officeart/2005/8/layout/vList2"/>
    <dgm:cxn modelId="{85595AF1-7B0F-4B7D-BFE9-90E1DBF16CAC}" srcId="{B554BC12-056E-418E-87B7-3CD6B23367FA}" destId="{392FD33C-B000-40B5-9619-3CFD2C61AD40}" srcOrd="0" destOrd="0" parTransId="{F87F63AB-E03D-4D07-BB4A-70DAAA3A8784}" sibTransId="{C78F68BE-87C4-490A-B7D2-48462668FE31}"/>
    <dgm:cxn modelId="{BB32434C-3956-41E6-99D1-7F1939B89274}" type="presParOf" srcId="{EE48FAE9-CC04-412E-8D21-3181BF3B4058}" destId="{C144E604-100D-4755-9691-0DF9E46F065E}" srcOrd="0" destOrd="0" presId="urn:microsoft.com/office/officeart/2005/8/layout/vList2"/>
    <dgm:cxn modelId="{4F55CD12-F1BE-4D22-8A60-09C441AA8FDD}" type="presParOf" srcId="{EE48FAE9-CC04-412E-8D21-3181BF3B4058}" destId="{BEC83535-0531-477F-907B-EF3CCAC3BFE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554BC12-056E-418E-87B7-3CD6B23367F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92FD33C-B000-40B5-9619-3CFD2C61AD40}">
      <dgm:prSet phldrT="[Text]" custT="1"/>
      <dgm:spPr/>
      <dgm:t>
        <a:bodyPr/>
        <a:lstStyle/>
        <a:p>
          <a:r>
            <a:rPr lang="en-US" sz="2000" dirty="0"/>
            <a:t>ECG</a:t>
          </a:r>
          <a:endParaRPr lang="en-IN" sz="2000" dirty="0"/>
        </a:p>
      </dgm:t>
    </dgm:pt>
    <dgm:pt modelId="{F87F63AB-E03D-4D07-BB4A-70DAAA3A8784}" type="parTrans" cxnId="{85595AF1-7B0F-4B7D-BFE9-90E1DBF16CAC}">
      <dgm:prSet/>
      <dgm:spPr/>
      <dgm:t>
        <a:bodyPr/>
        <a:lstStyle/>
        <a:p>
          <a:endParaRPr lang="en-IN" sz="1400"/>
        </a:p>
      </dgm:t>
    </dgm:pt>
    <dgm:pt modelId="{C78F68BE-87C4-490A-B7D2-48462668FE31}" type="sibTrans" cxnId="{85595AF1-7B0F-4B7D-BFE9-90E1DBF16CAC}">
      <dgm:prSet/>
      <dgm:spPr/>
      <dgm:t>
        <a:bodyPr/>
        <a:lstStyle/>
        <a:p>
          <a:endParaRPr lang="en-IN" sz="1400"/>
        </a:p>
      </dgm:t>
    </dgm:pt>
    <dgm:pt modelId="{FE6E0EBF-6B51-444A-BC15-A029B6292DA0}">
      <dgm:prSet phldrT="[Text]" custT="1"/>
      <dgm:spPr/>
      <dgm:t>
        <a:bodyPr/>
        <a:lstStyle/>
        <a:p>
          <a:pPr algn="just"/>
          <a:r>
            <a:rPr lang="en-US" sz="2000" b="0" i="0" dirty="0"/>
            <a:t>Regular electrical signals control our heartbeat. </a:t>
          </a:r>
          <a:endParaRPr lang="en-IN" sz="2000" dirty="0"/>
        </a:p>
      </dgm:t>
    </dgm:pt>
    <dgm:pt modelId="{BECE5EF9-C338-4F92-9D50-455E0BCF91D2}" type="parTrans" cxnId="{7D4C3E23-089C-4687-A156-B25C6AC9FB91}">
      <dgm:prSet/>
      <dgm:spPr/>
      <dgm:t>
        <a:bodyPr/>
        <a:lstStyle/>
        <a:p>
          <a:endParaRPr lang="en-IN" sz="1400"/>
        </a:p>
      </dgm:t>
    </dgm:pt>
    <dgm:pt modelId="{F396F0A0-1F34-4B58-8C1E-0C5F09EACAC5}" type="sibTrans" cxnId="{7D4C3E23-089C-4687-A156-B25C6AC9FB91}">
      <dgm:prSet/>
      <dgm:spPr/>
      <dgm:t>
        <a:bodyPr/>
        <a:lstStyle/>
        <a:p>
          <a:endParaRPr lang="en-IN" sz="1400"/>
        </a:p>
      </dgm:t>
    </dgm:pt>
    <dgm:pt modelId="{6C18BCBA-F172-4A1E-B1BA-5558CD7C7209}">
      <dgm:prSet phldrT="[Text]" custT="1"/>
      <dgm:spPr/>
      <dgm:t>
        <a:bodyPr/>
        <a:lstStyle/>
        <a:p>
          <a:pPr algn="just"/>
          <a:r>
            <a:rPr lang="en-US" sz="2000" b="0" i="0" dirty="0"/>
            <a:t>These signals are sent by a group of cells in the right atrium of the heart known as the </a:t>
          </a:r>
          <a:r>
            <a:rPr lang="en-US" sz="2000" b="1" i="0" dirty="0"/>
            <a:t>sinoatrial node </a:t>
          </a:r>
          <a:r>
            <a:rPr lang="en-US" sz="2000" b="0" i="0" dirty="0"/>
            <a:t>(</a:t>
          </a:r>
          <a:r>
            <a:rPr lang="en-US" sz="2000" b="1" i="0" dirty="0"/>
            <a:t>SA node</a:t>
          </a:r>
          <a:r>
            <a:rPr lang="en-US" sz="2000" b="0" i="0" dirty="0"/>
            <a:t>): </a:t>
          </a:r>
          <a:r>
            <a:rPr lang="en-US" sz="2000" b="1" i="0" dirty="0"/>
            <a:t>the primary pacemaker of the heart</a:t>
          </a:r>
          <a:r>
            <a:rPr lang="en-US" sz="2000" b="0" i="0" dirty="0"/>
            <a:t>, and they spread through the heart muscle tissue as tiny electrical impulses. </a:t>
          </a:r>
          <a:endParaRPr lang="en-IN" sz="2000" dirty="0"/>
        </a:p>
      </dgm:t>
    </dgm:pt>
    <dgm:pt modelId="{F3E046D4-6523-4730-9BFD-7E86F332B000}" type="parTrans" cxnId="{98753D11-ADD1-4BA2-9D89-7CD2429574A2}">
      <dgm:prSet/>
      <dgm:spPr/>
      <dgm:t>
        <a:bodyPr/>
        <a:lstStyle/>
        <a:p>
          <a:endParaRPr lang="en-IN" sz="1400"/>
        </a:p>
      </dgm:t>
    </dgm:pt>
    <dgm:pt modelId="{05055EFB-D346-4B9D-B6C1-6E983A5C63E9}" type="sibTrans" cxnId="{98753D11-ADD1-4BA2-9D89-7CD2429574A2}">
      <dgm:prSet/>
      <dgm:spPr/>
      <dgm:t>
        <a:bodyPr/>
        <a:lstStyle/>
        <a:p>
          <a:endParaRPr lang="en-IN" sz="1400"/>
        </a:p>
      </dgm:t>
    </dgm:pt>
    <dgm:pt modelId="{4659E2BC-315F-409D-A353-AF2D45C6FCEA}">
      <dgm:prSet phldrT="[Text]" custT="1"/>
      <dgm:spPr/>
      <dgm:t>
        <a:bodyPr/>
        <a:lstStyle/>
        <a:p>
          <a:pPr algn="just"/>
          <a:r>
            <a:rPr lang="en-US" sz="2000" b="0" i="0" dirty="0"/>
            <a:t>This causes first the atria and then the ventricles of the heart to contract. </a:t>
          </a:r>
          <a:endParaRPr lang="en-IN" sz="2000" dirty="0"/>
        </a:p>
      </dgm:t>
    </dgm:pt>
    <dgm:pt modelId="{D977EBA6-C940-48AE-9CF3-C5F619991964}" type="parTrans" cxnId="{AA2501CA-7199-4DA6-ABF2-AA3E2D3E607A}">
      <dgm:prSet/>
      <dgm:spPr/>
      <dgm:t>
        <a:bodyPr/>
        <a:lstStyle/>
        <a:p>
          <a:endParaRPr lang="en-IN" sz="1400"/>
        </a:p>
      </dgm:t>
    </dgm:pt>
    <dgm:pt modelId="{F39BBD0F-9581-4C0F-95DA-600C8709D5A0}" type="sibTrans" cxnId="{AA2501CA-7199-4DA6-ABF2-AA3E2D3E607A}">
      <dgm:prSet/>
      <dgm:spPr/>
      <dgm:t>
        <a:bodyPr/>
        <a:lstStyle/>
        <a:p>
          <a:endParaRPr lang="en-IN" sz="1400"/>
        </a:p>
      </dgm:t>
    </dgm:pt>
    <dgm:pt modelId="{CF9342B9-5BA8-4168-B573-D5E2994F5038}">
      <dgm:prSet phldrT="[Text]" custT="1"/>
      <dgm:spPr/>
      <dgm:t>
        <a:bodyPr/>
        <a:lstStyle/>
        <a:p>
          <a:pPr algn="just"/>
          <a:r>
            <a:rPr lang="en-US" sz="2000" b="0" i="0" dirty="0"/>
            <a:t>The way that these signals spread through the heart can also be measured on the surface of our skin. </a:t>
          </a:r>
          <a:endParaRPr lang="en-IN" sz="2000" dirty="0"/>
        </a:p>
      </dgm:t>
    </dgm:pt>
    <dgm:pt modelId="{49688494-2713-4466-92AE-0861E7BC781F}" type="parTrans" cxnId="{EC94C841-2781-49C6-9394-AFB2E6C3C3B0}">
      <dgm:prSet/>
      <dgm:spPr/>
      <dgm:t>
        <a:bodyPr/>
        <a:lstStyle/>
        <a:p>
          <a:endParaRPr lang="en-IN" sz="1400"/>
        </a:p>
      </dgm:t>
    </dgm:pt>
    <dgm:pt modelId="{D4BE5E89-0FF1-4402-9ED5-94C243CAC04C}" type="sibTrans" cxnId="{EC94C841-2781-49C6-9394-AFB2E6C3C3B0}">
      <dgm:prSet/>
      <dgm:spPr/>
      <dgm:t>
        <a:bodyPr/>
        <a:lstStyle/>
        <a:p>
          <a:endParaRPr lang="en-IN" sz="1400"/>
        </a:p>
      </dgm:t>
    </dgm:pt>
    <dgm:pt modelId="{751CEE9D-B6D5-4676-9557-93835A71E180}">
      <dgm:prSet phldrT="[Text]" custT="1"/>
      <dgm:spPr/>
      <dgm:t>
        <a:bodyPr/>
        <a:lstStyle/>
        <a:p>
          <a:pPr algn="just"/>
          <a:r>
            <a:rPr lang="en-US" sz="2000" b="0" i="0" dirty="0"/>
            <a:t>An ECG measures these changes in electrical signals (or, in fact, voltage) on different areas of skin and plots them as a graph.</a:t>
          </a:r>
          <a:endParaRPr lang="en-IN" sz="2000" dirty="0"/>
        </a:p>
      </dgm:t>
    </dgm:pt>
    <dgm:pt modelId="{9D2A33F9-614C-4177-A4CC-D0D210333412}" type="parTrans" cxnId="{B9515182-26C9-4709-874B-74BE28110000}">
      <dgm:prSet/>
      <dgm:spPr/>
      <dgm:t>
        <a:bodyPr/>
        <a:lstStyle/>
        <a:p>
          <a:endParaRPr lang="en-IN" sz="1400"/>
        </a:p>
      </dgm:t>
    </dgm:pt>
    <dgm:pt modelId="{F817A483-255C-40C3-81BE-C3754D457EF3}" type="sibTrans" cxnId="{B9515182-26C9-4709-874B-74BE28110000}">
      <dgm:prSet/>
      <dgm:spPr/>
      <dgm:t>
        <a:bodyPr/>
        <a:lstStyle/>
        <a:p>
          <a:endParaRPr lang="en-IN" sz="1400"/>
        </a:p>
      </dgm:t>
    </dgm:pt>
    <dgm:pt modelId="{5CB99CCE-9936-4FBE-87F6-745ED02F7042}" type="pres">
      <dgm:prSet presAssocID="{B554BC12-056E-418E-87B7-3CD6B23367FA}" presName="linear" presStyleCnt="0">
        <dgm:presLayoutVars>
          <dgm:animLvl val="lvl"/>
          <dgm:resizeHandles val="exact"/>
        </dgm:presLayoutVars>
      </dgm:prSet>
      <dgm:spPr/>
      <dgm:t>
        <a:bodyPr/>
        <a:lstStyle/>
        <a:p>
          <a:endParaRPr lang="en-IN"/>
        </a:p>
      </dgm:t>
    </dgm:pt>
    <dgm:pt modelId="{6F59B517-AB03-430E-9B6F-F9AE7ABB6728}" type="pres">
      <dgm:prSet presAssocID="{392FD33C-B000-40B5-9619-3CFD2C61AD40}" presName="parentText" presStyleLbl="node1" presStyleIdx="0" presStyleCnt="1">
        <dgm:presLayoutVars>
          <dgm:chMax val="0"/>
          <dgm:bulletEnabled val="1"/>
        </dgm:presLayoutVars>
      </dgm:prSet>
      <dgm:spPr/>
      <dgm:t>
        <a:bodyPr/>
        <a:lstStyle/>
        <a:p>
          <a:endParaRPr lang="en-IN"/>
        </a:p>
      </dgm:t>
    </dgm:pt>
    <dgm:pt modelId="{C1DE835C-1CD3-4C34-8E63-498014EAF83B}" type="pres">
      <dgm:prSet presAssocID="{392FD33C-B000-40B5-9619-3CFD2C61AD40}" presName="childText" presStyleLbl="revTx" presStyleIdx="0" presStyleCnt="1" custScaleY="104502">
        <dgm:presLayoutVars>
          <dgm:bulletEnabled val="1"/>
        </dgm:presLayoutVars>
      </dgm:prSet>
      <dgm:spPr/>
      <dgm:t>
        <a:bodyPr/>
        <a:lstStyle/>
        <a:p>
          <a:endParaRPr lang="en-IN"/>
        </a:p>
      </dgm:t>
    </dgm:pt>
  </dgm:ptLst>
  <dgm:cxnLst>
    <dgm:cxn modelId="{0CD84874-49CE-45F4-BCBD-43F74333CCD2}" type="presOf" srcId="{B554BC12-056E-418E-87B7-3CD6B23367FA}" destId="{5CB99CCE-9936-4FBE-87F6-745ED02F7042}" srcOrd="0" destOrd="0" presId="urn:microsoft.com/office/officeart/2005/8/layout/vList2"/>
    <dgm:cxn modelId="{EC94C841-2781-49C6-9394-AFB2E6C3C3B0}" srcId="{392FD33C-B000-40B5-9619-3CFD2C61AD40}" destId="{CF9342B9-5BA8-4168-B573-D5E2994F5038}" srcOrd="3" destOrd="0" parTransId="{49688494-2713-4466-92AE-0861E7BC781F}" sibTransId="{D4BE5E89-0FF1-4402-9ED5-94C243CAC04C}"/>
    <dgm:cxn modelId="{C3EBED1B-9459-4F79-B3FE-90D84AAC2F33}" type="presOf" srcId="{FE6E0EBF-6B51-444A-BC15-A029B6292DA0}" destId="{C1DE835C-1CD3-4C34-8E63-498014EAF83B}" srcOrd="0" destOrd="0" presId="urn:microsoft.com/office/officeart/2005/8/layout/vList2"/>
    <dgm:cxn modelId="{BEE08451-FF88-4489-8A9D-A47D210B3BAC}" type="presOf" srcId="{6C18BCBA-F172-4A1E-B1BA-5558CD7C7209}" destId="{C1DE835C-1CD3-4C34-8E63-498014EAF83B}" srcOrd="0" destOrd="1" presId="urn:microsoft.com/office/officeart/2005/8/layout/vList2"/>
    <dgm:cxn modelId="{B7D6FBE1-DD35-462B-8F8A-248D46A2EC9C}" type="presOf" srcId="{392FD33C-B000-40B5-9619-3CFD2C61AD40}" destId="{6F59B517-AB03-430E-9B6F-F9AE7ABB6728}" srcOrd="0" destOrd="0" presId="urn:microsoft.com/office/officeart/2005/8/layout/vList2"/>
    <dgm:cxn modelId="{7D4C3E23-089C-4687-A156-B25C6AC9FB91}" srcId="{392FD33C-B000-40B5-9619-3CFD2C61AD40}" destId="{FE6E0EBF-6B51-444A-BC15-A029B6292DA0}" srcOrd="0" destOrd="0" parTransId="{BECE5EF9-C338-4F92-9D50-455E0BCF91D2}" sibTransId="{F396F0A0-1F34-4B58-8C1E-0C5F09EACAC5}"/>
    <dgm:cxn modelId="{85595AF1-7B0F-4B7D-BFE9-90E1DBF16CAC}" srcId="{B554BC12-056E-418E-87B7-3CD6B23367FA}" destId="{392FD33C-B000-40B5-9619-3CFD2C61AD40}" srcOrd="0" destOrd="0" parTransId="{F87F63AB-E03D-4D07-BB4A-70DAAA3A8784}" sibTransId="{C78F68BE-87C4-490A-B7D2-48462668FE31}"/>
    <dgm:cxn modelId="{5077E26D-E55B-41BB-A0E8-60647D5C5BA9}" type="presOf" srcId="{751CEE9D-B6D5-4676-9557-93835A71E180}" destId="{C1DE835C-1CD3-4C34-8E63-498014EAF83B}" srcOrd="0" destOrd="4" presId="urn:microsoft.com/office/officeart/2005/8/layout/vList2"/>
    <dgm:cxn modelId="{88C6C9C8-A3A3-47C9-A2BC-BD0DA7C1A1A6}" type="presOf" srcId="{CF9342B9-5BA8-4168-B573-D5E2994F5038}" destId="{C1DE835C-1CD3-4C34-8E63-498014EAF83B}" srcOrd="0" destOrd="3" presId="urn:microsoft.com/office/officeart/2005/8/layout/vList2"/>
    <dgm:cxn modelId="{98753D11-ADD1-4BA2-9D89-7CD2429574A2}" srcId="{392FD33C-B000-40B5-9619-3CFD2C61AD40}" destId="{6C18BCBA-F172-4A1E-B1BA-5558CD7C7209}" srcOrd="1" destOrd="0" parTransId="{F3E046D4-6523-4730-9BFD-7E86F332B000}" sibTransId="{05055EFB-D346-4B9D-B6C1-6E983A5C63E9}"/>
    <dgm:cxn modelId="{FDD9ABA9-7F2F-45E0-A846-244F69CBA886}" type="presOf" srcId="{4659E2BC-315F-409D-A353-AF2D45C6FCEA}" destId="{C1DE835C-1CD3-4C34-8E63-498014EAF83B}" srcOrd="0" destOrd="2" presId="urn:microsoft.com/office/officeart/2005/8/layout/vList2"/>
    <dgm:cxn modelId="{B9515182-26C9-4709-874B-74BE28110000}" srcId="{392FD33C-B000-40B5-9619-3CFD2C61AD40}" destId="{751CEE9D-B6D5-4676-9557-93835A71E180}" srcOrd="4" destOrd="0" parTransId="{9D2A33F9-614C-4177-A4CC-D0D210333412}" sibTransId="{F817A483-255C-40C3-81BE-C3754D457EF3}"/>
    <dgm:cxn modelId="{AA2501CA-7199-4DA6-ABF2-AA3E2D3E607A}" srcId="{392FD33C-B000-40B5-9619-3CFD2C61AD40}" destId="{4659E2BC-315F-409D-A353-AF2D45C6FCEA}" srcOrd="2" destOrd="0" parTransId="{D977EBA6-C940-48AE-9CF3-C5F619991964}" sibTransId="{F39BBD0F-9581-4C0F-95DA-600C8709D5A0}"/>
    <dgm:cxn modelId="{353166B0-E44B-4ECF-A2B5-A0C8452A2053}" type="presParOf" srcId="{5CB99CCE-9936-4FBE-87F6-745ED02F7042}" destId="{6F59B517-AB03-430E-9B6F-F9AE7ABB6728}" srcOrd="0" destOrd="0" presId="urn:microsoft.com/office/officeart/2005/8/layout/vList2"/>
    <dgm:cxn modelId="{3F564808-0B6C-4E2F-90FC-EFB93FB57112}" type="presParOf" srcId="{5CB99CCE-9936-4FBE-87F6-745ED02F7042}" destId="{C1DE835C-1CD3-4C34-8E63-498014EAF83B}"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630828B-A4A6-49DA-AB34-7B879023443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FA86ECF3-2F88-4110-BFA0-3AB670EE3137}">
      <dgm:prSet phldrT="[Text]" custT="1"/>
      <dgm:spPr/>
      <dgm:t>
        <a:bodyPr/>
        <a:lstStyle/>
        <a:p>
          <a:r>
            <a:rPr lang="en-US" altLang="en-US" sz="3200" dirty="0">
              <a:solidFill>
                <a:schemeClr val="bg1"/>
              </a:solidFill>
              <a:latin typeface="+mj-lt"/>
            </a:rPr>
            <a:t>Electrocardiogram waves</a:t>
          </a:r>
          <a:endParaRPr lang="en-IN" sz="3200" dirty="0">
            <a:solidFill>
              <a:schemeClr val="bg1"/>
            </a:solidFill>
            <a:latin typeface="+mj-lt"/>
          </a:endParaRPr>
        </a:p>
      </dgm:t>
    </dgm:pt>
    <dgm:pt modelId="{98F1C87F-2169-48CF-B55A-C337C3D0C224}" type="parTrans" cxnId="{0906AF95-2C08-4770-91E4-01D390D47167}">
      <dgm:prSet/>
      <dgm:spPr/>
      <dgm:t>
        <a:bodyPr/>
        <a:lstStyle/>
        <a:p>
          <a:endParaRPr lang="en-IN"/>
        </a:p>
      </dgm:t>
    </dgm:pt>
    <dgm:pt modelId="{E2002F42-C18E-431C-9FFD-65E933D53CCC}" type="sibTrans" cxnId="{0906AF95-2C08-4770-91E4-01D390D47167}">
      <dgm:prSet/>
      <dgm:spPr/>
      <dgm:t>
        <a:bodyPr/>
        <a:lstStyle/>
        <a:p>
          <a:endParaRPr lang="en-IN"/>
        </a:p>
      </dgm:t>
    </dgm:pt>
    <dgm:pt modelId="{E3404DE3-3570-45B6-8583-3FC33EABB7B3}">
      <dgm:prSet phldrT="[Text]"/>
      <dgm:spPr/>
      <dgm:t>
        <a:bodyPr/>
        <a:lstStyle/>
        <a:p>
          <a:pPr algn="just"/>
          <a:r>
            <a:rPr lang="en-US" b="0" i="0" dirty="0"/>
            <a:t>The right and left atria or upper chambers make the first wave called a “P wave" — following a flat line when the electrical impulse goes to the bottom chambers. </a:t>
          </a:r>
          <a:endParaRPr lang="en-IN" dirty="0"/>
        </a:p>
      </dgm:t>
    </dgm:pt>
    <dgm:pt modelId="{68D1988B-5472-49AD-BE26-4518A65FC595}" type="parTrans" cxnId="{8575D50D-4379-4DC4-B669-3612C0922690}">
      <dgm:prSet/>
      <dgm:spPr/>
      <dgm:t>
        <a:bodyPr/>
        <a:lstStyle/>
        <a:p>
          <a:endParaRPr lang="en-IN"/>
        </a:p>
      </dgm:t>
    </dgm:pt>
    <dgm:pt modelId="{C8D6E8B9-E1CC-4975-8EF9-3680FDBBC061}" type="sibTrans" cxnId="{8575D50D-4379-4DC4-B669-3612C0922690}">
      <dgm:prSet/>
      <dgm:spPr/>
      <dgm:t>
        <a:bodyPr/>
        <a:lstStyle/>
        <a:p>
          <a:endParaRPr lang="en-IN"/>
        </a:p>
      </dgm:t>
    </dgm:pt>
    <dgm:pt modelId="{D60B2D68-33CC-412B-9F7B-8BB83F708804}">
      <dgm:prSet/>
      <dgm:spPr/>
      <dgm:t>
        <a:bodyPr/>
        <a:lstStyle/>
        <a:p>
          <a:pPr algn="just"/>
          <a:r>
            <a:rPr lang="en-US" b="0" i="0" dirty="0"/>
            <a:t>The right and left bottom chambers or ventricles make the next wave called a “QRS complex."</a:t>
          </a:r>
        </a:p>
      </dgm:t>
    </dgm:pt>
    <dgm:pt modelId="{70E0195A-256A-42D0-9D20-27FF01F02210}" type="parTrans" cxnId="{727DCCC7-A5D1-460B-BBE3-25E5FC66FF02}">
      <dgm:prSet/>
      <dgm:spPr/>
      <dgm:t>
        <a:bodyPr/>
        <a:lstStyle/>
        <a:p>
          <a:endParaRPr lang="en-IN"/>
        </a:p>
      </dgm:t>
    </dgm:pt>
    <dgm:pt modelId="{7232D844-AB05-4457-B4C3-9D3BCD231940}" type="sibTrans" cxnId="{727DCCC7-A5D1-460B-BBE3-25E5FC66FF02}">
      <dgm:prSet/>
      <dgm:spPr/>
      <dgm:t>
        <a:bodyPr/>
        <a:lstStyle/>
        <a:p>
          <a:endParaRPr lang="en-IN"/>
        </a:p>
      </dgm:t>
    </dgm:pt>
    <dgm:pt modelId="{FFCB8D6F-3922-46CA-9CB7-783A7542D24E}">
      <dgm:prSet/>
      <dgm:spPr/>
      <dgm:t>
        <a:bodyPr/>
        <a:lstStyle/>
        <a:p>
          <a:pPr algn="just"/>
          <a:r>
            <a:rPr lang="en-US" b="0" i="0" dirty="0"/>
            <a:t>The final wave or “T wave” represents electrical recovery or return to a resting state for the ventricles.</a:t>
          </a:r>
        </a:p>
      </dgm:t>
    </dgm:pt>
    <dgm:pt modelId="{670D7517-CC5F-4A2D-B6EE-12C1CA82784C}" type="parTrans" cxnId="{70ECD619-0EFB-4917-BA9C-6FF5C01EA52D}">
      <dgm:prSet/>
      <dgm:spPr/>
      <dgm:t>
        <a:bodyPr/>
        <a:lstStyle/>
        <a:p>
          <a:endParaRPr lang="en-IN"/>
        </a:p>
      </dgm:t>
    </dgm:pt>
    <dgm:pt modelId="{1F48EDBC-F893-429E-846F-4CA92A6BAC99}" type="sibTrans" cxnId="{70ECD619-0EFB-4917-BA9C-6FF5C01EA52D}">
      <dgm:prSet/>
      <dgm:spPr/>
      <dgm:t>
        <a:bodyPr/>
        <a:lstStyle/>
        <a:p>
          <a:endParaRPr lang="en-IN"/>
        </a:p>
      </dgm:t>
    </dgm:pt>
    <dgm:pt modelId="{A70AA9D1-C5E3-4CB4-86DC-4D5BFF3FEF3F}">
      <dgm:prSet phldrT="[Text]"/>
      <dgm:spPr/>
      <dgm:t>
        <a:bodyPr/>
        <a:lstStyle/>
        <a:p>
          <a:pPr algn="just"/>
          <a:r>
            <a:rPr lang="en-US" b="1" dirty="0"/>
            <a:t>The normal ECG is composed of ‘P’ wave, a ‘QRS’ complex, and a ‘T’ wave. </a:t>
          </a:r>
          <a:endParaRPr lang="en-IN" dirty="0"/>
        </a:p>
      </dgm:t>
    </dgm:pt>
    <dgm:pt modelId="{917F4F15-51A0-4274-A6F4-05705D62A13F}" type="parTrans" cxnId="{B9D20666-09FE-4286-BC13-57AFA8B74970}">
      <dgm:prSet/>
      <dgm:spPr/>
      <dgm:t>
        <a:bodyPr/>
        <a:lstStyle/>
        <a:p>
          <a:endParaRPr lang="en-IN"/>
        </a:p>
      </dgm:t>
    </dgm:pt>
    <dgm:pt modelId="{949E0F26-2049-4B27-871E-3429A0A43BC0}" type="sibTrans" cxnId="{B9D20666-09FE-4286-BC13-57AFA8B74970}">
      <dgm:prSet/>
      <dgm:spPr/>
      <dgm:t>
        <a:bodyPr/>
        <a:lstStyle/>
        <a:p>
          <a:endParaRPr lang="en-IN"/>
        </a:p>
      </dgm:t>
    </dgm:pt>
    <dgm:pt modelId="{9E988540-5F54-4763-A76F-5AC2C9FF3821}">
      <dgm:prSet/>
      <dgm:spPr/>
      <dgm:t>
        <a:bodyPr/>
        <a:lstStyle/>
        <a:p>
          <a:pPr algn="just"/>
          <a:r>
            <a:rPr lang="en-US" dirty="0"/>
            <a:t>The QRS complex is often three separate waves, the Q wave, the R wave and the S wave.</a:t>
          </a:r>
          <a:endParaRPr lang="en-US" b="0" i="0" dirty="0"/>
        </a:p>
      </dgm:t>
    </dgm:pt>
    <dgm:pt modelId="{E1CC306C-1610-47CC-976C-BB68C752812A}" type="parTrans" cxnId="{C0900947-22E7-45BB-B38B-712D528FA45B}">
      <dgm:prSet/>
      <dgm:spPr/>
      <dgm:t>
        <a:bodyPr/>
        <a:lstStyle/>
        <a:p>
          <a:endParaRPr lang="en-IN"/>
        </a:p>
      </dgm:t>
    </dgm:pt>
    <dgm:pt modelId="{E1D1CB79-0C14-49EE-BAB0-0C524B051717}" type="sibTrans" cxnId="{C0900947-22E7-45BB-B38B-712D528FA45B}">
      <dgm:prSet/>
      <dgm:spPr/>
      <dgm:t>
        <a:bodyPr/>
        <a:lstStyle/>
        <a:p>
          <a:endParaRPr lang="en-IN"/>
        </a:p>
      </dgm:t>
    </dgm:pt>
    <dgm:pt modelId="{099F9B31-EB76-4889-8CC1-BCD66870E605}">
      <dgm:prSet phldrT="[Text]"/>
      <dgm:spPr/>
      <dgm:t>
        <a:bodyPr/>
        <a:lstStyle/>
        <a:p>
          <a:pPr algn="just"/>
          <a:r>
            <a:rPr lang="en-US" b="0" dirty="0"/>
            <a:t>Time Measurements and Heart Rate Measurements are made horizontally on electrocardiogram.</a:t>
          </a:r>
          <a:endParaRPr lang="en-IN" dirty="0"/>
        </a:p>
      </dgm:t>
    </dgm:pt>
    <dgm:pt modelId="{6AE87B30-5352-4502-88AC-3B553A7209FC}" type="parTrans" cxnId="{D2F28BD9-6A92-4E0B-AFE8-0D936712F83F}">
      <dgm:prSet/>
      <dgm:spPr/>
      <dgm:t>
        <a:bodyPr/>
        <a:lstStyle/>
        <a:p>
          <a:endParaRPr lang="en-IN"/>
        </a:p>
      </dgm:t>
    </dgm:pt>
    <dgm:pt modelId="{52068491-2F6A-436C-B4BD-884B207005BD}" type="sibTrans" cxnId="{D2F28BD9-6A92-4E0B-AFE8-0D936712F83F}">
      <dgm:prSet/>
      <dgm:spPr/>
      <dgm:t>
        <a:bodyPr/>
        <a:lstStyle/>
        <a:p>
          <a:endParaRPr lang="en-IN"/>
        </a:p>
      </dgm:t>
    </dgm:pt>
    <dgm:pt modelId="{DBEE1FC2-6361-4723-BE68-6AE930FBAD1D}" type="pres">
      <dgm:prSet presAssocID="{8630828B-A4A6-49DA-AB34-7B879023443F}" presName="linear" presStyleCnt="0">
        <dgm:presLayoutVars>
          <dgm:animLvl val="lvl"/>
          <dgm:resizeHandles val="exact"/>
        </dgm:presLayoutVars>
      </dgm:prSet>
      <dgm:spPr/>
      <dgm:t>
        <a:bodyPr/>
        <a:lstStyle/>
        <a:p>
          <a:endParaRPr lang="en-IN"/>
        </a:p>
      </dgm:t>
    </dgm:pt>
    <dgm:pt modelId="{B3B223BF-B3EB-46BA-92A6-99976080730F}" type="pres">
      <dgm:prSet presAssocID="{FA86ECF3-2F88-4110-BFA0-3AB670EE3137}" presName="parentText" presStyleLbl="node1" presStyleIdx="0" presStyleCnt="1">
        <dgm:presLayoutVars>
          <dgm:chMax val="0"/>
          <dgm:bulletEnabled val="1"/>
        </dgm:presLayoutVars>
      </dgm:prSet>
      <dgm:spPr/>
      <dgm:t>
        <a:bodyPr/>
        <a:lstStyle/>
        <a:p>
          <a:endParaRPr lang="en-IN"/>
        </a:p>
      </dgm:t>
    </dgm:pt>
    <dgm:pt modelId="{0700E211-3122-4846-9078-9C9BA0EBDDEF}" type="pres">
      <dgm:prSet presAssocID="{FA86ECF3-2F88-4110-BFA0-3AB670EE3137}" presName="childText" presStyleLbl="revTx" presStyleIdx="0" presStyleCnt="1">
        <dgm:presLayoutVars>
          <dgm:bulletEnabled val="1"/>
        </dgm:presLayoutVars>
      </dgm:prSet>
      <dgm:spPr/>
      <dgm:t>
        <a:bodyPr/>
        <a:lstStyle/>
        <a:p>
          <a:endParaRPr lang="en-IN"/>
        </a:p>
      </dgm:t>
    </dgm:pt>
  </dgm:ptLst>
  <dgm:cxnLst>
    <dgm:cxn modelId="{D2F28BD9-6A92-4E0B-AFE8-0D936712F83F}" srcId="{FA86ECF3-2F88-4110-BFA0-3AB670EE3137}" destId="{099F9B31-EB76-4889-8CC1-BCD66870E605}" srcOrd="0" destOrd="0" parTransId="{6AE87B30-5352-4502-88AC-3B553A7209FC}" sibTransId="{52068491-2F6A-436C-B4BD-884B207005BD}"/>
    <dgm:cxn modelId="{D228BC06-3140-4D9F-AA4B-E1C6DFC544AF}" type="presOf" srcId="{FFCB8D6F-3922-46CA-9CB7-783A7542D24E}" destId="{0700E211-3122-4846-9078-9C9BA0EBDDEF}" srcOrd="0" destOrd="5" presId="urn:microsoft.com/office/officeart/2005/8/layout/vList2"/>
    <dgm:cxn modelId="{A3CD6F1A-D6AD-48E4-A94A-F4D839681856}" type="presOf" srcId="{099F9B31-EB76-4889-8CC1-BCD66870E605}" destId="{0700E211-3122-4846-9078-9C9BA0EBDDEF}" srcOrd="0" destOrd="0" presId="urn:microsoft.com/office/officeart/2005/8/layout/vList2"/>
    <dgm:cxn modelId="{B9D20666-09FE-4286-BC13-57AFA8B74970}" srcId="{FA86ECF3-2F88-4110-BFA0-3AB670EE3137}" destId="{A70AA9D1-C5E3-4CB4-86DC-4D5BFF3FEF3F}" srcOrd="1" destOrd="0" parTransId="{917F4F15-51A0-4274-A6F4-05705D62A13F}" sibTransId="{949E0F26-2049-4B27-871E-3429A0A43BC0}"/>
    <dgm:cxn modelId="{0906AF95-2C08-4770-91E4-01D390D47167}" srcId="{8630828B-A4A6-49DA-AB34-7B879023443F}" destId="{FA86ECF3-2F88-4110-BFA0-3AB670EE3137}" srcOrd="0" destOrd="0" parTransId="{98F1C87F-2169-48CF-B55A-C337C3D0C224}" sibTransId="{E2002F42-C18E-431C-9FFD-65E933D53CCC}"/>
    <dgm:cxn modelId="{14697F32-6FD2-474F-9000-9FE4826C78AF}" type="presOf" srcId="{E3404DE3-3570-45B6-8583-3FC33EABB7B3}" destId="{0700E211-3122-4846-9078-9C9BA0EBDDEF}" srcOrd="0" destOrd="2" presId="urn:microsoft.com/office/officeart/2005/8/layout/vList2"/>
    <dgm:cxn modelId="{6FF9574F-9762-4C36-85E3-292262E2FC05}" type="presOf" srcId="{A70AA9D1-C5E3-4CB4-86DC-4D5BFF3FEF3F}" destId="{0700E211-3122-4846-9078-9C9BA0EBDDEF}" srcOrd="0" destOrd="1" presId="urn:microsoft.com/office/officeart/2005/8/layout/vList2"/>
    <dgm:cxn modelId="{FA36DDDD-4B7E-4FDB-94FD-F4990DFFC1CC}" type="presOf" srcId="{FA86ECF3-2F88-4110-BFA0-3AB670EE3137}" destId="{B3B223BF-B3EB-46BA-92A6-99976080730F}" srcOrd="0" destOrd="0" presId="urn:microsoft.com/office/officeart/2005/8/layout/vList2"/>
    <dgm:cxn modelId="{BAE09504-D272-4C8E-AA31-D56560363540}" type="presOf" srcId="{8630828B-A4A6-49DA-AB34-7B879023443F}" destId="{DBEE1FC2-6361-4723-BE68-6AE930FBAD1D}" srcOrd="0" destOrd="0" presId="urn:microsoft.com/office/officeart/2005/8/layout/vList2"/>
    <dgm:cxn modelId="{8575D50D-4379-4DC4-B669-3612C0922690}" srcId="{FA86ECF3-2F88-4110-BFA0-3AB670EE3137}" destId="{E3404DE3-3570-45B6-8583-3FC33EABB7B3}" srcOrd="2" destOrd="0" parTransId="{68D1988B-5472-49AD-BE26-4518A65FC595}" sibTransId="{C8D6E8B9-E1CC-4975-8EF9-3680FDBBC061}"/>
    <dgm:cxn modelId="{727DCCC7-A5D1-460B-BBE3-25E5FC66FF02}" srcId="{FA86ECF3-2F88-4110-BFA0-3AB670EE3137}" destId="{D60B2D68-33CC-412B-9F7B-8BB83F708804}" srcOrd="3" destOrd="0" parTransId="{70E0195A-256A-42D0-9D20-27FF01F02210}" sibTransId="{7232D844-AB05-4457-B4C3-9D3BCD231940}"/>
    <dgm:cxn modelId="{5BFB0B22-1B60-44D9-8EAB-AAAA46274BE2}" type="presOf" srcId="{D60B2D68-33CC-412B-9F7B-8BB83F708804}" destId="{0700E211-3122-4846-9078-9C9BA0EBDDEF}" srcOrd="0" destOrd="3" presId="urn:microsoft.com/office/officeart/2005/8/layout/vList2"/>
    <dgm:cxn modelId="{70ECD619-0EFB-4917-BA9C-6FF5C01EA52D}" srcId="{FA86ECF3-2F88-4110-BFA0-3AB670EE3137}" destId="{FFCB8D6F-3922-46CA-9CB7-783A7542D24E}" srcOrd="5" destOrd="0" parTransId="{670D7517-CC5F-4A2D-B6EE-12C1CA82784C}" sibTransId="{1F48EDBC-F893-429E-846F-4CA92A6BAC99}"/>
    <dgm:cxn modelId="{2D1DC519-ECA9-490B-9745-79795E2F3005}" type="presOf" srcId="{9E988540-5F54-4763-A76F-5AC2C9FF3821}" destId="{0700E211-3122-4846-9078-9C9BA0EBDDEF}" srcOrd="0" destOrd="4" presId="urn:microsoft.com/office/officeart/2005/8/layout/vList2"/>
    <dgm:cxn modelId="{C0900947-22E7-45BB-B38B-712D528FA45B}" srcId="{FA86ECF3-2F88-4110-BFA0-3AB670EE3137}" destId="{9E988540-5F54-4763-A76F-5AC2C9FF3821}" srcOrd="4" destOrd="0" parTransId="{E1CC306C-1610-47CC-976C-BB68C752812A}" sibTransId="{E1D1CB79-0C14-49EE-BAB0-0C524B051717}"/>
    <dgm:cxn modelId="{1E311791-1265-4297-9B2A-96F0021C76FB}" type="presParOf" srcId="{DBEE1FC2-6361-4723-BE68-6AE930FBAD1D}" destId="{B3B223BF-B3EB-46BA-92A6-99976080730F}" srcOrd="0" destOrd="0" presId="urn:microsoft.com/office/officeart/2005/8/layout/vList2"/>
    <dgm:cxn modelId="{89D82AA4-C130-4A9E-831C-E6925D102903}" type="presParOf" srcId="{DBEE1FC2-6361-4723-BE68-6AE930FBAD1D}" destId="{0700E211-3122-4846-9078-9C9BA0EBDDEF}"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E7C061C-BA3B-4997-8773-AADAF911BED9}"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118CC7AE-2960-4CE9-9DAC-839AE0FC8929}">
      <dgm:prSet phldrT="[Text]" custT="1"/>
      <dgm:spPr/>
      <dgm:t>
        <a:bodyPr/>
        <a:lstStyle/>
        <a:p>
          <a:r>
            <a:rPr lang="en-US" altLang="en-US" sz="1800" dirty="0"/>
            <a:t>P-wave</a:t>
          </a:r>
          <a:endParaRPr lang="en-IN" sz="1800" dirty="0"/>
        </a:p>
      </dgm:t>
    </dgm:pt>
    <dgm:pt modelId="{8C541641-3147-47F0-A31E-B9BBD7DA3DCC}" type="parTrans" cxnId="{BB939307-5999-4228-B924-3A9CD70D4711}">
      <dgm:prSet/>
      <dgm:spPr/>
      <dgm:t>
        <a:bodyPr/>
        <a:lstStyle/>
        <a:p>
          <a:endParaRPr lang="en-IN" sz="2000"/>
        </a:p>
      </dgm:t>
    </dgm:pt>
    <dgm:pt modelId="{612A896A-21D4-49D8-95A5-B7C98F34482E}" type="sibTrans" cxnId="{BB939307-5999-4228-B924-3A9CD70D4711}">
      <dgm:prSet/>
      <dgm:spPr/>
      <dgm:t>
        <a:bodyPr/>
        <a:lstStyle/>
        <a:p>
          <a:endParaRPr lang="en-IN" sz="2000"/>
        </a:p>
      </dgm:t>
    </dgm:pt>
    <dgm:pt modelId="{6FB7CF7C-93E2-4CDA-8D15-79C58352EB04}">
      <dgm:prSet phldrT="[Text]" custT="1"/>
      <dgm:spPr/>
      <dgm:t>
        <a:bodyPr/>
        <a:lstStyle/>
        <a:p>
          <a:r>
            <a:rPr lang="en-US" altLang="en-US" sz="1800" dirty="0"/>
            <a:t>Depolarization of atria</a:t>
          </a:r>
          <a:endParaRPr lang="en-IN" sz="1800" dirty="0"/>
        </a:p>
      </dgm:t>
    </dgm:pt>
    <dgm:pt modelId="{C6960238-3747-4B89-89A7-1E28B7900E3A}" type="parTrans" cxnId="{6E48CA5B-35A4-4431-A3A1-472CD52723C8}">
      <dgm:prSet/>
      <dgm:spPr/>
      <dgm:t>
        <a:bodyPr/>
        <a:lstStyle/>
        <a:p>
          <a:endParaRPr lang="en-IN" sz="2000"/>
        </a:p>
      </dgm:t>
    </dgm:pt>
    <dgm:pt modelId="{DFDDB64B-99D3-4090-B7E3-1D157535170F}" type="sibTrans" cxnId="{6E48CA5B-35A4-4431-A3A1-472CD52723C8}">
      <dgm:prSet/>
      <dgm:spPr/>
      <dgm:t>
        <a:bodyPr/>
        <a:lstStyle/>
        <a:p>
          <a:endParaRPr lang="en-IN" sz="2000"/>
        </a:p>
      </dgm:t>
    </dgm:pt>
    <dgm:pt modelId="{336A832D-47BF-4693-972A-AC4A3D0544BF}">
      <dgm:prSet phldrT="[Text]" custT="1"/>
      <dgm:spPr/>
      <dgm:t>
        <a:bodyPr/>
        <a:lstStyle/>
        <a:p>
          <a:r>
            <a:rPr lang="en-US" altLang="en-US" sz="1800" dirty="0"/>
            <a:t>Atria begin contracting about 25 msec after the start of the P-wave</a:t>
          </a:r>
          <a:endParaRPr lang="en-IN" sz="1800" dirty="0"/>
        </a:p>
      </dgm:t>
    </dgm:pt>
    <dgm:pt modelId="{48121F74-4EA9-4F27-AB2B-5E6B810C86C0}" type="parTrans" cxnId="{70355307-2D62-4AB6-9D34-558468AE05AB}">
      <dgm:prSet/>
      <dgm:spPr/>
      <dgm:t>
        <a:bodyPr/>
        <a:lstStyle/>
        <a:p>
          <a:endParaRPr lang="en-IN" sz="2000"/>
        </a:p>
      </dgm:t>
    </dgm:pt>
    <dgm:pt modelId="{57262096-3FDB-4249-B494-A107DCB031FF}" type="sibTrans" cxnId="{70355307-2D62-4AB6-9D34-558468AE05AB}">
      <dgm:prSet/>
      <dgm:spPr/>
      <dgm:t>
        <a:bodyPr/>
        <a:lstStyle/>
        <a:p>
          <a:endParaRPr lang="en-IN" sz="2000"/>
        </a:p>
      </dgm:t>
    </dgm:pt>
    <dgm:pt modelId="{8084277B-292D-4073-AA34-FC219BB01987}">
      <dgm:prSet phldrT="[Text]" custT="1"/>
      <dgm:spPr/>
      <dgm:t>
        <a:bodyPr/>
        <a:lstStyle/>
        <a:p>
          <a:r>
            <a:rPr lang="en-US" altLang="en-US" sz="1800" dirty="0"/>
            <a:t>QRS-complex</a:t>
          </a:r>
          <a:endParaRPr lang="en-IN" sz="1800" dirty="0"/>
        </a:p>
      </dgm:t>
    </dgm:pt>
    <dgm:pt modelId="{CE76B1AB-DDDB-429B-8B31-A6DFAE855C9A}" type="parTrans" cxnId="{4A0B2393-7FAE-4210-90C6-F0184ED741CB}">
      <dgm:prSet/>
      <dgm:spPr/>
      <dgm:t>
        <a:bodyPr/>
        <a:lstStyle/>
        <a:p>
          <a:endParaRPr lang="en-IN" sz="2000"/>
        </a:p>
      </dgm:t>
    </dgm:pt>
    <dgm:pt modelId="{38BC0252-AB4D-470C-BCDE-EFC6CD8A795B}" type="sibTrans" cxnId="{4A0B2393-7FAE-4210-90C6-F0184ED741CB}">
      <dgm:prSet/>
      <dgm:spPr/>
      <dgm:t>
        <a:bodyPr/>
        <a:lstStyle/>
        <a:p>
          <a:endParaRPr lang="en-IN" sz="2000"/>
        </a:p>
      </dgm:t>
    </dgm:pt>
    <dgm:pt modelId="{999FBFB6-223E-4B4A-820E-70F6B1A9EC1F}">
      <dgm:prSet phldrT="[Text]" custT="1"/>
      <dgm:spPr/>
      <dgm:t>
        <a:bodyPr/>
        <a:lstStyle/>
        <a:p>
          <a:pPr algn="r"/>
          <a:r>
            <a:rPr lang="en-US" altLang="en-US" sz="1800" dirty="0"/>
            <a:t>Ventricular Depolarization</a:t>
          </a:r>
          <a:endParaRPr lang="en-IN" sz="1800" dirty="0"/>
        </a:p>
      </dgm:t>
    </dgm:pt>
    <dgm:pt modelId="{7449BF8E-75FA-4C85-B812-AA7962D0E8A4}" type="parTrans" cxnId="{4F0D26A3-7CA1-4F7B-AE9E-42B5C54A8894}">
      <dgm:prSet/>
      <dgm:spPr/>
      <dgm:t>
        <a:bodyPr/>
        <a:lstStyle/>
        <a:p>
          <a:endParaRPr lang="en-IN" sz="2000"/>
        </a:p>
      </dgm:t>
    </dgm:pt>
    <dgm:pt modelId="{D18EA869-D080-435A-B659-E00E93D4ABDB}" type="sibTrans" cxnId="{4F0D26A3-7CA1-4F7B-AE9E-42B5C54A8894}">
      <dgm:prSet/>
      <dgm:spPr/>
      <dgm:t>
        <a:bodyPr/>
        <a:lstStyle/>
        <a:p>
          <a:endParaRPr lang="en-IN" sz="2000"/>
        </a:p>
      </dgm:t>
    </dgm:pt>
    <dgm:pt modelId="{B1DD4C85-2DFE-4789-BD25-36BD35CA7DA4}">
      <dgm:prSet phldrT="[Text]" custT="1"/>
      <dgm:spPr/>
      <dgm:t>
        <a:bodyPr/>
        <a:lstStyle/>
        <a:p>
          <a:pPr algn="l"/>
          <a:r>
            <a:rPr lang="en-US" altLang="en-US" sz="1800" dirty="0"/>
            <a:t>Ventricles begin contracting shortly after the peak of the R wave</a:t>
          </a:r>
          <a:endParaRPr lang="en-IN" sz="1800" dirty="0"/>
        </a:p>
      </dgm:t>
    </dgm:pt>
    <dgm:pt modelId="{2F3C77A2-5AB8-432B-91DA-38BAA0296120}" type="parTrans" cxnId="{EF8EB8A3-A9BF-4197-A54A-A884676EAE99}">
      <dgm:prSet/>
      <dgm:spPr/>
      <dgm:t>
        <a:bodyPr/>
        <a:lstStyle/>
        <a:p>
          <a:endParaRPr lang="en-IN" sz="2000"/>
        </a:p>
      </dgm:t>
    </dgm:pt>
    <dgm:pt modelId="{5589F6CA-7C85-4DA5-BDF0-4B26BF68D273}" type="sibTrans" cxnId="{EF8EB8A3-A9BF-4197-A54A-A884676EAE99}">
      <dgm:prSet/>
      <dgm:spPr/>
      <dgm:t>
        <a:bodyPr/>
        <a:lstStyle/>
        <a:p>
          <a:endParaRPr lang="en-IN" sz="2000"/>
        </a:p>
      </dgm:t>
    </dgm:pt>
    <dgm:pt modelId="{E08C7E64-664B-4578-910C-D28C25B9E6D9}">
      <dgm:prSet phldrT="[Text]" custT="1"/>
      <dgm:spPr/>
      <dgm:t>
        <a:bodyPr/>
        <a:lstStyle/>
        <a:p>
          <a:r>
            <a:rPr lang="en-US" altLang="en-US" sz="1800" dirty="0"/>
            <a:t>T-wave</a:t>
          </a:r>
          <a:endParaRPr lang="en-IN" sz="1800" dirty="0"/>
        </a:p>
      </dgm:t>
    </dgm:pt>
    <dgm:pt modelId="{6AE83795-81AD-44D6-BE1D-56D5145CF977}" type="parTrans" cxnId="{420E74BC-96CE-455E-BEF1-CD415C57B1F6}">
      <dgm:prSet/>
      <dgm:spPr/>
      <dgm:t>
        <a:bodyPr/>
        <a:lstStyle/>
        <a:p>
          <a:endParaRPr lang="en-IN" sz="2000"/>
        </a:p>
      </dgm:t>
    </dgm:pt>
    <dgm:pt modelId="{28B5593B-094A-47AC-A003-941F8FBF4DB2}" type="sibTrans" cxnId="{420E74BC-96CE-455E-BEF1-CD415C57B1F6}">
      <dgm:prSet/>
      <dgm:spPr/>
      <dgm:t>
        <a:bodyPr/>
        <a:lstStyle/>
        <a:p>
          <a:endParaRPr lang="en-IN" sz="2000"/>
        </a:p>
      </dgm:t>
    </dgm:pt>
    <dgm:pt modelId="{45D4A2AA-D849-40DC-BA78-D2975A9225F7}">
      <dgm:prSet phldrT="[Text]" custT="1"/>
      <dgm:spPr/>
      <dgm:t>
        <a:bodyPr/>
        <a:lstStyle/>
        <a:p>
          <a:r>
            <a:rPr lang="en-US" altLang="en-US" sz="1800" dirty="0"/>
            <a:t>Ventricular Repolarization</a:t>
          </a:r>
          <a:endParaRPr lang="en-IN" sz="1800" dirty="0"/>
        </a:p>
      </dgm:t>
    </dgm:pt>
    <dgm:pt modelId="{55389107-8DA9-4723-9C03-3FD16E325CDD}" type="parTrans" cxnId="{36CE1FEE-EF18-49EF-8423-BCA9CB66F290}">
      <dgm:prSet/>
      <dgm:spPr/>
      <dgm:t>
        <a:bodyPr/>
        <a:lstStyle/>
        <a:p>
          <a:endParaRPr lang="en-IN" sz="2000"/>
        </a:p>
      </dgm:t>
    </dgm:pt>
    <dgm:pt modelId="{9CC8B576-A326-4813-B965-678ADF02D8B0}" type="sibTrans" cxnId="{36CE1FEE-EF18-49EF-8423-BCA9CB66F290}">
      <dgm:prSet/>
      <dgm:spPr/>
      <dgm:t>
        <a:bodyPr/>
        <a:lstStyle/>
        <a:p>
          <a:endParaRPr lang="en-IN" sz="2000"/>
        </a:p>
      </dgm:t>
    </dgm:pt>
    <dgm:pt modelId="{A810D943-F492-4DB9-A3DF-231F10B6FFE8}">
      <dgm:prSet phldrT="[Text]" custT="1"/>
      <dgm:spPr/>
      <dgm:t>
        <a:bodyPr/>
        <a:lstStyle/>
        <a:p>
          <a:pPr algn="just"/>
          <a:r>
            <a:rPr lang="en-US" sz="1800" dirty="0"/>
            <a:t>By counting the number of QRS complex, the heartbeat of a person can be determined</a:t>
          </a:r>
          <a:endParaRPr lang="en-IN" sz="1800" dirty="0"/>
        </a:p>
      </dgm:t>
    </dgm:pt>
    <dgm:pt modelId="{529BF67A-92BF-4279-B073-55CD4E23EF19}" type="parTrans" cxnId="{D1195A10-2288-4087-9591-8FA388D5100D}">
      <dgm:prSet/>
      <dgm:spPr/>
      <dgm:t>
        <a:bodyPr/>
        <a:lstStyle/>
        <a:p>
          <a:endParaRPr lang="en-IN"/>
        </a:p>
      </dgm:t>
    </dgm:pt>
    <dgm:pt modelId="{1D285D61-3486-441F-8C5D-004345348B68}" type="sibTrans" cxnId="{D1195A10-2288-4087-9591-8FA388D5100D}">
      <dgm:prSet/>
      <dgm:spPr/>
      <dgm:t>
        <a:bodyPr/>
        <a:lstStyle/>
        <a:p>
          <a:endParaRPr lang="en-IN"/>
        </a:p>
      </dgm:t>
    </dgm:pt>
    <dgm:pt modelId="{8E9A9646-59E3-411D-B96F-17E35243D04C}" type="pres">
      <dgm:prSet presAssocID="{8E7C061C-BA3B-4997-8773-AADAF911BED9}" presName="Name0" presStyleCnt="0">
        <dgm:presLayoutVars>
          <dgm:chMax/>
          <dgm:chPref val="3"/>
          <dgm:dir/>
          <dgm:animOne val="branch"/>
          <dgm:animLvl val="lvl"/>
        </dgm:presLayoutVars>
      </dgm:prSet>
      <dgm:spPr/>
      <dgm:t>
        <a:bodyPr/>
        <a:lstStyle/>
        <a:p>
          <a:endParaRPr lang="en-IN"/>
        </a:p>
      </dgm:t>
    </dgm:pt>
    <dgm:pt modelId="{54D19A4E-B01A-40E8-A17E-6B2C834AE1BF}" type="pres">
      <dgm:prSet presAssocID="{118CC7AE-2960-4CE9-9DAC-839AE0FC8929}" presName="composite" presStyleCnt="0"/>
      <dgm:spPr/>
    </dgm:pt>
    <dgm:pt modelId="{BB6CD371-6E03-45EB-965D-6F1C76A0BA67}" type="pres">
      <dgm:prSet presAssocID="{118CC7AE-2960-4CE9-9DAC-839AE0FC8929}" presName="FirstChild" presStyleLbl="revTx" presStyleIdx="0" presStyleCnt="5">
        <dgm:presLayoutVars>
          <dgm:chMax val="0"/>
          <dgm:chPref val="0"/>
          <dgm:bulletEnabled val="1"/>
        </dgm:presLayoutVars>
      </dgm:prSet>
      <dgm:spPr/>
      <dgm:t>
        <a:bodyPr/>
        <a:lstStyle/>
        <a:p>
          <a:endParaRPr lang="en-IN"/>
        </a:p>
      </dgm:t>
    </dgm:pt>
    <dgm:pt modelId="{2F0C3DD3-AF51-48C3-B05D-3F3CF3903C86}" type="pres">
      <dgm:prSet presAssocID="{118CC7AE-2960-4CE9-9DAC-839AE0FC8929}" presName="Parent" presStyleLbl="alignNode1" presStyleIdx="0" presStyleCnt="3">
        <dgm:presLayoutVars>
          <dgm:chMax val="3"/>
          <dgm:chPref val="3"/>
          <dgm:bulletEnabled val="1"/>
        </dgm:presLayoutVars>
      </dgm:prSet>
      <dgm:spPr/>
      <dgm:t>
        <a:bodyPr/>
        <a:lstStyle/>
        <a:p>
          <a:endParaRPr lang="en-IN"/>
        </a:p>
      </dgm:t>
    </dgm:pt>
    <dgm:pt modelId="{DABAF22D-5C15-459A-960C-2EE8F3679A5A}" type="pres">
      <dgm:prSet presAssocID="{118CC7AE-2960-4CE9-9DAC-839AE0FC8929}" presName="Accent" presStyleLbl="parChTrans1D1" presStyleIdx="0" presStyleCnt="3"/>
      <dgm:spPr/>
    </dgm:pt>
    <dgm:pt modelId="{4B7CD071-C0E8-4C06-9B6E-7C43DDEA5B5C}" type="pres">
      <dgm:prSet presAssocID="{118CC7AE-2960-4CE9-9DAC-839AE0FC8929}" presName="Child" presStyleLbl="revTx" presStyleIdx="1" presStyleCnt="5" custScaleY="66147">
        <dgm:presLayoutVars>
          <dgm:chMax val="0"/>
          <dgm:chPref val="0"/>
          <dgm:bulletEnabled val="1"/>
        </dgm:presLayoutVars>
      </dgm:prSet>
      <dgm:spPr/>
      <dgm:t>
        <a:bodyPr/>
        <a:lstStyle/>
        <a:p>
          <a:endParaRPr lang="en-IN"/>
        </a:p>
      </dgm:t>
    </dgm:pt>
    <dgm:pt modelId="{3E8426D9-591E-4C8F-A4CF-63B1F5557EDC}" type="pres">
      <dgm:prSet presAssocID="{612A896A-21D4-49D8-95A5-B7C98F34482E}" presName="sibTrans" presStyleCnt="0"/>
      <dgm:spPr/>
    </dgm:pt>
    <dgm:pt modelId="{CFA4B168-6AAB-4080-BD22-5C1F652CBB7D}" type="pres">
      <dgm:prSet presAssocID="{8084277B-292D-4073-AA34-FC219BB01987}" presName="composite" presStyleCnt="0"/>
      <dgm:spPr/>
    </dgm:pt>
    <dgm:pt modelId="{F3D07A0A-32A7-4EA2-AE07-37C772BFE425}" type="pres">
      <dgm:prSet presAssocID="{8084277B-292D-4073-AA34-FC219BB01987}" presName="FirstChild" presStyleLbl="revTx" presStyleIdx="2" presStyleCnt="5" custScaleX="84159" custLinFactNeighborX="2552">
        <dgm:presLayoutVars>
          <dgm:chMax val="0"/>
          <dgm:chPref val="0"/>
          <dgm:bulletEnabled val="1"/>
        </dgm:presLayoutVars>
      </dgm:prSet>
      <dgm:spPr/>
      <dgm:t>
        <a:bodyPr/>
        <a:lstStyle/>
        <a:p>
          <a:endParaRPr lang="en-IN"/>
        </a:p>
      </dgm:t>
    </dgm:pt>
    <dgm:pt modelId="{A9A28109-4EC5-41EC-8A51-E8B6E4955F66}" type="pres">
      <dgm:prSet presAssocID="{8084277B-292D-4073-AA34-FC219BB01987}" presName="Parent" presStyleLbl="alignNode1" presStyleIdx="1" presStyleCnt="3" custScaleX="132048" custLinFactNeighborX="12698">
        <dgm:presLayoutVars>
          <dgm:chMax val="3"/>
          <dgm:chPref val="3"/>
          <dgm:bulletEnabled val="1"/>
        </dgm:presLayoutVars>
      </dgm:prSet>
      <dgm:spPr/>
      <dgm:t>
        <a:bodyPr/>
        <a:lstStyle/>
        <a:p>
          <a:endParaRPr lang="en-IN"/>
        </a:p>
      </dgm:t>
    </dgm:pt>
    <dgm:pt modelId="{0746E39F-1DD7-49A3-A346-22B6613C61B5}" type="pres">
      <dgm:prSet presAssocID="{8084277B-292D-4073-AA34-FC219BB01987}" presName="Accent" presStyleLbl="parChTrans1D1" presStyleIdx="1" presStyleCnt="3"/>
      <dgm:spPr/>
    </dgm:pt>
    <dgm:pt modelId="{1201541A-9EB6-4D30-893B-34C88CA1C9F4}" type="pres">
      <dgm:prSet presAssocID="{8084277B-292D-4073-AA34-FC219BB01987}" presName="Child" presStyleLbl="revTx" presStyleIdx="3" presStyleCnt="5" custScaleY="136673" custLinFactNeighborX="-236">
        <dgm:presLayoutVars>
          <dgm:chMax val="0"/>
          <dgm:chPref val="0"/>
          <dgm:bulletEnabled val="1"/>
        </dgm:presLayoutVars>
      </dgm:prSet>
      <dgm:spPr/>
      <dgm:t>
        <a:bodyPr/>
        <a:lstStyle/>
        <a:p>
          <a:endParaRPr lang="en-IN"/>
        </a:p>
      </dgm:t>
    </dgm:pt>
    <dgm:pt modelId="{6B96D460-CC00-4B94-8C6C-04270D736A70}" type="pres">
      <dgm:prSet presAssocID="{38BC0252-AB4D-470C-BCDE-EFC6CD8A795B}" presName="sibTrans" presStyleCnt="0"/>
      <dgm:spPr/>
    </dgm:pt>
    <dgm:pt modelId="{021805CB-8E51-4770-9C04-9DE5E6AEB088}" type="pres">
      <dgm:prSet presAssocID="{E08C7E64-664B-4578-910C-D28C25B9E6D9}" presName="composite" presStyleCnt="0"/>
      <dgm:spPr/>
    </dgm:pt>
    <dgm:pt modelId="{3716DCC9-1668-4606-80B3-343B01244ACE}" type="pres">
      <dgm:prSet presAssocID="{E08C7E64-664B-4578-910C-D28C25B9E6D9}" presName="FirstChild" presStyleLbl="revTx" presStyleIdx="4" presStyleCnt="5">
        <dgm:presLayoutVars>
          <dgm:chMax val="0"/>
          <dgm:chPref val="0"/>
          <dgm:bulletEnabled val="1"/>
        </dgm:presLayoutVars>
      </dgm:prSet>
      <dgm:spPr/>
      <dgm:t>
        <a:bodyPr/>
        <a:lstStyle/>
        <a:p>
          <a:endParaRPr lang="en-IN"/>
        </a:p>
      </dgm:t>
    </dgm:pt>
    <dgm:pt modelId="{BC97AE12-3E19-4663-99E4-CC8D8DDBD85A}" type="pres">
      <dgm:prSet presAssocID="{E08C7E64-664B-4578-910C-D28C25B9E6D9}" presName="Parent" presStyleLbl="alignNode1" presStyleIdx="2" presStyleCnt="3">
        <dgm:presLayoutVars>
          <dgm:chMax val="3"/>
          <dgm:chPref val="3"/>
          <dgm:bulletEnabled val="1"/>
        </dgm:presLayoutVars>
      </dgm:prSet>
      <dgm:spPr/>
      <dgm:t>
        <a:bodyPr/>
        <a:lstStyle/>
        <a:p>
          <a:endParaRPr lang="en-IN"/>
        </a:p>
      </dgm:t>
    </dgm:pt>
    <dgm:pt modelId="{C95D1BBF-6CB4-47CA-83C5-CDE1B669BE3B}" type="pres">
      <dgm:prSet presAssocID="{E08C7E64-664B-4578-910C-D28C25B9E6D9}" presName="Accent" presStyleLbl="parChTrans1D1" presStyleIdx="2" presStyleCnt="3"/>
      <dgm:spPr/>
    </dgm:pt>
  </dgm:ptLst>
  <dgm:cxnLst>
    <dgm:cxn modelId="{565D354E-9FD8-4014-91C1-1FE56EE29628}" type="presOf" srcId="{B1DD4C85-2DFE-4789-BD25-36BD35CA7DA4}" destId="{1201541A-9EB6-4D30-893B-34C88CA1C9F4}" srcOrd="0" destOrd="0" presId="urn:microsoft.com/office/officeart/2011/layout/TabList"/>
    <dgm:cxn modelId="{23A00F8F-9B35-4DF4-8E16-0B88452CFDF0}" type="presOf" srcId="{45D4A2AA-D849-40DC-BA78-D2975A9225F7}" destId="{3716DCC9-1668-4606-80B3-343B01244ACE}" srcOrd="0" destOrd="0" presId="urn:microsoft.com/office/officeart/2011/layout/TabList"/>
    <dgm:cxn modelId="{420E74BC-96CE-455E-BEF1-CD415C57B1F6}" srcId="{8E7C061C-BA3B-4997-8773-AADAF911BED9}" destId="{E08C7E64-664B-4578-910C-D28C25B9E6D9}" srcOrd="2" destOrd="0" parTransId="{6AE83795-81AD-44D6-BE1D-56D5145CF977}" sibTransId="{28B5593B-094A-47AC-A003-941F8FBF4DB2}"/>
    <dgm:cxn modelId="{4A0B2393-7FAE-4210-90C6-F0184ED741CB}" srcId="{8E7C061C-BA3B-4997-8773-AADAF911BED9}" destId="{8084277B-292D-4073-AA34-FC219BB01987}" srcOrd="1" destOrd="0" parTransId="{CE76B1AB-DDDB-429B-8B31-A6DFAE855C9A}" sibTransId="{38BC0252-AB4D-470C-BCDE-EFC6CD8A795B}"/>
    <dgm:cxn modelId="{BB939307-5999-4228-B924-3A9CD70D4711}" srcId="{8E7C061C-BA3B-4997-8773-AADAF911BED9}" destId="{118CC7AE-2960-4CE9-9DAC-839AE0FC8929}" srcOrd="0" destOrd="0" parTransId="{8C541641-3147-47F0-A31E-B9BBD7DA3DCC}" sibTransId="{612A896A-21D4-49D8-95A5-B7C98F34482E}"/>
    <dgm:cxn modelId="{36CE1FEE-EF18-49EF-8423-BCA9CB66F290}" srcId="{E08C7E64-664B-4578-910C-D28C25B9E6D9}" destId="{45D4A2AA-D849-40DC-BA78-D2975A9225F7}" srcOrd="0" destOrd="0" parTransId="{55389107-8DA9-4723-9C03-3FD16E325CDD}" sibTransId="{9CC8B576-A326-4813-B965-678ADF02D8B0}"/>
    <dgm:cxn modelId="{2708AB1E-6B81-4540-A91A-F17C74F189E9}" type="presOf" srcId="{999FBFB6-223E-4B4A-820E-70F6B1A9EC1F}" destId="{F3D07A0A-32A7-4EA2-AE07-37C772BFE425}" srcOrd="0" destOrd="0" presId="urn:microsoft.com/office/officeart/2011/layout/TabList"/>
    <dgm:cxn modelId="{70355307-2D62-4AB6-9D34-558468AE05AB}" srcId="{118CC7AE-2960-4CE9-9DAC-839AE0FC8929}" destId="{336A832D-47BF-4693-972A-AC4A3D0544BF}" srcOrd="1" destOrd="0" parTransId="{48121F74-4EA9-4F27-AB2B-5E6B810C86C0}" sibTransId="{57262096-3FDB-4249-B494-A107DCB031FF}"/>
    <dgm:cxn modelId="{97E65689-4727-49D3-977B-F42F53640A94}" type="presOf" srcId="{8084277B-292D-4073-AA34-FC219BB01987}" destId="{A9A28109-4EC5-41EC-8A51-E8B6E4955F66}" srcOrd="0" destOrd="0" presId="urn:microsoft.com/office/officeart/2011/layout/TabList"/>
    <dgm:cxn modelId="{4F0D26A3-7CA1-4F7B-AE9E-42B5C54A8894}" srcId="{8084277B-292D-4073-AA34-FC219BB01987}" destId="{999FBFB6-223E-4B4A-820E-70F6B1A9EC1F}" srcOrd="0" destOrd="0" parTransId="{7449BF8E-75FA-4C85-B812-AA7962D0E8A4}" sibTransId="{D18EA869-D080-435A-B659-E00E93D4ABDB}"/>
    <dgm:cxn modelId="{3B0182C3-9200-4F66-B721-73D7A587DDC9}" type="presOf" srcId="{6FB7CF7C-93E2-4CDA-8D15-79C58352EB04}" destId="{BB6CD371-6E03-45EB-965D-6F1C76A0BA67}" srcOrd="0" destOrd="0" presId="urn:microsoft.com/office/officeart/2011/layout/TabList"/>
    <dgm:cxn modelId="{D1195A10-2288-4087-9591-8FA388D5100D}" srcId="{8084277B-292D-4073-AA34-FC219BB01987}" destId="{A810D943-F492-4DB9-A3DF-231F10B6FFE8}" srcOrd="2" destOrd="0" parTransId="{529BF67A-92BF-4279-B073-55CD4E23EF19}" sibTransId="{1D285D61-3486-441F-8C5D-004345348B68}"/>
    <dgm:cxn modelId="{134C532A-9845-4EEA-8549-0D82B4B10E44}" type="presOf" srcId="{8E7C061C-BA3B-4997-8773-AADAF911BED9}" destId="{8E9A9646-59E3-411D-B96F-17E35243D04C}" srcOrd="0" destOrd="0" presId="urn:microsoft.com/office/officeart/2011/layout/TabList"/>
    <dgm:cxn modelId="{F0208340-EDA1-4996-A8E7-ED184DFCA833}" type="presOf" srcId="{A810D943-F492-4DB9-A3DF-231F10B6FFE8}" destId="{1201541A-9EB6-4D30-893B-34C88CA1C9F4}" srcOrd="0" destOrd="1" presId="urn:microsoft.com/office/officeart/2011/layout/TabList"/>
    <dgm:cxn modelId="{7890959C-C177-41DB-86A9-B566B6B3A398}" type="presOf" srcId="{336A832D-47BF-4693-972A-AC4A3D0544BF}" destId="{4B7CD071-C0E8-4C06-9B6E-7C43DDEA5B5C}" srcOrd="0" destOrd="0" presId="urn:microsoft.com/office/officeart/2011/layout/TabList"/>
    <dgm:cxn modelId="{CC03317B-B2E2-4417-8FB9-B6C5F4707DF3}" type="presOf" srcId="{E08C7E64-664B-4578-910C-D28C25B9E6D9}" destId="{BC97AE12-3E19-4663-99E4-CC8D8DDBD85A}" srcOrd="0" destOrd="0" presId="urn:microsoft.com/office/officeart/2011/layout/TabList"/>
    <dgm:cxn modelId="{791D5E5B-14FB-4E30-B19E-35637683EA75}" type="presOf" srcId="{118CC7AE-2960-4CE9-9DAC-839AE0FC8929}" destId="{2F0C3DD3-AF51-48C3-B05D-3F3CF3903C86}" srcOrd="0" destOrd="0" presId="urn:microsoft.com/office/officeart/2011/layout/TabList"/>
    <dgm:cxn modelId="{6E48CA5B-35A4-4431-A3A1-472CD52723C8}" srcId="{118CC7AE-2960-4CE9-9DAC-839AE0FC8929}" destId="{6FB7CF7C-93E2-4CDA-8D15-79C58352EB04}" srcOrd="0" destOrd="0" parTransId="{C6960238-3747-4B89-89A7-1E28B7900E3A}" sibTransId="{DFDDB64B-99D3-4090-B7E3-1D157535170F}"/>
    <dgm:cxn modelId="{EF8EB8A3-A9BF-4197-A54A-A884676EAE99}" srcId="{8084277B-292D-4073-AA34-FC219BB01987}" destId="{B1DD4C85-2DFE-4789-BD25-36BD35CA7DA4}" srcOrd="1" destOrd="0" parTransId="{2F3C77A2-5AB8-432B-91DA-38BAA0296120}" sibTransId="{5589F6CA-7C85-4DA5-BDF0-4B26BF68D273}"/>
    <dgm:cxn modelId="{102F7646-604F-49FA-943A-EC839A57C6DA}" type="presParOf" srcId="{8E9A9646-59E3-411D-B96F-17E35243D04C}" destId="{54D19A4E-B01A-40E8-A17E-6B2C834AE1BF}" srcOrd="0" destOrd="0" presId="urn:microsoft.com/office/officeart/2011/layout/TabList"/>
    <dgm:cxn modelId="{9ABB8F4F-4CFD-42C4-AA54-F98098C1576E}" type="presParOf" srcId="{54D19A4E-B01A-40E8-A17E-6B2C834AE1BF}" destId="{BB6CD371-6E03-45EB-965D-6F1C76A0BA67}" srcOrd="0" destOrd="0" presId="urn:microsoft.com/office/officeart/2011/layout/TabList"/>
    <dgm:cxn modelId="{0FB41BA3-701F-407B-9AA2-E5E8DD8710AC}" type="presParOf" srcId="{54D19A4E-B01A-40E8-A17E-6B2C834AE1BF}" destId="{2F0C3DD3-AF51-48C3-B05D-3F3CF3903C86}" srcOrd="1" destOrd="0" presId="urn:microsoft.com/office/officeart/2011/layout/TabList"/>
    <dgm:cxn modelId="{EB4114A7-DE91-4B43-AFB9-C3075656DAD8}" type="presParOf" srcId="{54D19A4E-B01A-40E8-A17E-6B2C834AE1BF}" destId="{DABAF22D-5C15-459A-960C-2EE8F3679A5A}" srcOrd="2" destOrd="0" presId="urn:microsoft.com/office/officeart/2011/layout/TabList"/>
    <dgm:cxn modelId="{78ADCDF5-4C0D-48D2-9EAE-038001ED88A3}" type="presParOf" srcId="{8E9A9646-59E3-411D-B96F-17E35243D04C}" destId="{4B7CD071-C0E8-4C06-9B6E-7C43DDEA5B5C}" srcOrd="1" destOrd="0" presId="urn:microsoft.com/office/officeart/2011/layout/TabList"/>
    <dgm:cxn modelId="{04BD4E7B-4A24-46BF-B9DC-FBD7999A3CF5}" type="presParOf" srcId="{8E9A9646-59E3-411D-B96F-17E35243D04C}" destId="{3E8426D9-591E-4C8F-A4CF-63B1F5557EDC}" srcOrd="2" destOrd="0" presId="urn:microsoft.com/office/officeart/2011/layout/TabList"/>
    <dgm:cxn modelId="{BAA344CA-6673-46A6-A375-573DB7AD364A}" type="presParOf" srcId="{8E9A9646-59E3-411D-B96F-17E35243D04C}" destId="{CFA4B168-6AAB-4080-BD22-5C1F652CBB7D}" srcOrd="3" destOrd="0" presId="urn:microsoft.com/office/officeart/2011/layout/TabList"/>
    <dgm:cxn modelId="{147426E7-8B0C-4708-873F-52290140C70B}" type="presParOf" srcId="{CFA4B168-6AAB-4080-BD22-5C1F652CBB7D}" destId="{F3D07A0A-32A7-4EA2-AE07-37C772BFE425}" srcOrd="0" destOrd="0" presId="urn:microsoft.com/office/officeart/2011/layout/TabList"/>
    <dgm:cxn modelId="{95D31A1F-8AC2-42DF-8273-845ADBA6AC5F}" type="presParOf" srcId="{CFA4B168-6AAB-4080-BD22-5C1F652CBB7D}" destId="{A9A28109-4EC5-41EC-8A51-E8B6E4955F66}" srcOrd="1" destOrd="0" presId="urn:microsoft.com/office/officeart/2011/layout/TabList"/>
    <dgm:cxn modelId="{2575C443-E7B9-4BD7-98BD-CBF2FBACA68C}" type="presParOf" srcId="{CFA4B168-6AAB-4080-BD22-5C1F652CBB7D}" destId="{0746E39F-1DD7-49A3-A346-22B6613C61B5}" srcOrd="2" destOrd="0" presId="urn:microsoft.com/office/officeart/2011/layout/TabList"/>
    <dgm:cxn modelId="{5D626D62-CA3F-4FCE-8030-D1F7329D081B}" type="presParOf" srcId="{8E9A9646-59E3-411D-B96F-17E35243D04C}" destId="{1201541A-9EB6-4D30-893B-34C88CA1C9F4}" srcOrd="4" destOrd="0" presId="urn:microsoft.com/office/officeart/2011/layout/TabList"/>
    <dgm:cxn modelId="{320C7A42-0B1E-457A-9105-080865E072DB}" type="presParOf" srcId="{8E9A9646-59E3-411D-B96F-17E35243D04C}" destId="{6B96D460-CC00-4B94-8C6C-04270D736A70}" srcOrd="5" destOrd="0" presId="urn:microsoft.com/office/officeart/2011/layout/TabList"/>
    <dgm:cxn modelId="{A86D585A-A25B-46D1-A3F7-5B5369EFFE39}" type="presParOf" srcId="{8E9A9646-59E3-411D-B96F-17E35243D04C}" destId="{021805CB-8E51-4770-9C04-9DE5E6AEB088}" srcOrd="6" destOrd="0" presId="urn:microsoft.com/office/officeart/2011/layout/TabList"/>
    <dgm:cxn modelId="{014A6EBC-01D8-4B71-A976-F979E87B5AF5}" type="presParOf" srcId="{021805CB-8E51-4770-9C04-9DE5E6AEB088}" destId="{3716DCC9-1668-4606-80B3-343B01244ACE}" srcOrd="0" destOrd="0" presId="urn:microsoft.com/office/officeart/2011/layout/TabList"/>
    <dgm:cxn modelId="{4A626927-B290-4613-8F81-7BF4CC3D2B5D}" type="presParOf" srcId="{021805CB-8E51-4770-9C04-9DE5E6AEB088}" destId="{BC97AE12-3E19-4663-99E4-CC8D8DDBD85A}" srcOrd="1" destOrd="0" presId="urn:microsoft.com/office/officeart/2011/layout/TabList"/>
    <dgm:cxn modelId="{878065F6-ED5E-4C4C-B0DD-F6AA2A7A19D9}" type="presParOf" srcId="{021805CB-8E51-4770-9C04-9DE5E6AEB088}" destId="{C95D1BBF-6CB4-47CA-83C5-CDE1B669BE3B}" srcOrd="2" destOrd="0" presId="urn:microsoft.com/office/officeart/2011/layout/Tab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CFA5AE1-669E-4569-BA8B-6FF0089F2E8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C6989552-E3D6-498A-ADE7-344A717ABF07}">
      <dgm:prSet phldrT="[Text]" custT="1"/>
      <dgm:spPr/>
      <dgm:t>
        <a:bodyPr/>
        <a:lstStyle/>
        <a:p>
          <a:r>
            <a:rPr lang="en-IN" sz="2400" b="1" dirty="0">
              <a:latin typeface="Times New Roman" panose="02020603050405020304" pitchFamily="18" charset="0"/>
              <a:cs typeface="Times New Roman" panose="02020603050405020304" pitchFamily="18" charset="0"/>
            </a:rPr>
            <a:t>CHARCTERISTICS OF NORMAL ECG</a:t>
          </a:r>
          <a:endParaRPr lang="en-IN" sz="2400" dirty="0"/>
        </a:p>
      </dgm:t>
    </dgm:pt>
    <dgm:pt modelId="{C7C5D507-5688-4CCA-90E7-7709114266DA}" type="parTrans" cxnId="{3732137A-6666-4837-A1D4-86BC0E99755C}">
      <dgm:prSet/>
      <dgm:spPr/>
      <dgm:t>
        <a:bodyPr/>
        <a:lstStyle/>
        <a:p>
          <a:endParaRPr lang="en-IN" sz="1600"/>
        </a:p>
      </dgm:t>
    </dgm:pt>
    <dgm:pt modelId="{46288739-A3DA-4A74-BFB5-DA67B2E40BF1}" type="sibTrans" cxnId="{3732137A-6666-4837-A1D4-86BC0E99755C}">
      <dgm:prSet/>
      <dgm:spPr/>
      <dgm:t>
        <a:bodyPr/>
        <a:lstStyle/>
        <a:p>
          <a:endParaRPr lang="en-IN" sz="1600"/>
        </a:p>
      </dgm:t>
    </dgm:pt>
    <dgm:pt modelId="{DAEBA1E8-5257-4D93-9FD2-E147F1C57586}">
      <dgm:prSet custT="1"/>
      <dgm:spPr/>
      <dgm:t>
        <a:bodyPr/>
        <a:lstStyle/>
        <a:p>
          <a:pPr algn="just"/>
          <a:r>
            <a:rPr lang="en-US" sz="2200" dirty="0"/>
            <a:t>The QRS complex is caused by potentials generated when the ventricles depolarize prior to contraction, that is as the depolarization wave spreads through the ventricles.</a:t>
          </a:r>
          <a:endParaRPr lang="en-US" sz="2200" b="1" dirty="0"/>
        </a:p>
      </dgm:t>
    </dgm:pt>
    <dgm:pt modelId="{AE81FCFD-03E0-42C4-AE4B-B0AB66BD7E1A}" type="parTrans" cxnId="{F36B25A6-B339-4721-BEF3-DD6E2F20A50A}">
      <dgm:prSet/>
      <dgm:spPr/>
      <dgm:t>
        <a:bodyPr/>
        <a:lstStyle/>
        <a:p>
          <a:endParaRPr lang="en-IN" sz="1600"/>
        </a:p>
      </dgm:t>
    </dgm:pt>
    <dgm:pt modelId="{EAEC7B78-364E-405B-A53B-A6A5D532B054}" type="sibTrans" cxnId="{F36B25A6-B339-4721-BEF3-DD6E2F20A50A}">
      <dgm:prSet/>
      <dgm:spPr/>
      <dgm:t>
        <a:bodyPr/>
        <a:lstStyle/>
        <a:p>
          <a:endParaRPr lang="en-IN" sz="1600"/>
        </a:p>
      </dgm:t>
    </dgm:pt>
    <dgm:pt modelId="{43FD63D7-0FBF-4A43-979D-FD72F64B14B4}">
      <dgm:prSet custT="1"/>
      <dgm:spPr/>
      <dgm:t>
        <a:bodyPr/>
        <a:lstStyle/>
        <a:p>
          <a:pPr algn="just"/>
          <a:r>
            <a:rPr lang="en-US" sz="2200" dirty="0"/>
            <a:t>The </a:t>
          </a:r>
          <a:r>
            <a:rPr lang="en-US" sz="2200" b="1" dirty="0"/>
            <a:t>T wave </a:t>
          </a:r>
          <a:r>
            <a:rPr lang="en-US" sz="2200" dirty="0"/>
            <a:t>is caused by potentials generated as the ventricles recover from the state of depolarization. This wave is known as the “</a:t>
          </a:r>
          <a:r>
            <a:rPr lang="en-US" sz="2200" b="1" dirty="0"/>
            <a:t>repolarization wave</a:t>
          </a:r>
          <a:r>
            <a:rPr lang="en-US" sz="2200" dirty="0"/>
            <a:t>.”</a:t>
          </a:r>
        </a:p>
      </dgm:t>
    </dgm:pt>
    <dgm:pt modelId="{5FE11A35-63AA-456D-9330-0DA4D7E0A82A}" type="parTrans" cxnId="{51237393-7FB4-46AB-A7D2-8DAA70DFDC0A}">
      <dgm:prSet/>
      <dgm:spPr/>
      <dgm:t>
        <a:bodyPr/>
        <a:lstStyle/>
        <a:p>
          <a:endParaRPr lang="en-IN" sz="1600"/>
        </a:p>
      </dgm:t>
    </dgm:pt>
    <dgm:pt modelId="{AEBB6B34-AF47-426D-96F9-238D264830C3}" type="sibTrans" cxnId="{51237393-7FB4-46AB-A7D2-8DAA70DFDC0A}">
      <dgm:prSet/>
      <dgm:spPr/>
      <dgm:t>
        <a:bodyPr/>
        <a:lstStyle/>
        <a:p>
          <a:endParaRPr lang="en-IN" sz="1600"/>
        </a:p>
      </dgm:t>
    </dgm:pt>
    <dgm:pt modelId="{EAF13C6E-D9CB-4F0B-B960-9F587396350A}">
      <dgm:prSet custT="1"/>
      <dgm:spPr/>
      <dgm:t>
        <a:bodyPr/>
        <a:lstStyle/>
        <a:p>
          <a:pPr algn="just"/>
          <a:r>
            <a:rPr lang="en-US" sz="2200" dirty="0"/>
            <a:t>‘U' waves are thought to represent the repolarization of the Purkinje fibers. However, the exact source of the U wave remains unclear.</a:t>
          </a:r>
        </a:p>
      </dgm:t>
    </dgm:pt>
    <dgm:pt modelId="{AC79717D-3603-497D-A1CA-9B20C59A5323}" type="parTrans" cxnId="{F4FFAFE1-BA8F-486F-B712-6CDC2DE43251}">
      <dgm:prSet/>
      <dgm:spPr/>
      <dgm:t>
        <a:bodyPr/>
        <a:lstStyle/>
        <a:p>
          <a:endParaRPr lang="en-IN" sz="1600"/>
        </a:p>
      </dgm:t>
    </dgm:pt>
    <dgm:pt modelId="{4ED3FA59-4907-4AC1-9965-9A3388026DA5}" type="sibTrans" cxnId="{F4FFAFE1-BA8F-486F-B712-6CDC2DE43251}">
      <dgm:prSet/>
      <dgm:spPr/>
      <dgm:t>
        <a:bodyPr/>
        <a:lstStyle/>
        <a:p>
          <a:endParaRPr lang="en-IN" sz="1600"/>
        </a:p>
      </dgm:t>
    </dgm:pt>
    <dgm:pt modelId="{A7082092-37F5-48D3-9B8A-E3E450A0952B}">
      <dgm:prSet custT="1"/>
      <dgm:spPr/>
      <dgm:t>
        <a:bodyPr/>
        <a:lstStyle/>
        <a:p>
          <a:pPr algn="just"/>
          <a:r>
            <a:rPr lang="en-US" sz="2200" dirty="0"/>
            <a:t>Therefore, both the </a:t>
          </a:r>
          <a:r>
            <a:rPr lang="en-US" sz="2200" b="1" dirty="0"/>
            <a:t>P waves </a:t>
          </a:r>
          <a:r>
            <a:rPr lang="en-US" sz="2200" dirty="0"/>
            <a:t>and the components of the </a:t>
          </a:r>
          <a:r>
            <a:rPr lang="en-US" sz="2200" b="1" dirty="0"/>
            <a:t>QRS complex </a:t>
          </a:r>
          <a:r>
            <a:rPr lang="en-US" sz="2200" dirty="0"/>
            <a:t>are </a:t>
          </a:r>
          <a:r>
            <a:rPr lang="en-US" sz="2200" b="1" dirty="0"/>
            <a:t>“depolariza­tion waves.”</a:t>
          </a:r>
        </a:p>
      </dgm:t>
    </dgm:pt>
    <dgm:pt modelId="{4B4A699A-C1B6-4556-8CC6-4E94BED7D470}" type="parTrans" cxnId="{7FA37141-A795-4D4F-B8F4-F3E76B7BCC2C}">
      <dgm:prSet/>
      <dgm:spPr/>
      <dgm:t>
        <a:bodyPr/>
        <a:lstStyle/>
        <a:p>
          <a:endParaRPr lang="en-IN" sz="1600"/>
        </a:p>
      </dgm:t>
    </dgm:pt>
    <dgm:pt modelId="{9DFD57C1-C672-481D-98A2-3EB25BF979F4}" type="sibTrans" cxnId="{7FA37141-A795-4D4F-B8F4-F3E76B7BCC2C}">
      <dgm:prSet/>
      <dgm:spPr/>
      <dgm:t>
        <a:bodyPr/>
        <a:lstStyle/>
        <a:p>
          <a:endParaRPr lang="en-IN" sz="1600"/>
        </a:p>
      </dgm:t>
    </dgm:pt>
    <dgm:pt modelId="{8E69CD04-C31E-4C3D-AD7B-0215C98F024A}">
      <dgm:prSet custT="1"/>
      <dgm:spPr/>
      <dgm:t>
        <a:bodyPr/>
        <a:lstStyle/>
        <a:p>
          <a:pPr algn="just"/>
          <a:r>
            <a:rPr lang="en-US" sz="2200" dirty="0"/>
            <a:t>Thus, the electrocardiogram is composed of both depolarization and repolarization waves.</a:t>
          </a:r>
        </a:p>
      </dgm:t>
    </dgm:pt>
    <dgm:pt modelId="{0AFF78FF-0D8F-432A-8F1D-3779B08640B5}" type="parTrans" cxnId="{85743ED0-737B-4B0E-940A-35013331E64F}">
      <dgm:prSet/>
      <dgm:spPr/>
      <dgm:t>
        <a:bodyPr/>
        <a:lstStyle/>
        <a:p>
          <a:endParaRPr lang="en-IN" sz="1600"/>
        </a:p>
      </dgm:t>
    </dgm:pt>
    <dgm:pt modelId="{FD089990-96C0-46B0-B5C9-9675EE2FAF01}" type="sibTrans" cxnId="{85743ED0-737B-4B0E-940A-35013331E64F}">
      <dgm:prSet/>
      <dgm:spPr/>
      <dgm:t>
        <a:bodyPr/>
        <a:lstStyle/>
        <a:p>
          <a:endParaRPr lang="en-IN" sz="1600"/>
        </a:p>
      </dgm:t>
    </dgm:pt>
    <dgm:pt modelId="{BB16C099-DDAA-4289-A4E5-F8ED896D713A}">
      <dgm:prSet phldrT="[Text]" custT="1"/>
      <dgm:spPr/>
      <dgm:t>
        <a:bodyPr/>
        <a:lstStyle/>
        <a:p>
          <a:pPr algn="just"/>
          <a:r>
            <a:rPr lang="en-US" sz="2200" dirty="0"/>
            <a:t>The P wave is caused by electri­cal potentials generated as the atria depolarize prior to contraction. </a:t>
          </a:r>
          <a:endParaRPr lang="en-IN" sz="2200" b="0" dirty="0"/>
        </a:p>
      </dgm:t>
    </dgm:pt>
    <dgm:pt modelId="{750469AA-1A8E-441C-8241-C262554539CF}" type="parTrans" cxnId="{F2E2AD3D-A169-4355-9AAA-CCDA71201255}">
      <dgm:prSet/>
      <dgm:spPr/>
      <dgm:t>
        <a:bodyPr/>
        <a:lstStyle/>
        <a:p>
          <a:endParaRPr lang="en-IN"/>
        </a:p>
      </dgm:t>
    </dgm:pt>
    <dgm:pt modelId="{C5A6DBD7-D991-4BD8-91E5-056C5354A543}" type="sibTrans" cxnId="{F2E2AD3D-A169-4355-9AAA-CCDA71201255}">
      <dgm:prSet/>
      <dgm:spPr/>
      <dgm:t>
        <a:bodyPr/>
        <a:lstStyle/>
        <a:p>
          <a:endParaRPr lang="en-IN"/>
        </a:p>
      </dgm:t>
    </dgm:pt>
    <dgm:pt modelId="{DD172889-4DDD-4B43-9A66-87775B25041D}" type="pres">
      <dgm:prSet presAssocID="{BCFA5AE1-669E-4569-BA8B-6FF0089F2E81}" presName="linear" presStyleCnt="0">
        <dgm:presLayoutVars>
          <dgm:animLvl val="lvl"/>
          <dgm:resizeHandles val="exact"/>
        </dgm:presLayoutVars>
      </dgm:prSet>
      <dgm:spPr/>
      <dgm:t>
        <a:bodyPr/>
        <a:lstStyle/>
        <a:p>
          <a:endParaRPr lang="en-IN"/>
        </a:p>
      </dgm:t>
    </dgm:pt>
    <dgm:pt modelId="{350A10B4-E1FD-4564-8D5C-1F10E9702A08}" type="pres">
      <dgm:prSet presAssocID="{C6989552-E3D6-498A-ADE7-344A717ABF07}" presName="parentText" presStyleLbl="node1" presStyleIdx="0" presStyleCnt="1">
        <dgm:presLayoutVars>
          <dgm:chMax val="0"/>
          <dgm:bulletEnabled val="1"/>
        </dgm:presLayoutVars>
      </dgm:prSet>
      <dgm:spPr/>
      <dgm:t>
        <a:bodyPr/>
        <a:lstStyle/>
        <a:p>
          <a:endParaRPr lang="en-IN"/>
        </a:p>
      </dgm:t>
    </dgm:pt>
    <dgm:pt modelId="{407DF501-3CC2-4D4E-80CD-15E1EEA5BB40}" type="pres">
      <dgm:prSet presAssocID="{C6989552-E3D6-498A-ADE7-344A717ABF07}" presName="childText" presStyleLbl="revTx" presStyleIdx="0" presStyleCnt="1" custScaleX="100000">
        <dgm:presLayoutVars>
          <dgm:bulletEnabled val="1"/>
        </dgm:presLayoutVars>
      </dgm:prSet>
      <dgm:spPr/>
      <dgm:t>
        <a:bodyPr/>
        <a:lstStyle/>
        <a:p>
          <a:endParaRPr lang="en-IN"/>
        </a:p>
      </dgm:t>
    </dgm:pt>
  </dgm:ptLst>
  <dgm:cxnLst>
    <dgm:cxn modelId="{F2E2AD3D-A169-4355-9AAA-CCDA71201255}" srcId="{C6989552-E3D6-498A-ADE7-344A717ABF07}" destId="{BB16C099-DDAA-4289-A4E5-F8ED896D713A}" srcOrd="0" destOrd="0" parTransId="{750469AA-1A8E-441C-8241-C262554539CF}" sibTransId="{C5A6DBD7-D991-4BD8-91E5-056C5354A543}"/>
    <dgm:cxn modelId="{E48E6AA5-4FE6-41A7-A8B5-020E9E8EE01E}" type="presOf" srcId="{43FD63D7-0FBF-4A43-979D-FD72F64B14B4}" destId="{407DF501-3CC2-4D4E-80CD-15E1EEA5BB40}" srcOrd="0" destOrd="3" presId="urn:microsoft.com/office/officeart/2005/8/layout/vList2"/>
    <dgm:cxn modelId="{B8D5B5E3-E688-462B-8D5A-77942ACA6EF6}" type="presOf" srcId="{C6989552-E3D6-498A-ADE7-344A717ABF07}" destId="{350A10B4-E1FD-4564-8D5C-1F10E9702A08}" srcOrd="0" destOrd="0" presId="urn:microsoft.com/office/officeart/2005/8/layout/vList2"/>
    <dgm:cxn modelId="{F36B25A6-B339-4721-BEF3-DD6E2F20A50A}" srcId="{C6989552-E3D6-498A-ADE7-344A717ABF07}" destId="{DAEBA1E8-5257-4D93-9FD2-E147F1C57586}" srcOrd="1" destOrd="0" parTransId="{AE81FCFD-03E0-42C4-AE4B-B0AB66BD7E1A}" sibTransId="{EAEC7B78-364E-405B-A53B-A6A5D532B054}"/>
    <dgm:cxn modelId="{85743ED0-737B-4B0E-940A-35013331E64F}" srcId="{C6989552-E3D6-498A-ADE7-344A717ABF07}" destId="{8E69CD04-C31E-4C3D-AD7B-0215C98F024A}" srcOrd="4" destOrd="0" parTransId="{0AFF78FF-0D8F-432A-8F1D-3779B08640B5}" sibTransId="{FD089990-96C0-46B0-B5C9-9675EE2FAF01}"/>
    <dgm:cxn modelId="{058201AC-BA13-41BA-9E29-820A4B81F68F}" type="presOf" srcId="{A7082092-37F5-48D3-9B8A-E3E450A0952B}" destId="{407DF501-3CC2-4D4E-80CD-15E1EEA5BB40}" srcOrd="0" destOrd="2" presId="urn:microsoft.com/office/officeart/2005/8/layout/vList2"/>
    <dgm:cxn modelId="{51237393-7FB4-46AB-A7D2-8DAA70DFDC0A}" srcId="{C6989552-E3D6-498A-ADE7-344A717ABF07}" destId="{43FD63D7-0FBF-4A43-979D-FD72F64B14B4}" srcOrd="3" destOrd="0" parTransId="{5FE11A35-63AA-456D-9330-0DA4D7E0A82A}" sibTransId="{AEBB6B34-AF47-426D-96F9-238D264830C3}"/>
    <dgm:cxn modelId="{CB991AE7-BCD9-4C0D-B1FB-E2FF8B92F50D}" type="presOf" srcId="{DAEBA1E8-5257-4D93-9FD2-E147F1C57586}" destId="{407DF501-3CC2-4D4E-80CD-15E1EEA5BB40}" srcOrd="0" destOrd="1" presId="urn:microsoft.com/office/officeart/2005/8/layout/vList2"/>
    <dgm:cxn modelId="{E5920A27-A4B9-4AA4-8C32-083D5805609A}" type="presOf" srcId="{8E69CD04-C31E-4C3D-AD7B-0215C98F024A}" destId="{407DF501-3CC2-4D4E-80CD-15E1EEA5BB40}" srcOrd="0" destOrd="4" presId="urn:microsoft.com/office/officeart/2005/8/layout/vList2"/>
    <dgm:cxn modelId="{7C8FEF8E-1D4E-438B-AA1F-59214EB0FBC4}" type="presOf" srcId="{EAF13C6E-D9CB-4F0B-B960-9F587396350A}" destId="{407DF501-3CC2-4D4E-80CD-15E1EEA5BB40}" srcOrd="0" destOrd="5" presId="urn:microsoft.com/office/officeart/2005/8/layout/vList2"/>
    <dgm:cxn modelId="{F4FFAFE1-BA8F-486F-B712-6CDC2DE43251}" srcId="{C6989552-E3D6-498A-ADE7-344A717ABF07}" destId="{EAF13C6E-D9CB-4F0B-B960-9F587396350A}" srcOrd="5" destOrd="0" parTransId="{AC79717D-3603-497D-A1CA-9B20C59A5323}" sibTransId="{4ED3FA59-4907-4AC1-9965-9A3388026DA5}"/>
    <dgm:cxn modelId="{4C926799-1D70-48A7-BCA5-F6F6387554CA}" type="presOf" srcId="{BB16C099-DDAA-4289-A4E5-F8ED896D713A}" destId="{407DF501-3CC2-4D4E-80CD-15E1EEA5BB40}" srcOrd="0" destOrd="0" presId="urn:microsoft.com/office/officeart/2005/8/layout/vList2"/>
    <dgm:cxn modelId="{7FA37141-A795-4D4F-B8F4-F3E76B7BCC2C}" srcId="{C6989552-E3D6-498A-ADE7-344A717ABF07}" destId="{A7082092-37F5-48D3-9B8A-E3E450A0952B}" srcOrd="2" destOrd="0" parTransId="{4B4A699A-C1B6-4556-8CC6-4E94BED7D470}" sibTransId="{9DFD57C1-C672-481D-98A2-3EB25BF979F4}"/>
    <dgm:cxn modelId="{1B26C9ED-BBF2-46F5-992A-A5F4E32471B8}" type="presOf" srcId="{BCFA5AE1-669E-4569-BA8B-6FF0089F2E81}" destId="{DD172889-4DDD-4B43-9A66-87775B25041D}" srcOrd="0" destOrd="0" presId="urn:microsoft.com/office/officeart/2005/8/layout/vList2"/>
    <dgm:cxn modelId="{3732137A-6666-4837-A1D4-86BC0E99755C}" srcId="{BCFA5AE1-669E-4569-BA8B-6FF0089F2E81}" destId="{C6989552-E3D6-498A-ADE7-344A717ABF07}" srcOrd="0" destOrd="0" parTransId="{C7C5D507-5688-4CCA-90E7-7709114266DA}" sibTransId="{46288739-A3DA-4A74-BFB5-DA67B2E40BF1}"/>
    <dgm:cxn modelId="{74BAFB70-34DA-4F85-B449-F7E01DBD0B2E}" type="presParOf" srcId="{DD172889-4DDD-4B43-9A66-87775B25041D}" destId="{350A10B4-E1FD-4564-8D5C-1F10E9702A08}" srcOrd="0" destOrd="0" presId="urn:microsoft.com/office/officeart/2005/8/layout/vList2"/>
    <dgm:cxn modelId="{8E66F89E-A7BF-4217-B8C8-0DC0595C6E74}" type="presParOf" srcId="{DD172889-4DDD-4B43-9A66-87775B25041D}" destId="{407DF501-3CC2-4D4E-80CD-15E1EEA5BB40}"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E987382-E36E-4C7E-9BB6-AE2A7E7D67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BA79DED1-A1E3-4F84-A6BA-00F41BDAADE0}">
      <dgm:prSet phldrT="[Text]"/>
      <dgm:spPr/>
      <dgm:t>
        <a:bodyPr/>
        <a:lstStyle/>
        <a:p>
          <a:r>
            <a:rPr lang="en-US" altLang="en-US" dirty="0">
              <a:solidFill>
                <a:schemeClr val="bg1"/>
              </a:solidFill>
            </a:rPr>
            <a:t>Electrocardiogram intervals/segments</a:t>
          </a:r>
          <a:endParaRPr lang="en-IN" dirty="0">
            <a:solidFill>
              <a:schemeClr val="bg1"/>
            </a:solidFill>
          </a:endParaRPr>
        </a:p>
      </dgm:t>
    </dgm:pt>
    <dgm:pt modelId="{2CB566F8-97AC-46D7-A9D1-7C96A7E2738D}" type="parTrans" cxnId="{79026C86-6C4D-4D67-9B6E-511E575E0647}">
      <dgm:prSet/>
      <dgm:spPr/>
      <dgm:t>
        <a:bodyPr/>
        <a:lstStyle/>
        <a:p>
          <a:endParaRPr lang="en-IN"/>
        </a:p>
      </dgm:t>
    </dgm:pt>
    <dgm:pt modelId="{A41AA7EB-6604-41ED-9180-CD48F93BB953}" type="sibTrans" cxnId="{79026C86-6C4D-4D67-9B6E-511E575E0647}">
      <dgm:prSet/>
      <dgm:spPr/>
      <dgm:t>
        <a:bodyPr/>
        <a:lstStyle/>
        <a:p>
          <a:endParaRPr lang="en-IN"/>
        </a:p>
      </dgm:t>
    </dgm:pt>
    <dgm:pt modelId="{DF5F9A71-18DD-4780-B38E-4DBD7967B85D}">
      <dgm:prSet phldrT="[Text]"/>
      <dgm:spPr/>
      <dgm:t>
        <a:bodyPr/>
        <a:lstStyle/>
        <a:p>
          <a:pPr algn="just"/>
          <a:r>
            <a:rPr lang="en-US" altLang="en-US" b="1" dirty="0"/>
            <a:t>Segments</a:t>
          </a:r>
          <a:r>
            <a:rPr lang="en-US" altLang="en-US" dirty="0"/>
            <a:t> – extend from the end of one wave to the start of another</a:t>
          </a:r>
          <a:endParaRPr lang="en-IN" dirty="0"/>
        </a:p>
      </dgm:t>
    </dgm:pt>
    <dgm:pt modelId="{BA37F631-F875-4A36-91D9-7C9E8B7E4A44}" type="parTrans" cxnId="{F6953CBB-D991-4A21-8663-906119067F77}">
      <dgm:prSet/>
      <dgm:spPr/>
      <dgm:t>
        <a:bodyPr/>
        <a:lstStyle/>
        <a:p>
          <a:endParaRPr lang="en-IN"/>
        </a:p>
      </dgm:t>
    </dgm:pt>
    <dgm:pt modelId="{70DEC15B-E9DF-4BE2-A233-5F057A4873ED}" type="sibTrans" cxnId="{F6953CBB-D991-4A21-8663-906119067F77}">
      <dgm:prSet/>
      <dgm:spPr/>
      <dgm:t>
        <a:bodyPr/>
        <a:lstStyle/>
        <a:p>
          <a:endParaRPr lang="en-IN"/>
        </a:p>
      </dgm:t>
    </dgm:pt>
    <dgm:pt modelId="{80F0619F-171D-4C57-A131-29F2F5E83C93}">
      <dgm:prSet phldrT="[Text]"/>
      <dgm:spPr/>
      <dgm:t>
        <a:bodyPr/>
        <a:lstStyle/>
        <a:p>
          <a:pPr algn="just"/>
          <a:r>
            <a:rPr lang="en-US" altLang="en-US" b="1" dirty="0"/>
            <a:t>P-R interval</a:t>
          </a:r>
          <a:r>
            <a:rPr lang="en-US" altLang="en-US" dirty="0"/>
            <a:t>: Start of atrial depolarization to start of QRS </a:t>
          </a:r>
          <a:endParaRPr lang="en-IN" dirty="0"/>
        </a:p>
      </dgm:t>
    </dgm:pt>
    <dgm:pt modelId="{2C2BCB52-397E-4637-AC80-A3E874A1FD15}" type="parTrans" cxnId="{906EF986-771B-4EDD-84E3-7E411D50CB7D}">
      <dgm:prSet/>
      <dgm:spPr/>
      <dgm:t>
        <a:bodyPr/>
        <a:lstStyle/>
        <a:p>
          <a:endParaRPr lang="en-IN"/>
        </a:p>
      </dgm:t>
    </dgm:pt>
    <dgm:pt modelId="{3EE252D9-CD25-470F-85A4-AFA16BEC5ADC}" type="sibTrans" cxnId="{906EF986-771B-4EDD-84E3-7E411D50CB7D}">
      <dgm:prSet/>
      <dgm:spPr/>
      <dgm:t>
        <a:bodyPr/>
        <a:lstStyle/>
        <a:p>
          <a:endParaRPr lang="en-IN"/>
        </a:p>
      </dgm:t>
    </dgm:pt>
    <dgm:pt modelId="{C172A80B-F6C2-4236-BB21-297AF3FE22A9}">
      <dgm:prSet phldrT="[Text]"/>
      <dgm:spPr/>
      <dgm:t>
        <a:bodyPr/>
        <a:lstStyle/>
        <a:p>
          <a:pPr algn="just"/>
          <a:r>
            <a:rPr lang="en-US" altLang="en-US" b="1" dirty="0"/>
            <a:t>Q-T interval</a:t>
          </a:r>
          <a:r>
            <a:rPr lang="en-US" altLang="en-US" dirty="0"/>
            <a:t>: Time required for ventricles to undergo a single cycle of depolarization and repolarization; measured from end of P-R to end of T</a:t>
          </a:r>
          <a:endParaRPr lang="en-IN" dirty="0"/>
        </a:p>
      </dgm:t>
    </dgm:pt>
    <dgm:pt modelId="{5D0908D3-7961-42AD-B5D7-6D158C2FE4D6}" type="parTrans" cxnId="{745E2D72-DEA6-496F-8A57-C999D9731C83}">
      <dgm:prSet/>
      <dgm:spPr/>
      <dgm:t>
        <a:bodyPr/>
        <a:lstStyle/>
        <a:p>
          <a:endParaRPr lang="en-IN"/>
        </a:p>
      </dgm:t>
    </dgm:pt>
    <dgm:pt modelId="{70685CA4-D62C-4645-9FE1-C8D8142FCA75}" type="sibTrans" cxnId="{745E2D72-DEA6-496F-8A57-C999D9731C83}">
      <dgm:prSet/>
      <dgm:spPr/>
      <dgm:t>
        <a:bodyPr/>
        <a:lstStyle/>
        <a:p>
          <a:endParaRPr lang="en-IN"/>
        </a:p>
      </dgm:t>
    </dgm:pt>
    <dgm:pt modelId="{FED2B335-7F77-49E9-889F-D08120BAD944}" type="pres">
      <dgm:prSet presAssocID="{BE987382-E36E-4C7E-9BB6-AE2A7E7D6716}" presName="Name0" presStyleCnt="0">
        <dgm:presLayoutVars>
          <dgm:dir/>
          <dgm:animLvl val="lvl"/>
          <dgm:resizeHandles val="exact"/>
        </dgm:presLayoutVars>
      </dgm:prSet>
      <dgm:spPr/>
      <dgm:t>
        <a:bodyPr/>
        <a:lstStyle/>
        <a:p>
          <a:endParaRPr lang="en-IN"/>
        </a:p>
      </dgm:t>
    </dgm:pt>
    <dgm:pt modelId="{3112EA16-0E71-4548-B939-41A9339981AF}" type="pres">
      <dgm:prSet presAssocID="{BA79DED1-A1E3-4F84-A6BA-00F41BDAADE0}" presName="composite" presStyleCnt="0"/>
      <dgm:spPr/>
    </dgm:pt>
    <dgm:pt modelId="{06D25E52-223D-4F74-9A1C-EF7B1D414FE9}" type="pres">
      <dgm:prSet presAssocID="{BA79DED1-A1E3-4F84-A6BA-00F41BDAADE0}" presName="parTx" presStyleLbl="alignNode1" presStyleIdx="0" presStyleCnt="1">
        <dgm:presLayoutVars>
          <dgm:chMax val="0"/>
          <dgm:chPref val="0"/>
          <dgm:bulletEnabled val="1"/>
        </dgm:presLayoutVars>
      </dgm:prSet>
      <dgm:spPr/>
      <dgm:t>
        <a:bodyPr/>
        <a:lstStyle/>
        <a:p>
          <a:endParaRPr lang="en-IN"/>
        </a:p>
      </dgm:t>
    </dgm:pt>
    <dgm:pt modelId="{6D021EB0-6BCA-4559-AD09-6D1851360109}" type="pres">
      <dgm:prSet presAssocID="{BA79DED1-A1E3-4F84-A6BA-00F41BDAADE0}" presName="desTx" presStyleLbl="alignAccFollowNode1" presStyleIdx="0" presStyleCnt="1">
        <dgm:presLayoutVars>
          <dgm:bulletEnabled val="1"/>
        </dgm:presLayoutVars>
      </dgm:prSet>
      <dgm:spPr/>
      <dgm:t>
        <a:bodyPr/>
        <a:lstStyle/>
        <a:p>
          <a:endParaRPr lang="en-IN"/>
        </a:p>
      </dgm:t>
    </dgm:pt>
  </dgm:ptLst>
  <dgm:cxnLst>
    <dgm:cxn modelId="{79026C86-6C4D-4D67-9B6E-511E575E0647}" srcId="{BE987382-E36E-4C7E-9BB6-AE2A7E7D6716}" destId="{BA79DED1-A1E3-4F84-A6BA-00F41BDAADE0}" srcOrd="0" destOrd="0" parTransId="{2CB566F8-97AC-46D7-A9D1-7C96A7E2738D}" sibTransId="{A41AA7EB-6604-41ED-9180-CD48F93BB953}"/>
    <dgm:cxn modelId="{745E2D72-DEA6-496F-8A57-C999D9731C83}" srcId="{BA79DED1-A1E3-4F84-A6BA-00F41BDAADE0}" destId="{C172A80B-F6C2-4236-BB21-297AF3FE22A9}" srcOrd="2" destOrd="0" parTransId="{5D0908D3-7961-42AD-B5D7-6D158C2FE4D6}" sibTransId="{70685CA4-D62C-4645-9FE1-C8D8142FCA75}"/>
    <dgm:cxn modelId="{F6953CBB-D991-4A21-8663-906119067F77}" srcId="{BA79DED1-A1E3-4F84-A6BA-00F41BDAADE0}" destId="{DF5F9A71-18DD-4780-B38E-4DBD7967B85D}" srcOrd="0" destOrd="0" parTransId="{BA37F631-F875-4A36-91D9-7C9E8B7E4A44}" sibTransId="{70DEC15B-E9DF-4BE2-A233-5F057A4873ED}"/>
    <dgm:cxn modelId="{C6C21EA3-DB06-4F62-8336-76A535B5684B}" type="presOf" srcId="{BE987382-E36E-4C7E-9BB6-AE2A7E7D6716}" destId="{FED2B335-7F77-49E9-889F-D08120BAD944}" srcOrd="0" destOrd="0" presId="urn:microsoft.com/office/officeart/2005/8/layout/hList1"/>
    <dgm:cxn modelId="{5E6DBA10-11C7-436D-A91B-CEBBF861AFD7}" type="presOf" srcId="{DF5F9A71-18DD-4780-B38E-4DBD7967B85D}" destId="{6D021EB0-6BCA-4559-AD09-6D1851360109}" srcOrd="0" destOrd="0" presId="urn:microsoft.com/office/officeart/2005/8/layout/hList1"/>
    <dgm:cxn modelId="{28DCF421-1D90-4465-8E13-F5F56E4A3CE0}" type="presOf" srcId="{BA79DED1-A1E3-4F84-A6BA-00F41BDAADE0}" destId="{06D25E52-223D-4F74-9A1C-EF7B1D414FE9}" srcOrd="0" destOrd="0" presId="urn:microsoft.com/office/officeart/2005/8/layout/hList1"/>
    <dgm:cxn modelId="{7CA1F5D3-06AB-4242-B558-8355D17310B5}" type="presOf" srcId="{80F0619F-171D-4C57-A131-29F2F5E83C93}" destId="{6D021EB0-6BCA-4559-AD09-6D1851360109}" srcOrd="0" destOrd="1" presId="urn:microsoft.com/office/officeart/2005/8/layout/hList1"/>
    <dgm:cxn modelId="{ADECE1F9-4D80-4908-8229-B42A74141D6A}" type="presOf" srcId="{C172A80B-F6C2-4236-BB21-297AF3FE22A9}" destId="{6D021EB0-6BCA-4559-AD09-6D1851360109}" srcOrd="0" destOrd="2" presId="urn:microsoft.com/office/officeart/2005/8/layout/hList1"/>
    <dgm:cxn modelId="{906EF986-771B-4EDD-84E3-7E411D50CB7D}" srcId="{BA79DED1-A1E3-4F84-A6BA-00F41BDAADE0}" destId="{80F0619F-171D-4C57-A131-29F2F5E83C93}" srcOrd="1" destOrd="0" parTransId="{2C2BCB52-397E-4637-AC80-A3E874A1FD15}" sibTransId="{3EE252D9-CD25-470F-85A4-AFA16BEC5ADC}"/>
    <dgm:cxn modelId="{7F66F780-29E9-4D33-9CEF-28693776E83D}" type="presParOf" srcId="{FED2B335-7F77-49E9-889F-D08120BAD944}" destId="{3112EA16-0E71-4548-B939-41A9339981AF}" srcOrd="0" destOrd="0" presId="urn:microsoft.com/office/officeart/2005/8/layout/hList1"/>
    <dgm:cxn modelId="{F63AB9E7-5979-4BE3-A51B-D8FEA5DF9C08}" type="presParOf" srcId="{3112EA16-0E71-4548-B939-41A9339981AF}" destId="{06D25E52-223D-4F74-9A1C-EF7B1D414FE9}" srcOrd="0" destOrd="0" presId="urn:microsoft.com/office/officeart/2005/8/layout/hList1"/>
    <dgm:cxn modelId="{9342014A-AC1C-4CFB-90C6-BD637706583F}" type="presParOf" srcId="{3112EA16-0E71-4548-B939-41A9339981AF}" destId="{6D021EB0-6BCA-4559-AD09-6D1851360109}"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9D11816-A6CE-4402-9D88-3CFE32E55300}" type="doc">
      <dgm:prSet loTypeId="urn:microsoft.com/office/officeart/2005/8/layout/vList2" loCatId="list" qsTypeId="urn:microsoft.com/office/officeart/2005/8/quickstyle/3d2" qsCatId="3D" csTypeId="urn:microsoft.com/office/officeart/2005/8/colors/accent1_2" csCatId="accent1" phldr="1"/>
      <dgm:spPr/>
      <dgm:t>
        <a:bodyPr/>
        <a:lstStyle/>
        <a:p>
          <a:endParaRPr lang="en-IN"/>
        </a:p>
      </dgm:t>
    </dgm:pt>
    <dgm:pt modelId="{E1842173-9B94-4AF1-AD99-D9015CD41C2C}">
      <dgm:prSet phldrT="[Text]" custT="1"/>
      <dgm:spPr/>
      <dgm:t>
        <a:bodyPr/>
        <a:lstStyle/>
        <a:p>
          <a:pPr algn="just"/>
          <a:r>
            <a:rPr lang="en-US" sz="2000" b="1" i="0" dirty="0">
              <a:effectLst/>
              <a:latin typeface="+mn-lt"/>
            </a:rPr>
            <a:t>The Abnormal P wave</a:t>
          </a:r>
          <a:r>
            <a:rPr lang="en-US" sz="2000" b="0" i="0" dirty="0">
              <a:effectLst/>
              <a:latin typeface="+mn-lt"/>
            </a:rPr>
            <a:t>: Elevation or depression of the PTA segment (the part between the P wave and the beginning of the QRS complex) can result from </a:t>
          </a:r>
          <a:r>
            <a:rPr lang="en-US" sz="2000" b="1" i="0" dirty="0">
              <a:effectLst/>
              <a:latin typeface="+mn-lt"/>
            </a:rPr>
            <a:t>atrial infarction or pericarditis</a:t>
          </a:r>
          <a:r>
            <a:rPr lang="en-US" sz="2000" b="0" i="0" dirty="0">
              <a:effectLst/>
              <a:latin typeface="+mn-lt"/>
            </a:rPr>
            <a:t>. </a:t>
          </a:r>
          <a:endParaRPr lang="en-IN" sz="2000" dirty="0">
            <a:latin typeface="+mn-lt"/>
          </a:endParaRPr>
        </a:p>
      </dgm:t>
    </dgm:pt>
    <dgm:pt modelId="{ACD67281-B563-4969-8593-7498CC3AA289}" type="parTrans" cxnId="{B18B2324-82FD-4A43-81F9-579D32C1EEB0}">
      <dgm:prSet/>
      <dgm:spPr/>
      <dgm:t>
        <a:bodyPr/>
        <a:lstStyle/>
        <a:p>
          <a:pPr algn="just"/>
          <a:endParaRPr lang="en-IN" sz="2000">
            <a:latin typeface="+mn-lt"/>
          </a:endParaRPr>
        </a:p>
      </dgm:t>
    </dgm:pt>
    <dgm:pt modelId="{9464D790-900D-4B7A-A5AF-11E73FB80C21}" type="sibTrans" cxnId="{B18B2324-82FD-4A43-81F9-579D32C1EEB0}">
      <dgm:prSet/>
      <dgm:spPr/>
      <dgm:t>
        <a:bodyPr/>
        <a:lstStyle/>
        <a:p>
          <a:pPr algn="just"/>
          <a:endParaRPr lang="en-IN" sz="2000">
            <a:latin typeface="+mn-lt"/>
          </a:endParaRPr>
        </a:p>
      </dgm:t>
    </dgm:pt>
    <dgm:pt modelId="{FC3658C1-7137-4BD2-A84B-91A42E2C222D}">
      <dgm:prSet phldrT="[Text]" custT="1"/>
      <dgm:spPr/>
      <dgm:t>
        <a:bodyPr/>
        <a:lstStyle/>
        <a:p>
          <a:pPr algn="just"/>
          <a:r>
            <a:rPr lang="en-US" sz="2000" dirty="0">
              <a:latin typeface="+mn-lt"/>
            </a:rPr>
            <a:t>Enlargement of auricles can predicted by P wave</a:t>
          </a:r>
          <a:endParaRPr lang="en-IN" sz="2000" dirty="0">
            <a:latin typeface="+mn-lt"/>
          </a:endParaRPr>
        </a:p>
      </dgm:t>
    </dgm:pt>
    <dgm:pt modelId="{9E30B857-1397-41C0-8BFC-19B3CEF6A3CB}" type="parTrans" cxnId="{9BC85C7F-2740-4624-8EDE-55EB5016E437}">
      <dgm:prSet/>
      <dgm:spPr/>
      <dgm:t>
        <a:bodyPr/>
        <a:lstStyle/>
        <a:p>
          <a:pPr algn="just"/>
          <a:endParaRPr lang="en-IN" sz="2000">
            <a:latin typeface="+mn-lt"/>
          </a:endParaRPr>
        </a:p>
      </dgm:t>
    </dgm:pt>
    <dgm:pt modelId="{F9FD500C-03E8-4299-821F-EE9333C4673F}" type="sibTrans" cxnId="{9BC85C7F-2740-4624-8EDE-55EB5016E437}">
      <dgm:prSet/>
      <dgm:spPr/>
      <dgm:t>
        <a:bodyPr/>
        <a:lstStyle/>
        <a:p>
          <a:pPr algn="just"/>
          <a:endParaRPr lang="en-IN" sz="2000">
            <a:latin typeface="+mn-lt"/>
          </a:endParaRPr>
        </a:p>
      </dgm:t>
    </dgm:pt>
    <dgm:pt modelId="{6A3193EA-C2FC-4B6B-AD45-002E616C4A37}">
      <dgm:prSet phldrT="[Text]" custT="1"/>
      <dgm:spPr/>
      <dgm:t>
        <a:bodyPr/>
        <a:lstStyle/>
        <a:p>
          <a:pPr algn="just"/>
          <a:r>
            <a:rPr lang="en-US" sz="2000" b="0" i="0" dirty="0">
              <a:effectLst/>
              <a:latin typeface="+mn-lt"/>
            </a:rPr>
            <a:t>Shape of an abnormal QRS complex varies from almost normal to wide and bizarre and/or slurred and notched. </a:t>
          </a:r>
          <a:endParaRPr lang="en-IN" sz="2000" dirty="0">
            <a:latin typeface="+mn-lt"/>
          </a:endParaRPr>
        </a:p>
      </dgm:t>
    </dgm:pt>
    <dgm:pt modelId="{164D7183-992A-4097-832F-A02A6747AF45}" type="parTrans" cxnId="{A16316A4-28DC-4E2D-96A4-8841AF9D37BF}">
      <dgm:prSet/>
      <dgm:spPr/>
      <dgm:t>
        <a:bodyPr/>
        <a:lstStyle/>
        <a:p>
          <a:pPr algn="just"/>
          <a:endParaRPr lang="en-IN" sz="2000">
            <a:latin typeface="+mn-lt"/>
          </a:endParaRPr>
        </a:p>
      </dgm:t>
    </dgm:pt>
    <dgm:pt modelId="{2DCE87A1-E398-4935-BE3F-DE24396A10E6}" type="sibTrans" cxnId="{A16316A4-28DC-4E2D-96A4-8841AF9D37BF}">
      <dgm:prSet/>
      <dgm:spPr/>
      <dgm:t>
        <a:bodyPr/>
        <a:lstStyle/>
        <a:p>
          <a:pPr algn="just"/>
          <a:endParaRPr lang="en-IN" sz="2000">
            <a:latin typeface="+mn-lt"/>
          </a:endParaRPr>
        </a:p>
      </dgm:t>
    </dgm:pt>
    <dgm:pt modelId="{C714DB08-76AC-4B80-B8E7-BDF746255C92}">
      <dgm:prSet phldrT="[Text]" custT="1"/>
      <dgm:spPr/>
      <dgm:t>
        <a:bodyPr/>
        <a:lstStyle/>
        <a:p>
          <a:pPr algn="just"/>
          <a:r>
            <a:rPr lang="en-US" sz="2000" b="0" i="0" dirty="0">
              <a:effectLst/>
              <a:latin typeface="+mn-lt"/>
            </a:rPr>
            <a:t>Tall QRS complexes are usually caused by hypertrophy of one or both ventricles, or by an abnormal pacemaker or aberrantly conducted beat.</a:t>
          </a:r>
          <a:endParaRPr lang="en-IN" sz="2000" dirty="0">
            <a:latin typeface="+mn-lt"/>
          </a:endParaRPr>
        </a:p>
      </dgm:t>
    </dgm:pt>
    <dgm:pt modelId="{8A2F6208-95D1-411A-8A1F-EDBF923DA247}" type="parTrans" cxnId="{01EB227C-210D-4D6D-BF82-8F4903379314}">
      <dgm:prSet/>
      <dgm:spPr/>
      <dgm:t>
        <a:bodyPr/>
        <a:lstStyle/>
        <a:p>
          <a:pPr algn="just"/>
          <a:endParaRPr lang="en-IN" sz="2000">
            <a:latin typeface="+mn-lt"/>
          </a:endParaRPr>
        </a:p>
      </dgm:t>
    </dgm:pt>
    <dgm:pt modelId="{8FE7ABCA-77A7-4E45-B889-8A83B82F34B9}" type="sibTrans" cxnId="{01EB227C-210D-4D6D-BF82-8F4903379314}">
      <dgm:prSet/>
      <dgm:spPr/>
      <dgm:t>
        <a:bodyPr/>
        <a:lstStyle/>
        <a:p>
          <a:pPr algn="just"/>
          <a:endParaRPr lang="en-IN" sz="2000">
            <a:latin typeface="+mn-lt"/>
          </a:endParaRPr>
        </a:p>
      </dgm:t>
    </dgm:pt>
    <dgm:pt modelId="{E6B4E558-06D5-4D11-AF5E-3E764C87B532}">
      <dgm:prSet phldrT="[Text]" custT="1"/>
      <dgm:spPr/>
      <dgm:t>
        <a:bodyPr/>
        <a:lstStyle/>
        <a:p>
          <a:pPr algn="just"/>
          <a:r>
            <a:rPr lang="en-US" sz="2000" b="0" i="0" dirty="0">
              <a:effectLst/>
              <a:latin typeface="+mn-lt"/>
            </a:rPr>
            <a:t>T‐wave abnormalities in the setting of non‐ST‐segment elevation acute coronary syndromes are related to the presence of </a:t>
          </a:r>
          <a:r>
            <a:rPr lang="en-US" sz="2000" b="1" i="0" dirty="0">
              <a:effectLst/>
              <a:latin typeface="+mn-lt"/>
            </a:rPr>
            <a:t>myocardial edema</a:t>
          </a:r>
          <a:r>
            <a:rPr lang="en-US" sz="2000" b="0" i="0" dirty="0">
              <a:effectLst/>
              <a:latin typeface="+mn-lt"/>
            </a:rPr>
            <a:t>. </a:t>
          </a:r>
          <a:endParaRPr lang="en-IN" sz="2000" dirty="0">
            <a:latin typeface="+mn-lt"/>
          </a:endParaRPr>
        </a:p>
      </dgm:t>
    </dgm:pt>
    <dgm:pt modelId="{3C39B9A1-A679-480F-B738-0C7814DD4FF4}" type="parTrans" cxnId="{C1D2B565-11D4-493A-8E88-23CB6351BE20}">
      <dgm:prSet/>
      <dgm:spPr/>
      <dgm:t>
        <a:bodyPr/>
        <a:lstStyle/>
        <a:p>
          <a:pPr algn="just"/>
          <a:endParaRPr lang="en-IN" sz="2000">
            <a:latin typeface="+mn-lt"/>
          </a:endParaRPr>
        </a:p>
      </dgm:t>
    </dgm:pt>
    <dgm:pt modelId="{7E00C3D7-664F-4370-A0E0-0635A5084207}" type="sibTrans" cxnId="{C1D2B565-11D4-493A-8E88-23CB6351BE20}">
      <dgm:prSet/>
      <dgm:spPr/>
      <dgm:t>
        <a:bodyPr/>
        <a:lstStyle/>
        <a:p>
          <a:pPr algn="just"/>
          <a:endParaRPr lang="en-IN" sz="2000">
            <a:latin typeface="+mn-lt"/>
          </a:endParaRPr>
        </a:p>
      </dgm:t>
    </dgm:pt>
    <dgm:pt modelId="{377CBA4C-5CE7-4CF4-9ACA-344198DB8950}">
      <dgm:prSet phldrT="[Text]" custT="1"/>
      <dgm:spPr/>
      <dgm:t>
        <a:bodyPr/>
        <a:lstStyle/>
        <a:p>
          <a:pPr algn="just"/>
          <a:r>
            <a:rPr lang="en-US" sz="2000" b="0" i="0">
              <a:effectLst/>
              <a:latin typeface="+mn-lt"/>
            </a:rPr>
            <a:t>If </a:t>
          </a:r>
          <a:r>
            <a:rPr lang="en-US" sz="2000" b="0" i="0" dirty="0">
              <a:effectLst/>
              <a:latin typeface="+mn-lt"/>
            </a:rPr>
            <a:t>the p-wave is enlarged, the atria are enlarged.</a:t>
          </a:r>
          <a:endParaRPr lang="en-IN" sz="2000" dirty="0">
            <a:latin typeface="+mn-lt"/>
          </a:endParaRPr>
        </a:p>
      </dgm:t>
    </dgm:pt>
    <dgm:pt modelId="{3BB4A7E4-B151-412C-9E41-D201DD4BCFE6}" type="parTrans" cxnId="{00E6EE50-7B18-47F3-9DAC-A5BA1DF469FF}">
      <dgm:prSet/>
      <dgm:spPr/>
      <dgm:t>
        <a:bodyPr/>
        <a:lstStyle/>
        <a:p>
          <a:endParaRPr lang="en-IN" sz="1600"/>
        </a:p>
      </dgm:t>
    </dgm:pt>
    <dgm:pt modelId="{8EC9DA3E-A3AB-4DC0-98F7-9802CDD073D9}" type="sibTrans" cxnId="{00E6EE50-7B18-47F3-9DAC-A5BA1DF469FF}">
      <dgm:prSet/>
      <dgm:spPr/>
      <dgm:t>
        <a:bodyPr/>
        <a:lstStyle/>
        <a:p>
          <a:endParaRPr lang="en-IN" sz="1600"/>
        </a:p>
      </dgm:t>
    </dgm:pt>
    <dgm:pt modelId="{68936047-4312-4CBA-8D98-93A6E895B0CF}">
      <dgm:prSet phldrT="[Text]" custT="1"/>
      <dgm:spPr/>
      <dgm:t>
        <a:bodyPr/>
        <a:lstStyle/>
        <a:p>
          <a:pPr algn="just"/>
          <a:r>
            <a:rPr lang="en-US" sz="2000" b="0" i="0" dirty="0">
              <a:effectLst/>
              <a:latin typeface="+mn-lt"/>
            </a:rPr>
            <a:t>Duration of an abnormal QRS complex is </a:t>
          </a:r>
          <a:r>
            <a:rPr lang="en-US" sz="2000" b="1" i="0" dirty="0">
              <a:effectLst/>
              <a:latin typeface="+mn-lt"/>
            </a:rPr>
            <a:t>greater than 0.12 seconds</a:t>
          </a:r>
          <a:r>
            <a:rPr lang="en-US" sz="2000" b="0" i="0" dirty="0">
              <a:effectLst/>
              <a:latin typeface="+mn-lt"/>
            </a:rPr>
            <a:t>. </a:t>
          </a:r>
          <a:endParaRPr lang="en-IN" sz="2000" dirty="0">
            <a:latin typeface="+mn-lt"/>
          </a:endParaRPr>
        </a:p>
      </dgm:t>
    </dgm:pt>
    <dgm:pt modelId="{BBDBFC0D-89A4-40A5-8872-18E75816E084}" type="parTrans" cxnId="{7E03EBF8-5574-4173-B7F4-C4F14E7F367B}">
      <dgm:prSet/>
      <dgm:spPr/>
      <dgm:t>
        <a:bodyPr/>
        <a:lstStyle/>
        <a:p>
          <a:endParaRPr lang="en-IN" sz="1600"/>
        </a:p>
      </dgm:t>
    </dgm:pt>
    <dgm:pt modelId="{CA345C39-BCA6-4855-AF41-413A2DF9772D}" type="sibTrans" cxnId="{7E03EBF8-5574-4173-B7F4-C4F14E7F367B}">
      <dgm:prSet/>
      <dgm:spPr/>
      <dgm:t>
        <a:bodyPr/>
        <a:lstStyle/>
        <a:p>
          <a:endParaRPr lang="en-IN" sz="1600"/>
        </a:p>
      </dgm:t>
    </dgm:pt>
    <dgm:pt modelId="{0F1D67F5-84DF-4DF0-A8F4-62B6A0C36DB4}">
      <dgm:prSet phldrT="[Text]" custT="1"/>
      <dgm:spPr/>
      <dgm:t>
        <a:bodyPr/>
        <a:lstStyle/>
        <a:p>
          <a:pPr algn="just"/>
          <a:r>
            <a:rPr lang="en-US" sz="2000" dirty="0"/>
            <a:t>AV Block: Impulse not reaching the AV node.</a:t>
          </a:r>
          <a:endParaRPr lang="en-IN" sz="2000" dirty="0">
            <a:latin typeface="+mn-lt"/>
          </a:endParaRPr>
        </a:p>
      </dgm:t>
    </dgm:pt>
    <dgm:pt modelId="{3BC5B54C-5AAB-4858-A8B3-0D926142AB4D}" type="parTrans" cxnId="{8CE26521-93FA-403D-954C-3E8907284A66}">
      <dgm:prSet/>
      <dgm:spPr/>
      <dgm:t>
        <a:bodyPr/>
        <a:lstStyle/>
        <a:p>
          <a:endParaRPr lang="en-IN" sz="1600"/>
        </a:p>
      </dgm:t>
    </dgm:pt>
    <dgm:pt modelId="{703A97EA-11C4-4859-92AE-5D191CF12E1E}" type="sibTrans" cxnId="{8CE26521-93FA-403D-954C-3E8907284A66}">
      <dgm:prSet/>
      <dgm:spPr/>
      <dgm:t>
        <a:bodyPr/>
        <a:lstStyle/>
        <a:p>
          <a:endParaRPr lang="en-IN" sz="1600"/>
        </a:p>
      </dgm:t>
    </dgm:pt>
    <dgm:pt modelId="{8440DA34-8EDA-422E-B6A0-41EF862C3B61}" type="pres">
      <dgm:prSet presAssocID="{59D11816-A6CE-4402-9D88-3CFE32E55300}" presName="linear" presStyleCnt="0">
        <dgm:presLayoutVars>
          <dgm:animLvl val="lvl"/>
          <dgm:resizeHandles val="exact"/>
        </dgm:presLayoutVars>
      </dgm:prSet>
      <dgm:spPr/>
      <dgm:t>
        <a:bodyPr/>
        <a:lstStyle/>
        <a:p>
          <a:endParaRPr lang="en-IN"/>
        </a:p>
      </dgm:t>
    </dgm:pt>
    <dgm:pt modelId="{EA3DB5A6-F359-4286-810D-F4B177B4D10E}" type="pres">
      <dgm:prSet presAssocID="{E1842173-9B94-4AF1-AD99-D9015CD41C2C}" presName="parentText" presStyleLbl="node1" presStyleIdx="0" presStyleCnt="3">
        <dgm:presLayoutVars>
          <dgm:chMax val="0"/>
          <dgm:bulletEnabled val="1"/>
        </dgm:presLayoutVars>
      </dgm:prSet>
      <dgm:spPr/>
      <dgm:t>
        <a:bodyPr/>
        <a:lstStyle/>
        <a:p>
          <a:endParaRPr lang="en-IN"/>
        </a:p>
      </dgm:t>
    </dgm:pt>
    <dgm:pt modelId="{98AF826D-0F73-44DF-8FCF-68F77B30DAEA}" type="pres">
      <dgm:prSet presAssocID="{E1842173-9B94-4AF1-AD99-D9015CD41C2C}" presName="childText" presStyleLbl="revTx" presStyleIdx="0" presStyleCnt="2" custScaleY="93645" custLinFactNeighborY="5082">
        <dgm:presLayoutVars>
          <dgm:bulletEnabled val="1"/>
        </dgm:presLayoutVars>
      </dgm:prSet>
      <dgm:spPr/>
      <dgm:t>
        <a:bodyPr/>
        <a:lstStyle/>
        <a:p>
          <a:endParaRPr lang="en-IN"/>
        </a:p>
      </dgm:t>
    </dgm:pt>
    <dgm:pt modelId="{0A9C22C9-14FA-40AF-A0D3-0FB54CE1554C}" type="pres">
      <dgm:prSet presAssocID="{6A3193EA-C2FC-4B6B-AD45-002E616C4A37}" presName="parentText" presStyleLbl="node1" presStyleIdx="1" presStyleCnt="3">
        <dgm:presLayoutVars>
          <dgm:chMax val="0"/>
          <dgm:bulletEnabled val="1"/>
        </dgm:presLayoutVars>
      </dgm:prSet>
      <dgm:spPr/>
      <dgm:t>
        <a:bodyPr/>
        <a:lstStyle/>
        <a:p>
          <a:endParaRPr lang="en-IN"/>
        </a:p>
      </dgm:t>
    </dgm:pt>
    <dgm:pt modelId="{8C1ADE52-ADE4-4CF6-B6CD-5DA2360B2260}" type="pres">
      <dgm:prSet presAssocID="{6A3193EA-C2FC-4B6B-AD45-002E616C4A37}" presName="childText" presStyleLbl="revTx" presStyleIdx="1" presStyleCnt="2" custScaleY="120401" custLinFactNeighborY="3388">
        <dgm:presLayoutVars>
          <dgm:bulletEnabled val="1"/>
        </dgm:presLayoutVars>
      </dgm:prSet>
      <dgm:spPr/>
      <dgm:t>
        <a:bodyPr/>
        <a:lstStyle/>
        <a:p>
          <a:endParaRPr lang="en-IN"/>
        </a:p>
      </dgm:t>
    </dgm:pt>
    <dgm:pt modelId="{BB124D44-50DE-454D-BADB-98908A8FABE8}" type="pres">
      <dgm:prSet presAssocID="{E6B4E558-06D5-4D11-AF5E-3E764C87B532}" presName="parentText" presStyleLbl="node1" presStyleIdx="2" presStyleCnt="3">
        <dgm:presLayoutVars>
          <dgm:chMax val="0"/>
          <dgm:bulletEnabled val="1"/>
        </dgm:presLayoutVars>
      </dgm:prSet>
      <dgm:spPr/>
      <dgm:t>
        <a:bodyPr/>
        <a:lstStyle/>
        <a:p>
          <a:endParaRPr lang="en-IN"/>
        </a:p>
      </dgm:t>
    </dgm:pt>
  </dgm:ptLst>
  <dgm:cxnLst>
    <dgm:cxn modelId="{8CE26521-93FA-403D-954C-3E8907284A66}" srcId="{6A3193EA-C2FC-4B6B-AD45-002E616C4A37}" destId="{0F1D67F5-84DF-4DF0-A8F4-62B6A0C36DB4}" srcOrd="2" destOrd="0" parTransId="{3BC5B54C-5AAB-4858-A8B3-0D926142AB4D}" sibTransId="{703A97EA-11C4-4859-92AE-5D191CF12E1E}"/>
    <dgm:cxn modelId="{F9B3EA70-2617-4B66-9840-5ECE556C3A65}" type="presOf" srcId="{E1842173-9B94-4AF1-AD99-D9015CD41C2C}" destId="{EA3DB5A6-F359-4286-810D-F4B177B4D10E}" srcOrd="0" destOrd="0" presId="urn:microsoft.com/office/officeart/2005/8/layout/vList2"/>
    <dgm:cxn modelId="{A16316A4-28DC-4E2D-96A4-8841AF9D37BF}" srcId="{59D11816-A6CE-4402-9D88-3CFE32E55300}" destId="{6A3193EA-C2FC-4B6B-AD45-002E616C4A37}" srcOrd="1" destOrd="0" parTransId="{164D7183-992A-4097-832F-A02A6747AF45}" sibTransId="{2DCE87A1-E398-4935-BE3F-DE24396A10E6}"/>
    <dgm:cxn modelId="{4B575B5F-94F2-418A-8025-6C237759858C}" type="presOf" srcId="{59D11816-A6CE-4402-9D88-3CFE32E55300}" destId="{8440DA34-8EDA-422E-B6A0-41EF862C3B61}" srcOrd="0" destOrd="0" presId="urn:microsoft.com/office/officeart/2005/8/layout/vList2"/>
    <dgm:cxn modelId="{6BB64BC5-F434-47D3-9D63-94413BF2C5AF}" type="presOf" srcId="{C714DB08-76AC-4B80-B8E7-BDF746255C92}" destId="{8C1ADE52-ADE4-4CF6-B6CD-5DA2360B2260}" srcOrd="0" destOrd="1" presId="urn:microsoft.com/office/officeart/2005/8/layout/vList2"/>
    <dgm:cxn modelId="{00E6EE50-7B18-47F3-9DAC-A5BA1DF469FF}" srcId="{E1842173-9B94-4AF1-AD99-D9015CD41C2C}" destId="{377CBA4C-5CE7-4CF4-9ACA-344198DB8950}" srcOrd="0" destOrd="0" parTransId="{3BB4A7E4-B151-412C-9E41-D201DD4BCFE6}" sibTransId="{8EC9DA3E-A3AB-4DC0-98F7-9802CDD073D9}"/>
    <dgm:cxn modelId="{B18B2324-82FD-4A43-81F9-579D32C1EEB0}" srcId="{59D11816-A6CE-4402-9D88-3CFE32E55300}" destId="{E1842173-9B94-4AF1-AD99-D9015CD41C2C}" srcOrd="0" destOrd="0" parTransId="{ACD67281-B563-4969-8593-7498CC3AA289}" sibTransId="{9464D790-900D-4B7A-A5AF-11E73FB80C21}"/>
    <dgm:cxn modelId="{EC103B93-2DD3-4FEA-97F2-278DB6F004D3}" type="presOf" srcId="{68936047-4312-4CBA-8D98-93A6E895B0CF}" destId="{8C1ADE52-ADE4-4CF6-B6CD-5DA2360B2260}" srcOrd="0" destOrd="0" presId="urn:microsoft.com/office/officeart/2005/8/layout/vList2"/>
    <dgm:cxn modelId="{417D0B36-FA97-4D95-8306-EBFD0E3C7095}" type="presOf" srcId="{6A3193EA-C2FC-4B6B-AD45-002E616C4A37}" destId="{0A9C22C9-14FA-40AF-A0D3-0FB54CE1554C}" srcOrd="0" destOrd="0" presId="urn:microsoft.com/office/officeart/2005/8/layout/vList2"/>
    <dgm:cxn modelId="{9BC85C7F-2740-4624-8EDE-55EB5016E437}" srcId="{377CBA4C-5CE7-4CF4-9ACA-344198DB8950}" destId="{FC3658C1-7137-4BD2-A84B-91A42E2C222D}" srcOrd="0" destOrd="0" parTransId="{9E30B857-1397-41C0-8BFC-19B3CEF6A3CB}" sibTransId="{F9FD500C-03E8-4299-821F-EE9333C4673F}"/>
    <dgm:cxn modelId="{C1D2B565-11D4-493A-8E88-23CB6351BE20}" srcId="{59D11816-A6CE-4402-9D88-3CFE32E55300}" destId="{E6B4E558-06D5-4D11-AF5E-3E764C87B532}" srcOrd="2" destOrd="0" parTransId="{3C39B9A1-A679-480F-B738-0C7814DD4FF4}" sibTransId="{7E00C3D7-664F-4370-A0E0-0635A5084207}"/>
    <dgm:cxn modelId="{42F20546-83F7-43FF-8535-7FFE068DCAB7}" type="presOf" srcId="{377CBA4C-5CE7-4CF4-9ACA-344198DB8950}" destId="{98AF826D-0F73-44DF-8FCF-68F77B30DAEA}" srcOrd="0" destOrd="0" presId="urn:microsoft.com/office/officeart/2005/8/layout/vList2"/>
    <dgm:cxn modelId="{7E03EBF8-5574-4173-B7F4-C4F14E7F367B}" srcId="{6A3193EA-C2FC-4B6B-AD45-002E616C4A37}" destId="{68936047-4312-4CBA-8D98-93A6E895B0CF}" srcOrd="0" destOrd="0" parTransId="{BBDBFC0D-89A4-40A5-8872-18E75816E084}" sibTransId="{CA345C39-BCA6-4855-AF41-413A2DF9772D}"/>
    <dgm:cxn modelId="{F6705E69-6EC9-42F5-8E1A-6D241FEB6A01}" type="presOf" srcId="{E6B4E558-06D5-4D11-AF5E-3E764C87B532}" destId="{BB124D44-50DE-454D-BADB-98908A8FABE8}" srcOrd="0" destOrd="0" presId="urn:microsoft.com/office/officeart/2005/8/layout/vList2"/>
    <dgm:cxn modelId="{68858DE2-A143-46A5-9702-4E0310EF946C}" type="presOf" srcId="{FC3658C1-7137-4BD2-A84B-91A42E2C222D}" destId="{98AF826D-0F73-44DF-8FCF-68F77B30DAEA}" srcOrd="0" destOrd="1" presId="urn:microsoft.com/office/officeart/2005/8/layout/vList2"/>
    <dgm:cxn modelId="{7880FB51-B403-4444-A0E4-E2EDF56D73C8}" type="presOf" srcId="{0F1D67F5-84DF-4DF0-A8F4-62B6A0C36DB4}" destId="{8C1ADE52-ADE4-4CF6-B6CD-5DA2360B2260}" srcOrd="0" destOrd="2" presId="urn:microsoft.com/office/officeart/2005/8/layout/vList2"/>
    <dgm:cxn modelId="{01EB227C-210D-4D6D-BF82-8F4903379314}" srcId="{6A3193EA-C2FC-4B6B-AD45-002E616C4A37}" destId="{C714DB08-76AC-4B80-B8E7-BDF746255C92}" srcOrd="1" destOrd="0" parTransId="{8A2F6208-95D1-411A-8A1F-EDBF923DA247}" sibTransId="{8FE7ABCA-77A7-4E45-B889-8A83B82F34B9}"/>
    <dgm:cxn modelId="{7F4C5650-58AC-48C0-8DA5-0095493584FC}" type="presParOf" srcId="{8440DA34-8EDA-422E-B6A0-41EF862C3B61}" destId="{EA3DB5A6-F359-4286-810D-F4B177B4D10E}" srcOrd="0" destOrd="0" presId="urn:microsoft.com/office/officeart/2005/8/layout/vList2"/>
    <dgm:cxn modelId="{3A800C62-7E02-4B9C-8328-C83DA8B1F3C1}" type="presParOf" srcId="{8440DA34-8EDA-422E-B6A0-41EF862C3B61}" destId="{98AF826D-0F73-44DF-8FCF-68F77B30DAEA}" srcOrd="1" destOrd="0" presId="urn:microsoft.com/office/officeart/2005/8/layout/vList2"/>
    <dgm:cxn modelId="{AA76CDDD-3D78-4662-83D5-0B0A6F7D1373}" type="presParOf" srcId="{8440DA34-8EDA-422E-B6A0-41EF862C3B61}" destId="{0A9C22C9-14FA-40AF-A0D3-0FB54CE1554C}" srcOrd="2" destOrd="0" presId="urn:microsoft.com/office/officeart/2005/8/layout/vList2"/>
    <dgm:cxn modelId="{2AAF3636-B13D-4A1B-93AD-D41126C69EA6}" type="presParOf" srcId="{8440DA34-8EDA-422E-B6A0-41EF862C3B61}" destId="{8C1ADE52-ADE4-4CF6-B6CD-5DA2360B2260}" srcOrd="3" destOrd="0" presId="urn:microsoft.com/office/officeart/2005/8/layout/vList2"/>
    <dgm:cxn modelId="{C4D94001-FB8D-4047-8F19-9FF29F13BD6F}" type="presParOf" srcId="{8440DA34-8EDA-422E-B6A0-41EF862C3B61}" destId="{BB124D44-50DE-454D-BADB-98908A8FABE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3D4529E-738A-4380-991F-2A234236A6E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748E1713-7E64-4E0B-80CD-70BBAE93BE52}">
      <dgm:prSet phldrT="[Text]" custT="1"/>
      <dgm:spPr/>
      <dgm:t>
        <a:bodyPr/>
        <a:lstStyle/>
        <a:p>
          <a:r>
            <a:rPr lang="en-IN" sz="2800" b="0" i="0" dirty="0"/>
            <a:t>Why is it done?</a:t>
          </a:r>
          <a:endParaRPr lang="en-IN" sz="2800" dirty="0"/>
        </a:p>
      </dgm:t>
    </dgm:pt>
    <dgm:pt modelId="{CB818493-AA01-4EED-8BDF-D51C8600FA6D}" type="parTrans" cxnId="{F2A8C9A2-45EF-4ABF-88B9-B09659E6D5A7}">
      <dgm:prSet/>
      <dgm:spPr/>
      <dgm:t>
        <a:bodyPr/>
        <a:lstStyle/>
        <a:p>
          <a:endParaRPr lang="en-IN"/>
        </a:p>
      </dgm:t>
    </dgm:pt>
    <dgm:pt modelId="{6E17F15D-92E8-4B94-B815-6627F20F8245}" type="sibTrans" cxnId="{F2A8C9A2-45EF-4ABF-88B9-B09659E6D5A7}">
      <dgm:prSet/>
      <dgm:spPr/>
      <dgm:t>
        <a:bodyPr/>
        <a:lstStyle/>
        <a:p>
          <a:endParaRPr lang="en-IN"/>
        </a:p>
      </dgm:t>
    </dgm:pt>
    <dgm:pt modelId="{2D6E0CF9-AD7F-42CF-99F2-20ECA2F50D6E}">
      <dgm:prSet phldrT="[Text]"/>
      <dgm:spPr/>
      <dgm:t>
        <a:bodyPr/>
        <a:lstStyle/>
        <a:p>
          <a:pPr algn="just"/>
          <a:r>
            <a:rPr lang="en-US" b="0" i="0" dirty="0"/>
            <a:t>An ECG gives two major kinds of information. </a:t>
          </a:r>
          <a:endParaRPr lang="en-IN" dirty="0"/>
        </a:p>
      </dgm:t>
    </dgm:pt>
    <dgm:pt modelId="{AE5118BF-3C90-4EC6-B6C4-5839DD31868F}" type="parTrans" cxnId="{66CD961E-4371-4C0E-BED9-29E4193C05ED}">
      <dgm:prSet/>
      <dgm:spPr/>
      <dgm:t>
        <a:bodyPr/>
        <a:lstStyle/>
        <a:p>
          <a:endParaRPr lang="en-IN"/>
        </a:p>
      </dgm:t>
    </dgm:pt>
    <dgm:pt modelId="{518F065E-417E-4588-BEA8-0AA7D8D69FDA}" type="sibTrans" cxnId="{66CD961E-4371-4C0E-BED9-29E4193C05ED}">
      <dgm:prSet/>
      <dgm:spPr/>
      <dgm:t>
        <a:bodyPr/>
        <a:lstStyle/>
        <a:p>
          <a:endParaRPr lang="en-IN"/>
        </a:p>
      </dgm:t>
    </dgm:pt>
    <dgm:pt modelId="{84AFF931-87B3-4B0F-B20F-DC55428BA4CE}">
      <dgm:prSet phldrT="[Text]"/>
      <dgm:spPr/>
      <dgm:t>
        <a:bodyPr/>
        <a:lstStyle/>
        <a:p>
          <a:pPr algn="just"/>
          <a:r>
            <a:rPr lang="en-US" b="0" i="0" dirty="0"/>
            <a:t>First, by measuring time intervals on the ECG, a doctor can determine how long the electrical wave takes to pass through the heart. </a:t>
          </a:r>
          <a:endParaRPr lang="en-IN" dirty="0"/>
        </a:p>
      </dgm:t>
    </dgm:pt>
    <dgm:pt modelId="{56B874DC-4503-4E8A-B132-81E3F3025C2F}" type="parTrans" cxnId="{FC9C6ACD-0D8F-4149-BC4C-71FE78E7E32D}">
      <dgm:prSet/>
      <dgm:spPr/>
      <dgm:t>
        <a:bodyPr/>
        <a:lstStyle/>
        <a:p>
          <a:endParaRPr lang="en-IN"/>
        </a:p>
      </dgm:t>
    </dgm:pt>
    <dgm:pt modelId="{9DFDD579-7248-454E-9134-E471D0ECE16C}" type="sibTrans" cxnId="{FC9C6ACD-0D8F-4149-BC4C-71FE78E7E32D}">
      <dgm:prSet/>
      <dgm:spPr/>
      <dgm:t>
        <a:bodyPr/>
        <a:lstStyle/>
        <a:p>
          <a:endParaRPr lang="en-IN"/>
        </a:p>
      </dgm:t>
    </dgm:pt>
    <dgm:pt modelId="{FC6DC940-5A86-41BD-B85E-B22AEDC4DECF}">
      <dgm:prSet phldrT="[Text]"/>
      <dgm:spPr/>
      <dgm:t>
        <a:bodyPr/>
        <a:lstStyle/>
        <a:p>
          <a:pPr algn="just"/>
          <a:r>
            <a:rPr lang="en-US" b="0" i="0" dirty="0"/>
            <a:t>Second, by measuring the amount of electrical activity passing through the heart muscle, a cardiologist may be able to find out if parts of the heart are too large or are overworked.</a:t>
          </a:r>
          <a:endParaRPr lang="en-IN" dirty="0"/>
        </a:p>
      </dgm:t>
    </dgm:pt>
    <dgm:pt modelId="{895BBC98-DE47-4A66-9248-CBF26051A314}" type="parTrans" cxnId="{7EDD2533-AA30-4AF3-9298-E46FD136AC57}">
      <dgm:prSet/>
      <dgm:spPr/>
      <dgm:t>
        <a:bodyPr/>
        <a:lstStyle/>
        <a:p>
          <a:endParaRPr lang="en-IN"/>
        </a:p>
      </dgm:t>
    </dgm:pt>
    <dgm:pt modelId="{B9CAE3BE-6CEC-4BD2-AC66-F9116666EB85}" type="sibTrans" cxnId="{7EDD2533-AA30-4AF3-9298-E46FD136AC57}">
      <dgm:prSet/>
      <dgm:spPr/>
      <dgm:t>
        <a:bodyPr/>
        <a:lstStyle/>
        <a:p>
          <a:endParaRPr lang="en-IN"/>
        </a:p>
      </dgm:t>
    </dgm:pt>
    <dgm:pt modelId="{1514EA9E-C690-4C8B-B858-FAD096A24CA9}">
      <dgm:prSet phldrT="[Text]"/>
      <dgm:spPr/>
      <dgm:t>
        <a:bodyPr/>
        <a:lstStyle/>
        <a:p>
          <a:pPr algn="just"/>
          <a:r>
            <a:rPr lang="en-US" b="0" i="0" dirty="0"/>
            <a:t>Finding out how long a wave takes to travel from one part of the heart to the next shows if the electrical activity is normal or slow, fast or irregular. </a:t>
          </a:r>
          <a:endParaRPr lang="en-IN" dirty="0"/>
        </a:p>
      </dgm:t>
    </dgm:pt>
    <dgm:pt modelId="{DE4A0AB5-9046-4213-9FC8-FBC3C010A0FA}" type="parTrans" cxnId="{3959C093-FE71-4D02-BA44-62E06E92ADBA}">
      <dgm:prSet/>
      <dgm:spPr/>
      <dgm:t>
        <a:bodyPr/>
        <a:lstStyle/>
        <a:p>
          <a:endParaRPr lang="en-IN"/>
        </a:p>
      </dgm:t>
    </dgm:pt>
    <dgm:pt modelId="{404075BC-917D-4BF3-8053-EF99DE108DD8}" type="sibTrans" cxnId="{3959C093-FE71-4D02-BA44-62E06E92ADBA}">
      <dgm:prSet/>
      <dgm:spPr/>
      <dgm:t>
        <a:bodyPr/>
        <a:lstStyle/>
        <a:p>
          <a:endParaRPr lang="en-IN"/>
        </a:p>
      </dgm:t>
    </dgm:pt>
    <dgm:pt modelId="{E99A19D6-85E1-46D4-8E4B-EC4A36B132AB}" type="pres">
      <dgm:prSet presAssocID="{43D4529E-738A-4380-991F-2A234236A6E6}" presName="linear" presStyleCnt="0">
        <dgm:presLayoutVars>
          <dgm:dir/>
          <dgm:animLvl val="lvl"/>
          <dgm:resizeHandles val="exact"/>
        </dgm:presLayoutVars>
      </dgm:prSet>
      <dgm:spPr/>
      <dgm:t>
        <a:bodyPr/>
        <a:lstStyle/>
        <a:p>
          <a:endParaRPr lang="en-IN"/>
        </a:p>
      </dgm:t>
    </dgm:pt>
    <dgm:pt modelId="{493F4558-B433-4AB3-904A-C8B8694EED46}" type="pres">
      <dgm:prSet presAssocID="{748E1713-7E64-4E0B-80CD-70BBAE93BE52}" presName="parentLin" presStyleCnt="0"/>
      <dgm:spPr/>
    </dgm:pt>
    <dgm:pt modelId="{93CFC389-107C-40E9-A9C6-5C933252EF73}" type="pres">
      <dgm:prSet presAssocID="{748E1713-7E64-4E0B-80CD-70BBAE93BE52}" presName="parentLeftMargin" presStyleLbl="node1" presStyleIdx="0" presStyleCnt="1"/>
      <dgm:spPr/>
      <dgm:t>
        <a:bodyPr/>
        <a:lstStyle/>
        <a:p>
          <a:endParaRPr lang="en-IN"/>
        </a:p>
      </dgm:t>
    </dgm:pt>
    <dgm:pt modelId="{60AC473D-68EA-4B45-8DFB-3AD9418332FD}" type="pres">
      <dgm:prSet presAssocID="{748E1713-7E64-4E0B-80CD-70BBAE93BE52}" presName="parentText" presStyleLbl="node1" presStyleIdx="0" presStyleCnt="1">
        <dgm:presLayoutVars>
          <dgm:chMax val="0"/>
          <dgm:bulletEnabled val="1"/>
        </dgm:presLayoutVars>
      </dgm:prSet>
      <dgm:spPr/>
      <dgm:t>
        <a:bodyPr/>
        <a:lstStyle/>
        <a:p>
          <a:endParaRPr lang="en-IN"/>
        </a:p>
      </dgm:t>
    </dgm:pt>
    <dgm:pt modelId="{1EA29D4B-95F9-4AAB-95B4-A2B94CDC7937}" type="pres">
      <dgm:prSet presAssocID="{748E1713-7E64-4E0B-80CD-70BBAE93BE52}" presName="negativeSpace" presStyleCnt="0"/>
      <dgm:spPr/>
    </dgm:pt>
    <dgm:pt modelId="{1F967F2B-D8B7-467E-91ED-D578C6E80ABB}" type="pres">
      <dgm:prSet presAssocID="{748E1713-7E64-4E0B-80CD-70BBAE93BE52}" presName="childText" presStyleLbl="conFgAcc1" presStyleIdx="0" presStyleCnt="1">
        <dgm:presLayoutVars>
          <dgm:bulletEnabled val="1"/>
        </dgm:presLayoutVars>
      </dgm:prSet>
      <dgm:spPr/>
      <dgm:t>
        <a:bodyPr/>
        <a:lstStyle/>
        <a:p>
          <a:endParaRPr lang="en-IN"/>
        </a:p>
      </dgm:t>
    </dgm:pt>
  </dgm:ptLst>
  <dgm:cxnLst>
    <dgm:cxn modelId="{F2A8C9A2-45EF-4ABF-88B9-B09659E6D5A7}" srcId="{43D4529E-738A-4380-991F-2A234236A6E6}" destId="{748E1713-7E64-4E0B-80CD-70BBAE93BE52}" srcOrd="0" destOrd="0" parTransId="{CB818493-AA01-4EED-8BDF-D51C8600FA6D}" sibTransId="{6E17F15D-92E8-4B94-B815-6627F20F8245}"/>
    <dgm:cxn modelId="{3959C093-FE71-4D02-BA44-62E06E92ADBA}" srcId="{84AFF931-87B3-4B0F-B20F-DC55428BA4CE}" destId="{1514EA9E-C690-4C8B-B858-FAD096A24CA9}" srcOrd="0" destOrd="0" parTransId="{DE4A0AB5-9046-4213-9FC8-FBC3C010A0FA}" sibTransId="{404075BC-917D-4BF3-8053-EF99DE108DD8}"/>
    <dgm:cxn modelId="{78AB638A-C9A2-4549-B92C-B808FC8C8856}" type="presOf" srcId="{FC6DC940-5A86-41BD-B85E-B22AEDC4DECF}" destId="{1F967F2B-D8B7-467E-91ED-D578C6E80ABB}" srcOrd="0" destOrd="3" presId="urn:microsoft.com/office/officeart/2005/8/layout/list1"/>
    <dgm:cxn modelId="{31309477-E79B-40DB-84DF-6327EA2CE78B}" type="presOf" srcId="{1514EA9E-C690-4C8B-B858-FAD096A24CA9}" destId="{1F967F2B-D8B7-467E-91ED-D578C6E80ABB}" srcOrd="0" destOrd="2" presId="urn:microsoft.com/office/officeart/2005/8/layout/list1"/>
    <dgm:cxn modelId="{1B2B6C8D-EA38-438A-A0B2-4338E9BA2113}" type="presOf" srcId="{2D6E0CF9-AD7F-42CF-99F2-20ECA2F50D6E}" destId="{1F967F2B-D8B7-467E-91ED-D578C6E80ABB}" srcOrd="0" destOrd="0" presId="urn:microsoft.com/office/officeart/2005/8/layout/list1"/>
    <dgm:cxn modelId="{FC9C6ACD-0D8F-4149-BC4C-71FE78E7E32D}" srcId="{748E1713-7E64-4E0B-80CD-70BBAE93BE52}" destId="{84AFF931-87B3-4B0F-B20F-DC55428BA4CE}" srcOrd="1" destOrd="0" parTransId="{56B874DC-4503-4E8A-B132-81E3F3025C2F}" sibTransId="{9DFDD579-7248-454E-9134-E471D0ECE16C}"/>
    <dgm:cxn modelId="{7EDD2533-AA30-4AF3-9298-E46FD136AC57}" srcId="{748E1713-7E64-4E0B-80CD-70BBAE93BE52}" destId="{FC6DC940-5A86-41BD-B85E-B22AEDC4DECF}" srcOrd="2" destOrd="0" parTransId="{895BBC98-DE47-4A66-9248-CBF26051A314}" sibTransId="{B9CAE3BE-6CEC-4BD2-AC66-F9116666EB85}"/>
    <dgm:cxn modelId="{66CD961E-4371-4C0E-BED9-29E4193C05ED}" srcId="{748E1713-7E64-4E0B-80CD-70BBAE93BE52}" destId="{2D6E0CF9-AD7F-42CF-99F2-20ECA2F50D6E}" srcOrd="0" destOrd="0" parTransId="{AE5118BF-3C90-4EC6-B6C4-5839DD31868F}" sibTransId="{518F065E-417E-4588-BEA8-0AA7D8D69FDA}"/>
    <dgm:cxn modelId="{14604D08-704E-4350-BA22-A0FAF63F32B1}" type="presOf" srcId="{748E1713-7E64-4E0B-80CD-70BBAE93BE52}" destId="{93CFC389-107C-40E9-A9C6-5C933252EF73}" srcOrd="0" destOrd="0" presId="urn:microsoft.com/office/officeart/2005/8/layout/list1"/>
    <dgm:cxn modelId="{8BD783F9-85F8-43A2-9EEE-4118BF3991BA}" type="presOf" srcId="{84AFF931-87B3-4B0F-B20F-DC55428BA4CE}" destId="{1F967F2B-D8B7-467E-91ED-D578C6E80ABB}" srcOrd="0" destOrd="1" presId="urn:microsoft.com/office/officeart/2005/8/layout/list1"/>
    <dgm:cxn modelId="{19B6D670-75C7-44E9-982C-DF09D2BC6C3F}" type="presOf" srcId="{43D4529E-738A-4380-991F-2A234236A6E6}" destId="{E99A19D6-85E1-46D4-8E4B-EC4A36B132AB}" srcOrd="0" destOrd="0" presId="urn:microsoft.com/office/officeart/2005/8/layout/list1"/>
    <dgm:cxn modelId="{911823BB-33DF-430C-A566-361405BA0196}" type="presOf" srcId="{748E1713-7E64-4E0B-80CD-70BBAE93BE52}" destId="{60AC473D-68EA-4B45-8DFB-3AD9418332FD}" srcOrd="1" destOrd="0" presId="urn:microsoft.com/office/officeart/2005/8/layout/list1"/>
    <dgm:cxn modelId="{BE1AA609-55D4-46B9-AC9D-00D373F040D7}" type="presParOf" srcId="{E99A19D6-85E1-46D4-8E4B-EC4A36B132AB}" destId="{493F4558-B433-4AB3-904A-C8B8694EED46}" srcOrd="0" destOrd="0" presId="urn:microsoft.com/office/officeart/2005/8/layout/list1"/>
    <dgm:cxn modelId="{8CEE7B4E-EF43-4EF7-A1F9-4702285C1F10}" type="presParOf" srcId="{493F4558-B433-4AB3-904A-C8B8694EED46}" destId="{93CFC389-107C-40E9-A9C6-5C933252EF73}" srcOrd="0" destOrd="0" presId="urn:microsoft.com/office/officeart/2005/8/layout/list1"/>
    <dgm:cxn modelId="{E4191885-1330-435C-8A82-5BA13C5C6415}" type="presParOf" srcId="{493F4558-B433-4AB3-904A-C8B8694EED46}" destId="{60AC473D-68EA-4B45-8DFB-3AD9418332FD}" srcOrd="1" destOrd="0" presId="urn:microsoft.com/office/officeart/2005/8/layout/list1"/>
    <dgm:cxn modelId="{8F2E7298-4673-4BC9-B1AB-F512C6B57965}" type="presParOf" srcId="{E99A19D6-85E1-46D4-8E4B-EC4A36B132AB}" destId="{1EA29D4B-95F9-4AAB-95B4-A2B94CDC7937}" srcOrd="1" destOrd="0" presId="urn:microsoft.com/office/officeart/2005/8/layout/list1"/>
    <dgm:cxn modelId="{89C23EB0-3174-493F-B70B-38B5349DF822}" type="presParOf" srcId="{E99A19D6-85E1-46D4-8E4B-EC4A36B132AB}" destId="{1F967F2B-D8B7-467E-91ED-D578C6E80ABB}"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F4FFBF6-1CD3-4DBE-82E6-D5C3015C5BFC}" type="doc">
      <dgm:prSet loTypeId="urn:microsoft.com/office/officeart/2005/8/layout/process4" loCatId="list" qsTypeId="urn:microsoft.com/office/officeart/2005/8/quickstyle/simple1" qsCatId="simple" csTypeId="urn:microsoft.com/office/officeart/2005/8/colors/accent1_2" csCatId="accent1" phldr="1"/>
      <dgm:spPr/>
    </dgm:pt>
    <dgm:pt modelId="{23D554A0-31EE-43E2-B160-CFEA7F1BC2C5}">
      <dgm:prSet phldrT="[Text]" custT="1"/>
      <dgm:spPr/>
      <dgm:t>
        <a:bodyPr/>
        <a:lstStyle/>
        <a:p>
          <a:pPr algn="just"/>
          <a:r>
            <a:rPr lang="en-US" altLang="en-US" sz="2000" dirty="0"/>
            <a:t>The ECG is not only the oldest but, in fact, over 100 years after its introduction, continues as the most commonly used cardiovascular laboratory procedure. </a:t>
          </a:r>
          <a:endParaRPr lang="en-IN" sz="2000" dirty="0"/>
        </a:p>
      </dgm:t>
    </dgm:pt>
    <dgm:pt modelId="{97759E6D-66AC-4231-A491-75885578A602}" type="parTrans" cxnId="{B62BA95B-D87A-4952-A5D5-E52B05B401C0}">
      <dgm:prSet/>
      <dgm:spPr/>
      <dgm:t>
        <a:bodyPr/>
        <a:lstStyle/>
        <a:p>
          <a:pPr algn="just"/>
          <a:endParaRPr lang="en-IN" sz="1050"/>
        </a:p>
      </dgm:t>
    </dgm:pt>
    <dgm:pt modelId="{7E90C154-313B-4740-8362-49FEC7FA4988}" type="sibTrans" cxnId="{B62BA95B-D87A-4952-A5D5-E52B05B401C0}">
      <dgm:prSet/>
      <dgm:spPr/>
      <dgm:t>
        <a:bodyPr/>
        <a:lstStyle/>
        <a:p>
          <a:pPr algn="just"/>
          <a:endParaRPr lang="en-IN" sz="1050"/>
        </a:p>
      </dgm:t>
    </dgm:pt>
    <dgm:pt modelId="{17505B76-0A77-421F-B969-193FB2DEB851}" type="pres">
      <dgm:prSet presAssocID="{AF4FFBF6-1CD3-4DBE-82E6-D5C3015C5BFC}" presName="Name0" presStyleCnt="0">
        <dgm:presLayoutVars>
          <dgm:dir/>
          <dgm:animLvl val="lvl"/>
          <dgm:resizeHandles val="exact"/>
        </dgm:presLayoutVars>
      </dgm:prSet>
      <dgm:spPr/>
    </dgm:pt>
    <dgm:pt modelId="{C93E69A8-0931-464F-990D-C3BE71EADA2B}" type="pres">
      <dgm:prSet presAssocID="{23D554A0-31EE-43E2-B160-CFEA7F1BC2C5}" presName="boxAndChildren" presStyleCnt="0"/>
      <dgm:spPr/>
    </dgm:pt>
    <dgm:pt modelId="{86079084-9B06-4B7C-8D47-C3CCA503AD06}" type="pres">
      <dgm:prSet presAssocID="{23D554A0-31EE-43E2-B160-CFEA7F1BC2C5}" presName="parentTextBox" presStyleLbl="node1" presStyleIdx="0" presStyleCnt="1"/>
      <dgm:spPr/>
      <dgm:t>
        <a:bodyPr/>
        <a:lstStyle/>
        <a:p>
          <a:endParaRPr lang="en-IN"/>
        </a:p>
      </dgm:t>
    </dgm:pt>
  </dgm:ptLst>
  <dgm:cxnLst>
    <dgm:cxn modelId="{687AEFAF-90D7-491E-B0B9-E0F811D87DA0}" type="presOf" srcId="{AF4FFBF6-1CD3-4DBE-82E6-D5C3015C5BFC}" destId="{17505B76-0A77-421F-B969-193FB2DEB851}" srcOrd="0" destOrd="0" presId="urn:microsoft.com/office/officeart/2005/8/layout/process4"/>
    <dgm:cxn modelId="{50CF0F34-2601-47A7-A2F8-C667147EE8ED}" type="presOf" srcId="{23D554A0-31EE-43E2-B160-CFEA7F1BC2C5}" destId="{86079084-9B06-4B7C-8D47-C3CCA503AD06}" srcOrd="0" destOrd="0" presId="urn:microsoft.com/office/officeart/2005/8/layout/process4"/>
    <dgm:cxn modelId="{B62BA95B-D87A-4952-A5D5-E52B05B401C0}" srcId="{AF4FFBF6-1CD3-4DBE-82E6-D5C3015C5BFC}" destId="{23D554A0-31EE-43E2-B160-CFEA7F1BC2C5}" srcOrd="0" destOrd="0" parTransId="{97759E6D-66AC-4231-A491-75885578A602}" sibTransId="{7E90C154-313B-4740-8362-49FEC7FA4988}"/>
    <dgm:cxn modelId="{4D62F594-8642-49D2-946D-E50691DFD54C}" type="presParOf" srcId="{17505B76-0A77-421F-B969-193FB2DEB851}" destId="{C93E69A8-0931-464F-990D-C3BE71EADA2B}" srcOrd="0" destOrd="0" presId="urn:microsoft.com/office/officeart/2005/8/layout/process4"/>
    <dgm:cxn modelId="{625123A8-CF96-44F8-803A-13BCD95D5936}" type="presParOf" srcId="{C93E69A8-0931-464F-990D-C3BE71EADA2B}" destId="{86079084-9B06-4B7C-8D47-C3CCA503AD06}" srcOrd="0" destOrd="0" presId="urn:microsoft.com/office/officeart/2005/8/layout/process4"/>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FCC7F81-BCCD-4C44-B233-720BDFF2D9B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7630A093-AB0A-4B34-98DE-96A7E677029A}">
      <dgm:prSet phldrT="[Text]" custT="1"/>
      <dgm:spPr/>
      <dgm:t>
        <a:bodyPr/>
        <a:lstStyle/>
        <a:p>
          <a:pPr algn="l"/>
          <a:r>
            <a:rPr lang="en-IN" sz="3200" b="1" dirty="0">
              <a:latin typeface="+mj-lt"/>
              <a:cs typeface="Times New Roman" panose="02020603050405020304" pitchFamily="18" charset="0"/>
            </a:rPr>
            <a:t>WHEN ECG BEING DONE</a:t>
          </a:r>
          <a:endParaRPr lang="en-IN" sz="3200" dirty="0">
            <a:latin typeface="+mj-lt"/>
          </a:endParaRPr>
        </a:p>
      </dgm:t>
    </dgm:pt>
    <dgm:pt modelId="{89631634-DE36-4E9C-8475-37E1F76A2A1B}" type="parTrans" cxnId="{98579CC1-6938-406C-B3AF-DA1357EEA193}">
      <dgm:prSet/>
      <dgm:spPr/>
      <dgm:t>
        <a:bodyPr/>
        <a:lstStyle/>
        <a:p>
          <a:pPr algn="just"/>
          <a:endParaRPr lang="en-IN"/>
        </a:p>
      </dgm:t>
    </dgm:pt>
    <dgm:pt modelId="{C9EDBC9A-40E7-4280-B494-916489E159B5}" type="sibTrans" cxnId="{98579CC1-6938-406C-B3AF-DA1357EEA193}">
      <dgm:prSet/>
      <dgm:spPr/>
      <dgm:t>
        <a:bodyPr/>
        <a:lstStyle/>
        <a:p>
          <a:pPr algn="just"/>
          <a:endParaRPr lang="en-IN"/>
        </a:p>
      </dgm:t>
    </dgm:pt>
    <dgm:pt modelId="{AACDC6EB-2FAE-44CD-B509-73CA73D519C3}">
      <dgm:prSet phldrT="[Text]" custT="1"/>
      <dgm:spPr/>
      <dgm:t>
        <a:bodyPr/>
        <a:lstStyle/>
        <a:p>
          <a:pPr algn="just"/>
          <a:r>
            <a:rPr lang="en-US" sz="2400" dirty="0"/>
            <a:t>An electrocardiogram is a painless, noninvasive way to help diagnose many common heart problems in people of all ages. </a:t>
          </a:r>
          <a:endParaRPr lang="en-IN" sz="2400" dirty="0"/>
        </a:p>
      </dgm:t>
    </dgm:pt>
    <dgm:pt modelId="{58114852-39E8-43B1-8B78-A7D8BAF700DD}" type="parTrans" cxnId="{C9C907EF-D9EE-4D1B-8FED-9424DF165BBC}">
      <dgm:prSet/>
      <dgm:spPr/>
      <dgm:t>
        <a:bodyPr/>
        <a:lstStyle/>
        <a:p>
          <a:pPr algn="just"/>
          <a:endParaRPr lang="en-IN"/>
        </a:p>
      </dgm:t>
    </dgm:pt>
    <dgm:pt modelId="{025CE308-F393-4A96-AF2F-FD5771849712}" type="sibTrans" cxnId="{C9C907EF-D9EE-4D1B-8FED-9424DF165BBC}">
      <dgm:prSet/>
      <dgm:spPr/>
      <dgm:t>
        <a:bodyPr/>
        <a:lstStyle/>
        <a:p>
          <a:pPr algn="just"/>
          <a:endParaRPr lang="en-IN"/>
        </a:p>
      </dgm:t>
    </dgm:pt>
    <dgm:pt modelId="{642F3B7B-1C30-465B-81BB-002FCAF0398F}">
      <dgm:prSet custT="1"/>
      <dgm:spPr/>
      <dgm:t>
        <a:bodyPr/>
        <a:lstStyle/>
        <a:p>
          <a:pPr algn="just"/>
          <a:r>
            <a:rPr lang="en-US" sz="2400" dirty="0"/>
            <a:t>Your doctor may use an electrocardiogram to determine or detect:</a:t>
          </a:r>
        </a:p>
      </dgm:t>
    </dgm:pt>
    <dgm:pt modelId="{B316DEA3-9E7E-4C59-AF95-CE3AA8CB6332}" type="parTrans" cxnId="{C8AF7F81-E222-4D76-97DB-25203E813EFE}">
      <dgm:prSet/>
      <dgm:spPr/>
      <dgm:t>
        <a:bodyPr/>
        <a:lstStyle/>
        <a:p>
          <a:pPr algn="just"/>
          <a:endParaRPr lang="en-IN"/>
        </a:p>
      </dgm:t>
    </dgm:pt>
    <dgm:pt modelId="{FF648D4E-F9AB-4C46-80ED-6210B2B40D85}" type="sibTrans" cxnId="{C8AF7F81-E222-4D76-97DB-25203E813EFE}">
      <dgm:prSet/>
      <dgm:spPr/>
      <dgm:t>
        <a:bodyPr/>
        <a:lstStyle/>
        <a:p>
          <a:pPr algn="just"/>
          <a:endParaRPr lang="en-IN"/>
        </a:p>
      </dgm:t>
    </dgm:pt>
    <dgm:pt modelId="{25F2C3FB-BAB5-4AF8-92AD-FE4DF3B0A3FE}">
      <dgm:prSet/>
      <dgm:spPr/>
      <dgm:t>
        <a:bodyPr/>
        <a:lstStyle/>
        <a:p>
          <a:pPr algn="just"/>
          <a:r>
            <a:rPr lang="en-US" sz="2300" dirty="0"/>
            <a:t>Abnormal heart rhythm (arrhythmias)</a:t>
          </a:r>
        </a:p>
      </dgm:t>
    </dgm:pt>
    <dgm:pt modelId="{30833A0C-17C0-4DD9-9B8F-E3F5C9489B41}" type="parTrans" cxnId="{45049898-AE5E-4F7A-8DB6-C846787BED60}">
      <dgm:prSet/>
      <dgm:spPr/>
      <dgm:t>
        <a:bodyPr/>
        <a:lstStyle/>
        <a:p>
          <a:pPr algn="just"/>
          <a:endParaRPr lang="en-IN"/>
        </a:p>
      </dgm:t>
    </dgm:pt>
    <dgm:pt modelId="{F50A6B26-9E62-46B9-AE27-58BFCBCD572A}" type="sibTrans" cxnId="{45049898-AE5E-4F7A-8DB6-C846787BED60}">
      <dgm:prSet/>
      <dgm:spPr/>
      <dgm:t>
        <a:bodyPr/>
        <a:lstStyle/>
        <a:p>
          <a:pPr algn="just"/>
          <a:endParaRPr lang="en-IN"/>
        </a:p>
      </dgm:t>
    </dgm:pt>
    <dgm:pt modelId="{3EE29B0A-0831-4E9D-881A-7C8BBAF31D61}">
      <dgm:prSet/>
      <dgm:spPr/>
      <dgm:t>
        <a:bodyPr/>
        <a:lstStyle/>
        <a:p>
          <a:pPr algn="just"/>
          <a:r>
            <a:rPr lang="en-US" sz="2300" dirty="0"/>
            <a:t>If blocked or narrowed arteries in your heart (coronary artery disease) are causing chest pain or a heart attack</a:t>
          </a:r>
        </a:p>
      </dgm:t>
    </dgm:pt>
    <dgm:pt modelId="{A5EC1FAD-F304-47DD-8B99-B9B0C399E21B}" type="parTrans" cxnId="{DB5C0E74-B1B3-481A-9E86-B1BE2C814F16}">
      <dgm:prSet/>
      <dgm:spPr/>
      <dgm:t>
        <a:bodyPr/>
        <a:lstStyle/>
        <a:p>
          <a:pPr algn="just"/>
          <a:endParaRPr lang="en-IN"/>
        </a:p>
      </dgm:t>
    </dgm:pt>
    <dgm:pt modelId="{3D5F5FC2-5B5F-4C83-B814-27FD6FC8804F}" type="sibTrans" cxnId="{DB5C0E74-B1B3-481A-9E86-B1BE2C814F16}">
      <dgm:prSet/>
      <dgm:spPr/>
      <dgm:t>
        <a:bodyPr/>
        <a:lstStyle/>
        <a:p>
          <a:pPr algn="just"/>
          <a:endParaRPr lang="en-IN"/>
        </a:p>
      </dgm:t>
    </dgm:pt>
    <dgm:pt modelId="{4163E45F-F061-44A0-8041-237A14307622}">
      <dgm:prSet/>
      <dgm:spPr/>
      <dgm:t>
        <a:bodyPr/>
        <a:lstStyle/>
        <a:p>
          <a:pPr algn="just"/>
          <a:r>
            <a:rPr lang="en-US" sz="2300" dirty="0"/>
            <a:t>Whether you have had a previous heart attack</a:t>
          </a:r>
        </a:p>
      </dgm:t>
    </dgm:pt>
    <dgm:pt modelId="{A7F42B53-67CF-4A6E-AC3B-7C28F08EF0FD}" type="parTrans" cxnId="{3D63BD54-19CB-4175-947B-731933377733}">
      <dgm:prSet/>
      <dgm:spPr/>
      <dgm:t>
        <a:bodyPr/>
        <a:lstStyle/>
        <a:p>
          <a:pPr algn="just"/>
          <a:endParaRPr lang="en-IN"/>
        </a:p>
      </dgm:t>
    </dgm:pt>
    <dgm:pt modelId="{2B6CD7C9-72A1-46CA-B028-83B5F07FB82C}" type="sibTrans" cxnId="{3D63BD54-19CB-4175-947B-731933377733}">
      <dgm:prSet/>
      <dgm:spPr/>
      <dgm:t>
        <a:bodyPr/>
        <a:lstStyle/>
        <a:p>
          <a:pPr algn="just"/>
          <a:endParaRPr lang="en-IN"/>
        </a:p>
      </dgm:t>
    </dgm:pt>
    <dgm:pt modelId="{C67ED4A8-760D-4C39-8549-928285A1FF62}">
      <dgm:prSet/>
      <dgm:spPr/>
      <dgm:t>
        <a:bodyPr/>
        <a:lstStyle/>
        <a:p>
          <a:pPr algn="just"/>
          <a:r>
            <a:rPr lang="en-US" sz="2300" dirty="0"/>
            <a:t>How well certain heart disease treatments, such as a pacemaker, are working.</a:t>
          </a:r>
        </a:p>
      </dgm:t>
    </dgm:pt>
    <dgm:pt modelId="{A97758CF-9FBF-47D1-9694-3B5AE7471AF2}" type="parTrans" cxnId="{A364EDD8-7BE1-4F93-9559-DA768D7E82DD}">
      <dgm:prSet/>
      <dgm:spPr/>
      <dgm:t>
        <a:bodyPr/>
        <a:lstStyle/>
        <a:p>
          <a:pPr algn="just"/>
          <a:endParaRPr lang="en-IN"/>
        </a:p>
      </dgm:t>
    </dgm:pt>
    <dgm:pt modelId="{5432A2CA-0E0D-42EF-B563-BBEADD59F6D3}" type="sibTrans" cxnId="{A364EDD8-7BE1-4F93-9559-DA768D7E82DD}">
      <dgm:prSet/>
      <dgm:spPr/>
      <dgm:t>
        <a:bodyPr/>
        <a:lstStyle/>
        <a:p>
          <a:pPr algn="just"/>
          <a:endParaRPr lang="en-IN"/>
        </a:p>
      </dgm:t>
    </dgm:pt>
    <dgm:pt modelId="{D556DC3A-6CA6-4E23-8D38-16EF0E1EC2BE}">
      <dgm:prSet custT="1"/>
      <dgm:spPr/>
      <dgm:t>
        <a:bodyPr/>
        <a:lstStyle/>
        <a:p>
          <a:pPr algn="just"/>
          <a:r>
            <a:rPr lang="en-US" sz="2400" dirty="0"/>
            <a:t>You may need an ECG if you have any of the following signs and symptoms:</a:t>
          </a:r>
        </a:p>
      </dgm:t>
    </dgm:pt>
    <dgm:pt modelId="{8DCD0F28-8670-411B-913A-6525F3977B2F}" type="parTrans" cxnId="{FBD20DD3-1B56-4354-A2B9-F55864587DBB}">
      <dgm:prSet/>
      <dgm:spPr/>
      <dgm:t>
        <a:bodyPr/>
        <a:lstStyle/>
        <a:p>
          <a:endParaRPr lang="en-IN"/>
        </a:p>
      </dgm:t>
    </dgm:pt>
    <dgm:pt modelId="{F326237F-8836-45A0-80B5-53BDDB843A2A}" type="sibTrans" cxnId="{FBD20DD3-1B56-4354-A2B9-F55864587DBB}">
      <dgm:prSet/>
      <dgm:spPr/>
      <dgm:t>
        <a:bodyPr/>
        <a:lstStyle/>
        <a:p>
          <a:endParaRPr lang="en-IN"/>
        </a:p>
      </dgm:t>
    </dgm:pt>
    <dgm:pt modelId="{90DBD142-ACDF-41A2-87BC-FB95CD7397DE}">
      <dgm:prSet/>
      <dgm:spPr/>
      <dgm:t>
        <a:bodyPr/>
        <a:lstStyle/>
        <a:p>
          <a:pPr algn="just"/>
          <a:r>
            <a:rPr lang="en-US" sz="2300" dirty="0"/>
            <a:t>Chest pain</a:t>
          </a:r>
        </a:p>
      </dgm:t>
    </dgm:pt>
    <dgm:pt modelId="{DA0E9E6A-F01C-4894-9389-3A807D0AD128}" type="parTrans" cxnId="{BC922EAB-F913-4204-ADFE-4884AADA78DA}">
      <dgm:prSet/>
      <dgm:spPr/>
      <dgm:t>
        <a:bodyPr/>
        <a:lstStyle/>
        <a:p>
          <a:endParaRPr lang="en-IN"/>
        </a:p>
      </dgm:t>
    </dgm:pt>
    <dgm:pt modelId="{DA726D8D-5CC3-4770-96BC-926EB3B837A5}" type="sibTrans" cxnId="{BC922EAB-F913-4204-ADFE-4884AADA78DA}">
      <dgm:prSet/>
      <dgm:spPr/>
      <dgm:t>
        <a:bodyPr/>
        <a:lstStyle/>
        <a:p>
          <a:endParaRPr lang="en-IN"/>
        </a:p>
      </dgm:t>
    </dgm:pt>
    <dgm:pt modelId="{97B281B1-60F1-4717-BFFB-981CD3762881}">
      <dgm:prSet/>
      <dgm:spPr/>
      <dgm:t>
        <a:bodyPr/>
        <a:lstStyle/>
        <a:p>
          <a:pPr algn="just"/>
          <a:r>
            <a:rPr lang="en-US" sz="2300" dirty="0"/>
            <a:t>Dizziness, lightheadedness or confusion</a:t>
          </a:r>
        </a:p>
      </dgm:t>
    </dgm:pt>
    <dgm:pt modelId="{657FDFE3-7C15-4E36-9DE4-4A4C359B1B38}" type="parTrans" cxnId="{BA9E112E-60AB-4CF8-BFF4-7749613E1604}">
      <dgm:prSet/>
      <dgm:spPr/>
      <dgm:t>
        <a:bodyPr/>
        <a:lstStyle/>
        <a:p>
          <a:endParaRPr lang="en-IN"/>
        </a:p>
      </dgm:t>
    </dgm:pt>
    <dgm:pt modelId="{C239DF6C-86F0-4113-9F77-F285FE2BC9E4}" type="sibTrans" cxnId="{BA9E112E-60AB-4CF8-BFF4-7749613E1604}">
      <dgm:prSet/>
      <dgm:spPr/>
      <dgm:t>
        <a:bodyPr/>
        <a:lstStyle/>
        <a:p>
          <a:endParaRPr lang="en-IN"/>
        </a:p>
      </dgm:t>
    </dgm:pt>
    <dgm:pt modelId="{062A236F-96B8-466C-9F03-1CEDF683E566}">
      <dgm:prSet/>
      <dgm:spPr/>
      <dgm:t>
        <a:bodyPr/>
        <a:lstStyle/>
        <a:p>
          <a:pPr algn="just"/>
          <a:r>
            <a:rPr lang="en-US" sz="2300" dirty="0"/>
            <a:t>Heart palpitations</a:t>
          </a:r>
        </a:p>
      </dgm:t>
    </dgm:pt>
    <dgm:pt modelId="{FBBCB436-194E-420C-B653-591E09ADC79B}" type="parTrans" cxnId="{A22187D0-4104-41F3-B8E2-29CA9B928147}">
      <dgm:prSet/>
      <dgm:spPr/>
      <dgm:t>
        <a:bodyPr/>
        <a:lstStyle/>
        <a:p>
          <a:endParaRPr lang="en-IN"/>
        </a:p>
      </dgm:t>
    </dgm:pt>
    <dgm:pt modelId="{3C14D92D-12A8-455F-957C-56F3DA9DAEED}" type="sibTrans" cxnId="{A22187D0-4104-41F3-B8E2-29CA9B928147}">
      <dgm:prSet/>
      <dgm:spPr/>
      <dgm:t>
        <a:bodyPr/>
        <a:lstStyle/>
        <a:p>
          <a:endParaRPr lang="en-IN"/>
        </a:p>
      </dgm:t>
    </dgm:pt>
    <dgm:pt modelId="{997220DD-04FB-494C-AE2F-81A946A01C9A}">
      <dgm:prSet/>
      <dgm:spPr/>
      <dgm:t>
        <a:bodyPr/>
        <a:lstStyle/>
        <a:p>
          <a:pPr algn="just"/>
          <a:r>
            <a:rPr lang="en-US" sz="2300" dirty="0"/>
            <a:t>Rapid pulse</a:t>
          </a:r>
        </a:p>
      </dgm:t>
    </dgm:pt>
    <dgm:pt modelId="{5F4F458F-2B59-4FE5-92A9-FCF2400D001D}" type="parTrans" cxnId="{CE50E330-07F5-4BF0-B8FA-57D419A3925B}">
      <dgm:prSet/>
      <dgm:spPr/>
      <dgm:t>
        <a:bodyPr/>
        <a:lstStyle/>
        <a:p>
          <a:endParaRPr lang="en-IN"/>
        </a:p>
      </dgm:t>
    </dgm:pt>
    <dgm:pt modelId="{F18DF378-461C-4DD3-8703-032D8281F941}" type="sibTrans" cxnId="{CE50E330-07F5-4BF0-B8FA-57D419A3925B}">
      <dgm:prSet/>
      <dgm:spPr/>
      <dgm:t>
        <a:bodyPr/>
        <a:lstStyle/>
        <a:p>
          <a:endParaRPr lang="en-IN"/>
        </a:p>
      </dgm:t>
    </dgm:pt>
    <dgm:pt modelId="{2E0BF3A5-9C73-4725-A2C8-1A11BA9ED0E5}">
      <dgm:prSet/>
      <dgm:spPr/>
      <dgm:t>
        <a:bodyPr/>
        <a:lstStyle/>
        <a:p>
          <a:pPr algn="just"/>
          <a:r>
            <a:rPr lang="en-US" sz="2300" dirty="0"/>
            <a:t>Shortness of breath</a:t>
          </a:r>
        </a:p>
      </dgm:t>
    </dgm:pt>
    <dgm:pt modelId="{F2DCEDC1-0B66-4504-891C-FA6EA60FB6C3}" type="parTrans" cxnId="{6C55CEFC-D479-4CFD-9D16-A334A689D1DA}">
      <dgm:prSet/>
      <dgm:spPr/>
      <dgm:t>
        <a:bodyPr/>
        <a:lstStyle/>
        <a:p>
          <a:endParaRPr lang="en-IN"/>
        </a:p>
      </dgm:t>
    </dgm:pt>
    <dgm:pt modelId="{CC5328FE-8B63-4A2B-8742-85404E48D7E4}" type="sibTrans" cxnId="{6C55CEFC-D479-4CFD-9D16-A334A689D1DA}">
      <dgm:prSet/>
      <dgm:spPr/>
      <dgm:t>
        <a:bodyPr/>
        <a:lstStyle/>
        <a:p>
          <a:endParaRPr lang="en-IN"/>
        </a:p>
      </dgm:t>
    </dgm:pt>
    <dgm:pt modelId="{7D6852D8-1DFC-4976-A6A2-7E60B3DF4ABF}">
      <dgm:prSet/>
      <dgm:spPr/>
      <dgm:t>
        <a:bodyPr/>
        <a:lstStyle/>
        <a:p>
          <a:pPr algn="just"/>
          <a:r>
            <a:rPr lang="en-US" sz="2300" dirty="0"/>
            <a:t>Weakness, fatigue or a decline in ability to exercise</a:t>
          </a:r>
        </a:p>
      </dgm:t>
    </dgm:pt>
    <dgm:pt modelId="{664BD23C-9DC2-48B9-BC76-A8C73E7841AE}" type="parTrans" cxnId="{69B36B7A-D888-491F-B98E-CD4C1783C091}">
      <dgm:prSet/>
      <dgm:spPr/>
      <dgm:t>
        <a:bodyPr/>
        <a:lstStyle/>
        <a:p>
          <a:endParaRPr lang="en-IN"/>
        </a:p>
      </dgm:t>
    </dgm:pt>
    <dgm:pt modelId="{D2E786DF-2E71-41D8-99CA-E6E6F9FEE95F}" type="sibTrans" cxnId="{69B36B7A-D888-491F-B98E-CD4C1783C091}">
      <dgm:prSet/>
      <dgm:spPr/>
      <dgm:t>
        <a:bodyPr/>
        <a:lstStyle/>
        <a:p>
          <a:endParaRPr lang="en-IN"/>
        </a:p>
      </dgm:t>
    </dgm:pt>
    <dgm:pt modelId="{E6B49865-E014-420C-B96F-89493C03194A}" type="pres">
      <dgm:prSet presAssocID="{DFCC7F81-BCCD-4C44-B233-720BDFF2D9B5}" presName="linear" presStyleCnt="0">
        <dgm:presLayoutVars>
          <dgm:dir/>
          <dgm:animLvl val="lvl"/>
          <dgm:resizeHandles val="exact"/>
        </dgm:presLayoutVars>
      </dgm:prSet>
      <dgm:spPr/>
      <dgm:t>
        <a:bodyPr/>
        <a:lstStyle/>
        <a:p>
          <a:endParaRPr lang="en-IN"/>
        </a:p>
      </dgm:t>
    </dgm:pt>
    <dgm:pt modelId="{BB010C7B-40A9-4362-8654-5439FC019736}" type="pres">
      <dgm:prSet presAssocID="{7630A093-AB0A-4B34-98DE-96A7E677029A}" presName="parentLin" presStyleCnt="0"/>
      <dgm:spPr/>
    </dgm:pt>
    <dgm:pt modelId="{B67AE783-0C97-4315-9C06-A1EC3E48D5CD}" type="pres">
      <dgm:prSet presAssocID="{7630A093-AB0A-4B34-98DE-96A7E677029A}" presName="parentLeftMargin" presStyleLbl="node1" presStyleIdx="0" presStyleCnt="1"/>
      <dgm:spPr/>
      <dgm:t>
        <a:bodyPr/>
        <a:lstStyle/>
        <a:p>
          <a:endParaRPr lang="en-IN"/>
        </a:p>
      </dgm:t>
    </dgm:pt>
    <dgm:pt modelId="{ED81C946-0823-4DE2-830E-CDEFE20199B7}" type="pres">
      <dgm:prSet presAssocID="{7630A093-AB0A-4B34-98DE-96A7E677029A}" presName="parentText" presStyleLbl="node1" presStyleIdx="0" presStyleCnt="1">
        <dgm:presLayoutVars>
          <dgm:chMax val="0"/>
          <dgm:bulletEnabled val="1"/>
        </dgm:presLayoutVars>
      </dgm:prSet>
      <dgm:spPr/>
      <dgm:t>
        <a:bodyPr/>
        <a:lstStyle/>
        <a:p>
          <a:endParaRPr lang="en-IN"/>
        </a:p>
      </dgm:t>
    </dgm:pt>
    <dgm:pt modelId="{F4AE2707-BEC5-4932-BCB1-D8C5576FC8B5}" type="pres">
      <dgm:prSet presAssocID="{7630A093-AB0A-4B34-98DE-96A7E677029A}" presName="negativeSpace" presStyleCnt="0"/>
      <dgm:spPr/>
    </dgm:pt>
    <dgm:pt modelId="{BFD13F01-6C22-4B36-A404-F8038995802F}" type="pres">
      <dgm:prSet presAssocID="{7630A093-AB0A-4B34-98DE-96A7E677029A}" presName="childText" presStyleLbl="conFgAcc1" presStyleIdx="0" presStyleCnt="1">
        <dgm:presLayoutVars>
          <dgm:bulletEnabled val="1"/>
        </dgm:presLayoutVars>
      </dgm:prSet>
      <dgm:spPr/>
      <dgm:t>
        <a:bodyPr/>
        <a:lstStyle/>
        <a:p>
          <a:endParaRPr lang="en-IN"/>
        </a:p>
      </dgm:t>
    </dgm:pt>
  </dgm:ptLst>
  <dgm:cxnLst>
    <dgm:cxn modelId="{45049898-AE5E-4F7A-8DB6-C846787BED60}" srcId="{642F3B7B-1C30-465B-81BB-002FCAF0398F}" destId="{25F2C3FB-BAB5-4AF8-92AD-FE4DF3B0A3FE}" srcOrd="0" destOrd="0" parTransId="{30833A0C-17C0-4DD9-9B8F-E3F5C9489B41}" sibTransId="{F50A6B26-9E62-46B9-AE27-58BFCBCD572A}"/>
    <dgm:cxn modelId="{3D63BD54-19CB-4175-947B-731933377733}" srcId="{642F3B7B-1C30-465B-81BB-002FCAF0398F}" destId="{4163E45F-F061-44A0-8041-237A14307622}" srcOrd="2" destOrd="0" parTransId="{A7F42B53-67CF-4A6E-AC3B-7C28F08EF0FD}" sibTransId="{2B6CD7C9-72A1-46CA-B028-83B5F07FB82C}"/>
    <dgm:cxn modelId="{98579CC1-6938-406C-B3AF-DA1357EEA193}" srcId="{DFCC7F81-BCCD-4C44-B233-720BDFF2D9B5}" destId="{7630A093-AB0A-4B34-98DE-96A7E677029A}" srcOrd="0" destOrd="0" parTransId="{89631634-DE36-4E9C-8475-37E1F76A2A1B}" sibTransId="{C9EDBC9A-40E7-4280-B494-916489E159B5}"/>
    <dgm:cxn modelId="{18D4325B-F5BC-436C-B4DB-34F7FC5DA07B}" type="presOf" srcId="{90DBD142-ACDF-41A2-87BC-FB95CD7397DE}" destId="{BFD13F01-6C22-4B36-A404-F8038995802F}" srcOrd="0" destOrd="7" presId="urn:microsoft.com/office/officeart/2005/8/layout/list1"/>
    <dgm:cxn modelId="{FF632FC1-5D0E-4E0D-A1B3-63EF4AF5E92A}" type="presOf" srcId="{D556DC3A-6CA6-4E23-8D38-16EF0E1EC2BE}" destId="{BFD13F01-6C22-4B36-A404-F8038995802F}" srcOrd="0" destOrd="6" presId="urn:microsoft.com/office/officeart/2005/8/layout/list1"/>
    <dgm:cxn modelId="{C9F6C6A4-AC2C-47F2-9055-17DFB812BA70}" type="presOf" srcId="{AACDC6EB-2FAE-44CD-B509-73CA73D519C3}" destId="{BFD13F01-6C22-4B36-A404-F8038995802F}" srcOrd="0" destOrd="0" presId="urn:microsoft.com/office/officeart/2005/8/layout/list1"/>
    <dgm:cxn modelId="{080859AB-16B2-4F85-958A-13A24FDBFDF1}" type="presOf" srcId="{062A236F-96B8-466C-9F03-1CEDF683E566}" destId="{BFD13F01-6C22-4B36-A404-F8038995802F}" srcOrd="0" destOrd="9" presId="urn:microsoft.com/office/officeart/2005/8/layout/list1"/>
    <dgm:cxn modelId="{6C55CEFC-D479-4CFD-9D16-A334A689D1DA}" srcId="{D556DC3A-6CA6-4E23-8D38-16EF0E1EC2BE}" destId="{2E0BF3A5-9C73-4725-A2C8-1A11BA9ED0E5}" srcOrd="4" destOrd="0" parTransId="{F2DCEDC1-0B66-4504-891C-FA6EA60FB6C3}" sibTransId="{CC5328FE-8B63-4A2B-8742-85404E48D7E4}"/>
    <dgm:cxn modelId="{FBD20DD3-1B56-4354-A2B9-F55864587DBB}" srcId="{7630A093-AB0A-4B34-98DE-96A7E677029A}" destId="{D556DC3A-6CA6-4E23-8D38-16EF0E1EC2BE}" srcOrd="2" destOrd="0" parTransId="{8DCD0F28-8670-411B-913A-6525F3977B2F}" sibTransId="{F326237F-8836-45A0-80B5-53BDDB843A2A}"/>
    <dgm:cxn modelId="{C8AF7F81-E222-4D76-97DB-25203E813EFE}" srcId="{7630A093-AB0A-4B34-98DE-96A7E677029A}" destId="{642F3B7B-1C30-465B-81BB-002FCAF0398F}" srcOrd="1" destOrd="0" parTransId="{B316DEA3-9E7E-4C59-AF95-CE3AA8CB6332}" sibTransId="{FF648D4E-F9AB-4C46-80ED-6210B2B40D85}"/>
    <dgm:cxn modelId="{E1C36A55-83BB-4828-BCBE-872ED3E6E72C}" type="presOf" srcId="{C67ED4A8-760D-4C39-8549-928285A1FF62}" destId="{BFD13F01-6C22-4B36-A404-F8038995802F}" srcOrd="0" destOrd="5" presId="urn:microsoft.com/office/officeart/2005/8/layout/list1"/>
    <dgm:cxn modelId="{BA9E112E-60AB-4CF8-BFF4-7749613E1604}" srcId="{D556DC3A-6CA6-4E23-8D38-16EF0E1EC2BE}" destId="{97B281B1-60F1-4717-BFFB-981CD3762881}" srcOrd="1" destOrd="0" parTransId="{657FDFE3-7C15-4E36-9DE4-4A4C359B1B38}" sibTransId="{C239DF6C-86F0-4113-9F77-F285FE2BC9E4}"/>
    <dgm:cxn modelId="{BC922EAB-F913-4204-ADFE-4884AADA78DA}" srcId="{D556DC3A-6CA6-4E23-8D38-16EF0E1EC2BE}" destId="{90DBD142-ACDF-41A2-87BC-FB95CD7397DE}" srcOrd="0" destOrd="0" parTransId="{DA0E9E6A-F01C-4894-9389-3A807D0AD128}" sibTransId="{DA726D8D-5CC3-4770-96BC-926EB3B837A5}"/>
    <dgm:cxn modelId="{A22187D0-4104-41F3-B8E2-29CA9B928147}" srcId="{D556DC3A-6CA6-4E23-8D38-16EF0E1EC2BE}" destId="{062A236F-96B8-466C-9F03-1CEDF683E566}" srcOrd="2" destOrd="0" parTransId="{FBBCB436-194E-420C-B653-591E09ADC79B}" sibTransId="{3C14D92D-12A8-455F-957C-56F3DA9DAEED}"/>
    <dgm:cxn modelId="{FFE0995F-B465-4B97-80ED-CE7F136DB2F8}" type="presOf" srcId="{25F2C3FB-BAB5-4AF8-92AD-FE4DF3B0A3FE}" destId="{BFD13F01-6C22-4B36-A404-F8038995802F}" srcOrd="0" destOrd="2" presId="urn:microsoft.com/office/officeart/2005/8/layout/list1"/>
    <dgm:cxn modelId="{A1FCABAB-373A-458B-A6A0-C4DD6FB0C0B5}" type="presOf" srcId="{97B281B1-60F1-4717-BFFB-981CD3762881}" destId="{BFD13F01-6C22-4B36-A404-F8038995802F}" srcOrd="0" destOrd="8" presId="urn:microsoft.com/office/officeart/2005/8/layout/list1"/>
    <dgm:cxn modelId="{0536E8E0-D9A0-4856-A2E4-CB9CB383EC1F}" type="presOf" srcId="{DFCC7F81-BCCD-4C44-B233-720BDFF2D9B5}" destId="{E6B49865-E014-420C-B96F-89493C03194A}" srcOrd="0" destOrd="0" presId="urn:microsoft.com/office/officeart/2005/8/layout/list1"/>
    <dgm:cxn modelId="{C9C907EF-D9EE-4D1B-8FED-9424DF165BBC}" srcId="{7630A093-AB0A-4B34-98DE-96A7E677029A}" destId="{AACDC6EB-2FAE-44CD-B509-73CA73D519C3}" srcOrd="0" destOrd="0" parTransId="{58114852-39E8-43B1-8B78-A7D8BAF700DD}" sibTransId="{025CE308-F393-4A96-AF2F-FD5771849712}"/>
    <dgm:cxn modelId="{DB6081E8-52D0-4B46-A469-3684FAB76BF1}" type="presOf" srcId="{2E0BF3A5-9C73-4725-A2C8-1A11BA9ED0E5}" destId="{BFD13F01-6C22-4B36-A404-F8038995802F}" srcOrd="0" destOrd="11" presId="urn:microsoft.com/office/officeart/2005/8/layout/list1"/>
    <dgm:cxn modelId="{CE50E330-07F5-4BF0-B8FA-57D419A3925B}" srcId="{D556DC3A-6CA6-4E23-8D38-16EF0E1EC2BE}" destId="{997220DD-04FB-494C-AE2F-81A946A01C9A}" srcOrd="3" destOrd="0" parTransId="{5F4F458F-2B59-4FE5-92A9-FCF2400D001D}" sibTransId="{F18DF378-461C-4DD3-8703-032D8281F941}"/>
    <dgm:cxn modelId="{718B3F77-1B2C-469D-8155-28EAE6FF7217}" type="presOf" srcId="{997220DD-04FB-494C-AE2F-81A946A01C9A}" destId="{BFD13F01-6C22-4B36-A404-F8038995802F}" srcOrd="0" destOrd="10" presId="urn:microsoft.com/office/officeart/2005/8/layout/list1"/>
    <dgm:cxn modelId="{385BF863-E029-49A1-A518-6CDC8A6693DF}" type="presOf" srcId="{7630A093-AB0A-4B34-98DE-96A7E677029A}" destId="{ED81C946-0823-4DE2-830E-CDEFE20199B7}" srcOrd="1" destOrd="0" presId="urn:microsoft.com/office/officeart/2005/8/layout/list1"/>
    <dgm:cxn modelId="{4B6F3858-170A-4896-B4A9-D4C21C364C4B}" type="presOf" srcId="{7630A093-AB0A-4B34-98DE-96A7E677029A}" destId="{B67AE783-0C97-4315-9C06-A1EC3E48D5CD}" srcOrd="0" destOrd="0" presId="urn:microsoft.com/office/officeart/2005/8/layout/list1"/>
    <dgm:cxn modelId="{1D877403-5B39-4441-9AA8-BEB7DC75BEB5}" type="presOf" srcId="{642F3B7B-1C30-465B-81BB-002FCAF0398F}" destId="{BFD13F01-6C22-4B36-A404-F8038995802F}" srcOrd="0" destOrd="1" presId="urn:microsoft.com/office/officeart/2005/8/layout/list1"/>
    <dgm:cxn modelId="{E568D3C5-B771-4EA2-8362-5E166D19B70F}" type="presOf" srcId="{3EE29B0A-0831-4E9D-881A-7C8BBAF31D61}" destId="{BFD13F01-6C22-4B36-A404-F8038995802F}" srcOrd="0" destOrd="3" presId="urn:microsoft.com/office/officeart/2005/8/layout/list1"/>
    <dgm:cxn modelId="{DB5C0E74-B1B3-481A-9E86-B1BE2C814F16}" srcId="{642F3B7B-1C30-465B-81BB-002FCAF0398F}" destId="{3EE29B0A-0831-4E9D-881A-7C8BBAF31D61}" srcOrd="1" destOrd="0" parTransId="{A5EC1FAD-F304-47DD-8B99-B9B0C399E21B}" sibTransId="{3D5F5FC2-5B5F-4C83-B814-27FD6FC8804F}"/>
    <dgm:cxn modelId="{69B36B7A-D888-491F-B98E-CD4C1783C091}" srcId="{D556DC3A-6CA6-4E23-8D38-16EF0E1EC2BE}" destId="{7D6852D8-1DFC-4976-A6A2-7E60B3DF4ABF}" srcOrd="5" destOrd="0" parTransId="{664BD23C-9DC2-48B9-BC76-A8C73E7841AE}" sibTransId="{D2E786DF-2E71-41D8-99CA-E6E6F9FEE95F}"/>
    <dgm:cxn modelId="{BE26C7AE-5CF1-4AF3-B2D6-11E681DFC710}" type="presOf" srcId="{7D6852D8-1DFC-4976-A6A2-7E60B3DF4ABF}" destId="{BFD13F01-6C22-4B36-A404-F8038995802F}" srcOrd="0" destOrd="12" presId="urn:microsoft.com/office/officeart/2005/8/layout/list1"/>
    <dgm:cxn modelId="{A364EDD8-7BE1-4F93-9559-DA768D7E82DD}" srcId="{642F3B7B-1C30-465B-81BB-002FCAF0398F}" destId="{C67ED4A8-760D-4C39-8549-928285A1FF62}" srcOrd="3" destOrd="0" parTransId="{A97758CF-9FBF-47D1-9694-3B5AE7471AF2}" sibTransId="{5432A2CA-0E0D-42EF-B563-BBEADD59F6D3}"/>
    <dgm:cxn modelId="{EC8F8BD9-CBF1-4692-82A6-67C8F729A2A2}" type="presOf" srcId="{4163E45F-F061-44A0-8041-237A14307622}" destId="{BFD13F01-6C22-4B36-A404-F8038995802F}" srcOrd="0" destOrd="4" presId="urn:microsoft.com/office/officeart/2005/8/layout/list1"/>
    <dgm:cxn modelId="{FA552B1D-3D2E-485E-ADCE-B6CA6405589C}" type="presParOf" srcId="{E6B49865-E014-420C-B96F-89493C03194A}" destId="{BB010C7B-40A9-4362-8654-5439FC019736}" srcOrd="0" destOrd="0" presId="urn:microsoft.com/office/officeart/2005/8/layout/list1"/>
    <dgm:cxn modelId="{85E04AA6-5057-41CD-BDA0-0FA476E14A70}" type="presParOf" srcId="{BB010C7B-40A9-4362-8654-5439FC019736}" destId="{B67AE783-0C97-4315-9C06-A1EC3E48D5CD}" srcOrd="0" destOrd="0" presId="urn:microsoft.com/office/officeart/2005/8/layout/list1"/>
    <dgm:cxn modelId="{391D7FB0-AEC6-423E-872C-5CAA70543332}" type="presParOf" srcId="{BB010C7B-40A9-4362-8654-5439FC019736}" destId="{ED81C946-0823-4DE2-830E-CDEFE20199B7}" srcOrd="1" destOrd="0" presId="urn:microsoft.com/office/officeart/2005/8/layout/list1"/>
    <dgm:cxn modelId="{5E2A1A1A-4CBC-4B5C-9EE6-2A842541DEC2}" type="presParOf" srcId="{E6B49865-E014-420C-B96F-89493C03194A}" destId="{F4AE2707-BEC5-4932-BCB1-D8C5576FC8B5}" srcOrd="1" destOrd="0" presId="urn:microsoft.com/office/officeart/2005/8/layout/list1"/>
    <dgm:cxn modelId="{04B601F7-94C9-4474-9D24-D3F4094AC5C3}" type="presParOf" srcId="{E6B49865-E014-420C-B96F-89493C03194A}" destId="{BFD13F01-6C22-4B36-A404-F8038995802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AFA7A06-A8B3-433C-BFD4-94F5F78A07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588FC54-EA24-40D3-A988-55D2B904C8DC}">
      <dgm:prSet phldrT="[Text]" custT="1"/>
      <dgm:spPr/>
      <dgm:t>
        <a:bodyPr/>
        <a:lstStyle/>
        <a:p>
          <a:r>
            <a:rPr lang="en-IN" sz="2400" b="1" dirty="0">
              <a:latin typeface="+mj-lt"/>
              <a:cs typeface="Times New Roman" panose="02020603050405020304" pitchFamily="18" charset="0"/>
            </a:rPr>
            <a:t>PROCEDURE OF ECG</a:t>
          </a:r>
          <a:endParaRPr lang="en-IN" sz="2400" dirty="0">
            <a:latin typeface="+mj-lt"/>
          </a:endParaRPr>
        </a:p>
      </dgm:t>
    </dgm:pt>
    <dgm:pt modelId="{FE6350EA-E23E-4A14-92B0-4D83F99DBB1B}" type="parTrans" cxnId="{034E2622-D3A4-481B-A572-3FFB5818B355}">
      <dgm:prSet/>
      <dgm:spPr/>
      <dgm:t>
        <a:bodyPr/>
        <a:lstStyle/>
        <a:p>
          <a:endParaRPr lang="en-IN"/>
        </a:p>
      </dgm:t>
    </dgm:pt>
    <dgm:pt modelId="{60DB66A8-E475-40D0-91FF-A8C64ABEB513}" type="sibTrans" cxnId="{034E2622-D3A4-481B-A572-3FFB5818B355}">
      <dgm:prSet/>
      <dgm:spPr/>
      <dgm:t>
        <a:bodyPr/>
        <a:lstStyle/>
        <a:p>
          <a:endParaRPr lang="en-IN"/>
        </a:p>
      </dgm:t>
    </dgm:pt>
    <dgm:pt modelId="{F6254D16-E06B-4CBF-8626-07DA6A470E4C}">
      <dgm:prSet phldrT="[Text]"/>
      <dgm:spPr/>
      <dgm:t>
        <a:bodyPr/>
        <a:lstStyle/>
        <a:p>
          <a:pPr algn="just"/>
          <a:r>
            <a:rPr lang="en-US" b="0" i="0" dirty="0"/>
            <a:t>The electrical activity of the heart can be measured on the surface of the skin – even as far from the heart as on your arms or legs. The standard “12-lead ECG” uses a total of ten electrodes: six on your chest, and then one each on your lower arms and calves.</a:t>
          </a:r>
          <a:endParaRPr lang="en-IN" dirty="0"/>
        </a:p>
      </dgm:t>
    </dgm:pt>
    <dgm:pt modelId="{1F5141BA-7847-4E45-B8B6-D5ACB86F9979}" type="parTrans" cxnId="{9301183D-E537-4F03-9930-FE4DE72B09EF}">
      <dgm:prSet/>
      <dgm:spPr/>
      <dgm:t>
        <a:bodyPr/>
        <a:lstStyle/>
        <a:p>
          <a:endParaRPr lang="en-IN"/>
        </a:p>
      </dgm:t>
    </dgm:pt>
    <dgm:pt modelId="{57647735-7F1E-4BEF-B14A-8D09447A0B41}" type="sibTrans" cxnId="{9301183D-E537-4F03-9930-FE4DE72B09EF}">
      <dgm:prSet/>
      <dgm:spPr/>
      <dgm:t>
        <a:bodyPr/>
        <a:lstStyle/>
        <a:p>
          <a:endParaRPr lang="en-IN"/>
        </a:p>
      </dgm:t>
    </dgm:pt>
    <dgm:pt modelId="{E974C75C-8156-487B-A5D6-CA6ECBCB4171}">
      <dgm:prSet/>
      <dgm:spPr/>
      <dgm:t>
        <a:bodyPr/>
        <a:lstStyle/>
        <a:p>
          <a:pPr algn="just"/>
          <a:r>
            <a:rPr lang="en-US" dirty="0"/>
            <a:t>During the test you'll lie flat while a computer creates a picture, on graph paper, of the electrical impulses that move through your heart. </a:t>
          </a:r>
        </a:p>
      </dgm:t>
    </dgm:pt>
    <dgm:pt modelId="{C0C20072-D7F0-445F-86D5-099A8975E4DB}" type="parTrans" cxnId="{C795A3BD-05E3-47C9-97DD-32065A691C47}">
      <dgm:prSet/>
      <dgm:spPr/>
      <dgm:t>
        <a:bodyPr/>
        <a:lstStyle/>
        <a:p>
          <a:endParaRPr lang="en-IN"/>
        </a:p>
      </dgm:t>
    </dgm:pt>
    <dgm:pt modelId="{A956ACAA-9449-496E-BA39-088619B4539D}" type="sibTrans" cxnId="{C795A3BD-05E3-47C9-97DD-32065A691C47}">
      <dgm:prSet/>
      <dgm:spPr/>
      <dgm:t>
        <a:bodyPr/>
        <a:lstStyle/>
        <a:p>
          <a:endParaRPr lang="en-IN"/>
        </a:p>
      </dgm:t>
    </dgm:pt>
    <dgm:pt modelId="{A528E955-DDF4-4615-A71A-26C6CB0C1FDE}">
      <dgm:prSet/>
      <dgm:spPr/>
      <dgm:t>
        <a:bodyPr/>
        <a:lstStyle/>
        <a:p>
          <a:pPr algn="just"/>
          <a:r>
            <a:rPr lang="en-US" dirty="0"/>
            <a:t>It takes about 10 minutes to attach the electrodes and complete the test, but the actual recording takes only a few seconds.</a:t>
          </a:r>
        </a:p>
      </dgm:t>
    </dgm:pt>
    <dgm:pt modelId="{92ACEEB0-6773-424A-AB61-ED8BC6F4C8B1}" type="parTrans" cxnId="{CC85047F-7007-4755-AE82-68A773C83D34}">
      <dgm:prSet/>
      <dgm:spPr/>
      <dgm:t>
        <a:bodyPr/>
        <a:lstStyle/>
        <a:p>
          <a:endParaRPr lang="en-IN"/>
        </a:p>
      </dgm:t>
    </dgm:pt>
    <dgm:pt modelId="{65951F03-EA01-4BE4-84CD-E218BB5E5127}" type="sibTrans" cxnId="{CC85047F-7007-4755-AE82-68A773C83D34}">
      <dgm:prSet/>
      <dgm:spPr/>
      <dgm:t>
        <a:bodyPr/>
        <a:lstStyle/>
        <a:p>
          <a:endParaRPr lang="en-IN"/>
        </a:p>
      </dgm:t>
    </dgm:pt>
    <dgm:pt modelId="{A79051A9-08DA-4562-BC4F-D9CA86F62A34}">
      <dgm:prSet/>
      <dgm:spPr/>
      <dgm:t>
        <a:bodyPr/>
        <a:lstStyle/>
        <a:p>
          <a:pPr algn="just"/>
          <a:r>
            <a:rPr lang="en-US" dirty="0"/>
            <a:t>Your doctor will keep your EKG patterns on file so that he can compare them to tests you get in the future.</a:t>
          </a:r>
        </a:p>
      </dgm:t>
    </dgm:pt>
    <dgm:pt modelId="{0082C339-3071-4D00-92E5-6DB509A18381}" type="parTrans" cxnId="{94096677-04F3-4791-A668-186281616AA4}">
      <dgm:prSet/>
      <dgm:spPr/>
      <dgm:t>
        <a:bodyPr/>
        <a:lstStyle/>
        <a:p>
          <a:endParaRPr lang="en-IN"/>
        </a:p>
      </dgm:t>
    </dgm:pt>
    <dgm:pt modelId="{369AC2A9-86D5-49A1-AA61-90367408F074}" type="sibTrans" cxnId="{94096677-04F3-4791-A668-186281616AA4}">
      <dgm:prSet/>
      <dgm:spPr/>
      <dgm:t>
        <a:bodyPr/>
        <a:lstStyle/>
        <a:p>
          <a:endParaRPr lang="en-IN"/>
        </a:p>
      </dgm:t>
    </dgm:pt>
    <dgm:pt modelId="{32BE9B9F-DD94-4C2A-A959-36C39C89AE41}">
      <dgm:prSet/>
      <dgm:spPr/>
      <dgm:t>
        <a:bodyPr/>
        <a:lstStyle/>
        <a:p>
          <a:pPr algn="just"/>
          <a:r>
            <a:rPr lang="en-US" dirty="0"/>
            <a:t>This is called a "resting“ EKG, although the same test may be used to check your heart while you exercise.</a:t>
          </a:r>
        </a:p>
      </dgm:t>
    </dgm:pt>
    <dgm:pt modelId="{1E5F250C-212F-469F-B89F-7C7B83AF7F70}" type="parTrans" cxnId="{131BBD8F-83BC-458E-8D66-927817F4180C}">
      <dgm:prSet/>
      <dgm:spPr/>
      <dgm:t>
        <a:bodyPr/>
        <a:lstStyle/>
        <a:p>
          <a:endParaRPr lang="en-IN"/>
        </a:p>
      </dgm:t>
    </dgm:pt>
    <dgm:pt modelId="{7C801A29-79D1-4C1E-9651-A1D747ACD581}" type="sibTrans" cxnId="{131BBD8F-83BC-458E-8D66-927817F4180C}">
      <dgm:prSet/>
      <dgm:spPr/>
      <dgm:t>
        <a:bodyPr/>
        <a:lstStyle/>
        <a:p>
          <a:endParaRPr lang="en-IN"/>
        </a:p>
      </dgm:t>
    </dgm:pt>
    <dgm:pt modelId="{97B4D3F1-092E-4B58-B0D3-388496CE4096}" type="pres">
      <dgm:prSet presAssocID="{DAFA7A06-A8B3-433C-BFD4-94F5F78A07DC}" presName="linear" presStyleCnt="0">
        <dgm:presLayoutVars>
          <dgm:animLvl val="lvl"/>
          <dgm:resizeHandles val="exact"/>
        </dgm:presLayoutVars>
      </dgm:prSet>
      <dgm:spPr/>
      <dgm:t>
        <a:bodyPr/>
        <a:lstStyle/>
        <a:p>
          <a:endParaRPr lang="en-IN"/>
        </a:p>
      </dgm:t>
    </dgm:pt>
    <dgm:pt modelId="{CEC7C02B-CF03-4A35-B2B5-2C857D89B7FD}" type="pres">
      <dgm:prSet presAssocID="{D588FC54-EA24-40D3-A988-55D2B904C8DC}" presName="parentText" presStyleLbl="node1" presStyleIdx="0" presStyleCnt="1">
        <dgm:presLayoutVars>
          <dgm:chMax val="0"/>
          <dgm:bulletEnabled val="1"/>
        </dgm:presLayoutVars>
      </dgm:prSet>
      <dgm:spPr/>
      <dgm:t>
        <a:bodyPr/>
        <a:lstStyle/>
        <a:p>
          <a:endParaRPr lang="en-IN"/>
        </a:p>
      </dgm:t>
    </dgm:pt>
    <dgm:pt modelId="{860F6274-A2F1-4D09-BFA1-74F2C03703AB}" type="pres">
      <dgm:prSet presAssocID="{D588FC54-EA24-40D3-A988-55D2B904C8DC}" presName="childText" presStyleLbl="revTx" presStyleIdx="0" presStyleCnt="1">
        <dgm:presLayoutVars>
          <dgm:bulletEnabled val="1"/>
        </dgm:presLayoutVars>
      </dgm:prSet>
      <dgm:spPr/>
      <dgm:t>
        <a:bodyPr/>
        <a:lstStyle/>
        <a:p>
          <a:endParaRPr lang="en-IN"/>
        </a:p>
      </dgm:t>
    </dgm:pt>
  </dgm:ptLst>
  <dgm:cxnLst>
    <dgm:cxn modelId="{CC85047F-7007-4755-AE82-68A773C83D34}" srcId="{D588FC54-EA24-40D3-A988-55D2B904C8DC}" destId="{A528E955-DDF4-4615-A71A-26C6CB0C1FDE}" srcOrd="3" destOrd="0" parTransId="{92ACEEB0-6773-424A-AB61-ED8BC6F4C8B1}" sibTransId="{65951F03-EA01-4BE4-84CD-E218BB5E5127}"/>
    <dgm:cxn modelId="{1AFD264B-1B25-49EB-A7BF-A11898D2D13C}" type="presOf" srcId="{32BE9B9F-DD94-4C2A-A959-36C39C89AE41}" destId="{860F6274-A2F1-4D09-BFA1-74F2C03703AB}" srcOrd="0" destOrd="2" presId="urn:microsoft.com/office/officeart/2005/8/layout/vList2"/>
    <dgm:cxn modelId="{C795A3BD-05E3-47C9-97DD-32065A691C47}" srcId="{D588FC54-EA24-40D3-A988-55D2B904C8DC}" destId="{E974C75C-8156-487B-A5D6-CA6ECBCB4171}" srcOrd="1" destOrd="0" parTransId="{C0C20072-D7F0-445F-86D5-099A8975E4DB}" sibTransId="{A956ACAA-9449-496E-BA39-088619B4539D}"/>
    <dgm:cxn modelId="{0420B1D5-E986-4158-BE7C-4B0600176A43}" type="presOf" srcId="{D588FC54-EA24-40D3-A988-55D2B904C8DC}" destId="{CEC7C02B-CF03-4A35-B2B5-2C857D89B7FD}" srcOrd="0" destOrd="0" presId="urn:microsoft.com/office/officeart/2005/8/layout/vList2"/>
    <dgm:cxn modelId="{9301183D-E537-4F03-9930-FE4DE72B09EF}" srcId="{D588FC54-EA24-40D3-A988-55D2B904C8DC}" destId="{F6254D16-E06B-4CBF-8626-07DA6A470E4C}" srcOrd="0" destOrd="0" parTransId="{1F5141BA-7847-4E45-B8B6-D5ACB86F9979}" sibTransId="{57647735-7F1E-4BEF-B14A-8D09447A0B41}"/>
    <dgm:cxn modelId="{89FC4A7E-3F2A-4854-A668-42F770A0E6AB}" type="presOf" srcId="{DAFA7A06-A8B3-433C-BFD4-94F5F78A07DC}" destId="{97B4D3F1-092E-4B58-B0D3-388496CE4096}" srcOrd="0" destOrd="0" presId="urn:microsoft.com/office/officeart/2005/8/layout/vList2"/>
    <dgm:cxn modelId="{49F72F5C-80F2-4493-A407-D163A229EB72}" type="presOf" srcId="{A79051A9-08DA-4562-BC4F-D9CA86F62A34}" destId="{860F6274-A2F1-4D09-BFA1-74F2C03703AB}" srcOrd="0" destOrd="4" presId="urn:microsoft.com/office/officeart/2005/8/layout/vList2"/>
    <dgm:cxn modelId="{94096677-04F3-4791-A668-186281616AA4}" srcId="{D588FC54-EA24-40D3-A988-55D2B904C8DC}" destId="{A79051A9-08DA-4562-BC4F-D9CA86F62A34}" srcOrd="4" destOrd="0" parTransId="{0082C339-3071-4D00-92E5-6DB509A18381}" sibTransId="{369AC2A9-86D5-49A1-AA61-90367408F074}"/>
    <dgm:cxn modelId="{27B2A21D-51B6-4721-9BDB-FC43325A470D}" type="presOf" srcId="{F6254D16-E06B-4CBF-8626-07DA6A470E4C}" destId="{860F6274-A2F1-4D09-BFA1-74F2C03703AB}" srcOrd="0" destOrd="0" presId="urn:microsoft.com/office/officeart/2005/8/layout/vList2"/>
    <dgm:cxn modelId="{CF861B91-5554-4A0A-B1B4-626E5C09177B}" type="presOf" srcId="{E974C75C-8156-487B-A5D6-CA6ECBCB4171}" destId="{860F6274-A2F1-4D09-BFA1-74F2C03703AB}" srcOrd="0" destOrd="1" presId="urn:microsoft.com/office/officeart/2005/8/layout/vList2"/>
    <dgm:cxn modelId="{131BBD8F-83BC-458E-8D66-927817F4180C}" srcId="{D588FC54-EA24-40D3-A988-55D2B904C8DC}" destId="{32BE9B9F-DD94-4C2A-A959-36C39C89AE41}" srcOrd="2" destOrd="0" parTransId="{1E5F250C-212F-469F-B89F-7C7B83AF7F70}" sibTransId="{7C801A29-79D1-4C1E-9651-A1D747ACD581}"/>
    <dgm:cxn modelId="{D54D94CC-A305-4956-BC58-4AB9E18BB33E}" type="presOf" srcId="{A528E955-DDF4-4615-A71A-26C6CB0C1FDE}" destId="{860F6274-A2F1-4D09-BFA1-74F2C03703AB}" srcOrd="0" destOrd="3" presId="urn:microsoft.com/office/officeart/2005/8/layout/vList2"/>
    <dgm:cxn modelId="{034E2622-D3A4-481B-A572-3FFB5818B355}" srcId="{DAFA7A06-A8B3-433C-BFD4-94F5F78A07DC}" destId="{D588FC54-EA24-40D3-A988-55D2B904C8DC}" srcOrd="0" destOrd="0" parTransId="{FE6350EA-E23E-4A14-92B0-4D83F99DBB1B}" sibTransId="{60DB66A8-E475-40D0-91FF-A8C64ABEB513}"/>
    <dgm:cxn modelId="{0D6BF881-3C95-4DCB-BBEE-5E2396BE4515}" type="presParOf" srcId="{97B4D3F1-092E-4B58-B0D3-388496CE4096}" destId="{CEC7C02B-CF03-4A35-B2B5-2C857D89B7FD}" srcOrd="0" destOrd="0" presId="urn:microsoft.com/office/officeart/2005/8/layout/vList2"/>
    <dgm:cxn modelId="{48BA779C-CE70-4042-B1D8-6F7224BEB84B}" type="presParOf" srcId="{97B4D3F1-092E-4B58-B0D3-388496CE4096}" destId="{860F6274-A2F1-4D09-BFA1-74F2C03703AB}"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BE3E6C5-9983-4E88-A0CB-8907915AEE3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0C026FBF-9313-47FA-91AD-67DB818C4679}">
      <dgm:prSet phldrT="[Text]" custT="1"/>
      <dgm:spPr/>
      <dgm:t>
        <a:bodyPr/>
        <a:lstStyle/>
        <a:p>
          <a:pPr>
            <a:buFont typeface="Wingdings" panose="05000000000000000000" pitchFamily="2" charset="2"/>
            <a:buChar char="Ø"/>
          </a:pPr>
          <a:r>
            <a:rPr lang="en-US" sz="3600" b="1" dirty="0">
              <a:solidFill>
                <a:schemeClr val="bg1"/>
              </a:solidFill>
              <a:effectLst>
                <a:outerShdw blurRad="38100" dist="38100" dir="2700000" algn="tl">
                  <a:srgbClr val="000000">
                    <a:alpha val="43137"/>
                  </a:srgbClr>
                </a:outerShdw>
              </a:effectLst>
              <a:latin typeface="+mj-lt"/>
              <a:ea typeface="+mn-ea"/>
              <a:cs typeface="+mn-cs"/>
            </a:rPr>
            <a:t>Electroencephalogram (EEG)</a:t>
          </a:r>
          <a:endParaRPr lang="en-IN" sz="3600" b="1" dirty="0">
            <a:solidFill>
              <a:schemeClr val="bg1"/>
            </a:solidFill>
            <a:effectLst>
              <a:outerShdw blurRad="38100" dist="38100" dir="2700000" algn="tl">
                <a:srgbClr val="000000">
                  <a:alpha val="43137"/>
                </a:srgbClr>
              </a:outerShdw>
            </a:effectLst>
            <a:latin typeface="+mj-lt"/>
          </a:endParaRPr>
        </a:p>
      </dgm:t>
    </dgm:pt>
    <dgm:pt modelId="{20A6D55E-DC3A-4A66-9DC8-9866A6F39676}" type="parTrans" cxnId="{53371BA5-DD7A-4192-A0B9-8349153BAE75}">
      <dgm:prSet/>
      <dgm:spPr/>
      <dgm:t>
        <a:bodyPr/>
        <a:lstStyle/>
        <a:p>
          <a:endParaRPr lang="en-IN"/>
        </a:p>
      </dgm:t>
    </dgm:pt>
    <dgm:pt modelId="{2A86976E-6BFD-4E6A-B29F-4C981D6BC592}" type="sibTrans" cxnId="{53371BA5-DD7A-4192-A0B9-8349153BAE75}">
      <dgm:prSet/>
      <dgm:spPr/>
      <dgm:t>
        <a:bodyPr/>
        <a:lstStyle/>
        <a:p>
          <a:endParaRPr lang="en-IN"/>
        </a:p>
      </dgm:t>
    </dgm:pt>
    <dgm:pt modelId="{8918225B-D7A9-41FF-BE92-474203FE4EEA}">
      <dgm:prSet phldrT="[Text]"/>
      <dgm:spPr/>
      <dgm:t>
        <a:bodyPr/>
        <a:lstStyle/>
        <a:p>
          <a:pPr algn="just"/>
          <a:r>
            <a:rPr lang="en-US" b="0" i="0" dirty="0"/>
            <a:t>An EEG, or </a:t>
          </a:r>
          <a:r>
            <a:rPr lang="en-US" b="1" i="0" dirty="0">
              <a:solidFill>
                <a:schemeClr val="accent6">
                  <a:lumMod val="50000"/>
                </a:schemeClr>
              </a:solidFill>
            </a:rPr>
            <a:t>electroencephalogram</a:t>
          </a:r>
          <a:r>
            <a:rPr lang="en-US" b="0" i="0" dirty="0"/>
            <a:t>, is a test that records the electrical signals of the </a:t>
          </a:r>
          <a:r>
            <a:rPr lang="en-US" b="1" i="0" dirty="0">
              <a:solidFill>
                <a:schemeClr val="accent6">
                  <a:lumMod val="50000"/>
                </a:schemeClr>
              </a:solidFill>
            </a:rPr>
            <a:t>brain</a:t>
          </a:r>
          <a:r>
            <a:rPr lang="en-US" b="0" i="0" dirty="0"/>
            <a:t> by using small metal discs (called electrodes) that are attached to your scalp. </a:t>
          </a:r>
          <a:endParaRPr lang="en-IN" dirty="0"/>
        </a:p>
      </dgm:t>
    </dgm:pt>
    <dgm:pt modelId="{23551AD0-AF86-4A8F-B6D6-47FEB69B0037}" type="parTrans" cxnId="{694F9D48-F2B2-4AF1-BF3B-EF499FE53C30}">
      <dgm:prSet/>
      <dgm:spPr/>
      <dgm:t>
        <a:bodyPr/>
        <a:lstStyle/>
        <a:p>
          <a:endParaRPr lang="en-IN"/>
        </a:p>
      </dgm:t>
    </dgm:pt>
    <dgm:pt modelId="{72E73F9D-67B1-4F35-8A46-B249D28A3879}" type="sibTrans" cxnId="{694F9D48-F2B2-4AF1-BF3B-EF499FE53C30}">
      <dgm:prSet/>
      <dgm:spPr/>
      <dgm:t>
        <a:bodyPr/>
        <a:lstStyle/>
        <a:p>
          <a:endParaRPr lang="en-IN"/>
        </a:p>
      </dgm:t>
    </dgm:pt>
    <dgm:pt modelId="{DB9002DC-8F38-4084-8AB7-8D0C5F3694B4}">
      <dgm:prSet phldrT="[Text]"/>
      <dgm:spPr/>
      <dgm:t>
        <a:bodyPr/>
        <a:lstStyle/>
        <a:p>
          <a:pPr algn="just"/>
          <a:r>
            <a:rPr lang="en-US" b="0" i="0" dirty="0"/>
            <a:t>Your brain cells communicate with each other using electrical impulses. They’re always working, even if you’re asleep. </a:t>
          </a:r>
          <a:endParaRPr lang="en-IN" dirty="0"/>
        </a:p>
      </dgm:t>
    </dgm:pt>
    <dgm:pt modelId="{27905619-62A1-47B0-838E-B634E71E068D}" type="parTrans" cxnId="{BD4DF6F3-2B5A-4AA7-AA3E-E5584B2FBBFD}">
      <dgm:prSet/>
      <dgm:spPr/>
      <dgm:t>
        <a:bodyPr/>
        <a:lstStyle/>
        <a:p>
          <a:endParaRPr lang="en-IN"/>
        </a:p>
      </dgm:t>
    </dgm:pt>
    <dgm:pt modelId="{C9D2C06B-835E-4BFB-92AF-15CC5576F135}" type="sibTrans" cxnId="{BD4DF6F3-2B5A-4AA7-AA3E-E5584B2FBBFD}">
      <dgm:prSet/>
      <dgm:spPr/>
      <dgm:t>
        <a:bodyPr/>
        <a:lstStyle/>
        <a:p>
          <a:endParaRPr lang="en-IN"/>
        </a:p>
      </dgm:t>
    </dgm:pt>
    <dgm:pt modelId="{20916D83-112F-49F4-8840-2F27F112E233}">
      <dgm:prSet phldrT="[Text]"/>
      <dgm:spPr/>
      <dgm:t>
        <a:bodyPr/>
        <a:lstStyle/>
        <a:p>
          <a:pPr algn="just"/>
          <a:r>
            <a:rPr lang="en-US" b="0" i="0" dirty="0"/>
            <a:t>That brain activity will show up on an </a:t>
          </a:r>
          <a:r>
            <a:rPr lang="en-US" b="1" i="0" dirty="0"/>
            <a:t>EEG recording </a:t>
          </a:r>
          <a:r>
            <a:rPr lang="en-US" b="0" i="0" dirty="0"/>
            <a:t>as wavy lines. It’s a </a:t>
          </a:r>
          <a:r>
            <a:rPr lang="en-US" b="1" i="0" dirty="0"/>
            <a:t>snapshot in time of the electrical activity in your brain</a:t>
          </a:r>
          <a:r>
            <a:rPr lang="en-US" b="0" i="0" dirty="0"/>
            <a:t>.  </a:t>
          </a:r>
          <a:endParaRPr lang="en-IN" dirty="0"/>
        </a:p>
      </dgm:t>
    </dgm:pt>
    <dgm:pt modelId="{83FAF346-6B77-4036-BBDF-1188DD049E3F}" type="parTrans" cxnId="{8F6AE969-6BC6-4B8E-8232-970343BFDC88}">
      <dgm:prSet/>
      <dgm:spPr/>
      <dgm:t>
        <a:bodyPr/>
        <a:lstStyle/>
        <a:p>
          <a:endParaRPr lang="en-IN"/>
        </a:p>
      </dgm:t>
    </dgm:pt>
    <dgm:pt modelId="{2B3866FF-32F6-43C3-B559-5C3F34401C2B}" type="sibTrans" cxnId="{8F6AE969-6BC6-4B8E-8232-970343BFDC88}">
      <dgm:prSet/>
      <dgm:spPr/>
      <dgm:t>
        <a:bodyPr/>
        <a:lstStyle/>
        <a:p>
          <a:endParaRPr lang="en-IN"/>
        </a:p>
      </dgm:t>
    </dgm:pt>
    <dgm:pt modelId="{41396DEB-9E7A-4C27-B37A-DCBED6115BA5}">
      <dgm:prSet phldrT="[Text]"/>
      <dgm:spPr/>
      <dgm:t>
        <a:bodyPr/>
        <a:lstStyle/>
        <a:p>
          <a:pPr algn="just"/>
          <a:r>
            <a:rPr lang="en-US" b="0" i="0" dirty="0"/>
            <a:t>An EEG is a test can detects abnormalities in your brain waves, or in the electrical activity of your brain.</a:t>
          </a:r>
          <a:endParaRPr lang="en-IN" dirty="0"/>
        </a:p>
      </dgm:t>
    </dgm:pt>
    <dgm:pt modelId="{AB985AB0-7CCD-470C-A174-CD0C83828577}" type="parTrans" cxnId="{73DFF380-0974-4F4D-BF32-54FEB1A05983}">
      <dgm:prSet/>
      <dgm:spPr/>
      <dgm:t>
        <a:bodyPr/>
        <a:lstStyle/>
        <a:p>
          <a:endParaRPr lang="en-IN"/>
        </a:p>
      </dgm:t>
    </dgm:pt>
    <dgm:pt modelId="{459D08DE-7291-43F8-A78A-FD7B4BE50B1C}" type="sibTrans" cxnId="{73DFF380-0974-4F4D-BF32-54FEB1A05983}">
      <dgm:prSet/>
      <dgm:spPr/>
      <dgm:t>
        <a:bodyPr/>
        <a:lstStyle/>
        <a:p>
          <a:endParaRPr lang="en-IN"/>
        </a:p>
      </dgm:t>
    </dgm:pt>
    <dgm:pt modelId="{013EED98-4098-489D-9F4E-69EDE2FEF9D3}">
      <dgm:prSet phldrT="[Text]"/>
      <dgm:spPr/>
      <dgm:t>
        <a:bodyPr/>
        <a:lstStyle/>
        <a:p>
          <a:pPr algn="just"/>
          <a:r>
            <a:rPr lang="en-US" b="0" i="0" dirty="0"/>
            <a:t>The </a:t>
          </a:r>
          <a:r>
            <a:rPr lang="en-US" b="1" i="0" dirty="0"/>
            <a:t>electrodes detect tiny electrical charges that result from the activity of your brain cells</a:t>
          </a:r>
          <a:r>
            <a:rPr lang="en-US" b="0" i="0" dirty="0"/>
            <a:t>.</a:t>
          </a:r>
          <a:endParaRPr lang="en-IN" dirty="0"/>
        </a:p>
      </dgm:t>
    </dgm:pt>
    <dgm:pt modelId="{BF0C6922-E195-4086-97F1-2AED2B7AD7C3}" type="parTrans" cxnId="{C3C4A7E7-A6CA-4AEC-87CE-6C65750599FA}">
      <dgm:prSet/>
      <dgm:spPr/>
      <dgm:t>
        <a:bodyPr/>
        <a:lstStyle/>
        <a:p>
          <a:endParaRPr lang="en-IN"/>
        </a:p>
      </dgm:t>
    </dgm:pt>
    <dgm:pt modelId="{CCBE57BA-4AB7-4359-AA9C-55833924D3B7}" type="sibTrans" cxnId="{C3C4A7E7-A6CA-4AEC-87CE-6C65750599FA}">
      <dgm:prSet/>
      <dgm:spPr/>
      <dgm:t>
        <a:bodyPr/>
        <a:lstStyle/>
        <a:p>
          <a:endParaRPr lang="en-IN"/>
        </a:p>
      </dgm:t>
    </dgm:pt>
    <dgm:pt modelId="{8B862EC6-12AA-467F-89A5-3556302E985C}">
      <dgm:prSet phldrT="[Text]"/>
      <dgm:spPr/>
      <dgm:t>
        <a:bodyPr/>
        <a:lstStyle/>
        <a:p>
          <a:pPr algn="just"/>
          <a:r>
            <a:rPr lang="en-US" b="0" i="0" dirty="0"/>
            <a:t>The charges are amplified and appear as a graph on a computer screen, or as a recording that may be printed out on paper. Your healthcare provider then interprets the reading.</a:t>
          </a:r>
          <a:endParaRPr lang="en-IN" dirty="0"/>
        </a:p>
      </dgm:t>
    </dgm:pt>
    <dgm:pt modelId="{E4588F0A-7A3C-4678-9B8A-56D5FE0C82B0}" type="parTrans" cxnId="{5A7BB206-14B4-4732-BDE9-538F1219DED2}">
      <dgm:prSet/>
      <dgm:spPr/>
      <dgm:t>
        <a:bodyPr/>
        <a:lstStyle/>
        <a:p>
          <a:endParaRPr lang="en-IN"/>
        </a:p>
      </dgm:t>
    </dgm:pt>
    <dgm:pt modelId="{FAB3FAB5-7D1B-435C-9C07-66236D559B2D}" type="sibTrans" cxnId="{5A7BB206-14B4-4732-BDE9-538F1219DED2}">
      <dgm:prSet/>
      <dgm:spPr/>
      <dgm:t>
        <a:bodyPr/>
        <a:lstStyle/>
        <a:p>
          <a:endParaRPr lang="en-IN"/>
        </a:p>
      </dgm:t>
    </dgm:pt>
    <dgm:pt modelId="{97E4A274-6D93-4D6C-9778-2F8DDE0BE34D}" type="pres">
      <dgm:prSet presAssocID="{6BE3E6C5-9983-4E88-A0CB-8907915AEE36}" presName="Name0" presStyleCnt="0">
        <dgm:presLayoutVars>
          <dgm:dir/>
          <dgm:animLvl val="lvl"/>
          <dgm:resizeHandles val="exact"/>
        </dgm:presLayoutVars>
      </dgm:prSet>
      <dgm:spPr/>
      <dgm:t>
        <a:bodyPr/>
        <a:lstStyle/>
        <a:p>
          <a:endParaRPr lang="en-IN"/>
        </a:p>
      </dgm:t>
    </dgm:pt>
    <dgm:pt modelId="{B65E9EF9-6152-4A0D-9451-5BD991FD725C}" type="pres">
      <dgm:prSet presAssocID="{0C026FBF-9313-47FA-91AD-67DB818C4679}" presName="composite" presStyleCnt="0"/>
      <dgm:spPr/>
    </dgm:pt>
    <dgm:pt modelId="{EB13A931-C8C9-4A55-86C5-3B63D6B98850}" type="pres">
      <dgm:prSet presAssocID="{0C026FBF-9313-47FA-91AD-67DB818C4679}" presName="parTx" presStyleLbl="alignNode1" presStyleIdx="0" presStyleCnt="1">
        <dgm:presLayoutVars>
          <dgm:chMax val="0"/>
          <dgm:chPref val="0"/>
          <dgm:bulletEnabled val="1"/>
        </dgm:presLayoutVars>
      </dgm:prSet>
      <dgm:spPr/>
      <dgm:t>
        <a:bodyPr/>
        <a:lstStyle/>
        <a:p>
          <a:endParaRPr lang="en-IN"/>
        </a:p>
      </dgm:t>
    </dgm:pt>
    <dgm:pt modelId="{A49C4A53-02CF-41E0-87D2-A97F84019F07}" type="pres">
      <dgm:prSet presAssocID="{0C026FBF-9313-47FA-91AD-67DB818C4679}" presName="desTx" presStyleLbl="alignAccFollowNode1" presStyleIdx="0" presStyleCnt="1">
        <dgm:presLayoutVars>
          <dgm:bulletEnabled val="1"/>
        </dgm:presLayoutVars>
      </dgm:prSet>
      <dgm:spPr/>
      <dgm:t>
        <a:bodyPr/>
        <a:lstStyle/>
        <a:p>
          <a:endParaRPr lang="en-IN"/>
        </a:p>
      </dgm:t>
    </dgm:pt>
  </dgm:ptLst>
  <dgm:cxnLst>
    <dgm:cxn modelId="{73DFF380-0974-4F4D-BF32-54FEB1A05983}" srcId="{0C026FBF-9313-47FA-91AD-67DB818C4679}" destId="{41396DEB-9E7A-4C27-B37A-DCBED6115BA5}" srcOrd="5" destOrd="0" parTransId="{AB985AB0-7CCD-470C-A174-CD0C83828577}" sibTransId="{459D08DE-7291-43F8-A78A-FD7B4BE50B1C}"/>
    <dgm:cxn modelId="{A9F5086E-BAA2-4054-BD2A-C6A2ABC2345B}" type="presOf" srcId="{6BE3E6C5-9983-4E88-A0CB-8907915AEE36}" destId="{97E4A274-6D93-4D6C-9778-2F8DDE0BE34D}" srcOrd="0" destOrd="0" presId="urn:microsoft.com/office/officeart/2005/8/layout/hList1"/>
    <dgm:cxn modelId="{1F03C7DB-D613-4854-A77E-C02E8D6CC67D}" type="presOf" srcId="{41396DEB-9E7A-4C27-B37A-DCBED6115BA5}" destId="{A49C4A53-02CF-41E0-87D2-A97F84019F07}" srcOrd="0" destOrd="5" presId="urn:microsoft.com/office/officeart/2005/8/layout/hList1"/>
    <dgm:cxn modelId="{8F6AE969-6BC6-4B8E-8232-970343BFDC88}" srcId="{0C026FBF-9313-47FA-91AD-67DB818C4679}" destId="{20916D83-112F-49F4-8840-2F27F112E233}" srcOrd="3" destOrd="0" parTransId="{83FAF346-6B77-4036-BBDF-1188DD049E3F}" sibTransId="{2B3866FF-32F6-43C3-B559-5C3F34401C2B}"/>
    <dgm:cxn modelId="{C3C4A7E7-A6CA-4AEC-87CE-6C65750599FA}" srcId="{0C026FBF-9313-47FA-91AD-67DB818C4679}" destId="{013EED98-4098-489D-9F4E-69EDE2FEF9D3}" srcOrd="1" destOrd="0" parTransId="{BF0C6922-E195-4086-97F1-2AED2B7AD7C3}" sibTransId="{CCBE57BA-4AB7-4359-AA9C-55833924D3B7}"/>
    <dgm:cxn modelId="{866B0195-C58A-4A3A-8AC2-C1BD03D1D8C3}" type="presOf" srcId="{8918225B-D7A9-41FF-BE92-474203FE4EEA}" destId="{A49C4A53-02CF-41E0-87D2-A97F84019F07}" srcOrd="0" destOrd="0" presId="urn:microsoft.com/office/officeart/2005/8/layout/hList1"/>
    <dgm:cxn modelId="{5A7BB206-14B4-4732-BDE9-538F1219DED2}" srcId="{0C026FBF-9313-47FA-91AD-67DB818C4679}" destId="{8B862EC6-12AA-467F-89A5-3556302E985C}" srcOrd="4" destOrd="0" parTransId="{E4588F0A-7A3C-4678-9B8A-56D5FE0C82B0}" sibTransId="{FAB3FAB5-7D1B-435C-9C07-66236D559B2D}"/>
    <dgm:cxn modelId="{0410AE04-CCC8-4715-88B1-789E925E40A9}" type="presOf" srcId="{20916D83-112F-49F4-8840-2F27F112E233}" destId="{A49C4A53-02CF-41E0-87D2-A97F84019F07}" srcOrd="0" destOrd="3" presId="urn:microsoft.com/office/officeart/2005/8/layout/hList1"/>
    <dgm:cxn modelId="{53371BA5-DD7A-4192-A0B9-8349153BAE75}" srcId="{6BE3E6C5-9983-4E88-A0CB-8907915AEE36}" destId="{0C026FBF-9313-47FA-91AD-67DB818C4679}" srcOrd="0" destOrd="0" parTransId="{20A6D55E-DC3A-4A66-9DC8-9866A6F39676}" sibTransId="{2A86976E-6BFD-4E6A-B29F-4C981D6BC592}"/>
    <dgm:cxn modelId="{BD4DF6F3-2B5A-4AA7-AA3E-E5584B2FBBFD}" srcId="{0C026FBF-9313-47FA-91AD-67DB818C4679}" destId="{DB9002DC-8F38-4084-8AB7-8D0C5F3694B4}" srcOrd="2" destOrd="0" parTransId="{27905619-62A1-47B0-838E-B634E71E068D}" sibTransId="{C9D2C06B-835E-4BFB-92AF-15CC5576F135}"/>
    <dgm:cxn modelId="{3BFD9101-FAC0-429E-B076-A0A718077808}" type="presOf" srcId="{8B862EC6-12AA-467F-89A5-3556302E985C}" destId="{A49C4A53-02CF-41E0-87D2-A97F84019F07}" srcOrd="0" destOrd="4" presId="urn:microsoft.com/office/officeart/2005/8/layout/hList1"/>
    <dgm:cxn modelId="{8D63BA45-9444-44D9-BA68-5D96384FA196}" type="presOf" srcId="{DB9002DC-8F38-4084-8AB7-8D0C5F3694B4}" destId="{A49C4A53-02CF-41E0-87D2-A97F84019F07}" srcOrd="0" destOrd="2" presId="urn:microsoft.com/office/officeart/2005/8/layout/hList1"/>
    <dgm:cxn modelId="{81F2B18C-CA3C-4999-BB55-8BE1695C5DFE}" type="presOf" srcId="{0C026FBF-9313-47FA-91AD-67DB818C4679}" destId="{EB13A931-C8C9-4A55-86C5-3B63D6B98850}" srcOrd="0" destOrd="0" presId="urn:microsoft.com/office/officeart/2005/8/layout/hList1"/>
    <dgm:cxn modelId="{694F9D48-F2B2-4AF1-BF3B-EF499FE53C30}" srcId="{0C026FBF-9313-47FA-91AD-67DB818C4679}" destId="{8918225B-D7A9-41FF-BE92-474203FE4EEA}" srcOrd="0" destOrd="0" parTransId="{23551AD0-AF86-4A8F-B6D6-47FEB69B0037}" sibTransId="{72E73F9D-67B1-4F35-8A46-B249D28A3879}"/>
    <dgm:cxn modelId="{7EA9F6E2-E0CE-49A9-9CDE-3D2E31F4D1B3}" type="presOf" srcId="{013EED98-4098-489D-9F4E-69EDE2FEF9D3}" destId="{A49C4A53-02CF-41E0-87D2-A97F84019F07}" srcOrd="0" destOrd="1" presId="urn:microsoft.com/office/officeart/2005/8/layout/hList1"/>
    <dgm:cxn modelId="{81457981-23A8-4FAF-A66F-D0AB72CA8965}" type="presParOf" srcId="{97E4A274-6D93-4D6C-9778-2F8DDE0BE34D}" destId="{B65E9EF9-6152-4A0D-9451-5BD991FD725C}" srcOrd="0" destOrd="0" presId="urn:microsoft.com/office/officeart/2005/8/layout/hList1"/>
    <dgm:cxn modelId="{122DF1A1-5652-44E0-8F89-27521F214ADC}" type="presParOf" srcId="{B65E9EF9-6152-4A0D-9451-5BD991FD725C}" destId="{EB13A931-C8C9-4A55-86C5-3B63D6B98850}" srcOrd="0" destOrd="0" presId="urn:microsoft.com/office/officeart/2005/8/layout/hList1"/>
    <dgm:cxn modelId="{B77D72B2-62EB-4EE9-A7A0-A820DCF09E90}" type="presParOf" srcId="{B65E9EF9-6152-4A0D-9451-5BD991FD725C}" destId="{A49C4A53-02CF-41E0-87D2-A97F84019F0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6A05DD6-A1CA-46CA-BDBC-72226CB8C2F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AD28F64A-70CC-47B6-9B4C-A82761283A6A}">
      <dgm:prSet phldrT="[Text]"/>
      <dgm:spPr/>
      <dgm:t>
        <a:bodyPr/>
        <a:lstStyle/>
        <a:p>
          <a:pPr algn="l"/>
          <a:r>
            <a:rPr lang="en-IN" b="1" i="0" dirty="0"/>
            <a:t>EEG Procedure</a:t>
          </a:r>
          <a:endParaRPr lang="en-IN" dirty="0"/>
        </a:p>
      </dgm:t>
    </dgm:pt>
    <dgm:pt modelId="{FAB15786-D7DE-483F-B4F8-DFBCAD6654B5}" type="parTrans" cxnId="{7008041F-55E9-45CE-80A7-4FEBD540D98E}">
      <dgm:prSet/>
      <dgm:spPr/>
      <dgm:t>
        <a:bodyPr/>
        <a:lstStyle/>
        <a:p>
          <a:endParaRPr lang="en-IN"/>
        </a:p>
      </dgm:t>
    </dgm:pt>
    <dgm:pt modelId="{09D0BF00-7280-4BEE-97D8-4AECA91E70BC}" type="sibTrans" cxnId="{7008041F-55E9-45CE-80A7-4FEBD540D98E}">
      <dgm:prSet/>
      <dgm:spPr/>
      <dgm:t>
        <a:bodyPr/>
        <a:lstStyle/>
        <a:p>
          <a:endParaRPr lang="en-IN"/>
        </a:p>
      </dgm:t>
    </dgm:pt>
    <dgm:pt modelId="{D0ACD111-50B9-4B53-B702-8CFEF30B6A5E}">
      <dgm:prSet phldrT="[Text]"/>
      <dgm:spPr/>
      <dgm:t>
        <a:bodyPr/>
        <a:lstStyle/>
        <a:p>
          <a:pPr algn="just"/>
          <a:r>
            <a:rPr lang="en-US" b="0" i="0" dirty="0"/>
            <a:t>The EEG has been used for many years and is considered a safe procedure. The test causes no discomfort. </a:t>
          </a:r>
          <a:endParaRPr lang="en-IN" dirty="0"/>
        </a:p>
      </dgm:t>
    </dgm:pt>
    <dgm:pt modelId="{DB7BD83D-4874-4644-9195-1499550A08CB}" type="parTrans" cxnId="{355FED91-1E49-48AC-BEB8-F7DDCB6C10D6}">
      <dgm:prSet/>
      <dgm:spPr/>
      <dgm:t>
        <a:bodyPr/>
        <a:lstStyle/>
        <a:p>
          <a:endParaRPr lang="en-IN"/>
        </a:p>
      </dgm:t>
    </dgm:pt>
    <dgm:pt modelId="{9F0CC73E-6E27-47F2-B82E-AE0BB513D3BF}" type="sibTrans" cxnId="{355FED91-1E49-48AC-BEB8-F7DDCB6C10D6}">
      <dgm:prSet/>
      <dgm:spPr/>
      <dgm:t>
        <a:bodyPr/>
        <a:lstStyle/>
        <a:p>
          <a:endParaRPr lang="en-IN"/>
        </a:p>
      </dgm:t>
    </dgm:pt>
    <dgm:pt modelId="{F9D0C33A-B238-476F-AD2C-B9485F8ECB8E}">
      <dgm:prSet phldrT="[Text]"/>
      <dgm:spPr/>
      <dgm:t>
        <a:bodyPr/>
        <a:lstStyle/>
        <a:p>
          <a:pPr algn="just"/>
          <a:r>
            <a:rPr lang="en-US" b="0" i="0" dirty="0"/>
            <a:t>The electrodes record activity. They do not produce any sensation. In addition, there is no risk of getting an electric shock.</a:t>
          </a:r>
          <a:endParaRPr lang="en-IN" dirty="0"/>
        </a:p>
      </dgm:t>
    </dgm:pt>
    <dgm:pt modelId="{DB46F129-E6BE-42AE-A817-55B926162EE2}" type="parTrans" cxnId="{05E87DF9-076C-4985-B4C0-7C2250EF7234}">
      <dgm:prSet/>
      <dgm:spPr/>
      <dgm:t>
        <a:bodyPr/>
        <a:lstStyle/>
        <a:p>
          <a:endParaRPr lang="en-IN"/>
        </a:p>
      </dgm:t>
    </dgm:pt>
    <dgm:pt modelId="{4736DA1C-6749-441D-938A-3C3834F994F0}" type="sibTrans" cxnId="{05E87DF9-076C-4985-B4C0-7C2250EF7234}">
      <dgm:prSet/>
      <dgm:spPr/>
      <dgm:t>
        <a:bodyPr/>
        <a:lstStyle/>
        <a:p>
          <a:endParaRPr lang="en-IN"/>
        </a:p>
      </dgm:t>
    </dgm:pt>
    <dgm:pt modelId="{F4B4DEC5-D888-4B85-8E05-F7780274ADCD}">
      <dgm:prSet phldrT="[Text]"/>
      <dgm:spPr/>
      <dgm:t>
        <a:bodyPr/>
        <a:lstStyle/>
        <a:p>
          <a:pPr algn="just"/>
          <a:r>
            <a:rPr lang="en-US" b="0" i="0" dirty="0"/>
            <a:t>You lie down on the exam table or bed, and a technician puts about 20 small sensors on your scalp. </a:t>
          </a:r>
          <a:endParaRPr lang="en-IN" dirty="0"/>
        </a:p>
      </dgm:t>
    </dgm:pt>
    <dgm:pt modelId="{0C6F7813-821B-47FD-8B5C-F8777AA023B8}" type="parTrans" cxnId="{69299B9D-99DB-45D0-9602-65A84B443D97}">
      <dgm:prSet/>
      <dgm:spPr/>
      <dgm:t>
        <a:bodyPr/>
        <a:lstStyle/>
        <a:p>
          <a:endParaRPr lang="en-IN"/>
        </a:p>
      </dgm:t>
    </dgm:pt>
    <dgm:pt modelId="{892ACC82-3B08-47FC-8993-CC5B5FC83AED}" type="sibTrans" cxnId="{69299B9D-99DB-45D0-9602-65A84B443D97}">
      <dgm:prSet/>
      <dgm:spPr/>
      <dgm:t>
        <a:bodyPr/>
        <a:lstStyle/>
        <a:p>
          <a:endParaRPr lang="en-IN"/>
        </a:p>
      </dgm:t>
    </dgm:pt>
    <dgm:pt modelId="{93F52A6A-7B31-42AB-A818-978E9448446B}">
      <dgm:prSet phldrT="[Text]"/>
      <dgm:spPr/>
      <dgm:t>
        <a:bodyPr/>
        <a:lstStyle/>
        <a:p>
          <a:pPr algn="just"/>
          <a:r>
            <a:rPr lang="en-US" b="0" i="0" dirty="0"/>
            <a:t>Once the recording begins, you’ll be asked to remain still.</a:t>
          </a:r>
          <a:endParaRPr lang="en-IN" dirty="0"/>
        </a:p>
      </dgm:t>
    </dgm:pt>
    <dgm:pt modelId="{9F523E21-CF66-4637-B879-F0230F6EDE04}" type="parTrans" cxnId="{4B5E7F9F-812F-46D9-B3B8-85ACC47B3B75}">
      <dgm:prSet/>
      <dgm:spPr/>
      <dgm:t>
        <a:bodyPr/>
        <a:lstStyle/>
        <a:p>
          <a:endParaRPr lang="en-IN"/>
        </a:p>
      </dgm:t>
    </dgm:pt>
    <dgm:pt modelId="{B91D6724-7E5D-4D34-A9E1-E27F62DF5622}" type="sibTrans" cxnId="{4B5E7F9F-812F-46D9-B3B8-85ACC47B3B75}">
      <dgm:prSet/>
      <dgm:spPr/>
      <dgm:t>
        <a:bodyPr/>
        <a:lstStyle/>
        <a:p>
          <a:endParaRPr lang="en-IN"/>
        </a:p>
      </dgm:t>
    </dgm:pt>
    <dgm:pt modelId="{8CD46CFE-961F-4A4A-9A3D-364F61789AEF}">
      <dgm:prSet phldrT="[Text]"/>
      <dgm:spPr/>
      <dgm:t>
        <a:bodyPr/>
        <a:lstStyle/>
        <a:p>
          <a:pPr algn="just"/>
          <a:r>
            <a:rPr lang="en-US" b="0" i="0" dirty="0"/>
            <a:t>The technician may instruct you to do certain things while the test is in progress. They may ask you to lie still, close your eyes, breathe deeply, or look at stimuli (such as a flashing light or a picture), because these activities can change your brainwave patterns. </a:t>
          </a:r>
          <a:endParaRPr lang="en-IN" dirty="0"/>
        </a:p>
      </dgm:t>
    </dgm:pt>
    <dgm:pt modelId="{C5C8BA11-2B5B-4C9F-BDC1-84A13E96D008}" type="parTrans" cxnId="{5532BE47-6D01-4B97-AAC4-BF288A24C42E}">
      <dgm:prSet/>
      <dgm:spPr/>
      <dgm:t>
        <a:bodyPr/>
        <a:lstStyle/>
        <a:p>
          <a:endParaRPr lang="en-IN"/>
        </a:p>
      </dgm:t>
    </dgm:pt>
    <dgm:pt modelId="{5AAEC35C-6D40-46F3-9FF5-A987D801970B}" type="sibTrans" cxnId="{5532BE47-6D01-4B97-AAC4-BF288A24C42E}">
      <dgm:prSet/>
      <dgm:spPr/>
      <dgm:t>
        <a:bodyPr/>
        <a:lstStyle/>
        <a:p>
          <a:endParaRPr lang="en-IN"/>
        </a:p>
      </dgm:t>
    </dgm:pt>
    <dgm:pt modelId="{3C1D676F-5E87-4EC1-BD76-03A817A27E5B}">
      <dgm:prSet phldrT="[Text]"/>
      <dgm:spPr/>
      <dgm:t>
        <a:bodyPr/>
        <a:lstStyle/>
        <a:p>
          <a:pPr algn="just"/>
          <a:r>
            <a:rPr lang="en-US" b="0" i="0" dirty="0"/>
            <a:t>The machine is only recording the activity of the brain and doesn’t stimulate it.</a:t>
          </a:r>
          <a:endParaRPr lang="en-IN" dirty="0"/>
        </a:p>
      </dgm:t>
    </dgm:pt>
    <dgm:pt modelId="{00F8712B-E2DF-4A15-8965-7E7FD9BEDEF1}" type="parTrans" cxnId="{179EF63C-9A52-4898-800F-93DD9472BA6B}">
      <dgm:prSet/>
      <dgm:spPr/>
      <dgm:t>
        <a:bodyPr/>
        <a:lstStyle/>
        <a:p>
          <a:endParaRPr lang="en-IN"/>
        </a:p>
      </dgm:t>
    </dgm:pt>
    <dgm:pt modelId="{82FA5AD3-EE5B-4F91-831D-8995698AF6A1}" type="sibTrans" cxnId="{179EF63C-9A52-4898-800F-93DD9472BA6B}">
      <dgm:prSet/>
      <dgm:spPr/>
      <dgm:t>
        <a:bodyPr/>
        <a:lstStyle/>
        <a:p>
          <a:endParaRPr lang="en-IN"/>
        </a:p>
      </dgm:t>
    </dgm:pt>
    <dgm:pt modelId="{8D43BECB-0A7B-42ED-82D1-5C8F77F74B81}">
      <dgm:prSet phldrT="[Text]"/>
      <dgm:spPr/>
      <dgm:t>
        <a:bodyPr/>
        <a:lstStyle/>
        <a:p>
          <a:pPr algn="just"/>
          <a:r>
            <a:rPr lang="en-US" b="0" i="0" dirty="0"/>
            <a:t>These sensors, called electrodes, pick up electrical activity from cells inside your brain called neurons and send them to a machine, where they show up as a series of lines recorded on paper or displayed on a computer screen.</a:t>
          </a:r>
          <a:endParaRPr lang="en-IN" dirty="0"/>
        </a:p>
      </dgm:t>
    </dgm:pt>
    <dgm:pt modelId="{F77594AD-5D96-47D9-9A0B-8173124ACF22}" type="parTrans" cxnId="{110235EA-1615-4D78-BC10-C308E83201F7}">
      <dgm:prSet/>
      <dgm:spPr/>
      <dgm:t>
        <a:bodyPr/>
        <a:lstStyle/>
        <a:p>
          <a:endParaRPr lang="en-IN"/>
        </a:p>
      </dgm:t>
    </dgm:pt>
    <dgm:pt modelId="{69A6FBF1-C051-4C99-9AEB-C1C2A216A175}" type="sibTrans" cxnId="{110235EA-1615-4D78-BC10-C308E83201F7}">
      <dgm:prSet/>
      <dgm:spPr/>
      <dgm:t>
        <a:bodyPr/>
        <a:lstStyle/>
        <a:p>
          <a:endParaRPr lang="en-IN"/>
        </a:p>
      </dgm:t>
    </dgm:pt>
    <dgm:pt modelId="{A38FD3B6-CF4B-491A-92E0-F1D21DE12EA4}">
      <dgm:prSet phldrT="[Text]"/>
      <dgm:spPr/>
      <dgm:t>
        <a:bodyPr/>
        <a:lstStyle/>
        <a:p>
          <a:pPr algn="just"/>
          <a:r>
            <a:rPr lang="en-US" dirty="0"/>
            <a:t>For instance when a person moves his arms and legs, the EEG generated from frontal lobe.</a:t>
          </a:r>
          <a:endParaRPr lang="en-IN" dirty="0"/>
        </a:p>
      </dgm:t>
    </dgm:pt>
    <dgm:pt modelId="{F1C96F7F-15A4-4787-AA3B-93A7119A73AC}" type="parTrans" cxnId="{85539523-8CFB-47A1-A9ED-123044C4BC74}">
      <dgm:prSet/>
      <dgm:spPr/>
      <dgm:t>
        <a:bodyPr/>
        <a:lstStyle/>
        <a:p>
          <a:endParaRPr lang="en-IN"/>
        </a:p>
      </dgm:t>
    </dgm:pt>
    <dgm:pt modelId="{1BABBD83-F372-422E-A16C-F503FC4C82D5}" type="sibTrans" cxnId="{85539523-8CFB-47A1-A9ED-123044C4BC74}">
      <dgm:prSet/>
      <dgm:spPr/>
      <dgm:t>
        <a:bodyPr/>
        <a:lstStyle/>
        <a:p>
          <a:endParaRPr lang="en-IN"/>
        </a:p>
      </dgm:t>
    </dgm:pt>
    <dgm:pt modelId="{99598541-D643-421C-A31B-00591FC1D617}">
      <dgm:prSet phldrT="[Text]"/>
      <dgm:spPr/>
      <dgm:t>
        <a:bodyPr/>
        <a:lstStyle/>
        <a:p>
          <a:pPr algn="just"/>
          <a:r>
            <a:rPr lang="en-US" b="0" i="0" dirty="0"/>
            <a:t>The placement of the electrodes on the cranium in order to take the EEG is called </a:t>
          </a:r>
          <a:r>
            <a:rPr lang="en-US" b="1" i="0" dirty="0"/>
            <a:t>the montage.</a:t>
          </a:r>
          <a:endParaRPr lang="en-IN" dirty="0"/>
        </a:p>
      </dgm:t>
    </dgm:pt>
    <dgm:pt modelId="{D210D8EA-4277-49FD-9F57-55B6A7692F72}" type="parTrans" cxnId="{A59D6C8B-9F9B-4E5A-8524-716402638D42}">
      <dgm:prSet/>
      <dgm:spPr/>
      <dgm:t>
        <a:bodyPr/>
        <a:lstStyle/>
        <a:p>
          <a:endParaRPr lang="en-IN"/>
        </a:p>
      </dgm:t>
    </dgm:pt>
    <dgm:pt modelId="{3842F6A9-0C3E-4CC6-AC4A-551CE70FAEE8}" type="sibTrans" cxnId="{A59D6C8B-9F9B-4E5A-8524-716402638D42}">
      <dgm:prSet/>
      <dgm:spPr/>
      <dgm:t>
        <a:bodyPr/>
        <a:lstStyle/>
        <a:p>
          <a:endParaRPr lang="en-IN"/>
        </a:p>
      </dgm:t>
    </dgm:pt>
    <dgm:pt modelId="{45539DEC-559B-4053-B392-5B16DDD07917}">
      <dgm:prSet phldrT="[Text]"/>
      <dgm:spPr/>
      <dgm:t>
        <a:bodyPr/>
        <a:lstStyle/>
        <a:p>
          <a:pPr algn="just"/>
          <a:r>
            <a:rPr lang="en-US" dirty="0"/>
            <a:t>The technician will measure your head and mark where to place the electrodes. These spots are scrubbed with a special cream that helps the electrodes get a high-quality reading</a:t>
          </a:r>
          <a:endParaRPr lang="en-IN" dirty="0"/>
        </a:p>
      </dgm:t>
    </dgm:pt>
    <dgm:pt modelId="{EC8D5C58-9441-4854-AE8C-DD9E63506E46}" type="parTrans" cxnId="{13FB1FAC-4496-4DA7-ABA2-98E9506981CA}">
      <dgm:prSet/>
      <dgm:spPr/>
      <dgm:t>
        <a:bodyPr/>
        <a:lstStyle/>
        <a:p>
          <a:endParaRPr lang="en-IN"/>
        </a:p>
      </dgm:t>
    </dgm:pt>
    <dgm:pt modelId="{10629FD0-8E61-41A4-A78A-F6547B6DBDEE}" type="sibTrans" cxnId="{13FB1FAC-4496-4DA7-ABA2-98E9506981CA}">
      <dgm:prSet/>
      <dgm:spPr/>
      <dgm:t>
        <a:bodyPr/>
        <a:lstStyle/>
        <a:p>
          <a:endParaRPr lang="en-IN"/>
        </a:p>
      </dgm:t>
    </dgm:pt>
    <dgm:pt modelId="{40AA74E8-085A-4227-97BE-55241D9CE202}">
      <dgm:prSet phldrT="[Text]"/>
      <dgm:spPr/>
      <dgm:t>
        <a:bodyPr/>
        <a:lstStyle/>
        <a:p>
          <a:pPr algn="just"/>
          <a:r>
            <a:rPr lang="en-US" b="0" i="0" dirty="0"/>
            <a:t>The position of each electrode is specified using the International 10/20 system. Each electrode site is labeled with a letter and a number. </a:t>
          </a:r>
          <a:r>
            <a:rPr lang="en-US" b="1" i="0" dirty="0"/>
            <a:t>Even number denotes the right side of the head </a:t>
          </a:r>
          <a:r>
            <a:rPr lang="en-US" b="0" i="0" dirty="0"/>
            <a:t>and </a:t>
          </a:r>
          <a:r>
            <a:rPr lang="en-US" b="1" i="0" dirty="0"/>
            <a:t>odd number denotes the left side</a:t>
          </a:r>
          <a:r>
            <a:rPr lang="en-US" b="0" i="0" dirty="0"/>
            <a:t>. </a:t>
          </a:r>
          <a:endParaRPr lang="en-IN" dirty="0"/>
        </a:p>
      </dgm:t>
    </dgm:pt>
    <dgm:pt modelId="{002C90E8-AD04-4AFE-8E31-16C4ADC39FBA}" type="parTrans" cxnId="{02F25580-33F8-4DAD-B975-C6298C6A1F0D}">
      <dgm:prSet/>
      <dgm:spPr/>
      <dgm:t>
        <a:bodyPr/>
        <a:lstStyle/>
        <a:p>
          <a:endParaRPr lang="en-IN"/>
        </a:p>
      </dgm:t>
    </dgm:pt>
    <dgm:pt modelId="{5312E7C3-3DD1-4935-8A18-FC0F25DBB36A}" type="sibTrans" cxnId="{02F25580-33F8-4DAD-B975-C6298C6A1F0D}">
      <dgm:prSet/>
      <dgm:spPr/>
      <dgm:t>
        <a:bodyPr/>
        <a:lstStyle/>
        <a:p>
          <a:endParaRPr lang="en-IN"/>
        </a:p>
      </dgm:t>
    </dgm:pt>
    <dgm:pt modelId="{941B318F-7506-47FD-B9AC-D95CDCB71401}" type="pres">
      <dgm:prSet presAssocID="{F6A05DD6-A1CA-46CA-BDBC-72226CB8C2FA}" presName="linear" presStyleCnt="0">
        <dgm:presLayoutVars>
          <dgm:animLvl val="lvl"/>
          <dgm:resizeHandles val="exact"/>
        </dgm:presLayoutVars>
      </dgm:prSet>
      <dgm:spPr/>
      <dgm:t>
        <a:bodyPr/>
        <a:lstStyle/>
        <a:p>
          <a:endParaRPr lang="en-IN"/>
        </a:p>
      </dgm:t>
    </dgm:pt>
    <dgm:pt modelId="{D293926A-5EEF-4F59-BD96-28B57B86A9F1}" type="pres">
      <dgm:prSet presAssocID="{AD28F64A-70CC-47B6-9B4C-A82761283A6A}" presName="parentText" presStyleLbl="node1" presStyleIdx="0" presStyleCnt="1">
        <dgm:presLayoutVars>
          <dgm:chMax val="0"/>
          <dgm:bulletEnabled val="1"/>
        </dgm:presLayoutVars>
      </dgm:prSet>
      <dgm:spPr/>
      <dgm:t>
        <a:bodyPr/>
        <a:lstStyle/>
        <a:p>
          <a:endParaRPr lang="en-IN"/>
        </a:p>
      </dgm:t>
    </dgm:pt>
    <dgm:pt modelId="{3868DC31-1FA7-4CB0-B8A8-E3306E4F013C}" type="pres">
      <dgm:prSet presAssocID="{AD28F64A-70CC-47B6-9B4C-A82761283A6A}" presName="childText" presStyleLbl="revTx" presStyleIdx="0" presStyleCnt="1">
        <dgm:presLayoutVars>
          <dgm:bulletEnabled val="1"/>
        </dgm:presLayoutVars>
      </dgm:prSet>
      <dgm:spPr/>
      <dgm:t>
        <a:bodyPr/>
        <a:lstStyle/>
        <a:p>
          <a:endParaRPr lang="en-IN"/>
        </a:p>
      </dgm:t>
    </dgm:pt>
  </dgm:ptLst>
  <dgm:cxnLst>
    <dgm:cxn modelId="{110235EA-1615-4D78-BC10-C308E83201F7}" srcId="{AD28F64A-70CC-47B6-9B4C-A82761283A6A}" destId="{8D43BECB-0A7B-42ED-82D1-5C8F77F74B81}" srcOrd="6" destOrd="0" parTransId="{F77594AD-5D96-47D9-9A0B-8173124ACF22}" sibTransId="{69A6FBF1-C051-4C99-9AEB-C1C2A216A175}"/>
    <dgm:cxn modelId="{31F4724F-7D3E-40CB-9975-DF5CBF939C51}" type="presOf" srcId="{40AA74E8-085A-4227-97BE-55241D9CE202}" destId="{3868DC31-1FA7-4CB0-B8A8-E3306E4F013C}" srcOrd="0" destOrd="5" presId="urn:microsoft.com/office/officeart/2005/8/layout/vList2"/>
    <dgm:cxn modelId="{A2A1FD83-971A-4098-AFC7-D03655D16F43}" type="presOf" srcId="{F4B4DEC5-D888-4B85-8E05-F7780274ADCD}" destId="{3868DC31-1FA7-4CB0-B8A8-E3306E4F013C}" srcOrd="0" destOrd="2" presId="urn:microsoft.com/office/officeart/2005/8/layout/vList2"/>
    <dgm:cxn modelId="{A59D6C8B-9F9B-4E5A-8524-716402638D42}" srcId="{AD28F64A-70CC-47B6-9B4C-A82761283A6A}" destId="{99598541-D643-421C-A31B-00591FC1D617}" srcOrd="4" destOrd="0" parTransId="{D210D8EA-4277-49FD-9F57-55B6A7692F72}" sibTransId="{3842F6A9-0C3E-4CC6-AC4A-551CE70FAEE8}"/>
    <dgm:cxn modelId="{B52CD3EF-603E-4F5C-A78E-88AD84B5B428}" type="presOf" srcId="{F9D0C33A-B238-476F-AD2C-B9485F8ECB8E}" destId="{3868DC31-1FA7-4CB0-B8A8-E3306E4F013C}" srcOrd="0" destOrd="1" presId="urn:microsoft.com/office/officeart/2005/8/layout/vList2"/>
    <dgm:cxn modelId="{37554F5D-A0FE-410C-B865-5A0E4B5CA0D0}" type="presOf" srcId="{AD28F64A-70CC-47B6-9B4C-A82761283A6A}" destId="{D293926A-5EEF-4F59-BD96-28B57B86A9F1}" srcOrd="0" destOrd="0" presId="urn:microsoft.com/office/officeart/2005/8/layout/vList2"/>
    <dgm:cxn modelId="{02F25580-33F8-4DAD-B975-C6298C6A1F0D}" srcId="{AD28F64A-70CC-47B6-9B4C-A82761283A6A}" destId="{40AA74E8-085A-4227-97BE-55241D9CE202}" srcOrd="5" destOrd="0" parTransId="{002C90E8-AD04-4AFE-8E31-16C4ADC39FBA}" sibTransId="{5312E7C3-3DD1-4935-8A18-FC0F25DBB36A}"/>
    <dgm:cxn modelId="{7A7BA0A8-1813-4BE5-AC1B-CFA71A138A8F}" type="presOf" srcId="{A38FD3B6-CF4B-491A-92E0-F1D21DE12EA4}" destId="{3868DC31-1FA7-4CB0-B8A8-E3306E4F013C}" srcOrd="0" destOrd="9" presId="urn:microsoft.com/office/officeart/2005/8/layout/vList2"/>
    <dgm:cxn modelId="{9AC53F14-C693-4B74-A3FA-B7113492329C}" type="presOf" srcId="{F6A05DD6-A1CA-46CA-BDBC-72226CB8C2FA}" destId="{941B318F-7506-47FD-B9AC-D95CDCB71401}" srcOrd="0" destOrd="0" presId="urn:microsoft.com/office/officeart/2005/8/layout/vList2"/>
    <dgm:cxn modelId="{F76FE23B-BFEB-4467-92DE-1B1414F2F770}" type="presOf" srcId="{8CD46CFE-961F-4A4A-9A3D-364F61789AEF}" destId="{3868DC31-1FA7-4CB0-B8A8-E3306E4F013C}" srcOrd="0" destOrd="8" presId="urn:microsoft.com/office/officeart/2005/8/layout/vList2"/>
    <dgm:cxn modelId="{AC89E506-9D35-47FD-BE70-56C4F1FFCBBF}" type="presOf" srcId="{93F52A6A-7B31-42AB-A818-978E9448446B}" destId="{3868DC31-1FA7-4CB0-B8A8-E3306E4F013C}" srcOrd="0" destOrd="7" presId="urn:microsoft.com/office/officeart/2005/8/layout/vList2"/>
    <dgm:cxn modelId="{598D7A3D-52B8-4C86-B04A-DE00C8AADC91}" type="presOf" srcId="{99598541-D643-421C-A31B-00591FC1D617}" destId="{3868DC31-1FA7-4CB0-B8A8-E3306E4F013C}" srcOrd="0" destOrd="4" presId="urn:microsoft.com/office/officeart/2005/8/layout/vList2"/>
    <dgm:cxn modelId="{355FED91-1E49-48AC-BEB8-F7DDCB6C10D6}" srcId="{AD28F64A-70CC-47B6-9B4C-A82761283A6A}" destId="{D0ACD111-50B9-4B53-B702-8CFEF30B6A5E}" srcOrd="0" destOrd="0" parTransId="{DB7BD83D-4874-4644-9195-1499550A08CB}" sibTransId="{9F0CC73E-6E27-47F2-B82E-AE0BB513D3BF}"/>
    <dgm:cxn modelId="{13FB1FAC-4496-4DA7-ABA2-98E9506981CA}" srcId="{AD28F64A-70CC-47B6-9B4C-A82761283A6A}" destId="{45539DEC-559B-4053-B392-5B16DDD07917}" srcOrd="3" destOrd="0" parTransId="{EC8D5C58-9441-4854-AE8C-DD9E63506E46}" sibTransId="{10629FD0-8E61-41A4-A78A-F6547B6DBDEE}"/>
    <dgm:cxn modelId="{D258E323-54C8-4BCB-BA8E-99A97FEC8AB1}" type="presOf" srcId="{8D43BECB-0A7B-42ED-82D1-5C8F77F74B81}" destId="{3868DC31-1FA7-4CB0-B8A8-E3306E4F013C}" srcOrd="0" destOrd="6" presId="urn:microsoft.com/office/officeart/2005/8/layout/vList2"/>
    <dgm:cxn modelId="{179EF63C-9A52-4898-800F-93DD9472BA6B}" srcId="{AD28F64A-70CC-47B6-9B4C-A82761283A6A}" destId="{3C1D676F-5E87-4EC1-BD76-03A817A27E5B}" srcOrd="9" destOrd="0" parTransId="{00F8712B-E2DF-4A15-8965-7E7FD9BEDEF1}" sibTransId="{82FA5AD3-EE5B-4F91-831D-8995698AF6A1}"/>
    <dgm:cxn modelId="{33AF58F7-7F6D-4354-A687-82E98EB85473}" type="presOf" srcId="{D0ACD111-50B9-4B53-B702-8CFEF30B6A5E}" destId="{3868DC31-1FA7-4CB0-B8A8-E3306E4F013C}" srcOrd="0" destOrd="0" presId="urn:microsoft.com/office/officeart/2005/8/layout/vList2"/>
    <dgm:cxn modelId="{7008041F-55E9-45CE-80A7-4FEBD540D98E}" srcId="{F6A05DD6-A1CA-46CA-BDBC-72226CB8C2FA}" destId="{AD28F64A-70CC-47B6-9B4C-A82761283A6A}" srcOrd="0" destOrd="0" parTransId="{FAB15786-D7DE-483F-B4F8-DFBCAD6654B5}" sibTransId="{09D0BF00-7280-4BEE-97D8-4AECA91E70BC}"/>
    <dgm:cxn modelId="{4B5E7F9F-812F-46D9-B3B8-85ACC47B3B75}" srcId="{AD28F64A-70CC-47B6-9B4C-A82761283A6A}" destId="{93F52A6A-7B31-42AB-A818-978E9448446B}" srcOrd="7" destOrd="0" parTransId="{9F523E21-CF66-4637-B879-F0230F6EDE04}" sibTransId="{B91D6724-7E5D-4D34-A9E1-E27F62DF5622}"/>
    <dgm:cxn modelId="{05E87DF9-076C-4985-B4C0-7C2250EF7234}" srcId="{AD28F64A-70CC-47B6-9B4C-A82761283A6A}" destId="{F9D0C33A-B238-476F-AD2C-B9485F8ECB8E}" srcOrd="1" destOrd="0" parTransId="{DB46F129-E6BE-42AE-A817-55B926162EE2}" sibTransId="{4736DA1C-6749-441D-938A-3C3834F994F0}"/>
    <dgm:cxn modelId="{5532BE47-6D01-4B97-AAC4-BF288A24C42E}" srcId="{AD28F64A-70CC-47B6-9B4C-A82761283A6A}" destId="{8CD46CFE-961F-4A4A-9A3D-364F61789AEF}" srcOrd="8" destOrd="0" parTransId="{C5C8BA11-2B5B-4C9F-BDC1-84A13E96D008}" sibTransId="{5AAEC35C-6D40-46F3-9FF5-A987D801970B}"/>
    <dgm:cxn modelId="{83058727-D5D8-4819-AF8A-0F547B4A6F8B}" type="presOf" srcId="{3C1D676F-5E87-4EC1-BD76-03A817A27E5B}" destId="{3868DC31-1FA7-4CB0-B8A8-E3306E4F013C}" srcOrd="0" destOrd="10" presId="urn:microsoft.com/office/officeart/2005/8/layout/vList2"/>
    <dgm:cxn modelId="{69299B9D-99DB-45D0-9602-65A84B443D97}" srcId="{AD28F64A-70CC-47B6-9B4C-A82761283A6A}" destId="{F4B4DEC5-D888-4B85-8E05-F7780274ADCD}" srcOrd="2" destOrd="0" parTransId="{0C6F7813-821B-47FD-8B5C-F8777AA023B8}" sibTransId="{892ACC82-3B08-47FC-8993-CC5B5FC83AED}"/>
    <dgm:cxn modelId="{85539523-8CFB-47A1-A9ED-123044C4BC74}" srcId="{8CD46CFE-961F-4A4A-9A3D-364F61789AEF}" destId="{A38FD3B6-CF4B-491A-92E0-F1D21DE12EA4}" srcOrd="0" destOrd="0" parTransId="{F1C96F7F-15A4-4787-AA3B-93A7119A73AC}" sibTransId="{1BABBD83-F372-422E-A16C-F503FC4C82D5}"/>
    <dgm:cxn modelId="{8F27D5F9-CC70-475A-AC37-F7E3C79AEC7D}" type="presOf" srcId="{45539DEC-559B-4053-B392-5B16DDD07917}" destId="{3868DC31-1FA7-4CB0-B8A8-E3306E4F013C}" srcOrd="0" destOrd="3" presId="urn:microsoft.com/office/officeart/2005/8/layout/vList2"/>
    <dgm:cxn modelId="{26956D30-91D3-420E-9E1A-939553CAEC5A}" type="presParOf" srcId="{941B318F-7506-47FD-B9AC-D95CDCB71401}" destId="{D293926A-5EEF-4F59-BD96-28B57B86A9F1}" srcOrd="0" destOrd="0" presId="urn:microsoft.com/office/officeart/2005/8/layout/vList2"/>
    <dgm:cxn modelId="{1CBEB7B4-F674-4523-8B03-BBF0455507DA}" type="presParOf" srcId="{941B318F-7506-47FD-B9AC-D95CDCB71401}" destId="{3868DC31-1FA7-4CB0-B8A8-E3306E4F013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7B7598E-584C-40FE-B4E0-C1DF2E547C4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2572C3D4-DBB6-46BB-9F4D-B2F4FC464F92}">
      <dgm:prSet phldrT="[Text]"/>
      <dgm:spPr/>
      <dgm:t>
        <a:bodyPr/>
        <a:lstStyle/>
        <a:p>
          <a:r>
            <a:rPr lang="en-US" dirty="0"/>
            <a:t>What does the EEG record?</a:t>
          </a:r>
          <a:endParaRPr lang="en-IN" dirty="0"/>
        </a:p>
      </dgm:t>
    </dgm:pt>
    <dgm:pt modelId="{E2E7B35D-6AFE-40D1-987A-BFB1B401EABD}" type="parTrans" cxnId="{237BC9A4-9B88-4D6E-9DC6-F98FFA44B8E8}">
      <dgm:prSet/>
      <dgm:spPr/>
      <dgm:t>
        <a:bodyPr/>
        <a:lstStyle/>
        <a:p>
          <a:endParaRPr lang="en-IN"/>
        </a:p>
      </dgm:t>
    </dgm:pt>
    <dgm:pt modelId="{11B23045-BB2B-4CC5-B649-F09A16A02BD6}" type="sibTrans" cxnId="{237BC9A4-9B88-4D6E-9DC6-F98FFA44B8E8}">
      <dgm:prSet/>
      <dgm:spPr/>
      <dgm:t>
        <a:bodyPr/>
        <a:lstStyle/>
        <a:p>
          <a:endParaRPr lang="en-IN"/>
        </a:p>
      </dgm:t>
    </dgm:pt>
    <dgm:pt modelId="{E083C364-2735-4040-9D4D-68B6200B2B53}">
      <dgm:prSet phldrT="[Text]"/>
      <dgm:spPr/>
      <dgm:t>
        <a:bodyPr/>
        <a:lstStyle/>
        <a:p>
          <a:pPr algn="l">
            <a:buFont typeface="Arial" charset="0"/>
            <a:buNone/>
          </a:pPr>
          <a:r>
            <a:rPr lang="en-US" b="1" dirty="0">
              <a:ea typeface="ヒラギノ角ゴ ProN W6" charset="0"/>
              <a:cs typeface="ヒラギノ角ゴ ProN W6" charset="0"/>
            </a:rPr>
            <a:t>Volume conduction</a:t>
          </a:r>
          <a:endParaRPr lang="en-IN" dirty="0"/>
        </a:p>
      </dgm:t>
    </dgm:pt>
    <dgm:pt modelId="{4480EAB3-AB99-4BA6-997C-BDB810224073}" type="parTrans" cxnId="{1295B86D-123E-4377-BA61-DE567B396889}">
      <dgm:prSet/>
      <dgm:spPr/>
      <dgm:t>
        <a:bodyPr/>
        <a:lstStyle/>
        <a:p>
          <a:endParaRPr lang="en-IN"/>
        </a:p>
      </dgm:t>
    </dgm:pt>
    <dgm:pt modelId="{A0F98EDD-28ED-4F37-8E1E-8F389E5B9857}" type="sibTrans" cxnId="{1295B86D-123E-4377-BA61-DE567B396889}">
      <dgm:prSet/>
      <dgm:spPr/>
      <dgm:t>
        <a:bodyPr/>
        <a:lstStyle/>
        <a:p>
          <a:endParaRPr lang="en-IN"/>
        </a:p>
      </dgm:t>
    </dgm:pt>
    <dgm:pt modelId="{25448F59-863F-416C-88F5-843C3231D394}">
      <dgm:prSet/>
      <dgm:spPr/>
      <dgm:t>
        <a:bodyPr/>
        <a:lstStyle/>
        <a:p>
          <a:pPr algn="just"/>
          <a:r>
            <a:rPr lang="en-US" dirty="0">
              <a:ea typeface="ヒラギノ角ゴ ProN W6" charset="0"/>
              <a:cs typeface="ヒラギノ角ゴ ProN W6" charset="0"/>
            </a:rPr>
            <a:t>Ions are constantly flowing in and out of neurons to maintain resting potential and propagate action potentials. </a:t>
          </a:r>
        </a:p>
      </dgm:t>
    </dgm:pt>
    <dgm:pt modelId="{D54CA8D3-26ED-4ADE-8AC3-100B11557AE0}" type="parTrans" cxnId="{3D7D9A89-E575-455D-BF7D-6157129C5FE5}">
      <dgm:prSet/>
      <dgm:spPr/>
      <dgm:t>
        <a:bodyPr/>
        <a:lstStyle/>
        <a:p>
          <a:endParaRPr lang="en-IN"/>
        </a:p>
      </dgm:t>
    </dgm:pt>
    <dgm:pt modelId="{1EB7B7C8-A72F-4949-BC1D-DD8063327DE3}" type="sibTrans" cxnId="{3D7D9A89-E575-455D-BF7D-6157129C5FE5}">
      <dgm:prSet/>
      <dgm:spPr/>
      <dgm:t>
        <a:bodyPr/>
        <a:lstStyle/>
        <a:p>
          <a:endParaRPr lang="en-IN"/>
        </a:p>
      </dgm:t>
    </dgm:pt>
    <dgm:pt modelId="{952104AC-F330-4535-A1DD-37CF3E6D3D3D}">
      <dgm:prSet/>
      <dgm:spPr/>
      <dgm:t>
        <a:bodyPr/>
        <a:lstStyle/>
        <a:p>
          <a:pPr algn="just"/>
          <a:r>
            <a:rPr lang="en-US" dirty="0">
              <a:ea typeface="ヒラギノ角ゴ ProN W6" charset="0"/>
              <a:cs typeface="ヒラギノ角ゴ ProN W6" charset="0"/>
            </a:rPr>
            <a:t>In summary, the EEG signal represents the deflection of electrons on the scalp electrodes, caused by cortical “dipoles” (the summed activity within a specific area of cortex that creates a current flow).</a:t>
          </a:r>
        </a:p>
      </dgm:t>
    </dgm:pt>
    <dgm:pt modelId="{962432D6-FFC3-4124-9B48-672F7E11B400}" type="parTrans" cxnId="{6E78D84F-E382-4C61-9C70-7BDB82C8DE74}">
      <dgm:prSet/>
      <dgm:spPr/>
      <dgm:t>
        <a:bodyPr/>
        <a:lstStyle/>
        <a:p>
          <a:endParaRPr lang="en-IN"/>
        </a:p>
      </dgm:t>
    </dgm:pt>
    <dgm:pt modelId="{2B40ED63-FEAA-458A-8669-75867CC45E56}" type="sibTrans" cxnId="{6E78D84F-E382-4C61-9C70-7BDB82C8DE74}">
      <dgm:prSet/>
      <dgm:spPr/>
      <dgm:t>
        <a:bodyPr/>
        <a:lstStyle/>
        <a:p>
          <a:endParaRPr lang="en-IN"/>
        </a:p>
      </dgm:t>
    </dgm:pt>
    <dgm:pt modelId="{9A1DA0B2-FBC7-46A9-8819-CAF7C9BF65AE}">
      <dgm:prSet/>
      <dgm:spPr/>
      <dgm:t>
        <a:bodyPr/>
        <a:lstStyle/>
        <a:p>
          <a:pPr algn="just"/>
          <a:r>
            <a:rPr lang="en-US" dirty="0">
              <a:ea typeface="ヒラギノ角ゴ ProN W6" charset="0"/>
              <a:cs typeface="ヒラギノ角ゴ ProN W6" charset="0"/>
            </a:rPr>
            <a:t>Movement of like-charged ions out of numerous neighboring neurons can create waves of electrical charge, which can push or pull electrons on scalp electrodes, creating voltage differences.</a:t>
          </a:r>
        </a:p>
      </dgm:t>
    </dgm:pt>
    <dgm:pt modelId="{672D3546-0DD4-4C75-94B5-03D701DAF641}" type="parTrans" cxnId="{C51DDC80-D1E2-4EFB-9B12-DDC3902DEC50}">
      <dgm:prSet/>
      <dgm:spPr/>
      <dgm:t>
        <a:bodyPr/>
        <a:lstStyle/>
        <a:p>
          <a:endParaRPr lang="en-IN"/>
        </a:p>
      </dgm:t>
    </dgm:pt>
    <dgm:pt modelId="{088D3966-1048-4AD7-ACF0-F1D123A393A9}" type="sibTrans" cxnId="{C51DDC80-D1E2-4EFB-9B12-DDC3902DEC50}">
      <dgm:prSet/>
      <dgm:spPr/>
      <dgm:t>
        <a:bodyPr/>
        <a:lstStyle/>
        <a:p>
          <a:endParaRPr lang="en-IN"/>
        </a:p>
      </dgm:t>
    </dgm:pt>
    <dgm:pt modelId="{B1B315AC-3B8F-4FA8-A697-10F123D7E9FC}">
      <dgm:prSet/>
      <dgm:spPr/>
      <dgm:t>
        <a:bodyPr/>
        <a:lstStyle/>
        <a:p>
          <a:pPr algn="just"/>
          <a:r>
            <a:rPr lang="en-US" b="0" i="0" u="none" dirty="0"/>
            <a:t>EEG is the recording of the signal from dendrites  of the pyramidal cells.</a:t>
          </a:r>
          <a:r>
            <a:rPr lang="en-US" dirty="0">
              <a:ea typeface="ヒラギノ角ゴ ProN W6" charset="0"/>
              <a:cs typeface="ヒラギノ角ゴ ProN W6" charset="0"/>
            </a:rPr>
            <a:t> </a:t>
          </a:r>
        </a:p>
      </dgm:t>
    </dgm:pt>
    <dgm:pt modelId="{032845D6-4293-47BE-97C4-96D64B245CDF}" type="parTrans" cxnId="{5619F789-4DF8-478B-8A8D-883CBFCC528B}">
      <dgm:prSet/>
      <dgm:spPr/>
      <dgm:t>
        <a:bodyPr/>
        <a:lstStyle/>
        <a:p>
          <a:endParaRPr lang="en-IN"/>
        </a:p>
      </dgm:t>
    </dgm:pt>
    <dgm:pt modelId="{B23FB78E-43AC-47C0-AE93-A5F52808C862}" type="sibTrans" cxnId="{5619F789-4DF8-478B-8A8D-883CBFCC528B}">
      <dgm:prSet/>
      <dgm:spPr/>
      <dgm:t>
        <a:bodyPr/>
        <a:lstStyle/>
        <a:p>
          <a:endParaRPr lang="en-IN"/>
        </a:p>
      </dgm:t>
    </dgm:pt>
    <dgm:pt modelId="{786BB2C0-600D-469C-A2BC-15A363BCA092}" type="pres">
      <dgm:prSet presAssocID="{C7B7598E-584C-40FE-B4E0-C1DF2E547C4C}" presName="linear" presStyleCnt="0">
        <dgm:presLayoutVars>
          <dgm:dir/>
          <dgm:animLvl val="lvl"/>
          <dgm:resizeHandles val="exact"/>
        </dgm:presLayoutVars>
      </dgm:prSet>
      <dgm:spPr/>
      <dgm:t>
        <a:bodyPr/>
        <a:lstStyle/>
        <a:p>
          <a:endParaRPr lang="en-IN"/>
        </a:p>
      </dgm:t>
    </dgm:pt>
    <dgm:pt modelId="{50794E42-F823-44F6-86FC-AB3533808132}" type="pres">
      <dgm:prSet presAssocID="{2572C3D4-DBB6-46BB-9F4D-B2F4FC464F92}" presName="parentLin" presStyleCnt="0"/>
      <dgm:spPr/>
    </dgm:pt>
    <dgm:pt modelId="{B0197825-DDF1-4236-9823-9DAD6BAC8C21}" type="pres">
      <dgm:prSet presAssocID="{2572C3D4-DBB6-46BB-9F4D-B2F4FC464F92}" presName="parentLeftMargin" presStyleLbl="node1" presStyleIdx="0" presStyleCnt="1"/>
      <dgm:spPr/>
      <dgm:t>
        <a:bodyPr/>
        <a:lstStyle/>
        <a:p>
          <a:endParaRPr lang="en-IN"/>
        </a:p>
      </dgm:t>
    </dgm:pt>
    <dgm:pt modelId="{DC323039-6602-4DEC-A085-9AD5C6272275}" type="pres">
      <dgm:prSet presAssocID="{2572C3D4-DBB6-46BB-9F4D-B2F4FC464F92}" presName="parentText" presStyleLbl="node1" presStyleIdx="0" presStyleCnt="1">
        <dgm:presLayoutVars>
          <dgm:chMax val="0"/>
          <dgm:bulletEnabled val="1"/>
        </dgm:presLayoutVars>
      </dgm:prSet>
      <dgm:spPr/>
      <dgm:t>
        <a:bodyPr/>
        <a:lstStyle/>
        <a:p>
          <a:endParaRPr lang="en-IN"/>
        </a:p>
      </dgm:t>
    </dgm:pt>
    <dgm:pt modelId="{B0E69E86-6EBF-4531-BA46-04F965161BA0}" type="pres">
      <dgm:prSet presAssocID="{2572C3D4-DBB6-46BB-9F4D-B2F4FC464F92}" presName="negativeSpace" presStyleCnt="0"/>
      <dgm:spPr/>
    </dgm:pt>
    <dgm:pt modelId="{3BE40CB4-8988-47F0-AE54-01366671155D}" type="pres">
      <dgm:prSet presAssocID="{2572C3D4-DBB6-46BB-9F4D-B2F4FC464F92}" presName="childText" presStyleLbl="conFgAcc1" presStyleIdx="0" presStyleCnt="1">
        <dgm:presLayoutVars>
          <dgm:bulletEnabled val="1"/>
        </dgm:presLayoutVars>
      </dgm:prSet>
      <dgm:spPr/>
      <dgm:t>
        <a:bodyPr/>
        <a:lstStyle/>
        <a:p>
          <a:endParaRPr lang="en-IN"/>
        </a:p>
      </dgm:t>
    </dgm:pt>
  </dgm:ptLst>
  <dgm:cxnLst>
    <dgm:cxn modelId="{3D7D9A89-E575-455D-BF7D-6157129C5FE5}" srcId="{2572C3D4-DBB6-46BB-9F4D-B2F4FC464F92}" destId="{25448F59-863F-416C-88F5-843C3231D394}" srcOrd="1" destOrd="0" parTransId="{D54CA8D3-26ED-4ADE-8AC3-100B11557AE0}" sibTransId="{1EB7B7C8-A72F-4949-BC1D-DD8063327DE3}"/>
    <dgm:cxn modelId="{5619F789-4DF8-478B-8A8D-883CBFCC528B}" srcId="{2572C3D4-DBB6-46BB-9F4D-B2F4FC464F92}" destId="{B1B315AC-3B8F-4FA8-A697-10F123D7E9FC}" srcOrd="3" destOrd="0" parTransId="{032845D6-4293-47BE-97C4-96D64B245CDF}" sibTransId="{B23FB78E-43AC-47C0-AE93-A5F52808C862}"/>
    <dgm:cxn modelId="{D80DCB1A-5193-4103-B452-9EF48A00FBE4}" type="presOf" srcId="{2572C3D4-DBB6-46BB-9F4D-B2F4FC464F92}" destId="{DC323039-6602-4DEC-A085-9AD5C6272275}" srcOrd="1" destOrd="0" presId="urn:microsoft.com/office/officeart/2005/8/layout/list1"/>
    <dgm:cxn modelId="{237BC9A4-9B88-4D6E-9DC6-F98FFA44B8E8}" srcId="{C7B7598E-584C-40FE-B4E0-C1DF2E547C4C}" destId="{2572C3D4-DBB6-46BB-9F4D-B2F4FC464F92}" srcOrd="0" destOrd="0" parTransId="{E2E7B35D-6AFE-40D1-987A-BFB1B401EABD}" sibTransId="{11B23045-BB2B-4CC5-B649-F09A16A02BD6}"/>
    <dgm:cxn modelId="{C51DDC80-D1E2-4EFB-9B12-DDC3902DEC50}" srcId="{2572C3D4-DBB6-46BB-9F4D-B2F4FC464F92}" destId="{9A1DA0B2-FBC7-46A9-8819-CAF7C9BF65AE}" srcOrd="2" destOrd="0" parTransId="{672D3546-0DD4-4C75-94B5-03D701DAF641}" sibTransId="{088D3966-1048-4AD7-ACF0-F1D123A393A9}"/>
    <dgm:cxn modelId="{9B4EA619-0E16-4329-9458-790A2581B3AB}" type="presOf" srcId="{C7B7598E-584C-40FE-B4E0-C1DF2E547C4C}" destId="{786BB2C0-600D-469C-A2BC-15A363BCA092}" srcOrd="0" destOrd="0" presId="urn:microsoft.com/office/officeart/2005/8/layout/list1"/>
    <dgm:cxn modelId="{38FE6DA4-2B53-4887-8143-70839DC1008A}" type="presOf" srcId="{B1B315AC-3B8F-4FA8-A697-10F123D7E9FC}" destId="{3BE40CB4-8988-47F0-AE54-01366671155D}" srcOrd="0" destOrd="3" presId="urn:microsoft.com/office/officeart/2005/8/layout/list1"/>
    <dgm:cxn modelId="{502A98D4-6E17-43F8-9FB5-7BCD2C2E71E0}" type="presOf" srcId="{25448F59-863F-416C-88F5-843C3231D394}" destId="{3BE40CB4-8988-47F0-AE54-01366671155D}" srcOrd="0" destOrd="1" presId="urn:microsoft.com/office/officeart/2005/8/layout/list1"/>
    <dgm:cxn modelId="{70B808CE-D3CC-47C5-ABF9-39FF514B443E}" type="presOf" srcId="{9A1DA0B2-FBC7-46A9-8819-CAF7C9BF65AE}" destId="{3BE40CB4-8988-47F0-AE54-01366671155D}" srcOrd="0" destOrd="2" presId="urn:microsoft.com/office/officeart/2005/8/layout/list1"/>
    <dgm:cxn modelId="{7C73B43B-01F9-4436-9CC3-D97E57873939}" type="presOf" srcId="{2572C3D4-DBB6-46BB-9F4D-B2F4FC464F92}" destId="{B0197825-DDF1-4236-9823-9DAD6BAC8C21}" srcOrd="0" destOrd="0" presId="urn:microsoft.com/office/officeart/2005/8/layout/list1"/>
    <dgm:cxn modelId="{3FD4275E-7337-442D-994E-76EEA7755883}" type="presOf" srcId="{952104AC-F330-4535-A1DD-37CF3E6D3D3D}" destId="{3BE40CB4-8988-47F0-AE54-01366671155D}" srcOrd="0" destOrd="4" presId="urn:microsoft.com/office/officeart/2005/8/layout/list1"/>
    <dgm:cxn modelId="{6E78D84F-E382-4C61-9C70-7BDB82C8DE74}" srcId="{2572C3D4-DBB6-46BB-9F4D-B2F4FC464F92}" destId="{952104AC-F330-4535-A1DD-37CF3E6D3D3D}" srcOrd="4" destOrd="0" parTransId="{962432D6-FFC3-4124-9B48-672F7E11B400}" sibTransId="{2B40ED63-FEAA-458A-8669-75867CC45E56}"/>
    <dgm:cxn modelId="{EB750F83-36CE-4A21-831F-9D8D06866C2E}" type="presOf" srcId="{E083C364-2735-4040-9D4D-68B6200B2B53}" destId="{3BE40CB4-8988-47F0-AE54-01366671155D}" srcOrd="0" destOrd="0" presId="urn:microsoft.com/office/officeart/2005/8/layout/list1"/>
    <dgm:cxn modelId="{1295B86D-123E-4377-BA61-DE567B396889}" srcId="{2572C3D4-DBB6-46BB-9F4D-B2F4FC464F92}" destId="{E083C364-2735-4040-9D4D-68B6200B2B53}" srcOrd="0" destOrd="0" parTransId="{4480EAB3-AB99-4BA6-997C-BDB810224073}" sibTransId="{A0F98EDD-28ED-4F37-8E1E-8F389E5B9857}"/>
    <dgm:cxn modelId="{83738C79-CD7F-487B-A824-BDDB0FDACBA7}" type="presParOf" srcId="{786BB2C0-600D-469C-A2BC-15A363BCA092}" destId="{50794E42-F823-44F6-86FC-AB3533808132}" srcOrd="0" destOrd="0" presId="urn:microsoft.com/office/officeart/2005/8/layout/list1"/>
    <dgm:cxn modelId="{2C3D99DC-1126-4668-979B-CC7598992AF7}" type="presParOf" srcId="{50794E42-F823-44F6-86FC-AB3533808132}" destId="{B0197825-DDF1-4236-9823-9DAD6BAC8C21}" srcOrd="0" destOrd="0" presId="urn:microsoft.com/office/officeart/2005/8/layout/list1"/>
    <dgm:cxn modelId="{D8A457CA-C6A9-41B4-A22A-294831BCBB9D}" type="presParOf" srcId="{50794E42-F823-44F6-86FC-AB3533808132}" destId="{DC323039-6602-4DEC-A085-9AD5C6272275}" srcOrd="1" destOrd="0" presId="urn:microsoft.com/office/officeart/2005/8/layout/list1"/>
    <dgm:cxn modelId="{F626A4D8-E12A-436A-9C27-7F84337B2162}" type="presParOf" srcId="{786BB2C0-600D-469C-A2BC-15A363BCA092}" destId="{B0E69E86-6EBF-4531-BA46-04F965161BA0}" srcOrd="1" destOrd="0" presId="urn:microsoft.com/office/officeart/2005/8/layout/list1"/>
    <dgm:cxn modelId="{623CABEC-7D64-41BA-9CD1-895E40B79AE6}" type="presParOf" srcId="{786BB2C0-600D-469C-A2BC-15A363BCA092}" destId="{3BE40CB4-8988-47F0-AE54-01366671155D}"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D796802-FCC2-4D64-A009-D701342FCAD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F9B8356F-1C1E-4963-9791-C8006C61AD14}">
      <dgm:prSet phldrT="[Text]" custT="1"/>
      <dgm:spPr/>
      <dgm:t>
        <a:bodyPr/>
        <a:lstStyle/>
        <a:p>
          <a:r>
            <a:rPr lang="en-IN" sz="2400" b="0" i="0" dirty="0">
              <a:latin typeface="+mj-lt"/>
            </a:rPr>
            <a:t>Why it's done</a:t>
          </a:r>
          <a:endParaRPr lang="en-IN" sz="2400" dirty="0">
            <a:latin typeface="+mj-lt"/>
          </a:endParaRPr>
        </a:p>
      </dgm:t>
    </dgm:pt>
    <dgm:pt modelId="{88BCE4FF-E7D3-4A67-9B78-D52BB8BED2F4}" type="parTrans" cxnId="{3BD75174-A237-4379-A299-9E45CD2D70B1}">
      <dgm:prSet/>
      <dgm:spPr/>
      <dgm:t>
        <a:bodyPr/>
        <a:lstStyle/>
        <a:p>
          <a:endParaRPr lang="en-IN"/>
        </a:p>
      </dgm:t>
    </dgm:pt>
    <dgm:pt modelId="{C4B45FD4-96CF-4599-9E6A-B0790D4D06C7}" type="sibTrans" cxnId="{3BD75174-A237-4379-A299-9E45CD2D70B1}">
      <dgm:prSet/>
      <dgm:spPr/>
      <dgm:t>
        <a:bodyPr/>
        <a:lstStyle/>
        <a:p>
          <a:endParaRPr lang="en-IN"/>
        </a:p>
      </dgm:t>
    </dgm:pt>
    <dgm:pt modelId="{F9E31532-68D2-4C15-BD60-790FD5C97BE8}">
      <dgm:prSet phldrT="[Text]"/>
      <dgm:spPr/>
      <dgm:t>
        <a:bodyPr/>
        <a:lstStyle/>
        <a:p>
          <a:pPr algn="just"/>
          <a:r>
            <a:rPr lang="en-US" b="0" i="0" dirty="0"/>
            <a:t>The EEG may also be used to determine the overall electrical activity of the brain (for example, to evaluate trauma, drug intoxication, or extent of brain damage in comatose patients). </a:t>
          </a:r>
          <a:endParaRPr lang="en-IN" dirty="0"/>
        </a:p>
      </dgm:t>
    </dgm:pt>
    <dgm:pt modelId="{1C41210E-CB16-440D-8F2B-1BC7A22CCFAB}" type="parTrans" cxnId="{242FC9A5-02FE-4CE8-9CE7-41FFFB12711F}">
      <dgm:prSet/>
      <dgm:spPr/>
      <dgm:t>
        <a:bodyPr/>
        <a:lstStyle/>
        <a:p>
          <a:endParaRPr lang="en-IN"/>
        </a:p>
      </dgm:t>
    </dgm:pt>
    <dgm:pt modelId="{CE63DBCA-61FC-431F-8300-216B09382FC2}" type="sibTrans" cxnId="{242FC9A5-02FE-4CE8-9CE7-41FFFB12711F}">
      <dgm:prSet/>
      <dgm:spPr/>
      <dgm:t>
        <a:bodyPr/>
        <a:lstStyle/>
        <a:p>
          <a:endParaRPr lang="en-IN"/>
        </a:p>
      </dgm:t>
    </dgm:pt>
    <dgm:pt modelId="{9558958A-F3FB-480B-9D30-FD4719EACEEC}">
      <dgm:prSet phldrT="[Text]"/>
      <dgm:spPr/>
      <dgm:t>
        <a:bodyPr/>
        <a:lstStyle/>
        <a:p>
          <a:pPr algn="just"/>
          <a:r>
            <a:rPr lang="en-US" b="0" i="0" dirty="0"/>
            <a:t>EEGs are used to diagnose conditions like:</a:t>
          </a:r>
          <a:endParaRPr lang="en-IN" dirty="0"/>
        </a:p>
      </dgm:t>
    </dgm:pt>
    <dgm:pt modelId="{4ECD6E1F-8D35-4FAF-9AC2-8EB1F4A14690}" type="parTrans" cxnId="{7E60F167-5C73-406B-9019-53C4D1CF595A}">
      <dgm:prSet/>
      <dgm:spPr/>
      <dgm:t>
        <a:bodyPr/>
        <a:lstStyle/>
        <a:p>
          <a:endParaRPr lang="en-IN"/>
        </a:p>
      </dgm:t>
    </dgm:pt>
    <dgm:pt modelId="{D32F4D83-C2CF-4F53-B8A2-4E68E019A834}" type="sibTrans" cxnId="{7E60F167-5C73-406B-9019-53C4D1CF595A}">
      <dgm:prSet/>
      <dgm:spPr/>
      <dgm:t>
        <a:bodyPr/>
        <a:lstStyle/>
        <a:p>
          <a:endParaRPr lang="en-IN"/>
        </a:p>
      </dgm:t>
    </dgm:pt>
    <dgm:pt modelId="{7ED7395D-D80C-4477-BAE1-86C3D6F93546}">
      <dgm:prSet phldrT="[Text]"/>
      <dgm:spPr/>
      <dgm:t>
        <a:bodyPr/>
        <a:lstStyle/>
        <a:p>
          <a:pPr algn="just">
            <a:buFont typeface="Arial" panose="020B0604020202020204" pitchFamily="34" charset="0"/>
            <a:buChar char="•"/>
          </a:pPr>
          <a:r>
            <a:rPr lang="en-IN" b="0" i="0" dirty="0"/>
            <a:t>Brain </a:t>
          </a:r>
          <a:r>
            <a:rPr lang="en-IN" b="0" i="0" dirty="0" err="1"/>
            <a:t>tumors</a:t>
          </a:r>
          <a:endParaRPr lang="en-IN" dirty="0"/>
        </a:p>
      </dgm:t>
    </dgm:pt>
    <dgm:pt modelId="{95784070-BE59-42AA-9606-F29B47EA1343}" type="parTrans" cxnId="{D66F8076-AD60-4CD9-A809-666C56B7DD60}">
      <dgm:prSet/>
      <dgm:spPr/>
      <dgm:t>
        <a:bodyPr/>
        <a:lstStyle/>
        <a:p>
          <a:endParaRPr lang="en-IN"/>
        </a:p>
      </dgm:t>
    </dgm:pt>
    <dgm:pt modelId="{D628AE7C-492D-4E24-9855-C20B59CC0587}" type="sibTrans" cxnId="{D66F8076-AD60-4CD9-A809-666C56B7DD60}">
      <dgm:prSet/>
      <dgm:spPr/>
      <dgm:t>
        <a:bodyPr/>
        <a:lstStyle/>
        <a:p>
          <a:endParaRPr lang="en-IN"/>
        </a:p>
      </dgm:t>
    </dgm:pt>
    <dgm:pt modelId="{31E0AC9F-F759-42EA-9374-4A6929D87DEB}">
      <dgm:prSet/>
      <dgm:spPr/>
      <dgm:t>
        <a:bodyPr/>
        <a:lstStyle/>
        <a:p>
          <a:pPr algn="just">
            <a:buFont typeface="Arial" panose="020B0604020202020204" pitchFamily="34" charset="0"/>
            <a:buChar char="•"/>
          </a:pPr>
          <a:r>
            <a:rPr lang="en-US" b="0" i="0" dirty="0"/>
            <a:t>Brain damage from a head injury</a:t>
          </a:r>
        </a:p>
      </dgm:t>
    </dgm:pt>
    <dgm:pt modelId="{3C9806D0-B14C-435C-AA09-1132E2464C49}" type="parTrans" cxnId="{C0738636-9388-4133-9617-8A9123835A82}">
      <dgm:prSet/>
      <dgm:spPr/>
      <dgm:t>
        <a:bodyPr/>
        <a:lstStyle/>
        <a:p>
          <a:endParaRPr lang="en-IN"/>
        </a:p>
      </dgm:t>
    </dgm:pt>
    <dgm:pt modelId="{4588077C-BAAE-4BA6-A4CB-29C166B3E660}" type="sibTrans" cxnId="{C0738636-9388-4133-9617-8A9123835A82}">
      <dgm:prSet/>
      <dgm:spPr/>
      <dgm:t>
        <a:bodyPr/>
        <a:lstStyle/>
        <a:p>
          <a:endParaRPr lang="en-IN"/>
        </a:p>
      </dgm:t>
    </dgm:pt>
    <dgm:pt modelId="{9D233374-C2CF-43E1-8024-2D0163E43CEA}">
      <dgm:prSet/>
      <dgm:spPr/>
      <dgm:t>
        <a:bodyPr/>
        <a:lstStyle/>
        <a:p>
          <a:pPr algn="just">
            <a:buFont typeface="Arial" panose="020B0604020202020204" pitchFamily="34" charset="0"/>
            <a:buChar char="•"/>
          </a:pPr>
          <a:r>
            <a:rPr lang="en-US" b="0" i="0" dirty="0"/>
            <a:t>Brain dysfunction from various causes (encephalopathy)</a:t>
          </a:r>
        </a:p>
      </dgm:t>
    </dgm:pt>
    <dgm:pt modelId="{5DAB621F-1D2C-46DD-B826-74202FF288BD}" type="parTrans" cxnId="{6DA57928-A331-4573-A441-618ECE5E5E05}">
      <dgm:prSet/>
      <dgm:spPr/>
      <dgm:t>
        <a:bodyPr/>
        <a:lstStyle/>
        <a:p>
          <a:endParaRPr lang="en-IN"/>
        </a:p>
      </dgm:t>
    </dgm:pt>
    <dgm:pt modelId="{DCFFDB52-22F0-41C7-AE1D-45B5D5B8B0B6}" type="sibTrans" cxnId="{6DA57928-A331-4573-A441-618ECE5E5E05}">
      <dgm:prSet/>
      <dgm:spPr/>
      <dgm:t>
        <a:bodyPr/>
        <a:lstStyle/>
        <a:p>
          <a:endParaRPr lang="en-IN"/>
        </a:p>
      </dgm:t>
    </dgm:pt>
    <dgm:pt modelId="{363394D5-0CA1-408B-A250-EC424464418F}">
      <dgm:prSet/>
      <dgm:spPr/>
      <dgm:t>
        <a:bodyPr/>
        <a:lstStyle/>
        <a:p>
          <a:pPr algn="just">
            <a:buFont typeface="Arial" panose="020B0604020202020204" pitchFamily="34" charset="0"/>
            <a:buChar char="•"/>
          </a:pPr>
          <a:r>
            <a:rPr lang="en-US" b="0" i="0" dirty="0"/>
            <a:t>Inflammation of the brain (encephalitis)</a:t>
          </a:r>
        </a:p>
      </dgm:t>
    </dgm:pt>
    <dgm:pt modelId="{8610DEAB-BCC6-47D0-9488-44B583A1F09A}" type="parTrans" cxnId="{59E66225-2354-430A-BC33-11F687B3613E}">
      <dgm:prSet/>
      <dgm:spPr/>
      <dgm:t>
        <a:bodyPr/>
        <a:lstStyle/>
        <a:p>
          <a:endParaRPr lang="en-IN"/>
        </a:p>
      </dgm:t>
    </dgm:pt>
    <dgm:pt modelId="{62E3D712-10E7-410D-B9F9-610E3A43AED0}" type="sibTrans" cxnId="{59E66225-2354-430A-BC33-11F687B3613E}">
      <dgm:prSet/>
      <dgm:spPr/>
      <dgm:t>
        <a:bodyPr/>
        <a:lstStyle/>
        <a:p>
          <a:endParaRPr lang="en-IN"/>
        </a:p>
      </dgm:t>
    </dgm:pt>
    <dgm:pt modelId="{14495342-FCC0-4D9E-B8D1-59CD2C06FEA8}">
      <dgm:prSet/>
      <dgm:spPr/>
      <dgm:t>
        <a:bodyPr/>
        <a:lstStyle/>
        <a:p>
          <a:pPr algn="just">
            <a:buFont typeface="Arial" panose="020B0604020202020204" pitchFamily="34" charset="0"/>
            <a:buChar char="•"/>
          </a:pPr>
          <a:r>
            <a:rPr lang="en-IN" b="0" i="0" dirty="0"/>
            <a:t>Seizure disorders including epilepsy</a:t>
          </a:r>
        </a:p>
      </dgm:t>
    </dgm:pt>
    <dgm:pt modelId="{CCEDCD00-7F50-4A93-A4CD-1AA0F29A2888}" type="parTrans" cxnId="{1691D22E-82C9-4FD0-AC3E-2A21B6474B1E}">
      <dgm:prSet/>
      <dgm:spPr/>
      <dgm:t>
        <a:bodyPr/>
        <a:lstStyle/>
        <a:p>
          <a:endParaRPr lang="en-IN"/>
        </a:p>
      </dgm:t>
    </dgm:pt>
    <dgm:pt modelId="{4327F98C-1944-450C-A2D2-4A81EFBC022B}" type="sibTrans" cxnId="{1691D22E-82C9-4FD0-AC3E-2A21B6474B1E}">
      <dgm:prSet/>
      <dgm:spPr/>
      <dgm:t>
        <a:bodyPr/>
        <a:lstStyle/>
        <a:p>
          <a:endParaRPr lang="en-IN"/>
        </a:p>
      </dgm:t>
    </dgm:pt>
    <dgm:pt modelId="{4D505F35-3B80-42CD-9408-10AC9C0EAC43}">
      <dgm:prSet/>
      <dgm:spPr/>
      <dgm:t>
        <a:bodyPr/>
        <a:lstStyle/>
        <a:p>
          <a:pPr algn="just">
            <a:buFont typeface="Arial" panose="020B0604020202020204" pitchFamily="34" charset="0"/>
            <a:buChar char="•"/>
          </a:pPr>
          <a:r>
            <a:rPr lang="en-IN" b="0" i="0" dirty="0"/>
            <a:t>Sleep disorders</a:t>
          </a:r>
        </a:p>
      </dgm:t>
    </dgm:pt>
    <dgm:pt modelId="{CAA63BF7-22BB-4CCD-9D3B-1A7DEB7F805E}" type="parTrans" cxnId="{AC7585CE-CADE-44FE-84A6-7D7ECED0B3BD}">
      <dgm:prSet/>
      <dgm:spPr/>
      <dgm:t>
        <a:bodyPr/>
        <a:lstStyle/>
        <a:p>
          <a:endParaRPr lang="en-IN"/>
        </a:p>
      </dgm:t>
    </dgm:pt>
    <dgm:pt modelId="{887C6A9D-FBD1-41E2-82B0-DFD0F5ACF20E}" type="sibTrans" cxnId="{AC7585CE-CADE-44FE-84A6-7D7ECED0B3BD}">
      <dgm:prSet/>
      <dgm:spPr/>
      <dgm:t>
        <a:bodyPr/>
        <a:lstStyle/>
        <a:p>
          <a:endParaRPr lang="en-IN"/>
        </a:p>
      </dgm:t>
    </dgm:pt>
    <dgm:pt modelId="{899E4AC6-36B3-4B62-B72F-4FB3BD99F943}">
      <dgm:prSet/>
      <dgm:spPr/>
      <dgm:t>
        <a:bodyPr/>
        <a:lstStyle/>
        <a:p>
          <a:pPr algn="just">
            <a:buFont typeface="Arial" panose="020B0604020202020204" pitchFamily="34" charset="0"/>
            <a:buChar char="•"/>
          </a:pPr>
          <a:r>
            <a:rPr lang="en-IN" b="0" i="0" dirty="0"/>
            <a:t>Stroke</a:t>
          </a:r>
        </a:p>
      </dgm:t>
    </dgm:pt>
    <dgm:pt modelId="{BA916B75-1E4F-44F3-86B2-28F6D9FEC427}" type="parTrans" cxnId="{A31EBE95-9362-4D99-8860-093A2A09ED41}">
      <dgm:prSet/>
      <dgm:spPr/>
      <dgm:t>
        <a:bodyPr/>
        <a:lstStyle/>
        <a:p>
          <a:endParaRPr lang="en-IN"/>
        </a:p>
      </dgm:t>
    </dgm:pt>
    <dgm:pt modelId="{C6D78D82-70C7-4C64-B885-9CF98F329861}" type="sibTrans" cxnId="{A31EBE95-9362-4D99-8860-093A2A09ED41}">
      <dgm:prSet/>
      <dgm:spPr/>
      <dgm:t>
        <a:bodyPr/>
        <a:lstStyle/>
        <a:p>
          <a:endParaRPr lang="en-IN"/>
        </a:p>
      </dgm:t>
    </dgm:pt>
    <dgm:pt modelId="{DB479CE3-655D-4BEF-8486-F61C27A97824}">
      <dgm:prSet/>
      <dgm:spPr/>
      <dgm:t>
        <a:bodyPr/>
        <a:lstStyle/>
        <a:p>
          <a:pPr algn="just"/>
          <a:r>
            <a:rPr lang="en-US" b="0" i="0" dirty="0"/>
            <a:t>An EEG may also be used to determine if someone in a coma has died or to find the right level of anesthesia for someone in a coma.</a:t>
          </a:r>
          <a:endParaRPr lang="en-IN" b="0" i="0" dirty="0"/>
        </a:p>
      </dgm:t>
    </dgm:pt>
    <dgm:pt modelId="{73B8CF6E-6C5E-4621-A9AE-3D2DEBFA0486}" type="parTrans" cxnId="{CED57B7B-976C-4560-93BD-E32405941839}">
      <dgm:prSet/>
      <dgm:spPr/>
      <dgm:t>
        <a:bodyPr/>
        <a:lstStyle/>
        <a:p>
          <a:endParaRPr lang="en-IN"/>
        </a:p>
      </dgm:t>
    </dgm:pt>
    <dgm:pt modelId="{E30106CD-8EEA-494B-BBE7-C1340FE83DFD}" type="sibTrans" cxnId="{CED57B7B-976C-4560-93BD-E32405941839}">
      <dgm:prSet/>
      <dgm:spPr/>
      <dgm:t>
        <a:bodyPr/>
        <a:lstStyle/>
        <a:p>
          <a:endParaRPr lang="en-IN"/>
        </a:p>
      </dgm:t>
    </dgm:pt>
    <dgm:pt modelId="{90BE1287-5EBA-4A41-95A9-56C945C001B0}">
      <dgm:prSet/>
      <dgm:spPr/>
      <dgm:t>
        <a:bodyPr/>
        <a:lstStyle/>
        <a:p>
          <a:pPr algn="just"/>
          <a:r>
            <a:rPr lang="en-US" b="0" i="0" dirty="0"/>
            <a:t>The test can also be used to diagnose other disorders that influence brain activity, such as Alzheimer's disease, certain psychoses, and a sleep disorder called narcolepsy.</a:t>
          </a:r>
          <a:endParaRPr lang="en-IN" b="0" i="0" dirty="0"/>
        </a:p>
      </dgm:t>
    </dgm:pt>
    <dgm:pt modelId="{89842753-322C-406D-B4CB-6D55E433EA24}" type="parTrans" cxnId="{26BC98C1-B37E-4B5D-81AF-A86DA87F1212}">
      <dgm:prSet/>
      <dgm:spPr/>
      <dgm:t>
        <a:bodyPr/>
        <a:lstStyle/>
        <a:p>
          <a:endParaRPr lang="en-IN"/>
        </a:p>
      </dgm:t>
    </dgm:pt>
    <dgm:pt modelId="{B0DC8005-A528-48F1-ADC0-13471958507F}" type="sibTrans" cxnId="{26BC98C1-B37E-4B5D-81AF-A86DA87F1212}">
      <dgm:prSet/>
      <dgm:spPr/>
      <dgm:t>
        <a:bodyPr/>
        <a:lstStyle/>
        <a:p>
          <a:endParaRPr lang="en-IN"/>
        </a:p>
      </dgm:t>
    </dgm:pt>
    <dgm:pt modelId="{282C505A-6681-42BD-8125-FE0E5E396C64}">
      <dgm:prSet phldrT="[Text]"/>
      <dgm:spPr/>
      <dgm:t>
        <a:bodyPr/>
        <a:lstStyle/>
        <a:p>
          <a:pPr algn="just"/>
          <a:r>
            <a:rPr lang="en-US" b="0" i="0" dirty="0"/>
            <a:t>The EEG may also be used to monitor blood flow in the brain during surgical procedures.</a:t>
          </a:r>
          <a:endParaRPr lang="en-IN" dirty="0"/>
        </a:p>
      </dgm:t>
    </dgm:pt>
    <dgm:pt modelId="{85C3BDEA-2A6D-4537-B656-04D4A2716198}" type="parTrans" cxnId="{EA1A7F59-1594-481E-9796-AB8146D55990}">
      <dgm:prSet/>
      <dgm:spPr/>
      <dgm:t>
        <a:bodyPr/>
        <a:lstStyle/>
        <a:p>
          <a:endParaRPr lang="en-IN"/>
        </a:p>
      </dgm:t>
    </dgm:pt>
    <dgm:pt modelId="{EA2585E9-D749-4BE0-88FD-6CE191967F8B}" type="sibTrans" cxnId="{EA1A7F59-1594-481E-9796-AB8146D55990}">
      <dgm:prSet/>
      <dgm:spPr/>
      <dgm:t>
        <a:bodyPr/>
        <a:lstStyle/>
        <a:p>
          <a:endParaRPr lang="en-IN"/>
        </a:p>
      </dgm:t>
    </dgm:pt>
    <dgm:pt modelId="{58DFFFE3-FF64-4C4D-B1E7-BBCE632767FA}">
      <dgm:prSet phldrT="[Text]"/>
      <dgm:spPr/>
      <dgm:t>
        <a:bodyPr/>
        <a:lstStyle/>
        <a:p>
          <a:pPr algn="just"/>
          <a:r>
            <a:rPr lang="en-US" b="0" i="0"/>
            <a:t>The </a:t>
          </a:r>
          <a:r>
            <a:rPr lang="en-US" b="0" i="0" dirty="0"/>
            <a:t>EEG is used to evaluate several types of brain disorders.</a:t>
          </a:r>
          <a:endParaRPr lang="en-IN" dirty="0"/>
        </a:p>
      </dgm:t>
    </dgm:pt>
    <dgm:pt modelId="{CE7D6F0A-7384-4D8E-BEAF-2BAA946ADAF8}" type="parTrans" cxnId="{25CB6556-113D-4842-AE93-4D31F8F7621B}">
      <dgm:prSet/>
      <dgm:spPr/>
      <dgm:t>
        <a:bodyPr/>
        <a:lstStyle/>
        <a:p>
          <a:endParaRPr lang="en-IN"/>
        </a:p>
      </dgm:t>
    </dgm:pt>
    <dgm:pt modelId="{E03F566D-796E-4848-B2E8-8E9725A802B3}" type="sibTrans" cxnId="{25CB6556-113D-4842-AE93-4D31F8F7621B}">
      <dgm:prSet/>
      <dgm:spPr/>
      <dgm:t>
        <a:bodyPr/>
        <a:lstStyle/>
        <a:p>
          <a:endParaRPr lang="en-IN"/>
        </a:p>
      </dgm:t>
    </dgm:pt>
    <dgm:pt modelId="{5E45BFCE-CDFE-4861-A18F-D407B57C10FE}" type="pres">
      <dgm:prSet presAssocID="{AD796802-FCC2-4D64-A009-D701342FCADD}" presName="linear" presStyleCnt="0">
        <dgm:presLayoutVars>
          <dgm:dir/>
          <dgm:animLvl val="lvl"/>
          <dgm:resizeHandles val="exact"/>
        </dgm:presLayoutVars>
      </dgm:prSet>
      <dgm:spPr/>
      <dgm:t>
        <a:bodyPr/>
        <a:lstStyle/>
        <a:p>
          <a:endParaRPr lang="en-IN"/>
        </a:p>
      </dgm:t>
    </dgm:pt>
    <dgm:pt modelId="{E30532BF-9501-4C42-B287-F2FF1877263A}" type="pres">
      <dgm:prSet presAssocID="{F9B8356F-1C1E-4963-9791-C8006C61AD14}" presName="parentLin" presStyleCnt="0"/>
      <dgm:spPr/>
    </dgm:pt>
    <dgm:pt modelId="{9F8DCC08-DEC9-42F6-892A-34E3D2D0A942}" type="pres">
      <dgm:prSet presAssocID="{F9B8356F-1C1E-4963-9791-C8006C61AD14}" presName="parentLeftMargin" presStyleLbl="node1" presStyleIdx="0" presStyleCnt="1"/>
      <dgm:spPr/>
      <dgm:t>
        <a:bodyPr/>
        <a:lstStyle/>
        <a:p>
          <a:endParaRPr lang="en-IN"/>
        </a:p>
      </dgm:t>
    </dgm:pt>
    <dgm:pt modelId="{D0466BB9-5EFA-4816-AF7E-A154CCC3AF32}" type="pres">
      <dgm:prSet presAssocID="{F9B8356F-1C1E-4963-9791-C8006C61AD14}" presName="parentText" presStyleLbl="node1" presStyleIdx="0" presStyleCnt="1">
        <dgm:presLayoutVars>
          <dgm:chMax val="0"/>
          <dgm:bulletEnabled val="1"/>
        </dgm:presLayoutVars>
      </dgm:prSet>
      <dgm:spPr/>
      <dgm:t>
        <a:bodyPr/>
        <a:lstStyle/>
        <a:p>
          <a:endParaRPr lang="en-IN"/>
        </a:p>
      </dgm:t>
    </dgm:pt>
    <dgm:pt modelId="{ED0273B0-15EE-437D-A41B-A794ED93D7E2}" type="pres">
      <dgm:prSet presAssocID="{F9B8356F-1C1E-4963-9791-C8006C61AD14}" presName="negativeSpace" presStyleCnt="0"/>
      <dgm:spPr/>
    </dgm:pt>
    <dgm:pt modelId="{66BE80BC-C369-4B54-BA4A-4F0F0CB4B972}" type="pres">
      <dgm:prSet presAssocID="{F9B8356F-1C1E-4963-9791-C8006C61AD14}" presName="childText" presStyleLbl="conFgAcc1" presStyleIdx="0" presStyleCnt="1">
        <dgm:presLayoutVars>
          <dgm:bulletEnabled val="1"/>
        </dgm:presLayoutVars>
      </dgm:prSet>
      <dgm:spPr/>
      <dgm:t>
        <a:bodyPr/>
        <a:lstStyle/>
        <a:p>
          <a:endParaRPr lang="en-IN"/>
        </a:p>
      </dgm:t>
    </dgm:pt>
  </dgm:ptLst>
  <dgm:cxnLst>
    <dgm:cxn modelId="{271617FD-35C3-442B-8FDB-F86320867AE5}" type="presOf" srcId="{AD796802-FCC2-4D64-A009-D701342FCADD}" destId="{5E45BFCE-CDFE-4861-A18F-D407B57C10FE}" srcOrd="0" destOrd="0" presId="urn:microsoft.com/office/officeart/2005/8/layout/list1"/>
    <dgm:cxn modelId="{C0738636-9388-4133-9617-8A9123835A82}" srcId="{9558958A-F3FB-480B-9D30-FD4719EACEEC}" destId="{31E0AC9F-F759-42EA-9374-4A6929D87DEB}" srcOrd="1" destOrd="0" parTransId="{3C9806D0-B14C-435C-AA09-1132E2464C49}" sibTransId="{4588077C-BAAE-4BA6-A4CB-29C166B3E660}"/>
    <dgm:cxn modelId="{6DA57928-A331-4573-A441-618ECE5E5E05}" srcId="{9558958A-F3FB-480B-9D30-FD4719EACEEC}" destId="{9D233374-C2CF-43E1-8024-2D0163E43CEA}" srcOrd="2" destOrd="0" parTransId="{5DAB621F-1D2C-46DD-B826-74202FF288BD}" sibTransId="{DCFFDB52-22F0-41C7-AE1D-45B5D5B8B0B6}"/>
    <dgm:cxn modelId="{4517E42B-B369-474A-A9D8-DF48EB983A48}" type="presOf" srcId="{9D233374-C2CF-43E1-8024-2D0163E43CEA}" destId="{66BE80BC-C369-4B54-BA4A-4F0F0CB4B972}" srcOrd="0" destOrd="6" presId="urn:microsoft.com/office/officeart/2005/8/layout/list1"/>
    <dgm:cxn modelId="{1691D22E-82C9-4FD0-AC3E-2A21B6474B1E}" srcId="{9558958A-F3FB-480B-9D30-FD4719EACEEC}" destId="{14495342-FCC0-4D9E-B8D1-59CD2C06FEA8}" srcOrd="4" destOrd="0" parTransId="{CCEDCD00-7F50-4A93-A4CD-1AA0F29A2888}" sibTransId="{4327F98C-1944-450C-A2D2-4A81EFBC022B}"/>
    <dgm:cxn modelId="{96744140-A08F-48F8-AD2F-E8D069B590EE}" type="presOf" srcId="{9558958A-F3FB-480B-9D30-FD4719EACEEC}" destId="{66BE80BC-C369-4B54-BA4A-4F0F0CB4B972}" srcOrd="0" destOrd="3" presId="urn:microsoft.com/office/officeart/2005/8/layout/list1"/>
    <dgm:cxn modelId="{EA1A7F59-1594-481E-9796-AB8146D55990}" srcId="{F9B8356F-1C1E-4963-9791-C8006C61AD14}" destId="{282C505A-6681-42BD-8125-FE0E5E396C64}" srcOrd="1" destOrd="0" parTransId="{85C3BDEA-2A6D-4537-B656-04D4A2716198}" sibTransId="{EA2585E9-D749-4BE0-88FD-6CE191967F8B}"/>
    <dgm:cxn modelId="{8266B2C6-A014-465F-A635-0C6A1B1BE162}" type="presOf" srcId="{F9E31532-68D2-4C15-BD60-790FD5C97BE8}" destId="{66BE80BC-C369-4B54-BA4A-4F0F0CB4B972}" srcOrd="0" destOrd="0" presId="urn:microsoft.com/office/officeart/2005/8/layout/list1"/>
    <dgm:cxn modelId="{BF32727E-DBE8-4AB3-882B-DF0D5B366135}" type="presOf" srcId="{7ED7395D-D80C-4477-BAE1-86C3D6F93546}" destId="{66BE80BC-C369-4B54-BA4A-4F0F0CB4B972}" srcOrd="0" destOrd="4" presId="urn:microsoft.com/office/officeart/2005/8/layout/list1"/>
    <dgm:cxn modelId="{AC7585CE-CADE-44FE-84A6-7D7ECED0B3BD}" srcId="{9558958A-F3FB-480B-9D30-FD4719EACEEC}" destId="{4D505F35-3B80-42CD-9408-10AC9C0EAC43}" srcOrd="5" destOrd="0" parTransId="{CAA63BF7-22BB-4CCD-9D3B-1A7DEB7F805E}" sibTransId="{887C6A9D-FBD1-41E2-82B0-DFD0F5ACF20E}"/>
    <dgm:cxn modelId="{5408E96C-14E7-439E-B0E2-3AF00F7714D7}" type="presOf" srcId="{899E4AC6-36B3-4B62-B72F-4FB3BD99F943}" destId="{66BE80BC-C369-4B54-BA4A-4F0F0CB4B972}" srcOrd="0" destOrd="10" presId="urn:microsoft.com/office/officeart/2005/8/layout/list1"/>
    <dgm:cxn modelId="{A31EBE95-9362-4D99-8860-093A2A09ED41}" srcId="{9558958A-F3FB-480B-9D30-FD4719EACEEC}" destId="{899E4AC6-36B3-4B62-B72F-4FB3BD99F943}" srcOrd="6" destOrd="0" parTransId="{BA916B75-1E4F-44F3-86B2-28F6D9FEC427}" sibTransId="{C6D78D82-70C7-4C64-B885-9CF98F329861}"/>
    <dgm:cxn modelId="{59E66225-2354-430A-BC33-11F687B3613E}" srcId="{9558958A-F3FB-480B-9D30-FD4719EACEEC}" destId="{363394D5-0CA1-408B-A250-EC424464418F}" srcOrd="3" destOrd="0" parTransId="{8610DEAB-BCC6-47D0-9488-44B583A1F09A}" sibTransId="{62E3D712-10E7-410D-B9F9-610E3A43AED0}"/>
    <dgm:cxn modelId="{ED95849F-2D9D-4856-8888-F33530E8F915}" type="presOf" srcId="{F9B8356F-1C1E-4963-9791-C8006C61AD14}" destId="{D0466BB9-5EFA-4816-AF7E-A154CCC3AF32}" srcOrd="1" destOrd="0" presId="urn:microsoft.com/office/officeart/2005/8/layout/list1"/>
    <dgm:cxn modelId="{26BC98C1-B37E-4B5D-81AF-A86DA87F1212}" srcId="{9558958A-F3FB-480B-9D30-FD4719EACEEC}" destId="{90BE1287-5EBA-4A41-95A9-56C945C001B0}" srcOrd="8" destOrd="0" parTransId="{89842753-322C-406D-B4CB-6D55E433EA24}" sibTransId="{B0DC8005-A528-48F1-ADC0-13471958507F}"/>
    <dgm:cxn modelId="{85BE6522-B96F-425A-AD4A-6E7853816CAF}" type="presOf" srcId="{282C505A-6681-42BD-8125-FE0E5E396C64}" destId="{66BE80BC-C369-4B54-BA4A-4F0F0CB4B972}" srcOrd="0" destOrd="1" presId="urn:microsoft.com/office/officeart/2005/8/layout/list1"/>
    <dgm:cxn modelId="{3BD75174-A237-4379-A299-9E45CD2D70B1}" srcId="{AD796802-FCC2-4D64-A009-D701342FCADD}" destId="{F9B8356F-1C1E-4963-9791-C8006C61AD14}" srcOrd="0" destOrd="0" parTransId="{88BCE4FF-E7D3-4A67-9B78-D52BB8BED2F4}" sibTransId="{C4B45FD4-96CF-4599-9E6A-B0790D4D06C7}"/>
    <dgm:cxn modelId="{CED57B7B-976C-4560-93BD-E32405941839}" srcId="{9558958A-F3FB-480B-9D30-FD4719EACEEC}" destId="{DB479CE3-655D-4BEF-8486-F61C27A97824}" srcOrd="7" destOrd="0" parTransId="{73B8CF6E-6C5E-4621-A9AE-3D2DEBFA0486}" sibTransId="{E30106CD-8EEA-494B-BBE7-C1340FE83DFD}"/>
    <dgm:cxn modelId="{EEA892DD-74EC-45B3-A7D9-2AA5B5A18920}" type="presOf" srcId="{363394D5-0CA1-408B-A250-EC424464418F}" destId="{66BE80BC-C369-4B54-BA4A-4F0F0CB4B972}" srcOrd="0" destOrd="7" presId="urn:microsoft.com/office/officeart/2005/8/layout/list1"/>
    <dgm:cxn modelId="{02308FD3-327E-409B-8FC1-43F16119EBB7}" type="presOf" srcId="{90BE1287-5EBA-4A41-95A9-56C945C001B0}" destId="{66BE80BC-C369-4B54-BA4A-4F0F0CB4B972}" srcOrd="0" destOrd="12" presId="urn:microsoft.com/office/officeart/2005/8/layout/list1"/>
    <dgm:cxn modelId="{D66F8076-AD60-4CD9-A809-666C56B7DD60}" srcId="{9558958A-F3FB-480B-9D30-FD4719EACEEC}" destId="{7ED7395D-D80C-4477-BAE1-86C3D6F93546}" srcOrd="0" destOrd="0" parTransId="{95784070-BE59-42AA-9606-F29B47EA1343}" sibTransId="{D628AE7C-492D-4E24-9855-C20B59CC0587}"/>
    <dgm:cxn modelId="{BE126A51-B052-41CA-BB1D-486198182284}" type="presOf" srcId="{F9B8356F-1C1E-4963-9791-C8006C61AD14}" destId="{9F8DCC08-DEC9-42F6-892A-34E3D2D0A942}" srcOrd="0" destOrd="0" presId="urn:microsoft.com/office/officeart/2005/8/layout/list1"/>
    <dgm:cxn modelId="{7E60F167-5C73-406B-9019-53C4D1CF595A}" srcId="{F9B8356F-1C1E-4963-9791-C8006C61AD14}" destId="{9558958A-F3FB-480B-9D30-FD4719EACEEC}" srcOrd="3" destOrd="0" parTransId="{4ECD6E1F-8D35-4FAF-9AC2-8EB1F4A14690}" sibTransId="{D32F4D83-C2CF-4F53-B8A2-4E68E019A834}"/>
    <dgm:cxn modelId="{242FC9A5-02FE-4CE8-9CE7-41FFFB12711F}" srcId="{F9B8356F-1C1E-4963-9791-C8006C61AD14}" destId="{F9E31532-68D2-4C15-BD60-790FD5C97BE8}" srcOrd="0" destOrd="0" parTransId="{1C41210E-CB16-440D-8F2B-1BC7A22CCFAB}" sibTransId="{CE63DBCA-61FC-431F-8300-216B09382FC2}"/>
    <dgm:cxn modelId="{14A9B616-5F71-41B3-AFA6-9BE6C08A8166}" type="presOf" srcId="{58DFFFE3-FF64-4C4D-B1E7-BBCE632767FA}" destId="{66BE80BC-C369-4B54-BA4A-4F0F0CB4B972}" srcOrd="0" destOrd="2" presId="urn:microsoft.com/office/officeart/2005/8/layout/list1"/>
    <dgm:cxn modelId="{7F613C51-CDA5-4BEF-AA77-84C43D7C602F}" type="presOf" srcId="{14495342-FCC0-4D9E-B8D1-59CD2C06FEA8}" destId="{66BE80BC-C369-4B54-BA4A-4F0F0CB4B972}" srcOrd="0" destOrd="8" presId="urn:microsoft.com/office/officeart/2005/8/layout/list1"/>
    <dgm:cxn modelId="{25CB6556-113D-4842-AE93-4D31F8F7621B}" srcId="{F9B8356F-1C1E-4963-9791-C8006C61AD14}" destId="{58DFFFE3-FF64-4C4D-B1E7-BBCE632767FA}" srcOrd="2" destOrd="0" parTransId="{CE7D6F0A-7384-4D8E-BEAF-2BAA946ADAF8}" sibTransId="{E03F566D-796E-4848-B2E8-8E9725A802B3}"/>
    <dgm:cxn modelId="{7AF52DD9-D07A-4A42-B5AB-95DFECDC0C3F}" type="presOf" srcId="{DB479CE3-655D-4BEF-8486-F61C27A97824}" destId="{66BE80BC-C369-4B54-BA4A-4F0F0CB4B972}" srcOrd="0" destOrd="11" presId="urn:microsoft.com/office/officeart/2005/8/layout/list1"/>
    <dgm:cxn modelId="{42659FE4-34CD-4B1B-AB96-8BABF4528F87}" type="presOf" srcId="{4D505F35-3B80-42CD-9408-10AC9C0EAC43}" destId="{66BE80BC-C369-4B54-BA4A-4F0F0CB4B972}" srcOrd="0" destOrd="9" presId="urn:microsoft.com/office/officeart/2005/8/layout/list1"/>
    <dgm:cxn modelId="{E01C0CDE-C14D-48D5-A8AA-C36CCB1DBBA7}" type="presOf" srcId="{31E0AC9F-F759-42EA-9374-4A6929D87DEB}" destId="{66BE80BC-C369-4B54-BA4A-4F0F0CB4B972}" srcOrd="0" destOrd="5" presId="urn:microsoft.com/office/officeart/2005/8/layout/list1"/>
    <dgm:cxn modelId="{DB3E310A-7083-4685-8BB2-AA5ABC6AAFE9}" type="presParOf" srcId="{5E45BFCE-CDFE-4861-A18F-D407B57C10FE}" destId="{E30532BF-9501-4C42-B287-F2FF1877263A}" srcOrd="0" destOrd="0" presId="urn:microsoft.com/office/officeart/2005/8/layout/list1"/>
    <dgm:cxn modelId="{88DD1CE2-5250-4169-9753-A5522F8DFF3B}" type="presParOf" srcId="{E30532BF-9501-4C42-B287-F2FF1877263A}" destId="{9F8DCC08-DEC9-42F6-892A-34E3D2D0A942}" srcOrd="0" destOrd="0" presId="urn:microsoft.com/office/officeart/2005/8/layout/list1"/>
    <dgm:cxn modelId="{982F7FEE-A069-4CA9-814A-DFFD69384AC2}" type="presParOf" srcId="{E30532BF-9501-4C42-B287-F2FF1877263A}" destId="{D0466BB9-5EFA-4816-AF7E-A154CCC3AF32}" srcOrd="1" destOrd="0" presId="urn:microsoft.com/office/officeart/2005/8/layout/list1"/>
    <dgm:cxn modelId="{F184B647-4D23-4666-8E39-7F6DD56DF41E}" type="presParOf" srcId="{5E45BFCE-CDFE-4861-A18F-D407B57C10FE}" destId="{ED0273B0-15EE-437D-A41B-A794ED93D7E2}" srcOrd="1" destOrd="0" presId="urn:microsoft.com/office/officeart/2005/8/layout/list1"/>
    <dgm:cxn modelId="{F70D6360-8161-4564-AC27-85A76371895F}" type="presParOf" srcId="{5E45BFCE-CDFE-4861-A18F-D407B57C10FE}" destId="{66BE80BC-C369-4B54-BA4A-4F0F0CB4B972}"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CF033D-F5ED-4E20-9D5D-153426ABE157}">
      <dsp:nvSpPr>
        <dsp:cNvPr id="0" name=""/>
        <dsp:cNvSpPr/>
      </dsp:nvSpPr>
      <dsp:spPr>
        <a:xfrm>
          <a:off x="0" y="573439"/>
          <a:ext cx="10822763" cy="5925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9967" tIns="687324" rIns="839967" bIns="234696" numCol="1" spcCol="1270" anchor="t" anchorCtr="0">
          <a:noAutofit/>
        </a:bodyPr>
        <a:lstStyle/>
        <a:p>
          <a:pPr marL="285750" lvl="1" indent="-285750" algn="just" defTabSz="1466850">
            <a:lnSpc>
              <a:spcPct val="90000"/>
            </a:lnSpc>
            <a:spcBef>
              <a:spcPct val="0"/>
            </a:spcBef>
            <a:spcAft>
              <a:spcPct val="15000"/>
            </a:spcAft>
            <a:buChar char="••"/>
          </a:pPr>
          <a:r>
            <a:rPr lang="en-US" sz="3300" b="0" i="0" kern="1200" dirty="0"/>
            <a:t>Biomedical instrumentation and engineering is the application of knowledge and technologies to solve problems related to living biological systems. </a:t>
          </a:r>
          <a:endParaRPr lang="en-IN" sz="3300" kern="1200" dirty="0"/>
        </a:p>
        <a:p>
          <a:pPr marL="285750" lvl="1" indent="-285750" algn="just" defTabSz="1466850">
            <a:lnSpc>
              <a:spcPct val="90000"/>
            </a:lnSpc>
            <a:spcBef>
              <a:spcPct val="0"/>
            </a:spcBef>
            <a:spcAft>
              <a:spcPct val="15000"/>
            </a:spcAft>
            <a:buChar char="••"/>
          </a:pPr>
          <a:r>
            <a:rPr lang="en-US" sz="3300" b="0" i="0" kern="1200" dirty="0"/>
            <a:t>It involves diagnosis, treatment and prevention of disease in human. </a:t>
          </a:r>
          <a:endParaRPr lang="en-IN" sz="3300" kern="1200" dirty="0"/>
        </a:p>
        <a:p>
          <a:pPr marL="285750" lvl="1" indent="-285750" algn="just" defTabSz="1466850">
            <a:lnSpc>
              <a:spcPct val="90000"/>
            </a:lnSpc>
            <a:spcBef>
              <a:spcPct val="0"/>
            </a:spcBef>
            <a:spcAft>
              <a:spcPct val="15000"/>
            </a:spcAft>
            <a:buChar char="••"/>
          </a:pPr>
          <a:r>
            <a:rPr lang="en-US" sz="3300" b="0" i="0" kern="1200" dirty="0"/>
            <a:t>When the discipline of engineering and medicine interacts, it is called Biomedical Engineering.</a:t>
          </a:r>
          <a:endParaRPr lang="en-IN" sz="3300" kern="1200" dirty="0"/>
        </a:p>
        <a:p>
          <a:pPr marL="285750" lvl="1" indent="-285750" algn="just" defTabSz="1466850">
            <a:lnSpc>
              <a:spcPct val="90000"/>
            </a:lnSpc>
            <a:spcBef>
              <a:spcPct val="0"/>
            </a:spcBef>
            <a:spcAft>
              <a:spcPct val="15000"/>
            </a:spcAft>
            <a:buChar char="••"/>
          </a:pPr>
          <a:r>
            <a:rPr lang="en-US" sz="3300" b="0" i="0" kern="1200" dirty="0"/>
            <a:t>As the medical field is emerging, the area of Biomedical Engineering is an expanding field. </a:t>
          </a:r>
          <a:endParaRPr lang="en-IN" sz="3300" kern="1200" dirty="0"/>
        </a:p>
      </dsp:txBody>
      <dsp:txXfrm>
        <a:off x="0" y="573439"/>
        <a:ext cx="10822763" cy="5925150"/>
      </dsp:txXfrm>
    </dsp:sp>
    <dsp:sp modelId="{542BC6BF-B618-40D2-BE3C-E3FB105F1AEB}">
      <dsp:nvSpPr>
        <dsp:cNvPr id="0" name=""/>
        <dsp:cNvSpPr/>
      </dsp:nvSpPr>
      <dsp:spPr>
        <a:xfrm>
          <a:off x="541138" y="86359"/>
          <a:ext cx="7575934" cy="974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352" tIns="0" rIns="286352" bIns="0" numCol="1" spcCol="1270" anchor="ctr" anchorCtr="0">
          <a:noAutofit/>
        </a:bodyPr>
        <a:lstStyle/>
        <a:p>
          <a:pPr lvl="0" algn="l" defTabSz="1600200">
            <a:lnSpc>
              <a:spcPct val="90000"/>
            </a:lnSpc>
            <a:spcBef>
              <a:spcPct val="0"/>
            </a:spcBef>
            <a:spcAft>
              <a:spcPct val="35000"/>
            </a:spcAft>
            <a:buClrTx/>
            <a:buSzTx/>
            <a:buFontTx/>
            <a:buNone/>
          </a:pPr>
          <a:r>
            <a:rPr lang="en-US" sz="3600" b="1" i="0" kern="1200" dirty="0"/>
            <a:t>Biomedical Instrumentation </a:t>
          </a:r>
          <a:endParaRPr lang="en-IN" sz="3600" b="1" kern="1200" dirty="0"/>
        </a:p>
      </dsp:txBody>
      <dsp:txXfrm>
        <a:off x="588693" y="133914"/>
        <a:ext cx="7480824" cy="8790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B3A9F3-7A64-4A67-82A1-6726A1341E00}">
      <dsp:nvSpPr>
        <dsp:cNvPr id="0" name=""/>
        <dsp:cNvSpPr/>
      </dsp:nvSpPr>
      <dsp:spPr>
        <a:xfrm>
          <a:off x="0" y="655835"/>
          <a:ext cx="10822763" cy="574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9967" tIns="666496" rIns="839967" bIns="227584" numCol="1" spcCol="1270" anchor="t" anchorCtr="0">
          <a:noAutofit/>
        </a:bodyPr>
        <a:lstStyle/>
        <a:p>
          <a:pPr marL="285750" lvl="1" indent="-285750" algn="just" defTabSz="1422400">
            <a:lnSpc>
              <a:spcPct val="90000"/>
            </a:lnSpc>
            <a:spcBef>
              <a:spcPct val="0"/>
            </a:spcBef>
            <a:spcAft>
              <a:spcPct val="15000"/>
            </a:spcAft>
            <a:buChar char="••"/>
          </a:pPr>
          <a:r>
            <a:rPr lang="en-US" sz="3200" kern="1200" dirty="0"/>
            <a:t>A medical device is any device intended to be used for medical purposes. </a:t>
          </a:r>
          <a:endParaRPr lang="en-IN" sz="3200" kern="1200" dirty="0"/>
        </a:p>
        <a:p>
          <a:pPr marL="285750" lvl="1" indent="-285750" algn="just" defTabSz="1422400">
            <a:lnSpc>
              <a:spcPct val="90000"/>
            </a:lnSpc>
            <a:spcBef>
              <a:spcPct val="0"/>
            </a:spcBef>
            <a:spcAft>
              <a:spcPct val="15000"/>
            </a:spcAft>
            <a:buChar char="••"/>
          </a:pPr>
          <a:r>
            <a:rPr lang="en-US" sz="3200" kern="1200" dirty="0"/>
            <a:t>Medical devices benefit patients by helping health care providers diagnose and treat patients and helping patients overcome sickness or disease, improving their quality of life.</a:t>
          </a:r>
        </a:p>
        <a:p>
          <a:pPr marL="285750" lvl="1" indent="-285750" algn="just" defTabSz="1422400">
            <a:lnSpc>
              <a:spcPct val="90000"/>
            </a:lnSpc>
            <a:spcBef>
              <a:spcPct val="0"/>
            </a:spcBef>
            <a:spcAft>
              <a:spcPct val="15000"/>
            </a:spcAft>
            <a:buChar char="••"/>
          </a:pPr>
          <a:r>
            <a:rPr lang="en-US" sz="3200" b="0" i="0" kern="1200" dirty="0"/>
            <a:t>Biomedical Instrumentation helps physicians to diagnose the problem and provide treatment. </a:t>
          </a:r>
          <a:endParaRPr lang="en-US" sz="3200" kern="1200" dirty="0"/>
        </a:p>
        <a:p>
          <a:pPr marL="285750" lvl="1" indent="-285750" algn="just" defTabSz="1422400">
            <a:lnSpc>
              <a:spcPct val="90000"/>
            </a:lnSpc>
            <a:spcBef>
              <a:spcPct val="0"/>
            </a:spcBef>
            <a:spcAft>
              <a:spcPct val="15000"/>
            </a:spcAft>
            <a:buChar char="••"/>
          </a:pPr>
          <a:r>
            <a:rPr lang="en-US" sz="3200" b="0" i="0" kern="1200" dirty="0"/>
            <a:t>It involves measurement of biological signals like ECG, EMG, or any electrical signals generated in the human body. </a:t>
          </a:r>
          <a:endParaRPr lang="en-US" sz="3200" kern="1200" dirty="0"/>
        </a:p>
      </dsp:txBody>
      <dsp:txXfrm>
        <a:off x="0" y="655835"/>
        <a:ext cx="10822763" cy="5745600"/>
      </dsp:txXfrm>
    </dsp:sp>
    <dsp:sp modelId="{A5979145-BF32-451F-AA42-11AD6329C290}">
      <dsp:nvSpPr>
        <dsp:cNvPr id="0" name=""/>
        <dsp:cNvSpPr/>
      </dsp:nvSpPr>
      <dsp:spPr>
        <a:xfrm>
          <a:off x="541138" y="183515"/>
          <a:ext cx="7575934" cy="9446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352" tIns="0" rIns="286352" bIns="0" numCol="1" spcCol="1270" anchor="ctr" anchorCtr="0">
          <a:noAutofit/>
        </a:bodyPr>
        <a:lstStyle/>
        <a:p>
          <a:pPr lvl="0" algn="l" defTabSz="1422400">
            <a:lnSpc>
              <a:spcPct val="90000"/>
            </a:lnSpc>
            <a:spcBef>
              <a:spcPct val="0"/>
            </a:spcBef>
            <a:spcAft>
              <a:spcPct val="35000"/>
            </a:spcAft>
            <a:buClrTx/>
            <a:buSzTx/>
            <a:buFontTx/>
            <a:buNone/>
          </a:pPr>
          <a:r>
            <a:rPr lang="en-US" sz="3200" b="1" kern="1200" dirty="0"/>
            <a:t>Medical Devices </a:t>
          </a:r>
          <a:endParaRPr lang="en-IN" sz="3200" b="1" kern="1200" dirty="0"/>
        </a:p>
      </dsp:txBody>
      <dsp:txXfrm>
        <a:off x="587252" y="229629"/>
        <a:ext cx="7483706" cy="852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FB5BCC-6E32-444C-AF79-16C880E5B14C}">
      <dsp:nvSpPr>
        <dsp:cNvPr id="0" name=""/>
        <dsp:cNvSpPr/>
      </dsp:nvSpPr>
      <dsp:spPr>
        <a:xfrm>
          <a:off x="0" y="209003"/>
          <a:ext cx="11017102" cy="807313"/>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pPr>
          <a:r>
            <a:rPr lang="en-IN" sz="3600" b="1" i="0" kern="1200" dirty="0">
              <a:solidFill>
                <a:schemeClr val="bg1"/>
              </a:solidFill>
              <a:effectLst/>
              <a:latin typeface="+mj-lt"/>
            </a:rPr>
            <a:t>Electrocardiogram (ECG)</a:t>
          </a:r>
          <a:endParaRPr lang="en-IN" sz="3600" kern="1200" dirty="0">
            <a:solidFill>
              <a:schemeClr val="bg1"/>
            </a:solidFill>
          </a:endParaRPr>
        </a:p>
      </dsp:txBody>
      <dsp:txXfrm>
        <a:off x="0" y="209003"/>
        <a:ext cx="11017102" cy="807313"/>
      </dsp:txXfrm>
    </dsp:sp>
    <dsp:sp modelId="{34CD2E81-A177-4E93-AF1D-3F15DBFC68E0}">
      <dsp:nvSpPr>
        <dsp:cNvPr id="0" name=""/>
        <dsp:cNvSpPr/>
      </dsp:nvSpPr>
      <dsp:spPr>
        <a:xfrm>
          <a:off x="0" y="1016316"/>
          <a:ext cx="11017102" cy="54021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just" defTabSz="1066800">
            <a:lnSpc>
              <a:spcPct val="90000"/>
            </a:lnSpc>
            <a:spcBef>
              <a:spcPct val="0"/>
            </a:spcBef>
            <a:spcAft>
              <a:spcPts val="1200"/>
            </a:spcAft>
            <a:buChar char="••"/>
          </a:pPr>
          <a:r>
            <a:rPr lang="en-US" sz="2400" kern="1200" dirty="0"/>
            <a:t>An </a:t>
          </a:r>
          <a:r>
            <a:rPr lang="en-US" sz="2400" b="1" kern="1200" dirty="0"/>
            <a:t>electrocardiogram</a:t>
          </a:r>
          <a:r>
            <a:rPr lang="en-US" sz="2400" kern="1200" dirty="0"/>
            <a:t> (</a:t>
          </a:r>
          <a:r>
            <a:rPr lang="en-US" sz="2400" b="1" kern="1200" dirty="0"/>
            <a:t>ECG</a:t>
          </a:r>
          <a:r>
            <a:rPr lang="en-US" sz="2400" kern="1200" dirty="0"/>
            <a:t> or </a:t>
          </a:r>
          <a:r>
            <a:rPr lang="en-US" sz="2400" b="1" kern="1200" dirty="0"/>
            <a:t>EKG</a:t>
          </a:r>
          <a:r>
            <a:rPr lang="en-US" sz="2400" kern="1200" dirty="0"/>
            <a:t>) </a:t>
          </a:r>
          <a:r>
            <a:rPr lang="en-US" sz="2400" b="0" i="0" kern="1200" dirty="0"/>
            <a:t>is a non-invasive diagnostic test that evaluates your heart's electrical signals to assess for </a:t>
          </a:r>
          <a:r>
            <a:rPr lang="en-US" sz="2400" kern="1200" dirty="0"/>
            <a:t>different heart conditions</a:t>
          </a:r>
          <a:r>
            <a:rPr lang="en-US" sz="2400" b="0" i="0" kern="1200" dirty="0"/>
            <a:t>.</a:t>
          </a:r>
          <a:endParaRPr lang="en-IN" sz="2400" kern="1200" dirty="0"/>
        </a:p>
        <a:p>
          <a:pPr marL="228600" lvl="1" indent="-228600" algn="just" defTabSz="1066800">
            <a:lnSpc>
              <a:spcPct val="90000"/>
            </a:lnSpc>
            <a:spcBef>
              <a:spcPct val="0"/>
            </a:spcBef>
            <a:spcAft>
              <a:spcPts val="1200"/>
            </a:spcAft>
            <a:buChar char="••"/>
          </a:pPr>
          <a:r>
            <a:rPr lang="en-US" sz="2400" b="0" i="0" kern="1200" dirty="0"/>
            <a:t>Sensors (flat </a:t>
          </a:r>
          <a:r>
            <a:rPr lang="en-US" sz="2400" b="1" i="0" kern="1200" dirty="0"/>
            <a:t>metal electrodes</a:t>
          </a:r>
          <a:r>
            <a:rPr lang="en-US" sz="2400" b="0" i="0" kern="1200" dirty="0"/>
            <a:t>) attached to the skin are used to </a:t>
          </a:r>
          <a:r>
            <a:rPr lang="en-US" sz="2400" b="1" i="0" kern="1200" dirty="0"/>
            <a:t>detect the electrical signals </a:t>
          </a:r>
          <a:r>
            <a:rPr lang="en-US" sz="2400" b="0" i="0" kern="1200" dirty="0"/>
            <a:t>produced by your heart each time it beats. </a:t>
          </a:r>
          <a:endParaRPr lang="en-IN" sz="2400" kern="1200" dirty="0"/>
        </a:p>
        <a:p>
          <a:pPr marL="228600" lvl="1" indent="-228600" algn="just" defTabSz="1066800">
            <a:lnSpc>
              <a:spcPct val="90000"/>
            </a:lnSpc>
            <a:spcBef>
              <a:spcPct val="0"/>
            </a:spcBef>
            <a:spcAft>
              <a:spcPts val="1200"/>
            </a:spcAft>
            <a:buChar char="••"/>
          </a:pPr>
          <a:r>
            <a:rPr lang="en-US" sz="2400" b="0" i="0" kern="1200" dirty="0"/>
            <a:t>Our nerve and muscle cells communicate with each other using electrical and chemical signals. </a:t>
          </a:r>
          <a:r>
            <a:rPr lang="en-US" sz="2400" b="1" i="0" kern="1200" dirty="0"/>
            <a:t>Regular electrical signals</a:t>
          </a:r>
          <a:r>
            <a:rPr lang="en-US" sz="2400" b="0" i="0" kern="1200" dirty="0"/>
            <a:t> also </a:t>
          </a:r>
          <a:r>
            <a:rPr lang="en-US" sz="2400" b="1" i="0" kern="1200" dirty="0"/>
            <a:t>control</a:t>
          </a:r>
          <a:r>
            <a:rPr lang="en-US" sz="2400" b="0" i="0" kern="1200" dirty="0"/>
            <a:t> our </a:t>
          </a:r>
          <a:r>
            <a:rPr lang="en-US" sz="2400" b="1" i="0" kern="1200" dirty="0"/>
            <a:t>heartbeat</a:t>
          </a:r>
          <a:r>
            <a:rPr lang="en-US" sz="2400" b="0" i="0" kern="1200" dirty="0"/>
            <a:t>.</a:t>
          </a:r>
          <a:endParaRPr lang="en-IN" sz="2400" kern="1200" dirty="0"/>
        </a:p>
        <a:p>
          <a:pPr marL="228600" lvl="1" indent="-228600" algn="just" defTabSz="1066800">
            <a:lnSpc>
              <a:spcPct val="90000"/>
            </a:lnSpc>
            <a:spcBef>
              <a:spcPct val="0"/>
            </a:spcBef>
            <a:spcAft>
              <a:spcPts val="1200"/>
            </a:spcAft>
            <a:buChar char="••"/>
          </a:pPr>
          <a:r>
            <a:rPr lang="en-US" sz="2400" b="0" i="0" kern="1200" dirty="0"/>
            <a:t>Every heartbeat is triggered by an electrical signal that starts at the top of your heart and travels to the bottom. </a:t>
          </a:r>
          <a:endParaRPr lang="en-IN" sz="2400" kern="1200" dirty="0"/>
        </a:p>
        <a:p>
          <a:pPr marL="228600" lvl="1" indent="-228600" algn="just" defTabSz="1066800">
            <a:lnSpc>
              <a:spcPct val="90000"/>
            </a:lnSpc>
            <a:spcBef>
              <a:spcPct val="0"/>
            </a:spcBef>
            <a:spcAft>
              <a:spcPts val="1200"/>
            </a:spcAft>
            <a:buChar char="••"/>
          </a:pPr>
          <a:r>
            <a:rPr lang="en-US" sz="2400" b="1" i="0" kern="1200" dirty="0"/>
            <a:t>Heart problems </a:t>
          </a:r>
          <a:r>
            <a:rPr lang="en-US" sz="2400" b="0" i="0" kern="1200" dirty="0"/>
            <a:t>often </a:t>
          </a:r>
          <a:r>
            <a:rPr lang="en-US" sz="2400" b="1" i="0" kern="1200" dirty="0"/>
            <a:t>affect the electrical activity </a:t>
          </a:r>
          <a:r>
            <a:rPr lang="en-US" sz="2400" b="0" i="0" kern="1200" dirty="0"/>
            <a:t>of your heart.</a:t>
          </a:r>
          <a:endParaRPr lang="en-IN" sz="2400" kern="1200" dirty="0"/>
        </a:p>
        <a:p>
          <a:pPr marL="228600" lvl="1" indent="-228600" algn="just" defTabSz="1066800">
            <a:lnSpc>
              <a:spcPct val="90000"/>
            </a:lnSpc>
            <a:spcBef>
              <a:spcPct val="0"/>
            </a:spcBef>
            <a:spcAft>
              <a:spcPts val="1200"/>
            </a:spcAft>
            <a:buChar char="••"/>
          </a:pPr>
          <a:r>
            <a:rPr lang="en-US" sz="2400" b="0" i="0" kern="1200" dirty="0"/>
            <a:t>An </a:t>
          </a:r>
          <a:r>
            <a:rPr lang="en-US" sz="2400" b="1" i="0" kern="1200" dirty="0"/>
            <a:t>ECG measures </a:t>
          </a:r>
          <a:r>
            <a:rPr lang="en-US" sz="2400" b="0" i="0" kern="1200" dirty="0"/>
            <a:t>these </a:t>
          </a:r>
          <a:r>
            <a:rPr lang="en-US" sz="2400" b="1" i="0" kern="1200" dirty="0"/>
            <a:t>changes in electrical signals </a:t>
          </a:r>
          <a:r>
            <a:rPr lang="en-US" sz="2400" b="0" i="0" kern="1200" dirty="0"/>
            <a:t>(or, in fact, voltage) and plots them as a graph </a:t>
          </a:r>
          <a:r>
            <a:rPr lang="en-US" sz="2400" b="1" i="0" kern="1200" dirty="0"/>
            <a:t>(electrocardiograph).</a:t>
          </a:r>
          <a:r>
            <a:rPr lang="en-US" sz="2400" b="0" i="0" kern="1200" dirty="0"/>
            <a:t> </a:t>
          </a:r>
          <a:endParaRPr lang="en-IN" sz="2400" kern="1200" dirty="0"/>
        </a:p>
        <a:p>
          <a:pPr marL="228600" lvl="1" indent="-228600" algn="just" defTabSz="1066800">
            <a:lnSpc>
              <a:spcPct val="90000"/>
            </a:lnSpc>
            <a:spcBef>
              <a:spcPct val="0"/>
            </a:spcBef>
            <a:spcAft>
              <a:spcPts val="1200"/>
            </a:spcAft>
            <a:buChar char="••"/>
          </a:pPr>
          <a:r>
            <a:rPr lang="en-US" sz="2400" b="0" i="0" kern="1200" dirty="0"/>
            <a:t>The resulting ECG graph is called an </a:t>
          </a:r>
          <a:r>
            <a:rPr lang="en-US" sz="2400" b="1" i="0" kern="1200" dirty="0"/>
            <a:t>electrocardiogram</a:t>
          </a:r>
          <a:r>
            <a:rPr lang="en-US" sz="2400" b="0" i="0" kern="1200" dirty="0"/>
            <a:t>.</a:t>
          </a:r>
          <a:endParaRPr lang="en-IN" sz="2400" kern="1200" dirty="0"/>
        </a:p>
      </dsp:txBody>
      <dsp:txXfrm>
        <a:off x="0" y="1016316"/>
        <a:ext cx="11017102" cy="54021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730848-058C-4063-B750-56D70A8CCEA8}">
      <dsp:nvSpPr>
        <dsp:cNvPr id="0" name=""/>
        <dsp:cNvSpPr/>
      </dsp:nvSpPr>
      <dsp:spPr>
        <a:xfrm>
          <a:off x="0" y="42125"/>
          <a:ext cx="10758170" cy="725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l" defTabSz="1377950">
            <a:lnSpc>
              <a:spcPct val="90000"/>
            </a:lnSpc>
            <a:spcBef>
              <a:spcPct val="0"/>
            </a:spcBef>
            <a:spcAft>
              <a:spcPct val="35000"/>
            </a:spcAft>
          </a:pPr>
          <a:r>
            <a:rPr lang="en-US" sz="3100" b="1" i="0" kern="1200" dirty="0">
              <a:latin typeface="+mj-lt"/>
            </a:rPr>
            <a:t>Electrocardiograph</a:t>
          </a:r>
          <a:endParaRPr lang="en-IN" sz="3100" kern="1200" dirty="0"/>
        </a:p>
      </dsp:txBody>
      <dsp:txXfrm>
        <a:off x="35411" y="77536"/>
        <a:ext cx="10687348" cy="654577"/>
      </dsp:txXfrm>
    </dsp:sp>
    <dsp:sp modelId="{0BE1B877-DCA3-40BF-A0BA-A3333D9DA9FE}">
      <dsp:nvSpPr>
        <dsp:cNvPr id="0" name=""/>
        <dsp:cNvSpPr/>
      </dsp:nvSpPr>
      <dsp:spPr>
        <a:xfrm>
          <a:off x="0" y="767525"/>
          <a:ext cx="10758170" cy="5775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572" tIns="39370" rIns="220472" bIns="3937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a:t>Electrodes are placed on your chest to record your heart's electrical signals, which cause your heart to beat. </a:t>
          </a:r>
          <a:endParaRPr lang="en-IN" sz="2400" kern="1200" dirty="0"/>
        </a:p>
        <a:p>
          <a:pPr marL="228600" lvl="1" indent="-228600" algn="just" defTabSz="1066800">
            <a:lnSpc>
              <a:spcPct val="90000"/>
            </a:lnSpc>
            <a:spcBef>
              <a:spcPct val="0"/>
            </a:spcBef>
            <a:spcAft>
              <a:spcPct val="20000"/>
            </a:spcAft>
            <a:buChar char="••"/>
          </a:pPr>
          <a:r>
            <a:rPr lang="en-US" sz="2400" kern="1200"/>
            <a:t>The signals are shown as waves on an attached computer monitor or printer. </a:t>
          </a:r>
          <a:endParaRPr lang="en-US" sz="2400" kern="1200" dirty="0"/>
        </a:p>
        <a:p>
          <a:pPr marL="228600" lvl="1" indent="-228600" algn="just" defTabSz="1066800">
            <a:lnSpc>
              <a:spcPct val="90000"/>
            </a:lnSpc>
            <a:spcBef>
              <a:spcPct val="0"/>
            </a:spcBef>
            <a:spcAft>
              <a:spcPct val="20000"/>
            </a:spcAft>
            <a:buChar char="••"/>
          </a:pPr>
          <a:r>
            <a:rPr lang="en-US" sz="2400" kern="1200" dirty="0"/>
            <a:t>Electrocardiographs are recorded by machines that consist of a set of electrodes connected to a central unit.</a:t>
          </a:r>
        </a:p>
        <a:p>
          <a:pPr marL="228600" lvl="1" indent="-228600" algn="just" defTabSz="1066800">
            <a:lnSpc>
              <a:spcPct val="90000"/>
            </a:lnSpc>
            <a:spcBef>
              <a:spcPct val="0"/>
            </a:spcBef>
            <a:spcAft>
              <a:spcPct val="20000"/>
            </a:spcAft>
            <a:buChar char="••"/>
          </a:pPr>
          <a:r>
            <a:rPr lang="en-US" sz="2400" kern="1200" dirty="0"/>
            <a:t>This is the </a:t>
          </a:r>
          <a:r>
            <a:rPr lang="en-US" sz="2400" b="1" kern="1200" dirty="0"/>
            <a:t>graphic records of the variations in electrical potential caused by electrical activity of the heart muscle and detected at the body surface</a:t>
          </a:r>
          <a:r>
            <a:rPr lang="en-US" sz="2400" kern="1200" dirty="0"/>
            <a:t>, as a method for studying the action of the heart muscle.</a:t>
          </a:r>
        </a:p>
        <a:p>
          <a:pPr marL="228600" lvl="1" indent="-228600" algn="just" defTabSz="1066800">
            <a:lnSpc>
              <a:spcPct val="90000"/>
            </a:lnSpc>
            <a:spcBef>
              <a:spcPct val="0"/>
            </a:spcBef>
            <a:spcAft>
              <a:spcPct val="20000"/>
            </a:spcAft>
            <a:buChar char="••"/>
          </a:pPr>
          <a:r>
            <a:rPr lang="en-US" sz="2400" kern="1200" dirty="0"/>
            <a:t>As the cardiac impulse passes through the heart, electrical currents spread into the tissues surrounding the heart, and a small proportion of these spreads all the way to the surface of the body. </a:t>
          </a:r>
        </a:p>
        <a:p>
          <a:pPr marL="228600" lvl="1" indent="-228600" algn="just" defTabSz="1066800">
            <a:lnSpc>
              <a:spcPct val="90000"/>
            </a:lnSpc>
            <a:spcBef>
              <a:spcPct val="0"/>
            </a:spcBef>
            <a:spcAft>
              <a:spcPct val="20000"/>
            </a:spcAft>
            <a:buChar char="••"/>
          </a:pPr>
          <a:r>
            <a:rPr lang="en-US" sz="2400" b="1" kern="1200" dirty="0"/>
            <a:t>If electrodes are placed on the skin on opposite sites of the heart, electrical potentials generated by these currents can be recorded; the recording is known as an electrocardiogram and abbreviated as ECG</a:t>
          </a:r>
          <a:r>
            <a:rPr lang="en-US" sz="2400" kern="1200" dirty="0"/>
            <a:t>.</a:t>
          </a:r>
        </a:p>
      </dsp:txBody>
      <dsp:txXfrm>
        <a:off x="0" y="767525"/>
        <a:ext cx="10758170" cy="57752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EB4C8-95D0-4679-BAAD-0822DF26D6CD}">
      <dsp:nvSpPr>
        <dsp:cNvPr id="0" name=""/>
        <dsp:cNvSpPr/>
      </dsp:nvSpPr>
      <dsp:spPr>
        <a:xfrm>
          <a:off x="0" y="28620"/>
          <a:ext cx="6745716" cy="9476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just" defTabSz="800100">
            <a:lnSpc>
              <a:spcPct val="90000"/>
            </a:lnSpc>
            <a:spcBef>
              <a:spcPct val="0"/>
            </a:spcBef>
            <a:spcAft>
              <a:spcPct val="35000"/>
            </a:spcAft>
          </a:pPr>
          <a:r>
            <a:rPr lang="en-US" sz="1800" kern="1200" dirty="0"/>
            <a:t>The heart is divided into four chambers consisting of two atria and two ventricles; the atria receive blood, while the ventricles pump blood.</a:t>
          </a:r>
          <a:endParaRPr lang="en-IN" sz="1800" kern="1200" dirty="0"/>
        </a:p>
      </dsp:txBody>
      <dsp:txXfrm>
        <a:off x="46263" y="74883"/>
        <a:ext cx="6653190" cy="855173"/>
      </dsp:txXfrm>
    </dsp:sp>
    <dsp:sp modelId="{1008D9EE-65C6-4D46-9EE3-8307DC6EE119}">
      <dsp:nvSpPr>
        <dsp:cNvPr id="0" name=""/>
        <dsp:cNvSpPr/>
      </dsp:nvSpPr>
      <dsp:spPr>
        <a:xfrm>
          <a:off x="0" y="976320"/>
          <a:ext cx="6745716" cy="2906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176"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The right atrium receives blood from the veins and pumps it to the right ventricle.</a:t>
          </a:r>
          <a:endParaRPr lang="en-IN" sz="1800" kern="1200" dirty="0"/>
        </a:p>
        <a:p>
          <a:pPr marL="171450" lvl="1" indent="-171450" algn="l" defTabSz="800100">
            <a:lnSpc>
              <a:spcPct val="90000"/>
            </a:lnSpc>
            <a:spcBef>
              <a:spcPct val="0"/>
            </a:spcBef>
            <a:spcAft>
              <a:spcPct val="20000"/>
            </a:spcAft>
            <a:buChar char="••"/>
          </a:pPr>
          <a:r>
            <a:rPr lang="en-US" sz="1800" kern="1200" dirty="0"/>
            <a:t>The right ventricle receives blood from the right atrium and pumps it to the lungs, where it is loaded with oxygen.</a:t>
          </a:r>
        </a:p>
        <a:p>
          <a:pPr marL="171450" lvl="1" indent="-171450" algn="l" defTabSz="800100">
            <a:lnSpc>
              <a:spcPct val="90000"/>
            </a:lnSpc>
            <a:spcBef>
              <a:spcPct val="0"/>
            </a:spcBef>
            <a:spcAft>
              <a:spcPct val="20000"/>
            </a:spcAft>
            <a:buChar char="••"/>
          </a:pPr>
          <a:r>
            <a:rPr lang="en-US" sz="1800" kern="1200" dirty="0"/>
            <a:t>The left atrium receives oxygenated blood from the lungs and pumps it to the left ventricle. </a:t>
          </a:r>
        </a:p>
        <a:p>
          <a:pPr marL="342900" lvl="2" indent="-171450" algn="l" defTabSz="711200">
            <a:lnSpc>
              <a:spcPct val="90000"/>
            </a:lnSpc>
            <a:spcBef>
              <a:spcPct val="0"/>
            </a:spcBef>
            <a:spcAft>
              <a:spcPct val="20000"/>
            </a:spcAft>
            <a:buChar char="••"/>
          </a:pPr>
          <a:r>
            <a:rPr lang="en-IN" sz="1600" b="1" i="0" u="none" kern="1200" dirty="0"/>
            <a:t>Lung congestion is </a:t>
          </a:r>
          <a:r>
            <a:rPr lang="en-US" sz="1600" b="1" i="0" u="none" kern="1200" dirty="0"/>
            <a:t>is the main symptom of heart failure</a:t>
          </a:r>
          <a:endParaRPr lang="en-US" sz="1600" b="1" kern="1200" dirty="0"/>
        </a:p>
        <a:p>
          <a:pPr marL="171450" lvl="1" indent="-171450" algn="l" defTabSz="800100">
            <a:lnSpc>
              <a:spcPct val="90000"/>
            </a:lnSpc>
            <a:spcBef>
              <a:spcPct val="0"/>
            </a:spcBef>
            <a:spcAft>
              <a:spcPct val="20000"/>
            </a:spcAft>
            <a:buChar char="••"/>
          </a:pPr>
          <a:r>
            <a:rPr lang="en-US" sz="1800" kern="1200" dirty="0"/>
            <a:t>The left ventricle  pumps oxygen-rich blood to the rest of the body.</a:t>
          </a:r>
        </a:p>
        <a:p>
          <a:pPr marL="171450" lvl="1" indent="-171450" algn="l" defTabSz="800100">
            <a:lnSpc>
              <a:spcPct val="90000"/>
            </a:lnSpc>
            <a:spcBef>
              <a:spcPct val="0"/>
            </a:spcBef>
            <a:spcAft>
              <a:spcPct val="20000"/>
            </a:spcAft>
            <a:buChar char="••"/>
          </a:pPr>
          <a:r>
            <a:rPr lang="en-US" sz="1800" kern="1200" dirty="0"/>
            <a:t>The left ventricle’s vigorous contractions create our blood pressure.</a:t>
          </a:r>
        </a:p>
      </dsp:txBody>
      <dsp:txXfrm>
        <a:off x="0" y="976320"/>
        <a:ext cx="6745716" cy="2906280"/>
      </dsp:txXfrm>
    </dsp:sp>
    <dsp:sp modelId="{89F399CA-E82E-498A-8D83-126A1ABF609B}">
      <dsp:nvSpPr>
        <dsp:cNvPr id="0" name=""/>
        <dsp:cNvSpPr/>
      </dsp:nvSpPr>
      <dsp:spPr>
        <a:xfrm>
          <a:off x="0" y="3882600"/>
          <a:ext cx="6745716" cy="9476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b="1" kern="1200" dirty="0"/>
            <a:t>Aorta</a:t>
          </a:r>
          <a:r>
            <a:rPr lang="en-US" sz="1800" kern="1200" dirty="0"/>
            <a:t>: the largest artery in the human body which carries the blood from the heart to all parts of the body except the lungs</a:t>
          </a:r>
          <a:endParaRPr lang="en-IN" sz="1800" kern="1200" dirty="0"/>
        </a:p>
      </dsp:txBody>
      <dsp:txXfrm>
        <a:off x="46263" y="3928863"/>
        <a:ext cx="6653190" cy="855173"/>
      </dsp:txXfrm>
    </dsp:sp>
    <dsp:sp modelId="{D216A47B-B074-4E30-A3EA-D5C68E22A7F7}">
      <dsp:nvSpPr>
        <dsp:cNvPr id="0" name=""/>
        <dsp:cNvSpPr/>
      </dsp:nvSpPr>
      <dsp:spPr>
        <a:xfrm>
          <a:off x="0" y="4882140"/>
          <a:ext cx="6745716" cy="9476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b="1" kern="1200" dirty="0"/>
            <a:t>Inferior vena cava</a:t>
          </a:r>
          <a:r>
            <a:rPr lang="en-US" sz="1800" kern="1200" dirty="0"/>
            <a:t>: large vein that carries deoxygenated blood from the lower half of the body to the right atrium of the heart</a:t>
          </a:r>
          <a:endParaRPr lang="en-IN" sz="1800" kern="1200" dirty="0"/>
        </a:p>
      </dsp:txBody>
      <dsp:txXfrm>
        <a:off x="46263" y="4928403"/>
        <a:ext cx="6653190" cy="855173"/>
      </dsp:txXfrm>
    </dsp:sp>
    <dsp:sp modelId="{569E7750-8CD3-435F-A435-60C7286A33D1}">
      <dsp:nvSpPr>
        <dsp:cNvPr id="0" name=""/>
        <dsp:cNvSpPr/>
      </dsp:nvSpPr>
      <dsp:spPr>
        <a:xfrm>
          <a:off x="0" y="5881680"/>
          <a:ext cx="6745716" cy="9476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b="1" kern="1200" dirty="0"/>
            <a:t>Superior vena cava</a:t>
          </a:r>
          <a:r>
            <a:rPr lang="en-US" sz="1800" kern="1200" dirty="0"/>
            <a:t>: large vein that carries deoxygenated blood from the upper half of the body to the right atrium of the heart</a:t>
          </a:r>
          <a:endParaRPr lang="en-IN" sz="1800" kern="1200" dirty="0"/>
        </a:p>
      </dsp:txBody>
      <dsp:txXfrm>
        <a:off x="46263" y="5927943"/>
        <a:ext cx="6653190" cy="85517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44E604-100D-4755-9691-0DF9E46F065E}">
      <dsp:nvSpPr>
        <dsp:cNvPr id="0" name=""/>
        <dsp:cNvSpPr/>
      </dsp:nvSpPr>
      <dsp:spPr>
        <a:xfrm>
          <a:off x="0" y="11569"/>
          <a:ext cx="6279441" cy="7253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lvl="0" algn="l" defTabSz="1377950">
            <a:lnSpc>
              <a:spcPct val="90000"/>
            </a:lnSpc>
            <a:spcBef>
              <a:spcPct val="0"/>
            </a:spcBef>
            <a:spcAft>
              <a:spcPct val="35000"/>
            </a:spcAft>
          </a:pPr>
          <a:r>
            <a:rPr lang="en-US" sz="3100" kern="1200" dirty="0"/>
            <a:t>Electrocardiogram (ECG waves)</a:t>
          </a:r>
          <a:endParaRPr lang="en-IN" sz="3100" kern="1200" dirty="0"/>
        </a:p>
      </dsp:txBody>
      <dsp:txXfrm>
        <a:off x="35411" y="46980"/>
        <a:ext cx="6208619" cy="654577"/>
      </dsp:txXfrm>
    </dsp:sp>
    <dsp:sp modelId="{BEC83535-0531-477F-907B-EF3CCAC3BFEC}">
      <dsp:nvSpPr>
        <dsp:cNvPr id="0" name=""/>
        <dsp:cNvSpPr/>
      </dsp:nvSpPr>
      <dsp:spPr>
        <a:xfrm>
          <a:off x="0" y="736969"/>
          <a:ext cx="6279441" cy="5903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372" tIns="39370" rIns="220472" bIns="39370" numCol="1" spcCol="1270" anchor="t" anchorCtr="0">
          <a:noAutofit/>
        </a:bodyPr>
        <a:lstStyle/>
        <a:p>
          <a:pPr marL="228600" lvl="1" indent="-228600" algn="just" defTabSz="1066800">
            <a:lnSpc>
              <a:spcPct val="90000"/>
            </a:lnSpc>
            <a:spcBef>
              <a:spcPct val="0"/>
            </a:spcBef>
            <a:spcAft>
              <a:spcPct val="20000"/>
            </a:spcAft>
            <a:buChar char="••"/>
          </a:pPr>
          <a:r>
            <a:rPr lang="en-US" sz="2400" b="0" i="0" kern="1200" dirty="0"/>
            <a:t>An electrocardiogram is the measure of electrical activity of the heartbeat.</a:t>
          </a:r>
          <a:endParaRPr lang="en-IN" sz="2400" kern="1200" dirty="0"/>
        </a:p>
        <a:p>
          <a:pPr marL="228600" lvl="1" indent="-228600" algn="just" defTabSz="1066800">
            <a:lnSpc>
              <a:spcPct val="90000"/>
            </a:lnSpc>
            <a:spcBef>
              <a:spcPct val="0"/>
            </a:spcBef>
            <a:spcAft>
              <a:spcPct val="20000"/>
            </a:spcAft>
            <a:buChar char="••"/>
          </a:pPr>
          <a:r>
            <a:rPr lang="en-US" sz="2400" b="0" i="0" kern="1200" dirty="0"/>
            <a:t>With each beat, an electrical impulse (or “wave”) travels through the heart. </a:t>
          </a:r>
          <a:endParaRPr lang="en-IN" sz="2400" kern="1200" dirty="0"/>
        </a:p>
        <a:p>
          <a:pPr marL="228600" lvl="1" indent="-228600" algn="just" defTabSz="1066800">
            <a:lnSpc>
              <a:spcPct val="90000"/>
            </a:lnSpc>
            <a:spcBef>
              <a:spcPct val="0"/>
            </a:spcBef>
            <a:spcAft>
              <a:spcPct val="20000"/>
            </a:spcAft>
            <a:buChar char="••"/>
          </a:pPr>
          <a:r>
            <a:rPr lang="en-US" sz="2400" b="0" i="0" kern="1200" dirty="0"/>
            <a:t>This wave causes the muscle to squeeze and pump blood from the heart.  </a:t>
          </a:r>
          <a:endParaRPr lang="en-IN" sz="2400" kern="1200" dirty="0"/>
        </a:p>
        <a:p>
          <a:pPr marL="228600" lvl="1" indent="-228600" algn="just" defTabSz="1066800">
            <a:lnSpc>
              <a:spcPct val="90000"/>
            </a:lnSpc>
            <a:spcBef>
              <a:spcPct val="0"/>
            </a:spcBef>
            <a:spcAft>
              <a:spcPct val="20000"/>
            </a:spcAft>
            <a:buChar char="••"/>
          </a:pPr>
          <a:r>
            <a:rPr lang="en-US" sz="2400" b="0" i="0" kern="1200" dirty="0"/>
            <a:t>A normal heartbeat on ECG will show the timing of the top and lower chambers.</a:t>
          </a:r>
          <a:endParaRPr lang="en-IN" sz="2400" kern="1200" dirty="0"/>
        </a:p>
        <a:p>
          <a:pPr marL="228600" lvl="1" indent="-228600" algn="just" defTabSz="1066800">
            <a:lnSpc>
              <a:spcPct val="90000"/>
            </a:lnSpc>
            <a:spcBef>
              <a:spcPct val="0"/>
            </a:spcBef>
            <a:spcAft>
              <a:spcPct val="20000"/>
            </a:spcAft>
            <a:buChar char="••"/>
          </a:pPr>
          <a:r>
            <a:rPr lang="en-US" altLang="en-US" sz="2400" kern="1200" dirty="0"/>
            <a:t>The electrode combination records the difference of potential difference at two sites on the body. </a:t>
          </a:r>
          <a:endParaRPr lang="en-IN" sz="2400" kern="1200" dirty="0"/>
        </a:p>
        <a:p>
          <a:pPr marL="228600" lvl="1" indent="-228600" algn="just" defTabSz="1066800">
            <a:lnSpc>
              <a:spcPct val="90000"/>
            </a:lnSpc>
            <a:spcBef>
              <a:spcPct val="0"/>
            </a:spcBef>
            <a:spcAft>
              <a:spcPct val="20000"/>
            </a:spcAft>
            <a:buChar char="••"/>
          </a:pPr>
          <a:r>
            <a:rPr lang="en-US" altLang="en-US" sz="2400" kern="1200" dirty="0"/>
            <a:t>The potential differences are produced due to the electrical activity of the heart.</a:t>
          </a:r>
          <a:endParaRPr lang="en-IN" sz="2400" kern="1200" dirty="0"/>
        </a:p>
        <a:p>
          <a:pPr marL="228600" lvl="1" indent="-228600" algn="just" defTabSz="1066800">
            <a:lnSpc>
              <a:spcPct val="90000"/>
            </a:lnSpc>
            <a:spcBef>
              <a:spcPct val="0"/>
            </a:spcBef>
            <a:spcAft>
              <a:spcPct val="20000"/>
            </a:spcAft>
            <a:buChar char="••"/>
          </a:pPr>
          <a:r>
            <a:rPr lang="en-US" altLang="en-US" sz="2400" kern="1200" dirty="0"/>
            <a:t>The characteristic shape and timing of the ECG waves are due to the spread of wave of depolarization and repolarization associated with each heart beat.</a:t>
          </a:r>
          <a:endParaRPr lang="en-IN" sz="2400" kern="1200" dirty="0"/>
        </a:p>
      </dsp:txBody>
      <dsp:txXfrm>
        <a:off x="0" y="736969"/>
        <a:ext cx="6279441" cy="59036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59B517-AB03-430E-9B6F-F9AE7ABB6728}">
      <dsp:nvSpPr>
        <dsp:cNvPr id="0" name=""/>
        <dsp:cNvSpPr/>
      </dsp:nvSpPr>
      <dsp:spPr>
        <a:xfrm>
          <a:off x="0" y="3338"/>
          <a:ext cx="4020275" cy="4415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a:t>ECG</a:t>
          </a:r>
          <a:endParaRPr lang="en-IN" sz="2000" kern="1200" dirty="0"/>
        </a:p>
      </dsp:txBody>
      <dsp:txXfrm>
        <a:off x="21553" y="24891"/>
        <a:ext cx="3977169" cy="398411"/>
      </dsp:txXfrm>
    </dsp:sp>
    <dsp:sp modelId="{C1DE835C-1CD3-4C34-8E63-498014EAF83B}">
      <dsp:nvSpPr>
        <dsp:cNvPr id="0" name=""/>
        <dsp:cNvSpPr/>
      </dsp:nvSpPr>
      <dsp:spPr>
        <a:xfrm>
          <a:off x="0" y="444855"/>
          <a:ext cx="4020275" cy="62039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644"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t>Regular electrical signals control our heartbeat. </a:t>
          </a:r>
          <a:endParaRPr lang="en-IN" sz="2000" kern="1200" dirty="0"/>
        </a:p>
        <a:p>
          <a:pPr marL="228600" lvl="1" indent="-228600" algn="just" defTabSz="889000">
            <a:lnSpc>
              <a:spcPct val="90000"/>
            </a:lnSpc>
            <a:spcBef>
              <a:spcPct val="0"/>
            </a:spcBef>
            <a:spcAft>
              <a:spcPct val="20000"/>
            </a:spcAft>
            <a:buChar char="••"/>
          </a:pPr>
          <a:r>
            <a:rPr lang="en-US" sz="2000" b="0" i="0" kern="1200" dirty="0"/>
            <a:t>These signals are sent by a group of cells in the right atrium of the heart known as the </a:t>
          </a:r>
          <a:r>
            <a:rPr lang="en-US" sz="2000" b="1" i="0" kern="1200" dirty="0"/>
            <a:t>sinoatrial node </a:t>
          </a:r>
          <a:r>
            <a:rPr lang="en-US" sz="2000" b="0" i="0" kern="1200" dirty="0"/>
            <a:t>(</a:t>
          </a:r>
          <a:r>
            <a:rPr lang="en-US" sz="2000" b="1" i="0" kern="1200" dirty="0"/>
            <a:t>SA node</a:t>
          </a:r>
          <a:r>
            <a:rPr lang="en-US" sz="2000" b="0" i="0" kern="1200" dirty="0"/>
            <a:t>): </a:t>
          </a:r>
          <a:r>
            <a:rPr lang="en-US" sz="2000" b="1" i="0" kern="1200" dirty="0"/>
            <a:t>the primary pacemaker of the heart</a:t>
          </a:r>
          <a:r>
            <a:rPr lang="en-US" sz="2000" b="0" i="0" kern="1200" dirty="0"/>
            <a:t>, and they spread through the heart muscle tissue as tiny electrical impulses. </a:t>
          </a:r>
          <a:endParaRPr lang="en-IN" sz="2000" kern="1200" dirty="0"/>
        </a:p>
        <a:p>
          <a:pPr marL="228600" lvl="1" indent="-228600" algn="just" defTabSz="889000">
            <a:lnSpc>
              <a:spcPct val="90000"/>
            </a:lnSpc>
            <a:spcBef>
              <a:spcPct val="0"/>
            </a:spcBef>
            <a:spcAft>
              <a:spcPct val="20000"/>
            </a:spcAft>
            <a:buChar char="••"/>
          </a:pPr>
          <a:r>
            <a:rPr lang="en-US" sz="2000" b="0" i="0" kern="1200" dirty="0"/>
            <a:t>This causes first the atria and then the ventricles of the heart to contract. </a:t>
          </a:r>
          <a:endParaRPr lang="en-IN" sz="2000" kern="1200" dirty="0"/>
        </a:p>
        <a:p>
          <a:pPr marL="228600" lvl="1" indent="-228600" algn="just" defTabSz="889000">
            <a:lnSpc>
              <a:spcPct val="90000"/>
            </a:lnSpc>
            <a:spcBef>
              <a:spcPct val="0"/>
            </a:spcBef>
            <a:spcAft>
              <a:spcPct val="20000"/>
            </a:spcAft>
            <a:buChar char="••"/>
          </a:pPr>
          <a:r>
            <a:rPr lang="en-US" sz="2000" b="0" i="0" kern="1200" dirty="0"/>
            <a:t>The way that these signals spread through the heart can also be measured on the surface of our skin. </a:t>
          </a:r>
          <a:endParaRPr lang="en-IN" sz="2000" kern="1200" dirty="0"/>
        </a:p>
        <a:p>
          <a:pPr marL="228600" lvl="1" indent="-228600" algn="just" defTabSz="889000">
            <a:lnSpc>
              <a:spcPct val="90000"/>
            </a:lnSpc>
            <a:spcBef>
              <a:spcPct val="0"/>
            </a:spcBef>
            <a:spcAft>
              <a:spcPct val="20000"/>
            </a:spcAft>
            <a:buChar char="••"/>
          </a:pPr>
          <a:r>
            <a:rPr lang="en-US" sz="2000" b="0" i="0" kern="1200" dirty="0"/>
            <a:t>An ECG measures these changes in electrical signals (or, in fact, voltage) on different areas of skin and plots them as a graph.</a:t>
          </a:r>
          <a:endParaRPr lang="en-IN" sz="2000" kern="1200" dirty="0"/>
        </a:p>
      </dsp:txBody>
      <dsp:txXfrm>
        <a:off x="0" y="444855"/>
        <a:ext cx="4020275" cy="620398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B223BF-B3EB-46BA-92A6-99976080730F}">
      <dsp:nvSpPr>
        <dsp:cNvPr id="0" name=""/>
        <dsp:cNvSpPr/>
      </dsp:nvSpPr>
      <dsp:spPr>
        <a:xfrm>
          <a:off x="0" y="214461"/>
          <a:ext cx="6726650" cy="7370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a:lnSpc>
              <a:spcPct val="90000"/>
            </a:lnSpc>
            <a:spcBef>
              <a:spcPct val="0"/>
            </a:spcBef>
            <a:spcAft>
              <a:spcPct val="35000"/>
            </a:spcAft>
          </a:pPr>
          <a:r>
            <a:rPr lang="en-US" altLang="en-US" sz="3200" kern="1200" dirty="0">
              <a:solidFill>
                <a:schemeClr val="bg1"/>
              </a:solidFill>
              <a:latin typeface="+mj-lt"/>
            </a:rPr>
            <a:t>Electrocardiogram waves</a:t>
          </a:r>
          <a:endParaRPr lang="en-IN" sz="3200" kern="1200" dirty="0">
            <a:solidFill>
              <a:schemeClr val="bg1"/>
            </a:solidFill>
            <a:latin typeface="+mj-lt"/>
          </a:endParaRPr>
        </a:p>
      </dsp:txBody>
      <dsp:txXfrm>
        <a:off x="35982" y="250443"/>
        <a:ext cx="6654686" cy="665135"/>
      </dsp:txXfrm>
    </dsp:sp>
    <dsp:sp modelId="{0700E211-3122-4846-9078-9C9BA0EBDDEF}">
      <dsp:nvSpPr>
        <dsp:cNvPr id="0" name=""/>
        <dsp:cNvSpPr/>
      </dsp:nvSpPr>
      <dsp:spPr>
        <a:xfrm>
          <a:off x="0" y="951561"/>
          <a:ext cx="6726650" cy="558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571" tIns="38100" rIns="213360" bIns="38100" numCol="1" spcCol="1270" anchor="t" anchorCtr="0">
          <a:noAutofit/>
        </a:bodyPr>
        <a:lstStyle/>
        <a:p>
          <a:pPr marL="228600" lvl="1" indent="-228600" algn="just" defTabSz="1022350">
            <a:lnSpc>
              <a:spcPct val="90000"/>
            </a:lnSpc>
            <a:spcBef>
              <a:spcPct val="0"/>
            </a:spcBef>
            <a:spcAft>
              <a:spcPct val="20000"/>
            </a:spcAft>
            <a:buChar char="••"/>
          </a:pPr>
          <a:r>
            <a:rPr lang="en-US" sz="2300" b="0" kern="1200" dirty="0"/>
            <a:t>Time Measurements and Heart Rate Measurements are made horizontally on electrocardiogram.</a:t>
          </a:r>
          <a:endParaRPr lang="en-IN" sz="2300" kern="1200" dirty="0"/>
        </a:p>
        <a:p>
          <a:pPr marL="228600" lvl="1" indent="-228600" algn="just" defTabSz="1022350">
            <a:lnSpc>
              <a:spcPct val="90000"/>
            </a:lnSpc>
            <a:spcBef>
              <a:spcPct val="0"/>
            </a:spcBef>
            <a:spcAft>
              <a:spcPct val="20000"/>
            </a:spcAft>
            <a:buChar char="••"/>
          </a:pPr>
          <a:r>
            <a:rPr lang="en-US" sz="2300" b="1" kern="1200" dirty="0"/>
            <a:t>The normal ECG is composed of ‘P’ wave, a ‘QRS’ complex, and a ‘T’ wave. </a:t>
          </a:r>
          <a:endParaRPr lang="en-IN" sz="2300" kern="1200" dirty="0"/>
        </a:p>
        <a:p>
          <a:pPr marL="228600" lvl="1" indent="-228600" algn="just" defTabSz="1022350">
            <a:lnSpc>
              <a:spcPct val="90000"/>
            </a:lnSpc>
            <a:spcBef>
              <a:spcPct val="0"/>
            </a:spcBef>
            <a:spcAft>
              <a:spcPct val="20000"/>
            </a:spcAft>
            <a:buChar char="••"/>
          </a:pPr>
          <a:r>
            <a:rPr lang="en-US" sz="2300" b="0" i="0" kern="1200" dirty="0"/>
            <a:t>The right and left atria or upper chambers make the first wave called a “P wave" — following a flat line when the electrical impulse goes to the bottom chambers. </a:t>
          </a:r>
          <a:endParaRPr lang="en-IN" sz="2300" kern="1200" dirty="0"/>
        </a:p>
        <a:p>
          <a:pPr marL="228600" lvl="1" indent="-228600" algn="just" defTabSz="1022350">
            <a:lnSpc>
              <a:spcPct val="90000"/>
            </a:lnSpc>
            <a:spcBef>
              <a:spcPct val="0"/>
            </a:spcBef>
            <a:spcAft>
              <a:spcPct val="20000"/>
            </a:spcAft>
            <a:buChar char="••"/>
          </a:pPr>
          <a:r>
            <a:rPr lang="en-US" sz="2300" b="0" i="0" kern="1200" dirty="0"/>
            <a:t>The right and left bottom chambers or ventricles make the next wave called a “QRS complex."</a:t>
          </a:r>
        </a:p>
        <a:p>
          <a:pPr marL="228600" lvl="1" indent="-228600" algn="just" defTabSz="1022350">
            <a:lnSpc>
              <a:spcPct val="90000"/>
            </a:lnSpc>
            <a:spcBef>
              <a:spcPct val="0"/>
            </a:spcBef>
            <a:spcAft>
              <a:spcPct val="20000"/>
            </a:spcAft>
            <a:buChar char="••"/>
          </a:pPr>
          <a:r>
            <a:rPr lang="en-US" sz="2300" kern="1200" dirty="0"/>
            <a:t>The QRS complex is often three separate waves, the Q wave, the R wave and the S wave.</a:t>
          </a:r>
          <a:endParaRPr lang="en-US" sz="2300" b="0" i="0" kern="1200" dirty="0"/>
        </a:p>
        <a:p>
          <a:pPr marL="228600" lvl="1" indent="-228600" algn="just" defTabSz="1022350">
            <a:lnSpc>
              <a:spcPct val="90000"/>
            </a:lnSpc>
            <a:spcBef>
              <a:spcPct val="0"/>
            </a:spcBef>
            <a:spcAft>
              <a:spcPct val="20000"/>
            </a:spcAft>
            <a:buChar char="••"/>
          </a:pPr>
          <a:r>
            <a:rPr lang="en-US" sz="2300" b="0" i="0" kern="1200" dirty="0"/>
            <a:t>The final wave or “T wave” represents electrical recovery or return to a resting state for the ventricles.</a:t>
          </a:r>
        </a:p>
      </dsp:txBody>
      <dsp:txXfrm>
        <a:off x="0" y="951561"/>
        <a:ext cx="6726650" cy="5589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5D1BBF-6CB4-47CA-83C5-CDE1B669BE3B}">
      <dsp:nvSpPr>
        <dsp:cNvPr id="0" name=""/>
        <dsp:cNvSpPr/>
      </dsp:nvSpPr>
      <dsp:spPr>
        <a:xfrm>
          <a:off x="0" y="3466810"/>
          <a:ext cx="4492699"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46E39F-1DD7-49A3-A346-22B6613C61B5}">
      <dsp:nvSpPr>
        <dsp:cNvPr id="0" name=""/>
        <dsp:cNvSpPr/>
      </dsp:nvSpPr>
      <dsp:spPr>
        <a:xfrm>
          <a:off x="93588" y="1634509"/>
          <a:ext cx="4492699"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BAF22D-5C15-459A-960C-2EE8F3679A5A}">
      <dsp:nvSpPr>
        <dsp:cNvPr id="0" name=""/>
        <dsp:cNvSpPr/>
      </dsp:nvSpPr>
      <dsp:spPr>
        <a:xfrm>
          <a:off x="0" y="485340"/>
          <a:ext cx="4492699"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6CD371-6E03-45EB-965D-6F1C76A0BA67}">
      <dsp:nvSpPr>
        <dsp:cNvPr id="0" name=""/>
        <dsp:cNvSpPr/>
      </dsp:nvSpPr>
      <dsp:spPr>
        <a:xfrm>
          <a:off x="1168101" y="1100"/>
          <a:ext cx="3324597" cy="48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lvl="0" algn="l" defTabSz="800100">
            <a:lnSpc>
              <a:spcPct val="90000"/>
            </a:lnSpc>
            <a:spcBef>
              <a:spcPct val="0"/>
            </a:spcBef>
            <a:spcAft>
              <a:spcPct val="35000"/>
            </a:spcAft>
          </a:pPr>
          <a:r>
            <a:rPr lang="en-US" altLang="en-US" sz="1800" kern="1200" dirty="0"/>
            <a:t>Depolarization of atria</a:t>
          </a:r>
          <a:endParaRPr lang="en-IN" sz="1800" kern="1200" dirty="0"/>
        </a:p>
      </dsp:txBody>
      <dsp:txXfrm>
        <a:off x="1168101" y="1100"/>
        <a:ext cx="3324597" cy="484239"/>
      </dsp:txXfrm>
    </dsp:sp>
    <dsp:sp modelId="{2F0C3DD3-AF51-48C3-B05D-3F3CF3903C86}">
      <dsp:nvSpPr>
        <dsp:cNvPr id="0" name=""/>
        <dsp:cNvSpPr/>
      </dsp:nvSpPr>
      <dsp:spPr>
        <a:xfrm>
          <a:off x="0" y="1100"/>
          <a:ext cx="1168101" cy="48423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800100">
            <a:lnSpc>
              <a:spcPct val="90000"/>
            </a:lnSpc>
            <a:spcBef>
              <a:spcPct val="0"/>
            </a:spcBef>
            <a:spcAft>
              <a:spcPct val="35000"/>
            </a:spcAft>
          </a:pPr>
          <a:r>
            <a:rPr lang="en-US" altLang="en-US" sz="1800" kern="1200" dirty="0"/>
            <a:t>P-wave</a:t>
          </a:r>
          <a:endParaRPr lang="en-IN" sz="1800" kern="1200" dirty="0"/>
        </a:p>
      </dsp:txBody>
      <dsp:txXfrm>
        <a:off x="23643" y="24743"/>
        <a:ext cx="1120815" cy="460596"/>
      </dsp:txXfrm>
    </dsp:sp>
    <dsp:sp modelId="{4B7CD071-C0E8-4C06-9B6E-7C43DDEA5B5C}">
      <dsp:nvSpPr>
        <dsp:cNvPr id="0" name=""/>
        <dsp:cNvSpPr/>
      </dsp:nvSpPr>
      <dsp:spPr>
        <a:xfrm>
          <a:off x="0" y="485340"/>
          <a:ext cx="4492699" cy="640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Char char="••"/>
          </a:pPr>
          <a:r>
            <a:rPr lang="en-US" altLang="en-US" sz="1800" kern="1200" dirty="0"/>
            <a:t>Atria begin contracting about 25 msec after the start of the P-wave</a:t>
          </a:r>
          <a:endParaRPr lang="en-IN" sz="1800" kern="1200" dirty="0"/>
        </a:p>
      </dsp:txBody>
      <dsp:txXfrm>
        <a:off x="0" y="485340"/>
        <a:ext cx="4492699" cy="640716"/>
      </dsp:txXfrm>
    </dsp:sp>
    <dsp:sp modelId="{F3D07A0A-32A7-4EA2-AE07-37C772BFE425}">
      <dsp:nvSpPr>
        <dsp:cNvPr id="0" name=""/>
        <dsp:cNvSpPr/>
      </dsp:nvSpPr>
      <dsp:spPr>
        <a:xfrm>
          <a:off x="1609858" y="1150269"/>
          <a:ext cx="2797947" cy="48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lvl="0" algn="r" defTabSz="800100">
            <a:lnSpc>
              <a:spcPct val="90000"/>
            </a:lnSpc>
            <a:spcBef>
              <a:spcPct val="0"/>
            </a:spcBef>
            <a:spcAft>
              <a:spcPct val="35000"/>
            </a:spcAft>
          </a:pPr>
          <a:r>
            <a:rPr lang="en-US" altLang="en-US" sz="1800" kern="1200" dirty="0"/>
            <a:t>Ventricular Depolarization</a:t>
          </a:r>
          <a:endParaRPr lang="en-IN" sz="1800" kern="1200" dirty="0"/>
        </a:p>
      </dsp:txBody>
      <dsp:txXfrm>
        <a:off x="1609858" y="1150269"/>
        <a:ext cx="2797947" cy="484239"/>
      </dsp:txXfrm>
    </dsp:sp>
    <dsp:sp modelId="{A9A28109-4EC5-41EC-8A51-E8B6E4955F66}">
      <dsp:nvSpPr>
        <dsp:cNvPr id="0" name=""/>
        <dsp:cNvSpPr/>
      </dsp:nvSpPr>
      <dsp:spPr>
        <a:xfrm>
          <a:off x="54737" y="1150269"/>
          <a:ext cx="1542454" cy="48423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800100">
            <a:lnSpc>
              <a:spcPct val="90000"/>
            </a:lnSpc>
            <a:spcBef>
              <a:spcPct val="0"/>
            </a:spcBef>
            <a:spcAft>
              <a:spcPct val="35000"/>
            </a:spcAft>
          </a:pPr>
          <a:r>
            <a:rPr lang="en-US" altLang="en-US" sz="1800" kern="1200" dirty="0"/>
            <a:t>QRS-complex</a:t>
          </a:r>
          <a:endParaRPr lang="en-IN" sz="1800" kern="1200" dirty="0"/>
        </a:p>
      </dsp:txBody>
      <dsp:txXfrm>
        <a:off x="78380" y="1173912"/>
        <a:ext cx="1495168" cy="460596"/>
      </dsp:txXfrm>
    </dsp:sp>
    <dsp:sp modelId="{1201541A-9EB6-4D30-893B-34C88CA1C9F4}">
      <dsp:nvSpPr>
        <dsp:cNvPr id="0" name=""/>
        <dsp:cNvSpPr/>
      </dsp:nvSpPr>
      <dsp:spPr>
        <a:xfrm>
          <a:off x="0" y="1634509"/>
          <a:ext cx="4492699" cy="1323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Char char="••"/>
          </a:pPr>
          <a:r>
            <a:rPr lang="en-US" altLang="en-US" sz="1800" kern="1200" dirty="0"/>
            <a:t>Ventricles begin contracting shortly after the peak of the R wave</a:t>
          </a:r>
          <a:endParaRPr lang="en-IN" sz="1800" kern="1200" dirty="0"/>
        </a:p>
        <a:p>
          <a:pPr marL="171450" lvl="1" indent="-171450" algn="just" defTabSz="800100">
            <a:lnSpc>
              <a:spcPct val="90000"/>
            </a:lnSpc>
            <a:spcBef>
              <a:spcPct val="0"/>
            </a:spcBef>
            <a:spcAft>
              <a:spcPct val="15000"/>
            </a:spcAft>
            <a:buChar char="••"/>
          </a:pPr>
          <a:r>
            <a:rPr lang="en-US" sz="1800" kern="1200" dirty="0"/>
            <a:t>By counting the number of QRS complex, the heartbeat of a person can be determined</a:t>
          </a:r>
          <a:endParaRPr lang="en-IN" sz="1800" kern="1200" dirty="0"/>
        </a:p>
      </dsp:txBody>
      <dsp:txXfrm>
        <a:off x="0" y="1634509"/>
        <a:ext cx="4492699" cy="1323849"/>
      </dsp:txXfrm>
    </dsp:sp>
    <dsp:sp modelId="{3716DCC9-1668-4606-80B3-343B01244ACE}">
      <dsp:nvSpPr>
        <dsp:cNvPr id="0" name=""/>
        <dsp:cNvSpPr/>
      </dsp:nvSpPr>
      <dsp:spPr>
        <a:xfrm>
          <a:off x="1168101" y="2982570"/>
          <a:ext cx="3324597" cy="48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lvl="0" algn="l" defTabSz="800100">
            <a:lnSpc>
              <a:spcPct val="90000"/>
            </a:lnSpc>
            <a:spcBef>
              <a:spcPct val="0"/>
            </a:spcBef>
            <a:spcAft>
              <a:spcPct val="35000"/>
            </a:spcAft>
          </a:pPr>
          <a:r>
            <a:rPr lang="en-US" altLang="en-US" sz="1800" kern="1200" dirty="0"/>
            <a:t>Ventricular Repolarization</a:t>
          </a:r>
          <a:endParaRPr lang="en-IN" sz="1800" kern="1200" dirty="0"/>
        </a:p>
      </dsp:txBody>
      <dsp:txXfrm>
        <a:off x="1168101" y="2982570"/>
        <a:ext cx="3324597" cy="484239"/>
      </dsp:txXfrm>
    </dsp:sp>
    <dsp:sp modelId="{BC97AE12-3E19-4663-99E4-CC8D8DDBD85A}">
      <dsp:nvSpPr>
        <dsp:cNvPr id="0" name=""/>
        <dsp:cNvSpPr/>
      </dsp:nvSpPr>
      <dsp:spPr>
        <a:xfrm>
          <a:off x="0" y="2982570"/>
          <a:ext cx="1168101" cy="48423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800100">
            <a:lnSpc>
              <a:spcPct val="90000"/>
            </a:lnSpc>
            <a:spcBef>
              <a:spcPct val="0"/>
            </a:spcBef>
            <a:spcAft>
              <a:spcPct val="35000"/>
            </a:spcAft>
          </a:pPr>
          <a:r>
            <a:rPr lang="en-US" altLang="en-US" sz="1800" kern="1200" dirty="0"/>
            <a:t>T-wave</a:t>
          </a:r>
          <a:endParaRPr lang="en-IN" sz="1800" kern="1200" dirty="0"/>
        </a:p>
      </dsp:txBody>
      <dsp:txXfrm>
        <a:off x="23643" y="3006213"/>
        <a:ext cx="1120815" cy="4605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A10B4-E1FD-4564-8D5C-1F10E9702A08}">
      <dsp:nvSpPr>
        <dsp:cNvPr id="0" name=""/>
        <dsp:cNvSpPr/>
      </dsp:nvSpPr>
      <dsp:spPr>
        <a:xfrm>
          <a:off x="0" y="18274"/>
          <a:ext cx="6549033"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IN" sz="2400" b="1" kern="1200" dirty="0">
              <a:latin typeface="Times New Roman" panose="02020603050405020304" pitchFamily="18" charset="0"/>
              <a:cs typeface="Times New Roman" panose="02020603050405020304" pitchFamily="18" charset="0"/>
            </a:rPr>
            <a:t>CHARCTERISTICS OF NORMAL ECG</a:t>
          </a:r>
          <a:endParaRPr lang="en-IN" sz="2400" kern="1200" dirty="0"/>
        </a:p>
      </dsp:txBody>
      <dsp:txXfrm>
        <a:off x="31070" y="49344"/>
        <a:ext cx="6486893" cy="574340"/>
      </dsp:txXfrm>
    </dsp:sp>
    <dsp:sp modelId="{407DF501-3CC2-4D4E-80CD-15E1EEA5BB40}">
      <dsp:nvSpPr>
        <dsp:cNvPr id="0" name=""/>
        <dsp:cNvSpPr/>
      </dsp:nvSpPr>
      <dsp:spPr>
        <a:xfrm>
          <a:off x="0" y="654754"/>
          <a:ext cx="6549033" cy="5911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932" tIns="27940" rIns="156464" bIns="27940" numCol="1" spcCol="1270" anchor="t" anchorCtr="0">
          <a:noAutofit/>
        </a:bodyPr>
        <a:lstStyle/>
        <a:p>
          <a:pPr marL="228600" lvl="1" indent="-228600" algn="just" defTabSz="977900">
            <a:lnSpc>
              <a:spcPct val="90000"/>
            </a:lnSpc>
            <a:spcBef>
              <a:spcPct val="0"/>
            </a:spcBef>
            <a:spcAft>
              <a:spcPct val="20000"/>
            </a:spcAft>
            <a:buChar char="••"/>
          </a:pPr>
          <a:r>
            <a:rPr lang="en-US" sz="2200" kern="1200" dirty="0"/>
            <a:t>The P wave is caused by electri­cal potentials generated as the atria depolarize prior to contraction. </a:t>
          </a:r>
          <a:endParaRPr lang="en-IN" sz="2200" b="0" kern="1200" dirty="0"/>
        </a:p>
        <a:p>
          <a:pPr marL="228600" lvl="1" indent="-228600" algn="just" defTabSz="977900">
            <a:lnSpc>
              <a:spcPct val="90000"/>
            </a:lnSpc>
            <a:spcBef>
              <a:spcPct val="0"/>
            </a:spcBef>
            <a:spcAft>
              <a:spcPct val="20000"/>
            </a:spcAft>
            <a:buChar char="••"/>
          </a:pPr>
          <a:r>
            <a:rPr lang="en-US" sz="2200" kern="1200" dirty="0"/>
            <a:t>The QRS complex is caused by potentials generated when the ventricles depolarize prior to contraction, that is as the depolarization wave spreads through the ventricles.</a:t>
          </a:r>
          <a:endParaRPr lang="en-US" sz="2200" b="1" kern="1200" dirty="0"/>
        </a:p>
        <a:p>
          <a:pPr marL="228600" lvl="1" indent="-228600" algn="just" defTabSz="977900">
            <a:lnSpc>
              <a:spcPct val="90000"/>
            </a:lnSpc>
            <a:spcBef>
              <a:spcPct val="0"/>
            </a:spcBef>
            <a:spcAft>
              <a:spcPct val="20000"/>
            </a:spcAft>
            <a:buChar char="••"/>
          </a:pPr>
          <a:r>
            <a:rPr lang="en-US" sz="2200" kern="1200" dirty="0"/>
            <a:t>Therefore, both the </a:t>
          </a:r>
          <a:r>
            <a:rPr lang="en-US" sz="2200" b="1" kern="1200" dirty="0"/>
            <a:t>P waves </a:t>
          </a:r>
          <a:r>
            <a:rPr lang="en-US" sz="2200" kern="1200" dirty="0"/>
            <a:t>and the components of the </a:t>
          </a:r>
          <a:r>
            <a:rPr lang="en-US" sz="2200" b="1" kern="1200" dirty="0"/>
            <a:t>QRS complex </a:t>
          </a:r>
          <a:r>
            <a:rPr lang="en-US" sz="2200" kern="1200" dirty="0"/>
            <a:t>are </a:t>
          </a:r>
          <a:r>
            <a:rPr lang="en-US" sz="2200" b="1" kern="1200" dirty="0"/>
            <a:t>“depolariza­tion waves.”</a:t>
          </a:r>
        </a:p>
        <a:p>
          <a:pPr marL="228600" lvl="1" indent="-228600" algn="just" defTabSz="977900">
            <a:lnSpc>
              <a:spcPct val="90000"/>
            </a:lnSpc>
            <a:spcBef>
              <a:spcPct val="0"/>
            </a:spcBef>
            <a:spcAft>
              <a:spcPct val="20000"/>
            </a:spcAft>
            <a:buChar char="••"/>
          </a:pPr>
          <a:r>
            <a:rPr lang="en-US" sz="2200" kern="1200" dirty="0"/>
            <a:t>The </a:t>
          </a:r>
          <a:r>
            <a:rPr lang="en-US" sz="2200" b="1" kern="1200" dirty="0"/>
            <a:t>T wave </a:t>
          </a:r>
          <a:r>
            <a:rPr lang="en-US" sz="2200" kern="1200" dirty="0"/>
            <a:t>is caused by potentials generated as the ventricles recover from the state of depolarization. This wave is known as the “</a:t>
          </a:r>
          <a:r>
            <a:rPr lang="en-US" sz="2200" b="1" kern="1200" dirty="0"/>
            <a:t>repolarization wave</a:t>
          </a:r>
          <a:r>
            <a:rPr lang="en-US" sz="2200" kern="1200" dirty="0"/>
            <a:t>.”</a:t>
          </a:r>
        </a:p>
        <a:p>
          <a:pPr marL="228600" lvl="1" indent="-228600" algn="just" defTabSz="977900">
            <a:lnSpc>
              <a:spcPct val="90000"/>
            </a:lnSpc>
            <a:spcBef>
              <a:spcPct val="0"/>
            </a:spcBef>
            <a:spcAft>
              <a:spcPct val="20000"/>
            </a:spcAft>
            <a:buChar char="••"/>
          </a:pPr>
          <a:r>
            <a:rPr lang="en-US" sz="2200" kern="1200" dirty="0"/>
            <a:t>Thus, the electrocardiogram is composed of both depolarization and repolarization waves.</a:t>
          </a:r>
        </a:p>
        <a:p>
          <a:pPr marL="228600" lvl="1" indent="-228600" algn="just" defTabSz="977900">
            <a:lnSpc>
              <a:spcPct val="90000"/>
            </a:lnSpc>
            <a:spcBef>
              <a:spcPct val="0"/>
            </a:spcBef>
            <a:spcAft>
              <a:spcPct val="20000"/>
            </a:spcAft>
            <a:buChar char="••"/>
          </a:pPr>
          <a:r>
            <a:rPr lang="en-US" sz="2200" kern="1200" dirty="0"/>
            <a:t>‘U' waves are thought to represent the repolarization of the Purkinje fibers. However, the exact source of the U wave remains unclear.</a:t>
          </a:r>
        </a:p>
      </dsp:txBody>
      <dsp:txXfrm>
        <a:off x="0" y="654754"/>
        <a:ext cx="6549033" cy="59119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25E52-223D-4F74-9A1C-EF7B1D414FE9}">
      <dsp:nvSpPr>
        <dsp:cNvPr id="0" name=""/>
        <dsp:cNvSpPr/>
      </dsp:nvSpPr>
      <dsp:spPr>
        <a:xfrm>
          <a:off x="0" y="134949"/>
          <a:ext cx="4850838" cy="576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altLang="en-US" sz="2000" kern="1200" dirty="0">
              <a:solidFill>
                <a:schemeClr val="bg1"/>
              </a:solidFill>
            </a:rPr>
            <a:t>Electrocardiogram intervals/segments</a:t>
          </a:r>
          <a:endParaRPr lang="en-IN" sz="2000" kern="1200" dirty="0">
            <a:solidFill>
              <a:schemeClr val="bg1"/>
            </a:solidFill>
          </a:endParaRPr>
        </a:p>
      </dsp:txBody>
      <dsp:txXfrm>
        <a:off x="0" y="134949"/>
        <a:ext cx="4850838" cy="576000"/>
      </dsp:txXfrm>
    </dsp:sp>
    <dsp:sp modelId="{6D021EB0-6BCA-4559-AD09-6D1851360109}">
      <dsp:nvSpPr>
        <dsp:cNvPr id="0" name=""/>
        <dsp:cNvSpPr/>
      </dsp:nvSpPr>
      <dsp:spPr>
        <a:xfrm>
          <a:off x="0" y="710949"/>
          <a:ext cx="4850838" cy="24704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just" defTabSz="889000">
            <a:lnSpc>
              <a:spcPct val="90000"/>
            </a:lnSpc>
            <a:spcBef>
              <a:spcPct val="0"/>
            </a:spcBef>
            <a:spcAft>
              <a:spcPct val="15000"/>
            </a:spcAft>
            <a:buChar char="••"/>
          </a:pPr>
          <a:r>
            <a:rPr lang="en-US" altLang="en-US" sz="2000" b="1" kern="1200" dirty="0"/>
            <a:t>Segments</a:t>
          </a:r>
          <a:r>
            <a:rPr lang="en-US" altLang="en-US" sz="2000" kern="1200" dirty="0"/>
            <a:t> – extend from the end of one wave to the start of another</a:t>
          </a:r>
          <a:endParaRPr lang="en-IN" sz="2000" kern="1200" dirty="0"/>
        </a:p>
        <a:p>
          <a:pPr marL="228600" lvl="1" indent="-228600" algn="just" defTabSz="889000">
            <a:lnSpc>
              <a:spcPct val="90000"/>
            </a:lnSpc>
            <a:spcBef>
              <a:spcPct val="0"/>
            </a:spcBef>
            <a:spcAft>
              <a:spcPct val="15000"/>
            </a:spcAft>
            <a:buChar char="••"/>
          </a:pPr>
          <a:r>
            <a:rPr lang="en-US" altLang="en-US" sz="2000" b="1" kern="1200" dirty="0"/>
            <a:t>P-R interval</a:t>
          </a:r>
          <a:r>
            <a:rPr lang="en-US" altLang="en-US" sz="2000" kern="1200" dirty="0"/>
            <a:t>: Start of atrial depolarization to start of QRS </a:t>
          </a:r>
          <a:endParaRPr lang="en-IN" sz="2000" kern="1200" dirty="0"/>
        </a:p>
        <a:p>
          <a:pPr marL="228600" lvl="1" indent="-228600" algn="just" defTabSz="889000">
            <a:lnSpc>
              <a:spcPct val="90000"/>
            </a:lnSpc>
            <a:spcBef>
              <a:spcPct val="0"/>
            </a:spcBef>
            <a:spcAft>
              <a:spcPct val="15000"/>
            </a:spcAft>
            <a:buChar char="••"/>
          </a:pPr>
          <a:r>
            <a:rPr lang="en-US" altLang="en-US" sz="2000" b="1" kern="1200" dirty="0"/>
            <a:t>Q-T interval</a:t>
          </a:r>
          <a:r>
            <a:rPr lang="en-US" altLang="en-US" sz="2000" kern="1200" dirty="0"/>
            <a:t>: Time required for ventricles to undergo a single cycle of depolarization and repolarization; measured from end of P-R to end of T</a:t>
          </a:r>
          <a:endParaRPr lang="en-IN" sz="2000" kern="1200" dirty="0"/>
        </a:p>
      </dsp:txBody>
      <dsp:txXfrm>
        <a:off x="0" y="710949"/>
        <a:ext cx="4850838" cy="247049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3DB5A6-F359-4286-810D-F4B177B4D10E}">
      <dsp:nvSpPr>
        <dsp:cNvPr id="0" name=""/>
        <dsp:cNvSpPr/>
      </dsp:nvSpPr>
      <dsp:spPr>
        <a:xfrm>
          <a:off x="0" y="234279"/>
          <a:ext cx="10919638" cy="1216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b="1" i="0" kern="1200" dirty="0">
              <a:effectLst/>
              <a:latin typeface="+mn-lt"/>
            </a:rPr>
            <a:t>The Abnormal P wave</a:t>
          </a:r>
          <a:r>
            <a:rPr lang="en-US" sz="2000" b="0" i="0" kern="1200" dirty="0">
              <a:effectLst/>
              <a:latin typeface="+mn-lt"/>
            </a:rPr>
            <a:t>: Elevation or depression of the PTA segment (the part between the P wave and the beginning of the QRS complex) can result from </a:t>
          </a:r>
          <a:r>
            <a:rPr lang="en-US" sz="2000" b="1" i="0" kern="1200" dirty="0">
              <a:effectLst/>
              <a:latin typeface="+mn-lt"/>
            </a:rPr>
            <a:t>atrial infarction or pericarditis</a:t>
          </a:r>
          <a:r>
            <a:rPr lang="en-US" sz="2000" b="0" i="0" kern="1200" dirty="0">
              <a:effectLst/>
              <a:latin typeface="+mn-lt"/>
            </a:rPr>
            <a:t>. </a:t>
          </a:r>
          <a:endParaRPr lang="en-IN" sz="2000" kern="1200" dirty="0">
            <a:latin typeface="+mn-lt"/>
          </a:endParaRPr>
        </a:p>
      </dsp:txBody>
      <dsp:txXfrm>
        <a:off x="59399" y="293678"/>
        <a:ext cx="10800840" cy="1098002"/>
      </dsp:txXfrm>
    </dsp:sp>
    <dsp:sp modelId="{98AF826D-0F73-44DF-8FCF-68F77B30DAEA}">
      <dsp:nvSpPr>
        <dsp:cNvPr id="0" name=""/>
        <dsp:cNvSpPr/>
      </dsp:nvSpPr>
      <dsp:spPr>
        <a:xfrm>
          <a:off x="0" y="1512917"/>
          <a:ext cx="10919638" cy="1007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699"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a:effectLst/>
              <a:latin typeface="+mn-lt"/>
            </a:rPr>
            <a:t>If </a:t>
          </a:r>
          <a:r>
            <a:rPr lang="en-US" sz="2000" b="0" i="0" kern="1200" dirty="0">
              <a:effectLst/>
              <a:latin typeface="+mn-lt"/>
            </a:rPr>
            <a:t>the p-wave is enlarged, the atria are enlarged.</a:t>
          </a:r>
          <a:endParaRPr lang="en-IN" sz="2000" kern="1200" dirty="0">
            <a:latin typeface="+mn-lt"/>
          </a:endParaRPr>
        </a:p>
        <a:p>
          <a:pPr marL="457200" lvl="2" indent="-228600" algn="just" defTabSz="889000">
            <a:lnSpc>
              <a:spcPct val="90000"/>
            </a:lnSpc>
            <a:spcBef>
              <a:spcPct val="0"/>
            </a:spcBef>
            <a:spcAft>
              <a:spcPct val="20000"/>
            </a:spcAft>
            <a:buChar char="••"/>
          </a:pPr>
          <a:r>
            <a:rPr lang="en-US" sz="2000" kern="1200" dirty="0">
              <a:latin typeface="+mn-lt"/>
            </a:rPr>
            <a:t>Enlargement of auricles can predicted by P wave</a:t>
          </a:r>
          <a:endParaRPr lang="en-IN" sz="2000" kern="1200" dirty="0">
            <a:latin typeface="+mn-lt"/>
          </a:endParaRPr>
        </a:p>
      </dsp:txBody>
      <dsp:txXfrm>
        <a:off x="0" y="1512917"/>
        <a:ext cx="10919638" cy="1007994"/>
      </dsp:txXfrm>
    </dsp:sp>
    <dsp:sp modelId="{0A9C22C9-14FA-40AF-A0D3-0FB54CE1554C}">
      <dsp:nvSpPr>
        <dsp:cNvPr id="0" name=""/>
        <dsp:cNvSpPr/>
      </dsp:nvSpPr>
      <dsp:spPr>
        <a:xfrm>
          <a:off x="0" y="2459074"/>
          <a:ext cx="10919638" cy="1216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b="0" i="0" kern="1200" dirty="0">
              <a:effectLst/>
              <a:latin typeface="+mn-lt"/>
            </a:rPr>
            <a:t>Shape of an abnormal QRS complex varies from almost normal to wide and bizarre and/or slurred and notched. </a:t>
          </a:r>
          <a:endParaRPr lang="en-IN" sz="2000" kern="1200" dirty="0">
            <a:latin typeface="+mn-lt"/>
          </a:endParaRPr>
        </a:p>
      </dsp:txBody>
      <dsp:txXfrm>
        <a:off x="59399" y="2518473"/>
        <a:ext cx="10800840" cy="1098002"/>
      </dsp:txXfrm>
    </dsp:sp>
    <dsp:sp modelId="{8C1ADE52-ADE4-4CF6-B6CD-5DA2360B2260}">
      <dsp:nvSpPr>
        <dsp:cNvPr id="0" name=""/>
        <dsp:cNvSpPr/>
      </dsp:nvSpPr>
      <dsp:spPr>
        <a:xfrm>
          <a:off x="0" y="3717099"/>
          <a:ext cx="10919638" cy="14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699"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effectLst/>
              <a:latin typeface="+mn-lt"/>
            </a:rPr>
            <a:t>Duration of an abnormal QRS complex is </a:t>
          </a:r>
          <a:r>
            <a:rPr lang="en-US" sz="2000" b="1" i="0" kern="1200" dirty="0">
              <a:effectLst/>
              <a:latin typeface="+mn-lt"/>
            </a:rPr>
            <a:t>greater than 0.12 seconds</a:t>
          </a:r>
          <a:r>
            <a:rPr lang="en-US" sz="2000" b="0" i="0" kern="1200" dirty="0">
              <a:effectLst/>
              <a:latin typeface="+mn-lt"/>
            </a:rPr>
            <a:t>. </a:t>
          </a:r>
          <a:endParaRPr lang="en-IN" sz="2000" kern="1200" dirty="0">
            <a:latin typeface="+mn-lt"/>
          </a:endParaRPr>
        </a:p>
        <a:p>
          <a:pPr marL="228600" lvl="1" indent="-228600" algn="just" defTabSz="889000">
            <a:lnSpc>
              <a:spcPct val="90000"/>
            </a:lnSpc>
            <a:spcBef>
              <a:spcPct val="0"/>
            </a:spcBef>
            <a:spcAft>
              <a:spcPct val="20000"/>
            </a:spcAft>
            <a:buChar char="••"/>
          </a:pPr>
          <a:r>
            <a:rPr lang="en-US" sz="2000" b="0" i="0" kern="1200" dirty="0">
              <a:effectLst/>
              <a:latin typeface="+mn-lt"/>
            </a:rPr>
            <a:t>Tall QRS complexes are usually caused by hypertrophy of one or both ventricles, or by an abnormal pacemaker or aberrantly conducted beat.</a:t>
          </a:r>
          <a:endParaRPr lang="en-IN" sz="2000" kern="1200" dirty="0">
            <a:latin typeface="+mn-lt"/>
          </a:endParaRPr>
        </a:p>
        <a:p>
          <a:pPr marL="228600" lvl="1" indent="-228600" algn="just" defTabSz="889000">
            <a:lnSpc>
              <a:spcPct val="90000"/>
            </a:lnSpc>
            <a:spcBef>
              <a:spcPct val="0"/>
            </a:spcBef>
            <a:spcAft>
              <a:spcPct val="20000"/>
            </a:spcAft>
            <a:buChar char="••"/>
          </a:pPr>
          <a:r>
            <a:rPr lang="en-US" sz="2000" kern="1200" dirty="0"/>
            <a:t>AV Block: Impulse not reaching the AV node.</a:t>
          </a:r>
          <a:endParaRPr lang="en-IN" sz="2000" kern="1200" dirty="0">
            <a:latin typeface="+mn-lt"/>
          </a:endParaRPr>
        </a:p>
      </dsp:txBody>
      <dsp:txXfrm>
        <a:off x="0" y="3717099"/>
        <a:ext cx="10919638" cy="1457995"/>
      </dsp:txXfrm>
    </dsp:sp>
    <dsp:sp modelId="{BB124D44-50DE-454D-BADB-98908A8FABE8}">
      <dsp:nvSpPr>
        <dsp:cNvPr id="0" name=""/>
        <dsp:cNvSpPr/>
      </dsp:nvSpPr>
      <dsp:spPr>
        <a:xfrm>
          <a:off x="0" y="5133870"/>
          <a:ext cx="10919638" cy="1216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b="0" i="0" kern="1200" dirty="0">
              <a:effectLst/>
              <a:latin typeface="+mn-lt"/>
            </a:rPr>
            <a:t>T‐wave abnormalities in the setting of non‐ST‐segment elevation acute coronary syndromes are related to the presence of </a:t>
          </a:r>
          <a:r>
            <a:rPr lang="en-US" sz="2000" b="1" i="0" kern="1200" dirty="0">
              <a:effectLst/>
              <a:latin typeface="+mn-lt"/>
            </a:rPr>
            <a:t>myocardial edema</a:t>
          </a:r>
          <a:r>
            <a:rPr lang="en-US" sz="2000" b="0" i="0" kern="1200" dirty="0">
              <a:effectLst/>
              <a:latin typeface="+mn-lt"/>
            </a:rPr>
            <a:t>. </a:t>
          </a:r>
          <a:endParaRPr lang="en-IN" sz="2000" kern="1200" dirty="0">
            <a:latin typeface="+mn-lt"/>
          </a:endParaRPr>
        </a:p>
      </dsp:txBody>
      <dsp:txXfrm>
        <a:off x="59399" y="5193269"/>
        <a:ext cx="10800840" cy="109800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67F2B-D8B7-467E-91ED-D578C6E80ABB}">
      <dsp:nvSpPr>
        <dsp:cNvPr id="0" name=""/>
        <dsp:cNvSpPr/>
      </dsp:nvSpPr>
      <dsp:spPr>
        <a:xfrm>
          <a:off x="0" y="405725"/>
          <a:ext cx="6695596" cy="6142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19653" tIns="520700" rIns="519653" bIns="177800" numCol="1" spcCol="1270" anchor="t" anchorCtr="0">
          <a:noAutofit/>
        </a:bodyPr>
        <a:lstStyle/>
        <a:p>
          <a:pPr marL="228600" lvl="1" indent="-228600" algn="just" defTabSz="1111250">
            <a:lnSpc>
              <a:spcPct val="90000"/>
            </a:lnSpc>
            <a:spcBef>
              <a:spcPct val="0"/>
            </a:spcBef>
            <a:spcAft>
              <a:spcPct val="15000"/>
            </a:spcAft>
            <a:buChar char="••"/>
          </a:pPr>
          <a:r>
            <a:rPr lang="en-US" sz="2500" b="0" i="0" kern="1200" dirty="0"/>
            <a:t>An ECG gives two major kinds of information. </a:t>
          </a:r>
          <a:endParaRPr lang="en-IN" sz="2500" kern="1200" dirty="0"/>
        </a:p>
        <a:p>
          <a:pPr marL="228600" lvl="1" indent="-228600" algn="just" defTabSz="1111250">
            <a:lnSpc>
              <a:spcPct val="90000"/>
            </a:lnSpc>
            <a:spcBef>
              <a:spcPct val="0"/>
            </a:spcBef>
            <a:spcAft>
              <a:spcPct val="15000"/>
            </a:spcAft>
            <a:buChar char="••"/>
          </a:pPr>
          <a:r>
            <a:rPr lang="en-US" sz="2500" b="0" i="0" kern="1200" dirty="0"/>
            <a:t>First, by measuring time intervals on the ECG, a doctor can determine how long the electrical wave takes to pass through the heart. </a:t>
          </a:r>
          <a:endParaRPr lang="en-IN" sz="2500" kern="1200" dirty="0"/>
        </a:p>
        <a:p>
          <a:pPr marL="457200" lvl="2" indent="-228600" algn="just" defTabSz="1111250">
            <a:lnSpc>
              <a:spcPct val="90000"/>
            </a:lnSpc>
            <a:spcBef>
              <a:spcPct val="0"/>
            </a:spcBef>
            <a:spcAft>
              <a:spcPct val="15000"/>
            </a:spcAft>
            <a:buChar char="••"/>
          </a:pPr>
          <a:r>
            <a:rPr lang="en-US" sz="2500" b="0" i="0" kern="1200" dirty="0"/>
            <a:t>Finding out how long a wave takes to travel from one part of the heart to the next shows if the electrical activity is normal or slow, fast or irregular. </a:t>
          </a:r>
          <a:endParaRPr lang="en-IN" sz="2500" kern="1200" dirty="0"/>
        </a:p>
        <a:p>
          <a:pPr marL="228600" lvl="1" indent="-228600" algn="just" defTabSz="1111250">
            <a:lnSpc>
              <a:spcPct val="90000"/>
            </a:lnSpc>
            <a:spcBef>
              <a:spcPct val="0"/>
            </a:spcBef>
            <a:spcAft>
              <a:spcPct val="15000"/>
            </a:spcAft>
            <a:buChar char="••"/>
          </a:pPr>
          <a:r>
            <a:rPr lang="en-US" sz="2500" b="0" i="0" kern="1200" dirty="0"/>
            <a:t>Second, by measuring the amount of electrical activity passing through the heart muscle, a cardiologist may be able to find out if parts of the heart are too large or are overworked.</a:t>
          </a:r>
          <a:endParaRPr lang="en-IN" sz="2500" kern="1200" dirty="0"/>
        </a:p>
      </dsp:txBody>
      <dsp:txXfrm>
        <a:off x="0" y="405725"/>
        <a:ext cx="6695596" cy="6142500"/>
      </dsp:txXfrm>
    </dsp:sp>
    <dsp:sp modelId="{60AC473D-68EA-4B45-8DFB-3AD9418332FD}">
      <dsp:nvSpPr>
        <dsp:cNvPr id="0" name=""/>
        <dsp:cNvSpPr/>
      </dsp:nvSpPr>
      <dsp:spPr>
        <a:xfrm>
          <a:off x="334779" y="36725"/>
          <a:ext cx="4686917"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154" tIns="0" rIns="177154" bIns="0" numCol="1" spcCol="1270" anchor="ctr" anchorCtr="0">
          <a:noAutofit/>
        </a:bodyPr>
        <a:lstStyle/>
        <a:p>
          <a:pPr lvl="0" algn="l" defTabSz="1244600">
            <a:lnSpc>
              <a:spcPct val="90000"/>
            </a:lnSpc>
            <a:spcBef>
              <a:spcPct val="0"/>
            </a:spcBef>
            <a:spcAft>
              <a:spcPct val="35000"/>
            </a:spcAft>
          </a:pPr>
          <a:r>
            <a:rPr lang="en-IN" sz="2800" b="0" i="0" kern="1200" dirty="0"/>
            <a:t>Why is it done?</a:t>
          </a:r>
          <a:endParaRPr lang="en-IN" sz="2800" kern="1200" dirty="0"/>
        </a:p>
      </dsp:txBody>
      <dsp:txXfrm>
        <a:off x="370805" y="72751"/>
        <a:ext cx="4614865" cy="66594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79084-9B06-4B7C-8D47-C3CCA503AD06}">
      <dsp:nvSpPr>
        <dsp:cNvPr id="0" name=""/>
        <dsp:cNvSpPr/>
      </dsp:nvSpPr>
      <dsp:spPr>
        <a:xfrm>
          <a:off x="0" y="0"/>
          <a:ext cx="4540103" cy="180971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just" defTabSz="889000">
            <a:lnSpc>
              <a:spcPct val="90000"/>
            </a:lnSpc>
            <a:spcBef>
              <a:spcPct val="0"/>
            </a:spcBef>
            <a:spcAft>
              <a:spcPct val="35000"/>
            </a:spcAft>
          </a:pPr>
          <a:r>
            <a:rPr lang="en-US" altLang="en-US" sz="2000" kern="1200" dirty="0"/>
            <a:t>The ECG is not only the oldest but, in fact, over 100 years after its introduction, continues as the most commonly used cardiovascular laboratory procedure. </a:t>
          </a:r>
          <a:endParaRPr lang="en-IN" sz="2000" kern="1200" dirty="0"/>
        </a:p>
      </dsp:txBody>
      <dsp:txXfrm>
        <a:off x="0" y="0"/>
        <a:ext cx="4540103" cy="180971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D13F01-6C22-4B36-A404-F8038995802F}">
      <dsp:nvSpPr>
        <dsp:cNvPr id="0" name=""/>
        <dsp:cNvSpPr/>
      </dsp:nvSpPr>
      <dsp:spPr>
        <a:xfrm>
          <a:off x="0" y="282734"/>
          <a:ext cx="11046047" cy="63441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7296" tIns="395732" rIns="857296" bIns="170688" numCol="1" spcCol="1270" anchor="t" anchorCtr="0">
          <a:noAutofit/>
        </a:bodyPr>
        <a:lstStyle/>
        <a:p>
          <a:pPr marL="228600" lvl="1" indent="-228600" algn="just" defTabSz="1066800">
            <a:lnSpc>
              <a:spcPct val="90000"/>
            </a:lnSpc>
            <a:spcBef>
              <a:spcPct val="0"/>
            </a:spcBef>
            <a:spcAft>
              <a:spcPct val="15000"/>
            </a:spcAft>
            <a:buChar char="••"/>
          </a:pPr>
          <a:r>
            <a:rPr lang="en-US" sz="2400" kern="1200" dirty="0"/>
            <a:t>An electrocardiogram is a painless, noninvasive way to help diagnose many common heart problems in people of all ages. </a:t>
          </a:r>
          <a:endParaRPr lang="en-IN" sz="2400" kern="1200" dirty="0"/>
        </a:p>
        <a:p>
          <a:pPr marL="228600" lvl="1" indent="-228600" algn="just" defTabSz="1066800">
            <a:lnSpc>
              <a:spcPct val="90000"/>
            </a:lnSpc>
            <a:spcBef>
              <a:spcPct val="0"/>
            </a:spcBef>
            <a:spcAft>
              <a:spcPct val="15000"/>
            </a:spcAft>
            <a:buChar char="••"/>
          </a:pPr>
          <a:r>
            <a:rPr lang="en-US" sz="2400" kern="1200" dirty="0"/>
            <a:t>Your doctor may use an electrocardiogram to determine or detect:</a:t>
          </a:r>
        </a:p>
        <a:p>
          <a:pPr marL="457200" lvl="2" indent="-228600" algn="just" defTabSz="1022350">
            <a:lnSpc>
              <a:spcPct val="90000"/>
            </a:lnSpc>
            <a:spcBef>
              <a:spcPct val="0"/>
            </a:spcBef>
            <a:spcAft>
              <a:spcPct val="15000"/>
            </a:spcAft>
            <a:buChar char="••"/>
          </a:pPr>
          <a:r>
            <a:rPr lang="en-US" sz="2300" kern="1200" dirty="0"/>
            <a:t>Abnormal heart rhythm (arrhythmias)</a:t>
          </a:r>
        </a:p>
        <a:p>
          <a:pPr marL="457200" lvl="2" indent="-228600" algn="just" defTabSz="1022350">
            <a:lnSpc>
              <a:spcPct val="90000"/>
            </a:lnSpc>
            <a:spcBef>
              <a:spcPct val="0"/>
            </a:spcBef>
            <a:spcAft>
              <a:spcPct val="15000"/>
            </a:spcAft>
            <a:buChar char="••"/>
          </a:pPr>
          <a:r>
            <a:rPr lang="en-US" sz="2300" kern="1200" dirty="0"/>
            <a:t>If blocked or narrowed arteries in your heart (coronary artery disease) are causing chest pain or a heart attack</a:t>
          </a:r>
        </a:p>
        <a:p>
          <a:pPr marL="457200" lvl="2" indent="-228600" algn="just" defTabSz="1022350">
            <a:lnSpc>
              <a:spcPct val="90000"/>
            </a:lnSpc>
            <a:spcBef>
              <a:spcPct val="0"/>
            </a:spcBef>
            <a:spcAft>
              <a:spcPct val="15000"/>
            </a:spcAft>
            <a:buChar char="••"/>
          </a:pPr>
          <a:r>
            <a:rPr lang="en-US" sz="2300" kern="1200" dirty="0"/>
            <a:t>Whether you have had a previous heart attack</a:t>
          </a:r>
        </a:p>
        <a:p>
          <a:pPr marL="457200" lvl="2" indent="-228600" algn="just" defTabSz="1022350">
            <a:lnSpc>
              <a:spcPct val="90000"/>
            </a:lnSpc>
            <a:spcBef>
              <a:spcPct val="0"/>
            </a:spcBef>
            <a:spcAft>
              <a:spcPct val="15000"/>
            </a:spcAft>
            <a:buChar char="••"/>
          </a:pPr>
          <a:r>
            <a:rPr lang="en-US" sz="2300" kern="1200" dirty="0"/>
            <a:t>How well certain heart disease treatments, such as a pacemaker, are working.</a:t>
          </a:r>
        </a:p>
        <a:p>
          <a:pPr marL="228600" lvl="1" indent="-228600" algn="just" defTabSz="1066800">
            <a:lnSpc>
              <a:spcPct val="90000"/>
            </a:lnSpc>
            <a:spcBef>
              <a:spcPct val="0"/>
            </a:spcBef>
            <a:spcAft>
              <a:spcPct val="15000"/>
            </a:spcAft>
            <a:buChar char="••"/>
          </a:pPr>
          <a:r>
            <a:rPr lang="en-US" sz="2400" kern="1200" dirty="0"/>
            <a:t>You may need an ECG if you have any of the following signs and symptoms:</a:t>
          </a:r>
        </a:p>
        <a:p>
          <a:pPr marL="457200" lvl="2" indent="-228600" algn="just" defTabSz="1022350">
            <a:lnSpc>
              <a:spcPct val="90000"/>
            </a:lnSpc>
            <a:spcBef>
              <a:spcPct val="0"/>
            </a:spcBef>
            <a:spcAft>
              <a:spcPct val="15000"/>
            </a:spcAft>
            <a:buChar char="••"/>
          </a:pPr>
          <a:r>
            <a:rPr lang="en-US" sz="2300" kern="1200" dirty="0"/>
            <a:t>Chest pain</a:t>
          </a:r>
        </a:p>
        <a:p>
          <a:pPr marL="457200" lvl="2" indent="-228600" algn="just" defTabSz="1022350">
            <a:lnSpc>
              <a:spcPct val="90000"/>
            </a:lnSpc>
            <a:spcBef>
              <a:spcPct val="0"/>
            </a:spcBef>
            <a:spcAft>
              <a:spcPct val="15000"/>
            </a:spcAft>
            <a:buChar char="••"/>
          </a:pPr>
          <a:r>
            <a:rPr lang="en-US" sz="2300" kern="1200" dirty="0"/>
            <a:t>Dizziness, lightheadedness or confusion</a:t>
          </a:r>
        </a:p>
        <a:p>
          <a:pPr marL="457200" lvl="2" indent="-228600" algn="just" defTabSz="1022350">
            <a:lnSpc>
              <a:spcPct val="90000"/>
            </a:lnSpc>
            <a:spcBef>
              <a:spcPct val="0"/>
            </a:spcBef>
            <a:spcAft>
              <a:spcPct val="15000"/>
            </a:spcAft>
            <a:buChar char="••"/>
          </a:pPr>
          <a:r>
            <a:rPr lang="en-US" sz="2300" kern="1200" dirty="0"/>
            <a:t>Heart palpitations</a:t>
          </a:r>
        </a:p>
        <a:p>
          <a:pPr marL="457200" lvl="2" indent="-228600" algn="just" defTabSz="1022350">
            <a:lnSpc>
              <a:spcPct val="90000"/>
            </a:lnSpc>
            <a:spcBef>
              <a:spcPct val="0"/>
            </a:spcBef>
            <a:spcAft>
              <a:spcPct val="15000"/>
            </a:spcAft>
            <a:buChar char="••"/>
          </a:pPr>
          <a:r>
            <a:rPr lang="en-US" sz="2300" kern="1200" dirty="0"/>
            <a:t>Rapid pulse</a:t>
          </a:r>
        </a:p>
        <a:p>
          <a:pPr marL="457200" lvl="2" indent="-228600" algn="just" defTabSz="1022350">
            <a:lnSpc>
              <a:spcPct val="90000"/>
            </a:lnSpc>
            <a:spcBef>
              <a:spcPct val="0"/>
            </a:spcBef>
            <a:spcAft>
              <a:spcPct val="15000"/>
            </a:spcAft>
            <a:buChar char="••"/>
          </a:pPr>
          <a:r>
            <a:rPr lang="en-US" sz="2300" kern="1200" dirty="0"/>
            <a:t>Shortness of breath</a:t>
          </a:r>
        </a:p>
        <a:p>
          <a:pPr marL="457200" lvl="2" indent="-228600" algn="just" defTabSz="1022350">
            <a:lnSpc>
              <a:spcPct val="90000"/>
            </a:lnSpc>
            <a:spcBef>
              <a:spcPct val="0"/>
            </a:spcBef>
            <a:spcAft>
              <a:spcPct val="15000"/>
            </a:spcAft>
            <a:buChar char="••"/>
          </a:pPr>
          <a:r>
            <a:rPr lang="en-US" sz="2300" kern="1200" dirty="0"/>
            <a:t>Weakness, fatigue or a decline in ability to exercise</a:t>
          </a:r>
        </a:p>
      </dsp:txBody>
      <dsp:txXfrm>
        <a:off x="0" y="282734"/>
        <a:ext cx="11046047" cy="6344100"/>
      </dsp:txXfrm>
    </dsp:sp>
    <dsp:sp modelId="{ED81C946-0823-4DE2-830E-CDEFE20199B7}">
      <dsp:nvSpPr>
        <dsp:cNvPr id="0" name=""/>
        <dsp:cNvSpPr/>
      </dsp:nvSpPr>
      <dsp:spPr>
        <a:xfrm>
          <a:off x="552302" y="2294"/>
          <a:ext cx="7732232"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260" tIns="0" rIns="292260" bIns="0" numCol="1" spcCol="1270" anchor="ctr" anchorCtr="0">
          <a:noAutofit/>
        </a:bodyPr>
        <a:lstStyle/>
        <a:p>
          <a:pPr lvl="0" algn="l" defTabSz="1422400">
            <a:lnSpc>
              <a:spcPct val="90000"/>
            </a:lnSpc>
            <a:spcBef>
              <a:spcPct val="0"/>
            </a:spcBef>
            <a:spcAft>
              <a:spcPct val="35000"/>
            </a:spcAft>
          </a:pPr>
          <a:r>
            <a:rPr lang="en-IN" sz="3200" b="1" kern="1200" dirty="0">
              <a:latin typeface="+mj-lt"/>
              <a:cs typeface="Times New Roman" panose="02020603050405020304" pitchFamily="18" charset="0"/>
            </a:rPr>
            <a:t>WHEN ECG BEING DONE</a:t>
          </a:r>
          <a:endParaRPr lang="en-IN" sz="3200" kern="1200" dirty="0">
            <a:latin typeface="+mj-lt"/>
          </a:endParaRPr>
        </a:p>
      </dsp:txBody>
      <dsp:txXfrm>
        <a:off x="579682" y="29674"/>
        <a:ext cx="7677472" cy="50612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C7C02B-CF03-4A35-B2B5-2C857D89B7FD}">
      <dsp:nvSpPr>
        <dsp:cNvPr id="0" name=""/>
        <dsp:cNvSpPr/>
      </dsp:nvSpPr>
      <dsp:spPr>
        <a:xfrm>
          <a:off x="0" y="252611"/>
          <a:ext cx="6070008" cy="5528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IN" sz="2400" b="1" kern="1200" dirty="0">
              <a:latin typeface="+mj-lt"/>
              <a:cs typeface="Times New Roman" panose="02020603050405020304" pitchFamily="18" charset="0"/>
            </a:rPr>
            <a:t>PROCEDURE OF ECG</a:t>
          </a:r>
          <a:endParaRPr lang="en-IN" sz="2400" kern="1200" dirty="0">
            <a:latin typeface="+mj-lt"/>
          </a:endParaRPr>
        </a:p>
      </dsp:txBody>
      <dsp:txXfrm>
        <a:off x="26987" y="279598"/>
        <a:ext cx="6016034" cy="498851"/>
      </dsp:txXfrm>
    </dsp:sp>
    <dsp:sp modelId="{860F6274-A2F1-4D09-BFA1-74F2C03703AB}">
      <dsp:nvSpPr>
        <dsp:cNvPr id="0" name=""/>
        <dsp:cNvSpPr/>
      </dsp:nvSpPr>
      <dsp:spPr>
        <a:xfrm>
          <a:off x="0" y="805436"/>
          <a:ext cx="6070008" cy="558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2723" tIns="34290" rIns="192024" bIns="34290" numCol="1" spcCol="1270" anchor="t" anchorCtr="0">
          <a:noAutofit/>
        </a:bodyPr>
        <a:lstStyle/>
        <a:p>
          <a:pPr marL="228600" lvl="1" indent="-228600" algn="just" defTabSz="933450">
            <a:lnSpc>
              <a:spcPct val="90000"/>
            </a:lnSpc>
            <a:spcBef>
              <a:spcPct val="0"/>
            </a:spcBef>
            <a:spcAft>
              <a:spcPct val="20000"/>
            </a:spcAft>
            <a:buChar char="••"/>
          </a:pPr>
          <a:r>
            <a:rPr lang="en-US" sz="2100" b="0" i="0" kern="1200" dirty="0"/>
            <a:t>The electrical activity of the heart can be measured on the surface of the skin – even as far from the heart as on your arms or legs. The standard “12-lead ECG” uses a total of ten electrodes: six on your chest, and then one each on your lower arms and calves.</a:t>
          </a:r>
          <a:endParaRPr lang="en-IN" sz="2100" kern="1200" dirty="0"/>
        </a:p>
        <a:p>
          <a:pPr marL="228600" lvl="1" indent="-228600" algn="just" defTabSz="933450">
            <a:lnSpc>
              <a:spcPct val="90000"/>
            </a:lnSpc>
            <a:spcBef>
              <a:spcPct val="0"/>
            </a:spcBef>
            <a:spcAft>
              <a:spcPct val="20000"/>
            </a:spcAft>
            <a:buChar char="••"/>
          </a:pPr>
          <a:r>
            <a:rPr lang="en-US" sz="2100" kern="1200" dirty="0"/>
            <a:t>During the test you'll lie flat while a computer creates a picture, on graph paper, of the electrical impulses that move through your heart. </a:t>
          </a:r>
        </a:p>
        <a:p>
          <a:pPr marL="228600" lvl="1" indent="-228600" algn="just" defTabSz="933450">
            <a:lnSpc>
              <a:spcPct val="90000"/>
            </a:lnSpc>
            <a:spcBef>
              <a:spcPct val="0"/>
            </a:spcBef>
            <a:spcAft>
              <a:spcPct val="20000"/>
            </a:spcAft>
            <a:buChar char="••"/>
          </a:pPr>
          <a:r>
            <a:rPr lang="en-US" sz="2100" kern="1200" dirty="0"/>
            <a:t>This is called a "resting“ EKG, although the same test may be used to check your heart while you exercise.</a:t>
          </a:r>
        </a:p>
        <a:p>
          <a:pPr marL="228600" lvl="1" indent="-228600" algn="just" defTabSz="933450">
            <a:lnSpc>
              <a:spcPct val="90000"/>
            </a:lnSpc>
            <a:spcBef>
              <a:spcPct val="0"/>
            </a:spcBef>
            <a:spcAft>
              <a:spcPct val="20000"/>
            </a:spcAft>
            <a:buChar char="••"/>
          </a:pPr>
          <a:r>
            <a:rPr lang="en-US" sz="2100" kern="1200" dirty="0"/>
            <a:t>It takes about 10 minutes to attach the electrodes and complete the test, but the actual recording takes only a few seconds.</a:t>
          </a:r>
        </a:p>
        <a:p>
          <a:pPr marL="228600" lvl="1" indent="-228600" algn="just" defTabSz="933450">
            <a:lnSpc>
              <a:spcPct val="90000"/>
            </a:lnSpc>
            <a:spcBef>
              <a:spcPct val="0"/>
            </a:spcBef>
            <a:spcAft>
              <a:spcPct val="20000"/>
            </a:spcAft>
            <a:buChar char="••"/>
          </a:pPr>
          <a:r>
            <a:rPr lang="en-US" sz="2100" kern="1200" dirty="0"/>
            <a:t>Your doctor will keep your EKG patterns on file so that he can compare them to tests you get in the future.</a:t>
          </a:r>
        </a:p>
      </dsp:txBody>
      <dsp:txXfrm>
        <a:off x="0" y="805436"/>
        <a:ext cx="6070008" cy="558900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13A931-C8C9-4A55-86C5-3B63D6B98850}">
      <dsp:nvSpPr>
        <dsp:cNvPr id="0" name=""/>
        <dsp:cNvSpPr/>
      </dsp:nvSpPr>
      <dsp:spPr>
        <a:xfrm>
          <a:off x="0" y="7337"/>
          <a:ext cx="11003518" cy="777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buFont typeface="Wingdings" panose="05000000000000000000" pitchFamily="2" charset="2"/>
            <a:buChar char="Ø"/>
          </a:pPr>
          <a:r>
            <a:rPr lang="en-US" sz="3600" b="1" kern="1200" dirty="0">
              <a:solidFill>
                <a:schemeClr val="bg1"/>
              </a:solidFill>
              <a:effectLst>
                <a:outerShdw blurRad="38100" dist="38100" dir="2700000" algn="tl">
                  <a:srgbClr val="000000">
                    <a:alpha val="43137"/>
                  </a:srgbClr>
                </a:outerShdw>
              </a:effectLst>
              <a:latin typeface="+mj-lt"/>
              <a:ea typeface="+mn-ea"/>
              <a:cs typeface="+mn-cs"/>
            </a:rPr>
            <a:t>Electroencephalogram (EEG)</a:t>
          </a:r>
          <a:endParaRPr lang="en-IN" sz="3600" b="1" kern="1200" dirty="0">
            <a:solidFill>
              <a:schemeClr val="bg1"/>
            </a:solidFill>
            <a:effectLst>
              <a:outerShdw blurRad="38100" dist="38100" dir="2700000" algn="tl">
                <a:srgbClr val="000000">
                  <a:alpha val="43137"/>
                </a:srgbClr>
              </a:outerShdw>
            </a:effectLst>
            <a:latin typeface="+mj-lt"/>
          </a:endParaRPr>
        </a:p>
      </dsp:txBody>
      <dsp:txXfrm>
        <a:off x="0" y="7337"/>
        <a:ext cx="11003518" cy="777600"/>
      </dsp:txXfrm>
    </dsp:sp>
    <dsp:sp modelId="{A49C4A53-02CF-41E0-87D2-A97F84019F07}">
      <dsp:nvSpPr>
        <dsp:cNvPr id="0" name=""/>
        <dsp:cNvSpPr/>
      </dsp:nvSpPr>
      <dsp:spPr>
        <a:xfrm>
          <a:off x="0" y="784937"/>
          <a:ext cx="11003518" cy="59291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just" defTabSz="1200150">
            <a:lnSpc>
              <a:spcPct val="90000"/>
            </a:lnSpc>
            <a:spcBef>
              <a:spcPct val="0"/>
            </a:spcBef>
            <a:spcAft>
              <a:spcPct val="15000"/>
            </a:spcAft>
            <a:buChar char="••"/>
          </a:pPr>
          <a:r>
            <a:rPr lang="en-US" sz="2700" b="0" i="0" kern="1200" dirty="0"/>
            <a:t>An EEG, or </a:t>
          </a:r>
          <a:r>
            <a:rPr lang="en-US" sz="2700" b="1" i="0" kern="1200" dirty="0">
              <a:solidFill>
                <a:schemeClr val="accent6">
                  <a:lumMod val="50000"/>
                </a:schemeClr>
              </a:solidFill>
            </a:rPr>
            <a:t>electroencephalogram</a:t>
          </a:r>
          <a:r>
            <a:rPr lang="en-US" sz="2700" b="0" i="0" kern="1200" dirty="0"/>
            <a:t>, is a test that records the electrical signals of the </a:t>
          </a:r>
          <a:r>
            <a:rPr lang="en-US" sz="2700" b="1" i="0" kern="1200" dirty="0">
              <a:solidFill>
                <a:schemeClr val="accent6">
                  <a:lumMod val="50000"/>
                </a:schemeClr>
              </a:solidFill>
            </a:rPr>
            <a:t>brain</a:t>
          </a:r>
          <a:r>
            <a:rPr lang="en-US" sz="2700" b="0" i="0" kern="1200" dirty="0"/>
            <a:t> by using small metal discs (called electrodes) that are attached to your scalp. </a:t>
          </a:r>
          <a:endParaRPr lang="en-IN" sz="2700" kern="1200" dirty="0"/>
        </a:p>
        <a:p>
          <a:pPr marL="228600" lvl="1" indent="-228600" algn="just" defTabSz="1200150">
            <a:lnSpc>
              <a:spcPct val="90000"/>
            </a:lnSpc>
            <a:spcBef>
              <a:spcPct val="0"/>
            </a:spcBef>
            <a:spcAft>
              <a:spcPct val="15000"/>
            </a:spcAft>
            <a:buChar char="••"/>
          </a:pPr>
          <a:r>
            <a:rPr lang="en-US" sz="2700" b="0" i="0" kern="1200" dirty="0"/>
            <a:t>The </a:t>
          </a:r>
          <a:r>
            <a:rPr lang="en-US" sz="2700" b="1" i="0" kern="1200" dirty="0"/>
            <a:t>electrodes detect tiny electrical charges that result from the activity of your brain cells</a:t>
          </a:r>
          <a:r>
            <a:rPr lang="en-US" sz="2700" b="0" i="0" kern="1200" dirty="0"/>
            <a:t>.</a:t>
          </a:r>
          <a:endParaRPr lang="en-IN" sz="2700" kern="1200" dirty="0"/>
        </a:p>
        <a:p>
          <a:pPr marL="228600" lvl="1" indent="-228600" algn="just" defTabSz="1200150">
            <a:lnSpc>
              <a:spcPct val="90000"/>
            </a:lnSpc>
            <a:spcBef>
              <a:spcPct val="0"/>
            </a:spcBef>
            <a:spcAft>
              <a:spcPct val="15000"/>
            </a:spcAft>
            <a:buChar char="••"/>
          </a:pPr>
          <a:r>
            <a:rPr lang="en-US" sz="2700" b="0" i="0" kern="1200" dirty="0"/>
            <a:t>Your brain cells communicate with each other using electrical impulses. They’re always working, even if you’re asleep. </a:t>
          </a:r>
          <a:endParaRPr lang="en-IN" sz="2700" kern="1200" dirty="0"/>
        </a:p>
        <a:p>
          <a:pPr marL="228600" lvl="1" indent="-228600" algn="just" defTabSz="1200150">
            <a:lnSpc>
              <a:spcPct val="90000"/>
            </a:lnSpc>
            <a:spcBef>
              <a:spcPct val="0"/>
            </a:spcBef>
            <a:spcAft>
              <a:spcPct val="15000"/>
            </a:spcAft>
            <a:buChar char="••"/>
          </a:pPr>
          <a:r>
            <a:rPr lang="en-US" sz="2700" b="0" i="0" kern="1200" dirty="0"/>
            <a:t>That brain activity will show up on an </a:t>
          </a:r>
          <a:r>
            <a:rPr lang="en-US" sz="2700" b="1" i="0" kern="1200" dirty="0"/>
            <a:t>EEG recording </a:t>
          </a:r>
          <a:r>
            <a:rPr lang="en-US" sz="2700" b="0" i="0" kern="1200" dirty="0"/>
            <a:t>as wavy lines. It’s a </a:t>
          </a:r>
          <a:r>
            <a:rPr lang="en-US" sz="2700" b="1" i="0" kern="1200" dirty="0"/>
            <a:t>snapshot in time of the electrical activity in your brain</a:t>
          </a:r>
          <a:r>
            <a:rPr lang="en-US" sz="2700" b="0" i="0" kern="1200" dirty="0"/>
            <a:t>.  </a:t>
          </a:r>
          <a:endParaRPr lang="en-IN" sz="2700" kern="1200" dirty="0"/>
        </a:p>
        <a:p>
          <a:pPr marL="228600" lvl="1" indent="-228600" algn="just" defTabSz="1200150">
            <a:lnSpc>
              <a:spcPct val="90000"/>
            </a:lnSpc>
            <a:spcBef>
              <a:spcPct val="0"/>
            </a:spcBef>
            <a:spcAft>
              <a:spcPct val="15000"/>
            </a:spcAft>
            <a:buChar char="••"/>
          </a:pPr>
          <a:r>
            <a:rPr lang="en-US" sz="2700" b="0" i="0" kern="1200" dirty="0"/>
            <a:t>The charges are amplified and appear as a graph on a computer screen, or as a recording that may be printed out on paper. Your healthcare provider then interprets the reading.</a:t>
          </a:r>
          <a:endParaRPr lang="en-IN" sz="2700" kern="1200" dirty="0"/>
        </a:p>
        <a:p>
          <a:pPr marL="228600" lvl="1" indent="-228600" algn="just" defTabSz="1200150">
            <a:lnSpc>
              <a:spcPct val="90000"/>
            </a:lnSpc>
            <a:spcBef>
              <a:spcPct val="0"/>
            </a:spcBef>
            <a:spcAft>
              <a:spcPct val="15000"/>
            </a:spcAft>
            <a:buChar char="••"/>
          </a:pPr>
          <a:r>
            <a:rPr lang="en-US" sz="2700" b="0" i="0" kern="1200" dirty="0"/>
            <a:t>An EEG is a test can detects abnormalities in your brain waves, or in the electrical activity of your brain.</a:t>
          </a:r>
          <a:endParaRPr lang="en-IN" sz="2700" kern="1200" dirty="0"/>
        </a:p>
      </dsp:txBody>
      <dsp:txXfrm>
        <a:off x="0" y="784937"/>
        <a:ext cx="11003518" cy="592919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93926A-5EEF-4F59-BD96-28B57B86A9F1}">
      <dsp:nvSpPr>
        <dsp:cNvPr id="0" name=""/>
        <dsp:cNvSpPr/>
      </dsp:nvSpPr>
      <dsp:spPr>
        <a:xfrm>
          <a:off x="0" y="217080"/>
          <a:ext cx="11035414" cy="5615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IN" sz="2400" b="1" i="0" kern="1200" dirty="0"/>
            <a:t>EEG Procedure</a:t>
          </a:r>
          <a:endParaRPr lang="en-IN" sz="2400" kern="1200" dirty="0"/>
        </a:p>
      </dsp:txBody>
      <dsp:txXfrm>
        <a:off x="27415" y="244495"/>
        <a:ext cx="10980584" cy="506769"/>
      </dsp:txXfrm>
    </dsp:sp>
    <dsp:sp modelId="{3868DC31-1FA7-4CB0-B8A8-E3306E4F013C}">
      <dsp:nvSpPr>
        <dsp:cNvPr id="0" name=""/>
        <dsp:cNvSpPr/>
      </dsp:nvSpPr>
      <dsp:spPr>
        <a:xfrm>
          <a:off x="0" y="778680"/>
          <a:ext cx="11035414" cy="5862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0374" tIns="30480" rIns="170688" bIns="30480" numCol="1" spcCol="1270" anchor="t" anchorCtr="0">
          <a:noAutofit/>
        </a:bodyPr>
        <a:lstStyle/>
        <a:p>
          <a:pPr marL="171450" lvl="1" indent="-171450" algn="just" defTabSz="844550">
            <a:lnSpc>
              <a:spcPct val="90000"/>
            </a:lnSpc>
            <a:spcBef>
              <a:spcPct val="0"/>
            </a:spcBef>
            <a:spcAft>
              <a:spcPct val="20000"/>
            </a:spcAft>
            <a:buChar char="••"/>
          </a:pPr>
          <a:r>
            <a:rPr lang="en-US" sz="1900" b="0" i="0" kern="1200" dirty="0"/>
            <a:t>The EEG has been used for many years and is considered a safe procedure. The test causes no discomfort. </a:t>
          </a:r>
          <a:endParaRPr lang="en-IN" sz="1900" kern="1200" dirty="0"/>
        </a:p>
        <a:p>
          <a:pPr marL="171450" lvl="1" indent="-171450" algn="just" defTabSz="844550">
            <a:lnSpc>
              <a:spcPct val="90000"/>
            </a:lnSpc>
            <a:spcBef>
              <a:spcPct val="0"/>
            </a:spcBef>
            <a:spcAft>
              <a:spcPct val="20000"/>
            </a:spcAft>
            <a:buChar char="••"/>
          </a:pPr>
          <a:r>
            <a:rPr lang="en-US" sz="1900" b="0" i="0" kern="1200" dirty="0"/>
            <a:t>The electrodes record activity. They do not produce any sensation. In addition, there is no risk of getting an electric shock.</a:t>
          </a:r>
          <a:endParaRPr lang="en-IN" sz="1900" kern="1200" dirty="0"/>
        </a:p>
        <a:p>
          <a:pPr marL="171450" lvl="1" indent="-171450" algn="just" defTabSz="844550">
            <a:lnSpc>
              <a:spcPct val="90000"/>
            </a:lnSpc>
            <a:spcBef>
              <a:spcPct val="0"/>
            </a:spcBef>
            <a:spcAft>
              <a:spcPct val="20000"/>
            </a:spcAft>
            <a:buChar char="••"/>
          </a:pPr>
          <a:r>
            <a:rPr lang="en-US" sz="1900" b="0" i="0" kern="1200" dirty="0"/>
            <a:t>You lie down on the exam table or bed, and a technician puts about 20 small sensors on your scalp. </a:t>
          </a:r>
          <a:endParaRPr lang="en-IN" sz="1900" kern="1200" dirty="0"/>
        </a:p>
        <a:p>
          <a:pPr marL="171450" lvl="1" indent="-171450" algn="just" defTabSz="844550">
            <a:lnSpc>
              <a:spcPct val="90000"/>
            </a:lnSpc>
            <a:spcBef>
              <a:spcPct val="0"/>
            </a:spcBef>
            <a:spcAft>
              <a:spcPct val="20000"/>
            </a:spcAft>
            <a:buChar char="••"/>
          </a:pPr>
          <a:r>
            <a:rPr lang="en-US" sz="1900" kern="1200" dirty="0"/>
            <a:t>The technician will measure your head and mark where to place the electrodes. These spots are scrubbed with a special cream that helps the electrodes get a high-quality reading</a:t>
          </a:r>
          <a:endParaRPr lang="en-IN" sz="1900" kern="1200" dirty="0"/>
        </a:p>
        <a:p>
          <a:pPr marL="171450" lvl="1" indent="-171450" algn="just" defTabSz="844550">
            <a:lnSpc>
              <a:spcPct val="90000"/>
            </a:lnSpc>
            <a:spcBef>
              <a:spcPct val="0"/>
            </a:spcBef>
            <a:spcAft>
              <a:spcPct val="20000"/>
            </a:spcAft>
            <a:buChar char="••"/>
          </a:pPr>
          <a:r>
            <a:rPr lang="en-US" sz="1900" b="0" i="0" kern="1200" dirty="0"/>
            <a:t>The placement of the electrodes on the cranium in order to take the EEG is called </a:t>
          </a:r>
          <a:r>
            <a:rPr lang="en-US" sz="1900" b="1" i="0" kern="1200" dirty="0"/>
            <a:t>the montage.</a:t>
          </a:r>
          <a:endParaRPr lang="en-IN" sz="1900" kern="1200" dirty="0"/>
        </a:p>
        <a:p>
          <a:pPr marL="171450" lvl="1" indent="-171450" algn="just" defTabSz="844550">
            <a:lnSpc>
              <a:spcPct val="90000"/>
            </a:lnSpc>
            <a:spcBef>
              <a:spcPct val="0"/>
            </a:spcBef>
            <a:spcAft>
              <a:spcPct val="20000"/>
            </a:spcAft>
            <a:buChar char="••"/>
          </a:pPr>
          <a:r>
            <a:rPr lang="en-US" sz="1900" b="0" i="0" kern="1200" dirty="0"/>
            <a:t>The position of each electrode is specified using the International 10/20 system. Each electrode site is labeled with a letter and a number. </a:t>
          </a:r>
          <a:r>
            <a:rPr lang="en-US" sz="1900" b="1" i="0" kern="1200" dirty="0"/>
            <a:t>Even number denotes the right side of the head </a:t>
          </a:r>
          <a:r>
            <a:rPr lang="en-US" sz="1900" b="0" i="0" kern="1200" dirty="0"/>
            <a:t>and </a:t>
          </a:r>
          <a:r>
            <a:rPr lang="en-US" sz="1900" b="1" i="0" kern="1200" dirty="0"/>
            <a:t>odd number denotes the left side</a:t>
          </a:r>
          <a:r>
            <a:rPr lang="en-US" sz="1900" b="0" i="0" kern="1200" dirty="0"/>
            <a:t>. </a:t>
          </a:r>
          <a:endParaRPr lang="en-IN" sz="1900" kern="1200" dirty="0"/>
        </a:p>
        <a:p>
          <a:pPr marL="171450" lvl="1" indent="-171450" algn="just" defTabSz="844550">
            <a:lnSpc>
              <a:spcPct val="90000"/>
            </a:lnSpc>
            <a:spcBef>
              <a:spcPct val="0"/>
            </a:spcBef>
            <a:spcAft>
              <a:spcPct val="20000"/>
            </a:spcAft>
            <a:buChar char="••"/>
          </a:pPr>
          <a:r>
            <a:rPr lang="en-US" sz="1900" b="0" i="0" kern="1200" dirty="0"/>
            <a:t>These sensors, called electrodes, pick up electrical activity from cells inside your brain called neurons and send them to a machine, where they show up as a series of lines recorded on paper or displayed on a computer screen.</a:t>
          </a:r>
          <a:endParaRPr lang="en-IN" sz="1900" kern="1200" dirty="0"/>
        </a:p>
        <a:p>
          <a:pPr marL="171450" lvl="1" indent="-171450" algn="just" defTabSz="844550">
            <a:lnSpc>
              <a:spcPct val="90000"/>
            </a:lnSpc>
            <a:spcBef>
              <a:spcPct val="0"/>
            </a:spcBef>
            <a:spcAft>
              <a:spcPct val="20000"/>
            </a:spcAft>
            <a:buChar char="••"/>
          </a:pPr>
          <a:r>
            <a:rPr lang="en-US" sz="1900" b="0" i="0" kern="1200" dirty="0"/>
            <a:t>Once the recording begins, you’ll be asked to remain still.</a:t>
          </a:r>
          <a:endParaRPr lang="en-IN" sz="1900" kern="1200" dirty="0"/>
        </a:p>
        <a:p>
          <a:pPr marL="171450" lvl="1" indent="-171450" algn="just" defTabSz="844550">
            <a:lnSpc>
              <a:spcPct val="90000"/>
            </a:lnSpc>
            <a:spcBef>
              <a:spcPct val="0"/>
            </a:spcBef>
            <a:spcAft>
              <a:spcPct val="20000"/>
            </a:spcAft>
            <a:buChar char="••"/>
          </a:pPr>
          <a:r>
            <a:rPr lang="en-US" sz="1900" b="0" i="0" kern="1200" dirty="0"/>
            <a:t>The technician may instruct you to do certain things while the test is in progress. They may ask you to lie still, close your eyes, breathe deeply, or look at stimuli (such as a flashing light or a picture), because these activities can change your brainwave patterns. </a:t>
          </a:r>
          <a:endParaRPr lang="en-IN" sz="1900" kern="1200" dirty="0"/>
        </a:p>
        <a:p>
          <a:pPr marL="342900" lvl="2" indent="-171450" algn="just" defTabSz="844550">
            <a:lnSpc>
              <a:spcPct val="90000"/>
            </a:lnSpc>
            <a:spcBef>
              <a:spcPct val="0"/>
            </a:spcBef>
            <a:spcAft>
              <a:spcPct val="20000"/>
            </a:spcAft>
            <a:buChar char="••"/>
          </a:pPr>
          <a:r>
            <a:rPr lang="en-US" sz="1900" kern="1200" dirty="0"/>
            <a:t>For instance when a person moves his arms and legs, the EEG generated from frontal lobe.</a:t>
          </a:r>
          <a:endParaRPr lang="en-IN" sz="1900" kern="1200" dirty="0"/>
        </a:p>
        <a:p>
          <a:pPr marL="171450" lvl="1" indent="-171450" algn="just" defTabSz="844550">
            <a:lnSpc>
              <a:spcPct val="90000"/>
            </a:lnSpc>
            <a:spcBef>
              <a:spcPct val="0"/>
            </a:spcBef>
            <a:spcAft>
              <a:spcPct val="20000"/>
            </a:spcAft>
            <a:buChar char="••"/>
          </a:pPr>
          <a:r>
            <a:rPr lang="en-US" sz="1900" b="0" i="0" kern="1200" dirty="0"/>
            <a:t>The machine is only recording the activity of the brain and doesn’t stimulate it.</a:t>
          </a:r>
          <a:endParaRPr lang="en-IN" sz="1900" kern="1200" dirty="0"/>
        </a:p>
      </dsp:txBody>
      <dsp:txXfrm>
        <a:off x="0" y="778680"/>
        <a:ext cx="11035414" cy="586224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40CB4-8988-47F0-AE54-01366671155D}">
      <dsp:nvSpPr>
        <dsp:cNvPr id="0" name=""/>
        <dsp:cNvSpPr/>
      </dsp:nvSpPr>
      <dsp:spPr>
        <a:xfrm>
          <a:off x="0" y="547104"/>
          <a:ext cx="6604665" cy="59408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12595" tIns="479044" rIns="512595" bIns="163576" numCol="1" spcCol="1270" anchor="t" anchorCtr="0">
          <a:noAutofit/>
        </a:bodyPr>
        <a:lstStyle/>
        <a:p>
          <a:pPr marL="228600" lvl="1" indent="-228600" algn="l" defTabSz="1022350">
            <a:lnSpc>
              <a:spcPct val="90000"/>
            </a:lnSpc>
            <a:spcBef>
              <a:spcPct val="0"/>
            </a:spcBef>
            <a:spcAft>
              <a:spcPct val="15000"/>
            </a:spcAft>
            <a:buFont typeface="Arial" charset="0"/>
            <a:buChar char="••"/>
          </a:pPr>
          <a:r>
            <a:rPr lang="en-US" sz="2300" b="1" kern="1200" dirty="0">
              <a:ea typeface="ヒラギノ角ゴ ProN W6" charset="0"/>
              <a:cs typeface="ヒラギノ角ゴ ProN W6" charset="0"/>
            </a:rPr>
            <a:t>Volume conduction</a:t>
          </a:r>
          <a:endParaRPr lang="en-IN" sz="2300" kern="1200" dirty="0"/>
        </a:p>
        <a:p>
          <a:pPr marL="228600" lvl="1" indent="-228600" algn="just" defTabSz="1022350">
            <a:lnSpc>
              <a:spcPct val="90000"/>
            </a:lnSpc>
            <a:spcBef>
              <a:spcPct val="0"/>
            </a:spcBef>
            <a:spcAft>
              <a:spcPct val="15000"/>
            </a:spcAft>
            <a:buChar char="••"/>
          </a:pPr>
          <a:r>
            <a:rPr lang="en-US" sz="2300" kern="1200" dirty="0">
              <a:ea typeface="ヒラギノ角ゴ ProN W6" charset="0"/>
              <a:cs typeface="ヒラギノ角ゴ ProN W6" charset="0"/>
            </a:rPr>
            <a:t>Ions are constantly flowing in and out of neurons to maintain resting potential and propagate action potentials. </a:t>
          </a:r>
        </a:p>
        <a:p>
          <a:pPr marL="228600" lvl="1" indent="-228600" algn="just" defTabSz="1022350">
            <a:lnSpc>
              <a:spcPct val="90000"/>
            </a:lnSpc>
            <a:spcBef>
              <a:spcPct val="0"/>
            </a:spcBef>
            <a:spcAft>
              <a:spcPct val="15000"/>
            </a:spcAft>
            <a:buChar char="••"/>
          </a:pPr>
          <a:r>
            <a:rPr lang="en-US" sz="2300" kern="1200" dirty="0">
              <a:ea typeface="ヒラギノ角ゴ ProN W6" charset="0"/>
              <a:cs typeface="ヒラギノ角ゴ ProN W6" charset="0"/>
            </a:rPr>
            <a:t>Movement of like-charged ions out of numerous neighboring neurons can create waves of electrical charge, which can push or pull electrons on scalp electrodes, creating voltage differences.</a:t>
          </a:r>
        </a:p>
        <a:p>
          <a:pPr marL="228600" lvl="1" indent="-228600" algn="just" defTabSz="1022350">
            <a:lnSpc>
              <a:spcPct val="90000"/>
            </a:lnSpc>
            <a:spcBef>
              <a:spcPct val="0"/>
            </a:spcBef>
            <a:spcAft>
              <a:spcPct val="15000"/>
            </a:spcAft>
            <a:buChar char="••"/>
          </a:pPr>
          <a:r>
            <a:rPr lang="en-US" sz="2300" b="0" i="0" u="none" kern="1200" dirty="0"/>
            <a:t>EEG is the recording of the signal from dendrites  of the pyramidal cells.</a:t>
          </a:r>
          <a:r>
            <a:rPr lang="en-US" sz="2300" kern="1200" dirty="0">
              <a:ea typeface="ヒラギノ角ゴ ProN W6" charset="0"/>
              <a:cs typeface="ヒラギノ角ゴ ProN W6" charset="0"/>
            </a:rPr>
            <a:t> </a:t>
          </a:r>
        </a:p>
        <a:p>
          <a:pPr marL="228600" lvl="1" indent="-228600" algn="just" defTabSz="1022350">
            <a:lnSpc>
              <a:spcPct val="90000"/>
            </a:lnSpc>
            <a:spcBef>
              <a:spcPct val="0"/>
            </a:spcBef>
            <a:spcAft>
              <a:spcPct val="15000"/>
            </a:spcAft>
            <a:buChar char="••"/>
          </a:pPr>
          <a:r>
            <a:rPr lang="en-US" sz="2300" kern="1200" dirty="0">
              <a:ea typeface="ヒラギノ角ゴ ProN W6" charset="0"/>
              <a:cs typeface="ヒラギノ角ゴ ProN W6" charset="0"/>
            </a:rPr>
            <a:t>In summary, the EEG signal represents the deflection of electrons on the scalp electrodes, caused by cortical “dipoles” (the summed activity within a specific area of cortex that creates a current flow).</a:t>
          </a:r>
        </a:p>
      </dsp:txBody>
      <dsp:txXfrm>
        <a:off x="0" y="547104"/>
        <a:ext cx="6604665" cy="5940899"/>
      </dsp:txXfrm>
    </dsp:sp>
    <dsp:sp modelId="{DC323039-6602-4DEC-A085-9AD5C6272275}">
      <dsp:nvSpPr>
        <dsp:cNvPr id="0" name=""/>
        <dsp:cNvSpPr/>
      </dsp:nvSpPr>
      <dsp:spPr>
        <a:xfrm>
          <a:off x="330233" y="207624"/>
          <a:ext cx="4623265"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4748" tIns="0" rIns="174748" bIns="0" numCol="1" spcCol="1270" anchor="ctr" anchorCtr="0">
          <a:noAutofit/>
        </a:bodyPr>
        <a:lstStyle/>
        <a:p>
          <a:pPr lvl="0" algn="l" defTabSz="1022350">
            <a:lnSpc>
              <a:spcPct val="90000"/>
            </a:lnSpc>
            <a:spcBef>
              <a:spcPct val="0"/>
            </a:spcBef>
            <a:spcAft>
              <a:spcPct val="35000"/>
            </a:spcAft>
          </a:pPr>
          <a:r>
            <a:rPr lang="en-US" sz="2300" kern="1200" dirty="0"/>
            <a:t>What does the EEG record?</a:t>
          </a:r>
          <a:endParaRPr lang="en-IN" sz="2300" kern="1200" dirty="0"/>
        </a:p>
      </dsp:txBody>
      <dsp:txXfrm>
        <a:off x="363377" y="240768"/>
        <a:ext cx="4556977" cy="61267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E80BC-C369-4B54-BA4A-4F0F0CB4B972}">
      <dsp:nvSpPr>
        <dsp:cNvPr id="0" name=""/>
        <dsp:cNvSpPr/>
      </dsp:nvSpPr>
      <dsp:spPr>
        <a:xfrm>
          <a:off x="0" y="416074"/>
          <a:ext cx="10929089" cy="604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219" tIns="416560" rIns="848219" bIns="142240" numCol="1" spcCol="1270" anchor="t" anchorCtr="0">
          <a:noAutofit/>
        </a:bodyPr>
        <a:lstStyle/>
        <a:p>
          <a:pPr marL="228600" lvl="1" indent="-228600" algn="just" defTabSz="889000">
            <a:lnSpc>
              <a:spcPct val="90000"/>
            </a:lnSpc>
            <a:spcBef>
              <a:spcPct val="0"/>
            </a:spcBef>
            <a:spcAft>
              <a:spcPct val="15000"/>
            </a:spcAft>
            <a:buChar char="••"/>
          </a:pPr>
          <a:r>
            <a:rPr lang="en-US" sz="2000" b="0" i="0" kern="1200" dirty="0"/>
            <a:t>The EEG may also be used to determine the overall electrical activity of the brain (for example, to evaluate trauma, drug intoxication, or extent of brain damage in comatose patients). </a:t>
          </a:r>
          <a:endParaRPr lang="en-IN" sz="2000" kern="1200" dirty="0"/>
        </a:p>
        <a:p>
          <a:pPr marL="228600" lvl="1" indent="-228600" algn="just" defTabSz="889000">
            <a:lnSpc>
              <a:spcPct val="90000"/>
            </a:lnSpc>
            <a:spcBef>
              <a:spcPct val="0"/>
            </a:spcBef>
            <a:spcAft>
              <a:spcPct val="15000"/>
            </a:spcAft>
            <a:buChar char="••"/>
          </a:pPr>
          <a:r>
            <a:rPr lang="en-US" sz="2000" b="0" i="0" kern="1200" dirty="0"/>
            <a:t>The EEG may also be used to monitor blood flow in the brain during surgical procedures.</a:t>
          </a:r>
          <a:endParaRPr lang="en-IN" sz="2000" kern="1200" dirty="0"/>
        </a:p>
        <a:p>
          <a:pPr marL="228600" lvl="1" indent="-228600" algn="just" defTabSz="889000">
            <a:lnSpc>
              <a:spcPct val="90000"/>
            </a:lnSpc>
            <a:spcBef>
              <a:spcPct val="0"/>
            </a:spcBef>
            <a:spcAft>
              <a:spcPct val="15000"/>
            </a:spcAft>
            <a:buChar char="••"/>
          </a:pPr>
          <a:r>
            <a:rPr lang="en-US" sz="2000" b="0" i="0" kern="1200"/>
            <a:t>The </a:t>
          </a:r>
          <a:r>
            <a:rPr lang="en-US" sz="2000" b="0" i="0" kern="1200" dirty="0"/>
            <a:t>EEG is used to evaluate several types of brain disorders.</a:t>
          </a:r>
          <a:endParaRPr lang="en-IN" sz="2000" kern="1200" dirty="0"/>
        </a:p>
        <a:p>
          <a:pPr marL="228600" lvl="1" indent="-228600" algn="just" defTabSz="889000">
            <a:lnSpc>
              <a:spcPct val="90000"/>
            </a:lnSpc>
            <a:spcBef>
              <a:spcPct val="0"/>
            </a:spcBef>
            <a:spcAft>
              <a:spcPct val="15000"/>
            </a:spcAft>
            <a:buChar char="••"/>
          </a:pPr>
          <a:r>
            <a:rPr lang="en-US" sz="2000" b="0" i="0" kern="1200" dirty="0"/>
            <a:t>EEGs are used to diagnose conditions like:</a:t>
          </a:r>
          <a:endParaRPr lang="en-IN" sz="2000" kern="1200" dirty="0"/>
        </a:p>
        <a:p>
          <a:pPr marL="457200" lvl="2" indent="-228600" algn="just" defTabSz="889000">
            <a:lnSpc>
              <a:spcPct val="90000"/>
            </a:lnSpc>
            <a:spcBef>
              <a:spcPct val="0"/>
            </a:spcBef>
            <a:spcAft>
              <a:spcPct val="15000"/>
            </a:spcAft>
            <a:buFont typeface="Arial" panose="020B0604020202020204" pitchFamily="34" charset="0"/>
            <a:buChar char="••"/>
          </a:pPr>
          <a:r>
            <a:rPr lang="en-IN" sz="2000" b="0" i="0" kern="1200" dirty="0"/>
            <a:t>Brain </a:t>
          </a:r>
          <a:r>
            <a:rPr lang="en-IN" sz="2000" b="0" i="0" kern="1200" dirty="0" err="1"/>
            <a:t>tumors</a:t>
          </a:r>
          <a:endParaRPr lang="en-IN" sz="2000" kern="1200" dirty="0"/>
        </a:p>
        <a:p>
          <a:pPr marL="457200" lvl="2" indent="-228600" algn="just" defTabSz="889000">
            <a:lnSpc>
              <a:spcPct val="90000"/>
            </a:lnSpc>
            <a:spcBef>
              <a:spcPct val="0"/>
            </a:spcBef>
            <a:spcAft>
              <a:spcPct val="15000"/>
            </a:spcAft>
            <a:buFont typeface="Arial" panose="020B0604020202020204" pitchFamily="34" charset="0"/>
            <a:buChar char="••"/>
          </a:pPr>
          <a:r>
            <a:rPr lang="en-US" sz="2000" b="0" i="0" kern="1200" dirty="0"/>
            <a:t>Brain damage from a head injury</a:t>
          </a:r>
        </a:p>
        <a:p>
          <a:pPr marL="457200" lvl="2" indent="-228600" algn="just" defTabSz="889000">
            <a:lnSpc>
              <a:spcPct val="90000"/>
            </a:lnSpc>
            <a:spcBef>
              <a:spcPct val="0"/>
            </a:spcBef>
            <a:spcAft>
              <a:spcPct val="15000"/>
            </a:spcAft>
            <a:buFont typeface="Arial" panose="020B0604020202020204" pitchFamily="34" charset="0"/>
            <a:buChar char="••"/>
          </a:pPr>
          <a:r>
            <a:rPr lang="en-US" sz="2000" b="0" i="0" kern="1200" dirty="0"/>
            <a:t>Brain dysfunction from various causes (encephalopathy)</a:t>
          </a:r>
        </a:p>
        <a:p>
          <a:pPr marL="457200" lvl="2" indent="-228600" algn="just" defTabSz="889000">
            <a:lnSpc>
              <a:spcPct val="90000"/>
            </a:lnSpc>
            <a:spcBef>
              <a:spcPct val="0"/>
            </a:spcBef>
            <a:spcAft>
              <a:spcPct val="15000"/>
            </a:spcAft>
            <a:buFont typeface="Arial" panose="020B0604020202020204" pitchFamily="34" charset="0"/>
            <a:buChar char="••"/>
          </a:pPr>
          <a:r>
            <a:rPr lang="en-US" sz="2000" b="0" i="0" kern="1200" dirty="0"/>
            <a:t>Inflammation of the brain (encephalitis)</a:t>
          </a:r>
        </a:p>
        <a:p>
          <a:pPr marL="457200" lvl="2" indent="-228600" algn="just" defTabSz="889000">
            <a:lnSpc>
              <a:spcPct val="90000"/>
            </a:lnSpc>
            <a:spcBef>
              <a:spcPct val="0"/>
            </a:spcBef>
            <a:spcAft>
              <a:spcPct val="15000"/>
            </a:spcAft>
            <a:buFont typeface="Arial" panose="020B0604020202020204" pitchFamily="34" charset="0"/>
            <a:buChar char="••"/>
          </a:pPr>
          <a:r>
            <a:rPr lang="en-IN" sz="2000" b="0" i="0" kern="1200" dirty="0"/>
            <a:t>Seizure disorders including epilepsy</a:t>
          </a:r>
        </a:p>
        <a:p>
          <a:pPr marL="457200" lvl="2" indent="-228600" algn="just" defTabSz="889000">
            <a:lnSpc>
              <a:spcPct val="90000"/>
            </a:lnSpc>
            <a:spcBef>
              <a:spcPct val="0"/>
            </a:spcBef>
            <a:spcAft>
              <a:spcPct val="15000"/>
            </a:spcAft>
            <a:buFont typeface="Arial" panose="020B0604020202020204" pitchFamily="34" charset="0"/>
            <a:buChar char="••"/>
          </a:pPr>
          <a:r>
            <a:rPr lang="en-IN" sz="2000" b="0" i="0" kern="1200" dirty="0"/>
            <a:t>Sleep disorders</a:t>
          </a:r>
        </a:p>
        <a:p>
          <a:pPr marL="457200" lvl="2" indent="-228600" algn="just" defTabSz="889000">
            <a:lnSpc>
              <a:spcPct val="90000"/>
            </a:lnSpc>
            <a:spcBef>
              <a:spcPct val="0"/>
            </a:spcBef>
            <a:spcAft>
              <a:spcPct val="15000"/>
            </a:spcAft>
            <a:buFont typeface="Arial" panose="020B0604020202020204" pitchFamily="34" charset="0"/>
            <a:buChar char="••"/>
          </a:pPr>
          <a:r>
            <a:rPr lang="en-IN" sz="2000" b="0" i="0" kern="1200" dirty="0"/>
            <a:t>Stroke</a:t>
          </a:r>
        </a:p>
        <a:p>
          <a:pPr marL="457200" lvl="2" indent="-228600" algn="just" defTabSz="889000">
            <a:lnSpc>
              <a:spcPct val="90000"/>
            </a:lnSpc>
            <a:spcBef>
              <a:spcPct val="0"/>
            </a:spcBef>
            <a:spcAft>
              <a:spcPct val="15000"/>
            </a:spcAft>
            <a:buChar char="••"/>
          </a:pPr>
          <a:r>
            <a:rPr lang="en-US" sz="2000" b="0" i="0" kern="1200" dirty="0"/>
            <a:t>An EEG may also be used to determine if someone in a coma has died or to find the right level of anesthesia for someone in a coma.</a:t>
          </a:r>
          <a:endParaRPr lang="en-IN" sz="2000" b="0" i="0" kern="1200" dirty="0"/>
        </a:p>
        <a:p>
          <a:pPr marL="457200" lvl="2" indent="-228600" algn="just" defTabSz="889000">
            <a:lnSpc>
              <a:spcPct val="90000"/>
            </a:lnSpc>
            <a:spcBef>
              <a:spcPct val="0"/>
            </a:spcBef>
            <a:spcAft>
              <a:spcPct val="15000"/>
            </a:spcAft>
            <a:buChar char="••"/>
          </a:pPr>
          <a:r>
            <a:rPr lang="en-US" sz="2000" b="0" i="0" kern="1200" dirty="0"/>
            <a:t>The test can also be used to diagnose other disorders that influence brain activity, such as Alzheimer's disease, certain psychoses, and a sleep disorder called narcolepsy.</a:t>
          </a:r>
          <a:endParaRPr lang="en-IN" sz="2000" b="0" i="0" kern="1200" dirty="0"/>
        </a:p>
      </dsp:txBody>
      <dsp:txXfrm>
        <a:off x="0" y="416074"/>
        <a:ext cx="10929089" cy="6048000"/>
      </dsp:txXfrm>
    </dsp:sp>
    <dsp:sp modelId="{D0466BB9-5EFA-4816-AF7E-A154CCC3AF32}">
      <dsp:nvSpPr>
        <dsp:cNvPr id="0" name=""/>
        <dsp:cNvSpPr/>
      </dsp:nvSpPr>
      <dsp:spPr>
        <a:xfrm>
          <a:off x="546454" y="120874"/>
          <a:ext cx="7650363"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66" tIns="0" rIns="289166" bIns="0" numCol="1" spcCol="1270" anchor="ctr" anchorCtr="0">
          <a:noAutofit/>
        </a:bodyPr>
        <a:lstStyle/>
        <a:p>
          <a:pPr lvl="0" algn="l" defTabSz="1066800">
            <a:lnSpc>
              <a:spcPct val="90000"/>
            </a:lnSpc>
            <a:spcBef>
              <a:spcPct val="0"/>
            </a:spcBef>
            <a:spcAft>
              <a:spcPct val="35000"/>
            </a:spcAft>
          </a:pPr>
          <a:r>
            <a:rPr lang="en-IN" sz="2400" b="0" i="0" kern="1200" dirty="0">
              <a:latin typeface="+mj-lt"/>
            </a:rPr>
            <a:t>Why it's done</a:t>
          </a:r>
          <a:endParaRPr lang="en-IN" sz="2400" kern="1200" dirty="0">
            <a:latin typeface="+mj-lt"/>
          </a:endParaRPr>
        </a:p>
      </dsp:txBody>
      <dsp:txXfrm>
        <a:off x="575275" y="149695"/>
        <a:ext cx="7592721" cy="53275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 Block: Impulse not reaching the AV node</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707368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568890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2717560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8" Type="http://schemas.microsoft.com/office/2007/relationships/diagramDrawing" Target="../diagrams/drawing5.xml"/><Relationship Id="rId3" Type="http://schemas.microsoft.com/office/2007/relationships/hdphoto" Target="../media/hdphoto2.wdp"/><Relationship Id="rId7" Type="http://schemas.openxmlformats.org/officeDocument/2006/relationships/diagramColors" Target="../diagrams/colors5.xml"/><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diagramQuickStyle" Target="../diagrams/quickStyle5.xml"/><Relationship Id="rId5" Type="http://schemas.openxmlformats.org/officeDocument/2006/relationships/diagramLayout" Target="../diagrams/layout5.xml"/><Relationship Id="rId10" Type="http://schemas.microsoft.com/office/2007/relationships/hdphoto" Target="../media/hdphoto3.wdp"/><Relationship Id="rId4" Type="http://schemas.openxmlformats.org/officeDocument/2006/relationships/diagramData" Target="../diagrams/data5.xml"/><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diagramLayout" Target="../diagrams/layout6.xml"/><Relationship Id="rId7" Type="http://schemas.openxmlformats.org/officeDocument/2006/relationships/image" Target="../media/image12.png"/><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3.png"/><Relationship Id="rId7" Type="http://schemas.openxmlformats.org/officeDocument/2006/relationships/diagramColors" Target="../diagrams/colors7.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image" Target="../media/image14.png"/><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13" Type="http://schemas.microsoft.com/office/2007/relationships/diagramDrawing" Target="../diagrams/drawing11.xml"/><Relationship Id="rId3" Type="http://schemas.openxmlformats.org/officeDocument/2006/relationships/diagramData" Target="../diagrams/data10.xml"/><Relationship Id="rId7" Type="http://schemas.microsoft.com/office/2007/relationships/diagramDrawing" Target="../diagrams/drawing10.xml"/><Relationship Id="rId12" Type="http://schemas.openxmlformats.org/officeDocument/2006/relationships/diagramColors" Target="../diagrams/colors1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10.xml"/><Relationship Id="rId11" Type="http://schemas.openxmlformats.org/officeDocument/2006/relationships/diagramQuickStyle" Target="../diagrams/quickStyle11.xml"/><Relationship Id="rId5" Type="http://schemas.openxmlformats.org/officeDocument/2006/relationships/diagramQuickStyle" Target="../diagrams/quickStyle10.xml"/><Relationship Id="rId10" Type="http://schemas.openxmlformats.org/officeDocument/2006/relationships/diagramLayout" Target="../diagrams/layout11.xml"/><Relationship Id="rId4" Type="http://schemas.openxmlformats.org/officeDocument/2006/relationships/diagramLayout" Target="../diagrams/layout10.xml"/><Relationship Id="rId9" Type="http://schemas.openxmlformats.org/officeDocument/2006/relationships/diagramData" Target="../diagrams/data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diagramQuickStyle" Target="../diagrams/quickStyle14.xml"/><Relationship Id="rId3" Type="http://schemas.openxmlformats.org/officeDocument/2006/relationships/diagramLayout" Target="../diagrams/layout13.xml"/><Relationship Id="rId7" Type="http://schemas.openxmlformats.org/officeDocument/2006/relationships/image" Target="../media/image16.png"/><Relationship Id="rId12" Type="http://schemas.openxmlformats.org/officeDocument/2006/relationships/diagramLayout" Target="../diagrams/layout14.xml"/><Relationship Id="rId2" Type="http://schemas.openxmlformats.org/officeDocument/2006/relationships/diagramData" Target="../diagrams/data13.xml"/><Relationship Id="rId1" Type="http://schemas.openxmlformats.org/officeDocument/2006/relationships/slideLayout" Target="../slideLayouts/slideLayout7.xml"/><Relationship Id="rId6" Type="http://schemas.microsoft.com/office/2007/relationships/diagramDrawing" Target="../diagrams/drawing13.xml"/><Relationship Id="rId11" Type="http://schemas.openxmlformats.org/officeDocument/2006/relationships/diagramData" Target="../diagrams/data14.xml"/><Relationship Id="rId5" Type="http://schemas.openxmlformats.org/officeDocument/2006/relationships/diagramColors" Target="../diagrams/colors13.xml"/><Relationship Id="rId15" Type="http://schemas.microsoft.com/office/2007/relationships/diagramDrawing" Target="../diagrams/drawing14.xml"/><Relationship Id="rId10" Type="http://schemas.openxmlformats.org/officeDocument/2006/relationships/image" Target="../media/image18.png"/><Relationship Id="rId4" Type="http://schemas.openxmlformats.org/officeDocument/2006/relationships/diagramQuickStyle" Target="../diagrams/quickStyle13.xml"/><Relationship Id="rId9" Type="http://schemas.microsoft.com/office/2007/relationships/hdphoto" Target="../media/hdphoto5.wdp"/><Relationship Id="rId14" Type="http://schemas.openxmlformats.org/officeDocument/2006/relationships/diagramColors" Target="../diagrams/colors1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7.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19.png"/><Relationship Id="rId2" Type="http://schemas.openxmlformats.org/officeDocument/2006/relationships/diagramData" Target="../diagrams/data16.xml"/><Relationship Id="rId1" Type="http://schemas.openxmlformats.org/officeDocument/2006/relationships/slideLayout" Target="../slideLayouts/slideLayout7.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7.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7.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20.gif"/><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image" Target="../media/image22.png"/><Relationship Id="rId2" Type="http://schemas.openxmlformats.org/officeDocument/2006/relationships/diagramData" Target="../diagrams/data20.xml"/><Relationship Id="rId1" Type="http://schemas.openxmlformats.org/officeDocument/2006/relationships/slideLayout" Target="../slideLayouts/slideLayout7.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2.xml.rels><?xml version="1.0" encoding="UTF-8" standalone="yes"?>
<Relationships xmlns="http://schemas.openxmlformats.org/package/2006/relationships"><Relationship Id="rId2" Type="http://schemas.openxmlformats.org/officeDocument/2006/relationships/hyperlink" Target="https://doi.org/10.1385/1-59259-863-3:291"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4953" y="4612462"/>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solidFill>
                  <a:schemeClr val="tx1"/>
                </a:solidFill>
                <a:latin typeface="Arial" panose="020B0604020202020204" pitchFamily="34" charset="0"/>
              </a:rPr>
              <a:t>Electrical stimulus and biophysical activity</a:t>
            </a: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spid="_x0000_s1030" name="CorelDRAW" r:id="rId3" imgW="2169000" imgH="2169360" progId="">
                  <p:embed/>
                </p:oleObj>
              </mc:Choice>
              <mc:Fallback>
                <p:oleObj name="CorelDRAW" r:id="rId3" imgW="2169000" imgH="2169360" progId="">
                  <p:embed/>
                  <p:pic>
                    <p:nvPicPr>
                      <p:cNvPr id="48" name="Object 47">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63040"/>
            <a:ext cx="8126357"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smtClean="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smtClean="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23SZT148</a:t>
            </a: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3" name="Rectangle 2"/>
          <p:cNvSpPr/>
          <p:nvPr/>
        </p:nvSpPr>
        <p:spPr>
          <a:xfrm>
            <a:off x="3208623" y="5578925"/>
            <a:ext cx="6096000" cy="646331"/>
          </a:xfrm>
          <a:prstGeom prst="rect">
            <a:avLst/>
          </a:prstGeom>
        </p:spPr>
        <p:txBody>
          <a:bodyPr>
            <a:spAutoFit/>
          </a:bodyPr>
          <a:lstStyle/>
          <a:p>
            <a:pPr marL="342900" indent="-342900">
              <a:buFont typeface="Wingdings" panose="05000000000000000000" pitchFamily="2" charset="2"/>
              <a:buChar char="Ø"/>
            </a:pPr>
            <a:r>
              <a:rPr lang="en-US" dirty="0">
                <a:solidFill>
                  <a:schemeClr val="accent1"/>
                </a:solidFill>
              </a:rPr>
              <a:t>Electrical activity of heart (ECG)</a:t>
            </a:r>
          </a:p>
          <a:p>
            <a:pPr marL="342900" indent="-342900">
              <a:buFont typeface="Wingdings" panose="05000000000000000000" pitchFamily="2" charset="2"/>
              <a:buChar char="Ø"/>
            </a:pPr>
            <a:r>
              <a:rPr lang="en-US" dirty="0">
                <a:solidFill>
                  <a:schemeClr val="accent1"/>
                </a:solidFill>
              </a:rPr>
              <a:t>Electrical activity of brain (EEG)</a:t>
            </a:r>
            <a:endParaRPr lang="en-US" dirty="0">
              <a:solidFill>
                <a:schemeClr val="accent1"/>
              </a:solidFill>
            </a:endParaRPr>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 xmlns:a16="http://schemas.microsoft.com/office/drawing/2014/main"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 xmlns:a16="http://schemas.microsoft.com/office/drawing/2014/main" val="20000"/>
                    </a:ext>
                  </a:extLst>
                </a:gridCol>
                <a:gridCol w="4281977">
                  <a:extLst>
                    <a:ext uri="{9D8B030D-6E8A-4147-A177-3AD203B41FA5}">
                      <a16:colId xmlns="" xmlns:a16="http://schemas.microsoft.com/office/drawing/2014/main" val="20001"/>
                    </a:ext>
                  </a:extLst>
                </a:gridCol>
                <a:gridCol w="1466223">
                  <a:extLst>
                    <a:ext uri="{9D8B030D-6E8A-4147-A177-3AD203B41FA5}">
                      <a16:colId xmlns="" xmlns:a16="http://schemas.microsoft.com/office/drawing/2014/main"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3071748465"/>
                  </a:ext>
                </a:extLst>
              </a:tr>
            </a:tbl>
          </a:graphicData>
        </a:graphic>
      </p:graphicFrame>
      <p:sp>
        <p:nvSpPr>
          <p:cNvPr id="7" name="Rectangle 6">
            <a:extLst>
              <a:ext uri="{FF2B5EF4-FFF2-40B4-BE49-F238E27FC236}">
                <a16:creationId xmlns=""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 xmlns:a16="http://schemas.microsoft.com/office/drawing/2014/main"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6CAAAA-1DAB-4779-A8F8-3B8B853C067E}"/>
              </a:ext>
            </a:extLst>
          </p:cNvPr>
          <p:cNvSpPr>
            <a:spLocks noGrp="1"/>
          </p:cNvSpPr>
          <p:nvPr>
            <p:ph type="title"/>
          </p:nvPr>
        </p:nvSpPr>
        <p:spPr>
          <a:xfrm>
            <a:off x="1134649" y="187577"/>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 xmlns:a16="http://schemas.microsoft.com/office/drawing/2014/main" id="{133B9873-0D72-4F00-B232-68A50C2F664D}"/>
              </a:ext>
            </a:extLst>
          </p:cNvPr>
          <p:cNvGraphicFramePr>
            <a:graphicFrameLocks noGrp="1"/>
          </p:cNvGraphicFramePr>
          <p:nvPr>
            <p:extLst>
              <p:ext uri="{D42A27DB-BD31-4B8C-83A1-F6EECF244321}">
                <p14:modId xmlns:p14="http://schemas.microsoft.com/office/powerpoint/2010/main" val="257628615"/>
              </p:ext>
            </p:extLst>
          </p:nvPr>
        </p:nvGraphicFramePr>
        <p:xfrm>
          <a:off x="901382" y="1109245"/>
          <a:ext cx="10485247" cy="5033736"/>
        </p:xfrm>
        <a:graphic>
          <a:graphicData uri="http://schemas.openxmlformats.org/drawingml/2006/table">
            <a:tbl>
              <a:tblPr/>
              <a:tblGrid>
                <a:gridCol w="2375218">
                  <a:extLst>
                    <a:ext uri="{9D8B030D-6E8A-4147-A177-3AD203B41FA5}">
                      <a16:colId xmlns="" xmlns:a16="http://schemas.microsoft.com/office/drawing/2014/main" val="20000"/>
                    </a:ext>
                  </a:extLst>
                </a:gridCol>
                <a:gridCol w="5772406">
                  <a:extLst>
                    <a:ext uri="{9D8B030D-6E8A-4147-A177-3AD203B41FA5}">
                      <a16:colId xmlns="" xmlns:a16="http://schemas.microsoft.com/office/drawing/2014/main" val="20001"/>
                    </a:ext>
                  </a:extLst>
                </a:gridCol>
                <a:gridCol w="2337623">
                  <a:extLst>
                    <a:ext uri="{9D8B030D-6E8A-4147-A177-3AD203B41FA5}">
                      <a16:colId xmlns=""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Unit-3</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Bio Medical Instrumentation</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Electrical stimulus and biophysical activity</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Biomedical recording system</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05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Tissue Engineering</a:t>
                      </a: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algn="just"/>
                      <a:r>
                        <a:rPr lang="en-US" sz="2000" b="1" kern="1200" dirty="0">
                          <a:solidFill>
                            <a:schemeClr val="tx1"/>
                          </a:solidFill>
                          <a:effectLst/>
                          <a:latin typeface="Arial" panose="020B0604020202020204" pitchFamily="34" charset="0"/>
                          <a:ea typeface="+mn-ea"/>
                          <a:cs typeface="+mn-cs"/>
                        </a:rPr>
                        <a:t>Electrical stimulus and biophysical activity: </a:t>
                      </a:r>
                      <a:r>
                        <a:rPr lang="en-US" sz="2000" kern="1200" dirty="0">
                          <a:solidFill>
                            <a:schemeClr val="tx1"/>
                          </a:solidFill>
                          <a:effectLst/>
                          <a:latin typeface="Arial" panose="020B0604020202020204" pitchFamily="34" charset="0"/>
                          <a:ea typeface="+mn-ea"/>
                          <a:cs typeface="+mn-cs"/>
                        </a:rPr>
                        <a:t>Patient, electrical shock and hazards, leakage current, Electrical activity of heart (ECG), Electrical activity of brain (EEG), </a:t>
                      </a:r>
                      <a:r>
                        <a:rPr lang="en-US" sz="2000" kern="1200" dirty="0" err="1">
                          <a:solidFill>
                            <a:schemeClr val="tx1"/>
                          </a:solidFill>
                          <a:effectLst/>
                          <a:latin typeface="Arial" panose="020B0604020202020204" pitchFamily="34" charset="0"/>
                          <a:ea typeface="+mn-ea"/>
                          <a:cs typeface="+mn-cs"/>
                        </a:rPr>
                        <a:t>Electrorentinogram</a:t>
                      </a:r>
                      <a:r>
                        <a:rPr lang="en-US" sz="2000" kern="1200" dirty="0">
                          <a:solidFill>
                            <a:schemeClr val="tx1"/>
                          </a:solidFill>
                          <a:effectLst/>
                          <a:latin typeface="Arial" panose="020B0604020202020204" pitchFamily="34" charset="0"/>
                          <a:ea typeface="+mn-ea"/>
                          <a:cs typeface="+mn-cs"/>
                        </a:rPr>
                        <a:t> (ERG), Electro-</a:t>
                      </a:r>
                      <a:r>
                        <a:rPr lang="en-US" sz="2000" kern="1200" dirty="0" err="1">
                          <a:solidFill>
                            <a:schemeClr val="tx1"/>
                          </a:solidFill>
                          <a:effectLst/>
                          <a:latin typeface="Arial" panose="020B0604020202020204" pitchFamily="34" charset="0"/>
                          <a:ea typeface="+mn-ea"/>
                          <a:cs typeface="+mn-cs"/>
                        </a:rPr>
                        <a:t>occologram</a:t>
                      </a:r>
                      <a:r>
                        <a:rPr lang="en-US" sz="2000" kern="1200" dirty="0">
                          <a:solidFill>
                            <a:schemeClr val="tx1"/>
                          </a:solidFill>
                          <a:effectLst/>
                          <a:latin typeface="Arial" panose="020B0604020202020204" pitchFamily="34" charset="0"/>
                          <a:ea typeface="+mn-ea"/>
                          <a:cs typeface="+mn-cs"/>
                        </a:rPr>
                        <a:t> (EOG), Electromyogram (EMG).</a:t>
                      </a:r>
                      <a:endParaRPr lang="en-IN" sz="2000" kern="1200" dirty="0">
                        <a:solidFill>
                          <a:schemeClr val="tx1"/>
                        </a:solidFill>
                        <a:effectLst/>
                        <a:latin typeface="Arial" panose="020B0604020202020204" pitchFamily="34" charset="0"/>
                        <a:ea typeface="+mn-ea"/>
                        <a:cs typeface="+mn-cs"/>
                      </a:endParaRPr>
                    </a:p>
                    <a:p>
                      <a:pPr algn="just"/>
                      <a:endParaRPr lang="en-US" sz="2000" b="1" kern="1200" dirty="0">
                        <a:solidFill>
                          <a:schemeClr val="tx1"/>
                        </a:solidFill>
                        <a:effectLst/>
                        <a:latin typeface="Arial" panose="020B0604020202020204" pitchFamily="34" charset="0"/>
                        <a:ea typeface="+mn-ea"/>
                        <a:cs typeface="+mn-cs"/>
                      </a:endParaRPr>
                    </a:p>
                    <a:p>
                      <a:pPr algn="just"/>
                      <a:r>
                        <a:rPr lang="en-US" sz="2000" b="1" kern="1200" dirty="0">
                          <a:solidFill>
                            <a:schemeClr val="tx1"/>
                          </a:solidFill>
                          <a:effectLst/>
                          <a:latin typeface="Arial" panose="020B0604020202020204" pitchFamily="34" charset="0"/>
                          <a:ea typeface="+mn-ea"/>
                          <a:cs typeface="+mn-cs"/>
                        </a:rPr>
                        <a:t>Biomedical recording systems</a:t>
                      </a:r>
                      <a:r>
                        <a:rPr lang="en-US" sz="2000" kern="1200" dirty="0">
                          <a:solidFill>
                            <a:schemeClr val="tx1"/>
                          </a:solidFill>
                          <a:effectLst/>
                          <a:latin typeface="Arial" panose="020B0604020202020204" pitchFamily="34" charset="0"/>
                          <a:ea typeface="+mn-ea"/>
                          <a:cs typeface="+mn-cs"/>
                        </a:rPr>
                        <a:t>:  Basic Recording system, General consideration for signal conditioners Preamplifiers, Differential Amplifier, Isolation Amplifier, </a:t>
                      </a:r>
                      <a:r>
                        <a:rPr lang="en-US" sz="2000" kern="1200" dirty="0" err="1">
                          <a:solidFill>
                            <a:schemeClr val="tx1"/>
                          </a:solidFill>
                          <a:effectLst/>
                          <a:latin typeface="Arial" panose="020B0604020202020204" pitchFamily="34" charset="0"/>
                          <a:ea typeface="+mn-ea"/>
                          <a:cs typeface="+mn-cs"/>
                        </a:rPr>
                        <a:t>Vectorcardiograph</a:t>
                      </a:r>
                      <a:r>
                        <a:rPr lang="en-US" sz="2000" kern="1200" dirty="0">
                          <a:solidFill>
                            <a:schemeClr val="tx1"/>
                          </a:solidFill>
                          <a:effectLst/>
                          <a:latin typeface="Arial" panose="020B0604020202020204" pitchFamily="34" charset="0"/>
                          <a:ea typeface="+mn-ea"/>
                          <a:cs typeface="+mn-cs"/>
                        </a:rPr>
                        <a:t>, Phonocardiograph,  Other biomedical records, Patient isolation, and accident prevention.</a:t>
                      </a:r>
                    </a:p>
                    <a:p>
                      <a:pPr algn="just"/>
                      <a:endParaRPr kumimoji="0" lang="en-US" altLang="en-US" sz="2000" b="1" i="0" u="none" strike="noStrike" cap="none" normalizeH="0" baseline="0" dirty="0">
                        <a:ln>
                          <a:noFill/>
                        </a:ln>
                        <a:solidFill>
                          <a:srgbClr val="000000"/>
                        </a:solidFill>
                        <a:effectLst/>
                        <a:latin typeface="Arial" panose="020B0604020202020204" pitchFamily="34" charset="0"/>
                      </a:endParaRPr>
                    </a:p>
                    <a:p>
                      <a:pPr algn="just"/>
                      <a:r>
                        <a:rPr kumimoji="0" lang="en-US" altLang="en-US" sz="2000" b="1" i="0" u="none" strike="noStrike" cap="none" normalizeH="0" baseline="0" dirty="0">
                          <a:ln>
                            <a:noFill/>
                          </a:ln>
                          <a:solidFill>
                            <a:srgbClr val="000000"/>
                          </a:solidFill>
                          <a:effectLst/>
                          <a:latin typeface="Arial" panose="020B0604020202020204" pitchFamily="34" charset="0"/>
                        </a:rPr>
                        <a:t>Tissue Engineering: </a:t>
                      </a:r>
                      <a:r>
                        <a:rPr kumimoji="0" lang="en-US" altLang="en-US" sz="2000" b="0" i="0" u="none" strike="noStrike" cap="none" normalizeH="0" baseline="0" dirty="0">
                          <a:ln>
                            <a:noFill/>
                          </a:ln>
                          <a:solidFill>
                            <a:srgbClr val="000000"/>
                          </a:solidFill>
                          <a:effectLst/>
                          <a:latin typeface="Arial" panose="020B0604020202020204" pitchFamily="34" charset="0"/>
                        </a:rPr>
                        <a:t>Recombinant DNA technology, Stem cell biology &amp; Tissue Engineering.</a:t>
                      </a:r>
                      <a:endParaRPr kumimoji="0" lang="en-IN" altLang="en-US" sz="20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 xmlns:a16="http://schemas.microsoft.com/office/drawing/2014/main" val="10001"/>
                  </a:ext>
                </a:extLst>
              </a:tr>
            </a:tbl>
          </a:graphicData>
        </a:graphic>
      </p:graphicFrame>
      <p:pic>
        <p:nvPicPr>
          <p:cNvPr id="6" name="Picture 5">
            <a:extLst>
              <a:ext uri="{FF2B5EF4-FFF2-40B4-BE49-F238E27FC236}">
                <a16:creationId xmlns=""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3D3A5C8-EF25-4F3F-A682-4C253305791D}"/>
              </a:ext>
            </a:extLst>
          </p:cNvPr>
          <p:cNvSpPr>
            <a:spLocks noGrp="1"/>
          </p:cNvSpPr>
          <p:nvPr>
            <p:ph type="sldNum" sz="quarter" idx="12"/>
          </p:nvPr>
        </p:nvSpPr>
        <p:spPr/>
        <p:txBody>
          <a:bodyPr/>
          <a:lstStyle/>
          <a:p>
            <a:fld id="{BDCDBBEF-AA6C-4BA6-85B2-A17D7F280E38}" type="slidenum">
              <a:rPr lang="en-US" smtClean="0"/>
              <a:pPr/>
              <a:t>4</a:t>
            </a:fld>
            <a:endParaRPr lang="en-US"/>
          </a:p>
        </p:txBody>
      </p:sp>
      <p:graphicFrame>
        <p:nvGraphicFramePr>
          <p:cNvPr id="3" name="Diagram 2">
            <a:extLst>
              <a:ext uri="{FF2B5EF4-FFF2-40B4-BE49-F238E27FC236}">
                <a16:creationId xmlns="" xmlns:a16="http://schemas.microsoft.com/office/drawing/2014/main" id="{CE635354-92B8-40FB-9082-DFBE17FB3A3F}"/>
              </a:ext>
            </a:extLst>
          </p:cNvPr>
          <p:cNvGraphicFramePr/>
          <p:nvPr>
            <p:extLst>
              <p:ext uri="{D42A27DB-BD31-4B8C-83A1-F6EECF244321}">
                <p14:modId xmlns:p14="http://schemas.microsoft.com/office/powerpoint/2010/main" val="1127991368"/>
              </p:ext>
            </p:extLst>
          </p:nvPr>
        </p:nvGraphicFramePr>
        <p:xfrm>
          <a:off x="873050" y="136526"/>
          <a:ext cx="10822763"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332168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3D3A5C8-EF25-4F3F-A682-4C253305791D}"/>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 xmlns:a16="http://schemas.microsoft.com/office/drawing/2014/main" id="{CE635354-92B8-40FB-9082-DFBE17FB3A3F}"/>
              </a:ext>
            </a:extLst>
          </p:cNvPr>
          <p:cNvGraphicFramePr/>
          <p:nvPr>
            <p:extLst>
              <p:ext uri="{D42A27DB-BD31-4B8C-83A1-F6EECF244321}">
                <p14:modId xmlns:p14="http://schemas.microsoft.com/office/powerpoint/2010/main" val="2563718261"/>
              </p:ext>
            </p:extLst>
          </p:nvPr>
        </p:nvGraphicFramePr>
        <p:xfrm>
          <a:off x="873050" y="136526"/>
          <a:ext cx="10822763"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028632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ED7B26-F76A-4307-B79C-40D2FC6CDE30}"/>
              </a:ext>
            </a:extLst>
          </p:cNvPr>
          <p:cNvSpPr>
            <a:spLocks noGrp="1"/>
          </p:cNvSpPr>
          <p:nvPr>
            <p:ph type="title"/>
          </p:nvPr>
        </p:nvSpPr>
        <p:spPr>
          <a:xfrm>
            <a:off x="831850" y="1709739"/>
            <a:ext cx="10515600" cy="1174975"/>
          </a:xfrm>
        </p:spPr>
        <p:txBody>
          <a:bodyPr>
            <a:normAutofit/>
          </a:bodyPr>
          <a:lstStyle/>
          <a:p>
            <a:pPr algn="ctr"/>
            <a:r>
              <a:rPr lang="en-IN" b="0" i="0" dirty="0">
                <a:solidFill>
                  <a:schemeClr val="accent1"/>
                </a:solidFill>
                <a:effectLst/>
              </a:rPr>
              <a:t>Electrical Medical Devices</a:t>
            </a:r>
            <a:endParaRPr lang="en-IN" dirty="0">
              <a:solidFill>
                <a:schemeClr val="accent1"/>
              </a:solidFill>
            </a:endParaRPr>
          </a:p>
        </p:txBody>
      </p:sp>
      <p:sp>
        <p:nvSpPr>
          <p:cNvPr id="3" name="Text Placeholder 2">
            <a:extLst>
              <a:ext uri="{FF2B5EF4-FFF2-40B4-BE49-F238E27FC236}">
                <a16:creationId xmlns="" xmlns:a16="http://schemas.microsoft.com/office/drawing/2014/main" id="{01583712-7EBD-40D1-BEBB-749C18F9D728}"/>
              </a:ext>
            </a:extLst>
          </p:cNvPr>
          <p:cNvSpPr>
            <a:spLocks noGrp="1"/>
          </p:cNvSpPr>
          <p:nvPr>
            <p:ph type="body" idx="1"/>
          </p:nvPr>
        </p:nvSpPr>
        <p:spPr>
          <a:xfrm>
            <a:off x="2581940" y="3102429"/>
            <a:ext cx="7400260" cy="2318657"/>
          </a:xfrm>
        </p:spPr>
        <p:txBody>
          <a:bodyPr>
            <a:normAutofit/>
          </a:bodyPr>
          <a:lstStyle/>
          <a:p>
            <a:pPr marL="342900" indent="-342900">
              <a:buFont typeface="Wingdings" panose="05000000000000000000" pitchFamily="2" charset="2"/>
              <a:buChar char="Ø"/>
            </a:pPr>
            <a:r>
              <a:rPr lang="en-US" sz="2400" kern="1200" dirty="0">
                <a:solidFill>
                  <a:schemeClr val="accent1"/>
                </a:solidFill>
                <a:effectLst/>
                <a:ea typeface="+mn-ea"/>
                <a:cs typeface="+mn-cs"/>
              </a:rPr>
              <a:t>Electrical activity of heart (ECG)</a:t>
            </a:r>
          </a:p>
          <a:p>
            <a:pPr marL="342900" indent="-342900">
              <a:buFont typeface="Wingdings" panose="05000000000000000000" pitchFamily="2" charset="2"/>
              <a:buChar char="Ø"/>
            </a:pPr>
            <a:r>
              <a:rPr lang="en-US" sz="2400" kern="1200" dirty="0">
                <a:solidFill>
                  <a:schemeClr val="accent1"/>
                </a:solidFill>
                <a:effectLst/>
                <a:ea typeface="+mn-ea"/>
                <a:cs typeface="+mn-cs"/>
              </a:rPr>
              <a:t>Electrical activity of brain (EEG</a:t>
            </a:r>
            <a:r>
              <a:rPr lang="en-US" sz="2400" kern="1200" dirty="0" smtClean="0">
                <a:solidFill>
                  <a:schemeClr val="accent1"/>
                </a:solidFill>
                <a:effectLst/>
                <a:ea typeface="+mn-ea"/>
                <a:cs typeface="+mn-cs"/>
              </a:rPr>
              <a:t>)</a:t>
            </a:r>
            <a:endParaRPr lang="en-US" sz="2400" kern="1200" dirty="0">
              <a:solidFill>
                <a:schemeClr val="accent1"/>
              </a:solidFill>
              <a:effectLst/>
              <a:ea typeface="+mn-ea"/>
              <a:cs typeface="+mn-cs"/>
            </a:endParaRPr>
          </a:p>
        </p:txBody>
      </p:sp>
      <p:sp>
        <p:nvSpPr>
          <p:cNvPr id="4" name="Slide Number Placeholder 3">
            <a:extLst>
              <a:ext uri="{FF2B5EF4-FFF2-40B4-BE49-F238E27FC236}">
                <a16:creationId xmlns="" xmlns:a16="http://schemas.microsoft.com/office/drawing/2014/main" id="{3F2A3D38-EF9B-4E44-A700-3EBC705F0F71}"/>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33107034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C93C8F58-926C-451B-8AB7-108FF09F9743}"/>
              </a:ext>
            </a:extLst>
          </p:cNvPr>
          <p:cNvSpPr>
            <a:spLocks noGrp="1"/>
          </p:cNvSpPr>
          <p:nvPr>
            <p:ph type="sldNum" sz="quarter" idx="12"/>
          </p:nvPr>
        </p:nvSpPr>
        <p:spPr/>
        <p:txBody>
          <a:bodyPr/>
          <a:lstStyle/>
          <a:p>
            <a:fld id="{BDCDBBEF-AA6C-4BA6-85B2-A17D7F280E38}" type="slidenum">
              <a:rPr lang="en-US" smtClean="0"/>
              <a:pPr/>
              <a:t>7</a:t>
            </a:fld>
            <a:endParaRPr lang="en-US"/>
          </a:p>
        </p:txBody>
      </p:sp>
      <p:graphicFrame>
        <p:nvGraphicFramePr>
          <p:cNvPr id="3" name="Diagram 2">
            <a:extLst>
              <a:ext uri="{FF2B5EF4-FFF2-40B4-BE49-F238E27FC236}">
                <a16:creationId xmlns="" xmlns:a16="http://schemas.microsoft.com/office/drawing/2014/main" id="{00CDBDE2-A407-4004-925D-09FB2805934C}"/>
              </a:ext>
            </a:extLst>
          </p:cNvPr>
          <p:cNvGraphicFramePr/>
          <p:nvPr>
            <p:extLst>
              <p:ext uri="{D42A27DB-BD31-4B8C-83A1-F6EECF244321}">
                <p14:modId xmlns:p14="http://schemas.microsoft.com/office/powerpoint/2010/main" val="345683461"/>
              </p:ext>
            </p:extLst>
          </p:nvPr>
        </p:nvGraphicFramePr>
        <p:xfrm>
          <a:off x="753139" y="30200"/>
          <a:ext cx="11017102" cy="6627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54973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0CFD34CF-7708-45DF-A06B-E50EF9E1CD80}"/>
              </a:ext>
            </a:extLst>
          </p:cNvPr>
          <p:cNvSpPr>
            <a:spLocks noGrp="1"/>
          </p:cNvSpPr>
          <p:nvPr>
            <p:ph type="sldNum" sz="quarter" idx="12"/>
          </p:nvPr>
        </p:nvSpPr>
        <p:spPr/>
        <p:txBody>
          <a:bodyPr/>
          <a:lstStyle/>
          <a:p>
            <a:fld id="{BDCDBBEF-AA6C-4BA6-85B2-A17D7F280E38}" type="slidenum">
              <a:rPr lang="en-US" smtClean="0"/>
              <a:pPr/>
              <a:t>8</a:t>
            </a:fld>
            <a:endParaRPr lang="en-US"/>
          </a:p>
        </p:txBody>
      </p:sp>
      <p:graphicFrame>
        <p:nvGraphicFramePr>
          <p:cNvPr id="3" name="Diagram 2">
            <a:extLst>
              <a:ext uri="{FF2B5EF4-FFF2-40B4-BE49-F238E27FC236}">
                <a16:creationId xmlns="" xmlns:a16="http://schemas.microsoft.com/office/drawing/2014/main" id="{986F667C-135F-43C0-8CE0-212582D821E5}"/>
              </a:ext>
            </a:extLst>
          </p:cNvPr>
          <p:cNvGraphicFramePr/>
          <p:nvPr>
            <p:extLst>
              <p:ext uri="{D42A27DB-BD31-4B8C-83A1-F6EECF244321}">
                <p14:modId xmlns:p14="http://schemas.microsoft.com/office/powerpoint/2010/main" val="3711613420"/>
              </p:ext>
            </p:extLst>
          </p:nvPr>
        </p:nvGraphicFramePr>
        <p:xfrm>
          <a:off x="969010" y="136525"/>
          <a:ext cx="10758170"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363813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5" name="Content Placeholder 8" descr="3.jpg"/>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7620000" y="79375"/>
            <a:ext cx="4480560" cy="33496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2" name="Diagram 1">
            <a:extLst>
              <a:ext uri="{FF2B5EF4-FFF2-40B4-BE49-F238E27FC236}">
                <a16:creationId xmlns="" xmlns:a16="http://schemas.microsoft.com/office/drawing/2014/main" id="{B2779CD1-B5D8-400F-87C5-28A7B1C519F8}"/>
              </a:ext>
            </a:extLst>
          </p:cNvPr>
          <p:cNvGraphicFramePr/>
          <p:nvPr>
            <p:extLst>
              <p:ext uri="{D42A27DB-BD31-4B8C-83A1-F6EECF244321}">
                <p14:modId xmlns:p14="http://schemas.microsoft.com/office/powerpoint/2010/main" val="2016455865"/>
              </p:ext>
            </p:extLst>
          </p:nvPr>
        </p:nvGraphicFramePr>
        <p:xfrm>
          <a:off x="763794" y="0"/>
          <a:ext cx="6745716" cy="685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 name="Picture 2">
            <a:extLst>
              <a:ext uri="{FF2B5EF4-FFF2-40B4-BE49-F238E27FC236}">
                <a16:creationId xmlns="" xmlns:a16="http://schemas.microsoft.com/office/drawing/2014/main" id="{99DD3918-0AB2-4D98-A1E9-2CBFDD8580E1}"/>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25000"/>
                    </a14:imgEffect>
                  </a14:imgLayer>
                </a14:imgProps>
              </a:ext>
            </a:extLst>
          </a:blip>
          <a:stretch>
            <a:fillRect/>
          </a:stretch>
        </p:blipFill>
        <p:spPr>
          <a:xfrm>
            <a:off x="7635240" y="3543300"/>
            <a:ext cx="4480560" cy="32353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10</a:t>
            </a:fld>
            <a:endParaRPr lang="en-US"/>
          </a:p>
        </p:txBody>
      </p:sp>
      <p:graphicFrame>
        <p:nvGraphicFramePr>
          <p:cNvPr id="4" name="Diagram 3">
            <a:extLst>
              <a:ext uri="{FF2B5EF4-FFF2-40B4-BE49-F238E27FC236}">
                <a16:creationId xmlns="" xmlns:a16="http://schemas.microsoft.com/office/drawing/2014/main" id="{CC38FE62-8BC4-467C-B7F4-EE99CAD18DE3}"/>
              </a:ext>
            </a:extLst>
          </p:cNvPr>
          <p:cNvGraphicFramePr/>
          <p:nvPr>
            <p:extLst>
              <p:ext uri="{D42A27DB-BD31-4B8C-83A1-F6EECF244321}">
                <p14:modId xmlns:p14="http://schemas.microsoft.com/office/powerpoint/2010/main" val="2426636971"/>
              </p:ext>
            </p:extLst>
          </p:nvPr>
        </p:nvGraphicFramePr>
        <p:xfrm>
          <a:off x="791209" y="69295"/>
          <a:ext cx="6279441" cy="6652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 xmlns:a16="http://schemas.microsoft.com/office/drawing/2014/main" id="{FE4D684E-6334-48C1-ABBA-6373584C22EF}"/>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7212684" y="329609"/>
            <a:ext cx="4795714" cy="51355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 Box 3">
            <a:extLst>
              <a:ext uri="{FF2B5EF4-FFF2-40B4-BE49-F238E27FC236}">
                <a16:creationId xmlns="" xmlns:a16="http://schemas.microsoft.com/office/drawing/2014/main" id="{DDF4AC5B-D25F-4C95-B551-55CC50B42348}"/>
              </a:ext>
            </a:extLst>
          </p:cNvPr>
          <p:cNvSpPr txBox="1">
            <a:spLocks noChangeArrowheads="1"/>
          </p:cNvSpPr>
          <p:nvPr/>
        </p:nvSpPr>
        <p:spPr bwMode="auto">
          <a:xfrm>
            <a:off x="7212684" y="5874812"/>
            <a:ext cx="4570441" cy="707886"/>
          </a:xfrm>
          <a:prstGeom prst="rect">
            <a:avLst/>
          </a:prstGeom>
          <a:solidFill>
            <a:schemeClr val="accent1">
              <a:lumMod val="40000"/>
              <a:lumOff val="60000"/>
            </a:schemeClr>
          </a:solidFill>
          <a:ln w="9525">
            <a:solidFill>
              <a:schemeClr val="tx1"/>
            </a:solidFill>
            <a:miter lim="800000"/>
            <a:headEnd/>
            <a:tailEnd/>
          </a:ln>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US" altLang="en-US" sz="2000" b="1" dirty="0"/>
              <a:t>Electrocardiograph is the machine</a:t>
            </a:r>
          </a:p>
          <a:p>
            <a:pPr>
              <a:spcBef>
                <a:spcPct val="0"/>
              </a:spcBef>
              <a:buFontTx/>
              <a:buNone/>
            </a:pPr>
            <a:r>
              <a:rPr lang="en-US" altLang="en-US" sz="2000" b="1" dirty="0"/>
              <a:t>Electrocardiogram is the record</a:t>
            </a:r>
          </a:p>
        </p:txBody>
      </p:sp>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8430377B-AFCD-414B-B4F2-2BA9DE14722D}"/>
              </a:ext>
            </a:extLst>
          </p:cNvPr>
          <p:cNvSpPr>
            <a:spLocks noGrp="1"/>
          </p:cNvSpPr>
          <p:nvPr>
            <p:ph type="sldNum" sz="quarter" idx="12"/>
          </p:nvPr>
        </p:nvSpPr>
        <p:spPr/>
        <p:txBody>
          <a:bodyPr/>
          <a:lstStyle/>
          <a:p>
            <a:fld id="{BDCDBBEF-AA6C-4BA6-85B2-A17D7F280E38}" type="slidenum">
              <a:rPr lang="en-US" smtClean="0"/>
              <a:pPr/>
              <a:t>11</a:t>
            </a:fld>
            <a:endParaRPr lang="en-US"/>
          </a:p>
        </p:txBody>
      </p:sp>
      <p:pic>
        <p:nvPicPr>
          <p:cNvPr id="3" name="Picture 2">
            <a:extLst>
              <a:ext uri="{FF2B5EF4-FFF2-40B4-BE49-F238E27FC236}">
                <a16:creationId xmlns="" xmlns:a16="http://schemas.microsoft.com/office/drawing/2014/main" id="{1660E74C-5E5D-48BA-A1BD-16197B17C629}"/>
              </a:ext>
            </a:extLst>
          </p:cNvPr>
          <p:cNvPicPr>
            <a:picLocks noChangeAspect="1"/>
          </p:cNvPicPr>
          <p:nvPr/>
        </p:nvPicPr>
        <p:blipFill>
          <a:blip r:embed="rId3"/>
          <a:stretch>
            <a:fillRect/>
          </a:stretch>
        </p:blipFill>
        <p:spPr>
          <a:xfrm>
            <a:off x="4699591" y="136525"/>
            <a:ext cx="7410892" cy="6652179"/>
          </a:xfrm>
          <a:prstGeom prst="rect">
            <a:avLst/>
          </a:prstGeom>
        </p:spPr>
      </p:pic>
      <p:graphicFrame>
        <p:nvGraphicFramePr>
          <p:cNvPr id="4" name="Diagram 3">
            <a:extLst>
              <a:ext uri="{FF2B5EF4-FFF2-40B4-BE49-F238E27FC236}">
                <a16:creationId xmlns="" xmlns:a16="http://schemas.microsoft.com/office/drawing/2014/main" id="{78C7AC1A-FCE2-4CB4-BC56-7FB3542A2AAA}"/>
              </a:ext>
            </a:extLst>
          </p:cNvPr>
          <p:cNvGraphicFramePr/>
          <p:nvPr>
            <p:extLst>
              <p:ext uri="{D42A27DB-BD31-4B8C-83A1-F6EECF244321}">
                <p14:modId xmlns:p14="http://schemas.microsoft.com/office/powerpoint/2010/main" val="1244453972"/>
              </p:ext>
            </p:extLst>
          </p:nvPr>
        </p:nvGraphicFramePr>
        <p:xfrm>
          <a:off x="791210" y="69295"/>
          <a:ext cx="4020275" cy="66521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9846678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BF78F595-D281-435B-83C8-A0D630AE9FAF}"/>
              </a:ext>
            </a:extLst>
          </p:cNvPr>
          <p:cNvSpPr>
            <a:spLocks noGrp="1"/>
          </p:cNvSpPr>
          <p:nvPr>
            <p:ph type="sldNum" sz="quarter" idx="12"/>
          </p:nvPr>
        </p:nvSpPr>
        <p:spPr/>
        <p:txBody>
          <a:bodyPr/>
          <a:lstStyle/>
          <a:p>
            <a:fld id="{BDCDBBEF-AA6C-4BA6-85B2-A17D7F280E38}" type="slidenum">
              <a:rPr lang="en-US" smtClean="0"/>
              <a:pPr/>
              <a:t>12</a:t>
            </a:fld>
            <a:endParaRPr lang="en-US"/>
          </a:p>
        </p:txBody>
      </p:sp>
      <p:graphicFrame>
        <p:nvGraphicFramePr>
          <p:cNvPr id="4" name="Diagram 3">
            <a:extLst>
              <a:ext uri="{FF2B5EF4-FFF2-40B4-BE49-F238E27FC236}">
                <a16:creationId xmlns="" xmlns:a16="http://schemas.microsoft.com/office/drawing/2014/main" id="{78D8C834-DF36-44E7-B37E-F5F4CDCFED52}"/>
              </a:ext>
            </a:extLst>
          </p:cNvPr>
          <p:cNvGraphicFramePr/>
          <p:nvPr>
            <p:extLst>
              <p:ext uri="{D42A27DB-BD31-4B8C-83A1-F6EECF244321}">
                <p14:modId xmlns:p14="http://schemas.microsoft.com/office/powerpoint/2010/main" val="3244570023"/>
              </p:ext>
            </p:extLst>
          </p:nvPr>
        </p:nvGraphicFramePr>
        <p:xfrm>
          <a:off x="766726" y="60446"/>
          <a:ext cx="6726650" cy="67550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0" name="Diagram 19">
            <a:extLst>
              <a:ext uri="{FF2B5EF4-FFF2-40B4-BE49-F238E27FC236}">
                <a16:creationId xmlns="" xmlns:a16="http://schemas.microsoft.com/office/drawing/2014/main" id="{70E42EDE-A4D4-482B-82E9-74EAD3396EF7}"/>
              </a:ext>
            </a:extLst>
          </p:cNvPr>
          <p:cNvGraphicFramePr/>
          <p:nvPr>
            <p:extLst>
              <p:ext uri="{D42A27DB-BD31-4B8C-83A1-F6EECF244321}">
                <p14:modId xmlns:p14="http://schemas.microsoft.com/office/powerpoint/2010/main" val="1597164421"/>
              </p:ext>
            </p:extLst>
          </p:nvPr>
        </p:nvGraphicFramePr>
        <p:xfrm>
          <a:off x="7569727" y="72731"/>
          <a:ext cx="4492699" cy="34679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21" name="Picture 20">
            <a:extLst>
              <a:ext uri="{FF2B5EF4-FFF2-40B4-BE49-F238E27FC236}">
                <a16:creationId xmlns="" xmlns:a16="http://schemas.microsoft.com/office/drawing/2014/main" id="{7A32B02C-44A3-4F40-93FB-827770D26EE0}"/>
              </a:ext>
            </a:extLst>
          </p:cNvPr>
          <p:cNvPicPr>
            <a:picLocks noChangeAspect="1"/>
          </p:cNvPicPr>
          <p:nvPr/>
        </p:nvPicPr>
        <p:blipFill>
          <a:blip r:embed="rId13"/>
          <a:stretch>
            <a:fillRect/>
          </a:stretch>
        </p:blipFill>
        <p:spPr>
          <a:xfrm>
            <a:off x="7548460" y="3657600"/>
            <a:ext cx="4622274" cy="3095770"/>
          </a:xfrm>
          <a:prstGeom prst="rect">
            <a:avLst/>
          </a:prstGeom>
        </p:spPr>
      </p:pic>
    </p:spTree>
    <p:extLst>
      <p:ext uri="{BB962C8B-B14F-4D97-AF65-F5344CB8AC3E}">
        <p14:creationId xmlns:p14="http://schemas.microsoft.com/office/powerpoint/2010/main" val="17714291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4292C718-E1D8-414C-A810-EC4144493DF8}"/>
              </a:ext>
            </a:extLst>
          </p:cNvPr>
          <p:cNvSpPr>
            <a:spLocks noGrp="1"/>
          </p:cNvSpPr>
          <p:nvPr>
            <p:ph type="sldNum" sz="quarter" idx="12"/>
          </p:nvPr>
        </p:nvSpPr>
        <p:spPr/>
        <p:txBody>
          <a:bodyPr/>
          <a:lstStyle/>
          <a:p>
            <a:fld id="{BDCDBBEF-AA6C-4BA6-85B2-A17D7F280E38}" type="slidenum">
              <a:rPr lang="en-US" smtClean="0"/>
              <a:pPr/>
              <a:t>13</a:t>
            </a:fld>
            <a:endParaRPr lang="en-US"/>
          </a:p>
        </p:txBody>
      </p:sp>
      <p:graphicFrame>
        <p:nvGraphicFramePr>
          <p:cNvPr id="3" name="Diagram 2">
            <a:extLst>
              <a:ext uri="{FF2B5EF4-FFF2-40B4-BE49-F238E27FC236}">
                <a16:creationId xmlns="" xmlns:a16="http://schemas.microsoft.com/office/drawing/2014/main" id="{EF73DF82-3B89-4803-B36D-1209D8B3B0DF}"/>
              </a:ext>
            </a:extLst>
          </p:cNvPr>
          <p:cNvGraphicFramePr/>
          <p:nvPr>
            <p:extLst>
              <p:ext uri="{D42A27DB-BD31-4B8C-83A1-F6EECF244321}">
                <p14:modId xmlns:p14="http://schemas.microsoft.com/office/powerpoint/2010/main" val="4211399688"/>
              </p:ext>
            </p:extLst>
          </p:nvPr>
        </p:nvGraphicFramePr>
        <p:xfrm>
          <a:off x="731875" y="107285"/>
          <a:ext cx="6549033" cy="6584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 xmlns:a16="http://schemas.microsoft.com/office/drawing/2014/main" id="{29646FA4-188E-4F48-81EA-3F5F05511154}"/>
              </a:ext>
            </a:extLst>
          </p:cNvPr>
          <p:cNvPicPr>
            <a:picLocks noChangeAspect="1"/>
          </p:cNvPicPr>
          <p:nvPr/>
        </p:nvPicPr>
        <p:blipFill rotWithShape="1">
          <a:blip r:embed="rId8"/>
          <a:srcRect l="7833" t="4322" r="7170" b="6215"/>
          <a:stretch/>
        </p:blipFill>
        <p:spPr>
          <a:xfrm>
            <a:off x="7280909" y="53165"/>
            <a:ext cx="4861472" cy="3381153"/>
          </a:xfrm>
          <a:prstGeom prst="rect">
            <a:avLst/>
          </a:prstGeom>
        </p:spPr>
      </p:pic>
      <p:graphicFrame>
        <p:nvGraphicFramePr>
          <p:cNvPr id="7" name="Diagram 6">
            <a:extLst>
              <a:ext uri="{FF2B5EF4-FFF2-40B4-BE49-F238E27FC236}">
                <a16:creationId xmlns="" xmlns:a16="http://schemas.microsoft.com/office/drawing/2014/main" id="{07FC4BAB-CFAB-4CC0-9300-4C8E2FAB0714}"/>
              </a:ext>
            </a:extLst>
          </p:cNvPr>
          <p:cNvGraphicFramePr/>
          <p:nvPr>
            <p:extLst>
              <p:ext uri="{D42A27DB-BD31-4B8C-83A1-F6EECF244321}">
                <p14:modId xmlns:p14="http://schemas.microsoft.com/office/powerpoint/2010/main" val="3303187040"/>
              </p:ext>
            </p:extLst>
          </p:nvPr>
        </p:nvGraphicFramePr>
        <p:xfrm>
          <a:off x="7280909" y="3488438"/>
          <a:ext cx="4850839" cy="331639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87351451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2DE348E7-464D-4CA5-A264-341AA7220123}"/>
              </a:ext>
            </a:extLst>
          </p:cNvPr>
          <p:cNvSpPr>
            <a:spLocks noGrp="1"/>
          </p:cNvSpPr>
          <p:nvPr>
            <p:ph type="sldNum" sz="quarter" idx="12"/>
          </p:nvPr>
        </p:nvSpPr>
        <p:spPr/>
        <p:txBody>
          <a:bodyPr/>
          <a:lstStyle/>
          <a:p>
            <a:fld id="{BDCDBBEF-AA6C-4BA6-85B2-A17D7F280E38}" type="slidenum">
              <a:rPr lang="en-US" smtClean="0"/>
              <a:pPr/>
              <a:t>14</a:t>
            </a:fld>
            <a:endParaRPr lang="en-US"/>
          </a:p>
        </p:txBody>
      </p:sp>
      <p:graphicFrame>
        <p:nvGraphicFramePr>
          <p:cNvPr id="3" name="Diagram 2">
            <a:extLst>
              <a:ext uri="{FF2B5EF4-FFF2-40B4-BE49-F238E27FC236}">
                <a16:creationId xmlns="" xmlns:a16="http://schemas.microsoft.com/office/drawing/2014/main" id="{800E9524-AF39-4795-8B1D-B0022DA5EA79}"/>
              </a:ext>
            </a:extLst>
          </p:cNvPr>
          <p:cNvGraphicFramePr/>
          <p:nvPr>
            <p:extLst>
              <p:ext uri="{D42A27DB-BD31-4B8C-83A1-F6EECF244321}">
                <p14:modId xmlns:p14="http://schemas.microsoft.com/office/powerpoint/2010/main" val="3298635247"/>
              </p:ext>
            </p:extLst>
          </p:nvPr>
        </p:nvGraphicFramePr>
        <p:xfrm>
          <a:off x="786809" y="30200"/>
          <a:ext cx="10919638"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88089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EE017CB2-047D-49BF-B2E1-911390FF7A46}"/>
              </a:ext>
            </a:extLst>
          </p:cNvPr>
          <p:cNvSpPr>
            <a:spLocks noGrp="1"/>
          </p:cNvSpPr>
          <p:nvPr>
            <p:ph type="sldNum" sz="quarter" idx="12"/>
          </p:nvPr>
        </p:nvSpPr>
        <p:spPr/>
        <p:txBody>
          <a:bodyPr/>
          <a:lstStyle/>
          <a:p>
            <a:fld id="{BDCDBBEF-AA6C-4BA6-85B2-A17D7F280E38}" type="slidenum">
              <a:rPr lang="en-US" smtClean="0"/>
              <a:pPr/>
              <a:t>15</a:t>
            </a:fld>
            <a:endParaRPr lang="en-US"/>
          </a:p>
        </p:txBody>
      </p:sp>
      <p:graphicFrame>
        <p:nvGraphicFramePr>
          <p:cNvPr id="3" name="Diagram 2">
            <a:extLst>
              <a:ext uri="{FF2B5EF4-FFF2-40B4-BE49-F238E27FC236}">
                <a16:creationId xmlns="" xmlns:a16="http://schemas.microsoft.com/office/drawing/2014/main" id="{4EE87D24-4583-4A38-BC1B-5850FB3FDFAB}"/>
              </a:ext>
            </a:extLst>
          </p:cNvPr>
          <p:cNvGraphicFramePr/>
          <p:nvPr>
            <p:extLst>
              <p:ext uri="{D42A27DB-BD31-4B8C-83A1-F6EECF244321}">
                <p14:modId xmlns:p14="http://schemas.microsoft.com/office/powerpoint/2010/main" val="3173106248"/>
              </p:ext>
            </p:extLst>
          </p:nvPr>
        </p:nvGraphicFramePr>
        <p:xfrm>
          <a:off x="757827" y="0"/>
          <a:ext cx="6695596"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descr="~AUT0037">
            <a:extLst>
              <a:ext uri="{FF2B5EF4-FFF2-40B4-BE49-F238E27FC236}">
                <a16:creationId xmlns="" xmlns:a16="http://schemas.microsoft.com/office/drawing/2014/main" id="{BD9753E5-8AB4-4DB8-8CBB-77D8A2BB9F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7538483" y="1935608"/>
            <a:ext cx="4540103" cy="4796500"/>
          </a:xfrm>
          <a:prstGeom prst="rect">
            <a:avLst/>
          </a:prstGeom>
          <a:noFill/>
        </p:spPr>
      </p:pic>
      <p:grpSp>
        <p:nvGrpSpPr>
          <p:cNvPr id="4" name="Group 3">
            <a:extLst>
              <a:ext uri="{FF2B5EF4-FFF2-40B4-BE49-F238E27FC236}">
                <a16:creationId xmlns="" xmlns:a16="http://schemas.microsoft.com/office/drawing/2014/main" id="{D67180D3-C440-44DC-AE72-37856EB7BD52}"/>
              </a:ext>
            </a:extLst>
          </p:cNvPr>
          <p:cNvGrpSpPr/>
          <p:nvPr/>
        </p:nvGrpSpPr>
        <p:grpSpPr>
          <a:xfrm>
            <a:off x="7634179" y="1977656"/>
            <a:ext cx="4444408" cy="4816549"/>
            <a:chOff x="790365" y="186061"/>
            <a:chExt cx="6090166" cy="6485869"/>
          </a:xfrm>
        </p:grpSpPr>
        <p:pic>
          <p:nvPicPr>
            <p:cNvPr id="5" name="Picture 7" descr="~AUT0037">
              <a:extLst>
                <a:ext uri="{FF2B5EF4-FFF2-40B4-BE49-F238E27FC236}">
                  <a16:creationId xmlns="" xmlns:a16="http://schemas.microsoft.com/office/drawing/2014/main" id="{00B0860A-49B5-413A-B7CB-167CA1ACFFF5}"/>
                </a:ext>
              </a:extLst>
            </p:cNvPr>
            <p:cNvPicPr>
              <a:picLocks noGrp="1" noChangeAspect="1" noChangeArrowheads="1"/>
            </p:cNvPicPr>
            <p:nvPr>
              <p:ph sz="half" idx="1"/>
            </p:nvPr>
          </p:nvPicPr>
          <p:blipFill>
            <a:blip r:embed="rId8">
              <a:extLst>
                <a:ext uri="{BEBA8EAE-BF5A-486C-A8C5-ECC9F3942E4B}">
                  <a14:imgProps xmlns:a14="http://schemas.microsoft.com/office/drawing/2010/main">
                    <a14:imgLayer r:embed="rId9">
                      <a14:imgEffect>
                        <a14:sharpenSoften amount="50000"/>
                      </a14:imgEffect>
                    </a14:imgLayer>
                  </a14:imgProps>
                </a:ext>
                <a:ext uri="{28A0092B-C50C-407E-A947-70E740481C1C}">
                  <a14:useLocalDpi xmlns:a14="http://schemas.microsoft.com/office/drawing/2010/main" val="0"/>
                </a:ext>
              </a:extLst>
            </a:blip>
            <a:srcRect/>
            <a:stretch>
              <a:fillRect/>
            </a:stretch>
          </p:blipFill>
          <p:spPr>
            <a:xfrm>
              <a:off x="790365" y="186061"/>
              <a:ext cx="6090166" cy="6485869"/>
            </a:xfrm>
            <a:noFill/>
          </p:spPr>
        </p:pic>
        <p:pic>
          <p:nvPicPr>
            <p:cNvPr id="6" name="Picture 8" descr="~AUT0039">
              <a:extLst>
                <a:ext uri="{FF2B5EF4-FFF2-40B4-BE49-F238E27FC236}">
                  <a16:creationId xmlns="" xmlns:a16="http://schemas.microsoft.com/office/drawing/2014/main" id="{FFE11F2A-E85C-44B3-88A0-86ABFACAF35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5471" y="2376692"/>
              <a:ext cx="3286827" cy="207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7" name="Diagram 6">
            <a:extLst>
              <a:ext uri="{FF2B5EF4-FFF2-40B4-BE49-F238E27FC236}">
                <a16:creationId xmlns="" xmlns:a16="http://schemas.microsoft.com/office/drawing/2014/main" id="{59464A4D-99C2-42CE-8C40-BFB6399EFF7A}"/>
              </a:ext>
            </a:extLst>
          </p:cNvPr>
          <p:cNvGraphicFramePr/>
          <p:nvPr>
            <p:extLst>
              <p:ext uri="{D42A27DB-BD31-4B8C-83A1-F6EECF244321}">
                <p14:modId xmlns:p14="http://schemas.microsoft.com/office/powerpoint/2010/main" val="2813794020"/>
              </p:ext>
            </p:extLst>
          </p:nvPr>
        </p:nvGraphicFramePr>
        <p:xfrm>
          <a:off x="7538483" y="125893"/>
          <a:ext cx="4540103" cy="180971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97479383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55B03807-3008-43BD-A106-E2B8311AD9C2}"/>
              </a:ext>
            </a:extLst>
          </p:cNvPr>
          <p:cNvSpPr>
            <a:spLocks noGrp="1"/>
          </p:cNvSpPr>
          <p:nvPr>
            <p:ph type="sldNum" sz="quarter" idx="12"/>
          </p:nvPr>
        </p:nvSpPr>
        <p:spPr/>
        <p:txBody>
          <a:bodyPr/>
          <a:lstStyle/>
          <a:p>
            <a:fld id="{BDCDBBEF-AA6C-4BA6-85B2-A17D7F280E38}" type="slidenum">
              <a:rPr lang="en-US" smtClean="0"/>
              <a:pPr/>
              <a:t>16</a:t>
            </a:fld>
            <a:endParaRPr lang="en-US"/>
          </a:p>
        </p:txBody>
      </p:sp>
      <p:graphicFrame>
        <p:nvGraphicFramePr>
          <p:cNvPr id="3" name="Diagram 2">
            <a:extLst>
              <a:ext uri="{FF2B5EF4-FFF2-40B4-BE49-F238E27FC236}">
                <a16:creationId xmlns="" xmlns:a16="http://schemas.microsoft.com/office/drawing/2014/main" id="{4979D834-94C2-4D32-B261-294D624E5B19}"/>
              </a:ext>
            </a:extLst>
          </p:cNvPr>
          <p:cNvGraphicFramePr/>
          <p:nvPr>
            <p:extLst>
              <p:ext uri="{D42A27DB-BD31-4B8C-83A1-F6EECF244321}">
                <p14:modId xmlns:p14="http://schemas.microsoft.com/office/powerpoint/2010/main" val="1835776602"/>
              </p:ext>
            </p:extLst>
          </p:nvPr>
        </p:nvGraphicFramePr>
        <p:xfrm>
          <a:off x="756092" y="92346"/>
          <a:ext cx="11046047" cy="66291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270705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90EFED8C-0816-405C-B90C-402C4987503F}"/>
              </a:ext>
            </a:extLst>
          </p:cNvPr>
          <p:cNvSpPr>
            <a:spLocks noGrp="1"/>
          </p:cNvSpPr>
          <p:nvPr>
            <p:ph type="sldNum" sz="quarter" idx="12"/>
          </p:nvPr>
        </p:nvSpPr>
        <p:spPr/>
        <p:txBody>
          <a:bodyPr/>
          <a:lstStyle/>
          <a:p>
            <a:fld id="{BDCDBBEF-AA6C-4BA6-85B2-A17D7F280E38}" type="slidenum">
              <a:rPr lang="en-US" smtClean="0"/>
              <a:pPr/>
              <a:t>17</a:t>
            </a:fld>
            <a:endParaRPr lang="en-US"/>
          </a:p>
        </p:txBody>
      </p:sp>
      <p:graphicFrame>
        <p:nvGraphicFramePr>
          <p:cNvPr id="3" name="Diagram 2">
            <a:extLst>
              <a:ext uri="{FF2B5EF4-FFF2-40B4-BE49-F238E27FC236}">
                <a16:creationId xmlns="" xmlns:a16="http://schemas.microsoft.com/office/drawing/2014/main" id="{03A75E30-E30E-4369-8232-1030857B9BA3}"/>
              </a:ext>
            </a:extLst>
          </p:cNvPr>
          <p:cNvGraphicFramePr/>
          <p:nvPr>
            <p:extLst>
              <p:ext uri="{D42A27DB-BD31-4B8C-83A1-F6EECF244321}">
                <p14:modId xmlns:p14="http://schemas.microsoft.com/office/powerpoint/2010/main" val="3393080661"/>
              </p:ext>
            </p:extLst>
          </p:nvPr>
        </p:nvGraphicFramePr>
        <p:xfrm>
          <a:off x="756094" y="74428"/>
          <a:ext cx="6070008" cy="6647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Content Placeholder 4" descr="7.png">
            <a:extLst>
              <a:ext uri="{FF2B5EF4-FFF2-40B4-BE49-F238E27FC236}">
                <a16:creationId xmlns="" xmlns:a16="http://schemas.microsoft.com/office/drawing/2014/main" id="{E2E681E7-2C62-4E88-AC6C-0CE764F5DCFA}"/>
              </a:ext>
            </a:extLst>
          </p:cNvPr>
          <p:cNvPicPr>
            <a:picLocks noChangeAspect="1"/>
          </p:cNvPicPr>
          <p:nvPr/>
        </p:nvPicPr>
        <p:blipFill>
          <a:blip r:embed="rId7"/>
          <a:stretch>
            <a:fillRect/>
          </a:stretch>
        </p:blipFill>
        <p:spPr>
          <a:xfrm>
            <a:off x="6911000" y="563523"/>
            <a:ext cx="5199483" cy="4922877"/>
          </a:xfrm>
          <a:prstGeom prst="rect">
            <a:avLst/>
          </a:prstGeom>
        </p:spPr>
      </p:pic>
    </p:spTree>
    <p:extLst>
      <p:ext uri="{BB962C8B-B14F-4D97-AF65-F5344CB8AC3E}">
        <p14:creationId xmlns:p14="http://schemas.microsoft.com/office/powerpoint/2010/main" val="354741748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D08B4386-3F4C-4F22-873A-21EAFB2F589D}"/>
              </a:ext>
            </a:extLst>
          </p:cNvPr>
          <p:cNvSpPr>
            <a:spLocks noGrp="1"/>
          </p:cNvSpPr>
          <p:nvPr>
            <p:ph type="sldNum" sz="quarter" idx="12"/>
          </p:nvPr>
        </p:nvSpPr>
        <p:spPr/>
        <p:txBody>
          <a:bodyPr/>
          <a:lstStyle/>
          <a:p>
            <a:fld id="{BDCDBBEF-AA6C-4BA6-85B2-A17D7F280E38}" type="slidenum">
              <a:rPr lang="en-US" smtClean="0"/>
              <a:pPr/>
              <a:t>18</a:t>
            </a:fld>
            <a:endParaRPr lang="en-US"/>
          </a:p>
        </p:txBody>
      </p:sp>
      <p:graphicFrame>
        <p:nvGraphicFramePr>
          <p:cNvPr id="3" name="Diagram 2">
            <a:extLst>
              <a:ext uri="{FF2B5EF4-FFF2-40B4-BE49-F238E27FC236}">
                <a16:creationId xmlns="" xmlns:a16="http://schemas.microsoft.com/office/drawing/2014/main" id="{50AF1F91-9732-45DB-A6BF-C4445CBA94A8}"/>
              </a:ext>
            </a:extLst>
          </p:cNvPr>
          <p:cNvGraphicFramePr/>
          <p:nvPr>
            <p:extLst>
              <p:ext uri="{D42A27DB-BD31-4B8C-83A1-F6EECF244321}">
                <p14:modId xmlns:p14="http://schemas.microsoft.com/office/powerpoint/2010/main" val="432050817"/>
              </p:ext>
            </p:extLst>
          </p:nvPr>
        </p:nvGraphicFramePr>
        <p:xfrm>
          <a:off x="766724" y="72729"/>
          <a:ext cx="11003518" cy="6721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684069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68233236-2D2E-4C5A-899A-14BBD3CA2A21}"/>
              </a:ext>
            </a:extLst>
          </p:cNvPr>
          <p:cNvSpPr>
            <a:spLocks noGrp="1"/>
          </p:cNvSpPr>
          <p:nvPr>
            <p:ph type="sldNum" sz="quarter" idx="12"/>
          </p:nvPr>
        </p:nvSpPr>
        <p:spPr/>
        <p:txBody>
          <a:bodyPr/>
          <a:lstStyle/>
          <a:p>
            <a:fld id="{BDCDBBEF-AA6C-4BA6-85B2-A17D7F280E38}" type="slidenum">
              <a:rPr lang="en-US" smtClean="0"/>
              <a:pPr/>
              <a:t>19</a:t>
            </a:fld>
            <a:endParaRPr lang="en-US"/>
          </a:p>
        </p:txBody>
      </p:sp>
      <p:graphicFrame>
        <p:nvGraphicFramePr>
          <p:cNvPr id="3" name="Diagram 2">
            <a:extLst>
              <a:ext uri="{FF2B5EF4-FFF2-40B4-BE49-F238E27FC236}">
                <a16:creationId xmlns="" xmlns:a16="http://schemas.microsoft.com/office/drawing/2014/main" id="{97384CB3-0B1F-4094-A85F-4C4967A85552}"/>
              </a:ext>
            </a:extLst>
          </p:cNvPr>
          <p:cNvGraphicFramePr/>
          <p:nvPr>
            <p:extLst>
              <p:ext uri="{D42A27DB-BD31-4B8C-83A1-F6EECF244321}">
                <p14:modId xmlns:p14="http://schemas.microsoft.com/office/powerpoint/2010/main" val="3363888996"/>
              </p:ext>
            </p:extLst>
          </p:nvPr>
        </p:nvGraphicFramePr>
        <p:xfrm>
          <a:off x="777358" y="0"/>
          <a:ext cx="11035414"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998783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38486" y="127587"/>
            <a:ext cx="4456455" cy="3924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graphicFrame>
        <p:nvGraphicFramePr>
          <p:cNvPr id="2" name="Diagram 1">
            <a:extLst>
              <a:ext uri="{FF2B5EF4-FFF2-40B4-BE49-F238E27FC236}">
                <a16:creationId xmlns="" xmlns:a16="http://schemas.microsoft.com/office/drawing/2014/main" id="{C64EDC46-373A-4BA3-900B-0F55946511C4}"/>
              </a:ext>
            </a:extLst>
          </p:cNvPr>
          <p:cNvGraphicFramePr/>
          <p:nvPr>
            <p:extLst>
              <p:ext uri="{D42A27DB-BD31-4B8C-83A1-F6EECF244321}">
                <p14:modId xmlns:p14="http://schemas.microsoft.com/office/powerpoint/2010/main" val="2933202381"/>
              </p:ext>
            </p:extLst>
          </p:nvPr>
        </p:nvGraphicFramePr>
        <p:xfrm>
          <a:off x="774330" y="87944"/>
          <a:ext cx="6604665" cy="66956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 xmlns:a16="http://schemas.microsoft.com/office/drawing/2014/main" id="{E24E6759-568B-475C-BC32-9E7B817B1FF3}"/>
              </a:ext>
            </a:extLst>
          </p:cNvPr>
          <p:cNvPicPr>
            <a:picLocks noChangeAspect="1"/>
          </p:cNvPicPr>
          <p:nvPr/>
        </p:nvPicPr>
        <p:blipFill>
          <a:blip r:embed="rId8"/>
          <a:stretch>
            <a:fillRect/>
          </a:stretch>
        </p:blipFill>
        <p:spPr>
          <a:xfrm>
            <a:off x="8154700" y="4104169"/>
            <a:ext cx="3408914" cy="26581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advTm="5661">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81633777-7967-4839-9E41-E1142C95EE22}"/>
              </a:ext>
            </a:extLst>
          </p:cNvPr>
          <p:cNvSpPr>
            <a:spLocks noGrp="1"/>
          </p:cNvSpPr>
          <p:nvPr>
            <p:ph type="sldNum" sz="quarter" idx="12"/>
          </p:nvPr>
        </p:nvSpPr>
        <p:spPr/>
        <p:txBody>
          <a:bodyPr/>
          <a:lstStyle/>
          <a:p>
            <a:fld id="{BDCDBBEF-AA6C-4BA6-85B2-A17D7F280E38}" type="slidenum">
              <a:rPr lang="en-US" smtClean="0"/>
              <a:pPr/>
              <a:t>21</a:t>
            </a:fld>
            <a:endParaRPr lang="en-US"/>
          </a:p>
        </p:txBody>
      </p:sp>
      <p:graphicFrame>
        <p:nvGraphicFramePr>
          <p:cNvPr id="3" name="Diagram 2">
            <a:extLst>
              <a:ext uri="{FF2B5EF4-FFF2-40B4-BE49-F238E27FC236}">
                <a16:creationId xmlns="" xmlns:a16="http://schemas.microsoft.com/office/drawing/2014/main" id="{72CE78E3-3EB4-45BD-B93A-EB821344146D}"/>
              </a:ext>
            </a:extLst>
          </p:cNvPr>
          <p:cNvGraphicFramePr/>
          <p:nvPr>
            <p:extLst>
              <p:ext uri="{D42A27DB-BD31-4B8C-83A1-F6EECF244321}">
                <p14:modId xmlns:p14="http://schemas.microsoft.com/office/powerpoint/2010/main" val="43529460"/>
              </p:ext>
            </p:extLst>
          </p:nvPr>
        </p:nvGraphicFramePr>
        <p:xfrm>
          <a:off x="862417" y="136525"/>
          <a:ext cx="10929090"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 xmlns:a16="http://schemas.microsoft.com/office/drawing/2014/main" id="{C9415173-EEA2-4FBC-845D-63C172A39131}"/>
              </a:ext>
            </a:extLst>
          </p:cNvPr>
          <p:cNvPicPr>
            <a:picLocks noChangeAspect="1"/>
          </p:cNvPicPr>
          <p:nvPr/>
        </p:nvPicPr>
        <p:blipFill>
          <a:blip r:embed="rId7"/>
          <a:stretch>
            <a:fillRect/>
          </a:stretch>
        </p:blipFill>
        <p:spPr>
          <a:xfrm>
            <a:off x="8956157" y="2496231"/>
            <a:ext cx="2734294" cy="1865538"/>
          </a:xfrm>
          <a:prstGeom prst="rect">
            <a:avLst/>
          </a:prstGeom>
        </p:spPr>
      </p:pic>
    </p:spTree>
    <p:extLst>
      <p:ext uri="{BB962C8B-B14F-4D97-AF65-F5344CB8AC3E}">
        <p14:creationId xmlns:p14="http://schemas.microsoft.com/office/powerpoint/2010/main" val="2515140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a:xfrm>
            <a:off x="838200" y="1825625"/>
            <a:ext cx="10515600" cy="4672014"/>
          </a:xfrm>
        </p:spPr>
        <p:txBody>
          <a:bodyPr>
            <a:normAutofit fontScale="62500" lnSpcReduction="20000"/>
          </a:bodyPr>
          <a:lstStyle/>
          <a:p>
            <a:pPr algn="just">
              <a:buFont typeface="Arial" panose="020B0604020202020204" pitchFamily="34" charset="0"/>
              <a:buChar char="•"/>
            </a:pPr>
            <a:r>
              <a:rPr lang="en-IN" sz="2900" b="0" i="0" dirty="0">
                <a:effectLst/>
              </a:rPr>
              <a:t>John G Webster, “Medical Instrumentation – Application and Design”, 4</a:t>
            </a:r>
            <a:r>
              <a:rPr lang="en-IN" sz="2900" b="0" i="0" baseline="30000" dirty="0">
                <a:effectLst/>
              </a:rPr>
              <a:t>th</a:t>
            </a:r>
            <a:r>
              <a:rPr lang="en-IN" sz="2900" b="0" i="0" dirty="0">
                <a:effectLst/>
              </a:rPr>
              <a:t> ed., John Wiley and Sons, 2007.</a:t>
            </a:r>
          </a:p>
          <a:p>
            <a:pPr algn="just">
              <a:buFont typeface="Arial" panose="020B0604020202020204" pitchFamily="34" charset="0"/>
              <a:buChar char="•"/>
            </a:pPr>
            <a:r>
              <a:rPr lang="en-IN" sz="2900" b="0" i="0" dirty="0">
                <a:effectLst/>
              </a:rPr>
              <a:t>Leslie Cromwell, Fred. J. </a:t>
            </a:r>
            <a:r>
              <a:rPr lang="en-IN" sz="2900" b="0" i="0" dirty="0" err="1">
                <a:effectLst/>
              </a:rPr>
              <a:t>Weibell</a:t>
            </a:r>
            <a:r>
              <a:rPr lang="en-IN" sz="2900" b="0" i="0" dirty="0">
                <a:effectLst/>
              </a:rPr>
              <a:t>, Erich. A. Pfeiffer, “Biomedical Instrumentation &amp; Measurements, 2</a:t>
            </a:r>
            <a:r>
              <a:rPr lang="en-IN" sz="2900" b="0" i="0" baseline="30000" dirty="0">
                <a:effectLst/>
              </a:rPr>
              <a:t>nd</a:t>
            </a:r>
            <a:r>
              <a:rPr lang="en-IN" sz="2900" b="0" i="0" dirty="0">
                <a:effectLst/>
              </a:rPr>
              <a:t> ed., Pearson Education., 2001.</a:t>
            </a:r>
          </a:p>
          <a:p>
            <a:pPr algn="just"/>
            <a:r>
              <a:rPr lang="en-IN" sz="2900" b="0" i="0" dirty="0" err="1">
                <a:effectLst/>
              </a:rPr>
              <a:t>Ryaby</a:t>
            </a:r>
            <a:r>
              <a:rPr lang="en-IN" sz="2900" b="0" i="0" dirty="0">
                <a:effectLst/>
              </a:rPr>
              <a:t> J.T. (2005) Biophysical Stimulation Using Electrical, Electromagnetic, and Ultrasonic Fields. In: Lieberman J.R., </a:t>
            </a:r>
            <a:r>
              <a:rPr lang="en-IN" sz="2900" b="0" i="0" dirty="0" err="1">
                <a:effectLst/>
              </a:rPr>
              <a:t>Friedlaender</a:t>
            </a:r>
            <a:r>
              <a:rPr lang="en-IN" sz="2900" b="0" i="0" dirty="0">
                <a:effectLst/>
              </a:rPr>
              <a:t> G.E. (eds) Bone Regeneration and Repair. Humana Press. </a:t>
            </a:r>
            <a:r>
              <a:rPr lang="en-IN" sz="2900" b="0" i="0" dirty="0">
                <a:effectLst/>
                <a:hlinkClick r:id="rId2">
                  <a:extLst>
                    <a:ext uri="{A12FA001-AC4F-418D-AE19-62706E023703}">
                      <ahyp:hlinkClr xmlns="" xmlns:ahyp="http://schemas.microsoft.com/office/drawing/2018/hyperlinkcolor" val="tx"/>
                    </a:ext>
                  </a:extLst>
                </a:hlinkClick>
              </a:rPr>
              <a:t>https://doi.org/10.1385/1-59259-863-3:291</a:t>
            </a:r>
            <a:endParaRPr lang="en-IN" sz="2900" b="0" i="0" dirty="0">
              <a:effectLst/>
            </a:endParaRPr>
          </a:p>
          <a:p>
            <a:pPr algn="just"/>
            <a:r>
              <a:rPr lang="en-US" sz="2900" dirty="0" err="1"/>
              <a:t>C.B.Powar</a:t>
            </a:r>
            <a:r>
              <a:rPr lang="en-US" sz="2900" dirty="0"/>
              <a:t>, 2010.Cell Biology.5</a:t>
            </a:r>
            <a:r>
              <a:rPr lang="en-US" sz="2900" baseline="30000" dirty="0"/>
              <a:t>th</a:t>
            </a:r>
            <a:r>
              <a:rPr lang="en-US" sz="2900" dirty="0"/>
              <a:t> </a:t>
            </a:r>
            <a:r>
              <a:rPr lang="en-US" sz="2900" dirty="0" err="1"/>
              <a:t>Ed,Himalyan</a:t>
            </a:r>
            <a:r>
              <a:rPr lang="en-US" sz="2900" dirty="0"/>
              <a:t> Publishing House.</a:t>
            </a:r>
          </a:p>
          <a:p>
            <a:pPr algn="just"/>
            <a:r>
              <a:rPr lang="en-US" sz="2900" dirty="0"/>
              <a:t> </a:t>
            </a:r>
            <a:r>
              <a:rPr lang="en-US" sz="2900" dirty="0" err="1"/>
              <a:t>Leshie</a:t>
            </a:r>
            <a:r>
              <a:rPr lang="en-US" sz="2900" dirty="0"/>
              <a:t> Cromwell, </a:t>
            </a:r>
            <a:r>
              <a:rPr lang="en-US" sz="2900" dirty="0" err="1"/>
              <a:t>Fred.J</a:t>
            </a:r>
            <a:r>
              <a:rPr lang="en-US" sz="2900" dirty="0"/>
              <a:t>. </a:t>
            </a:r>
            <a:r>
              <a:rPr lang="en-US" sz="2900" dirty="0" err="1"/>
              <a:t>Weibell</a:t>
            </a:r>
            <a:r>
              <a:rPr lang="en-US" sz="2900" dirty="0"/>
              <a:t> and </a:t>
            </a:r>
            <a:r>
              <a:rPr lang="en-US" sz="2900" dirty="0" err="1"/>
              <a:t>Erich.A.Pfeiffer</a:t>
            </a:r>
            <a:r>
              <a:rPr lang="en-US" sz="2900" dirty="0"/>
              <a:t>. 2003. Biomedical instrumentation and measurements. 2</a:t>
            </a:r>
            <a:r>
              <a:rPr lang="en-US" sz="2900" baseline="30000" dirty="0"/>
              <a:t>nd</a:t>
            </a:r>
            <a:r>
              <a:rPr lang="en-US" sz="2900" dirty="0"/>
              <a:t> edition, PHI.</a:t>
            </a:r>
          </a:p>
          <a:p>
            <a:pPr algn="just"/>
            <a:r>
              <a:rPr lang="en-US" sz="2900" dirty="0"/>
              <a:t> John G. Webster 1998. Medical Instrumentation: Applications and Design, 3</a:t>
            </a:r>
            <a:r>
              <a:rPr lang="en-US" sz="2900" baseline="30000" dirty="0"/>
              <a:t>rd</a:t>
            </a:r>
            <a:r>
              <a:rPr lang="en-US" sz="2900" dirty="0"/>
              <a:t> edition, Jon Wiley and Sons, New York.</a:t>
            </a:r>
          </a:p>
          <a:p>
            <a:pPr algn="just"/>
            <a:r>
              <a:rPr lang="en-US" sz="2900" dirty="0"/>
              <a:t>Jeremy M. Berg, John L. </a:t>
            </a:r>
            <a:r>
              <a:rPr lang="en-US" sz="2900" dirty="0" err="1"/>
              <a:t>Tymoczko</a:t>
            </a:r>
            <a:r>
              <a:rPr lang="en-US" sz="2900" dirty="0"/>
              <a:t> and </a:t>
            </a:r>
            <a:r>
              <a:rPr lang="en-US" sz="2900" dirty="0" err="1"/>
              <a:t>Lubert</a:t>
            </a:r>
            <a:r>
              <a:rPr lang="en-US" sz="2900" dirty="0"/>
              <a:t> </a:t>
            </a:r>
            <a:r>
              <a:rPr lang="en-US" sz="2900" dirty="0" err="1"/>
              <a:t>Stryer</a:t>
            </a:r>
            <a:r>
              <a:rPr lang="en-US" sz="2900" dirty="0"/>
              <a:t>. 2006. “Biochemistry,” 6th Ed. W.H. Freeman and Co.  Ltd.</a:t>
            </a:r>
          </a:p>
          <a:p>
            <a:pPr algn="just"/>
            <a:r>
              <a:rPr lang="en-US" sz="2900" dirty="0"/>
              <a:t>Robert Weaver. 2012 “Molecular Biology,” 5th Edition, </a:t>
            </a:r>
            <a:r>
              <a:rPr lang="en-US" sz="2900" dirty="0" err="1"/>
              <a:t>MCGraw</a:t>
            </a:r>
            <a:r>
              <a:rPr lang="en-US" sz="2900" dirty="0"/>
              <a:t>-Hill. </a:t>
            </a:r>
          </a:p>
          <a:p>
            <a:pPr algn="just"/>
            <a:r>
              <a:rPr lang="en-US" sz="2900" dirty="0"/>
              <a:t>Jon Cooper, </a:t>
            </a:r>
            <a:r>
              <a:rPr lang="en-US" sz="2900" b="1" dirty="0"/>
              <a:t>, 2</a:t>
            </a:r>
            <a:r>
              <a:rPr lang="en-US" sz="2900" dirty="0"/>
              <a:t>004. “Biosensors A Practical Approach” Bellwether Books. </a:t>
            </a:r>
          </a:p>
          <a:p>
            <a:pPr algn="just"/>
            <a:r>
              <a:rPr lang="en-US" sz="2900" dirty="0"/>
              <a:t> Martin Alexander, 1994 “Biodegradation and Bioremediation,” Academic Press. </a:t>
            </a:r>
          </a:p>
          <a:p>
            <a:endParaRPr lang="en-US" dirty="0">
              <a:latin typeface="+mj-lt"/>
            </a:endParaRPr>
          </a:p>
          <a:p>
            <a:endParaRPr lang="en-IN" sz="2400" dirty="0">
              <a:latin typeface="+mj-lt"/>
              <a:ea typeface="Cambria"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mc:AlternateContent xmlns:mc="http://schemas.openxmlformats.org/markup-compatibility/2006" xmlns:p14="http://schemas.microsoft.com/office/powerpoint/2010/main">
    <mc:Choice Requires="p14">
      <p:transition spd="med" p14:dur="700" advTm="24312">
        <p:fade/>
      </p:transition>
    </mc:Choice>
    <mc:Fallback xmlns="">
      <p:transition spd="med" advTm="24312">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4" name="CorelDRAW" r:id="rId3" imgW="2169000" imgH="2169360" progId="">
                    <p:embed/>
                  </p:oleObj>
                </mc:Choice>
                <mc:Fallback>
                  <p:oleObj name="CorelDRAW" r:id="rId3" imgW="2169000" imgH="2169360" progId="">
                    <p:embed/>
                    <p:pic>
                      <p:nvPicPr>
                        <p:cNvPr id="33" name="Object 32">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advTm="1626">
        <p:fade/>
      </p:transition>
    </mc:Choice>
    <mc:Fallback xmlns="">
      <p:transition spd="med" advTm="1626">
        <p:fade/>
      </p:transition>
    </mc:Fallback>
  </mc:AlternateContent>
</p:sld>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8561</TotalTime>
  <Words>2672</Words>
  <Application>Microsoft Office PowerPoint</Application>
  <PresentationFormat>Widescreen</PresentationFormat>
  <Paragraphs>244</Paragraphs>
  <Slides>23</Slides>
  <Notes>3</Notes>
  <HiddenSlides>0</HiddenSlides>
  <MMClips>0</MMClips>
  <ScaleCrop>false</ScaleCrop>
  <HeadingPairs>
    <vt:vector size="10"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23</vt:i4>
      </vt:variant>
      <vt:variant>
        <vt:lpstr>Custom Shows</vt:lpstr>
      </vt:variant>
      <vt:variant>
        <vt:i4>1</vt:i4>
      </vt:variant>
    </vt:vector>
  </HeadingPairs>
  <TitlesOfParts>
    <vt:vector size="41" baseType="lpstr">
      <vt:lpstr>Arial Unicode MS</vt:lpstr>
      <vt:lpstr>SimSun</vt:lpstr>
      <vt:lpstr>Arial</vt:lpstr>
      <vt:lpstr>Calibri</vt:lpstr>
      <vt:lpstr>Calibri Light</vt:lpstr>
      <vt:lpstr>Cambria</vt:lpstr>
      <vt:lpstr>Casper</vt:lpstr>
      <vt:lpstr>Georgia</vt:lpstr>
      <vt:lpstr>Karla</vt:lpstr>
      <vt:lpstr>Raleway ExtraBold</vt:lpstr>
      <vt:lpstr>Segoe UI</vt:lpstr>
      <vt:lpstr>Times New Roman</vt:lpstr>
      <vt:lpstr>Wingdings</vt:lpstr>
      <vt:lpstr>ヒラギノ角ゴ ProN W6</vt:lpstr>
      <vt:lpstr>1_Office Theme</vt:lpstr>
      <vt:lpstr>Contents Slide Master</vt:lpstr>
      <vt:lpstr>CorelDRAW</vt:lpstr>
      <vt:lpstr>PowerPoint Presentation</vt:lpstr>
      <vt:lpstr>Course Outcome </vt:lpstr>
      <vt:lpstr>SYLLABUS</vt:lpstr>
      <vt:lpstr>PowerPoint Presentation</vt:lpstr>
      <vt:lpstr>PowerPoint Presentation</vt:lpstr>
      <vt:lpstr>Electrical Medical Devices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lpstr>Custom Show 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Microsoft account</cp:lastModifiedBy>
  <cp:revision>668</cp:revision>
  <dcterms:created xsi:type="dcterms:W3CDTF">2019-01-09T10:33:58Z</dcterms:created>
  <dcterms:modified xsi:type="dcterms:W3CDTF">2023-06-15T16:32:52Z</dcterms:modified>
</cp:coreProperties>
</file>