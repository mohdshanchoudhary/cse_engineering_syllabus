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4"/>
  </p:notesMasterIdLst>
  <p:handoutMasterIdLst>
    <p:handoutMasterId r:id="rId25"/>
  </p:handoutMasterIdLst>
  <p:sldIdLst>
    <p:sldId id="375" r:id="rId3"/>
    <p:sldId id="381" r:id="rId4"/>
    <p:sldId id="382" r:id="rId5"/>
    <p:sldId id="383" r:id="rId6"/>
    <p:sldId id="384" r:id="rId7"/>
    <p:sldId id="398" r:id="rId8"/>
    <p:sldId id="419" r:id="rId9"/>
    <p:sldId id="420" r:id="rId10"/>
    <p:sldId id="421" r:id="rId11"/>
    <p:sldId id="423" r:id="rId12"/>
    <p:sldId id="422" r:id="rId13"/>
    <p:sldId id="425" r:id="rId14"/>
    <p:sldId id="426" r:id="rId15"/>
    <p:sldId id="427" r:id="rId16"/>
    <p:sldId id="428" r:id="rId17"/>
    <p:sldId id="410" r:id="rId18"/>
    <p:sldId id="415" r:id="rId19"/>
    <p:sldId id="414" r:id="rId20"/>
    <p:sldId id="412" r:id="rId21"/>
    <p:sldId id="308" r:id="rId22"/>
    <p:sldId id="279" r:id="rId23"/>
  </p:sldIdLst>
  <p:sldSz cx="12192000" cy="6858000"/>
  <p:notesSz cx="6858000" cy="9144000"/>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B9AD6A42-E000-4613-9616-39E75D1EF5BF}"/>
    <pc:docChg chg="undo custSel delSld modSld">
      <pc:chgData name="Devinder Kaur" userId="89161a673412ba18" providerId="LiveId" clId="{B9AD6A42-E000-4613-9616-39E75D1EF5BF}" dt="2022-11-24T08:53:20.033" v="108" actId="20577"/>
      <pc:docMkLst>
        <pc:docMk/>
      </pc:docMkLst>
      <pc:sldChg chg="modSp mod">
        <pc:chgData name="Devinder Kaur" userId="89161a673412ba18" providerId="LiveId" clId="{B9AD6A42-E000-4613-9616-39E75D1EF5BF}" dt="2022-11-24T08:52:57.381" v="107" actId="14100"/>
        <pc:sldMkLst>
          <pc:docMk/>
          <pc:sldMk cId="3361918424" sldId="308"/>
        </pc:sldMkLst>
        <pc:spChg chg="mod">
          <ac:chgData name="Devinder Kaur" userId="89161a673412ba18" providerId="LiveId" clId="{B9AD6A42-E000-4613-9616-39E75D1EF5BF}" dt="2022-11-24T08:52:57.381" v="107" actId="14100"/>
          <ac:spMkLst>
            <pc:docMk/>
            <pc:sldMk cId="3361918424" sldId="308"/>
            <ac:spMk id="2" creationId="{00000000-0000-0000-0000-000000000000}"/>
          </ac:spMkLst>
        </pc:spChg>
        <pc:spChg chg="mod">
          <ac:chgData name="Devinder Kaur" userId="89161a673412ba18" providerId="LiveId" clId="{B9AD6A42-E000-4613-9616-39E75D1EF5BF}" dt="2022-11-24T08:52:44.988" v="105" actId="27636"/>
          <ac:spMkLst>
            <pc:docMk/>
            <pc:sldMk cId="3361918424" sldId="308"/>
            <ac:spMk id="3" creationId="{00000000-0000-0000-0000-000000000000}"/>
          </ac:spMkLst>
        </pc:spChg>
      </pc:sldChg>
      <pc:sldChg chg="modSp mod">
        <pc:chgData name="Devinder Kaur" userId="89161a673412ba18" providerId="LiveId" clId="{B9AD6A42-E000-4613-9616-39E75D1EF5BF}" dt="2022-11-24T08:53:20.033" v="108" actId="20577"/>
        <pc:sldMkLst>
          <pc:docMk/>
          <pc:sldMk cId="3585577689" sldId="375"/>
        </pc:sldMkLst>
        <pc:spChg chg="mod">
          <ac:chgData name="Devinder Kaur" userId="89161a673412ba18" providerId="LiveId" clId="{B9AD6A42-E000-4613-9616-39E75D1EF5BF}" dt="2022-11-24T08:53:20.033" v="108" actId="20577"/>
          <ac:spMkLst>
            <pc:docMk/>
            <pc:sldMk cId="3585577689" sldId="375"/>
            <ac:spMk id="26" creationId="{00000000-0000-0000-0000-000000000000}"/>
          </ac:spMkLst>
        </pc:spChg>
      </pc:sldChg>
      <pc:sldChg chg="modSp mod">
        <pc:chgData name="Devinder Kaur" userId="89161a673412ba18" providerId="LiveId" clId="{B9AD6A42-E000-4613-9616-39E75D1EF5BF}" dt="2022-11-24T08:43:35.174" v="92" actId="404"/>
        <pc:sldMkLst>
          <pc:docMk/>
          <pc:sldMk cId="0" sldId="382"/>
        </pc:sldMkLst>
        <pc:spChg chg="mod">
          <ac:chgData name="Devinder Kaur" userId="89161a673412ba18" providerId="LiveId" clId="{B9AD6A42-E000-4613-9616-39E75D1EF5BF}" dt="2022-11-24T08:37:54.389" v="26" actId="1035"/>
          <ac:spMkLst>
            <pc:docMk/>
            <pc:sldMk cId="0" sldId="382"/>
            <ac:spMk id="2" creationId="{786CAAAA-1DAB-4779-A8F8-3B8B853C067E}"/>
          </ac:spMkLst>
        </pc:spChg>
        <pc:graphicFrameChg chg="mod modGraphic">
          <ac:chgData name="Devinder Kaur" userId="89161a673412ba18" providerId="LiveId" clId="{B9AD6A42-E000-4613-9616-39E75D1EF5BF}" dt="2022-11-24T08:43:35.174" v="92" actId="404"/>
          <ac:graphicFrameMkLst>
            <pc:docMk/>
            <pc:sldMk cId="0" sldId="382"/>
            <ac:graphicFrameMk id="4" creationId="{133B9873-0D72-4F00-B232-68A50C2F664D}"/>
          </ac:graphicFrameMkLst>
        </pc:graphicFrameChg>
      </pc:sldChg>
      <pc:sldChg chg="del">
        <pc:chgData name="Devinder Kaur" userId="89161a673412ba18" providerId="LiveId" clId="{B9AD6A42-E000-4613-9616-39E75D1EF5BF}" dt="2022-11-24T08:50:40.031" v="93" actId="47"/>
        <pc:sldMkLst>
          <pc:docMk/>
          <pc:sldMk cId="1962826897" sldId="390"/>
        </pc:sldMkLst>
      </pc:sldChg>
      <pc:sldChg chg="del">
        <pc:chgData name="Devinder Kaur" userId="89161a673412ba18" providerId="LiveId" clId="{B9AD6A42-E000-4613-9616-39E75D1EF5BF}" dt="2022-11-24T08:50:40.031" v="93" actId="47"/>
        <pc:sldMkLst>
          <pc:docMk/>
          <pc:sldMk cId="2872582379" sldId="391"/>
        </pc:sldMkLst>
      </pc:sldChg>
      <pc:sldChg chg="modSp mod">
        <pc:chgData name="Devinder Kaur" userId="89161a673412ba18" providerId="LiveId" clId="{B9AD6A42-E000-4613-9616-39E75D1EF5BF}" dt="2022-11-24T08:51:40.241" v="96" actId="404"/>
        <pc:sldMkLst>
          <pc:docMk/>
          <pc:sldMk cId="3348223499" sldId="429"/>
        </pc:sldMkLst>
        <pc:graphicFrameChg chg="mod modGraphic">
          <ac:chgData name="Devinder Kaur" userId="89161a673412ba18" providerId="LiveId" clId="{B9AD6A42-E000-4613-9616-39E75D1EF5BF}" dt="2022-11-24T08:51:40.241" v="96" actId="404"/>
          <ac:graphicFrameMkLst>
            <pc:docMk/>
            <pc:sldMk cId="3348223499" sldId="429"/>
            <ac:graphicFrameMk id="3" creationId="{5CF009E1-7868-473A-9E62-0341C9F61C35}"/>
          </ac:graphicFrameMkLst>
        </pc:graphicFrameChg>
      </pc:sldChg>
    </pc:docChg>
  </pc:docChgLst>
  <pc:docChgLst>
    <pc:chgData name="Devinder Kaur" userId="89161a673412ba18" providerId="LiveId" clId="{9C8393A4-D587-4FFA-90D0-DF1AB53E2637}"/>
    <pc:docChg chg="undo custSel delSld modSld sldOrd">
      <pc:chgData name="Devinder Kaur" userId="89161a673412ba18" providerId="LiveId" clId="{9C8393A4-D587-4FFA-90D0-DF1AB53E2637}" dt="2022-12-13T08:49:23.773" v="87" actId="313"/>
      <pc:docMkLst>
        <pc:docMk/>
      </pc:docMkLst>
      <pc:sldChg chg="modSp mod">
        <pc:chgData name="Devinder Kaur" userId="89161a673412ba18" providerId="LiveId" clId="{9C8393A4-D587-4FFA-90D0-DF1AB53E2637}" dt="2022-12-13T06:41:23.056" v="59" actId="1076"/>
        <pc:sldMkLst>
          <pc:docMk/>
          <pc:sldMk cId="0" sldId="294"/>
        </pc:sldMkLst>
        <pc:spChg chg="mod">
          <ac:chgData name="Devinder Kaur" userId="89161a673412ba18" providerId="LiveId" clId="{9C8393A4-D587-4FFA-90D0-DF1AB53E2637}" dt="2022-12-13T06:41:07.072" v="54" actId="1076"/>
          <ac:spMkLst>
            <pc:docMk/>
            <pc:sldMk cId="0" sldId="294"/>
            <ac:spMk id="9219" creationId="{04AF97D1-0808-49E0-A5F9-BE2078C61E6F}"/>
          </ac:spMkLst>
        </pc:spChg>
        <pc:spChg chg="mod">
          <ac:chgData name="Devinder Kaur" userId="89161a673412ba18" providerId="LiveId" clId="{9C8393A4-D587-4FFA-90D0-DF1AB53E2637}" dt="2022-12-13T06:41:23.056" v="59" actId="1076"/>
          <ac:spMkLst>
            <pc:docMk/>
            <pc:sldMk cId="0" sldId="294"/>
            <ac:spMk id="9220" creationId="{4739AAAF-F08D-4053-A24F-CB21BB828863}"/>
          </ac:spMkLst>
        </pc:spChg>
        <pc:picChg chg="mod">
          <ac:chgData name="Devinder Kaur" userId="89161a673412ba18" providerId="LiveId" clId="{9C8393A4-D587-4FFA-90D0-DF1AB53E2637}" dt="2022-12-13T06:41:20.089" v="58" actId="14100"/>
          <ac:picMkLst>
            <pc:docMk/>
            <pc:sldMk cId="0" sldId="294"/>
            <ac:picMk id="9221" creationId="{4DA02DA3-D482-4D18-A6FA-A47569A3411C}"/>
          </ac:picMkLst>
        </pc:picChg>
      </pc:sldChg>
      <pc:sldChg chg="del">
        <pc:chgData name="Devinder Kaur" userId="89161a673412ba18" providerId="LiveId" clId="{9C8393A4-D587-4FFA-90D0-DF1AB53E2637}" dt="2022-12-13T07:27:59.443" v="71" actId="47"/>
        <pc:sldMkLst>
          <pc:docMk/>
          <pc:sldMk cId="0" sldId="347"/>
        </pc:sldMkLst>
      </pc:sldChg>
      <pc:sldChg chg="ord">
        <pc:chgData name="Devinder Kaur" userId="89161a673412ba18" providerId="LiveId" clId="{9C8393A4-D587-4FFA-90D0-DF1AB53E2637}" dt="2022-12-13T07:29:31.618" v="73"/>
        <pc:sldMkLst>
          <pc:docMk/>
          <pc:sldMk cId="0" sldId="351"/>
        </pc:sldMkLst>
      </pc:sldChg>
      <pc:sldChg chg="del">
        <pc:chgData name="Devinder Kaur" userId="89161a673412ba18" providerId="LiveId" clId="{9C8393A4-D587-4FFA-90D0-DF1AB53E2637}" dt="2022-12-12T04:27:09.021" v="3" actId="2696"/>
        <pc:sldMkLst>
          <pc:docMk/>
          <pc:sldMk cId="410068883" sldId="385"/>
        </pc:sldMkLst>
      </pc:sldChg>
      <pc:sldChg chg="del">
        <pc:chgData name="Devinder Kaur" userId="89161a673412ba18" providerId="LiveId" clId="{9C8393A4-D587-4FFA-90D0-DF1AB53E2637}" dt="2022-12-12T04:25:24.787" v="0" actId="2696"/>
        <pc:sldMkLst>
          <pc:docMk/>
          <pc:sldMk cId="2009044222" sldId="388"/>
        </pc:sldMkLst>
      </pc:sldChg>
      <pc:sldChg chg="del">
        <pc:chgData name="Devinder Kaur" userId="89161a673412ba18" providerId="LiveId" clId="{9C8393A4-D587-4FFA-90D0-DF1AB53E2637}" dt="2022-12-12T04:26:37.653" v="1" actId="2696"/>
        <pc:sldMkLst>
          <pc:docMk/>
          <pc:sldMk cId="1057802568" sldId="392"/>
        </pc:sldMkLst>
      </pc:sldChg>
      <pc:sldChg chg="del">
        <pc:chgData name="Devinder Kaur" userId="89161a673412ba18" providerId="LiveId" clId="{9C8393A4-D587-4FFA-90D0-DF1AB53E2637}" dt="2022-12-12T04:27:26.369" v="4" actId="2696"/>
        <pc:sldMkLst>
          <pc:docMk/>
          <pc:sldMk cId="1564978313" sldId="394"/>
        </pc:sldMkLst>
      </pc:sldChg>
      <pc:sldChg chg="del">
        <pc:chgData name="Devinder Kaur" userId="89161a673412ba18" providerId="LiveId" clId="{9C8393A4-D587-4FFA-90D0-DF1AB53E2637}" dt="2022-12-12T04:27:38.840" v="5" actId="2696"/>
        <pc:sldMkLst>
          <pc:docMk/>
          <pc:sldMk cId="3248160990" sldId="395"/>
        </pc:sldMkLst>
      </pc:sldChg>
      <pc:sldChg chg="modSp mod">
        <pc:chgData name="Devinder Kaur" userId="89161a673412ba18" providerId="LiveId" clId="{9C8393A4-D587-4FFA-90D0-DF1AB53E2637}" dt="2022-12-13T06:42:04.129" v="63" actId="14100"/>
        <pc:sldMkLst>
          <pc:docMk/>
          <pc:sldMk cId="3310703458" sldId="398"/>
        </pc:sldMkLst>
        <pc:spChg chg="mod">
          <ac:chgData name="Devinder Kaur" userId="89161a673412ba18" providerId="LiveId" clId="{9C8393A4-D587-4FFA-90D0-DF1AB53E2637}" dt="2022-12-13T06:41:56.418" v="60" actId="14100"/>
          <ac:spMkLst>
            <pc:docMk/>
            <pc:sldMk cId="3310703458" sldId="398"/>
            <ac:spMk id="2" creationId="{E3ED7B26-F76A-4307-B79C-40D2FC6CDE30}"/>
          </ac:spMkLst>
        </pc:spChg>
        <pc:spChg chg="mod">
          <ac:chgData name="Devinder Kaur" userId="89161a673412ba18" providerId="LiveId" clId="{9C8393A4-D587-4FFA-90D0-DF1AB53E2637}" dt="2022-12-13T06:42:04.129" v="63" actId="14100"/>
          <ac:spMkLst>
            <pc:docMk/>
            <pc:sldMk cId="3310703458" sldId="398"/>
            <ac:spMk id="3" creationId="{01583712-7EBD-40D1-BEBB-749C18F9D728}"/>
          </ac:spMkLst>
        </pc:spChg>
      </pc:sldChg>
      <pc:sldChg chg="del">
        <pc:chgData name="Devinder Kaur" userId="89161a673412ba18" providerId="LiveId" clId="{9C8393A4-D587-4FFA-90D0-DF1AB53E2637}" dt="2022-12-12T04:26:53.321" v="2" actId="2696"/>
        <pc:sldMkLst>
          <pc:docMk/>
          <pc:sldMk cId="720155241" sldId="399"/>
        </pc:sldMkLst>
      </pc:sldChg>
      <pc:sldChg chg="modSp">
        <pc:chgData name="Devinder Kaur" userId="89161a673412ba18" providerId="LiveId" clId="{9C8393A4-D587-4FFA-90D0-DF1AB53E2637}" dt="2022-12-13T08:49:23.773" v="87" actId="313"/>
        <pc:sldMkLst>
          <pc:docMk/>
          <pc:sldMk cId="873514518" sldId="403"/>
        </pc:sldMkLst>
        <pc:graphicFrameChg chg="mod">
          <ac:chgData name="Devinder Kaur" userId="89161a673412ba18" providerId="LiveId" clId="{9C8393A4-D587-4FFA-90D0-DF1AB53E2637}" dt="2022-12-13T08:49:23.773" v="87" actId="313"/>
          <ac:graphicFrameMkLst>
            <pc:docMk/>
            <pc:sldMk cId="873514518" sldId="403"/>
            <ac:graphicFrameMk id="3" creationId="{EF73DF82-3B89-4803-B36D-1209D8B3B0DF}"/>
          </ac:graphicFrameMkLst>
        </pc:graphicFrameChg>
      </pc:sldChg>
      <pc:sldChg chg="modSp mod">
        <pc:chgData name="Devinder Kaur" userId="89161a673412ba18" providerId="LiveId" clId="{9C8393A4-D587-4FFA-90D0-DF1AB53E2637}" dt="2022-12-13T06:46:22.316" v="64" actId="14100"/>
        <pc:sldMkLst>
          <pc:docMk/>
          <pc:sldMk cId="1198466788" sldId="404"/>
        </pc:sldMkLst>
        <pc:graphicFrameChg chg="mod">
          <ac:chgData name="Devinder Kaur" userId="89161a673412ba18" providerId="LiveId" clId="{9C8393A4-D587-4FFA-90D0-DF1AB53E2637}" dt="2022-12-13T06:46:22.316" v="64" actId="14100"/>
          <ac:graphicFrameMkLst>
            <pc:docMk/>
            <pc:sldMk cId="1198466788" sldId="404"/>
            <ac:graphicFrameMk id="4" creationId="{78C7AC1A-FCE2-4CB4-BC56-7FB3542A2AAA}"/>
          </ac:graphicFrameMkLst>
        </pc:graphicFrameChg>
      </pc:sldChg>
      <pc:sldChg chg="modSp">
        <pc:chgData name="Devinder Kaur" userId="89161a673412ba18" providerId="LiveId" clId="{9C8393A4-D587-4FFA-90D0-DF1AB53E2637}" dt="2022-12-13T07:23:40.727" v="70" actId="20577"/>
        <pc:sldMkLst>
          <pc:docMk/>
          <pc:sldMk cId="1098808923" sldId="424"/>
        </pc:sldMkLst>
        <pc:graphicFrameChg chg="mod">
          <ac:chgData name="Devinder Kaur" userId="89161a673412ba18" providerId="LiveId" clId="{9C8393A4-D587-4FFA-90D0-DF1AB53E2637}" dt="2022-12-13T07:23:40.727" v="70" actId="20577"/>
          <ac:graphicFrameMkLst>
            <pc:docMk/>
            <pc:sldMk cId="1098808923" sldId="424"/>
            <ac:graphicFrameMk id="3" creationId="{800E9524-AF39-4795-8B1D-B0022DA5EA79}"/>
          </ac:graphicFrameMkLst>
        </pc:graphicFrameChg>
      </pc:sldChg>
    </pc:docChg>
  </pc:docChgLst>
  <pc:docChgLst>
    <pc:chgData name="Devinder Kaur" userId="89161a673412ba18" providerId="LiveId" clId="{7390AEFD-A420-43CD-992F-58CBC3AFE4B0}"/>
    <pc:docChg chg="undo custSel addSld delSld modSld sldOrd">
      <pc:chgData name="Devinder Kaur" userId="89161a673412ba18" providerId="LiveId" clId="{7390AEFD-A420-43CD-992F-58CBC3AFE4B0}" dt="2021-12-29T09:14:24.713" v="1466"/>
      <pc:docMkLst>
        <pc:docMk/>
      </pc:docMkLst>
      <pc:sldChg chg="modSp mod">
        <pc:chgData name="Devinder Kaur" userId="89161a673412ba18" providerId="LiveId" clId="{7390AEFD-A420-43CD-992F-58CBC3AFE4B0}" dt="2021-12-29T08:22:16.927" v="1458" actId="20577"/>
        <pc:sldMkLst>
          <pc:docMk/>
          <pc:sldMk cId="2656501266" sldId="279"/>
        </pc:sldMkLst>
        <pc:spChg chg="mod">
          <ac:chgData name="Devinder Kaur" userId="89161a673412ba18" providerId="LiveId" clId="{7390AEFD-A420-43CD-992F-58CBC3AFE4B0}" dt="2021-12-29T08:22:16.927" v="1458" actId="20577"/>
          <ac:spMkLst>
            <pc:docMk/>
            <pc:sldMk cId="2656501266" sldId="279"/>
            <ac:spMk id="2" creationId="{00000000-0000-0000-0000-000000000000}"/>
          </ac:spMkLst>
        </pc:spChg>
      </pc:sldChg>
      <pc:sldChg chg="modSp del mod">
        <pc:chgData name="Devinder Kaur" userId="89161a673412ba18" providerId="LiveId" clId="{7390AEFD-A420-43CD-992F-58CBC3AFE4B0}" dt="2021-12-29T08:21:51.198" v="1429" actId="47"/>
        <pc:sldMkLst>
          <pc:docMk/>
          <pc:sldMk cId="1495971165" sldId="307"/>
        </pc:sldMkLst>
        <pc:spChg chg="mod">
          <ac:chgData name="Devinder Kaur" userId="89161a673412ba18" providerId="LiveId" clId="{7390AEFD-A420-43CD-992F-58CBC3AFE4B0}" dt="2021-12-29T08:20:24.607" v="1389" actId="20577"/>
          <ac:spMkLst>
            <pc:docMk/>
            <pc:sldMk cId="1495971165" sldId="307"/>
            <ac:spMk id="2" creationId="{00000000-0000-0000-0000-000000000000}"/>
          </ac:spMkLst>
        </pc:spChg>
        <pc:spChg chg="mod">
          <ac:chgData name="Devinder Kaur" userId="89161a673412ba18" providerId="LiveId" clId="{7390AEFD-A420-43CD-992F-58CBC3AFE4B0}" dt="2021-12-29T08:19:57.869" v="1350" actId="123"/>
          <ac:spMkLst>
            <pc:docMk/>
            <pc:sldMk cId="1495971165" sldId="307"/>
            <ac:spMk id="3" creationId="{00000000-0000-0000-0000-000000000000}"/>
          </ac:spMkLst>
        </pc:spChg>
      </pc:sldChg>
      <pc:sldChg chg="modSp">
        <pc:chgData name="Devinder Kaur" userId="89161a673412ba18" providerId="LiveId" clId="{7390AEFD-A420-43CD-992F-58CBC3AFE4B0}" dt="2021-12-29T07:10:04.915" v="907" actId="20577"/>
        <pc:sldMkLst>
          <pc:docMk/>
          <pc:sldMk cId="0" sldId="315"/>
        </pc:sldMkLst>
        <pc:graphicFrameChg chg="mod">
          <ac:chgData name="Devinder Kaur" userId="89161a673412ba18" providerId="LiveId" clId="{7390AEFD-A420-43CD-992F-58CBC3AFE4B0}" dt="2021-12-29T07:10:04.915" v="907" actId="20577"/>
          <ac:graphicFrameMkLst>
            <pc:docMk/>
            <pc:sldMk cId="0" sldId="315"/>
            <ac:graphicFrameMk id="2" creationId="{C64EDC46-373A-4BA3-900B-0F55946511C4}"/>
          </ac:graphicFrameMkLst>
        </pc:graphicFrameChg>
      </pc:sldChg>
      <pc:sldChg chg="modSp mod">
        <pc:chgData name="Devinder Kaur" userId="89161a673412ba18" providerId="LiveId" clId="{7390AEFD-A420-43CD-992F-58CBC3AFE4B0}" dt="2021-12-28T10:55:15.424" v="743" actId="404"/>
        <pc:sldMkLst>
          <pc:docMk/>
          <pc:sldMk cId="0" sldId="348"/>
        </pc:sldMkLst>
        <pc:graphicFrameChg chg="mod modGraphic">
          <ac:chgData name="Devinder Kaur" userId="89161a673412ba18" providerId="LiveId" clId="{7390AEFD-A420-43CD-992F-58CBC3AFE4B0}" dt="2021-12-28T10:55:15.424" v="743" actId="404"/>
          <ac:graphicFrameMkLst>
            <pc:docMk/>
            <pc:sldMk cId="0" sldId="348"/>
            <ac:graphicFrameMk id="2" creationId="{B2779CD1-B5D8-400F-87C5-28A7B1C519F8}"/>
          </ac:graphicFrameMkLst>
        </pc:graphicFrameChg>
      </pc:sldChg>
      <pc:sldChg chg="modNotesTx">
        <pc:chgData name="Devinder Kaur" userId="89161a673412ba18" providerId="LiveId" clId="{7390AEFD-A420-43CD-992F-58CBC3AFE4B0}" dt="2021-12-28T08:38:00.585" v="20" actId="20577"/>
        <pc:sldMkLst>
          <pc:docMk/>
          <pc:sldMk cId="0" sldId="351"/>
        </pc:sldMkLst>
      </pc:sldChg>
      <pc:sldChg chg="modSp">
        <pc:chgData name="Devinder Kaur" userId="89161a673412ba18" providerId="LiveId" clId="{7390AEFD-A420-43CD-992F-58CBC3AFE4B0}" dt="2021-12-29T07:35:39.695" v="960" actId="20577"/>
        <pc:sldMkLst>
          <pc:docMk/>
          <pc:sldMk cId="0" sldId="356"/>
        </pc:sldMkLst>
        <pc:graphicFrameChg chg="mod">
          <ac:chgData name="Devinder Kaur" userId="89161a673412ba18" providerId="LiveId" clId="{7390AEFD-A420-43CD-992F-58CBC3AFE4B0}" dt="2021-12-29T07:35:39.695" v="960" actId="20577"/>
          <ac:graphicFrameMkLst>
            <pc:docMk/>
            <pc:sldMk cId="0" sldId="356"/>
            <ac:graphicFrameMk id="4" creationId="{DC97FFBD-E46B-43D3-BD7D-7F62E6C04304}"/>
          </ac:graphicFrameMkLst>
        </pc:graphicFrameChg>
      </pc:sldChg>
      <pc:sldChg chg="ord">
        <pc:chgData name="Devinder Kaur" userId="89161a673412ba18" providerId="LiveId" clId="{7390AEFD-A420-43CD-992F-58CBC3AFE4B0}" dt="2021-12-28T08:18:49.361" v="3"/>
        <pc:sldMkLst>
          <pc:docMk/>
          <pc:sldMk cId="410068883" sldId="385"/>
        </pc:sldMkLst>
      </pc:sldChg>
      <pc:sldChg chg="modSp mod">
        <pc:chgData name="Devinder Kaur" userId="89161a673412ba18" providerId="LiveId" clId="{7390AEFD-A420-43CD-992F-58CBC3AFE4B0}" dt="2021-12-28T08:34:15.402" v="6" actId="1035"/>
        <pc:sldMkLst>
          <pc:docMk/>
          <pc:sldMk cId="2515497304" sldId="396"/>
        </pc:sldMkLst>
        <pc:graphicFrameChg chg="mod">
          <ac:chgData name="Devinder Kaur" userId="89161a673412ba18" providerId="LiveId" clId="{7390AEFD-A420-43CD-992F-58CBC3AFE4B0}" dt="2021-12-28T08:34:15.402" v="6" actId="1035"/>
          <ac:graphicFrameMkLst>
            <pc:docMk/>
            <pc:sldMk cId="2515497304" sldId="396"/>
            <ac:graphicFrameMk id="3" creationId="{00CDBDE2-A407-4004-925D-09FB2805934C}"/>
          </ac:graphicFrameMkLst>
        </pc:graphicFrameChg>
      </pc:sldChg>
      <pc:sldChg chg="ord">
        <pc:chgData name="Devinder Kaur" userId="89161a673412ba18" providerId="LiveId" clId="{7390AEFD-A420-43CD-992F-58CBC3AFE4B0}" dt="2021-12-28T08:18:45.915" v="1"/>
        <pc:sldMkLst>
          <pc:docMk/>
          <pc:sldMk cId="720155241" sldId="399"/>
        </pc:sldMkLst>
      </pc:sldChg>
      <pc:sldChg chg="modSp mod modNotesTx">
        <pc:chgData name="Devinder Kaur" userId="89161a673412ba18" providerId="LiveId" clId="{7390AEFD-A420-43CD-992F-58CBC3AFE4B0}" dt="2021-12-28T10:48:55.200" v="718" actId="14100"/>
        <pc:sldMkLst>
          <pc:docMk/>
          <pc:sldMk cId="1771429113" sldId="402"/>
        </pc:sldMkLst>
        <pc:graphicFrameChg chg="mod">
          <ac:chgData name="Devinder Kaur" userId="89161a673412ba18" providerId="LiveId" clId="{7390AEFD-A420-43CD-992F-58CBC3AFE4B0}" dt="2021-12-28T10:48:51.923" v="717" actId="14100"/>
          <ac:graphicFrameMkLst>
            <pc:docMk/>
            <pc:sldMk cId="1771429113" sldId="402"/>
            <ac:graphicFrameMk id="20" creationId="{70E42EDE-A4D4-482B-82E9-74EAD3396EF7}"/>
          </ac:graphicFrameMkLst>
        </pc:graphicFrameChg>
        <pc:picChg chg="mod">
          <ac:chgData name="Devinder Kaur" userId="89161a673412ba18" providerId="LiveId" clId="{7390AEFD-A420-43CD-992F-58CBC3AFE4B0}" dt="2021-12-28T10:48:55.200" v="718" actId="14100"/>
          <ac:picMkLst>
            <pc:docMk/>
            <pc:sldMk cId="1771429113" sldId="402"/>
            <ac:picMk id="21" creationId="{7A32B02C-44A3-4F40-93FB-827770D26EE0}"/>
          </ac:picMkLst>
        </pc:picChg>
      </pc:sldChg>
      <pc:sldChg chg="modSp mod modNotesTx">
        <pc:chgData name="Devinder Kaur" userId="89161a673412ba18" providerId="LiveId" clId="{7390AEFD-A420-43CD-992F-58CBC3AFE4B0}" dt="2021-12-29T07:32:29.241" v="941" actId="14100"/>
        <pc:sldMkLst>
          <pc:docMk/>
          <pc:sldMk cId="873514518" sldId="403"/>
        </pc:sldMkLst>
        <pc:graphicFrameChg chg="mod">
          <ac:chgData name="Devinder Kaur" userId="89161a673412ba18" providerId="LiveId" clId="{7390AEFD-A420-43CD-992F-58CBC3AFE4B0}" dt="2021-12-29T07:31:58.423" v="940"/>
          <ac:graphicFrameMkLst>
            <pc:docMk/>
            <pc:sldMk cId="873514518" sldId="403"/>
            <ac:graphicFrameMk id="3" creationId="{EF73DF82-3B89-4803-B36D-1209D8B3B0DF}"/>
          </ac:graphicFrameMkLst>
        </pc:graphicFrameChg>
        <pc:graphicFrameChg chg="mod">
          <ac:chgData name="Devinder Kaur" userId="89161a673412ba18" providerId="LiveId" clId="{7390AEFD-A420-43CD-992F-58CBC3AFE4B0}" dt="2021-12-29T07:32:29.241" v="941" actId="14100"/>
          <ac:graphicFrameMkLst>
            <pc:docMk/>
            <pc:sldMk cId="873514518" sldId="403"/>
            <ac:graphicFrameMk id="7" creationId="{07FC4BAB-CFAB-4CC0-9300-4C8E2FAB0714}"/>
          </ac:graphicFrameMkLst>
        </pc:graphicFrameChg>
        <pc:picChg chg="mod">
          <ac:chgData name="Devinder Kaur" userId="89161a673412ba18" providerId="LiveId" clId="{7390AEFD-A420-43CD-992F-58CBC3AFE4B0}" dt="2021-12-29T07:30:40.441" v="927" actId="14100"/>
          <ac:picMkLst>
            <pc:docMk/>
            <pc:sldMk cId="873514518" sldId="403"/>
            <ac:picMk id="4" creationId="{29646FA4-188E-4F48-81EA-3F5F05511154}"/>
          </ac:picMkLst>
        </pc:picChg>
      </pc:sldChg>
      <pc:sldChg chg="modSp">
        <pc:chgData name="Devinder Kaur" userId="89161a673412ba18" providerId="LiveId" clId="{7390AEFD-A420-43CD-992F-58CBC3AFE4B0}" dt="2021-12-29T07:18:59.912" v="915" actId="113"/>
        <pc:sldMkLst>
          <pc:docMk/>
          <pc:sldMk cId="1198466788" sldId="404"/>
        </pc:sldMkLst>
        <pc:graphicFrameChg chg="mod">
          <ac:chgData name="Devinder Kaur" userId="89161a673412ba18" providerId="LiveId" clId="{7390AEFD-A420-43CD-992F-58CBC3AFE4B0}" dt="2021-12-29T07:18:59.912" v="915" actId="113"/>
          <ac:graphicFrameMkLst>
            <pc:docMk/>
            <pc:sldMk cId="1198466788" sldId="404"/>
            <ac:graphicFrameMk id="4" creationId="{78C7AC1A-FCE2-4CB4-BC56-7FB3542A2AAA}"/>
          </ac:graphicFrameMkLst>
        </pc:graphicFrameChg>
      </pc:sldChg>
      <pc:sldChg chg="del">
        <pc:chgData name="Devinder Kaur" userId="89161a673412ba18" providerId="LiveId" clId="{7390AEFD-A420-43CD-992F-58CBC3AFE4B0}" dt="2021-12-29T08:19:42.652" v="1348" actId="47"/>
        <pc:sldMkLst>
          <pc:docMk/>
          <pc:sldMk cId="2605718643" sldId="409"/>
        </pc:sldMkLst>
      </pc:sldChg>
      <pc:sldChg chg="modSp">
        <pc:chgData name="Devinder Kaur" userId="89161a673412ba18" providerId="LiveId" clId="{7390AEFD-A420-43CD-992F-58CBC3AFE4B0}" dt="2021-12-29T07:36:58.352" v="962" actId="113"/>
        <pc:sldMkLst>
          <pc:docMk/>
          <pc:sldMk cId="2210199396" sldId="415"/>
        </pc:sldMkLst>
        <pc:graphicFrameChg chg="mod">
          <ac:chgData name="Devinder Kaur" userId="89161a673412ba18" providerId="LiveId" clId="{7390AEFD-A420-43CD-992F-58CBC3AFE4B0}" dt="2021-12-29T07:36:58.352" v="962" actId="113"/>
          <ac:graphicFrameMkLst>
            <pc:docMk/>
            <pc:sldMk cId="2210199396" sldId="415"/>
            <ac:graphicFrameMk id="3" creationId="{81E62696-4E62-4D47-AC35-F92695306A50}"/>
          </ac:graphicFrameMkLst>
        </pc:graphicFrameChg>
      </pc:sldChg>
      <pc:sldChg chg="addSp modSp mod">
        <pc:chgData name="Devinder Kaur" userId="89161a673412ba18" providerId="LiveId" clId="{7390AEFD-A420-43CD-992F-58CBC3AFE4B0}" dt="2021-12-29T09:06:26.014" v="1462" actId="166"/>
        <pc:sldMkLst>
          <pc:docMk/>
          <pc:sldMk cId="25151408" sldId="417"/>
        </pc:sldMkLst>
        <pc:picChg chg="add mod ord">
          <ac:chgData name="Devinder Kaur" userId="89161a673412ba18" providerId="LiveId" clId="{7390AEFD-A420-43CD-992F-58CBC3AFE4B0}" dt="2021-12-29T09:06:26.014" v="1462" actId="166"/>
          <ac:picMkLst>
            <pc:docMk/>
            <pc:sldMk cId="25151408" sldId="417"/>
            <ac:picMk id="4" creationId="{C9415173-EEA2-4FBC-845D-63C172A39131}"/>
          </ac:picMkLst>
        </pc:picChg>
      </pc:sldChg>
      <pc:sldChg chg="modSp mod">
        <pc:chgData name="Devinder Kaur" userId="89161a673412ba18" providerId="LiveId" clId="{7390AEFD-A420-43CD-992F-58CBC3AFE4B0}" dt="2021-12-29T09:07:59.732" v="1465"/>
        <pc:sldMkLst>
          <pc:docMk/>
          <pc:sldMk cId="649987831" sldId="418"/>
        </pc:sldMkLst>
        <pc:graphicFrameChg chg="mod">
          <ac:chgData name="Devinder Kaur" userId="89161a673412ba18" providerId="LiveId" clId="{7390AEFD-A420-43CD-992F-58CBC3AFE4B0}" dt="2021-12-29T09:07:59.732" v="1465"/>
          <ac:graphicFrameMkLst>
            <pc:docMk/>
            <pc:sldMk cId="649987831" sldId="418"/>
            <ac:graphicFrameMk id="3" creationId="{97384CB3-0B1F-4094-A85F-4C4967A85552}"/>
          </ac:graphicFrameMkLst>
        </pc:graphicFrameChg>
      </pc:sldChg>
      <pc:sldChg chg="delSp modSp mod">
        <pc:chgData name="Devinder Kaur" userId="89161a673412ba18" providerId="LiveId" clId="{7390AEFD-A420-43CD-992F-58CBC3AFE4B0}" dt="2021-12-29T07:34:24.206" v="946" actId="403"/>
        <pc:sldMkLst>
          <pc:docMk/>
          <pc:sldMk cId="2397288250" sldId="422"/>
        </pc:sldMkLst>
        <pc:graphicFrameChg chg="mod modGraphic">
          <ac:chgData name="Devinder Kaur" userId="89161a673412ba18" providerId="LiveId" clId="{7390AEFD-A420-43CD-992F-58CBC3AFE4B0}" dt="2021-12-29T07:34:24.206" v="946" actId="403"/>
          <ac:graphicFrameMkLst>
            <pc:docMk/>
            <pc:sldMk cId="2397288250" sldId="422"/>
            <ac:graphicFrameMk id="4" creationId="{660FA7DB-0DBE-4077-8B5E-537F95C0C17E}"/>
          </ac:graphicFrameMkLst>
        </pc:graphicFrameChg>
        <pc:picChg chg="del">
          <ac:chgData name="Devinder Kaur" userId="89161a673412ba18" providerId="LiveId" clId="{7390AEFD-A420-43CD-992F-58CBC3AFE4B0}" dt="2021-12-28T09:01:28.658" v="516" actId="478"/>
          <ac:picMkLst>
            <pc:docMk/>
            <pc:sldMk cId="2397288250" sldId="422"/>
            <ac:picMk id="3" creationId="{FDA21C95-D00D-4EDF-8F4B-E333BB7792DA}"/>
          </ac:picMkLst>
        </pc:picChg>
      </pc:sldChg>
      <pc:sldChg chg="modSp">
        <pc:chgData name="Devinder Kaur" userId="89161a673412ba18" providerId="LiveId" clId="{7390AEFD-A420-43CD-992F-58CBC3AFE4B0}" dt="2021-12-29T07:33:54.829" v="942" actId="20577"/>
        <pc:sldMkLst>
          <pc:docMk/>
          <pc:sldMk cId="346715909" sldId="423"/>
        </pc:sldMkLst>
        <pc:graphicFrameChg chg="mod">
          <ac:chgData name="Devinder Kaur" userId="89161a673412ba18" providerId="LiveId" clId="{7390AEFD-A420-43CD-992F-58CBC3AFE4B0}" dt="2021-12-29T07:33:54.829" v="942" actId="20577"/>
          <ac:graphicFrameMkLst>
            <pc:docMk/>
            <pc:sldMk cId="346715909" sldId="423"/>
            <ac:graphicFrameMk id="3" creationId="{755C7CF1-8501-4CB9-9F8F-CF763979D67D}"/>
          </ac:graphicFrameMkLst>
        </pc:graphicFrameChg>
      </pc:sldChg>
      <pc:sldChg chg="addSp modSp new mod">
        <pc:chgData name="Devinder Kaur" userId="89161a673412ba18" providerId="LiveId" clId="{7390AEFD-A420-43CD-992F-58CBC3AFE4B0}" dt="2021-12-28T10:52:27.982" v="722" actId="404"/>
        <pc:sldMkLst>
          <pc:docMk/>
          <pc:sldMk cId="1098808923" sldId="424"/>
        </pc:sldMkLst>
        <pc:graphicFrameChg chg="add mod modGraphic">
          <ac:chgData name="Devinder Kaur" userId="89161a673412ba18" providerId="LiveId" clId="{7390AEFD-A420-43CD-992F-58CBC3AFE4B0}" dt="2021-12-28T10:52:27.982" v="722" actId="404"/>
          <ac:graphicFrameMkLst>
            <pc:docMk/>
            <pc:sldMk cId="1098808923" sldId="424"/>
            <ac:graphicFrameMk id="3" creationId="{800E9524-AF39-4795-8B1D-B0022DA5EA79}"/>
          </ac:graphicFrameMkLst>
        </pc:graphicFrameChg>
      </pc:sldChg>
      <pc:sldChg chg="addSp modSp new mod">
        <pc:chgData name="Devinder Kaur" userId="89161a673412ba18" providerId="LiveId" clId="{7390AEFD-A420-43CD-992F-58CBC3AFE4B0}" dt="2021-12-29T08:17:55.009" v="1347" actId="1036"/>
        <pc:sldMkLst>
          <pc:docMk/>
          <pc:sldMk cId="1602114064" sldId="425"/>
        </pc:sldMkLst>
        <pc:graphicFrameChg chg="add mod modGraphic">
          <ac:chgData name="Devinder Kaur" userId="89161a673412ba18" providerId="LiveId" clId="{7390AEFD-A420-43CD-992F-58CBC3AFE4B0}" dt="2021-12-29T08:17:55.009" v="1347" actId="1036"/>
          <ac:graphicFrameMkLst>
            <pc:docMk/>
            <pc:sldMk cId="1602114064" sldId="425"/>
            <ac:graphicFrameMk id="3" creationId="{DFC33112-A3C3-47E6-842C-31D5DC70D53A}"/>
          </ac:graphicFrameMkLst>
        </pc:graphicFrameChg>
        <pc:picChg chg="add mod">
          <ac:chgData name="Devinder Kaur" userId="89161a673412ba18" providerId="LiveId" clId="{7390AEFD-A420-43CD-992F-58CBC3AFE4B0}" dt="2021-12-29T08:17:29.420" v="1343" actId="14100"/>
          <ac:picMkLst>
            <pc:docMk/>
            <pc:sldMk cId="1602114064" sldId="425"/>
            <ac:picMk id="4" creationId="{FE60C58A-F7E0-4BD3-9999-B29B1A351BEA}"/>
          </ac:picMkLst>
        </pc:picChg>
      </pc:sldChg>
      <pc:sldChg chg="addSp delSp modSp new mod modNotesTx">
        <pc:chgData name="Devinder Kaur" userId="89161a673412ba18" providerId="LiveId" clId="{7390AEFD-A420-43CD-992F-58CBC3AFE4B0}" dt="2021-12-29T09:14:24.713" v="1466"/>
        <pc:sldMkLst>
          <pc:docMk/>
          <pc:sldMk cId="332397266" sldId="426"/>
        </pc:sldMkLst>
        <pc:graphicFrameChg chg="add mod modGraphic">
          <ac:chgData name="Devinder Kaur" userId="89161a673412ba18" providerId="LiveId" clId="{7390AEFD-A420-43CD-992F-58CBC3AFE4B0}" dt="2021-12-29T08:12:19.665" v="1206" actId="1036"/>
          <ac:graphicFrameMkLst>
            <pc:docMk/>
            <pc:sldMk cId="332397266" sldId="426"/>
            <ac:graphicFrameMk id="3" creationId="{6F03428C-EAAB-42D7-9F7F-906FEA414F3B}"/>
          </ac:graphicFrameMkLst>
        </pc:graphicFrameChg>
        <pc:picChg chg="add del mod ord">
          <ac:chgData name="Devinder Kaur" userId="89161a673412ba18" providerId="LiveId" clId="{7390AEFD-A420-43CD-992F-58CBC3AFE4B0}" dt="2021-12-29T08:10:13.140" v="1180" actId="21"/>
          <ac:picMkLst>
            <pc:docMk/>
            <pc:sldMk cId="332397266" sldId="426"/>
            <ac:picMk id="4" creationId="{E647A304-B65B-4767-828C-7BB726670198}"/>
          </ac:picMkLst>
        </pc:picChg>
      </pc:sldChg>
      <pc:sldChg chg="addSp delSp modSp new mod modNotesTx">
        <pc:chgData name="Devinder Kaur" userId="89161a673412ba18" providerId="LiveId" clId="{7390AEFD-A420-43CD-992F-58CBC3AFE4B0}" dt="2021-12-29T08:12:55.468" v="1208" actId="20577"/>
        <pc:sldMkLst>
          <pc:docMk/>
          <pc:sldMk cId="2327162962" sldId="427"/>
        </pc:sldMkLst>
        <pc:graphicFrameChg chg="add mod modGraphic">
          <ac:chgData name="Devinder Kaur" userId="89161a673412ba18" providerId="LiveId" clId="{7390AEFD-A420-43CD-992F-58CBC3AFE4B0}" dt="2021-12-29T08:12:55.468" v="1208" actId="20577"/>
          <ac:graphicFrameMkLst>
            <pc:docMk/>
            <pc:sldMk cId="2327162962" sldId="427"/>
            <ac:graphicFrameMk id="4" creationId="{DEE4665D-247D-414C-B103-81133764C45A}"/>
          </ac:graphicFrameMkLst>
        </pc:graphicFrameChg>
        <pc:picChg chg="add del mod">
          <ac:chgData name="Devinder Kaur" userId="89161a673412ba18" providerId="LiveId" clId="{7390AEFD-A420-43CD-992F-58CBC3AFE4B0}" dt="2021-12-29T07:59:00.029" v="1062" actId="21"/>
          <ac:picMkLst>
            <pc:docMk/>
            <pc:sldMk cId="2327162962" sldId="427"/>
            <ac:picMk id="3" creationId="{4BE185A1-2659-4017-B55A-3C9408D71668}"/>
          </ac:picMkLst>
        </pc:picChg>
        <pc:picChg chg="add del mod">
          <ac:chgData name="Devinder Kaur" userId="89161a673412ba18" providerId="LiveId" clId="{7390AEFD-A420-43CD-992F-58CBC3AFE4B0}" dt="2021-12-28T10:40:20.581" v="657" actId="478"/>
          <ac:picMkLst>
            <pc:docMk/>
            <pc:sldMk cId="2327162962" sldId="427"/>
            <ac:picMk id="3" creationId="{5422678E-BDC1-4526-83D0-9A324405BE8A}"/>
          </ac:picMkLst>
        </pc:picChg>
        <pc:picChg chg="add mod">
          <ac:chgData name="Devinder Kaur" userId="89161a673412ba18" providerId="LiveId" clId="{7390AEFD-A420-43CD-992F-58CBC3AFE4B0}" dt="2021-12-29T08:09:10.536" v="1177" actId="1076"/>
          <ac:picMkLst>
            <pc:docMk/>
            <pc:sldMk cId="2327162962" sldId="427"/>
            <ac:picMk id="4098" creationId="{DA8D65AD-6B66-475E-A1DC-112E521E3C3C}"/>
          </ac:picMkLst>
        </pc:picChg>
      </pc:sldChg>
      <pc:sldChg chg="addSp modSp new mod">
        <pc:chgData name="Devinder Kaur" userId="89161a673412ba18" providerId="LiveId" clId="{7390AEFD-A420-43CD-992F-58CBC3AFE4B0}" dt="2021-12-29T08:07:52.517" v="1176" actId="1035"/>
        <pc:sldMkLst>
          <pc:docMk/>
          <pc:sldMk cId="391258081" sldId="428"/>
        </pc:sldMkLst>
        <pc:graphicFrameChg chg="add mod modGraphic">
          <ac:chgData name="Devinder Kaur" userId="89161a673412ba18" providerId="LiveId" clId="{7390AEFD-A420-43CD-992F-58CBC3AFE4B0}" dt="2021-12-29T08:07:52.517" v="1176" actId="1035"/>
          <ac:graphicFrameMkLst>
            <pc:docMk/>
            <pc:sldMk cId="391258081" sldId="428"/>
            <ac:graphicFrameMk id="3" creationId="{18733534-5B6B-43B0-8768-33962F27212E}"/>
          </ac:graphicFrameMkLst>
        </pc:graphicFrameChg>
      </pc:sldChg>
      <pc:sldChg chg="addSp modSp new mod">
        <pc:chgData name="Devinder Kaur" userId="89161a673412ba18" providerId="LiveId" clId="{7390AEFD-A420-43CD-992F-58CBC3AFE4B0}" dt="2021-12-29T08:21:46.840" v="1428" actId="14100"/>
        <pc:sldMkLst>
          <pc:docMk/>
          <pc:sldMk cId="3348223499" sldId="429"/>
        </pc:sldMkLst>
        <pc:graphicFrameChg chg="add mod modGraphic">
          <ac:chgData name="Devinder Kaur" userId="89161a673412ba18" providerId="LiveId" clId="{7390AEFD-A420-43CD-992F-58CBC3AFE4B0}" dt="2021-12-29T08:21:46.840" v="1428" actId="14100"/>
          <ac:graphicFrameMkLst>
            <pc:docMk/>
            <pc:sldMk cId="3348223499" sldId="429"/>
            <ac:graphicFrameMk id="3" creationId="{5CF009E1-7868-473A-9E62-0341C9F61C35}"/>
          </ac:graphicFrameMkLst>
        </pc:graphicFrameChg>
      </pc:sldChg>
    </pc:docChg>
  </pc:docChgLst>
  <pc:docChgLst>
    <pc:chgData name="Devinder Kaur" userId="89161a673412ba18" providerId="LiveId" clId="{20B9A988-B649-4C20-833C-966BAE358AB3}"/>
    <pc:docChg chg="modSld">
      <pc:chgData name="Devinder Kaur" userId="89161a673412ba18" providerId="LiveId" clId="{20B9A988-B649-4C20-833C-966BAE358AB3}" dt="2022-01-04T10:26:54.870" v="94" actId="404"/>
      <pc:docMkLst>
        <pc:docMk/>
      </pc:docMkLst>
      <pc:sldChg chg="modSp">
        <pc:chgData name="Devinder Kaur" userId="89161a673412ba18" providerId="LiveId" clId="{20B9A988-B649-4C20-833C-966BAE358AB3}" dt="2022-01-04T09:36:01.928" v="65"/>
        <pc:sldMkLst>
          <pc:docMk/>
          <pc:sldMk cId="1771429113" sldId="402"/>
        </pc:sldMkLst>
        <pc:graphicFrameChg chg="mod">
          <ac:chgData name="Devinder Kaur" userId="89161a673412ba18" providerId="LiveId" clId="{20B9A988-B649-4C20-833C-966BAE358AB3}" dt="2022-01-04T09:36:01.928" v="65"/>
          <ac:graphicFrameMkLst>
            <pc:docMk/>
            <pc:sldMk cId="1771429113" sldId="402"/>
            <ac:graphicFrameMk id="4" creationId="{78D8C834-DF36-44E7-B37E-F5F4CDCFED52}"/>
          </ac:graphicFrameMkLst>
        </pc:graphicFrameChg>
      </pc:sldChg>
      <pc:sldChg chg="modSp mod">
        <pc:chgData name="Devinder Kaur" userId="89161a673412ba18" providerId="LiveId" clId="{20B9A988-B649-4C20-833C-966BAE358AB3}" dt="2022-01-04T09:35:48.393" v="63" actId="255"/>
        <pc:sldMkLst>
          <pc:docMk/>
          <pc:sldMk cId="873514518" sldId="403"/>
        </pc:sldMkLst>
        <pc:graphicFrameChg chg="mod modGraphic">
          <ac:chgData name="Devinder Kaur" userId="89161a673412ba18" providerId="LiveId" clId="{20B9A988-B649-4C20-833C-966BAE358AB3}" dt="2022-01-04T09:35:48.393" v="63" actId="255"/>
          <ac:graphicFrameMkLst>
            <pc:docMk/>
            <pc:sldMk cId="873514518" sldId="403"/>
            <ac:graphicFrameMk id="3" creationId="{EF73DF82-3B89-4803-B36D-1209D8B3B0DF}"/>
          </ac:graphicFrameMkLst>
        </pc:graphicFrameChg>
      </pc:sldChg>
      <pc:sldChg chg="modSp">
        <pc:chgData name="Devinder Kaur" userId="89161a673412ba18" providerId="LiveId" clId="{20B9A988-B649-4C20-833C-966BAE358AB3}" dt="2021-12-29T09:37:31.934" v="59" actId="313"/>
        <pc:sldMkLst>
          <pc:docMk/>
          <pc:sldMk cId="536079674" sldId="414"/>
        </pc:sldMkLst>
        <pc:graphicFrameChg chg="mod">
          <ac:chgData name="Devinder Kaur" userId="89161a673412ba18" providerId="LiveId" clId="{20B9A988-B649-4C20-833C-966BAE358AB3}" dt="2021-12-29T09:37:31.934" v="59" actId="313"/>
          <ac:graphicFrameMkLst>
            <pc:docMk/>
            <pc:sldMk cId="536079674" sldId="414"/>
            <ac:graphicFrameMk id="3" creationId="{2AF3F24E-AB29-4C1C-A5DD-017E137A2544}"/>
          </ac:graphicFrameMkLst>
        </pc:graphicFrameChg>
      </pc:sldChg>
      <pc:sldChg chg="modSp">
        <pc:chgData name="Devinder Kaur" userId="89161a673412ba18" providerId="LiveId" clId="{20B9A988-B649-4C20-833C-966BAE358AB3}" dt="2021-12-29T09:33:49.986" v="53" actId="13782"/>
        <pc:sldMkLst>
          <pc:docMk/>
          <pc:sldMk cId="649987831" sldId="418"/>
        </pc:sldMkLst>
        <pc:graphicFrameChg chg="mod">
          <ac:chgData name="Devinder Kaur" userId="89161a673412ba18" providerId="LiveId" clId="{20B9A988-B649-4C20-833C-966BAE358AB3}" dt="2021-12-29T09:33:49.986" v="53" actId="13782"/>
          <ac:graphicFrameMkLst>
            <pc:docMk/>
            <pc:sldMk cId="649987831" sldId="418"/>
            <ac:graphicFrameMk id="3" creationId="{97384CB3-0B1F-4094-A85F-4C4967A85552}"/>
          </ac:graphicFrameMkLst>
        </pc:graphicFrameChg>
      </pc:sldChg>
      <pc:sldChg chg="modSp mod">
        <pc:chgData name="Devinder Kaur" userId="89161a673412ba18" providerId="LiveId" clId="{20B9A988-B649-4C20-833C-966BAE358AB3}" dt="2022-01-04T10:26:54.870" v="94" actId="404"/>
        <pc:sldMkLst>
          <pc:docMk/>
          <pc:sldMk cId="2327162962" sldId="427"/>
        </pc:sldMkLst>
        <pc:graphicFrameChg chg="mod modGraphic">
          <ac:chgData name="Devinder Kaur" userId="89161a673412ba18" providerId="LiveId" clId="{20B9A988-B649-4C20-833C-966BAE358AB3}" dt="2022-01-04T10:26:54.870" v="94" actId="404"/>
          <ac:graphicFrameMkLst>
            <pc:docMk/>
            <pc:sldMk cId="2327162962" sldId="427"/>
            <ac:graphicFrameMk id="4" creationId="{DEE4665D-247D-414C-B103-81133764C45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9109AA-4C5D-4AE6-9FC3-2894A1B2770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B86C5F7-3385-4794-806A-DF43F9E47399}">
      <dgm:prSet phldrT="[Text]" custT="1"/>
      <dgm:spPr/>
      <dgm:t>
        <a:bodyPr/>
        <a:lstStyle/>
        <a:p>
          <a:pPr>
            <a:buClrTx/>
            <a:buSzTx/>
            <a:buFontTx/>
            <a:buNone/>
          </a:pPr>
          <a:r>
            <a:rPr lang="en-US" sz="3600" b="1" i="0" dirty="0"/>
            <a:t>Biomedical Instrumentation </a:t>
          </a:r>
          <a:endParaRPr lang="en-IN" sz="3600" b="1" dirty="0"/>
        </a:p>
      </dgm:t>
    </dgm:pt>
    <dgm:pt modelId="{9567A935-FAE2-4B39-8AA0-9FEE10F02238}" type="parTrans" cxnId="{CA57F5A0-4193-4E0E-B7FB-06566FB955F2}">
      <dgm:prSet/>
      <dgm:spPr/>
      <dgm:t>
        <a:bodyPr/>
        <a:lstStyle/>
        <a:p>
          <a:endParaRPr lang="en-IN"/>
        </a:p>
      </dgm:t>
    </dgm:pt>
    <dgm:pt modelId="{3F1B0BD8-8E77-45F3-BA85-E8338BC7653C}" type="sibTrans" cxnId="{CA57F5A0-4193-4E0E-B7FB-06566FB955F2}">
      <dgm:prSet/>
      <dgm:spPr/>
      <dgm:t>
        <a:bodyPr/>
        <a:lstStyle/>
        <a:p>
          <a:endParaRPr lang="en-IN"/>
        </a:p>
      </dgm:t>
    </dgm:pt>
    <dgm:pt modelId="{882752E3-2146-43AF-9620-FB799CF05047}">
      <dgm:prSet phldrT="[Text]"/>
      <dgm:spPr/>
      <dgm:t>
        <a:bodyPr/>
        <a:lstStyle/>
        <a:p>
          <a:pPr algn="just"/>
          <a:r>
            <a:rPr lang="en-US" b="0" i="0" dirty="0"/>
            <a:t>Biomedical instrumentation and engineering is the application of knowledge and technologies to solve problems related to living biological systems. </a:t>
          </a:r>
          <a:endParaRPr lang="en-IN" dirty="0"/>
        </a:p>
      </dgm:t>
    </dgm:pt>
    <dgm:pt modelId="{203ADDA9-3C51-498E-82EE-10BCDB10008A}" type="parTrans" cxnId="{8739C856-3014-4EF8-A2D4-3A92F198D1E9}">
      <dgm:prSet/>
      <dgm:spPr/>
      <dgm:t>
        <a:bodyPr/>
        <a:lstStyle/>
        <a:p>
          <a:endParaRPr lang="en-IN"/>
        </a:p>
      </dgm:t>
    </dgm:pt>
    <dgm:pt modelId="{31BBF4EB-6191-4726-A09C-FDB4FB7E54F4}" type="sibTrans" cxnId="{8739C856-3014-4EF8-A2D4-3A92F198D1E9}">
      <dgm:prSet/>
      <dgm:spPr/>
      <dgm:t>
        <a:bodyPr/>
        <a:lstStyle/>
        <a:p>
          <a:endParaRPr lang="en-IN"/>
        </a:p>
      </dgm:t>
    </dgm:pt>
    <dgm:pt modelId="{C3F9007B-B10E-4B00-860E-764EE5339076}">
      <dgm:prSet phldrT="[Text]"/>
      <dgm:spPr/>
      <dgm:t>
        <a:bodyPr/>
        <a:lstStyle/>
        <a:p>
          <a:pPr algn="just"/>
          <a:r>
            <a:rPr lang="en-US" b="0" i="0" dirty="0"/>
            <a:t>It involves diagnosis, treatment and prevention of disease in human. </a:t>
          </a:r>
          <a:endParaRPr lang="en-IN" dirty="0"/>
        </a:p>
      </dgm:t>
    </dgm:pt>
    <dgm:pt modelId="{F5B4A263-734C-46ED-9D8E-141F9DFA5B65}" type="parTrans" cxnId="{BE605968-F581-4D50-B447-2AB074AE9E6A}">
      <dgm:prSet/>
      <dgm:spPr/>
      <dgm:t>
        <a:bodyPr/>
        <a:lstStyle/>
        <a:p>
          <a:endParaRPr lang="en-IN"/>
        </a:p>
      </dgm:t>
    </dgm:pt>
    <dgm:pt modelId="{CBF644A7-16A7-48B8-9A9A-6E7E77132DC6}" type="sibTrans" cxnId="{BE605968-F581-4D50-B447-2AB074AE9E6A}">
      <dgm:prSet/>
      <dgm:spPr/>
      <dgm:t>
        <a:bodyPr/>
        <a:lstStyle/>
        <a:p>
          <a:endParaRPr lang="en-IN"/>
        </a:p>
      </dgm:t>
    </dgm:pt>
    <dgm:pt modelId="{078D0767-8706-4A24-B678-B244A7D461B4}">
      <dgm:prSet phldrT="[Text]"/>
      <dgm:spPr/>
      <dgm:t>
        <a:bodyPr/>
        <a:lstStyle/>
        <a:p>
          <a:pPr algn="just"/>
          <a:r>
            <a:rPr lang="en-US" b="0" i="0" dirty="0"/>
            <a:t>As the medical field is emerging, the area of Biomedical Engineering is an expanding field. </a:t>
          </a:r>
          <a:endParaRPr lang="en-IN" dirty="0"/>
        </a:p>
      </dgm:t>
    </dgm:pt>
    <dgm:pt modelId="{15EC56F5-8364-41D0-B278-9BDD45B14393}" type="parTrans" cxnId="{99003459-AACB-4BFA-8F23-B1B3D1C1A13A}">
      <dgm:prSet/>
      <dgm:spPr/>
      <dgm:t>
        <a:bodyPr/>
        <a:lstStyle/>
        <a:p>
          <a:endParaRPr lang="en-IN"/>
        </a:p>
      </dgm:t>
    </dgm:pt>
    <dgm:pt modelId="{941A630D-3620-4F9A-9A0C-99AB2D3E64A1}" type="sibTrans" cxnId="{99003459-AACB-4BFA-8F23-B1B3D1C1A13A}">
      <dgm:prSet/>
      <dgm:spPr/>
      <dgm:t>
        <a:bodyPr/>
        <a:lstStyle/>
        <a:p>
          <a:endParaRPr lang="en-IN"/>
        </a:p>
      </dgm:t>
    </dgm:pt>
    <dgm:pt modelId="{952A8445-CCCA-47F4-9AD5-4886296D3187}">
      <dgm:prSet phldrT="[Text]"/>
      <dgm:spPr/>
      <dgm:t>
        <a:bodyPr/>
        <a:lstStyle/>
        <a:p>
          <a:pPr algn="just"/>
          <a:r>
            <a:rPr lang="en-US" b="0" i="0" dirty="0"/>
            <a:t>When the discipline of engineering and medicine interacts, it is called Biomedical Engineering.</a:t>
          </a:r>
          <a:endParaRPr lang="en-IN" dirty="0"/>
        </a:p>
      </dgm:t>
    </dgm:pt>
    <dgm:pt modelId="{38DDC833-A41B-41BC-B70A-DA856BFCBA00}" type="parTrans" cxnId="{BBE27594-A5C5-45C4-9645-E498BA699B88}">
      <dgm:prSet/>
      <dgm:spPr/>
      <dgm:t>
        <a:bodyPr/>
        <a:lstStyle/>
        <a:p>
          <a:endParaRPr lang="en-IN"/>
        </a:p>
      </dgm:t>
    </dgm:pt>
    <dgm:pt modelId="{3F2F43EC-303B-4667-AFC8-3F36F23CECC0}" type="sibTrans" cxnId="{BBE27594-A5C5-45C4-9645-E498BA699B88}">
      <dgm:prSet/>
      <dgm:spPr/>
      <dgm:t>
        <a:bodyPr/>
        <a:lstStyle/>
        <a:p>
          <a:endParaRPr lang="en-IN"/>
        </a:p>
      </dgm:t>
    </dgm:pt>
    <dgm:pt modelId="{823562AE-07FC-416E-8A2B-825BACB5DAC9}" type="pres">
      <dgm:prSet presAssocID="{4E9109AA-4C5D-4AE6-9FC3-2894A1B2770B}" presName="linear" presStyleCnt="0">
        <dgm:presLayoutVars>
          <dgm:dir/>
          <dgm:animLvl val="lvl"/>
          <dgm:resizeHandles val="exact"/>
        </dgm:presLayoutVars>
      </dgm:prSet>
      <dgm:spPr/>
      <dgm:t>
        <a:bodyPr/>
        <a:lstStyle/>
        <a:p>
          <a:endParaRPr lang="en-IN"/>
        </a:p>
      </dgm:t>
    </dgm:pt>
    <dgm:pt modelId="{A572AC4E-B519-4190-B38D-DAAD4EFB5690}" type="pres">
      <dgm:prSet presAssocID="{6B86C5F7-3385-4794-806A-DF43F9E47399}" presName="parentLin" presStyleCnt="0"/>
      <dgm:spPr/>
    </dgm:pt>
    <dgm:pt modelId="{D0BB2378-FF5F-45BD-9929-17413584F824}" type="pres">
      <dgm:prSet presAssocID="{6B86C5F7-3385-4794-806A-DF43F9E47399}" presName="parentLeftMargin" presStyleLbl="node1" presStyleIdx="0" presStyleCnt="1"/>
      <dgm:spPr/>
      <dgm:t>
        <a:bodyPr/>
        <a:lstStyle/>
        <a:p>
          <a:endParaRPr lang="en-IN"/>
        </a:p>
      </dgm:t>
    </dgm:pt>
    <dgm:pt modelId="{542BC6BF-B618-40D2-BE3C-E3FB105F1AEB}" type="pres">
      <dgm:prSet presAssocID="{6B86C5F7-3385-4794-806A-DF43F9E47399}" presName="parentText" presStyleLbl="node1" presStyleIdx="0" presStyleCnt="1">
        <dgm:presLayoutVars>
          <dgm:chMax val="0"/>
          <dgm:bulletEnabled val="1"/>
        </dgm:presLayoutVars>
      </dgm:prSet>
      <dgm:spPr/>
      <dgm:t>
        <a:bodyPr/>
        <a:lstStyle/>
        <a:p>
          <a:endParaRPr lang="en-IN"/>
        </a:p>
      </dgm:t>
    </dgm:pt>
    <dgm:pt modelId="{30CACF24-3745-4B69-A9BF-7E0DBA45CE1C}" type="pres">
      <dgm:prSet presAssocID="{6B86C5F7-3385-4794-806A-DF43F9E47399}" presName="negativeSpace" presStyleCnt="0"/>
      <dgm:spPr/>
    </dgm:pt>
    <dgm:pt modelId="{A0CF033D-F5ED-4E20-9D5D-153426ABE157}" type="pres">
      <dgm:prSet presAssocID="{6B86C5F7-3385-4794-806A-DF43F9E47399}" presName="childText" presStyleLbl="conFgAcc1" presStyleIdx="0" presStyleCnt="1">
        <dgm:presLayoutVars>
          <dgm:bulletEnabled val="1"/>
        </dgm:presLayoutVars>
      </dgm:prSet>
      <dgm:spPr/>
      <dgm:t>
        <a:bodyPr/>
        <a:lstStyle/>
        <a:p>
          <a:endParaRPr lang="en-IN"/>
        </a:p>
      </dgm:t>
    </dgm:pt>
  </dgm:ptLst>
  <dgm:cxnLst>
    <dgm:cxn modelId="{A6BAC11A-17DE-41FA-8C05-C776FFAC2749}" type="presOf" srcId="{4E9109AA-4C5D-4AE6-9FC3-2894A1B2770B}" destId="{823562AE-07FC-416E-8A2B-825BACB5DAC9}" srcOrd="0" destOrd="0" presId="urn:microsoft.com/office/officeart/2005/8/layout/list1"/>
    <dgm:cxn modelId="{A2A4E9CF-0791-4801-B52F-BA7C0CD26A79}" type="presOf" srcId="{6B86C5F7-3385-4794-806A-DF43F9E47399}" destId="{D0BB2378-FF5F-45BD-9929-17413584F824}" srcOrd="0" destOrd="0" presId="urn:microsoft.com/office/officeart/2005/8/layout/list1"/>
    <dgm:cxn modelId="{BF6A1DDC-5B29-4F57-B152-9C753275CE49}" type="presOf" srcId="{078D0767-8706-4A24-B678-B244A7D461B4}" destId="{A0CF033D-F5ED-4E20-9D5D-153426ABE157}" srcOrd="0" destOrd="3" presId="urn:microsoft.com/office/officeart/2005/8/layout/list1"/>
    <dgm:cxn modelId="{99003459-AACB-4BFA-8F23-B1B3D1C1A13A}" srcId="{6B86C5F7-3385-4794-806A-DF43F9E47399}" destId="{078D0767-8706-4A24-B678-B244A7D461B4}" srcOrd="3" destOrd="0" parTransId="{15EC56F5-8364-41D0-B278-9BDD45B14393}" sibTransId="{941A630D-3620-4F9A-9A0C-99AB2D3E64A1}"/>
    <dgm:cxn modelId="{BBE27594-A5C5-45C4-9645-E498BA699B88}" srcId="{6B86C5F7-3385-4794-806A-DF43F9E47399}" destId="{952A8445-CCCA-47F4-9AD5-4886296D3187}" srcOrd="2" destOrd="0" parTransId="{38DDC833-A41B-41BC-B70A-DA856BFCBA00}" sibTransId="{3F2F43EC-303B-4667-AFC8-3F36F23CECC0}"/>
    <dgm:cxn modelId="{DD2CE609-2903-4F6A-94EF-33A715D5BEB1}" type="presOf" srcId="{882752E3-2146-43AF-9620-FB799CF05047}" destId="{A0CF033D-F5ED-4E20-9D5D-153426ABE157}" srcOrd="0" destOrd="0" presId="urn:microsoft.com/office/officeart/2005/8/layout/list1"/>
    <dgm:cxn modelId="{36C00904-5B94-47E9-B82B-6BC6F92C902D}" type="presOf" srcId="{6B86C5F7-3385-4794-806A-DF43F9E47399}" destId="{542BC6BF-B618-40D2-BE3C-E3FB105F1AEB}" srcOrd="1" destOrd="0" presId="urn:microsoft.com/office/officeart/2005/8/layout/list1"/>
    <dgm:cxn modelId="{DC4BB04E-D826-4064-BD1A-78CAF61B4A08}" type="presOf" srcId="{952A8445-CCCA-47F4-9AD5-4886296D3187}" destId="{A0CF033D-F5ED-4E20-9D5D-153426ABE157}" srcOrd="0" destOrd="2" presId="urn:microsoft.com/office/officeart/2005/8/layout/list1"/>
    <dgm:cxn modelId="{EABCDFDF-AF63-48E2-BAA8-0956B629E6AC}" type="presOf" srcId="{C3F9007B-B10E-4B00-860E-764EE5339076}" destId="{A0CF033D-F5ED-4E20-9D5D-153426ABE157}" srcOrd="0" destOrd="1" presId="urn:microsoft.com/office/officeart/2005/8/layout/list1"/>
    <dgm:cxn modelId="{CA57F5A0-4193-4E0E-B7FB-06566FB955F2}" srcId="{4E9109AA-4C5D-4AE6-9FC3-2894A1B2770B}" destId="{6B86C5F7-3385-4794-806A-DF43F9E47399}" srcOrd="0" destOrd="0" parTransId="{9567A935-FAE2-4B39-8AA0-9FEE10F02238}" sibTransId="{3F1B0BD8-8E77-45F3-BA85-E8338BC7653C}"/>
    <dgm:cxn modelId="{BE605968-F581-4D50-B447-2AB074AE9E6A}" srcId="{6B86C5F7-3385-4794-806A-DF43F9E47399}" destId="{C3F9007B-B10E-4B00-860E-764EE5339076}" srcOrd="1" destOrd="0" parTransId="{F5B4A263-734C-46ED-9D8E-141F9DFA5B65}" sibTransId="{CBF644A7-16A7-48B8-9A9A-6E7E77132DC6}"/>
    <dgm:cxn modelId="{8739C856-3014-4EF8-A2D4-3A92F198D1E9}" srcId="{6B86C5F7-3385-4794-806A-DF43F9E47399}" destId="{882752E3-2146-43AF-9620-FB799CF05047}" srcOrd="0" destOrd="0" parTransId="{203ADDA9-3C51-498E-82EE-10BCDB10008A}" sibTransId="{31BBF4EB-6191-4726-A09C-FDB4FB7E54F4}"/>
    <dgm:cxn modelId="{C0CD467C-15B0-4267-8FC6-4E6EFB762291}" type="presParOf" srcId="{823562AE-07FC-416E-8A2B-825BACB5DAC9}" destId="{A572AC4E-B519-4190-B38D-DAAD4EFB5690}" srcOrd="0" destOrd="0" presId="urn:microsoft.com/office/officeart/2005/8/layout/list1"/>
    <dgm:cxn modelId="{0568E428-F7F4-4B76-81A0-2B6BBC8C3014}" type="presParOf" srcId="{A572AC4E-B519-4190-B38D-DAAD4EFB5690}" destId="{D0BB2378-FF5F-45BD-9929-17413584F824}" srcOrd="0" destOrd="0" presId="urn:microsoft.com/office/officeart/2005/8/layout/list1"/>
    <dgm:cxn modelId="{713B0B7F-86B4-4E30-A112-9A83431748F1}" type="presParOf" srcId="{A572AC4E-B519-4190-B38D-DAAD4EFB5690}" destId="{542BC6BF-B618-40D2-BE3C-E3FB105F1AEB}" srcOrd="1" destOrd="0" presId="urn:microsoft.com/office/officeart/2005/8/layout/list1"/>
    <dgm:cxn modelId="{BCA3490C-2D57-4543-9668-7ADD082864BE}" type="presParOf" srcId="{823562AE-07FC-416E-8A2B-825BACB5DAC9}" destId="{30CACF24-3745-4B69-A9BF-7E0DBA45CE1C}" srcOrd="1" destOrd="0" presId="urn:microsoft.com/office/officeart/2005/8/layout/list1"/>
    <dgm:cxn modelId="{9850FA8D-4257-41A5-8686-4C05AB9E3275}" type="presParOf" srcId="{823562AE-07FC-416E-8A2B-825BACB5DAC9}" destId="{A0CF033D-F5ED-4E20-9D5D-153426ABE157}"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9109AA-4C5D-4AE6-9FC3-2894A1B2770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B86C5F7-3385-4794-806A-DF43F9E47399}">
      <dgm:prSet phldrT="[Text]" custT="1"/>
      <dgm:spPr/>
      <dgm:t>
        <a:bodyPr/>
        <a:lstStyle/>
        <a:p>
          <a:pPr>
            <a:buClrTx/>
            <a:buSzTx/>
            <a:buFontTx/>
            <a:buNone/>
          </a:pPr>
          <a:r>
            <a:rPr lang="en-US" sz="3200" b="1" dirty="0"/>
            <a:t>Medical Devices </a:t>
          </a:r>
          <a:endParaRPr lang="en-IN" sz="3200" b="1" dirty="0"/>
        </a:p>
      </dgm:t>
    </dgm:pt>
    <dgm:pt modelId="{9567A935-FAE2-4B39-8AA0-9FEE10F02238}" type="parTrans" cxnId="{CA57F5A0-4193-4E0E-B7FB-06566FB955F2}">
      <dgm:prSet/>
      <dgm:spPr/>
      <dgm:t>
        <a:bodyPr/>
        <a:lstStyle/>
        <a:p>
          <a:endParaRPr lang="en-IN"/>
        </a:p>
      </dgm:t>
    </dgm:pt>
    <dgm:pt modelId="{3F1B0BD8-8E77-45F3-BA85-E8338BC7653C}" type="sibTrans" cxnId="{CA57F5A0-4193-4E0E-B7FB-06566FB955F2}">
      <dgm:prSet/>
      <dgm:spPr/>
      <dgm:t>
        <a:bodyPr/>
        <a:lstStyle/>
        <a:p>
          <a:endParaRPr lang="en-IN"/>
        </a:p>
      </dgm:t>
    </dgm:pt>
    <dgm:pt modelId="{882752E3-2146-43AF-9620-FB799CF05047}">
      <dgm:prSet phldrT="[Text]"/>
      <dgm:spPr/>
      <dgm:t>
        <a:bodyPr/>
        <a:lstStyle/>
        <a:p>
          <a:pPr algn="just"/>
          <a:r>
            <a:rPr lang="en-US" dirty="0"/>
            <a:t>A medical device is any device intended to be used for medical purposes. </a:t>
          </a:r>
          <a:endParaRPr lang="en-IN" dirty="0"/>
        </a:p>
      </dgm:t>
    </dgm:pt>
    <dgm:pt modelId="{203ADDA9-3C51-498E-82EE-10BCDB10008A}" type="parTrans" cxnId="{8739C856-3014-4EF8-A2D4-3A92F198D1E9}">
      <dgm:prSet/>
      <dgm:spPr/>
      <dgm:t>
        <a:bodyPr/>
        <a:lstStyle/>
        <a:p>
          <a:endParaRPr lang="en-IN"/>
        </a:p>
      </dgm:t>
    </dgm:pt>
    <dgm:pt modelId="{31BBF4EB-6191-4726-A09C-FDB4FB7E54F4}" type="sibTrans" cxnId="{8739C856-3014-4EF8-A2D4-3A92F198D1E9}">
      <dgm:prSet/>
      <dgm:spPr/>
      <dgm:t>
        <a:bodyPr/>
        <a:lstStyle/>
        <a:p>
          <a:endParaRPr lang="en-IN"/>
        </a:p>
      </dgm:t>
    </dgm:pt>
    <dgm:pt modelId="{91ABD2B3-2ABD-4C35-818D-FE24E3C77290}">
      <dgm:prSet/>
      <dgm:spPr/>
      <dgm:t>
        <a:bodyPr/>
        <a:lstStyle/>
        <a:p>
          <a:pPr algn="just"/>
          <a:r>
            <a:rPr lang="en-US" dirty="0"/>
            <a:t>Medical devices benefit patients by helping health care providers diagnose and treat patients and helping patients overcome sickness or disease, improving their quality of life.</a:t>
          </a:r>
        </a:p>
      </dgm:t>
    </dgm:pt>
    <dgm:pt modelId="{0FC84B44-1DA3-4D34-9065-5D9474F3D6D3}" type="parTrans" cxnId="{1735E2CD-3B6C-423E-9640-B28A2EE52774}">
      <dgm:prSet/>
      <dgm:spPr/>
      <dgm:t>
        <a:bodyPr/>
        <a:lstStyle/>
        <a:p>
          <a:endParaRPr lang="en-IN"/>
        </a:p>
      </dgm:t>
    </dgm:pt>
    <dgm:pt modelId="{01E9B5C0-CEFB-4530-A77E-548313B28175}" type="sibTrans" cxnId="{1735E2CD-3B6C-423E-9640-B28A2EE52774}">
      <dgm:prSet/>
      <dgm:spPr/>
      <dgm:t>
        <a:bodyPr/>
        <a:lstStyle/>
        <a:p>
          <a:endParaRPr lang="en-IN"/>
        </a:p>
      </dgm:t>
    </dgm:pt>
    <dgm:pt modelId="{2F779A6A-17FA-4464-A5B7-FF425385481D}">
      <dgm:prSet/>
      <dgm:spPr/>
      <dgm:t>
        <a:bodyPr/>
        <a:lstStyle/>
        <a:p>
          <a:pPr algn="just"/>
          <a:r>
            <a:rPr lang="en-US" b="0" i="0" dirty="0"/>
            <a:t>It involves measurement of biological signals like ECG, EMG, or any electrical signals generated in the human body. </a:t>
          </a:r>
          <a:endParaRPr lang="en-US" dirty="0"/>
        </a:p>
      </dgm:t>
    </dgm:pt>
    <dgm:pt modelId="{7384B6FC-29BD-4281-A6B9-96A484983D8A}" type="parTrans" cxnId="{F8984E23-8ABB-4024-97E6-6CF6B9A4E0A5}">
      <dgm:prSet/>
      <dgm:spPr/>
      <dgm:t>
        <a:bodyPr/>
        <a:lstStyle/>
        <a:p>
          <a:endParaRPr lang="en-IN"/>
        </a:p>
      </dgm:t>
    </dgm:pt>
    <dgm:pt modelId="{43B80260-F0DA-4EF3-96E8-3CF30ABFB123}" type="sibTrans" cxnId="{F8984E23-8ABB-4024-97E6-6CF6B9A4E0A5}">
      <dgm:prSet/>
      <dgm:spPr/>
      <dgm:t>
        <a:bodyPr/>
        <a:lstStyle/>
        <a:p>
          <a:endParaRPr lang="en-IN"/>
        </a:p>
      </dgm:t>
    </dgm:pt>
    <dgm:pt modelId="{C55065F4-61DA-40C7-BFFD-26B27D361632}">
      <dgm:prSet/>
      <dgm:spPr/>
      <dgm:t>
        <a:bodyPr/>
        <a:lstStyle/>
        <a:p>
          <a:pPr algn="just"/>
          <a:r>
            <a:rPr lang="en-US" b="0" i="0" dirty="0"/>
            <a:t>Biomedical Instrumentation helps physicians to diagnose the problem and provide treatment. </a:t>
          </a:r>
          <a:endParaRPr lang="en-US" dirty="0"/>
        </a:p>
      </dgm:t>
    </dgm:pt>
    <dgm:pt modelId="{048C6CB4-499E-4C8E-A1FF-7DD658FC0880}" type="parTrans" cxnId="{2E57B27A-74A7-49D7-A751-B024A0279733}">
      <dgm:prSet/>
      <dgm:spPr/>
      <dgm:t>
        <a:bodyPr/>
        <a:lstStyle/>
        <a:p>
          <a:endParaRPr lang="en-IN"/>
        </a:p>
      </dgm:t>
    </dgm:pt>
    <dgm:pt modelId="{18246C86-8704-4B86-AA92-BAE321407533}" type="sibTrans" cxnId="{2E57B27A-74A7-49D7-A751-B024A0279733}">
      <dgm:prSet/>
      <dgm:spPr/>
      <dgm:t>
        <a:bodyPr/>
        <a:lstStyle/>
        <a:p>
          <a:endParaRPr lang="en-IN"/>
        </a:p>
      </dgm:t>
    </dgm:pt>
    <dgm:pt modelId="{D750637C-99B6-4BB6-BFD1-BFB06A7121C2}" type="pres">
      <dgm:prSet presAssocID="{4E9109AA-4C5D-4AE6-9FC3-2894A1B2770B}" presName="linear" presStyleCnt="0">
        <dgm:presLayoutVars>
          <dgm:dir/>
          <dgm:animLvl val="lvl"/>
          <dgm:resizeHandles val="exact"/>
        </dgm:presLayoutVars>
      </dgm:prSet>
      <dgm:spPr/>
      <dgm:t>
        <a:bodyPr/>
        <a:lstStyle/>
        <a:p>
          <a:endParaRPr lang="en-IN"/>
        </a:p>
      </dgm:t>
    </dgm:pt>
    <dgm:pt modelId="{F718D35C-BB1C-417B-BB66-74BF6BB43EA2}" type="pres">
      <dgm:prSet presAssocID="{6B86C5F7-3385-4794-806A-DF43F9E47399}" presName="parentLin" presStyleCnt="0"/>
      <dgm:spPr/>
    </dgm:pt>
    <dgm:pt modelId="{4219707B-FE23-45BA-8679-C6D0526A1BAF}" type="pres">
      <dgm:prSet presAssocID="{6B86C5F7-3385-4794-806A-DF43F9E47399}" presName="parentLeftMargin" presStyleLbl="node1" presStyleIdx="0" presStyleCnt="1"/>
      <dgm:spPr/>
      <dgm:t>
        <a:bodyPr/>
        <a:lstStyle/>
        <a:p>
          <a:endParaRPr lang="en-IN"/>
        </a:p>
      </dgm:t>
    </dgm:pt>
    <dgm:pt modelId="{A5979145-BF32-451F-AA42-11AD6329C290}" type="pres">
      <dgm:prSet presAssocID="{6B86C5F7-3385-4794-806A-DF43F9E47399}" presName="parentText" presStyleLbl="node1" presStyleIdx="0" presStyleCnt="1">
        <dgm:presLayoutVars>
          <dgm:chMax val="0"/>
          <dgm:bulletEnabled val="1"/>
        </dgm:presLayoutVars>
      </dgm:prSet>
      <dgm:spPr/>
      <dgm:t>
        <a:bodyPr/>
        <a:lstStyle/>
        <a:p>
          <a:endParaRPr lang="en-IN"/>
        </a:p>
      </dgm:t>
    </dgm:pt>
    <dgm:pt modelId="{BDCCB90E-8F3C-47CD-AF9C-D10339F9F11E}" type="pres">
      <dgm:prSet presAssocID="{6B86C5F7-3385-4794-806A-DF43F9E47399}" presName="negativeSpace" presStyleCnt="0"/>
      <dgm:spPr/>
    </dgm:pt>
    <dgm:pt modelId="{D5B3A9F3-7A64-4A67-82A1-6726A1341E00}" type="pres">
      <dgm:prSet presAssocID="{6B86C5F7-3385-4794-806A-DF43F9E47399}" presName="childText" presStyleLbl="conFgAcc1" presStyleIdx="0" presStyleCnt="1">
        <dgm:presLayoutVars>
          <dgm:bulletEnabled val="1"/>
        </dgm:presLayoutVars>
      </dgm:prSet>
      <dgm:spPr/>
      <dgm:t>
        <a:bodyPr/>
        <a:lstStyle/>
        <a:p>
          <a:endParaRPr lang="en-IN"/>
        </a:p>
      </dgm:t>
    </dgm:pt>
  </dgm:ptLst>
  <dgm:cxnLst>
    <dgm:cxn modelId="{C42A1CA5-9D28-4949-9A02-6BAC2932CEF0}" type="presOf" srcId="{882752E3-2146-43AF-9620-FB799CF05047}" destId="{D5B3A9F3-7A64-4A67-82A1-6726A1341E00}" srcOrd="0" destOrd="0" presId="urn:microsoft.com/office/officeart/2005/8/layout/list1"/>
    <dgm:cxn modelId="{2E57B27A-74A7-49D7-A751-B024A0279733}" srcId="{6B86C5F7-3385-4794-806A-DF43F9E47399}" destId="{C55065F4-61DA-40C7-BFFD-26B27D361632}" srcOrd="2" destOrd="0" parTransId="{048C6CB4-499E-4C8E-A1FF-7DD658FC0880}" sibTransId="{18246C86-8704-4B86-AA92-BAE321407533}"/>
    <dgm:cxn modelId="{C92944CF-62A2-4343-8E84-24392E63B1BE}" type="presOf" srcId="{6B86C5F7-3385-4794-806A-DF43F9E47399}" destId="{4219707B-FE23-45BA-8679-C6D0526A1BAF}" srcOrd="0" destOrd="0" presId="urn:microsoft.com/office/officeart/2005/8/layout/list1"/>
    <dgm:cxn modelId="{0509252E-A929-4456-ABE4-CD83728A0B76}" type="presOf" srcId="{91ABD2B3-2ABD-4C35-818D-FE24E3C77290}" destId="{D5B3A9F3-7A64-4A67-82A1-6726A1341E00}" srcOrd="0" destOrd="1" presId="urn:microsoft.com/office/officeart/2005/8/layout/list1"/>
    <dgm:cxn modelId="{98274004-DB75-45D5-8362-395A532E404D}" type="presOf" srcId="{4E9109AA-4C5D-4AE6-9FC3-2894A1B2770B}" destId="{D750637C-99B6-4BB6-BFD1-BFB06A7121C2}" srcOrd="0" destOrd="0" presId="urn:microsoft.com/office/officeart/2005/8/layout/list1"/>
    <dgm:cxn modelId="{CA57F5A0-4193-4E0E-B7FB-06566FB955F2}" srcId="{4E9109AA-4C5D-4AE6-9FC3-2894A1B2770B}" destId="{6B86C5F7-3385-4794-806A-DF43F9E47399}" srcOrd="0" destOrd="0" parTransId="{9567A935-FAE2-4B39-8AA0-9FEE10F02238}" sibTransId="{3F1B0BD8-8E77-45F3-BA85-E8338BC7653C}"/>
    <dgm:cxn modelId="{1735E2CD-3B6C-423E-9640-B28A2EE52774}" srcId="{6B86C5F7-3385-4794-806A-DF43F9E47399}" destId="{91ABD2B3-2ABD-4C35-818D-FE24E3C77290}" srcOrd="1" destOrd="0" parTransId="{0FC84B44-1DA3-4D34-9065-5D9474F3D6D3}" sibTransId="{01E9B5C0-CEFB-4530-A77E-548313B28175}"/>
    <dgm:cxn modelId="{AC344A1E-76EB-40B1-81A1-13A353AF42F0}" type="presOf" srcId="{2F779A6A-17FA-4464-A5B7-FF425385481D}" destId="{D5B3A9F3-7A64-4A67-82A1-6726A1341E00}" srcOrd="0" destOrd="3" presId="urn:microsoft.com/office/officeart/2005/8/layout/list1"/>
    <dgm:cxn modelId="{A5CCB14B-2B22-413A-9226-8ED208DFC0CC}" type="presOf" srcId="{C55065F4-61DA-40C7-BFFD-26B27D361632}" destId="{D5B3A9F3-7A64-4A67-82A1-6726A1341E00}" srcOrd="0" destOrd="2" presId="urn:microsoft.com/office/officeart/2005/8/layout/list1"/>
    <dgm:cxn modelId="{8739C856-3014-4EF8-A2D4-3A92F198D1E9}" srcId="{6B86C5F7-3385-4794-806A-DF43F9E47399}" destId="{882752E3-2146-43AF-9620-FB799CF05047}" srcOrd="0" destOrd="0" parTransId="{203ADDA9-3C51-498E-82EE-10BCDB10008A}" sibTransId="{31BBF4EB-6191-4726-A09C-FDB4FB7E54F4}"/>
    <dgm:cxn modelId="{F8984E23-8ABB-4024-97E6-6CF6B9A4E0A5}" srcId="{6B86C5F7-3385-4794-806A-DF43F9E47399}" destId="{2F779A6A-17FA-4464-A5B7-FF425385481D}" srcOrd="3" destOrd="0" parTransId="{7384B6FC-29BD-4281-A6B9-96A484983D8A}" sibTransId="{43B80260-F0DA-4EF3-96E8-3CF30ABFB123}"/>
    <dgm:cxn modelId="{2CBE5836-913E-4F87-809D-0DF7B21BBF5C}" type="presOf" srcId="{6B86C5F7-3385-4794-806A-DF43F9E47399}" destId="{A5979145-BF32-451F-AA42-11AD6329C290}" srcOrd="1" destOrd="0" presId="urn:microsoft.com/office/officeart/2005/8/layout/list1"/>
    <dgm:cxn modelId="{82846BC7-EDA4-4545-BBC4-2AE23C0E2F02}" type="presParOf" srcId="{D750637C-99B6-4BB6-BFD1-BFB06A7121C2}" destId="{F718D35C-BB1C-417B-BB66-74BF6BB43EA2}" srcOrd="0" destOrd="0" presId="urn:microsoft.com/office/officeart/2005/8/layout/list1"/>
    <dgm:cxn modelId="{BB361EFD-20C6-421C-AACD-FF7D2300731E}" type="presParOf" srcId="{F718D35C-BB1C-417B-BB66-74BF6BB43EA2}" destId="{4219707B-FE23-45BA-8679-C6D0526A1BAF}" srcOrd="0" destOrd="0" presId="urn:microsoft.com/office/officeart/2005/8/layout/list1"/>
    <dgm:cxn modelId="{AE7F96CA-AE35-4500-AD63-ABFE10FCA596}" type="presParOf" srcId="{F718D35C-BB1C-417B-BB66-74BF6BB43EA2}" destId="{A5979145-BF32-451F-AA42-11AD6329C290}" srcOrd="1" destOrd="0" presId="urn:microsoft.com/office/officeart/2005/8/layout/list1"/>
    <dgm:cxn modelId="{1D1FA553-93B0-4EEF-9E67-751BDB4F46E2}" type="presParOf" srcId="{D750637C-99B6-4BB6-BFD1-BFB06A7121C2}" destId="{BDCCB90E-8F3C-47CD-AF9C-D10339F9F11E}" srcOrd="1" destOrd="0" presId="urn:microsoft.com/office/officeart/2005/8/layout/list1"/>
    <dgm:cxn modelId="{47330034-B5C7-45B2-A74C-409A8D10C3CD}" type="presParOf" srcId="{D750637C-99B6-4BB6-BFD1-BFB06A7121C2}" destId="{D5B3A9F3-7A64-4A67-82A1-6726A1341E00}"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38132B-062C-42A1-AEE8-F0DAAD2D8AD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FBBB25B2-0548-4E7A-8F49-3220D5898948}">
      <dgm:prSet phldrT="[Text]" custT="1"/>
      <dgm:spPr/>
      <dgm:t>
        <a:bodyPr/>
        <a:lstStyle/>
        <a:p>
          <a:pPr>
            <a:buFont typeface="Wingdings" panose="05000000000000000000" pitchFamily="2" charset="2"/>
            <a:buChar char="Ø"/>
          </a:pPr>
          <a:r>
            <a:rPr lang="en-US" sz="3600" b="1" dirty="0">
              <a:solidFill>
                <a:schemeClr val="bg1"/>
              </a:solidFill>
              <a:effectLst>
                <a:outerShdw blurRad="38100" dist="38100" dir="2700000" algn="tl">
                  <a:srgbClr val="000000">
                    <a:alpha val="43137"/>
                  </a:srgbClr>
                </a:outerShdw>
              </a:effectLst>
              <a:latin typeface="+mj-lt"/>
              <a:ea typeface="+mn-ea"/>
              <a:cs typeface="+mn-cs"/>
            </a:rPr>
            <a:t>Electroretinogram (ERG)</a:t>
          </a:r>
          <a:endParaRPr lang="en-IN" sz="3600" b="1" dirty="0">
            <a:solidFill>
              <a:schemeClr val="bg1"/>
            </a:solidFill>
            <a:effectLst>
              <a:outerShdw blurRad="38100" dist="38100" dir="2700000" algn="tl">
                <a:srgbClr val="000000">
                  <a:alpha val="43137"/>
                </a:srgbClr>
              </a:outerShdw>
            </a:effectLst>
            <a:latin typeface="+mj-lt"/>
          </a:endParaRPr>
        </a:p>
      </dgm:t>
    </dgm:pt>
    <dgm:pt modelId="{A53121BD-B50A-450D-9C51-B141FE78FC57}" type="parTrans" cxnId="{85475572-B1C0-4D45-9E1F-935695E663F1}">
      <dgm:prSet/>
      <dgm:spPr/>
      <dgm:t>
        <a:bodyPr/>
        <a:lstStyle/>
        <a:p>
          <a:endParaRPr lang="en-IN"/>
        </a:p>
      </dgm:t>
    </dgm:pt>
    <dgm:pt modelId="{95225D8C-F00A-478C-B2AB-90C1A14C6015}" type="sibTrans" cxnId="{85475572-B1C0-4D45-9E1F-935695E663F1}">
      <dgm:prSet/>
      <dgm:spPr/>
      <dgm:t>
        <a:bodyPr/>
        <a:lstStyle/>
        <a:p>
          <a:endParaRPr lang="en-IN"/>
        </a:p>
      </dgm:t>
    </dgm:pt>
    <dgm:pt modelId="{FE7DDDAF-B91E-4413-AE61-9B41E7C93556}">
      <dgm:prSet phldrT="[Text]"/>
      <dgm:spPr/>
      <dgm:t>
        <a:bodyPr/>
        <a:lstStyle/>
        <a:p>
          <a:pPr algn="just"/>
          <a:r>
            <a:rPr lang="en-US" b="0" i="0" dirty="0"/>
            <a:t>An electroretinography (ERG) test, also known as an </a:t>
          </a:r>
          <a:r>
            <a:rPr lang="en-US" b="1" i="0" dirty="0"/>
            <a:t>electroretinogram</a:t>
          </a:r>
          <a:r>
            <a:rPr lang="en-US" b="0" i="0" dirty="0"/>
            <a:t>, measures the </a:t>
          </a:r>
          <a:r>
            <a:rPr lang="en-US" b="1" i="0" dirty="0"/>
            <a:t>electrical response of the light-sensitive cells </a:t>
          </a:r>
          <a:r>
            <a:rPr lang="en-US" b="0" i="0" dirty="0"/>
            <a:t>in your eyes.</a:t>
          </a:r>
          <a:endParaRPr lang="en-IN" dirty="0"/>
        </a:p>
      </dgm:t>
    </dgm:pt>
    <dgm:pt modelId="{566ADCE9-0A59-4FBE-BE66-5065E661D9FF}" type="parTrans" cxnId="{79E2D1F4-FCBD-4A07-A2AE-DC42C10D41FC}">
      <dgm:prSet/>
      <dgm:spPr/>
      <dgm:t>
        <a:bodyPr/>
        <a:lstStyle/>
        <a:p>
          <a:endParaRPr lang="en-IN"/>
        </a:p>
      </dgm:t>
    </dgm:pt>
    <dgm:pt modelId="{EBFCE16D-709B-4D5F-BB49-4EB3E9E6730B}" type="sibTrans" cxnId="{79E2D1F4-FCBD-4A07-A2AE-DC42C10D41FC}">
      <dgm:prSet/>
      <dgm:spPr/>
      <dgm:t>
        <a:bodyPr/>
        <a:lstStyle/>
        <a:p>
          <a:endParaRPr lang="en-IN"/>
        </a:p>
      </dgm:t>
    </dgm:pt>
    <dgm:pt modelId="{F166C210-D6E8-424F-AA8F-263750AB5906}">
      <dgm:prSet/>
      <dgm:spPr/>
      <dgm:t>
        <a:bodyPr/>
        <a:lstStyle/>
        <a:p>
          <a:pPr algn="just"/>
          <a:r>
            <a:rPr lang="en-US" b="0" i="0" dirty="0"/>
            <a:t>These cells are known as rods and cones. </a:t>
          </a:r>
        </a:p>
      </dgm:t>
    </dgm:pt>
    <dgm:pt modelId="{FC978EAA-E594-476F-95E3-BAC5B1C0A4FE}" type="parTrans" cxnId="{21F7C5FC-993D-49F2-A723-E543C1444550}">
      <dgm:prSet/>
      <dgm:spPr/>
      <dgm:t>
        <a:bodyPr/>
        <a:lstStyle/>
        <a:p>
          <a:endParaRPr lang="en-IN"/>
        </a:p>
      </dgm:t>
    </dgm:pt>
    <dgm:pt modelId="{3968B95E-0DA9-4FE9-8DF5-A421F496681D}" type="sibTrans" cxnId="{21F7C5FC-993D-49F2-A723-E543C1444550}">
      <dgm:prSet/>
      <dgm:spPr/>
      <dgm:t>
        <a:bodyPr/>
        <a:lstStyle/>
        <a:p>
          <a:endParaRPr lang="en-IN"/>
        </a:p>
      </dgm:t>
    </dgm:pt>
    <dgm:pt modelId="{7183FFC4-B581-4A8C-AF48-D101CEA81B1F}">
      <dgm:prSet phldrT="[Text]"/>
      <dgm:spPr/>
      <dgm:t>
        <a:bodyPr/>
        <a:lstStyle/>
        <a:p>
          <a:pPr algn="just"/>
          <a:r>
            <a:rPr lang="en-US" b="0" i="0" dirty="0"/>
            <a:t>Abnormal ERG readings can detect certain abnormalities of these cell layers. </a:t>
          </a:r>
          <a:endParaRPr lang="en-IN" dirty="0"/>
        </a:p>
      </dgm:t>
    </dgm:pt>
    <dgm:pt modelId="{C6212880-FE73-4EB5-89A1-AD90F1C12468}" type="parTrans" cxnId="{49C28597-CAB5-44CB-8BC4-D7AAF65065FC}">
      <dgm:prSet/>
      <dgm:spPr/>
      <dgm:t>
        <a:bodyPr/>
        <a:lstStyle/>
        <a:p>
          <a:endParaRPr lang="en-IN"/>
        </a:p>
      </dgm:t>
    </dgm:pt>
    <dgm:pt modelId="{7CBF4E84-3C9B-4382-BDD8-F9153A7126C5}" type="sibTrans" cxnId="{49C28597-CAB5-44CB-8BC4-D7AAF65065FC}">
      <dgm:prSet/>
      <dgm:spPr/>
      <dgm:t>
        <a:bodyPr/>
        <a:lstStyle/>
        <a:p>
          <a:endParaRPr lang="en-IN"/>
        </a:p>
      </dgm:t>
    </dgm:pt>
    <dgm:pt modelId="{AC3BD0F4-EB8A-4BCA-A847-6D87832265D5}">
      <dgm:prSet phldrT="[Text]"/>
      <dgm:spPr/>
      <dgm:t>
        <a:bodyPr/>
        <a:lstStyle/>
        <a:p>
          <a:pPr algn="just"/>
          <a:r>
            <a:rPr lang="en-US" b="0" i="0" dirty="0"/>
            <a:t>During the test, a medical professional places an electrode on the cornea (at the front of the eye) or on the skin beneath the eye to measure the electrical responses to light of these cells.</a:t>
          </a:r>
          <a:endParaRPr lang="en-IN" dirty="0"/>
        </a:p>
      </dgm:t>
    </dgm:pt>
    <dgm:pt modelId="{5737F16F-F17F-4734-8470-74E0A560CD93}" type="parTrans" cxnId="{A8B04003-E587-4A18-A019-94D49F2179DA}">
      <dgm:prSet/>
      <dgm:spPr/>
      <dgm:t>
        <a:bodyPr/>
        <a:lstStyle/>
        <a:p>
          <a:endParaRPr lang="en-IN"/>
        </a:p>
      </dgm:t>
    </dgm:pt>
    <dgm:pt modelId="{51FC6BAE-CCE0-4AEA-AD3C-BC9E324C16CD}" type="sibTrans" cxnId="{A8B04003-E587-4A18-A019-94D49F2179DA}">
      <dgm:prSet/>
      <dgm:spPr/>
      <dgm:t>
        <a:bodyPr/>
        <a:lstStyle/>
        <a:p>
          <a:endParaRPr lang="en-IN"/>
        </a:p>
      </dgm:t>
    </dgm:pt>
    <dgm:pt modelId="{5763B324-AFB3-4FDC-89E0-561D2410DF73}">
      <dgm:prSet/>
      <dgm:spPr/>
      <dgm:t>
        <a:bodyPr/>
        <a:lstStyle/>
        <a:p>
          <a:pPr algn="just"/>
          <a:r>
            <a:rPr lang="en-US" b="0" i="0" dirty="0"/>
            <a:t>They form part of the back of the eye known as the retina. </a:t>
          </a:r>
        </a:p>
      </dgm:t>
    </dgm:pt>
    <dgm:pt modelId="{33B8BE66-A5E3-4399-85E4-50A36EDC19DF}" type="parTrans" cxnId="{C2FC7946-8FB2-4724-86D2-EDE1ACB174B2}">
      <dgm:prSet/>
      <dgm:spPr/>
      <dgm:t>
        <a:bodyPr/>
        <a:lstStyle/>
        <a:p>
          <a:endParaRPr lang="en-IN"/>
        </a:p>
      </dgm:t>
    </dgm:pt>
    <dgm:pt modelId="{6531AD29-21E7-4166-9769-EDAE4F031E3D}" type="sibTrans" cxnId="{C2FC7946-8FB2-4724-86D2-EDE1ACB174B2}">
      <dgm:prSet/>
      <dgm:spPr/>
      <dgm:t>
        <a:bodyPr/>
        <a:lstStyle/>
        <a:p>
          <a:endParaRPr lang="en-IN"/>
        </a:p>
      </dgm:t>
    </dgm:pt>
    <dgm:pt modelId="{11EE0A8D-E5BD-497F-8A6B-1189F58AFFA9}">
      <dgm:prSet/>
      <dgm:spPr/>
      <dgm:t>
        <a:bodyPr/>
        <a:lstStyle/>
        <a:p>
          <a:pPr algn="just"/>
          <a:r>
            <a:rPr lang="en-US" b="0" i="0" dirty="0"/>
            <a:t>There are around 120 million rods in the human eye and six to seven million cones.</a:t>
          </a:r>
        </a:p>
      </dgm:t>
    </dgm:pt>
    <dgm:pt modelId="{8E845D52-F28B-4B7F-934E-284A58294CDB}" type="parTrans" cxnId="{BE44FF91-6DC3-413E-BDB7-99F48A1109AB}">
      <dgm:prSet/>
      <dgm:spPr/>
      <dgm:t>
        <a:bodyPr/>
        <a:lstStyle/>
        <a:p>
          <a:endParaRPr lang="en-IN"/>
        </a:p>
      </dgm:t>
    </dgm:pt>
    <dgm:pt modelId="{F4CA5189-782F-4E62-BB69-C44075EB203D}" type="sibTrans" cxnId="{BE44FF91-6DC3-413E-BDB7-99F48A1109AB}">
      <dgm:prSet/>
      <dgm:spPr/>
      <dgm:t>
        <a:bodyPr/>
        <a:lstStyle/>
        <a:p>
          <a:endParaRPr lang="en-IN"/>
        </a:p>
      </dgm:t>
    </dgm:pt>
    <dgm:pt modelId="{DB29028A-FFB6-4499-A6D8-B07A86B33E13}">
      <dgm:prSet phldrT="[Text]"/>
      <dgm:spPr/>
      <dgm:t>
        <a:bodyPr/>
        <a:lstStyle/>
        <a:p>
          <a:pPr algn="just"/>
          <a:r>
            <a:rPr lang="en-US" b="0" i="0" dirty="0"/>
            <a:t>Electroretinography measures the electrical responses of various cell types in the retina, including the photoreceptors, inner retinal cells, and the ganglion cells.</a:t>
          </a:r>
          <a:endParaRPr lang="en-IN" dirty="0"/>
        </a:p>
      </dgm:t>
    </dgm:pt>
    <dgm:pt modelId="{04271900-425E-47BC-B804-CE258DFD7D31}" type="parTrans" cxnId="{FC087204-4C95-44D2-A442-F10EFCE0CD39}">
      <dgm:prSet/>
      <dgm:spPr/>
      <dgm:t>
        <a:bodyPr/>
        <a:lstStyle/>
        <a:p>
          <a:endParaRPr lang="en-IN"/>
        </a:p>
      </dgm:t>
    </dgm:pt>
    <dgm:pt modelId="{157B70BC-62FD-4846-BE4F-C69B4D92DBFB}" type="sibTrans" cxnId="{FC087204-4C95-44D2-A442-F10EFCE0CD39}">
      <dgm:prSet/>
      <dgm:spPr/>
      <dgm:t>
        <a:bodyPr/>
        <a:lstStyle/>
        <a:p>
          <a:endParaRPr lang="en-IN"/>
        </a:p>
      </dgm:t>
    </dgm:pt>
    <dgm:pt modelId="{4AE9C801-5F57-4C2D-8B43-0537F279FD90}" type="pres">
      <dgm:prSet presAssocID="{8038132B-062C-42A1-AEE8-F0DAAD2D8AD1}" presName="Name0" presStyleCnt="0">
        <dgm:presLayoutVars>
          <dgm:dir/>
          <dgm:animLvl val="lvl"/>
          <dgm:resizeHandles val="exact"/>
        </dgm:presLayoutVars>
      </dgm:prSet>
      <dgm:spPr/>
      <dgm:t>
        <a:bodyPr/>
        <a:lstStyle/>
        <a:p>
          <a:endParaRPr lang="en-IN"/>
        </a:p>
      </dgm:t>
    </dgm:pt>
    <dgm:pt modelId="{B88D4A26-2E98-4112-82F2-9ACC2419A4CF}" type="pres">
      <dgm:prSet presAssocID="{FBBB25B2-0548-4E7A-8F49-3220D5898948}" presName="composite" presStyleCnt="0"/>
      <dgm:spPr/>
    </dgm:pt>
    <dgm:pt modelId="{33648342-5585-4CC2-AFFD-DA6E2C9C3C7B}" type="pres">
      <dgm:prSet presAssocID="{FBBB25B2-0548-4E7A-8F49-3220D5898948}" presName="parTx" presStyleLbl="alignNode1" presStyleIdx="0" presStyleCnt="1">
        <dgm:presLayoutVars>
          <dgm:chMax val="0"/>
          <dgm:chPref val="0"/>
          <dgm:bulletEnabled val="1"/>
        </dgm:presLayoutVars>
      </dgm:prSet>
      <dgm:spPr/>
      <dgm:t>
        <a:bodyPr/>
        <a:lstStyle/>
        <a:p>
          <a:endParaRPr lang="en-IN"/>
        </a:p>
      </dgm:t>
    </dgm:pt>
    <dgm:pt modelId="{F156F830-B09A-4D32-B790-CC081EB1294A}" type="pres">
      <dgm:prSet presAssocID="{FBBB25B2-0548-4E7A-8F49-3220D5898948}" presName="desTx" presStyleLbl="alignAccFollowNode1" presStyleIdx="0" presStyleCnt="1">
        <dgm:presLayoutVars>
          <dgm:bulletEnabled val="1"/>
        </dgm:presLayoutVars>
      </dgm:prSet>
      <dgm:spPr/>
      <dgm:t>
        <a:bodyPr/>
        <a:lstStyle/>
        <a:p>
          <a:endParaRPr lang="en-IN"/>
        </a:p>
      </dgm:t>
    </dgm:pt>
  </dgm:ptLst>
  <dgm:cxnLst>
    <dgm:cxn modelId="{7BA3D77C-C72A-4314-A37F-49123C9F0FDE}" type="presOf" srcId="{8038132B-062C-42A1-AEE8-F0DAAD2D8AD1}" destId="{4AE9C801-5F57-4C2D-8B43-0537F279FD90}" srcOrd="0" destOrd="0" presId="urn:microsoft.com/office/officeart/2005/8/layout/hList1"/>
    <dgm:cxn modelId="{A8B04003-E587-4A18-A019-94D49F2179DA}" srcId="{FBBB25B2-0548-4E7A-8F49-3220D5898948}" destId="{AC3BD0F4-EB8A-4BCA-A847-6D87832265D5}" srcOrd="4" destOrd="0" parTransId="{5737F16F-F17F-4734-8470-74E0A560CD93}" sibTransId="{51FC6BAE-CCE0-4AEA-AD3C-BC9E324C16CD}"/>
    <dgm:cxn modelId="{CDBB4A95-8BE3-46B1-8A2E-945D6A077348}" type="presOf" srcId="{DB29028A-FFB6-4499-A6D8-B07A86B33E13}" destId="{F156F830-B09A-4D32-B790-CC081EB1294A}" srcOrd="0" destOrd="4" presId="urn:microsoft.com/office/officeart/2005/8/layout/hList1"/>
    <dgm:cxn modelId="{1662820F-FAF8-4393-AA18-9857146BDC81}" type="presOf" srcId="{5763B324-AFB3-4FDC-89E0-561D2410DF73}" destId="{F156F830-B09A-4D32-B790-CC081EB1294A}" srcOrd="0" destOrd="2" presId="urn:microsoft.com/office/officeart/2005/8/layout/hList1"/>
    <dgm:cxn modelId="{C2FC7946-8FB2-4724-86D2-EDE1ACB174B2}" srcId="{F166C210-D6E8-424F-AA8F-263750AB5906}" destId="{5763B324-AFB3-4FDC-89E0-561D2410DF73}" srcOrd="0" destOrd="0" parTransId="{33B8BE66-A5E3-4399-85E4-50A36EDC19DF}" sibTransId="{6531AD29-21E7-4166-9769-EDAE4F031E3D}"/>
    <dgm:cxn modelId="{39D327B3-CB1E-4132-B2C7-4DF7F38BEED0}" type="presOf" srcId="{FE7DDDAF-B91E-4413-AE61-9B41E7C93556}" destId="{F156F830-B09A-4D32-B790-CC081EB1294A}" srcOrd="0" destOrd="0" presId="urn:microsoft.com/office/officeart/2005/8/layout/hList1"/>
    <dgm:cxn modelId="{79E2D1F4-FCBD-4A07-A2AE-DC42C10D41FC}" srcId="{FBBB25B2-0548-4E7A-8F49-3220D5898948}" destId="{FE7DDDAF-B91E-4413-AE61-9B41E7C93556}" srcOrd="0" destOrd="0" parTransId="{566ADCE9-0A59-4FBE-BE66-5065E661D9FF}" sibTransId="{EBFCE16D-709B-4D5F-BB49-4EB3E9E6730B}"/>
    <dgm:cxn modelId="{EBB95BE1-0D2C-46CD-9020-F4BB34F6871C}" type="presOf" srcId="{F166C210-D6E8-424F-AA8F-263750AB5906}" destId="{F156F830-B09A-4D32-B790-CC081EB1294A}" srcOrd="0" destOrd="1" presId="urn:microsoft.com/office/officeart/2005/8/layout/hList1"/>
    <dgm:cxn modelId="{BE44FF91-6DC3-413E-BDB7-99F48A1109AB}" srcId="{F166C210-D6E8-424F-AA8F-263750AB5906}" destId="{11EE0A8D-E5BD-497F-8A6B-1189F58AFFA9}" srcOrd="1" destOrd="0" parTransId="{8E845D52-F28B-4B7F-934E-284A58294CDB}" sibTransId="{F4CA5189-782F-4E62-BB69-C44075EB203D}"/>
    <dgm:cxn modelId="{FEAA3339-996D-4FA1-B73A-7500C8B7BCA8}" type="presOf" srcId="{7183FFC4-B581-4A8C-AF48-D101CEA81B1F}" destId="{F156F830-B09A-4D32-B790-CC081EB1294A}" srcOrd="0" destOrd="5" presId="urn:microsoft.com/office/officeart/2005/8/layout/hList1"/>
    <dgm:cxn modelId="{21F7C5FC-993D-49F2-A723-E543C1444550}" srcId="{FBBB25B2-0548-4E7A-8F49-3220D5898948}" destId="{F166C210-D6E8-424F-AA8F-263750AB5906}" srcOrd="1" destOrd="0" parTransId="{FC978EAA-E594-476F-95E3-BAC5B1C0A4FE}" sibTransId="{3968B95E-0DA9-4FE9-8DF5-A421F496681D}"/>
    <dgm:cxn modelId="{85475572-B1C0-4D45-9E1F-935695E663F1}" srcId="{8038132B-062C-42A1-AEE8-F0DAAD2D8AD1}" destId="{FBBB25B2-0548-4E7A-8F49-3220D5898948}" srcOrd="0" destOrd="0" parTransId="{A53121BD-B50A-450D-9C51-B141FE78FC57}" sibTransId="{95225D8C-F00A-478C-B2AB-90C1A14C6015}"/>
    <dgm:cxn modelId="{5E89125D-3113-4A08-9F2E-D86422BC01DB}" type="presOf" srcId="{11EE0A8D-E5BD-497F-8A6B-1189F58AFFA9}" destId="{F156F830-B09A-4D32-B790-CC081EB1294A}" srcOrd="0" destOrd="3" presId="urn:microsoft.com/office/officeart/2005/8/layout/hList1"/>
    <dgm:cxn modelId="{FC087204-4C95-44D2-A442-F10EFCE0CD39}" srcId="{FBBB25B2-0548-4E7A-8F49-3220D5898948}" destId="{DB29028A-FFB6-4499-A6D8-B07A86B33E13}" srcOrd="2" destOrd="0" parTransId="{04271900-425E-47BC-B804-CE258DFD7D31}" sibTransId="{157B70BC-62FD-4846-BE4F-C69B4D92DBFB}"/>
    <dgm:cxn modelId="{0AD47104-9753-49B7-B71A-54E4BEC44B56}" type="presOf" srcId="{FBBB25B2-0548-4E7A-8F49-3220D5898948}" destId="{33648342-5585-4CC2-AFFD-DA6E2C9C3C7B}" srcOrd="0" destOrd="0" presId="urn:microsoft.com/office/officeart/2005/8/layout/hList1"/>
    <dgm:cxn modelId="{49C28597-CAB5-44CB-8BC4-D7AAF65065FC}" srcId="{FBBB25B2-0548-4E7A-8F49-3220D5898948}" destId="{7183FFC4-B581-4A8C-AF48-D101CEA81B1F}" srcOrd="3" destOrd="0" parTransId="{C6212880-FE73-4EB5-89A1-AD90F1C12468}" sibTransId="{7CBF4E84-3C9B-4382-BDD8-F9153A7126C5}"/>
    <dgm:cxn modelId="{D909C312-B428-4129-9F30-A815A3C2A0CD}" type="presOf" srcId="{AC3BD0F4-EB8A-4BCA-A847-6D87832265D5}" destId="{F156F830-B09A-4D32-B790-CC081EB1294A}" srcOrd="0" destOrd="6" presId="urn:microsoft.com/office/officeart/2005/8/layout/hList1"/>
    <dgm:cxn modelId="{63B6A3D0-B2FB-43FC-98E6-07DCF8B89546}" type="presParOf" srcId="{4AE9C801-5F57-4C2D-8B43-0537F279FD90}" destId="{B88D4A26-2E98-4112-82F2-9ACC2419A4CF}" srcOrd="0" destOrd="0" presId="urn:microsoft.com/office/officeart/2005/8/layout/hList1"/>
    <dgm:cxn modelId="{9AA15750-9BE8-4D22-8425-6D9774E28EC9}" type="presParOf" srcId="{B88D4A26-2E98-4112-82F2-9ACC2419A4CF}" destId="{33648342-5585-4CC2-AFFD-DA6E2C9C3C7B}" srcOrd="0" destOrd="0" presId="urn:microsoft.com/office/officeart/2005/8/layout/hList1"/>
    <dgm:cxn modelId="{99778802-64FD-4B46-97C0-83D7454713E9}" type="presParOf" srcId="{B88D4A26-2E98-4112-82F2-9ACC2419A4CF}" destId="{F156F830-B09A-4D32-B790-CC081EB1294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918FE5-0584-46B4-92E3-D73010EDDCF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9461E204-2C91-4D55-8358-00E08235C112}">
      <dgm:prSet phldrT="[Text]"/>
      <dgm:spPr/>
      <dgm:t>
        <a:bodyPr/>
        <a:lstStyle/>
        <a:p>
          <a:r>
            <a:rPr lang="en-IN" b="1" i="0" dirty="0"/>
            <a:t>ERG Procedure</a:t>
          </a:r>
          <a:endParaRPr lang="en-IN" dirty="0"/>
        </a:p>
      </dgm:t>
    </dgm:pt>
    <dgm:pt modelId="{7E4384B0-4847-499F-BC16-D8F45F9BF268}" type="parTrans" cxnId="{207B15EE-B1B4-468A-AAEF-7009092708F0}">
      <dgm:prSet/>
      <dgm:spPr/>
      <dgm:t>
        <a:bodyPr/>
        <a:lstStyle/>
        <a:p>
          <a:endParaRPr lang="en-IN"/>
        </a:p>
      </dgm:t>
    </dgm:pt>
    <dgm:pt modelId="{C192D820-A50A-46DC-BFC8-58ADB82E2FA6}" type="sibTrans" cxnId="{207B15EE-B1B4-468A-AAEF-7009092708F0}">
      <dgm:prSet/>
      <dgm:spPr/>
      <dgm:t>
        <a:bodyPr/>
        <a:lstStyle/>
        <a:p>
          <a:endParaRPr lang="en-IN"/>
        </a:p>
      </dgm:t>
    </dgm:pt>
    <dgm:pt modelId="{F3C67693-97CB-4F7C-A214-9CCABBFA1F19}">
      <dgm:prSet phldrT="[Text]"/>
      <dgm:spPr/>
      <dgm:t>
        <a:bodyPr/>
        <a:lstStyle/>
        <a:p>
          <a:pPr algn="just"/>
          <a:r>
            <a:rPr lang="en-US" dirty="0"/>
            <a:t>ERG is the corneal measure of an action potential produced by the retina when it is stimulated by light of adequate intensity.</a:t>
          </a:r>
          <a:endParaRPr lang="en-IN" dirty="0"/>
        </a:p>
      </dgm:t>
    </dgm:pt>
    <dgm:pt modelId="{3E9D5E99-8C4C-42BD-B854-A55C5074C6D6}" type="parTrans" cxnId="{7955C17E-77DB-4068-8EB6-E48D69887902}">
      <dgm:prSet/>
      <dgm:spPr/>
      <dgm:t>
        <a:bodyPr/>
        <a:lstStyle/>
        <a:p>
          <a:endParaRPr lang="en-IN"/>
        </a:p>
      </dgm:t>
    </dgm:pt>
    <dgm:pt modelId="{7C36D844-B66D-4800-B98C-CF380AED56B7}" type="sibTrans" cxnId="{7955C17E-77DB-4068-8EB6-E48D69887902}">
      <dgm:prSet/>
      <dgm:spPr/>
      <dgm:t>
        <a:bodyPr/>
        <a:lstStyle/>
        <a:p>
          <a:endParaRPr lang="en-IN"/>
        </a:p>
      </dgm:t>
    </dgm:pt>
    <dgm:pt modelId="{570E93FB-D2E9-4CE4-96BF-DE83406E05D2}">
      <dgm:prSet phldrT="[Text]"/>
      <dgm:spPr/>
      <dgm:t>
        <a:bodyPr/>
        <a:lstStyle/>
        <a:p>
          <a:pPr algn="just"/>
          <a:r>
            <a:rPr lang="en-US" b="0" i="0" dirty="0"/>
            <a:t>ERG is usually well tolerated, painless, and medical professionals can perform ERG even in cooperative children and infants. Occasionally, sedation may be necessary.</a:t>
          </a:r>
          <a:endParaRPr lang="en-IN" dirty="0"/>
        </a:p>
      </dgm:t>
    </dgm:pt>
    <dgm:pt modelId="{318C81F6-F67C-4133-A4B3-B7EFE4FDAB3B}" type="parTrans" cxnId="{DD179648-2CDF-4AD1-804B-FE9F922695C1}">
      <dgm:prSet/>
      <dgm:spPr/>
      <dgm:t>
        <a:bodyPr/>
        <a:lstStyle/>
        <a:p>
          <a:endParaRPr lang="en-IN"/>
        </a:p>
      </dgm:t>
    </dgm:pt>
    <dgm:pt modelId="{145F2D68-4D61-478F-9C77-0C424596611C}" type="sibTrans" cxnId="{DD179648-2CDF-4AD1-804B-FE9F922695C1}">
      <dgm:prSet/>
      <dgm:spPr/>
      <dgm:t>
        <a:bodyPr/>
        <a:lstStyle/>
        <a:p>
          <a:endParaRPr lang="en-IN"/>
        </a:p>
      </dgm:t>
    </dgm:pt>
    <dgm:pt modelId="{06A44639-9356-4A86-A6A0-7E05E9918716}">
      <dgm:prSet phldrT="[Text]"/>
      <dgm:spPr/>
      <dgm:t>
        <a:bodyPr/>
        <a:lstStyle/>
        <a:p>
          <a:pPr algn="just"/>
          <a:r>
            <a:rPr lang="en-US" b="0" i="0" dirty="0"/>
            <a:t>The patient assumes a comfortable position either lying down or sitting up. </a:t>
          </a:r>
          <a:endParaRPr lang="en-IN" dirty="0"/>
        </a:p>
      </dgm:t>
    </dgm:pt>
    <dgm:pt modelId="{BF1E7BCF-2E8E-4A25-B6EE-CA10999073F1}" type="parTrans" cxnId="{85768ECA-0D93-4810-B8B7-58C11E4BFD31}">
      <dgm:prSet/>
      <dgm:spPr/>
      <dgm:t>
        <a:bodyPr/>
        <a:lstStyle/>
        <a:p>
          <a:endParaRPr lang="en-IN"/>
        </a:p>
      </dgm:t>
    </dgm:pt>
    <dgm:pt modelId="{631E71AF-1B44-4158-93DF-99033E957C50}" type="sibTrans" cxnId="{85768ECA-0D93-4810-B8B7-58C11E4BFD31}">
      <dgm:prSet/>
      <dgm:spPr/>
      <dgm:t>
        <a:bodyPr/>
        <a:lstStyle/>
        <a:p>
          <a:endParaRPr lang="en-IN"/>
        </a:p>
      </dgm:t>
    </dgm:pt>
    <dgm:pt modelId="{1C691FEE-7C4F-42B5-A5AA-E6FFB5E49AF6}">
      <dgm:prSet phldrT="[Text]"/>
      <dgm:spPr/>
      <dgm:t>
        <a:bodyPr/>
        <a:lstStyle/>
        <a:p>
          <a:pPr algn="just"/>
          <a:r>
            <a:rPr lang="en-US" b="0" i="0" dirty="0"/>
            <a:t>An eye doctor dilates the patient's eyes with standard dilating eyedrops. </a:t>
          </a:r>
          <a:endParaRPr lang="en-IN" dirty="0"/>
        </a:p>
      </dgm:t>
    </dgm:pt>
    <dgm:pt modelId="{701A9D4B-472D-4823-AA6A-19BE635A83A3}" type="parTrans" cxnId="{8699EECC-CECC-467D-8B2C-7AD9E1081CF2}">
      <dgm:prSet/>
      <dgm:spPr/>
      <dgm:t>
        <a:bodyPr/>
        <a:lstStyle/>
        <a:p>
          <a:endParaRPr lang="en-IN"/>
        </a:p>
      </dgm:t>
    </dgm:pt>
    <dgm:pt modelId="{0BD6023B-40D7-474F-8253-A7D2CAE726A8}" type="sibTrans" cxnId="{8699EECC-CECC-467D-8B2C-7AD9E1081CF2}">
      <dgm:prSet/>
      <dgm:spPr/>
      <dgm:t>
        <a:bodyPr/>
        <a:lstStyle/>
        <a:p>
          <a:endParaRPr lang="en-IN"/>
        </a:p>
      </dgm:t>
    </dgm:pt>
    <dgm:pt modelId="{140C0B82-CF92-4E44-A151-AB90CC43580B}">
      <dgm:prSet phldrT="[Text]"/>
      <dgm:spPr/>
      <dgm:t>
        <a:bodyPr/>
        <a:lstStyle/>
        <a:p>
          <a:pPr algn="just"/>
          <a:r>
            <a:rPr lang="en-US" b="0" i="0" dirty="0"/>
            <a:t>Anesthetic drops are also given. The doctor then props the eyelids open with a speculum and gently places a contact lens electrode or an electrode resembling a fine thread on each eye. </a:t>
          </a:r>
          <a:endParaRPr lang="en-IN" dirty="0"/>
        </a:p>
      </dgm:t>
    </dgm:pt>
    <dgm:pt modelId="{389808EC-1FBD-4FDD-8030-ADCE598C3DA6}" type="parTrans" cxnId="{AE17F20D-7866-4A2D-B91B-747F361458EF}">
      <dgm:prSet/>
      <dgm:spPr/>
      <dgm:t>
        <a:bodyPr/>
        <a:lstStyle/>
        <a:p>
          <a:endParaRPr lang="en-IN"/>
        </a:p>
      </dgm:t>
    </dgm:pt>
    <dgm:pt modelId="{4A237F8F-4853-430D-8B09-66AE201FAEFA}" type="sibTrans" cxnId="{AE17F20D-7866-4A2D-B91B-747F361458EF}">
      <dgm:prSet/>
      <dgm:spPr/>
      <dgm:t>
        <a:bodyPr/>
        <a:lstStyle/>
        <a:p>
          <a:endParaRPr lang="en-IN"/>
        </a:p>
      </dgm:t>
    </dgm:pt>
    <dgm:pt modelId="{FA49BDC2-1DF7-4C8F-816D-287ED6202B30}">
      <dgm:prSet phldrT="[Text]"/>
      <dgm:spPr/>
      <dgm:t>
        <a:bodyPr/>
        <a:lstStyle/>
        <a:p>
          <a:pPr algn="just"/>
          <a:r>
            <a:rPr lang="en-US" b="0" i="0" dirty="0"/>
            <a:t>The physician places an additional electrode on the forehead skin.</a:t>
          </a:r>
          <a:endParaRPr lang="en-IN" dirty="0"/>
        </a:p>
      </dgm:t>
    </dgm:pt>
    <dgm:pt modelId="{7B1C0FE8-5C1E-4AD6-8BAF-59B0BD552BE8}" type="parTrans" cxnId="{3C52CA4D-DBD8-4088-80C0-7F8CE4ED6936}">
      <dgm:prSet/>
      <dgm:spPr/>
      <dgm:t>
        <a:bodyPr/>
        <a:lstStyle/>
        <a:p>
          <a:endParaRPr lang="en-IN"/>
        </a:p>
      </dgm:t>
    </dgm:pt>
    <dgm:pt modelId="{E1B69A06-FAF7-4DA2-92A0-E86267E88629}" type="sibTrans" cxnId="{3C52CA4D-DBD8-4088-80C0-7F8CE4ED6936}">
      <dgm:prSet/>
      <dgm:spPr/>
      <dgm:t>
        <a:bodyPr/>
        <a:lstStyle/>
        <a:p>
          <a:endParaRPr lang="en-IN"/>
        </a:p>
      </dgm:t>
    </dgm:pt>
    <dgm:pt modelId="{E32476A6-619A-4B4A-BC38-1A27713B245F}">
      <dgm:prSet phldrT="[Text]"/>
      <dgm:spPr/>
      <dgm:t>
        <a:bodyPr/>
        <a:lstStyle/>
        <a:p>
          <a:pPr algn="just"/>
          <a:r>
            <a:rPr lang="en-US" b="0" i="0" dirty="0"/>
            <a:t>During an ERG recording session, the patient looks into a bowl displaying different amounts of light. </a:t>
          </a:r>
          <a:endParaRPr lang="en-IN" dirty="0"/>
        </a:p>
      </dgm:t>
    </dgm:pt>
    <dgm:pt modelId="{A59C2F2D-E6C3-4BEF-8D34-909A7A585696}" type="parTrans" cxnId="{7F0C023F-E0B8-4DC5-A766-E4ABFAE2EA99}">
      <dgm:prSet/>
      <dgm:spPr/>
      <dgm:t>
        <a:bodyPr/>
        <a:lstStyle/>
        <a:p>
          <a:endParaRPr lang="en-IN"/>
        </a:p>
      </dgm:t>
    </dgm:pt>
    <dgm:pt modelId="{6E443FA2-D103-49AC-B5F0-3C4A812C0BAD}" type="sibTrans" cxnId="{7F0C023F-E0B8-4DC5-A766-E4ABFAE2EA99}">
      <dgm:prSet/>
      <dgm:spPr/>
      <dgm:t>
        <a:bodyPr/>
        <a:lstStyle/>
        <a:p>
          <a:endParaRPr lang="en-IN"/>
        </a:p>
      </dgm:t>
    </dgm:pt>
    <dgm:pt modelId="{F6BE4EAC-4D71-481F-869A-C87814F9BB22}">
      <dgm:prSet phldrT="[Text]"/>
      <dgm:spPr/>
      <dgm:t>
        <a:bodyPr/>
        <a:lstStyle/>
        <a:p>
          <a:pPr algn="just"/>
          <a:r>
            <a:rPr lang="en-US" b="0" i="0" dirty="0"/>
            <a:t>Retinal cells emit small electrical signals when stimulated by certain types of light. </a:t>
          </a:r>
          <a:endParaRPr lang="en-IN" dirty="0"/>
        </a:p>
      </dgm:t>
    </dgm:pt>
    <dgm:pt modelId="{88AFED02-B894-44F2-B404-368159B74154}" type="parTrans" cxnId="{4134A153-79FD-42E3-980B-1815D92874C4}">
      <dgm:prSet/>
      <dgm:spPr/>
      <dgm:t>
        <a:bodyPr/>
        <a:lstStyle/>
        <a:p>
          <a:endParaRPr lang="en-IN"/>
        </a:p>
      </dgm:t>
    </dgm:pt>
    <dgm:pt modelId="{C296972A-A8E5-402F-AE62-424ABF6F7115}" type="sibTrans" cxnId="{4134A153-79FD-42E3-980B-1815D92874C4}">
      <dgm:prSet/>
      <dgm:spPr/>
      <dgm:t>
        <a:bodyPr/>
        <a:lstStyle/>
        <a:p>
          <a:endParaRPr lang="en-IN"/>
        </a:p>
      </dgm:t>
    </dgm:pt>
    <dgm:pt modelId="{AC2631BB-AC49-4BF8-8D29-2B758BEEC330}">
      <dgm:prSet phldrT="[Text]"/>
      <dgm:spPr/>
      <dgm:t>
        <a:bodyPr/>
        <a:lstStyle/>
        <a:p>
          <a:pPr algn="just"/>
          <a:r>
            <a:rPr lang="en-US" b="0" i="0" dirty="0"/>
            <a:t>The ERG machine records the resulting electric signals' amplitude (voltage) and time course.</a:t>
          </a:r>
          <a:endParaRPr lang="en-IN" dirty="0"/>
        </a:p>
      </dgm:t>
    </dgm:pt>
    <dgm:pt modelId="{6846DCFF-96B9-45CA-B706-0326523A7388}" type="parTrans" cxnId="{A35A5E63-D2DC-4174-B37B-C09B055940ED}">
      <dgm:prSet/>
      <dgm:spPr/>
      <dgm:t>
        <a:bodyPr/>
        <a:lstStyle/>
        <a:p>
          <a:endParaRPr lang="en-IN"/>
        </a:p>
      </dgm:t>
    </dgm:pt>
    <dgm:pt modelId="{E767C039-9AD4-4A66-8BC0-71EB70DA7C71}" type="sibTrans" cxnId="{A35A5E63-D2DC-4174-B37B-C09B055940ED}">
      <dgm:prSet/>
      <dgm:spPr/>
      <dgm:t>
        <a:bodyPr/>
        <a:lstStyle/>
        <a:p>
          <a:endParaRPr lang="en-IN"/>
        </a:p>
      </dgm:t>
    </dgm:pt>
    <dgm:pt modelId="{02374E3B-950B-4028-9E6A-80750372DD6B}" type="pres">
      <dgm:prSet presAssocID="{25918FE5-0584-46B4-92E3-D73010EDDCFD}" presName="linear" presStyleCnt="0">
        <dgm:presLayoutVars>
          <dgm:dir/>
          <dgm:animLvl val="lvl"/>
          <dgm:resizeHandles val="exact"/>
        </dgm:presLayoutVars>
      </dgm:prSet>
      <dgm:spPr/>
      <dgm:t>
        <a:bodyPr/>
        <a:lstStyle/>
        <a:p>
          <a:endParaRPr lang="en-IN"/>
        </a:p>
      </dgm:t>
    </dgm:pt>
    <dgm:pt modelId="{4F22382E-61C7-4CC6-9B90-AB0BF29F88EA}" type="pres">
      <dgm:prSet presAssocID="{9461E204-2C91-4D55-8358-00E08235C112}" presName="parentLin" presStyleCnt="0"/>
      <dgm:spPr/>
    </dgm:pt>
    <dgm:pt modelId="{CA898331-D1B1-4104-8816-EA17757CE813}" type="pres">
      <dgm:prSet presAssocID="{9461E204-2C91-4D55-8358-00E08235C112}" presName="parentLeftMargin" presStyleLbl="node1" presStyleIdx="0" presStyleCnt="1"/>
      <dgm:spPr/>
      <dgm:t>
        <a:bodyPr/>
        <a:lstStyle/>
        <a:p>
          <a:endParaRPr lang="en-IN"/>
        </a:p>
      </dgm:t>
    </dgm:pt>
    <dgm:pt modelId="{9D655628-E254-4195-8C94-F675FEDB8ED9}" type="pres">
      <dgm:prSet presAssocID="{9461E204-2C91-4D55-8358-00E08235C112}" presName="parentText" presStyleLbl="node1" presStyleIdx="0" presStyleCnt="1">
        <dgm:presLayoutVars>
          <dgm:chMax val="0"/>
          <dgm:bulletEnabled val="1"/>
        </dgm:presLayoutVars>
      </dgm:prSet>
      <dgm:spPr/>
      <dgm:t>
        <a:bodyPr/>
        <a:lstStyle/>
        <a:p>
          <a:endParaRPr lang="en-IN"/>
        </a:p>
      </dgm:t>
    </dgm:pt>
    <dgm:pt modelId="{875E6AA0-CD0A-4E9E-9CAF-1F3DF4918B33}" type="pres">
      <dgm:prSet presAssocID="{9461E204-2C91-4D55-8358-00E08235C112}" presName="negativeSpace" presStyleCnt="0"/>
      <dgm:spPr/>
    </dgm:pt>
    <dgm:pt modelId="{8A38A60B-EBA9-4FD7-9E5F-F93F4D6C8197}" type="pres">
      <dgm:prSet presAssocID="{9461E204-2C91-4D55-8358-00E08235C112}" presName="childText" presStyleLbl="conFgAcc1" presStyleIdx="0" presStyleCnt="1">
        <dgm:presLayoutVars>
          <dgm:bulletEnabled val="1"/>
        </dgm:presLayoutVars>
      </dgm:prSet>
      <dgm:spPr/>
      <dgm:t>
        <a:bodyPr/>
        <a:lstStyle/>
        <a:p>
          <a:endParaRPr lang="en-IN"/>
        </a:p>
      </dgm:t>
    </dgm:pt>
  </dgm:ptLst>
  <dgm:cxnLst>
    <dgm:cxn modelId="{2CBA5E61-E675-41AB-B1DF-5617B1E970C5}" type="presOf" srcId="{F3C67693-97CB-4F7C-A214-9CCABBFA1F19}" destId="{8A38A60B-EBA9-4FD7-9E5F-F93F4D6C8197}" srcOrd="0" destOrd="0" presId="urn:microsoft.com/office/officeart/2005/8/layout/list1"/>
    <dgm:cxn modelId="{207B15EE-B1B4-468A-AAEF-7009092708F0}" srcId="{25918FE5-0584-46B4-92E3-D73010EDDCFD}" destId="{9461E204-2C91-4D55-8358-00E08235C112}" srcOrd="0" destOrd="0" parTransId="{7E4384B0-4847-499F-BC16-D8F45F9BF268}" sibTransId="{C192D820-A50A-46DC-BFC8-58ADB82E2FA6}"/>
    <dgm:cxn modelId="{4134A153-79FD-42E3-980B-1815D92874C4}" srcId="{9461E204-2C91-4D55-8358-00E08235C112}" destId="{F6BE4EAC-4D71-481F-869A-C87814F9BB22}" srcOrd="7" destOrd="0" parTransId="{88AFED02-B894-44F2-B404-368159B74154}" sibTransId="{C296972A-A8E5-402F-AE62-424ABF6F7115}"/>
    <dgm:cxn modelId="{5716F421-866C-41AB-A526-CC2EDD7A978A}" type="presOf" srcId="{9461E204-2C91-4D55-8358-00E08235C112}" destId="{CA898331-D1B1-4104-8816-EA17757CE813}" srcOrd="0" destOrd="0" presId="urn:microsoft.com/office/officeart/2005/8/layout/list1"/>
    <dgm:cxn modelId="{72D381FE-93DE-4692-97DD-A9188ADF7222}" type="presOf" srcId="{1C691FEE-7C4F-42B5-A5AA-E6FFB5E49AF6}" destId="{8A38A60B-EBA9-4FD7-9E5F-F93F4D6C8197}" srcOrd="0" destOrd="3" presId="urn:microsoft.com/office/officeart/2005/8/layout/list1"/>
    <dgm:cxn modelId="{85768ECA-0D93-4810-B8B7-58C11E4BFD31}" srcId="{9461E204-2C91-4D55-8358-00E08235C112}" destId="{06A44639-9356-4A86-A6A0-7E05E9918716}" srcOrd="2" destOrd="0" parTransId="{BF1E7BCF-2E8E-4A25-B6EE-CA10999073F1}" sibTransId="{631E71AF-1B44-4158-93DF-99033E957C50}"/>
    <dgm:cxn modelId="{7955C17E-77DB-4068-8EB6-E48D69887902}" srcId="{9461E204-2C91-4D55-8358-00E08235C112}" destId="{F3C67693-97CB-4F7C-A214-9CCABBFA1F19}" srcOrd="0" destOrd="0" parTransId="{3E9D5E99-8C4C-42BD-B854-A55C5074C6D6}" sibTransId="{7C36D844-B66D-4800-B98C-CF380AED56B7}"/>
    <dgm:cxn modelId="{251C00F6-1DAA-42E5-8A0E-262AE52A5C76}" type="presOf" srcId="{AC2631BB-AC49-4BF8-8D29-2B758BEEC330}" destId="{8A38A60B-EBA9-4FD7-9E5F-F93F4D6C8197}" srcOrd="0" destOrd="8" presId="urn:microsoft.com/office/officeart/2005/8/layout/list1"/>
    <dgm:cxn modelId="{C94F9060-F89A-47F2-93EF-3ADB17469485}" type="presOf" srcId="{9461E204-2C91-4D55-8358-00E08235C112}" destId="{9D655628-E254-4195-8C94-F675FEDB8ED9}" srcOrd="1" destOrd="0" presId="urn:microsoft.com/office/officeart/2005/8/layout/list1"/>
    <dgm:cxn modelId="{4FD84D9E-0A0D-440D-B0B2-D980E1A38F38}" type="presOf" srcId="{570E93FB-D2E9-4CE4-96BF-DE83406E05D2}" destId="{8A38A60B-EBA9-4FD7-9E5F-F93F4D6C8197}" srcOrd="0" destOrd="1" presId="urn:microsoft.com/office/officeart/2005/8/layout/list1"/>
    <dgm:cxn modelId="{6D08B6C3-AB09-4EC7-9B10-876640D60425}" type="presOf" srcId="{25918FE5-0584-46B4-92E3-D73010EDDCFD}" destId="{02374E3B-950B-4028-9E6A-80750372DD6B}" srcOrd="0" destOrd="0" presId="urn:microsoft.com/office/officeart/2005/8/layout/list1"/>
    <dgm:cxn modelId="{38971C61-BA64-471B-B3BC-0D9629F99032}" type="presOf" srcId="{FA49BDC2-1DF7-4C8F-816D-287ED6202B30}" destId="{8A38A60B-EBA9-4FD7-9E5F-F93F4D6C8197}" srcOrd="0" destOrd="5" presId="urn:microsoft.com/office/officeart/2005/8/layout/list1"/>
    <dgm:cxn modelId="{DD179648-2CDF-4AD1-804B-FE9F922695C1}" srcId="{9461E204-2C91-4D55-8358-00E08235C112}" destId="{570E93FB-D2E9-4CE4-96BF-DE83406E05D2}" srcOrd="1" destOrd="0" parTransId="{318C81F6-F67C-4133-A4B3-B7EFE4FDAB3B}" sibTransId="{145F2D68-4D61-478F-9C77-0C424596611C}"/>
    <dgm:cxn modelId="{68C873A4-96F0-49AE-BF8E-20A4D9E89788}" type="presOf" srcId="{F6BE4EAC-4D71-481F-869A-C87814F9BB22}" destId="{8A38A60B-EBA9-4FD7-9E5F-F93F4D6C8197}" srcOrd="0" destOrd="7" presId="urn:microsoft.com/office/officeart/2005/8/layout/list1"/>
    <dgm:cxn modelId="{AE17F20D-7866-4A2D-B91B-747F361458EF}" srcId="{9461E204-2C91-4D55-8358-00E08235C112}" destId="{140C0B82-CF92-4E44-A151-AB90CC43580B}" srcOrd="4" destOrd="0" parTransId="{389808EC-1FBD-4FDD-8030-ADCE598C3DA6}" sibTransId="{4A237F8F-4853-430D-8B09-66AE201FAEFA}"/>
    <dgm:cxn modelId="{0CFA9B01-2214-4E87-9117-A7ADAFB6E6F6}" type="presOf" srcId="{E32476A6-619A-4B4A-BC38-1A27713B245F}" destId="{8A38A60B-EBA9-4FD7-9E5F-F93F4D6C8197}" srcOrd="0" destOrd="6" presId="urn:microsoft.com/office/officeart/2005/8/layout/list1"/>
    <dgm:cxn modelId="{7F0C023F-E0B8-4DC5-A766-E4ABFAE2EA99}" srcId="{9461E204-2C91-4D55-8358-00E08235C112}" destId="{E32476A6-619A-4B4A-BC38-1A27713B245F}" srcOrd="6" destOrd="0" parTransId="{A59C2F2D-E6C3-4BEF-8D34-909A7A585696}" sibTransId="{6E443FA2-D103-49AC-B5F0-3C4A812C0BAD}"/>
    <dgm:cxn modelId="{3C52CA4D-DBD8-4088-80C0-7F8CE4ED6936}" srcId="{9461E204-2C91-4D55-8358-00E08235C112}" destId="{FA49BDC2-1DF7-4C8F-816D-287ED6202B30}" srcOrd="5" destOrd="0" parTransId="{7B1C0FE8-5C1E-4AD6-8BAF-59B0BD552BE8}" sibTransId="{E1B69A06-FAF7-4DA2-92A0-E86267E88629}"/>
    <dgm:cxn modelId="{D87C9973-F36F-4004-8375-D24A9AAAEDB4}" type="presOf" srcId="{140C0B82-CF92-4E44-A151-AB90CC43580B}" destId="{8A38A60B-EBA9-4FD7-9E5F-F93F4D6C8197}" srcOrd="0" destOrd="4" presId="urn:microsoft.com/office/officeart/2005/8/layout/list1"/>
    <dgm:cxn modelId="{96847604-7C70-41F3-92DA-AE0390676733}" type="presOf" srcId="{06A44639-9356-4A86-A6A0-7E05E9918716}" destId="{8A38A60B-EBA9-4FD7-9E5F-F93F4D6C8197}" srcOrd="0" destOrd="2" presId="urn:microsoft.com/office/officeart/2005/8/layout/list1"/>
    <dgm:cxn modelId="{A35A5E63-D2DC-4174-B37B-C09B055940ED}" srcId="{9461E204-2C91-4D55-8358-00E08235C112}" destId="{AC2631BB-AC49-4BF8-8D29-2B758BEEC330}" srcOrd="8" destOrd="0" parTransId="{6846DCFF-96B9-45CA-B706-0326523A7388}" sibTransId="{E767C039-9AD4-4A66-8BC0-71EB70DA7C71}"/>
    <dgm:cxn modelId="{8699EECC-CECC-467D-8B2C-7AD9E1081CF2}" srcId="{9461E204-2C91-4D55-8358-00E08235C112}" destId="{1C691FEE-7C4F-42B5-A5AA-E6FFB5E49AF6}" srcOrd="3" destOrd="0" parTransId="{701A9D4B-472D-4823-AA6A-19BE635A83A3}" sibTransId="{0BD6023B-40D7-474F-8253-A7D2CAE726A8}"/>
    <dgm:cxn modelId="{B2D549CA-4BE5-4A11-8CAE-E8679CFCBB50}" type="presParOf" srcId="{02374E3B-950B-4028-9E6A-80750372DD6B}" destId="{4F22382E-61C7-4CC6-9B90-AB0BF29F88EA}" srcOrd="0" destOrd="0" presId="urn:microsoft.com/office/officeart/2005/8/layout/list1"/>
    <dgm:cxn modelId="{D168EA11-7C49-4C6D-BEBD-6176D55709E7}" type="presParOf" srcId="{4F22382E-61C7-4CC6-9B90-AB0BF29F88EA}" destId="{CA898331-D1B1-4104-8816-EA17757CE813}" srcOrd="0" destOrd="0" presId="urn:microsoft.com/office/officeart/2005/8/layout/list1"/>
    <dgm:cxn modelId="{76E3200C-6E54-4066-803A-D7008FA40143}" type="presParOf" srcId="{4F22382E-61C7-4CC6-9B90-AB0BF29F88EA}" destId="{9D655628-E254-4195-8C94-F675FEDB8ED9}" srcOrd="1" destOrd="0" presId="urn:microsoft.com/office/officeart/2005/8/layout/list1"/>
    <dgm:cxn modelId="{1A447213-C6BD-49CB-9C1A-34DED7A53244}" type="presParOf" srcId="{02374E3B-950B-4028-9E6A-80750372DD6B}" destId="{875E6AA0-CD0A-4E9E-9CAF-1F3DF4918B33}" srcOrd="1" destOrd="0" presId="urn:microsoft.com/office/officeart/2005/8/layout/list1"/>
    <dgm:cxn modelId="{2D71CD11-8E71-496F-B1B7-067A984AA348}" type="presParOf" srcId="{02374E3B-950B-4028-9E6A-80750372DD6B}" destId="{8A38A60B-EBA9-4FD7-9E5F-F93F4D6C8197}"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4F47DD-0891-4008-AD13-86EE0E27ADD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CEEFD4BB-A455-4368-A517-84512487FA92}">
      <dgm:prSet phldrT="[Text]"/>
      <dgm:spPr/>
      <dgm:t>
        <a:bodyPr/>
        <a:lstStyle/>
        <a:p>
          <a:r>
            <a:rPr lang="en-IN" b="1" i="0" dirty="0"/>
            <a:t>Types of ERG Testing</a:t>
          </a:r>
          <a:endParaRPr lang="en-IN" dirty="0"/>
        </a:p>
      </dgm:t>
    </dgm:pt>
    <dgm:pt modelId="{CE8A296E-594B-451F-B591-1D46607B8930}" type="parTrans" cxnId="{EBEBDD91-8CCB-4A61-BAD4-1F7F0D57FBAE}">
      <dgm:prSet/>
      <dgm:spPr/>
      <dgm:t>
        <a:bodyPr/>
        <a:lstStyle/>
        <a:p>
          <a:endParaRPr lang="en-IN"/>
        </a:p>
      </dgm:t>
    </dgm:pt>
    <dgm:pt modelId="{7AE266FA-4284-47E1-BC3A-1E355C53ACC5}" type="sibTrans" cxnId="{EBEBDD91-8CCB-4A61-BAD4-1F7F0D57FBAE}">
      <dgm:prSet/>
      <dgm:spPr/>
      <dgm:t>
        <a:bodyPr/>
        <a:lstStyle/>
        <a:p>
          <a:endParaRPr lang="en-IN"/>
        </a:p>
      </dgm:t>
    </dgm:pt>
    <dgm:pt modelId="{6C151F1D-3891-4021-8648-131D89CC8928}">
      <dgm:prSet phldrT="[Text]"/>
      <dgm:spPr/>
      <dgm:t>
        <a:bodyPr/>
        <a:lstStyle/>
        <a:p>
          <a:pPr algn="just"/>
          <a:r>
            <a:rPr lang="en-US" b="0" i="0" dirty="0"/>
            <a:t>Patients’ eyes are stimulated with light and the resulting electrical activity from their retinal cells is measured by skin or corneal electrodes.</a:t>
          </a:r>
          <a:endParaRPr lang="en-IN" dirty="0"/>
        </a:p>
      </dgm:t>
    </dgm:pt>
    <dgm:pt modelId="{DD03B0B5-4E4F-42D2-B373-3A7EBD6EF639}" type="parTrans" cxnId="{5B6553C1-EC8B-4AC5-9EF1-15825AB76BEA}">
      <dgm:prSet/>
      <dgm:spPr/>
      <dgm:t>
        <a:bodyPr/>
        <a:lstStyle/>
        <a:p>
          <a:endParaRPr lang="en-IN"/>
        </a:p>
      </dgm:t>
    </dgm:pt>
    <dgm:pt modelId="{E437E371-0667-4B8C-A22D-5CD34B9F7ED4}" type="sibTrans" cxnId="{5B6553C1-EC8B-4AC5-9EF1-15825AB76BEA}">
      <dgm:prSet/>
      <dgm:spPr/>
      <dgm:t>
        <a:bodyPr/>
        <a:lstStyle/>
        <a:p>
          <a:endParaRPr lang="en-IN"/>
        </a:p>
      </dgm:t>
    </dgm:pt>
    <dgm:pt modelId="{62022114-2096-4958-BAB6-8EA99827F2F7}">
      <dgm:prSet phldrT="[Text]"/>
      <dgm:spPr/>
      <dgm:t>
        <a:bodyPr/>
        <a:lstStyle/>
        <a:p>
          <a:pPr algn="just"/>
          <a:r>
            <a:rPr lang="en-US" b="0" i="0" dirty="0"/>
            <a:t>Dependent on the type, intensity and color of the light stimulus information on different areas and types of cells can be obtained.</a:t>
          </a:r>
          <a:endParaRPr lang="en-IN" dirty="0"/>
        </a:p>
      </dgm:t>
    </dgm:pt>
    <dgm:pt modelId="{9551F905-A366-4AC7-A26B-BF07B2E8FB64}" type="parTrans" cxnId="{D8D069D5-8331-4024-A3B7-4283FC7E224C}">
      <dgm:prSet/>
      <dgm:spPr/>
      <dgm:t>
        <a:bodyPr/>
        <a:lstStyle/>
        <a:p>
          <a:endParaRPr lang="en-IN"/>
        </a:p>
      </dgm:t>
    </dgm:pt>
    <dgm:pt modelId="{C15F60BD-0E58-41B7-B3E8-863A2457BA91}" type="sibTrans" cxnId="{D8D069D5-8331-4024-A3B7-4283FC7E224C}">
      <dgm:prSet/>
      <dgm:spPr/>
      <dgm:t>
        <a:bodyPr/>
        <a:lstStyle/>
        <a:p>
          <a:endParaRPr lang="en-IN"/>
        </a:p>
      </dgm:t>
    </dgm:pt>
    <dgm:pt modelId="{5600EE8A-0B02-4374-A8DB-601079C052C2}">
      <dgm:prSet phldrT="[Text]"/>
      <dgm:spPr/>
      <dgm:t>
        <a:bodyPr/>
        <a:lstStyle/>
        <a:p>
          <a:pPr algn="just"/>
          <a:r>
            <a:rPr lang="en-US" b="0" i="0" dirty="0"/>
            <a:t>The electrodes measure the electrical activity of the retina in response to light. </a:t>
          </a:r>
          <a:endParaRPr lang="en-IN" dirty="0"/>
        </a:p>
      </dgm:t>
    </dgm:pt>
    <dgm:pt modelId="{8CD89A41-1DE3-41D2-ACC0-1FB06558AE54}" type="parTrans" cxnId="{D57A6E60-0806-4D25-90FA-7402BB9109D6}">
      <dgm:prSet/>
      <dgm:spPr/>
      <dgm:t>
        <a:bodyPr/>
        <a:lstStyle/>
        <a:p>
          <a:endParaRPr lang="en-IN"/>
        </a:p>
      </dgm:t>
    </dgm:pt>
    <dgm:pt modelId="{74F66F5E-4D82-49A7-80BD-AB4C8F859450}" type="sibTrans" cxnId="{D57A6E60-0806-4D25-90FA-7402BB9109D6}">
      <dgm:prSet/>
      <dgm:spPr/>
      <dgm:t>
        <a:bodyPr/>
        <a:lstStyle/>
        <a:p>
          <a:endParaRPr lang="en-IN"/>
        </a:p>
      </dgm:t>
    </dgm:pt>
    <dgm:pt modelId="{CC464E7F-A5A2-48E7-B9F9-158A3DF9BF05}">
      <dgm:prSet phldrT="[Text]"/>
      <dgm:spPr/>
      <dgm:t>
        <a:bodyPr/>
        <a:lstStyle/>
        <a:p>
          <a:pPr algn="just"/>
          <a:r>
            <a:rPr lang="en-US" b="0" i="0" dirty="0"/>
            <a:t>The information that comes from each electrode transmits to a monitor where it displays as wave patterns. </a:t>
          </a:r>
          <a:endParaRPr lang="en-IN" dirty="0"/>
        </a:p>
      </dgm:t>
    </dgm:pt>
    <dgm:pt modelId="{D88D705C-4E0A-43A7-BB57-875EE63E3C01}" type="parTrans" cxnId="{133DD678-FFF2-4501-A768-B012432C3741}">
      <dgm:prSet/>
      <dgm:spPr/>
      <dgm:t>
        <a:bodyPr/>
        <a:lstStyle/>
        <a:p>
          <a:endParaRPr lang="en-IN"/>
        </a:p>
      </dgm:t>
    </dgm:pt>
    <dgm:pt modelId="{384C9B67-F3E2-4BE7-BE8D-EE89A5ADE69A}" type="sibTrans" cxnId="{133DD678-FFF2-4501-A768-B012432C3741}">
      <dgm:prSet/>
      <dgm:spPr/>
      <dgm:t>
        <a:bodyPr/>
        <a:lstStyle/>
        <a:p>
          <a:endParaRPr lang="en-IN"/>
        </a:p>
      </dgm:t>
    </dgm:pt>
    <dgm:pt modelId="{D9BE2AD0-EEE5-4CC4-B09D-B6CD069B5E98}" type="pres">
      <dgm:prSet presAssocID="{8F4F47DD-0891-4008-AD13-86EE0E27ADDC}" presName="linear" presStyleCnt="0">
        <dgm:presLayoutVars>
          <dgm:dir/>
          <dgm:animLvl val="lvl"/>
          <dgm:resizeHandles val="exact"/>
        </dgm:presLayoutVars>
      </dgm:prSet>
      <dgm:spPr/>
      <dgm:t>
        <a:bodyPr/>
        <a:lstStyle/>
        <a:p>
          <a:endParaRPr lang="en-IN"/>
        </a:p>
      </dgm:t>
    </dgm:pt>
    <dgm:pt modelId="{5339400D-8629-4B48-9615-D778BE764366}" type="pres">
      <dgm:prSet presAssocID="{CEEFD4BB-A455-4368-A517-84512487FA92}" presName="parentLin" presStyleCnt="0"/>
      <dgm:spPr/>
    </dgm:pt>
    <dgm:pt modelId="{99C79E18-A93C-437F-AE5F-DDD34D0258C5}" type="pres">
      <dgm:prSet presAssocID="{CEEFD4BB-A455-4368-A517-84512487FA92}" presName="parentLeftMargin" presStyleLbl="node1" presStyleIdx="0" presStyleCnt="1"/>
      <dgm:spPr/>
      <dgm:t>
        <a:bodyPr/>
        <a:lstStyle/>
        <a:p>
          <a:endParaRPr lang="en-IN"/>
        </a:p>
      </dgm:t>
    </dgm:pt>
    <dgm:pt modelId="{C905F879-A60A-431B-82FD-2A7CBE513F58}" type="pres">
      <dgm:prSet presAssocID="{CEEFD4BB-A455-4368-A517-84512487FA92}" presName="parentText" presStyleLbl="node1" presStyleIdx="0" presStyleCnt="1">
        <dgm:presLayoutVars>
          <dgm:chMax val="0"/>
          <dgm:bulletEnabled val="1"/>
        </dgm:presLayoutVars>
      </dgm:prSet>
      <dgm:spPr/>
      <dgm:t>
        <a:bodyPr/>
        <a:lstStyle/>
        <a:p>
          <a:endParaRPr lang="en-IN"/>
        </a:p>
      </dgm:t>
    </dgm:pt>
    <dgm:pt modelId="{D584A1B5-FC43-4D0C-9A72-E779EC05B238}" type="pres">
      <dgm:prSet presAssocID="{CEEFD4BB-A455-4368-A517-84512487FA92}" presName="negativeSpace" presStyleCnt="0"/>
      <dgm:spPr/>
    </dgm:pt>
    <dgm:pt modelId="{4B44878B-9C91-4A22-B903-4C58359AF432}" type="pres">
      <dgm:prSet presAssocID="{CEEFD4BB-A455-4368-A517-84512487FA92}" presName="childText" presStyleLbl="conFgAcc1" presStyleIdx="0" presStyleCnt="1">
        <dgm:presLayoutVars>
          <dgm:bulletEnabled val="1"/>
        </dgm:presLayoutVars>
      </dgm:prSet>
      <dgm:spPr/>
      <dgm:t>
        <a:bodyPr/>
        <a:lstStyle/>
        <a:p>
          <a:endParaRPr lang="en-IN"/>
        </a:p>
      </dgm:t>
    </dgm:pt>
  </dgm:ptLst>
  <dgm:cxnLst>
    <dgm:cxn modelId="{C2A93984-008E-4474-AC1B-6EE63C47C9A7}" type="presOf" srcId="{CC464E7F-A5A2-48E7-B9F9-158A3DF9BF05}" destId="{4B44878B-9C91-4A22-B903-4C58359AF432}" srcOrd="0" destOrd="2" presId="urn:microsoft.com/office/officeart/2005/8/layout/list1"/>
    <dgm:cxn modelId="{D57A6E60-0806-4D25-90FA-7402BB9109D6}" srcId="{CEEFD4BB-A455-4368-A517-84512487FA92}" destId="{5600EE8A-0B02-4374-A8DB-601079C052C2}" srcOrd="1" destOrd="0" parTransId="{8CD89A41-1DE3-41D2-ACC0-1FB06558AE54}" sibTransId="{74F66F5E-4D82-49A7-80BD-AB4C8F859450}"/>
    <dgm:cxn modelId="{133DD678-FFF2-4501-A768-B012432C3741}" srcId="{CEEFD4BB-A455-4368-A517-84512487FA92}" destId="{CC464E7F-A5A2-48E7-B9F9-158A3DF9BF05}" srcOrd="2" destOrd="0" parTransId="{D88D705C-4E0A-43A7-BB57-875EE63E3C01}" sibTransId="{384C9B67-F3E2-4BE7-BE8D-EE89A5ADE69A}"/>
    <dgm:cxn modelId="{54471F88-E242-4DF4-9453-C2607475F211}" type="presOf" srcId="{CEEFD4BB-A455-4368-A517-84512487FA92}" destId="{C905F879-A60A-431B-82FD-2A7CBE513F58}" srcOrd="1" destOrd="0" presId="urn:microsoft.com/office/officeart/2005/8/layout/list1"/>
    <dgm:cxn modelId="{33295FD1-D143-494D-8C96-6FC9F88BDA2C}" type="presOf" srcId="{8F4F47DD-0891-4008-AD13-86EE0E27ADDC}" destId="{D9BE2AD0-EEE5-4CC4-B09D-B6CD069B5E98}" srcOrd="0" destOrd="0" presId="urn:microsoft.com/office/officeart/2005/8/layout/list1"/>
    <dgm:cxn modelId="{C3E77264-2592-4784-8BB0-72F9D3745526}" type="presOf" srcId="{5600EE8A-0B02-4374-A8DB-601079C052C2}" destId="{4B44878B-9C91-4A22-B903-4C58359AF432}" srcOrd="0" destOrd="1" presId="urn:microsoft.com/office/officeart/2005/8/layout/list1"/>
    <dgm:cxn modelId="{9C294A6C-5C9C-4FD0-B40D-A63D91608546}" type="presOf" srcId="{CEEFD4BB-A455-4368-A517-84512487FA92}" destId="{99C79E18-A93C-437F-AE5F-DDD34D0258C5}" srcOrd="0" destOrd="0" presId="urn:microsoft.com/office/officeart/2005/8/layout/list1"/>
    <dgm:cxn modelId="{5B6553C1-EC8B-4AC5-9EF1-15825AB76BEA}" srcId="{CEEFD4BB-A455-4368-A517-84512487FA92}" destId="{6C151F1D-3891-4021-8648-131D89CC8928}" srcOrd="0" destOrd="0" parTransId="{DD03B0B5-4E4F-42D2-B373-3A7EBD6EF639}" sibTransId="{E437E371-0667-4B8C-A22D-5CD34B9F7ED4}"/>
    <dgm:cxn modelId="{11E81DA8-A059-47CC-B76E-4742B2E9E129}" type="presOf" srcId="{62022114-2096-4958-BAB6-8EA99827F2F7}" destId="{4B44878B-9C91-4A22-B903-4C58359AF432}" srcOrd="0" destOrd="3" presId="urn:microsoft.com/office/officeart/2005/8/layout/list1"/>
    <dgm:cxn modelId="{D8D069D5-8331-4024-A3B7-4283FC7E224C}" srcId="{CEEFD4BB-A455-4368-A517-84512487FA92}" destId="{62022114-2096-4958-BAB6-8EA99827F2F7}" srcOrd="3" destOrd="0" parTransId="{9551F905-A366-4AC7-A26B-BF07B2E8FB64}" sibTransId="{C15F60BD-0E58-41B7-B3E8-863A2457BA91}"/>
    <dgm:cxn modelId="{80CF373A-043C-473C-85D0-C9E730C08CFF}" type="presOf" srcId="{6C151F1D-3891-4021-8648-131D89CC8928}" destId="{4B44878B-9C91-4A22-B903-4C58359AF432}" srcOrd="0" destOrd="0" presId="urn:microsoft.com/office/officeart/2005/8/layout/list1"/>
    <dgm:cxn modelId="{EBEBDD91-8CCB-4A61-BAD4-1F7F0D57FBAE}" srcId="{8F4F47DD-0891-4008-AD13-86EE0E27ADDC}" destId="{CEEFD4BB-A455-4368-A517-84512487FA92}" srcOrd="0" destOrd="0" parTransId="{CE8A296E-594B-451F-B591-1D46607B8930}" sibTransId="{7AE266FA-4284-47E1-BC3A-1E355C53ACC5}"/>
    <dgm:cxn modelId="{3BAB58D1-B2B3-4F68-8A42-4A9F0F1839AF}" type="presParOf" srcId="{D9BE2AD0-EEE5-4CC4-B09D-B6CD069B5E98}" destId="{5339400D-8629-4B48-9615-D778BE764366}" srcOrd="0" destOrd="0" presId="urn:microsoft.com/office/officeart/2005/8/layout/list1"/>
    <dgm:cxn modelId="{2A425912-36E0-4BBD-9D1D-4481A09DDA84}" type="presParOf" srcId="{5339400D-8629-4B48-9615-D778BE764366}" destId="{99C79E18-A93C-437F-AE5F-DDD34D0258C5}" srcOrd="0" destOrd="0" presId="urn:microsoft.com/office/officeart/2005/8/layout/list1"/>
    <dgm:cxn modelId="{4C4C84EB-BE3E-4617-92B2-1EA08FC23C2C}" type="presParOf" srcId="{5339400D-8629-4B48-9615-D778BE764366}" destId="{C905F879-A60A-431B-82FD-2A7CBE513F58}" srcOrd="1" destOrd="0" presId="urn:microsoft.com/office/officeart/2005/8/layout/list1"/>
    <dgm:cxn modelId="{DD4B91DE-7EC3-491D-96E9-D1E5A58DEA69}" type="presParOf" srcId="{D9BE2AD0-EEE5-4CC4-B09D-B6CD069B5E98}" destId="{D584A1B5-FC43-4D0C-9A72-E779EC05B238}" srcOrd="1" destOrd="0" presId="urn:microsoft.com/office/officeart/2005/8/layout/list1"/>
    <dgm:cxn modelId="{F6A0778E-A3F5-4B61-8ED0-01E6400E233D}" type="presParOf" srcId="{D9BE2AD0-EEE5-4CC4-B09D-B6CD069B5E98}" destId="{4B44878B-9C91-4A22-B903-4C58359AF432}"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45DF135-77E3-422C-A153-93C356EE85E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243268D4-5F5C-4A83-83E7-B1CBDDAB64B9}">
      <dgm:prSet phldrT="[Text]"/>
      <dgm:spPr/>
      <dgm:t>
        <a:bodyPr/>
        <a:lstStyle/>
        <a:p>
          <a:r>
            <a:rPr lang="en-US" b="1" i="0" dirty="0"/>
            <a:t>Why  to do an Electroretinography test?</a:t>
          </a:r>
          <a:endParaRPr lang="en-IN" dirty="0"/>
        </a:p>
      </dgm:t>
    </dgm:pt>
    <dgm:pt modelId="{F33ECD07-A045-43E7-B6B0-381AA0431B97}" type="parTrans" cxnId="{A7892889-CD95-4BC6-B9E2-71B80B885A72}">
      <dgm:prSet/>
      <dgm:spPr/>
      <dgm:t>
        <a:bodyPr/>
        <a:lstStyle/>
        <a:p>
          <a:endParaRPr lang="en-IN"/>
        </a:p>
      </dgm:t>
    </dgm:pt>
    <dgm:pt modelId="{9A724AFF-6735-49BA-80E8-FB01571A72BC}" type="sibTrans" cxnId="{A7892889-CD95-4BC6-B9E2-71B80B885A72}">
      <dgm:prSet/>
      <dgm:spPr/>
      <dgm:t>
        <a:bodyPr/>
        <a:lstStyle/>
        <a:p>
          <a:endParaRPr lang="en-IN"/>
        </a:p>
      </dgm:t>
    </dgm:pt>
    <dgm:pt modelId="{A7685696-98FD-4790-98C2-7130782B7960}">
      <dgm:prSet phldrT="[Text]"/>
      <dgm:spPr/>
      <dgm:t>
        <a:bodyPr/>
        <a:lstStyle/>
        <a:p>
          <a:pPr algn="just"/>
          <a:r>
            <a:rPr lang="en-US" b="0" i="0" dirty="0"/>
            <a:t>Your doctor may perform an ERG to determine if you have an inherited or acquired disorder of the retina, such as:</a:t>
          </a:r>
          <a:endParaRPr lang="en-IN" dirty="0"/>
        </a:p>
      </dgm:t>
    </dgm:pt>
    <dgm:pt modelId="{C0823479-2A2A-49B3-B780-0873C9A14A97}" type="parTrans" cxnId="{8FE8ECE4-341A-4D80-A715-EED23B03391C}">
      <dgm:prSet/>
      <dgm:spPr/>
      <dgm:t>
        <a:bodyPr/>
        <a:lstStyle/>
        <a:p>
          <a:endParaRPr lang="en-IN"/>
        </a:p>
      </dgm:t>
    </dgm:pt>
    <dgm:pt modelId="{2F6B17E3-C262-41FE-8E6B-7D1A0D119CD0}" type="sibTrans" cxnId="{8FE8ECE4-341A-4D80-A715-EED23B03391C}">
      <dgm:prSet/>
      <dgm:spPr/>
      <dgm:t>
        <a:bodyPr/>
        <a:lstStyle/>
        <a:p>
          <a:endParaRPr lang="en-IN"/>
        </a:p>
      </dgm:t>
    </dgm:pt>
    <dgm:pt modelId="{47AED34A-320B-4BB0-95ED-35CF739D9FD0}">
      <dgm:prSet phldrT="[Text]"/>
      <dgm:spPr/>
      <dgm:t>
        <a:bodyPr/>
        <a:lstStyle/>
        <a:p>
          <a:pPr algn="just">
            <a:buFont typeface="Arial" panose="020B0604020202020204" pitchFamily="34" charset="0"/>
            <a:buChar char="•"/>
          </a:pPr>
          <a:r>
            <a:rPr lang="en-US" b="0" i="0" dirty="0"/>
            <a:t>Retinitis pigmentosa, which is a genetic disease causing loss of peripheral and night vision</a:t>
          </a:r>
          <a:endParaRPr lang="en-IN" dirty="0"/>
        </a:p>
      </dgm:t>
    </dgm:pt>
    <dgm:pt modelId="{BDFE4864-27B6-487C-8CFD-F376F4663546}" type="parTrans" cxnId="{02B23F51-1884-4267-BC10-4E0DC83202B9}">
      <dgm:prSet/>
      <dgm:spPr/>
      <dgm:t>
        <a:bodyPr/>
        <a:lstStyle/>
        <a:p>
          <a:endParaRPr lang="en-IN"/>
        </a:p>
      </dgm:t>
    </dgm:pt>
    <dgm:pt modelId="{F5ABAE07-7F96-4E31-ADF6-74D97E4E6A86}" type="sibTrans" cxnId="{02B23F51-1884-4267-BC10-4E0DC83202B9}">
      <dgm:prSet/>
      <dgm:spPr/>
      <dgm:t>
        <a:bodyPr/>
        <a:lstStyle/>
        <a:p>
          <a:endParaRPr lang="en-IN"/>
        </a:p>
      </dgm:t>
    </dgm:pt>
    <dgm:pt modelId="{93F2AA21-08BA-4FB3-85A3-4256DCC9C44D}">
      <dgm:prSet/>
      <dgm:spPr/>
      <dgm:t>
        <a:bodyPr/>
        <a:lstStyle/>
        <a:p>
          <a:pPr algn="just">
            <a:buFont typeface="Arial" panose="020B0604020202020204" pitchFamily="34" charset="0"/>
            <a:buChar char="•"/>
          </a:pPr>
          <a:r>
            <a:rPr lang="en-US" b="0" i="0" dirty="0"/>
            <a:t>Macular degeneration, which is a loss of vision due to the death of cells in the macula</a:t>
          </a:r>
        </a:p>
      </dgm:t>
    </dgm:pt>
    <dgm:pt modelId="{C27DA10E-0512-485B-B642-1B90AF884DF2}" type="parTrans" cxnId="{2CAB860D-9CBB-460F-BCB6-7C4D0F41FA77}">
      <dgm:prSet/>
      <dgm:spPr/>
      <dgm:t>
        <a:bodyPr/>
        <a:lstStyle/>
        <a:p>
          <a:endParaRPr lang="en-IN"/>
        </a:p>
      </dgm:t>
    </dgm:pt>
    <dgm:pt modelId="{8CE57F04-F98D-4901-8D34-1F185FD54BB7}" type="sibTrans" cxnId="{2CAB860D-9CBB-460F-BCB6-7C4D0F41FA77}">
      <dgm:prSet/>
      <dgm:spPr/>
      <dgm:t>
        <a:bodyPr/>
        <a:lstStyle/>
        <a:p>
          <a:endParaRPr lang="en-IN"/>
        </a:p>
      </dgm:t>
    </dgm:pt>
    <dgm:pt modelId="{CC58EF14-AF6E-49CE-84AC-FD7357F53E21}">
      <dgm:prSet/>
      <dgm:spPr/>
      <dgm:t>
        <a:bodyPr/>
        <a:lstStyle/>
        <a:p>
          <a:pPr algn="just">
            <a:buFont typeface="Arial" panose="020B0604020202020204" pitchFamily="34" charset="0"/>
            <a:buChar char="•"/>
          </a:pPr>
          <a:r>
            <a:rPr lang="en-US" b="0" i="0" dirty="0"/>
            <a:t>Retinoblastoma, which is a cancer of the retina</a:t>
          </a:r>
        </a:p>
      </dgm:t>
    </dgm:pt>
    <dgm:pt modelId="{6358B2D3-E85A-4DE4-B95D-CDFA99A67869}" type="parTrans" cxnId="{32A3E257-8BEA-408C-98CA-0BF4FABF9A81}">
      <dgm:prSet/>
      <dgm:spPr/>
      <dgm:t>
        <a:bodyPr/>
        <a:lstStyle/>
        <a:p>
          <a:endParaRPr lang="en-IN"/>
        </a:p>
      </dgm:t>
    </dgm:pt>
    <dgm:pt modelId="{F748E61D-1A13-411A-B789-731506705D7B}" type="sibTrans" cxnId="{32A3E257-8BEA-408C-98CA-0BF4FABF9A81}">
      <dgm:prSet/>
      <dgm:spPr/>
      <dgm:t>
        <a:bodyPr/>
        <a:lstStyle/>
        <a:p>
          <a:endParaRPr lang="en-IN"/>
        </a:p>
      </dgm:t>
    </dgm:pt>
    <dgm:pt modelId="{1A10C2BF-84B7-4BF5-ADAD-91D2FE2D45CE}">
      <dgm:prSet/>
      <dgm:spPr/>
      <dgm:t>
        <a:bodyPr/>
        <a:lstStyle/>
        <a:p>
          <a:pPr algn="just">
            <a:buFont typeface="Arial" panose="020B0604020202020204" pitchFamily="34" charset="0"/>
            <a:buChar char="•"/>
          </a:pPr>
          <a:r>
            <a:rPr lang="en-US" b="0" i="0" dirty="0"/>
            <a:t>Retinal separation, which is a detachment of the retina from the back of the eyeball</a:t>
          </a:r>
        </a:p>
      </dgm:t>
    </dgm:pt>
    <dgm:pt modelId="{0DE6ED60-2413-4393-BBB7-0B65BB5FAAC1}" type="parTrans" cxnId="{700619B8-ACFE-4AD4-B807-5F1BDB91D0E9}">
      <dgm:prSet/>
      <dgm:spPr/>
      <dgm:t>
        <a:bodyPr/>
        <a:lstStyle/>
        <a:p>
          <a:endParaRPr lang="en-IN"/>
        </a:p>
      </dgm:t>
    </dgm:pt>
    <dgm:pt modelId="{380CD91F-59D0-4809-862F-BF4B6428C6C4}" type="sibTrans" cxnId="{700619B8-ACFE-4AD4-B807-5F1BDB91D0E9}">
      <dgm:prSet/>
      <dgm:spPr/>
      <dgm:t>
        <a:bodyPr/>
        <a:lstStyle/>
        <a:p>
          <a:endParaRPr lang="en-IN"/>
        </a:p>
      </dgm:t>
    </dgm:pt>
    <dgm:pt modelId="{997BF44F-9ADD-4612-A663-2BC163359B18}">
      <dgm:prSet/>
      <dgm:spPr/>
      <dgm:t>
        <a:bodyPr/>
        <a:lstStyle/>
        <a:p>
          <a:pPr algn="just">
            <a:buFont typeface="Arial" panose="020B0604020202020204" pitchFamily="34" charset="0"/>
            <a:buChar char="•"/>
          </a:pPr>
          <a:r>
            <a:rPr lang="en-US" b="0" i="0" dirty="0"/>
            <a:t>Cone rod dystrophy (CRD), which is vision loss due to impaired cone and rod cells</a:t>
          </a:r>
        </a:p>
      </dgm:t>
    </dgm:pt>
    <dgm:pt modelId="{A8FBFEC7-7A94-4353-BAD0-657BE3426ED9}" type="parTrans" cxnId="{23D20490-BFED-4E40-9773-22DCED7E7E32}">
      <dgm:prSet/>
      <dgm:spPr/>
      <dgm:t>
        <a:bodyPr/>
        <a:lstStyle/>
        <a:p>
          <a:endParaRPr lang="en-IN"/>
        </a:p>
      </dgm:t>
    </dgm:pt>
    <dgm:pt modelId="{C7E36292-F0D0-4231-8CB4-F080238F6A80}" type="sibTrans" cxnId="{23D20490-BFED-4E40-9773-22DCED7E7E32}">
      <dgm:prSet/>
      <dgm:spPr/>
      <dgm:t>
        <a:bodyPr/>
        <a:lstStyle/>
        <a:p>
          <a:endParaRPr lang="en-IN"/>
        </a:p>
      </dgm:t>
    </dgm:pt>
    <dgm:pt modelId="{FBD29A87-7F82-4B21-88C9-1A15727AA650}">
      <dgm:prSet/>
      <dgm:spPr/>
      <dgm:t>
        <a:bodyPr/>
        <a:lstStyle/>
        <a:p>
          <a:pPr algn="just"/>
          <a:r>
            <a:rPr lang="en-US" b="0" i="0" dirty="0"/>
            <a:t>An ERG may also help your doctor assess your need for retinal surgery or other types of eye surgery, such as the removal of cataracts.</a:t>
          </a:r>
        </a:p>
      </dgm:t>
    </dgm:pt>
    <dgm:pt modelId="{55C6F250-A579-4377-B82D-D9A9F061404E}" type="parTrans" cxnId="{657838C0-6802-47EA-B85A-1374DC64BA95}">
      <dgm:prSet/>
      <dgm:spPr/>
      <dgm:t>
        <a:bodyPr/>
        <a:lstStyle/>
        <a:p>
          <a:endParaRPr lang="en-IN"/>
        </a:p>
      </dgm:t>
    </dgm:pt>
    <dgm:pt modelId="{94AF1089-6B11-4B8A-A2AE-5B0D51C16348}" type="sibTrans" cxnId="{657838C0-6802-47EA-B85A-1374DC64BA95}">
      <dgm:prSet/>
      <dgm:spPr/>
      <dgm:t>
        <a:bodyPr/>
        <a:lstStyle/>
        <a:p>
          <a:endParaRPr lang="en-IN"/>
        </a:p>
      </dgm:t>
    </dgm:pt>
    <dgm:pt modelId="{70C66E24-5A99-4F81-92E3-9FB5C21F534C}">
      <dgm:prSet phldrT="[Text]"/>
      <dgm:spPr/>
      <dgm:t>
        <a:bodyPr/>
        <a:lstStyle/>
        <a:p>
          <a:pPr algn="just"/>
          <a:r>
            <a:rPr lang="en-US" b="0" i="0" dirty="0"/>
            <a:t>There are retinal diseases in which specific cells are missing or weak at birth, while other abnormalities are acquired over time.</a:t>
          </a:r>
          <a:endParaRPr lang="en-IN" dirty="0"/>
        </a:p>
      </dgm:t>
    </dgm:pt>
    <dgm:pt modelId="{636ED78B-B460-44AA-BAB3-32629EB2DA7D}" type="parTrans" cxnId="{481A4C2A-0097-4C69-AFDC-5AD6C066EFE7}">
      <dgm:prSet/>
      <dgm:spPr/>
      <dgm:t>
        <a:bodyPr/>
        <a:lstStyle/>
        <a:p>
          <a:endParaRPr lang="en-IN"/>
        </a:p>
      </dgm:t>
    </dgm:pt>
    <dgm:pt modelId="{A7DCC829-07DD-46FA-9B58-DECC6490EB50}" type="sibTrans" cxnId="{481A4C2A-0097-4C69-AFDC-5AD6C066EFE7}">
      <dgm:prSet/>
      <dgm:spPr/>
      <dgm:t>
        <a:bodyPr/>
        <a:lstStyle/>
        <a:p>
          <a:endParaRPr lang="en-IN"/>
        </a:p>
      </dgm:t>
    </dgm:pt>
    <dgm:pt modelId="{AAC4A62F-4A6C-458A-8E2A-F6247B20E751}" type="pres">
      <dgm:prSet presAssocID="{745DF135-77E3-422C-A153-93C356EE85E2}" presName="linear" presStyleCnt="0">
        <dgm:presLayoutVars>
          <dgm:dir/>
          <dgm:animLvl val="lvl"/>
          <dgm:resizeHandles val="exact"/>
        </dgm:presLayoutVars>
      </dgm:prSet>
      <dgm:spPr/>
      <dgm:t>
        <a:bodyPr/>
        <a:lstStyle/>
        <a:p>
          <a:endParaRPr lang="en-IN"/>
        </a:p>
      </dgm:t>
    </dgm:pt>
    <dgm:pt modelId="{0B14CF54-7EDE-47C5-8F01-B90BB2CFD301}" type="pres">
      <dgm:prSet presAssocID="{243268D4-5F5C-4A83-83E7-B1CBDDAB64B9}" presName="parentLin" presStyleCnt="0"/>
      <dgm:spPr/>
    </dgm:pt>
    <dgm:pt modelId="{D40F7089-EF42-475E-A0DB-CEF8BB9CAA97}" type="pres">
      <dgm:prSet presAssocID="{243268D4-5F5C-4A83-83E7-B1CBDDAB64B9}" presName="parentLeftMargin" presStyleLbl="node1" presStyleIdx="0" presStyleCnt="1"/>
      <dgm:spPr/>
      <dgm:t>
        <a:bodyPr/>
        <a:lstStyle/>
        <a:p>
          <a:endParaRPr lang="en-IN"/>
        </a:p>
      </dgm:t>
    </dgm:pt>
    <dgm:pt modelId="{86B5618D-BF38-48D0-AECD-AFE4093B6339}" type="pres">
      <dgm:prSet presAssocID="{243268D4-5F5C-4A83-83E7-B1CBDDAB64B9}" presName="parentText" presStyleLbl="node1" presStyleIdx="0" presStyleCnt="1">
        <dgm:presLayoutVars>
          <dgm:chMax val="0"/>
          <dgm:bulletEnabled val="1"/>
        </dgm:presLayoutVars>
      </dgm:prSet>
      <dgm:spPr/>
      <dgm:t>
        <a:bodyPr/>
        <a:lstStyle/>
        <a:p>
          <a:endParaRPr lang="en-IN"/>
        </a:p>
      </dgm:t>
    </dgm:pt>
    <dgm:pt modelId="{AF555FD1-4FC0-442E-A12F-F273BBE03838}" type="pres">
      <dgm:prSet presAssocID="{243268D4-5F5C-4A83-83E7-B1CBDDAB64B9}" presName="negativeSpace" presStyleCnt="0"/>
      <dgm:spPr/>
    </dgm:pt>
    <dgm:pt modelId="{0D35BF3F-CD7C-47A9-88A7-EBE20F8C1DBD}" type="pres">
      <dgm:prSet presAssocID="{243268D4-5F5C-4A83-83E7-B1CBDDAB64B9}" presName="childText" presStyleLbl="conFgAcc1" presStyleIdx="0" presStyleCnt="1">
        <dgm:presLayoutVars>
          <dgm:bulletEnabled val="1"/>
        </dgm:presLayoutVars>
      </dgm:prSet>
      <dgm:spPr/>
      <dgm:t>
        <a:bodyPr/>
        <a:lstStyle/>
        <a:p>
          <a:endParaRPr lang="en-IN"/>
        </a:p>
      </dgm:t>
    </dgm:pt>
  </dgm:ptLst>
  <dgm:cxnLst>
    <dgm:cxn modelId="{A7892889-CD95-4BC6-B9E2-71B80B885A72}" srcId="{745DF135-77E3-422C-A153-93C356EE85E2}" destId="{243268D4-5F5C-4A83-83E7-B1CBDDAB64B9}" srcOrd="0" destOrd="0" parTransId="{F33ECD07-A045-43E7-B6B0-381AA0431B97}" sibTransId="{9A724AFF-6735-49BA-80E8-FB01571A72BC}"/>
    <dgm:cxn modelId="{34B254DD-B204-41D0-B6C4-984FA90545AF}" type="presOf" srcId="{997BF44F-9ADD-4612-A663-2BC163359B18}" destId="{0D35BF3F-CD7C-47A9-88A7-EBE20F8C1DBD}" srcOrd="0" destOrd="6" presId="urn:microsoft.com/office/officeart/2005/8/layout/list1"/>
    <dgm:cxn modelId="{02B23F51-1884-4267-BC10-4E0DC83202B9}" srcId="{A7685696-98FD-4790-98C2-7130782B7960}" destId="{47AED34A-320B-4BB0-95ED-35CF739D9FD0}" srcOrd="0" destOrd="0" parTransId="{BDFE4864-27B6-487C-8CFD-F376F4663546}" sibTransId="{F5ABAE07-7F96-4E31-ADF6-74D97E4E6A86}"/>
    <dgm:cxn modelId="{23D20490-BFED-4E40-9773-22DCED7E7E32}" srcId="{A7685696-98FD-4790-98C2-7130782B7960}" destId="{997BF44F-9ADD-4612-A663-2BC163359B18}" srcOrd="4" destOrd="0" parTransId="{A8FBFEC7-7A94-4353-BAD0-657BE3426ED9}" sibTransId="{C7E36292-F0D0-4231-8CB4-F080238F6A80}"/>
    <dgm:cxn modelId="{657838C0-6802-47EA-B85A-1374DC64BA95}" srcId="{243268D4-5F5C-4A83-83E7-B1CBDDAB64B9}" destId="{FBD29A87-7F82-4B21-88C9-1A15727AA650}" srcOrd="2" destOrd="0" parTransId="{55C6F250-A579-4377-B82D-D9A9F061404E}" sibTransId="{94AF1089-6B11-4B8A-A2AE-5B0D51C16348}"/>
    <dgm:cxn modelId="{8FE8ECE4-341A-4D80-A715-EED23B03391C}" srcId="{243268D4-5F5C-4A83-83E7-B1CBDDAB64B9}" destId="{A7685696-98FD-4790-98C2-7130782B7960}" srcOrd="1" destOrd="0" parTransId="{C0823479-2A2A-49B3-B780-0873C9A14A97}" sibTransId="{2F6B17E3-C262-41FE-8E6B-7D1A0D119CD0}"/>
    <dgm:cxn modelId="{010349C8-FFA1-4AD2-B510-678A50D4B006}" type="presOf" srcId="{243268D4-5F5C-4A83-83E7-B1CBDDAB64B9}" destId="{D40F7089-EF42-475E-A0DB-CEF8BB9CAA97}" srcOrd="0" destOrd="0" presId="urn:microsoft.com/office/officeart/2005/8/layout/list1"/>
    <dgm:cxn modelId="{C52DC4A9-196D-4AAA-AA32-C0569A2A4354}" type="presOf" srcId="{745DF135-77E3-422C-A153-93C356EE85E2}" destId="{AAC4A62F-4A6C-458A-8E2A-F6247B20E751}" srcOrd="0" destOrd="0" presId="urn:microsoft.com/office/officeart/2005/8/layout/list1"/>
    <dgm:cxn modelId="{AE1D20EE-6092-42DD-B690-46A121F6D93F}" type="presOf" srcId="{1A10C2BF-84B7-4BF5-ADAD-91D2FE2D45CE}" destId="{0D35BF3F-CD7C-47A9-88A7-EBE20F8C1DBD}" srcOrd="0" destOrd="5" presId="urn:microsoft.com/office/officeart/2005/8/layout/list1"/>
    <dgm:cxn modelId="{32A3E257-8BEA-408C-98CA-0BF4FABF9A81}" srcId="{A7685696-98FD-4790-98C2-7130782B7960}" destId="{CC58EF14-AF6E-49CE-84AC-FD7357F53E21}" srcOrd="2" destOrd="0" parTransId="{6358B2D3-E85A-4DE4-B95D-CDFA99A67869}" sibTransId="{F748E61D-1A13-411A-B789-731506705D7B}"/>
    <dgm:cxn modelId="{0FF49A1C-FA5C-405C-99A3-EC352FF1FDA3}" type="presOf" srcId="{CC58EF14-AF6E-49CE-84AC-FD7357F53E21}" destId="{0D35BF3F-CD7C-47A9-88A7-EBE20F8C1DBD}" srcOrd="0" destOrd="4" presId="urn:microsoft.com/office/officeart/2005/8/layout/list1"/>
    <dgm:cxn modelId="{59D5FE81-4237-4DBC-B904-3CA8EFB4511D}" type="presOf" srcId="{47AED34A-320B-4BB0-95ED-35CF739D9FD0}" destId="{0D35BF3F-CD7C-47A9-88A7-EBE20F8C1DBD}" srcOrd="0" destOrd="2" presId="urn:microsoft.com/office/officeart/2005/8/layout/list1"/>
    <dgm:cxn modelId="{481A4C2A-0097-4C69-AFDC-5AD6C066EFE7}" srcId="{243268D4-5F5C-4A83-83E7-B1CBDDAB64B9}" destId="{70C66E24-5A99-4F81-92E3-9FB5C21F534C}" srcOrd="0" destOrd="0" parTransId="{636ED78B-B460-44AA-BAB3-32629EB2DA7D}" sibTransId="{A7DCC829-07DD-46FA-9B58-DECC6490EB50}"/>
    <dgm:cxn modelId="{A1E017F9-ED5E-409A-ACA3-1D432053F07F}" type="presOf" srcId="{243268D4-5F5C-4A83-83E7-B1CBDDAB64B9}" destId="{86B5618D-BF38-48D0-AECD-AFE4093B6339}" srcOrd="1" destOrd="0" presId="urn:microsoft.com/office/officeart/2005/8/layout/list1"/>
    <dgm:cxn modelId="{34E3418E-C4D1-4A2D-B9A7-EC492347EA2D}" type="presOf" srcId="{FBD29A87-7F82-4B21-88C9-1A15727AA650}" destId="{0D35BF3F-CD7C-47A9-88A7-EBE20F8C1DBD}" srcOrd="0" destOrd="7" presId="urn:microsoft.com/office/officeart/2005/8/layout/list1"/>
    <dgm:cxn modelId="{0981D73D-DB0C-4E9F-95F5-F8E1C3430DBC}" type="presOf" srcId="{93F2AA21-08BA-4FB3-85A3-4256DCC9C44D}" destId="{0D35BF3F-CD7C-47A9-88A7-EBE20F8C1DBD}" srcOrd="0" destOrd="3" presId="urn:microsoft.com/office/officeart/2005/8/layout/list1"/>
    <dgm:cxn modelId="{D86C68F7-6925-462F-A073-E9379F9C85F0}" type="presOf" srcId="{A7685696-98FD-4790-98C2-7130782B7960}" destId="{0D35BF3F-CD7C-47A9-88A7-EBE20F8C1DBD}" srcOrd="0" destOrd="1" presId="urn:microsoft.com/office/officeart/2005/8/layout/list1"/>
    <dgm:cxn modelId="{2CAB860D-9CBB-460F-BCB6-7C4D0F41FA77}" srcId="{A7685696-98FD-4790-98C2-7130782B7960}" destId="{93F2AA21-08BA-4FB3-85A3-4256DCC9C44D}" srcOrd="1" destOrd="0" parTransId="{C27DA10E-0512-485B-B642-1B90AF884DF2}" sibTransId="{8CE57F04-F98D-4901-8D34-1F185FD54BB7}"/>
    <dgm:cxn modelId="{700619B8-ACFE-4AD4-B807-5F1BDB91D0E9}" srcId="{A7685696-98FD-4790-98C2-7130782B7960}" destId="{1A10C2BF-84B7-4BF5-ADAD-91D2FE2D45CE}" srcOrd="3" destOrd="0" parTransId="{0DE6ED60-2413-4393-BBB7-0B65BB5FAAC1}" sibTransId="{380CD91F-59D0-4809-862F-BF4B6428C6C4}"/>
    <dgm:cxn modelId="{CF76B3F7-6050-403F-A51F-AFBAB4828793}" type="presOf" srcId="{70C66E24-5A99-4F81-92E3-9FB5C21F534C}" destId="{0D35BF3F-CD7C-47A9-88A7-EBE20F8C1DBD}" srcOrd="0" destOrd="0" presId="urn:microsoft.com/office/officeart/2005/8/layout/list1"/>
    <dgm:cxn modelId="{9B678FD0-CA59-475E-AF1A-7DAF2E40D235}" type="presParOf" srcId="{AAC4A62F-4A6C-458A-8E2A-F6247B20E751}" destId="{0B14CF54-7EDE-47C5-8F01-B90BB2CFD301}" srcOrd="0" destOrd="0" presId="urn:microsoft.com/office/officeart/2005/8/layout/list1"/>
    <dgm:cxn modelId="{528212FF-2FCB-4E59-BF54-77AC2079ABE5}" type="presParOf" srcId="{0B14CF54-7EDE-47C5-8F01-B90BB2CFD301}" destId="{D40F7089-EF42-475E-A0DB-CEF8BB9CAA97}" srcOrd="0" destOrd="0" presId="urn:microsoft.com/office/officeart/2005/8/layout/list1"/>
    <dgm:cxn modelId="{C2B35F7B-BEDD-45BE-924F-036F534A283B}" type="presParOf" srcId="{0B14CF54-7EDE-47C5-8F01-B90BB2CFD301}" destId="{86B5618D-BF38-48D0-AECD-AFE4093B6339}" srcOrd="1" destOrd="0" presId="urn:microsoft.com/office/officeart/2005/8/layout/list1"/>
    <dgm:cxn modelId="{AC03881F-89CC-4EEE-B672-63754F718D64}" type="presParOf" srcId="{AAC4A62F-4A6C-458A-8E2A-F6247B20E751}" destId="{AF555FD1-4FC0-442E-A12F-F273BBE03838}" srcOrd="1" destOrd="0" presId="urn:microsoft.com/office/officeart/2005/8/layout/list1"/>
    <dgm:cxn modelId="{3E88F162-2DF6-4892-B63D-CC9C0293BADE}" type="presParOf" srcId="{AAC4A62F-4A6C-458A-8E2A-F6247B20E751}" destId="{0D35BF3F-CD7C-47A9-88A7-EBE20F8C1DBD}"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AB120A-63F8-47BE-8E47-5EB2E7B439E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7D7FAA7-B62D-47C8-B590-44EE377D34E8}">
      <dgm:prSet phldrT="[Text]" custT="1"/>
      <dgm:spPr/>
      <dgm:t>
        <a:bodyPr/>
        <a:lstStyle/>
        <a:p>
          <a:r>
            <a:rPr lang="en-IN" sz="2800" b="1" i="0" dirty="0">
              <a:latin typeface="+mj-lt"/>
            </a:rPr>
            <a:t>Applications of Electroretinography</a:t>
          </a:r>
          <a:endParaRPr lang="en-IN" sz="2800" b="1" dirty="0">
            <a:latin typeface="+mj-lt"/>
          </a:endParaRPr>
        </a:p>
      </dgm:t>
    </dgm:pt>
    <dgm:pt modelId="{BF20A4B0-2CCB-4FA1-BCB3-411A6AE81321}" type="parTrans" cxnId="{6E48FEA8-5CBA-4CD6-AB9D-7A7C8C7E61AC}">
      <dgm:prSet/>
      <dgm:spPr/>
      <dgm:t>
        <a:bodyPr/>
        <a:lstStyle/>
        <a:p>
          <a:endParaRPr lang="en-IN"/>
        </a:p>
      </dgm:t>
    </dgm:pt>
    <dgm:pt modelId="{10C2C262-88B4-42E5-BBA6-35A1FE6134A1}" type="sibTrans" cxnId="{6E48FEA8-5CBA-4CD6-AB9D-7A7C8C7E61AC}">
      <dgm:prSet/>
      <dgm:spPr/>
      <dgm:t>
        <a:bodyPr/>
        <a:lstStyle/>
        <a:p>
          <a:endParaRPr lang="en-IN"/>
        </a:p>
      </dgm:t>
    </dgm:pt>
    <dgm:pt modelId="{8D42EB09-D66F-4F50-9145-BF0475C54877}">
      <dgm:prSet phldrT="[Text]"/>
      <dgm:spPr/>
      <dgm:t>
        <a:bodyPr/>
        <a:lstStyle/>
        <a:p>
          <a:pPr algn="just"/>
          <a:r>
            <a:rPr lang="en-US" b="0" i="0" dirty="0"/>
            <a:t>Determining the functional status of the retina with different types of ERG testing allows clinicians and researchers to evaluate patients for retina-related conditions, reliably monitor retinal function over time, and evaluate the efficacy of retinal treatments.  </a:t>
          </a:r>
          <a:endParaRPr lang="en-IN" dirty="0"/>
        </a:p>
      </dgm:t>
    </dgm:pt>
    <dgm:pt modelId="{93CED3DB-F57D-4A0C-B644-EA1CE89A76FD}" type="parTrans" cxnId="{C809803D-1405-4062-A015-7775555B1F3F}">
      <dgm:prSet/>
      <dgm:spPr/>
      <dgm:t>
        <a:bodyPr/>
        <a:lstStyle/>
        <a:p>
          <a:endParaRPr lang="en-IN"/>
        </a:p>
      </dgm:t>
    </dgm:pt>
    <dgm:pt modelId="{288F56E7-5AF1-4875-8E3C-CA0863C5A261}" type="sibTrans" cxnId="{C809803D-1405-4062-A015-7775555B1F3F}">
      <dgm:prSet/>
      <dgm:spPr/>
      <dgm:t>
        <a:bodyPr/>
        <a:lstStyle/>
        <a:p>
          <a:endParaRPr lang="en-IN"/>
        </a:p>
      </dgm:t>
    </dgm:pt>
    <dgm:pt modelId="{0C509113-C2D4-4D5F-84CF-B7A39678A309}">
      <dgm:prSet phldrT="[Text]"/>
      <dgm:spPr/>
      <dgm:t>
        <a:bodyPr/>
        <a:lstStyle/>
        <a:p>
          <a:pPr algn="just"/>
          <a:r>
            <a:rPr lang="en-US" dirty="0"/>
            <a:t>Evaluation of visual function in infants and children.</a:t>
          </a:r>
          <a:endParaRPr lang="en-IN" dirty="0"/>
        </a:p>
      </dgm:t>
    </dgm:pt>
    <dgm:pt modelId="{4E8CE38E-BA13-466B-9E9C-A23BC74C66BB}" type="parTrans" cxnId="{06D26449-5C10-4384-BB0C-4A0D42A95DA1}">
      <dgm:prSet/>
      <dgm:spPr/>
      <dgm:t>
        <a:bodyPr/>
        <a:lstStyle/>
        <a:p>
          <a:endParaRPr lang="en-IN"/>
        </a:p>
      </dgm:t>
    </dgm:pt>
    <dgm:pt modelId="{22DE689F-E60D-47CB-9A70-BAE8DE92C272}" type="sibTrans" cxnId="{06D26449-5C10-4384-BB0C-4A0D42A95DA1}">
      <dgm:prSet/>
      <dgm:spPr/>
      <dgm:t>
        <a:bodyPr/>
        <a:lstStyle/>
        <a:p>
          <a:endParaRPr lang="en-IN"/>
        </a:p>
      </dgm:t>
    </dgm:pt>
    <dgm:pt modelId="{C5C547DD-C1CE-4D0B-88A8-426A2A4157A1}">
      <dgm:prSet phldrT="[Text]"/>
      <dgm:spPr/>
      <dgm:t>
        <a:bodyPr/>
        <a:lstStyle/>
        <a:p>
          <a:pPr algn="just"/>
          <a:r>
            <a:rPr lang="en-US" b="0" i="0" dirty="0"/>
            <a:t>Electroretinography has an impressive range of human and animal applications, for both clinical and research uses. </a:t>
          </a:r>
          <a:endParaRPr lang="en-IN" dirty="0"/>
        </a:p>
      </dgm:t>
    </dgm:pt>
    <dgm:pt modelId="{46B0EC48-E5DC-40E8-AB65-D93C309B9EEE}" type="parTrans" cxnId="{F2B72D33-91C8-401B-A5C3-94040748B165}">
      <dgm:prSet/>
      <dgm:spPr/>
      <dgm:t>
        <a:bodyPr/>
        <a:lstStyle/>
        <a:p>
          <a:endParaRPr lang="en-IN"/>
        </a:p>
      </dgm:t>
    </dgm:pt>
    <dgm:pt modelId="{D905AC8A-EA18-41F6-8945-AA10CBB7688A}" type="sibTrans" cxnId="{F2B72D33-91C8-401B-A5C3-94040748B165}">
      <dgm:prSet/>
      <dgm:spPr/>
      <dgm:t>
        <a:bodyPr/>
        <a:lstStyle/>
        <a:p>
          <a:endParaRPr lang="en-IN"/>
        </a:p>
      </dgm:t>
    </dgm:pt>
    <dgm:pt modelId="{4176C5BF-5219-4883-9592-99E35B7DA243}">
      <dgm:prSet phldrT="[Text]"/>
      <dgm:spPr/>
      <dgm:t>
        <a:bodyPr/>
        <a:lstStyle/>
        <a:p>
          <a:pPr algn="just"/>
          <a:r>
            <a:rPr lang="en-US" dirty="0"/>
            <a:t>To determine presence or absence of retinal function.</a:t>
          </a:r>
          <a:endParaRPr lang="en-IN" dirty="0"/>
        </a:p>
      </dgm:t>
    </dgm:pt>
    <dgm:pt modelId="{EB28BB52-833D-4898-85B8-6083491A450C}" type="parTrans" cxnId="{BEF8EADB-111B-41E9-9B55-4359C4EC9205}">
      <dgm:prSet/>
      <dgm:spPr/>
      <dgm:t>
        <a:bodyPr/>
        <a:lstStyle/>
        <a:p>
          <a:endParaRPr lang="en-IN"/>
        </a:p>
      </dgm:t>
    </dgm:pt>
    <dgm:pt modelId="{3281F9B6-5A85-4968-9292-C0B99A019EEF}" type="sibTrans" cxnId="{BEF8EADB-111B-41E9-9B55-4359C4EC9205}">
      <dgm:prSet/>
      <dgm:spPr/>
      <dgm:t>
        <a:bodyPr/>
        <a:lstStyle/>
        <a:p>
          <a:endParaRPr lang="en-IN"/>
        </a:p>
      </dgm:t>
    </dgm:pt>
    <dgm:pt modelId="{09718858-D32D-4E2B-AE87-488B8DC7BB5D}">
      <dgm:prSet phldrT="[Text]"/>
      <dgm:spPr/>
      <dgm:t>
        <a:bodyPr/>
        <a:lstStyle/>
        <a:p>
          <a:pPr algn="just"/>
          <a:r>
            <a:rPr lang="en-US" dirty="0"/>
            <a:t>To evaluate progression of retinal degeneration.</a:t>
          </a:r>
          <a:endParaRPr lang="en-IN" dirty="0"/>
        </a:p>
      </dgm:t>
    </dgm:pt>
    <dgm:pt modelId="{BC4464F9-A11A-4A50-BF42-7EFBB24026FC}" type="parTrans" cxnId="{3C9C3382-8567-4A13-9C4A-2DDE306D0355}">
      <dgm:prSet/>
      <dgm:spPr/>
      <dgm:t>
        <a:bodyPr/>
        <a:lstStyle/>
        <a:p>
          <a:endParaRPr lang="en-IN"/>
        </a:p>
      </dgm:t>
    </dgm:pt>
    <dgm:pt modelId="{5B14E2A8-336C-496E-921A-ECEC6C0166BE}" type="sibTrans" cxnId="{3C9C3382-8567-4A13-9C4A-2DDE306D0355}">
      <dgm:prSet/>
      <dgm:spPr/>
      <dgm:t>
        <a:bodyPr/>
        <a:lstStyle/>
        <a:p>
          <a:endParaRPr lang="en-IN"/>
        </a:p>
      </dgm:t>
    </dgm:pt>
    <dgm:pt modelId="{197572F7-A312-4511-AA7F-2704A510A772}">
      <dgm:prSet phldrT="[Text]"/>
      <dgm:spPr/>
      <dgm:t>
        <a:bodyPr/>
        <a:lstStyle/>
        <a:p>
          <a:pPr algn="just"/>
          <a:r>
            <a:rPr lang="en-US" dirty="0"/>
            <a:t>To confirm diagnosis of a particular disease (dystrophies).</a:t>
          </a:r>
          <a:endParaRPr lang="en-IN" dirty="0"/>
        </a:p>
      </dgm:t>
    </dgm:pt>
    <dgm:pt modelId="{95EC2A64-8816-4552-A7F8-405883DEAC5E}" type="parTrans" cxnId="{8B9C6CD4-CC71-4E97-A375-D43FE034B545}">
      <dgm:prSet/>
      <dgm:spPr/>
      <dgm:t>
        <a:bodyPr/>
        <a:lstStyle/>
        <a:p>
          <a:endParaRPr lang="en-IN"/>
        </a:p>
      </dgm:t>
    </dgm:pt>
    <dgm:pt modelId="{9E8C2635-1572-4138-88A9-DB71056B0C37}" type="sibTrans" cxnId="{8B9C6CD4-CC71-4E97-A375-D43FE034B545}">
      <dgm:prSet/>
      <dgm:spPr/>
      <dgm:t>
        <a:bodyPr/>
        <a:lstStyle/>
        <a:p>
          <a:endParaRPr lang="en-IN"/>
        </a:p>
      </dgm:t>
    </dgm:pt>
    <dgm:pt modelId="{59114865-66AD-4043-8DFA-0B5B32A151A5}">
      <dgm:prSet phldrT="[Text]"/>
      <dgm:spPr/>
      <dgm:t>
        <a:bodyPr/>
        <a:lstStyle/>
        <a:p>
          <a:pPr algn="just"/>
          <a:r>
            <a:rPr lang="en-US" dirty="0"/>
            <a:t>For early detection of toxic retinopathies.</a:t>
          </a:r>
          <a:endParaRPr lang="en-IN" dirty="0"/>
        </a:p>
      </dgm:t>
    </dgm:pt>
    <dgm:pt modelId="{0E72F20F-E6AC-4958-BDD9-DA1C237D0C87}" type="parTrans" cxnId="{F4B9A177-0221-4DEA-875D-A8BAA61A7561}">
      <dgm:prSet/>
      <dgm:spPr/>
      <dgm:t>
        <a:bodyPr/>
        <a:lstStyle/>
        <a:p>
          <a:endParaRPr lang="en-IN"/>
        </a:p>
      </dgm:t>
    </dgm:pt>
    <dgm:pt modelId="{741CC6D5-81B7-4C2E-BAF7-F566F45B9102}" type="sibTrans" cxnId="{F4B9A177-0221-4DEA-875D-A8BAA61A7561}">
      <dgm:prSet/>
      <dgm:spPr/>
      <dgm:t>
        <a:bodyPr/>
        <a:lstStyle/>
        <a:p>
          <a:endParaRPr lang="en-IN"/>
        </a:p>
      </dgm:t>
    </dgm:pt>
    <dgm:pt modelId="{752267E9-6F54-47B8-A8C0-79EF860BAF5E}">
      <dgm:prSet phldrT="[Text]"/>
      <dgm:spPr/>
      <dgm:t>
        <a:bodyPr/>
        <a:lstStyle/>
        <a:p>
          <a:pPr algn="just"/>
          <a:r>
            <a:rPr lang="en-US" dirty="0"/>
            <a:t>Assisting in diagnosing the retinal conditions in which clinical finding don’t match with visual complaints (unexplained visual loss). </a:t>
          </a:r>
          <a:endParaRPr lang="en-IN" dirty="0"/>
        </a:p>
      </dgm:t>
    </dgm:pt>
    <dgm:pt modelId="{00A5D00C-96FF-469F-8901-BB8E4A0015F2}" type="parTrans" cxnId="{06480F6F-96E2-4896-9724-6AD25290B68B}">
      <dgm:prSet/>
      <dgm:spPr/>
      <dgm:t>
        <a:bodyPr/>
        <a:lstStyle/>
        <a:p>
          <a:endParaRPr lang="en-IN"/>
        </a:p>
      </dgm:t>
    </dgm:pt>
    <dgm:pt modelId="{8FCBDC20-F288-48E7-8F26-C05F0ECBA8AF}" type="sibTrans" cxnId="{06480F6F-96E2-4896-9724-6AD25290B68B}">
      <dgm:prSet/>
      <dgm:spPr/>
      <dgm:t>
        <a:bodyPr/>
        <a:lstStyle/>
        <a:p>
          <a:endParaRPr lang="en-IN"/>
        </a:p>
      </dgm:t>
    </dgm:pt>
    <dgm:pt modelId="{C2764217-079A-4C08-9AEE-D184CA1C4E0D}" type="pres">
      <dgm:prSet presAssocID="{ACAB120A-63F8-47BE-8E47-5EB2E7B439EE}" presName="linear" presStyleCnt="0">
        <dgm:presLayoutVars>
          <dgm:dir/>
          <dgm:animLvl val="lvl"/>
          <dgm:resizeHandles val="exact"/>
        </dgm:presLayoutVars>
      </dgm:prSet>
      <dgm:spPr/>
      <dgm:t>
        <a:bodyPr/>
        <a:lstStyle/>
        <a:p>
          <a:endParaRPr lang="en-IN"/>
        </a:p>
      </dgm:t>
    </dgm:pt>
    <dgm:pt modelId="{E3011B4A-2798-4265-A0E8-E230B30F4DF7}" type="pres">
      <dgm:prSet presAssocID="{B7D7FAA7-B62D-47C8-B590-44EE377D34E8}" presName="parentLin" presStyleCnt="0"/>
      <dgm:spPr/>
    </dgm:pt>
    <dgm:pt modelId="{D88A794D-CDD6-47AA-9009-7FDEBB2E0CC5}" type="pres">
      <dgm:prSet presAssocID="{B7D7FAA7-B62D-47C8-B590-44EE377D34E8}" presName="parentLeftMargin" presStyleLbl="node1" presStyleIdx="0" presStyleCnt="1"/>
      <dgm:spPr/>
      <dgm:t>
        <a:bodyPr/>
        <a:lstStyle/>
        <a:p>
          <a:endParaRPr lang="en-IN"/>
        </a:p>
      </dgm:t>
    </dgm:pt>
    <dgm:pt modelId="{C45815D9-0E6C-45FE-8539-637733328B5D}" type="pres">
      <dgm:prSet presAssocID="{B7D7FAA7-B62D-47C8-B590-44EE377D34E8}" presName="parentText" presStyleLbl="node1" presStyleIdx="0" presStyleCnt="1">
        <dgm:presLayoutVars>
          <dgm:chMax val="0"/>
          <dgm:bulletEnabled val="1"/>
        </dgm:presLayoutVars>
      </dgm:prSet>
      <dgm:spPr/>
      <dgm:t>
        <a:bodyPr/>
        <a:lstStyle/>
        <a:p>
          <a:endParaRPr lang="en-IN"/>
        </a:p>
      </dgm:t>
    </dgm:pt>
    <dgm:pt modelId="{8A003A78-E49F-43D4-8684-210AC350C03D}" type="pres">
      <dgm:prSet presAssocID="{B7D7FAA7-B62D-47C8-B590-44EE377D34E8}" presName="negativeSpace" presStyleCnt="0"/>
      <dgm:spPr/>
    </dgm:pt>
    <dgm:pt modelId="{C6602740-F549-483F-A265-92C93E078673}" type="pres">
      <dgm:prSet presAssocID="{B7D7FAA7-B62D-47C8-B590-44EE377D34E8}" presName="childText" presStyleLbl="conFgAcc1" presStyleIdx="0" presStyleCnt="1">
        <dgm:presLayoutVars>
          <dgm:bulletEnabled val="1"/>
        </dgm:presLayoutVars>
      </dgm:prSet>
      <dgm:spPr/>
      <dgm:t>
        <a:bodyPr/>
        <a:lstStyle/>
        <a:p>
          <a:endParaRPr lang="en-IN"/>
        </a:p>
      </dgm:t>
    </dgm:pt>
  </dgm:ptLst>
  <dgm:cxnLst>
    <dgm:cxn modelId="{3C9C3382-8567-4A13-9C4A-2DDE306D0355}" srcId="{C5C547DD-C1CE-4D0B-88A8-426A2A4157A1}" destId="{09718858-D32D-4E2B-AE87-488B8DC7BB5D}" srcOrd="2" destOrd="0" parTransId="{BC4464F9-A11A-4A50-BF42-7EFBB24026FC}" sibTransId="{5B14E2A8-336C-496E-921A-ECEC6C0166BE}"/>
    <dgm:cxn modelId="{EC0C452B-A11D-48B6-8686-DE72F22F80F2}" type="presOf" srcId="{59114865-66AD-4043-8DFA-0B5B32A151A5}" destId="{C6602740-F549-483F-A265-92C93E078673}" srcOrd="0" destOrd="6" presId="urn:microsoft.com/office/officeart/2005/8/layout/list1"/>
    <dgm:cxn modelId="{C9DA0CA1-C74D-4DB2-BD85-80EF419319C8}" type="presOf" srcId="{0C509113-C2D4-4D5F-84CF-B7A39678A309}" destId="{C6602740-F549-483F-A265-92C93E078673}" srcOrd="0" destOrd="2" presId="urn:microsoft.com/office/officeart/2005/8/layout/list1"/>
    <dgm:cxn modelId="{F4B9A177-0221-4DEA-875D-A8BAA61A7561}" srcId="{C5C547DD-C1CE-4D0B-88A8-426A2A4157A1}" destId="{59114865-66AD-4043-8DFA-0B5B32A151A5}" srcOrd="4" destOrd="0" parTransId="{0E72F20F-E6AC-4958-BDD9-DA1C237D0C87}" sibTransId="{741CC6D5-81B7-4C2E-BAF7-F566F45B9102}"/>
    <dgm:cxn modelId="{C809803D-1405-4062-A015-7775555B1F3F}" srcId="{B7D7FAA7-B62D-47C8-B590-44EE377D34E8}" destId="{8D42EB09-D66F-4F50-9145-BF0475C54877}" srcOrd="0" destOrd="0" parTransId="{93CED3DB-F57D-4A0C-B644-EA1CE89A76FD}" sibTransId="{288F56E7-5AF1-4875-8E3C-CA0863C5A261}"/>
    <dgm:cxn modelId="{F2B72D33-91C8-401B-A5C3-94040748B165}" srcId="{B7D7FAA7-B62D-47C8-B590-44EE377D34E8}" destId="{C5C547DD-C1CE-4D0B-88A8-426A2A4157A1}" srcOrd="1" destOrd="0" parTransId="{46B0EC48-E5DC-40E8-AB65-D93C309B9EEE}" sibTransId="{D905AC8A-EA18-41F6-8945-AA10CBB7688A}"/>
    <dgm:cxn modelId="{5BC674D9-CBC1-4469-894F-65D228BB50E0}" type="presOf" srcId="{09718858-D32D-4E2B-AE87-488B8DC7BB5D}" destId="{C6602740-F549-483F-A265-92C93E078673}" srcOrd="0" destOrd="4" presId="urn:microsoft.com/office/officeart/2005/8/layout/list1"/>
    <dgm:cxn modelId="{0BE308EA-40FA-4FD1-82DE-D0110866AB80}" type="presOf" srcId="{8D42EB09-D66F-4F50-9145-BF0475C54877}" destId="{C6602740-F549-483F-A265-92C93E078673}" srcOrd="0" destOrd="0" presId="urn:microsoft.com/office/officeart/2005/8/layout/list1"/>
    <dgm:cxn modelId="{1FCF0DE4-4BB2-42D6-8D7D-603030730F29}" type="presOf" srcId="{4176C5BF-5219-4883-9592-99E35B7DA243}" destId="{C6602740-F549-483F-A265-92C93E078673}" srcOrd="0" destOrd="3" presId="urn:microsoft.com/office/officeart/2005/8/layout/list1"/>
    <dgm:cxn modelId="{CEA4D4DD-CAFB-4DB4-8E00-3E713F4EE224}" type="presOf" srcId="{B7D7FAA7-B62D-47C8-B590-44EE377D34E8}" destId="{C45815D9-0E6C-45FE-8539-637733328B5D}" srcOrd="1" destOrd="0" presId="urn:microsoft.com/office/officeart/2005/8/layout/list1"/>
    <dgm:cxn modelId="{6FACC707-643E-4167-8E50-079623C21E36}" type="presOf" srcId="{197572F7-A312-4511-AA7F-2704A510A772}" destId="{C6602740-F549-483F-A265-92C93E078673}" srcOrd="0" destOrd="5" presId="urn:microsoft.com/office/officeart/2005/8/layout/list1"/>
    <dgm:cxn modelId="{0BF300A1-E57A-490F-84B8-B37F712036F0}" type="presOf" srcId="{C5C547DD-C1CE-4D0B-88A8-426A2A4157A1}" destId="{C6602740-F549-483F-A265-92C93E078673}" srcOrd="0" destOrd="1" presId="urn:microsoft.com/office/officeart/2005/8/layout/list1"/>
    <dgm:cxn modelId="{6E48FEA8-5CBA-4CD6-AB9D-7A7C8C7E61AC}" srcId="{ACAB120A-63F8-47BE-8E47-5EB2E7B439EE}" destId="{B7D7FAA7-B62D-47C8-B590-44EE377D34E8}" srcOrd="0" destOrd="0" parTransId="{BF20A4B0-2CCB-4FA1-BCB3-411A6AE81321}" sibTransId="{10C2C262-88B4-42E5-BBA6-35A1FE6134A1}"/>
    <dgm:cxn modelId="{5A9F1435-2755-4F2E-A034-5CF034A4CDA2}" type="presOf" srcId="{B7D7FAA7-B62D-47C8-B590-44EE377D34E8}" destId="{D88A794D-CDD6-47AA-9009-7FDEBB2E0CC5}" srcOrd="0" destOrd="0" presId="urn:microsoft.com/office/officeart/2005/8/layout/list1"/>
    <dgm:cxn modelId="{31CBDE28-92DB-4D81-B1EF-608099049E31}" type="presOf" srcId="{ACAB120A-63F8-47BE-8E47-5EB2E7B439EE}" destId="{C2764217-079A-4C08-9AEE-D184CA1C4E0D}" srcOrd="0" destOrd="0" presId="urn:microsoft.com/office/officeart/2005/8/layout/list1"/>
    <dgm:cxn modelId="{06D26449-5C10-4384-BB0C-4A0D42A95DA1}" srcId="{C5C547DD-C1CE-4D0B-88A8-426A2A4157A1}" destId="{0C509113-C2D4-4D5F-84CF-B7A39678A309}" srcOrd="0" destOrd="0" parTransId="{4E8CE38E-BA13-466B-9E9C-A23BC74C66BB}" sibTransId="{22DE689F-E60D-47CB-9A70-BAE8DE92C272}"/>
    <dgm:cxn modelId="{06480F6F-96E2-4896-9724-6AD25290B68B}" srcId="{C5C547DD-C1CE-4D0B-88A8-426A2A4157A1}" destId="{752267E9-6F54-47B8-A8C0-79EF860BAF5E}" srcOrd="5" destOrd="0" parTransId="{00A5D00C-96FF-469F-8901-BB8E4A0015F2}" sibTransId="{8FCBDC20-F288-48E7-8F26-C05F0ECBA8AF}"/>
    <dgm:cxn modelId="{ED86209A-8F45-4B46-A0DA-8B579BE174E1}" type="presOf" srcId="{752267E9-6F54-47B8-A8C0-79EF860BAF5E}" destId="{C6602740-F549-483F-A265-92C93E078673}" srcOrd="0" destOrd="7" presId="urn:microsoft.com/office/officeart/2005/8/layout/list1"/>
    <dgm:cxn modelId="{8B9C6CD4-CC71-4E97-A375-D43FE034B545}" srcId="{C5C547DD-C1CE-4D0B-88A8-426A2A4157A1}" destId="{197572F7-A312-4511-AA7F-2704A510A772}" srcOrd="3" destOrd="0" parTransId="{95EC2A64-8816-4552-A7F8-405883DEAC5E}" sibTransId="{9E8C2635-1572-4138-88A9-DB71056B0C37}"/>
    <dgm:cxn modelId="{BEF8EADB-111B-41E9-9B55-4359C4EC9205}" srcId="{C5C547DD-C1CE-4D0B-88A8-426A2A4157A1}" destId="{4176C5BF-5219-4883-9592-99E35B7DA243}" srcOrd="1" destOrd="0" parTransId="{EB28BB52-833D-4898-85B8-6083491A450C}" sibTransId="{3281F9B6-5A85-4968-9292-C0B99A019EEF}"/>
    <dgm:cxn modelId="{51EA9267-A0E4-4EC7-8059-DABE650079EB}" type="presParOf" srcId="{C2764217-079A-4C08-9AEE-D184CA1C4E0D}" destId="{E3011B4A-2798-4265-A0E8-E230B30F4DF7}" srcOrd="0" destOrd="0" presId="urn:microsoft.com/office/officeart/2005/8/layout/list1"/>
    <dgm:cxn modelId="{6D8FDD43-32F7-4E87-B139-5711FC3870F9}" type="presParOf" srcId="{E3011B4A-2798-4265-A0E8-E230B30F4DF7}" destId="{D88A794D-CDD6-47AA-9009-7FDEBB2E0CC5}" srcOrd="0" destOrd="0" presId="urn:microsoft.com/office/officeart/2005/8/layout/list1"/>
    <dgm:cxn modelId="{0326A83C-A763-448F-B02B-BFE335372705}" type="presParOf" srcId="{E3011B4A-2798-4265-A0E8-E230B30F4DF7}" destId="{C45815D9-0E6C-45FE-8539-637733328B5D}" srcOrd="1" destOrd="0" presId="urn:microsoft.com/office/officeart/2005/8/layout/list1"/>
    <dgm:cxn modelId="{6CC6FBDC-D896-4750-984D-DE26C862194A}" type="presParOf" srcId="{C2764217-079A-4C08-9AEE-D184CA1C4E0D}" destId="{8A003A78-E49F-43D4-8684-210AC350C03D}" srcOrd="1" destOrd="0" presId="urn:microsoft.com/office/officeart/2005/8/layout/list1"/>
    <dgm:cxn modelId="{6801CEF9-8423-429E-B07C-67E5592DA3D1}" type="presParOf" srcId="{C2764217-079A-4C08-9AEE-D184CA1C4E0D}" destId="{C6602740-F549-483F-A265-92C93E078673}"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879272D-297E-491D-B679-41416C70519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F76AFC96-257B-4757-B08B-ABD71B229A65}">
      <dgm:prSet phldrT="[Text]" custT="1"/>
      <dgm:spPr/>
      <dgm:t>
        <a:bodyPr/>
        <a:lstStyle/>
        <a:p>
          <a:pPr>
            <a:buFont typeface="Wingdings" panose="05000000000000000000" pitchFamily="2" charset="2"/>
            <a:buChar char="Ø"/>
          </a:pPr>
          <a:r>
            <a:rPr lang="en-US" sz="4000" b="1" dirty="0">
              <a:solidFill>
                <a:schemeClr val="bg1"/>
              </a:solidFill>
              <a:effectLst>
                <a:outerShdw blurRad="38100" dist="38100" dir="2700000" algn="tl">
                  <a:srgbClr val="000000">
                    <a:alpha val="43137"/>
                  </a:srgbClr>
                </a:outerShdw>
              </a:effectLst>
              <a:latin typeface="+mj-lt"/>
              <a:ea typeface="+mn-ea"/>
              <a:cs typeface="+mn-cs"/>
            </a:rPr>
            <a:t>Electrooculogram (EOG)</a:t>
          </a:r>
          <a:endParaRPr lang="en-IN" sz="4000" b="1" dirty="0">
            <a:solidFill>
              <a:schemeClr val="bg1"/>
            </a:solidFill>
            <a:effectLst>
              <a:outerShdw blurRad="38100" dist="38100" dir="2700000" algn="tl">
                <a:srgbClr val="000000">
                  <a:alpha val="43137"/>
                </a:srgbClr>
              </a:outerShdw>
            </a:effectLst>
            <a:latin typeface="+mj-lt"/>
          </a:endParaRPr>
        </a:p>
      </dgm:t>
    </dgm:pt>
    <dgm:pt modelId="{835EF55C-136C-4038-BBEB-181AB509069F}" type="parTrans" cxnId="{31756F88-0FFC-4CF0-A1C5-5EF7F5E467FB}">
      <dgm:prSet/>
      <dgm:spPr/>
      <dgm:t>
        <a:bodyPr/>
        <a:lstStyle/>
        <a:p>
          <a:endParaRPr lang="en-IN" sz="1600"/>
        </a:p>
      </dgm:t>
    </dgm:pt>
    <dgm:pt modelId="{8920C932-40A2-4618-84D4-E8733BA753D8}" type="sibTrans" cxnId="{31756F88-0FFC-4CF0-A1C5-5EF7F5E467FB}">
      <dgm:prSet/>
      <dgm:spPr/>
      <dgm:t>
        <a:bodyPr/>
        <a:lstStyle/>
        <a:p>
          <a:endParaRPr lang="en-IN" sz="1600"/>
        </a:p>
      </dgm:t>
    </dgm:pt>
    <dgm:pt modelId="{88C92FC1-9FE5-40F7-A7F0-6A3C666DE9F2}">
      <dgm:prSet phldrT="[Text]" custT="1"/>
      <dgm:spPr/>
      <dgm:t>
        <a:bodyPr/>
        <a:lstStyle/>
        <a:p>
          <a:pPr algn="just"/>
          <a:r>
            <a:rPr lang="en-US" sz="2600" b="0" i="0" dirty="0"/>
            <a:t>Electrooculography (EOG) is a technique for measuring the </a:t>
          </a:r>
          <a:r>
            <a:rPr lang="en-US" sz="2600" b="0" i="0" dirty="0" err="1"/>
            <a:t>corneo</a:t>
          </a:r>
          <a:r>
            <a:rPr lang="en-US" sz="2600" b="0" i="0" dirty="0"/>
            <a:t>-retinal standing potential that exists between the front and the back of the human eye.</a:t>
          </a:r>
          <a:endParaRPr lang="en-IN" sz="2600" dirty="0"/>
        </a:p>
      </dgm:t>
    </dgm:pt>
    <dgm:pt modelId="{63790AF3-70EF-4E15-8B7F-E68415E590A7}" type="parTrans" cxnId="{749AD1FE-A585-429E-99ED-0EBF3BFEF955}">
      <dgm:prSet/>
      <dgm:spPr/>
      <dgm:t>
        <a:bodyPr/>
        <a:lstStyle/>
        <a:p>
          <a:endParaRPr lang="en-IN" sz="1600"/>
        </a:p>
      </dgm:t>
    </dgm:pt>
    <dgm:pt modelId="{D41713CA-8F1F-4A4B-88FB-23EE2879304F}" type="sibTrans" cxnId="{749AD1FE-A585-429E-99ED-0EBF3BFEF955}">
      <dgm:prSet/>
      <dgm:spPr/>
      <dgm:t>
        <a:bodyPr/>
        <a:lstStyle/>
        <a:p>
          <a:endParaRPr lang="en-IN" sz="1600"/>
        </a:p>
      </dgm:t>
    </dgm:pt>
    <dgm:pt modelId="{5F666387-ACAA-446D-ACA9-F38788320D2B}">
      <dgm:prSet phldrT="[Text]" custT="1"/>
      <dgm:spPr/>
      <dgm:t>
        <a:bodyPr/>
        <a:lstStyle/>
        <a:p>
          <a:pPr algn="just"/>
          <a:r>
            <a:rPr lang="en-US" sz="2600" b="0" i="0" dirty="0"/>
            <a:t>The electro-oculogram (EOG) investigates abnormalities of the outermost layer of the retina, the retinal pigment epithelium.</a:t>
          </a:r>
          <a:endParaRPr lang="en-IN" sz="2600" dirty="0"/>
        </a:p>
      </dgm:t>
    </dgm:pt>
    <dgm:pt modelId="{89B53373-3B34-415A-952F-CAF298926B7C}" type="parTrans" cxnId="{B05DB67A-6EDA-4292-8867-1DD749366A37}">
      <dgm:prSet/>
      <dgm:spPr/>
      <dgm:t>
        <a:bodyPr/>
        <a:lstStyle/>
        <a:p>
          <a:endParaRPr lang="en-IN" sz="1600"/>
        </a:p>
      </dgm:t>
    </dgm:pt>
    <dgm:pt modelId="{3C1913AD-9746-4D90-B82A-97A7D6670D82}" type="sibTrans" cxnId="{B05DB67A-6EDA-4292-8867-1DD749366A37}">
      <dgm:prSet/>
      <dgm:spPr/>
      <dgm:t>
        <a:bodyPr/>
        <a:lstStyle/>
        <a:p>
          <a:endParaRPr lang="en-IN" sz="1600"/>
        </a:p>
      </dgm:t>
    </dgm:pt>
    <dgm:pt modelId="{1ED0272E-12CE-4EF7-942C-AAC8BFD26491}">
      <dgm:prSet phldrT="[Text]" custT="1"/>
      <dgm:spPr/>
      <dgm:t>
        <a:bodyPr/>
        <a:lstStyle/>
        <a:p>
          <a:pPr algn="just"/>
          <a:endParaRPr lang="en-IN" sz="2600" dirty="0"/>
        </a:p>
      </dgm:t>
    </dgm:pt>
    <dgm:pt modelId="{D399E6B8-A404-4116-9B64-628ED6E59AF0}" type="parTrans" cxnId="{9A3BEF84-83F6-4A67-A9D7-1712A5367AC0}">
      <dgm:prSet/>
      <dgm:spPr/>
      <dgm:t>
        <a:bodyPr/>
        <a:lstStyle/>
        <a:p>
          <a:endParaRPr lang="en-IN" sz="1600"/>
        </a:p>
      </dgm:t>
    </dgm:pt>
    <dgm:pt modelId="{71B9DD24-72E3-4FC6-A38D-32802BCC15C5}" type="sibTrans" cxnId="{9A3BEF84-83F6-4A67-A9D7-1712A5367AC0}">
      <dgm:prSet/>
      <dgm:spPr/>
      <dgm:t>
        <a:bodyPr/>
        <a:lstStyle/>
        <a:p>
          <a:endParaRPr lang="en-IN" sz="1600"/>
        </a:p>
      </dgm:t>
    </dgm:pt>
    <dgm:pt modelId="{04464824-A643-4366-90C4-964B0DB7BFF6}">
      <dgm:prSet phldrT="[Text]" custT="1"/>
      <dgm:spPr/>
      <dgm:t>
        <a:bodyPr/>
        <a:lstStyle/>
        <a:p>
          <a:pPr algn="just"/>
          <a:endParaRPr lang="en-IN" sz="2600" dirty="0"/>
        </a:p>
      </dgm:t>
    </dgm:pt>
    <dgm:pt modelId="{3997EE79-0043-426C-B318-0F2761FB60C4}" type="parTrans" cxnId="{D6BD12C1-DE2D-4237-9658-39C5BD0264FB}">
      <dgm:prSet/>
      <dgm:spPr/>
      <dgm:t>
        <a:bodyPr/>
        <a:lstStyle/>
        <a:p>
          <a:endParaRPr lang="en-IN" sz="1600"/>
        </a:p>
      </dgm:t>
    </dgm:pt>
    <dgm:pt modelId="{5F2F0D19-5A6F-4E03-B6DE-27CC1A8BE1C8}" type="sibTrans" cxnId="{D6BD12C1-DE2D-4237-9658-39C5BD0264FB}">
      <dgm:prSet/>
      <dgm:spPr/>
      <dgm:t>
        <a:bodyPr/>
        <a:lstStyle/>
        <a:p>
          <a:endParaRPr lang="en-IN" sz="1600"/>
        </a:p>
      </dgm:t>
    </dgm:pt>
    <dgm:pt modelId="{B4BE2153-AC75-4241-A682-2BC5851F50FA}">
      <dgm:prSet phldrT="[Text]" custT="1"/>
      <dgm:spPr/>
      <dgm:t>
        <a:bodyPr/>
        <a:lstStyle/>
        <a:p>
          <a:pPr algn="just"/>
          <a:endParaRPr lang="en-IN" sz="2600" dirty="0"/>
        </a:p>
      </dgm:t>
    </dgm:pt>
    <dgm:pt modelId="{23B26B02-2F51-43DB-AD41-C8CDCC32707B}" type="parTrans" cxnId="{72508D3D-2184-4585-B876-8429AD37F101}">
      <dgm:prSet/>
      <dgm:spPr/>
      <dgm:t>
        <a:bodyPr/>
        <a:lstStyle/>
        <a:p>
          <a:endParaRPr lang="en-IN" sz="1600"/>
        </a:p>
      </dgm:t>
    </dgm:pt>
    <dgm:pt modelId="{80F144F7-535B-45AE-AC06-9F7774D8E72C}" type="sibTrans" cxnId="{72508D3D-2184-4585-B876-8429AD37F101}">
      <dgm:prSet/>
      <dgm:spPr/>
      <dgm:t>
        <a:bodyPr/>
        <a:lstStyle/>
        <a:p>
          <a:endParaRPr lang="en-IN" sz="1600"/>
        </a:p>
      </dgm:t>
    </dgm:pt>
    <dgm:pt modelId="{6D55163A-2C28-4C84-AADF-9997C31E043E}">
      <dgm:prSet phldrT="[Text]" custT="1"/>
      <dgm:spPr/>
      <dgm:t>
        <a:bodyPr/>
        <a:lstStyle/>
        <a:p>
          <a:pPr algn="just"/>
          <a:r>
            <a:rPr lang="en-US" sz="2600" b="1" i="0" dirty="0"/>
            <a:t>Electro-oculography</a:t>
          </a:r>
          <a:r>
            <a:rPr lang="en-US" sz="2600" b="0" i="0" dirty="0"/>
            <a:t> is the recording of the bio-potentials generated by the movement of the eyeball. </a:t>
          </a:r>
          <a:endParaRPr lang="en-IN" sz="2600" dirty="0"/>
        </a:p>
      </dgm:t>
    </dgm:pt>
    <dgm:pt modelId="{BD1E2B52-3528-4838-A7C8-77F501393632}" type="parTrans" cxnId="{B3A3E56C-13F5-429A-A5C4-F893E1395371}">
      <dgm:prSet/>
      <dgm:spPr/>
      <dgm:t>
        <a:bodyPr/>
        <a:lstStyle/>
        <a:p>
          <a:endParaRPr lang="en-IN" sz="1600"/>
        </a:p>
      </dgm:t>
    </dgm:pt>
    <dgm:pt modelId="{5BB28773-F041-4552-A5CC-8AF9742010F2}" type="sibTrans" cxnId="{B3A3E56C-13F5-429A-A5C4-F893E1395371}">
      <dgm:prSet/>
      <dgm:spPr/>
      <dgm:t>
        <a:bodyPr/>
        <a:lstStyle/>
        <a:p>
          <a:endParaRPr lang="en-IN" sz="1600"/>
        </a:p>
      </dgm:t>
    </dgm:pt>
    <dgm:pt modelId="{0E8EC562-AAD7-4854-BD9D-25CBE54BEF68}">
      <dgm:prSet custT="1"/>
      <dgm:spPr/>
      <dgm:t>
        <a:bodyPr/>
        <a:lstStyle/>
        <a:p>
          <a:pPr algn="just"/>
          <a:r>
            <a:rPr lang="en-US" sz="2600" b="0" i="0" dirty="0"/>
            <a:t>The EOG potentials are picked up by </a:t>
          </a:r>
          <a:r>
            <a:rPr lang="en-US" sz="2600" b="1" i="0" dirty="0"/>
            <a:t>small surface electrodes</a:t>
          </a:r>
          <a:r>
            <a:rPr lang="en-US" sz="2600" b="0" i="0" dirty="0"/>
            <a:t> placed on the skin near the eye.</a:t>
          </a:r>
          <a:endParaRPr lang="en-IN" sz="2600" dirty="0"/>
        </a:p>
      </dgm:t>
    </dgm:pt>
    <dgm:pt modelId="{C46B2E69-4873-4386-8A6F-C7C8B03D3070}" type="parTrans" cxnId="{11F584A1-9FDB-4698-AA9F-9EB260FA59B1}">
      <dgm:prSet/>
      <dgm:spPr/>
      <dgm:t>
        <a:bodyPr/>
        <a:lstStyle/>
        <a:p>
          <a:endParaRPr lang="en-IN"/>
        </a:p>
      </dgm:t>
    </dgm:pt>
    <dgm:pt modelId="{7960AA35-0870-4478-B187-23921C3681B8}" type="sibTrans" cxnId="{11F584A1-9FDB-4698-AA9F-9EB260FA59B1}">
      <dgm:prSet/>
      <dgm:spPr/>
      <dgm:t>
        <a:bodyPr/>
        <a:lstStyle/>
        <a:p>
          <a:endParaRPr lang="en-IN"/>
        </a:p>
      </dgm:t>
    </dgm:pt>
    <dgm:pt modelId="{39E0EEAC-E41D-4FFC-8578-9940C6663463}">
      <dgm:prSet phldrT="[Text]" custT="1"/>
      <dgm:spPr/>
      <dgm:t>
        <a:bodyPr/>
        <a:lstStyle/>
        <a:p>
          <a:pPr algn="just"/>
          <a:endParaRPr lang="en-IN" sz="2600" dirty="0"/>
        </a:p>
      </dgm:t>
    </dgm:pt>
    <dgm:pt modelId="{AC59FB97-4067-4F7D-AC66-1C779E6B7110}" type="parTrans" cxnId="{5B19BE7E-46A1-4EE5-9DED-2C7195F318B8}">
      <dgm:prSet/>
      <dgm:spPr/>
      <dgm:t>
        <a:bodyPr/>
        <a:lstStyle/>
        <a:p>
          <a:endParaRPr lang="en-IN"/>
        </a:p>
      </dgm:t>
    </dgm:pt>
    <dgm:pt modelId="{85106D58-D965-4C12-8AC8-AFB46AFF7445}" type="sibTrans" cxnId="{5B19BE7E-46A1-4EE5-9DED-2C7195F318B8}">
      <dgm:prSet/>
      <dgm:spPr/>
      <dgm:t>
        <a:bodyPr/>
        <a:lstStyle/>
        <a:p>
          <a:endParaRPr lang="en-IN"/>
        </a:p>
      </dgm:t>
    </dgm:pt>
    <dgm:pt modelId="{7E8920D3-803A-4148-B475-18304AECC9BB}">
      <dgm:prSet phldrT="[Text]" custT="1"/>
      <dgm:spPr/>
      <dgm:t>
        <a:bodyPr/>
        <a:lstStyle/>
        <a:p>
          <a:pPr algn="just"/>
          <a:endParaRPr lang="en-IN" sz="2600" dirty="0"/>
        </a:p>
      </dgm:t>
    </dgm:pt>
    <dgm:pt modelId="{54A18D06-D09B-449B-A8A5-23123B0AFB58}" type="parTrans" cxnId="{380554E6-B117-4654-B8D8-6930537E3B55}">
      <dgm:prSet/>
      <dgm:spPr/>
      <dgm:t>
        <a:bodyPr/>
        <a:lstStyle/>
        <a:p>
          <a:endParaRPr lang="en-IN"/>
        </a:p>
      </dgm:t>
    </dgm:pt>
    <dgm:pt modelId="{38AEFE98-1182-4DBF-AE6D-BEEDFE733EA6}" type="sibTrans" cxnId="{380554E6-B117-4654-B8D8-6930537E3B55}">
      <dgm:prSet/>
      <dgm:spPr/>
      <dgm:t>
        <a:bodyPr/>
        <a:lstStyle/>
        <a:p>
          <a:endParaRPr lang="en-IN"/>
        </a:p>
      </dgm:t>
    </dgm:pt>
    <dgm:pt modelId="{ECEA4A08-410A-41E7-959B-0A1E52A917FD}" type="pres">
      <dgm:prSet presAssocID="{5879272D-297E-491D-B679-41416C70519D}" presName="Name0" presStyleCnt="0">
        <dgm:presLayoutVars>
          <dgm:dir/>
          <dgm:animLvl val="lvl"/>
          <dgm:resizeHandles val="exact"/>
        </dgm:presLayoutVars>
      </dgm:prSet>
      <dgm:spPr/>
      <dgm:t>
        <a:bodyPr/>
        <a:lstStyle/>
        <a:p>
          <a:endParaRPr lang="en-IN"/>
        </a:p>
      </dgm:t>
    </dgm:pt>
    <dgm:pt modelId="{BC6CF70B-3520-4CDD-BDE9-0232D1E8F060}" type="pres">
      <dgm:prSet presAssocID="{F76AFC96-257B-4757-B08B-ABD71B229A65}" presName="composite" presStyleCnt="0"/>
      <dgm:spPr/>
    </dgm:pt>
    <dgm:pt modelId="{AFD7C805-071F-4512-8D1F-BE25FD6DCF90}" type="pres">
      <dgm:prSet presAssocID="{F76AFC96-257B-4757-B08B-ABD71B229A65}" presName="parTx" presStyleLbl="alignNode1" presStyleIdx="0" presStyleCnt="1" custScaleY="95745">
        <dgm:presLayoutVars>
          <dgm:chMax val="0"/>
          <dgm:chPref val="0"/>
          <dgm:bulletEnabled val="1"/>
        </dgm:presLayoutVars>
      </dgm:prSet>
      <dgm:spPr/>
      <dgm:t>
        <a:bodyPr/>
        <a:lstStyle/>
        <a:p>
          <a:endParaRPr lang="en-IN"/>
        </a:p>
      </dgm:t>
    </dgm:pt>
    <dgm:pt modelId="{A5944569-AA0D-4ABF-A701-C498E76B34B1}" type="pres">
      <dgm:prSet presAssocID="{F76AFC96-257B-4757-B08B-ABD71B229A65}" presName="desTx" presStyleLbl="alignAccFollowNode1" presStyleIdx="0" presStyleCnt="1">
        <dgm:presLayoutVars>
          <dgm:bulletEnabled val="1"/>
        </dgm:presLayoutVars>
      </dgm:prSet>
      <dgm:spPr/>
      <dgm:t>
        <a:bodyPr/>
        <a:lstStyle/>
        <a:p>
          <a:endParaRPr lang="en-IN"/>
        </a:p>
      </dgm:t>
    </dgm:pt>
  </dgm:ptLst>
  <dgm:cxnLst>
    <dgm:cxn modelId="{DCE33438-3127-4A5C-82BD-4B941E7F0F6D}" type="presOf" srcId="{1ED0272E-12CE-4EF7-942C-AAC8BFD26491}" destId="{A5944569-AA0D-4ABF-A701-C498E76B34B1}" srcOrd="0" destOrd="3" presId="urn:microsoft.com/office/officeart/2005/8/layout/hList1"/>
    <dgm:cxn modelId="{749AD1FE-A585-429E-99ED-0EBF3BFEF955}" srcId="{F76AFC96-257B-4757-B08B-ABD71B229A65}" destId="{88C92FC1-9FE5-40F7-A7F0-6A3C666DE9F2}" srcOrd="0" destOrd="0" parTransId="{63790AF3-70EF-4E15-8B7F-E68415E590A7}" sibTransId="{D41713CA-8F1F-4A4B-88FB-23EE2879304F}"/>
    <dgm:cxn modelId="{233BFC0B-1CC2-4A21-A479-01C5A645A39D}" type="presOf" srcId="{39E0EEAC-E41D-4FFC-8578-9940C6663463}" destId="{A5944569-AA0D-4ABF-A701-C498E76B34B1}" srcOrd="0" destOrd="2" presId="urn:microsoft.com/office/officeart/2005/8/layout/hList1"/>
    <dgm:cxn modelId="{B3A3E56C-13F5-429A-A5C4-F893E1395371}" srcId="{F76AFC96-257B-4757-B08B-ABD71B229A65}" destId="{6D55163A-2C28-4C84-AADF-9997C31E043E}" srcOrd="6" destOrd="0" parTransId="{BD1E2B52-3528-4838-A7C8-77F501393632}" sibTransId="{5BB28773-F041-4552-A5CC-8AF9742010F2}"/>
    <dgm:cxn modelId="{11F584A1-9FDB-4698-AA9F-9EB260FA59B1}" srcId="{F76AFC96-257B-4757-B08B-ABD71B229A65}" destId="{0E8EC562-AAD7-4854-BD9D-25CBE54BEF68}" srcOrd="7" destOrd="0" parTransId="{C46B2E69-4873-4386-8A6F-C7C8B03D3070}" sibTransId="{7960AA35-0870-4478-B187-23921C3681B8}"/>
    <dgm:cxn modelId="{BBA265D9-6FB5-4644-92DA-CBFC45DD08C1}" type="presOf" srcId="{5F666387-ACAA-446D-ACA9-F38788320D2B}" destId="{A5944569-AA0D-4ABF-A701-C498E76B34B1}" srcOrd="0" destOrd="8" presId="urn:microsoft.com/office/officeart/2005/8/layout/hList1"/>
    <dgm:cxn modelId="{72508D3D-2184-4585-B876-8429AD37F101}" srcId="{F76AFC96-257B-4757-B08B-ABD71B229A65}" destId="{B4BE2153-AC75-4241-A682-2BC5851F50FA}" srcOrd="5" destOrd="0" parTransId="{23B26B02-2F51-43DB-AD41-C8CDCC32707B}" sibTransId="{80F144F7-535B-45AE-AC06-9F7774D8E72C}"/>
    <dgm:cxn modelId="{380554E6-B117-4654-B8D8-6930537E3B55}" srcId="{F76AFC96-257B-4757-B08B-ABD71B229A65}" destId="{7E8920D3-803A-4148-B475-18304AECC9BB}" srcOrd="1" destOrd="0" parTransId="{54A18D06-D09B-449B-A8A5-23123B0AFB58}" sibTransId="{38AEFE98-1182-4DBF-AE6D-BEEDFE733EA6}"/>
    <dgm:cxn modelId="{264509AB-619A-411B-9B43-073C9B6BEDD5}" type="presOf" srcId="{B4BE2153-AC75-4241-A682-2BC5851F50FA}" destId="{A5944569-AA0D-4ABF-A701-C498E76B34B1}" srcOrd="0" destOrd="5" presId="urn:microsoft.com/office/officeart/2005/8/layout/hList1"/>
    <dgm:cxn modelId="{31756F88-0FFC-4CF0-A1C5-5EF7F5E467FB}" srcId="{5879272D-297E-491D-B679-41416C70519D}" destId="{F76AFC96-257B-4757-B08B-ABD71B229A65}" srcOrd="0" destOrd="0" parTransId="{835EF55C-136C-4038-BBEB-181AB509069F}" sibTransId="{8920C932-40A2-4618-84D4-E8733BA753D8}"/>
    <dgm:cxn modelId="{96BC838E-A014-46BA-BF4D-B283BDDBA4A4}" type="presOf" srcId="{6D55163A-2C28-4C84-AADF-9997C31E043E}" destId="{A5944569-AA0D-4ABF-A701-C498E76B34B1}" srcOrd="0" destOrd="6" presId="urn:microsoft.com/office/officeart/2005/8/layout/hList1"/>
    <dgm:cxn modelId="{80BF7AD3-7161-45AF-A791-DD78CC0BA4CC}" type="presOf" srcId="{5879272D-297E-491D-B679-41416C70519D}" destId="{ECEA4A08-410A-41E7-959B-0A1E52A917FD}" srcOrd="0" destOrd="0" presId="urn:microsoft.com/office/officeart/2005/8/layout/hList1"/>
    <dgm:cxn modelId="{B29E255B-D0F1-4994-B605-E238DAB6A806}" type="presOf" srcId="{0E8EC562-AAD7-4854-BD9D-25CBE54BEF68}" destId="{A5944569-AA0D-4ABF-A701-C498E76B34B1}" srcOrd="0" destOrd="7" presId="urn:microsoft.com/office/officeart/2005/8/layout/hList1"/>
    <dgm:cxn modelId="{8D092975-3F32-4C26-93FD-A180444EBD29}" type="presOf" srcId="{88C92FC1-9FE5-40F7-A7F0-6A3C666DE9F2}" destId="{A5944569-AA0D-4ABF-A701-C498E76B34B1}" srcOrd="0" destOrd="0" presId="urn:microsoft.com/office/officeart/2005/8/layout/hList1"/>
    <dgm:cxn modelId="{E2230CFC-5802-4D5C-BB5D-C777834F2224}" type="presOf" srcId="{F76AFC96-257B-4757-B08B-ABD71B229A65}" destId="{AFD7C805-071F-4512-8D1F-BE25FD6DCF90}" srcOrd="0" destOrd="0" presId="urn:microsoft.com/office/officeart/2005/8/layout/hList1"/>
    <dgm:cxn modelId="{5B19BE7E-46A1-4EE5-9DED-2C7195F318B8}" srcId="{F76AFC96-257B-4757-B08B-ABD71B229A65}" destId="{39E0EEAC-E41D-4FFC-8578-9940C6663463}" srcOrd="2" destOrd="0" parTransId="{AC59FB97-4067-4F7D-AC66-1C779E6B7110}" sibTransId="{85106D58-D965-4C12-8AC8-AFB46AFF7445}"/>
    <dgm:cxn modelId="{B05DB67A-6EDA-4292-8867-1DD749366A37}" srcId="{F76AFC96-257B-4757-B08B-ABD71B229A65}" destId="{5F666387-ACAA-446D-ACA9-F38788320D2B}" srcOrd="8" destOrd="0" parTransId="{89B53373-3B34-415A-952F-CAF298926B7C}" sibTransId="{3C1913AD-9746-4D90-B82A-97A7D6670D82}"/>
    <dgm:cxn modelId="{9A49B5DB-5765-465A-9E62-3E6FAD395A3F}" type="presOf" srcId="{04464824-A643-4366-90C4-964B0DB7BFF6}" destId="{A5944569-AA0D-4ABF-A701-C498E76B34B1}" srcOrd="0" destOrd="4" presId="urn:microsoft.com/office/officeart/2005/8/layout/hList1"/>
    <dgm:cxn modelId="{BF11A322-9215-482F-9D7E-FAC5D75143B5}" type="presOf" srcId="{7E8920D3-803A-4148-B475-18304AECC9BB}" destId="{A5944569-AA0D-4ABF-A701-C498E76B34B1}" srcOrd="0" destOrd="1" presId="urn:microsoft.com/office/officeart/2005/8/layout/hList1"/>
    <dgm:cxn modelId="{9A3BEF84-83F6-4A67-A9D7-1712A5367AC0}" srcId="{F76AFC96-257B-4757-B08B-ABD71B229A65}" destId="{1ED0272E-12CE-4EF7-942C-AAC8BFD26491}" srcOrd="3" destOrd="0" parTransId="{D399E6B8-A404-4116-9B64-628ED6E59AF0}" sibTransId="{71B9DD24-72E3-4FC6-A38D-32802BCC15C5}"/>
    <dgm:cxn modelId="{D6BD12C1-DE2D-4237-9658-39C5BD0264FB}" srcId="{F76AFC96-257B-4757-B08B-ABD71B229A65}" destId="{04464824-A643-4366-90C4-964B0DB7BFF6}" srcOrd="4" destOrd="0" parTransId="{3997EE79-0043-426C-B318-0F2761FB60C4}" sibTransId="{5F2F0D19-5A6F-4E03-B6DE-27CC1A8BE1C8}"/>
    <dgm:cxn modelId="{C31CB155-360D-49D0-80A8-75C8D2C9509A}" type="presParOf" srcId="{ECEA4A08-410A-41E7-959B-0A1E52A917FD}" destId="{BC6CF70B-3520-4CDD-BDE9-0232D1E8F060}" srcOrd="0" destOrd="0" presId="urn:microsoft.com/office/officeart/2005/8/layout/hList1"/>
    <dgm:cxn modelId="{6F5CB5F8-0A88-47DD-9E65-87FC892C02ED}" type="presParOf" srcId="{BC6CF70B-3520-4CDD-BDE9-0232D1E8F060}" destId="{AFD7C805-071F-4512-8D1F-BE25FD6DCF90}" srcOrd="0" destOrd="0" presId="urn:microsoft.com/office/officeart/2005/8/layout/hList1"/>
    <dgm:cxn modelId="{E8034D51-4080-44EC-9BAF-6F0ABB342706}" type="presParOf" srcId="{BC6CF70B-3520-4CDD-BDE9-0232D1E8F060}" destId="{A5944569-AA0D-4ABF-A701-C498E76B34B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7676D98-92D7-4F96-9C46-C3377253230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E214C9F0-B75D-48DA-8555-858C9C963F73}">
      <dgm:prSet phldrT="[Text]" custT="1"/>
      <dgm:spPr/>
      <dgm:t>
        <a:bodyPr/>
        <a:lstStyle/>
        <a:p>
          <a:r>
            <a:rPr lang="en-IN" sz="2000" b="1" i="0" dirty="0">
              <a:latin typeface="+mj-lt"/>
            </a:rPr>
            <a:t>Principle of EOG</a:t>
          </a:r>
          <a:endParaRPr lang="en-IN" sz="2000" b="1" dirty="0">
            <a:latin typeface="+mj-lt"/>
          </a:endParaRPr>
        </a:p>
      </dgm:t>
    </dgm:pt>
    <dgm:pt modelId="{13C6E467-6A75-484B-BBCE-760CDF3E16AD}" type="parTrans" cxnId="{B3D75846-FFEE-4D89-9EA0-DC0D3B6EEED3}">
      <dgm:prSet/>
      <dgm:spPr/>
      <dgm:t>
        <a:bodyPr/>
        <a:lstStyle/>
        <a:p>
          <a:endParaRPr lang="en-IN"/>
        </a:p>
      </dgm:t>
    </dgm:pt>
    <dgm:pt modelId="{03AFE389-49FE-4E9F-AD6B-AA90D4844037}" type="sibTrans" cxnId="{B3D75846-FFEE-4D89-9EA0-DC0D3B6EEED3}">
      <dgm:prSet/>
      <dgm:spPr/>
      <dgm:t>
        <a:bodyPr/>
        <a:lstStyle/>
        <a:p>
          <a:endParaRPr lang="en-IN"/>
        </a:p>
      </dgm:t>
    </dgm:pt>
    <dgm:pt modelId="{271E59A1-60A6-433C-B658-CC73145D44CE}">
      <dgm:prSet phldrT="[Text]"/>
      <dgm:spPr/>
      <dgm:t>
        <a:bodyPr/>
        <a:lstStyle/>
        <a:p>
          <a:pPr algn="just"/>
          <a:r>
            <a:rPr lang="en-US" b="0" i="0" dirty="0"/>
            <a:t>The electrooculogram (EOG) is an electrophysiologic test that measures the existing resting electrical potential between the cornea and Bruch's membrane. </a:t>
          </a:r>
          <a:endParaRPr lang="en-IN" dirty="0"/>
        </a:p>
      </dgm:t>
    </dgm:pt>
    <dgm:pt modelId="{20221425-DECB-4269-A7B5-36823128AFE4}" type="parTrans" cxnId="{D34689E3-3FBA-4A88-8BD4-26C639044919}">
      <dgm:prSet/>
      <dgm:spPr/>
      <dgm:t>
        <a:bodyPr/>
        <a:lstStyle/>
        <a:p>
          <a:endParaRPr lang="en-IN"/>
        </a:p>
      </dgm:t>
    </dgm:pt>
    <dgm:pt modelId="{1E5D065E-37E3-4A3F-8356-72B44C72AE59}" type="sibTrans" cxnId="{D34689E3-3FBA-4A88-8BD4-26C639044919}">
      <dgm:prSet/>
      <dgm:spPr/>
      <dgm:t>
        <a:bodyPr/>
        <a:lstStyle/>
        <a:p>
          <a:endParaRPr lang="en-IN"/>
        </a:p>
      </dgm:t>
    </dgm:pt>
    <dgm:pt modelId="{71C27F16-7AB3-475C-8590-70E337609577}">
      <dgm:prSet/>
      <dgm:spPr/>
      <dgm:t>
        <a:bodyPr/>
        <a:lstStyle/>
        <a:p>
          <a:pPr algn="just"/>
          <a:r>
            <a:rPr lang="en-US" b="0" i="0" dirty="0"/>
            <a:t>The difference of electrical potential of the anterior and posterior part of the eyeball is called the standing potential.</a:t>
          </a:r>
        </a:p>
      </dgm:t>
    </dgm:pt>
    <dgm:pt modelId="{0ABF55C3-0F76-4541-8F54-75E560755A5D}" type="parTrans" cxnId="{B4BAC619-74CB-492C-AC26-2EA745891791}">
      <dgm:prSet/>
      <dgm:spPr/>
      <dgm:t>
        <a:bodyPr/>
        <a:lstStyle/>
        <a:p>
          <a:endParaRPr lang="en-IN"/>
        </a:p>
      </dgm:t>
    </dgm:pt>
    <dgm:pt modelId="{E7550087-26A6-419D-A970-B45452270F94}" type="sibTrans" cxnId="{B4BAC619-74CB-492C-AC26-2EA745891791}">
      <dgm:prSet/>
      <dgm:spPr/>
      <dgm:t>
        <a:bodyPr/>
        <a:lstStyle/>
        <a:p>
          <a:endParaRPr lang="en-IN"/>
        </a:p>
      </dgm:t>
    </dgm:pt>
    <dgm:pt modelId="{C58D9A25-40B2-4FC6-B774-B935035842E4}">
      <dgm:prSet/>
      <dgm:spPr/>
      <dgm:t>
        <a:bodyPr/>
        <a:lstStyle/>
        <a:p>
          <a:pPr algn="just"/>
          <a:r>
            <a:rPr lang="en-US" b="0" i="0" dirty="0"/>
            <a:t>The EOG is used to assess the function of the pigment epithelium. </a:t>
          </a:r>
        </a:p>
      </dgm:t>
    </dgm:pt>
    <dgm:pt modelId="{9F8ED79E-DE6F-4E01-82DE-F7B83D6C1CE0}" type="parTrans" cxnId="{1B9418D9-2949-4DE7-B610-F0B508C0AB5F}">
      <dgm:prSet/>
      <dgm:spPr/>
      <dgm:t>
        <a:bodyPr/>
        <a:lstStyle/>
        <a:p>
          <a:endParaRPr lang="en-IN"/>
        </a:p>
      </dgm:t>
    </dgm:pt>
    <dgm:pt modelId="{1B0D89BB-6FF4-481A-A944-11E4DA871E45}" type="sibTrans" cxnId="{1B9418D9-2949-4DE7-B610-F0B508C0AB5F}">
      <dgm:prSet/>
      <dgm:spPr/>
      <dgm:t>
        <a:bodyPr/>
        <a:lstStyle/>
        <a:p>
          <a:endParaRPr lang="en-IN"/>
        </a:p>
      </dgm:t>
    </dgm:pt>
    <dgm:pt modelId="{FBC777D4-F358-45ED-A23B-7E3079062D5F}">
      <dgm:prSet/>
      <dgm:spPr/>
      <dgm:t>
        <a:bodyPr/>
        <a:lstStyle/>
        <a:p>
          <a:pPr algn="just"/>
          <a:r>
            <a:rPr lang="en-US" b="0" i="0" dirty="0"/>
            <a:t>During dark adaptation, resting potential decreases slightly and reaches a minimum (“dark trough”) after several minutes. </a:t>
          </a:r>
        </a:p>
      </dgm:t>
    </dgm:pt>
    <dgm:pt modelId="{9AC0457A-8281-4CE1-AD45-07F75F3D16A7}" type="parTrans" cxnId="{E893ED58-7750-4312-A3E2-08245A8004B6}">
      <dgm:prSet/>
      <dgm:spPr/>
      <dgm:t>
        <a:bodyPr/>
        <a:lstStyle/>
        <a:p>
          <a:endParaRPr lang="en-IN"/>
        </a:p>
      </dgm:t>
    </dgm:pt>
    <dgm:pt modelId="{7EEB21FA-45E5-4F9E-BA32-DF7EC63C2845}" type="sibTrans" cxnId="{E893ED58-7750-4312-A3E2-08245A8004B6}">
      <dgm:prSet/>
      <dgm:spPr/>
      <dgm:t>
        <a:bodyPr/>
        <a:lstStyle/>
        <a:p>
          <a:endParaRPr lang="en-IN"/>
        </a:p>
      </dgm:t>
    </dgm:pt>
    <dgm:pt modelId="{A0C89885-D11C-44C1-AE35-E88E85EE12DF}">
      <dgm:prSet/>
      <dgm:spPr/>
      <dgm:t>
        <a:bodyPr/>
        <a:lstStyle/>
        <a:p>
          <a:pPr algn="just"/>
          <a:r>
            <a:rPr lang="en-US" b="0" i="0" dirty="0"/>
            <a:t>When light is switched on, a substantial increase of the resting potential occurs (“light peak”), which drops off after a few minutes when the retina adapts to the light. </a:t>
          </a:r>
        </a:p>
      </dgm:t>
    </dgm:pt>
    <dgm:pt modelId="{FDCCC5A5-A1B3-4110-8B14-AFCDF60A7173}" type="parTrans" cxnId="{65597053-16B1-45D8-8448-D0AC68747264}">
      <dgm:prSet/>
      <dgm:spPr/>
      <dgm:t>
        <a:bodyPr/>
        <a:lstStyle/>
        <a:p>
          <a:endParaRPr lang="en-IN"/>
        </a:p>
      </dgm:t>
    </dgm:pt>
    <dgm:pt modelId="{AF080F3F-00BD-41D2-95A4-9F08B50F2F96}" type="sibTrans" cxnId="{65597053-16B1-45D8-8448-D0AC68747264}">
      <dgm:prSet/>
      <dgm:spPr/>
      <dgm:t>
        <a:bodyPr/>
        <a:lstStyle/>
        <a:p>
          <a:endParaRPr lang="en-IN"/>
        </a:p>
      </dgm:t>
    </dgm:pt>
    <dgm:pt modelId="{3B2B19FC-BCE0-4F00-90F0-EB906B8A2CCF}">
      <dgm:prSet/>
      <dgm:spPr/>
      <dgm:t>
        <a:bodyPr/>
        <a:lstStyle/>
        <a:p>
          <a:pPr algn="just"/>
          <a:r>
            <a:rPr lang="en-US" b="0" i="0" dirty="0"/>
            <a:t>The ratio of the voltages (i.e. light peak divided by dark trough) is known as the Arden ratio. </a:t>
          </a:r>
        </a:p>
      </dgm:t>
    </dgm:pt>
    <dgm:pt modelId="{2B20CAD8-CBB6-4DE9-81A6-989EBB0E08CD}" type="parTrans" cxnId="{7B9270CD-E9BE-4853-95EB-C5508920C6AF}">
      <dgm:prSet/>
      <dgm:spPr/>
      <dgm:t>
        <a:bodyPr/>
        <a:lstStyle/>
        <a:p>
          <a:endParaRPr lang="en-IN"/>
        </a:p>
      </dgm:t>
    </dgm:pt>
    <dgm:pt modelId="{7943F6FE-6CFB-43F6-9E65-7BD640164ED8}" type="sibTrans" cxnId="{7B9270CD-E9BE-4853-95EB-C5508920C6AF}">
      <dgm:prSet/>
      <dgm:spPr/>
      <dgm:t>
        <a:bodyPr/>
        <a:lstStyle/>
        <a:p>
          <a:endParaRPr lang="en-IN"/>
        </a:p>
      </dgm:t>
    </dgm:pt>
    <dgm:pt modelId="{4BB3F2EB-E19E-4FF7-87B8-91E5D1B34451}">
      <dgm:prSet/>
      <dgm:spPr/>
      <dgm:t>
        <a:bodyPr/>
        <a:lstStyle/>
        <a:p>
          <a:pPr algn="just"/>
          <a:r>
            <a:rPr lang="en-US" b="0" i="0" dirty="0"/>
            <a:t>Standing potential indirectly measures the transepithelial potential (TEP) of the retinal pigment epithelium (RPE). </a:t>
          </a:r>
        </a:p>
      </dgm:t>
    </dgm:pt>
    <dgm:pt modelId="{7B4232B7-4983-4577-A130-380162745670}" type="parTrans" cxnId="{AC1C5BAD-55AE-4E3E-AA2E-1C21F537C12A}">
      <dgm:prSet/>
      <dgm:spPr/>
      <dgm:t>
        <a:bodyPr/>
        <a:lstStyle/>
        <a:p>
          <a:endParaRPr lang="en-IN"/>
        </a:p>
      </dgm:t>
    </dgm:pt>
    <dgm:pt modelId="{B9A3D41E-B162-42C3-9E95-D55A183AFACB}" type="sibTrans" cxnId="{AC1C5BAD-55AE-4E3E-AA2E-1C21F537C12A}">
      <dgm:prSet/>
      <dgm:spPr/>
      <dgm:t>
        <a:bodyPr/>
        <a:lstStyle/>
        <a:p>
          <a:endParaRPr lang="en-IN"/>
        </a:p>
      </dgm:t>
    </dgm:pt>
    <dgm:pt modelId="{631B8B4D-6C40-4F32-A15A-35B50C47F40F}">
      <dgm:prSet/>
      <dgm:spPr/>
      <dgm:t>
        <a:bodyPr/>
        <a:lstStyle/>
        <a:p>
          <a:pPr algn="just"/>
          <a:r>
            <a:rPr lang="en-US" b="0" i="0" dirty="0"/>
            <a:t>TEP is the difference of membrane potential of basolateral and apical membranes of RPE.</a:t>
          </a:r>
        </a:p>
      </dgm:t>
    </dgm:pt>
    <dgm:pt modelId="{FA9D8D8D-FA72-4F0D-8E1C-31B7FC2AC8D2}" type="parTrans" cxnId="{A9C6456A-5762-4393-84BF-A9D6A782E12E}">
      <dgm:prSet/>
      <dgm:spPr/>
      <dgm:t>
        <a:bodyPr/>
        <a:lstStyle/>
        <a:p>
          <a:endParaRPr lang="en-IN"/>
        </a:p>
      </dgm:t>
    </dgm:pt>
    <dgm:pt modelId="{F3CEA55B-A9BB-4CFA-BF13-B8B8DD122A69}" type="sibTrans" cxnId="{A9C6456A-5762-4393-84BF-A9D6A782E12E}">
      <dgm:prSet/>
      <dgm:spPr/>
      <dgm:t>
        <a:bodyPr/>
        <a:lstStyle/>
        <a:p>
          <a:endParaRPr lang="en-IN"/>
        </a:p>
      </dgm:t>
    </dgm:pt>
    <dgm:pt modelId="{495628B3-3A03-4B62-84B0-1B6144FFC433}">
      <dgm:prSet/>
      <dgm:spPr/>
      <dgm:t>
        <a:bodyPr/>
        <a:lstStyle/>
        <a:p>
          <a:pPr algn="just"/>
          <a:r>
            <a:rPr lang="en-US" b="0" i="0" dirty="0"/>
            <a:t>The mean transepithelial voltage of bovine Retinal pigment epithelium is 6 millivolts (mV).</a:t>
          </a:r>
        </a:p>
      </dgm:t>
    </dgm:pt>
    <dgm:pt modelId="{BBB4D8DC-BD8C-488D-83EE-5831C960D7AD}" type="parTrans" cxnId="{1AAB521B-BFD6-493D-8078-A87126DDF42B}">
      <dgm:prSet/>
      <dgm:spPr/>
      <dgm:t>
        <a:bodyPr/>
        <a:lstStyle/>
        <a:p>
          <a:endParaRPr lang="en-IN"/>
        </a:p>
      </dgm:t>
    </dgm:pt>
    <dgm:pt modelId="{E78B4DB5-C3C0-4BCC-8200-98DF936A417D}" type="sibTrans" cxnId="{1AAB521B-BFD6-493D-8078-A87126DDF42B}">
      <dgm:prSet/>
      <dgm:spPr/>
      <dgm:t>
        <a:bodyPr/>
        <a:lstStyle/>
        <a:p>
          <a:endParaRPr lang="en-IN"/>
        </a:p>
      </dgm:t>
    </dgm:pt>
    <dgm:pt modelId="{3315B374-679F-4A79-BA8B-AAC267136487}" type="pres">
      <dgm:prSet presAssocID="{B7676D98-92D7-4F96-9C46-C33772532306}" presName="linear" presStyleCnt="0">
        <dgm:presLayoutVars>
          <dgm:dir/>
          <dgm:animLvl val="lvl"/>
          <dgm:resizeHandles val="exact"/>
        </dgm:presLayoutVars>
      </dgm:prSet>
      <dgm:spPr/>
      <dgm:t>
        <a:bodyPr/>
        <a:lstStyle/>
        <a:p>
          <a:endParaRPr lang="en-IN"/>
        </a:p>
      </dgm:t>
    </dgm:pt>
    <dgm:pt modelId="{8223491E-38DD-4CCE-93A6-88938388CF4A}" type="pres">
      <dgm:prSet presAssocID="{E214C9F0-B75D-48DA-8555-858C9C963F73}" presName="parentLin" presStyleCnt="0"/>
      <dgm:spPr/>
    </dgm:pt>
    <dgm:pt modelId="{EC78DBF5-3E10-45FE-9066-F8D661762F60}" type="pres">
      <dgm:prSet presAssocID="{E214C9F0-B75D-48DA-8555-858C9C963F73}" presName="parentLeftMargin" presStyleLbl="node1" presStyleIdx="0" presStyleCnt="1"/>
      <dgm:spPr/>
      <dgm:t>
        <a:bodyPr/>
        <a:lstStyle/>
        <a:p>
          <a:endParaRPr lang="en-IN"/>
        </a:p>
      </dgm:t>
    </dgm:pt>
    <dgm:pt modelId="{8D6F0B06-8410-4803-A785-7CB7494EA546}" type="pres">
      <dgm:prSet presAssocID="{E214C9F0-B75D-48DA-8555-858C9C963F73}" presName="parentText" presStyleLbl="node1" presStyleIdx="0" presStyleCnt="1">
        <dgm:presLayoutVars>
          <dgm:chMax val="0"/>
          <dgm:bulletEnabled val="1"/>
        </dgm:presLayoutVars>
      </dgm:prSet>
      <dgm:spPr/>
      <dgm:t>
        <a:bodyPr/>
        <a:lstStyle/>
        <a:p>
          <a:endParaRPr lang="en-IN"/>
        </a:p>
      </dgm:t>
    </dgm:pt>
    <dgm:pt modelId="{287BB953-B9E3-4D9E-8AD2-31FF52507D53}" type="pres">
      <dgm:prSet presAssocID="{E214C9F0-B75D-48DA-8555-858C9C963F73}" presName="negativeSpace" presStyleCnt="0"/>
      <dgm:spPr/>
    </dgm:pt>
    <dgm:pt modelId="{F67D4087-A30A-44F7-BCBF-84E27E79012A}" type="pres">
      <dgm:prSet presAssocID="{E214C9F0-B75D-48DA-8555-858C9C963F73}" presName="childText" presStyleLbl="conFgAcc1" presStyleIdx="0" presStyleCnt="1">
        <dgm:presLayoutVars>
          <dgm:bulletEnabled val="1"/>
        </dgm:presLayoutVars>
      </dgm:prSet>
      <dgm:spPr/>
      <dgm:t>
        <a:bodyPr/>
        <a:lstStyle/>
        <a:p>
          <a:endParaRPr lang="en-IN"/>
        </a:p>
      </dgm:t>
    </dgm:pt>
  </dgm:ptLst>
  <dgm:cxnLst>
    <dgm:cxn modelId="{9FB085BF-9804-429A-8AC3-9C8435226AF9}" type="presOf" srcId="{FBC777D4-F358-45ED-A23B-7E3079062D5F}" destId="{F67D4087-A30A-44F7-BCBF-84E27E79012A}" srcOrd="0" destOrd="6" presId="urn:microsoft.com/office/officeart/2005/8/layout/list1"/>
    <dgm:cxn modelId="{D34689E3-3FBA-4A88-8BD4-26C639044919}" srcId="{E214C9F0-B75D-48DA-8555-858C9C963F73}" destId="{271E59A1-60A6-433C-B658-CC73145D44CE}" srcOrd="0" destOrd="0" parTransId="{20221425-DECB-4269-A7B5-36823128AFE4}" sibTransId="{1E5D065E-37E3-4A3F-8356-72B44C72AE59}"/>
    <dgm:cxn modelId="{B4BAC619-74CB-492C-AC26-2EA745891791}" srcId="{E214C9F0-B75D-48DA-8555-858C9C963F73}" destId="{71C27F16-7AB3-475C-8590-70E337609577}" srcOrd="1" destOrd="0" parTransId="{0ABF55C3-0F76-4541-8F54-75E560755A5D}" sibTransId="{E7550087-26A6-419D-A970-B45452270F94}"/>
    <dgm:cxn modelId="{088FBB5A-541E-4CD5-A8E5-43A503AC60E3}" type="presOf" srcId="{B7676D98-92D7-4F96-9C46-C33772532306}" destId="{3315B374-679F-4A79-BA8B-AAC267136487}" srcOrd="0" destOrd="0" presId="urn:microsoft.com/office/officeart/2005/8/layout/list1"/>
    <dgm:cxn modelId="{65597053-16B1-45D8-8448-D0AC68747264}" srcId="{C58D9A25-40B2-4FC6-B774-B935035842E4}" destId="{A0C89885-D11C-44C1-AE35-E88E85EE12DF}" srcOrd="1" destOrd="0" parTransId="{FDCCC5A5-A1B3-4110-8B14-AFCDF60A7173}" sibTransId="{AF080F3F-00BD-41D2-95A4-9F08B50F2F96}"/>
    <dgm:cxn modelId="{A9C6456A-5762-4393-84BF-A9D6A782E12E}" srcId="{E214C9F0-B75D-48DA-8555-858C9C963F73}" destId="{631B8B4D-6C40-4F32-A15A-35B50C47F40F}" srcOrd="3" destOrd="0" parTransId="{FA9D8D8D-FA72-4F0D-8E1C-31B7FC2AC8D2}" sibTransId="{F3CEA55B-A9BB-4CFA-BF13-B8B8DD122A69}"/>
    <dgm:cxn modelId="{B3D75846-FFEE-4D89-9EA0-DC0D3B6EEED3}" srcId="{B7676D98-92D7-4F96-9C46-C33772532306}" destId="{E214C9F0-B75D-48DA-8555-858C9C963F73}" srcOrd="0" destOrd="0" parTransId="{13C6E467-6A75-484B-BBCE-760CDF3E16AD}" sibTransId="{03AFE389-49FE-4E9F-AD6B-AA90D4844037}"/>
    <dgm:cxn modelId="{7B9270CD-E9BE-4853-95EB-C5508920C6AF}" srcId="{C58D9A25-40B2-4FC6-B774-B935035842E4}" destId="{3B2B19FC-BCE0-4F00-90F0-EB906B8A2CCF}" srcOrd="2" destOrd="0" parTransId="{2B20CAD8-CBB6-4DE9-81A6-989EBB0E08CD}" sibTransId="{7943F6FE-6CFB-43F6-9E65-7BD640164ED8}"/>
    <dgm:cxn modelId="{30A070F0-1F88-4978-AAB1-AE6C572F745A}" type="presOf" srcId="{3B2B19FC-BCE0-4F00-90F0-EB906B8A2CCF}" destId="{F67D4087-A30A-44F7-BCBF-84E27E79012A}" srcOrd="0" destOrd="8" presId="urn:microsoft.com/office/officeart/2005/8/layout/list1"/>
    <dgm:cxn modelId="{AC1C5BAD-55AE-4E3E-AA2E-1C21F537C12A}" srcId="{E214C9F0-B75D-48DA-8555-858C9C963F73}" destId="{4BB3F2EB-E19E-4FF7-87B8-91E5D1B34451}" srcOrd="2" destOrd="0" parTransId="{7B4232B7-4983-4577-A130-380162745670}" sibTransId="{B9A3D41E-B162-42C3-9E95-D55A183AFACB}"/>
    <dgm:cxn modelId="{55DD424A-1AFB-471B-8C5E-DB8AECB9A8CC}" type="presOf" srcId="{E214C9F0-B75D-48DA-8555-858C9C963F73}" destId="{EC78DBF5-3E10-45FE-9066-F8D661762F60}" srcOrd="0" destOrd="0" presId="urn:microsoft.com/office/officeart/2005/8/layout/list1"/>
    <dgm:cxn modelId="{35E55CE3-1A3D-4E96-AE77-F6A7D8E1F253}" type="presOf" srcId="{631B8B4D-6C40-4F32-A15A-35B50C47F40F}" destId="{F67D4087-A30A-44F7-BCBF-84E27E79012A}" srcOrd="0" destOrd="3" presId="urn:microsoft.com/office/officeart/2005/8/layout/list1"/>
    <dgm:cxn modelId="{F6417D81-4E1C-489C-A4CE-D02C009601F5}" type="presOf" srcId="{A0C89885-D11C-44C1-AE35-E88E85EE12DF}" destId="{F67D4087-A30A-44F7-BCBF-84E27E79012A}" srcOrd="0" destOrd="7" presId="urn:microsoft.com/office/officeart/2005/8/layout/list1"/>
    <dgm:cxn modelId="{E893ED58-7750-4312-A3E2-08245A8004B6}" srcId="{C58D9A25-40B2-4FC6-B774-B935035842E4}" destId="{FBC777D4-F358-45ED-A23B-7E3079062D5F}" srcOrd="0" destOrd="0" parTransId="{9AC0457A-8281-4CE1-AD45-07F75F3D16A7}" sibTransId="{7EEB21FA-45E5-4F9E-BA32-DF7EC63C2845}"/>
    <dgm:cxn modelId="{3A57922D-D0C7-4834-ADE0-BCBE08778399}" type="presOf" srcId="{271E59A1-60A6-433C-B658-CC73145D44CE}" destId="{F67D4087-A30A-44F7-BCBF-84E27E79012A}" srcOrd="0" destOrd="0" presId="urn:microsoft.com/office/officeart/2005/8/layout/list1"/>
    <dgm:cxn modelId="{3A972A8E-F340-4E53-840A-34BB5DA8739A}" type="presOf" srcId="{495628B3-3A03-4B62-84B0-1B6144FFC433}" destId="{F67D4087-A30A-44F7-BCBF-84E27E79012A}" srcOrd="0" destOrd="4" presId="urn:microsoft.com/office/officeart/2005/8/layout/list1"/>
    <dgm:cxn modelId="{1B9418D9-2949-4DE7-B610-F0B508C0AB5F}" srcId="{E214C9F0-B75D-48DA-8555-858C9C963F73}" destId="{C58D9A25-40B2-4FC6-B774-B935035842E4}" srcOrd="5" destOrd="0" parTransId="{9F8ED79E-DE6F-4E01-82DE-F7B83D6C1CE0}" sibTransId="{1B0D89BB-6FF4-481A-A944-11E4DA871E45}"/>
    <dgm:cxn modelId="{CDC26F55-D497-4A2F-8DC3-6F2AA90CF0A3}" type="presOf" srcId="{71C27F16-7AB3-475C-8590-70E337609577}" destId="{F67D4087-A30A-44F7-BCBF-84E27E79012A}" srcOrd="0" destOrd="1" presId="urn:microsoft.com/office/officeart/2005/8/layout/list1"/>
    <dgm:cxn modelId="{BD6F2539-D4DD-47A8-A654-22C70733BA43}" type="presOf" srcId="{C58D9A25-40B2-4FC6-B774-B935035842E4}" destId="{F67D4087-A30A-44F7-BCBF-84E27E79012A}" srcOrd="0" destOrd="5" presId="urn:microsoft.com/office/officeart/2005/8/layout/list1"/>
    <dgm:cxn modelId="{31229B2B-0F7A-43BE-870A-4CC4E6045B92}" type="presOf" srcId="{4BB3F2EB-E19E-4FF7-87B8-91E5D1B34451}" destId="{F67D4087-A30A-44F7-BCBF-84E27E79012A}" srcOrd="0" destOrd="2" presId="urn:microsoft.com/office/officeart/2005/8/layout/list1"/>
    <dgm:cxn modelId="{1AAB521B-BFD6-493D-8078-A87126DDF42B}" srcId="{E214C9F0-B75D-48DA-8555-858C9C963F73}" destId="{495628B3-3A03-4B62-84B0-1B6144FFC433}" srcOrd="4" destOrd="0" parTransId="{BBB4D8DC-BD8C-488D-83EE-5831C960D7AD}" sibTransId="{E78B4DB5-C3C0-4BCC-8200-98DF936A417D}"/>
    <dgm:cxn modelId="{D34E1857-635D-4386-87A2-2E3B64A56DA1}" type="presOf" srcId="{E214C9F0-B75D-48DA-8555-858C9C963F73}" destId="{8D6F0B06-8410-4803-A785-7CB7494EA546}" srcOrd="1" destOrd="0" presId="urn:microsoft.com/office/officeart/2005/8/layout/list1"/>
    <dgm:cxn modelId="{026EDA89-3CBE-478C-B8A7-16FC3D22EFCD}" type="presParOf" srcId="{3315B374-679F-4A79-BA8B-AAC267136487}" destId="{8223491E-38DD-4CCE-93A6-88938388CF4A}" srcOrd="0" destOrd="0" presId="urn:microsoft.com/office/officeart/2005/8/layout/list1"/>
    <dgm:cxn modelId="{735D7C91-732A-40FB-AEB9-C5FC81AAB803}" type="presParOf" srcId="{8223491E-38DD-4CCE-93A6-88938388CF4A}" destId="{EC78DBF5-3E10-45FE-9066-F8D661762F60}" srcOrd="0" destOrd="0" presId="urn:microsoft.com/office/officeart/2005/8/layout/list1"/>
    <dgm:cxn modelId="{06AEC717-5ABD-49A4-85B9-955C669E7A87}" type="presParOf" srcId="{8223491E-38DD-4CCE-93A6-88938388CF4A}" destId="{8D6F0B06-8410-4803-A785-7CB7494EA546}" srcOrd="1" destOrd="0" presId="urn:microsoft.com/office/officeart/2005/8/layout/list1"/>
    <dgm:cxn modelId="{1135F624-8597-47B5-B032-FAB41E3AE223}" type="presParOf" srcId="{3315B374-679F-4A79-BA8B-AAC267136487}" destId="{287BB953-B9E3-4D9E-8AD2-31FF52507D53}" srcOrd="1" destOrd="0" presId="urn:microsoft.com/office/officeart/2005/8/layout/list1"/>
    <dgm:cxn modelId="{75D47B69-2A03-416F-B24B-552CD1D02E74}" type="presParOf" srcId="{3315B374-679F-4A79-BA8B-AAC267136487}" destId="{F67D4087-A30A-44F7-BCBF-84E27E79012A}"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56D9187-C0A0-4A0D-ABF2-A2947269D8D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A709DF4D-A2EA-4A33-96B8-FF38FFBED445}">
      <dgm:prSet phldrT="[Text]" custT="1"/>
      <dgm:spPr/>
      <dgm:t>
        <a:bodyPr/>
        <a:lstStyle/>
        <a:p>
          <a:r>
            <a:rPr lang="en-IN" sz="2400" b="1" i="0" dirty="0">
              <a:latin typeface="+mj-lt"/>
            </a:rPr>
            <a:t>Testing process of EOG</a:t>
          </a:r>
          <a:endParaRPr lang="en-IN" sz="2400" b="1" dirty="0">
            <a:latin typeface="+mj-lt"/>
          </a:endParaRPr>
        </a:p>
      </dgm:t>
    </dgm:pt>
    <dgm:pt modelId="{DC033D26-FB96-4631-A899-7EADE356C2E7}" type="parTrans" cxnId="{2022C28D-12E2-41C7-B13A-711E6E410AA7}">
      <dgm:prSet/>
      <dgm:spPr/>
      <dgm:t>
        <a:bodyPr/>
        <a:lstStyle/>
        <a:p>
          <a:endParaRPr lang="en-IN"/>
        </a:p>
      </dgm:t>
    </dgm:pt>
    <dgm:pt modelId="{97E700BF-0230-4E5B-A0E6-B025672DF431}" type="sibTrans" cxnId="{2022C28D-12E2-41C7-B13A-711E6E410AA7}">
      <dgm:prSet/>
      <dgm:spPr/>
      <dgm:t>
        <a:bodyPr/>
        <a:lstStyle/>
        <a:p>
          <a:endParaRPr lang="en-IN"/>
        </a:p>
      </dgm:t>
    </dgm:pt>
    <dgm:pt modelId="{08606326-1A92-493F-AE58-4CAC8300D1B7}">
      <dgm:prSet phldrT="[Text]"/>
      <dgm:spPr/>
      <dgm:t>
        <a:bodyPr/>
        <a:lstStyle/>
        <a:p>
          <a:pPr algn="just"/>
          <a:r>
            <a:rPr lang="en-US" sz="2200" b="0" i="0" dirty="0"/>
            <a:t>The patient is told to remain still other than moving his/her eyes back and forth. </a:t>
          </a:r>
          <a:endParaRPr lang="en-IN" sz="2200" dirty="0"/>
        </a:p>
      </dgm:t>
    </dgm:pt>
    <dgm:pt modelId="{805C826A-E538-4ADA-A546-8B7CAC3F4E7C}" type="parTrans" cxnId="{9C2B8CAC-9AB3-4518-A1D2-B5A64CFD39E5}">
      <dgm:prSet/>
      <dgm:spPr/>
      <dgm:t>
        <a:bodyPr/>
        <a:lstStyle/>
        <a:p>
          <a:endParaRPr lang="en-IN"/>
        </a:p>
      </dgm:t>
    </dgm:pt>
    <dgm:pt modelId="{630BD006-D845-4C7F-BFA8-C47C969F1C1D}" type="sibTrans" cxnId="{9C2B8CAC-9AB3-4518-A1D2-B5A64CFD39E5}">
      <dgm:prSet/>
      <dgm:spPr/>
      <dgm:t>
        <a:bodyPr/>
        <a:lstStyle/>
        <a:p>
          <a:endParaRPr lang="en-IN"/>
        </a:p>
      </dgm:t>
    </dgm:pt>
    <dgm:pt modelId="{0C315219-F880-405D-8E18-A7A8176DFDD0}">
      <dgm:prSet phldrT="[Text]"/>
      <dgm:spPr/>
      <dgm:t>
        <a:bodyPr/>
        <a:lstStyle/>
        <a:p>
          <a:pPr algn="just"/>
          <a:r>
            <a:rPr lang="en-US" sz="2200" b="0" i="0" dirty="0"/>
            <a:t>The patient should be dilated.</a:t>
          </a:r>
          <a:endParaRPr lang="en-IN" sz="2200" dirty="0"/>
        </a:p>
      </dgm:t>
    </dgm:pt>
    <dgm:pt modelId="{AEA418EA-FF9C-4ACC-B979-91804423342A}" type="parTrans" cxnId="{206DFC9F-B22A-42A8-9455-8D3ECD77B50B}">
      <dgm:prSet/>
      <dgm:spPr/>
      <dgm:t>
        <a:bodyPr/>
        <a:lstStyle/>
        <a:p>
          <a:endParaRPr lang="en-IN"/>
        </a:p>
      </dgm:t>
    </dgm:pt>
    <dgm:pt modelId="{1C24C44A-BC61-42C0-BA9F-2DA86A451488}" type="sibTrans" cxnId="{206DFC9F-B22A-42A8-9455-8D3ECD77B50B}">
      <dgm:prSet/>
      <dgm:spPr/>
      <dgm:t>
        <a:bodyPr/>
        <a:lstStyle/>
        <a:p>
          <a:endParaRPr lang="en-IN"/>
        </a:p>
      </dgm:t>
    </dgm:pt>
    <dgm:pt modelId="{5A1582F1-5571-439F-80AF-060C53DADD83}">
      <dgm:prSet phldrT="[Text]"/>
      <dgm:spPr/>
      <dgm:t>
        <a:bodyPr/>
        <a:lstStyle/>
        <a:p>
          <a:pPr algn="just"/>
          <a:r>
            <a:rPr lang="en-US" sz="2200" b="0" i="0" dirty="0"/>
            <a:t>Four recording skin electrodes (silver-silver chloride or gold-disk) are placed at the medial and lateral canthi of both eyes, and the grounding electrode is placed on the forehead (</a:t>
          </a:r>
          <a:r>
            <a:rPr lang="en-US" sz="2200" dirty="0"/>
            <a:t>The ground electrode/reference electrode is usually positioned over bony body structures</a:t>
          </a:r>
          <a:r>
            <a:rPr lang="en-US" sz="2200" b="0" i="0" dirty="0"/>
            <a:t>).</a:t>
          </a:r>
          <a:endParaRPr lang="en-IN" sz="2200" dirty="0"/>
        </a:p>
      </dgm:t>
    </dgm:pt>
    <dgm:pt modelId="{69FA0CF6-97D4-4213-863A-589753890A34}" type="parTrans" cxnId="{4A0BD6F5-E4C2-4721-B8D0-1C8089FC1A42}">
      <dgm:prSet/>
      <dgm:spPr/>
      <dgm:t>
        <a:bodyPr/>
        <a:lstStyle/>
        <a:p>
          <a:endParaRPr lang="en-IN"/>
        </a:p>
      </dgm:t>
    </dgm:pt>
    <dgm:pt modelId="{AC5C6052-2CB9-4AFC-AA6E-D3E8F6C0D527}" type="sibTrans" cxnId="{4A0BD6F5-E4C2-4721-B8D0-1C8089FC1A42}">
      <dgm:prSet/>
      <dgm:spPr/>
      <dgm:t>
        <a:bodyPr/>
        <a:lstStyle/>
        <a:p>
          <a:endParaRPr lang="en-IN"/>
        </a:p>
      </dgm:t>
    </dgm:pt>
    <dgm:pt modelId="{AA8D87AB-A80B-46B2-99CA-DBB7774FF37E}">
      <dgm:prSet phldrT="[Text]"/>
      <dgm:spPr/>
      <dgm:t>
        <a:bodyPr/>
        <a:lstStyle/>
        <a:p>
          <a:pPr algn="just"/>
          <a:r>
            <a:rPr lang="en-US" sz="2200" b="0" i="0" dirty="0"/>
            <a:t>The patient should be in stable indoor lighting for at least 30 min before the test. </a:t>
          </a:r>
          <a:endParaRPr lang="en-IN" sz="2200" dirty="0"/>
        </a:p>
      </dgm:t>
    </dgm:pt>
    <dgm:pt modelId="{CFCB439D-4207-43A4-8630-624963E382D1}" type="parTrans" cxnId="{980B6E7C-341B-4885-8F72-D589461AD6FB}">
      <dgm:prSet/>
      <dgm:spPr/>
      <dgm:t>
        <a:bodyPr/>
        <a:lstStyle/>
        <a:p>
          <a:endParaRPr lang="en-IN"/>
        </a:p>
      </dgm:t>
    </dgm:pt>
    <dgm:pt modelId="{2E6233C2-E708-4254-82D4-D39685741CDF}" type="sibTrans" cxnId="{980B6E7C-341B-4885-8F72-D589461AD6FB}">
      <dgm:prSet/>
      <dgm:spPr/>
      <dgm:t>
        <a:bodyPr/>
        <a:lstStyle/>
        <a:p>
          <a:endParaRPr lang="en-IN"/>
        </a:p>
      </dgm:t>
    </dgm:pt>
    <dgm:pt modelId="{A549B2CA-6301-4316-A589-F7014E9BBED7}">
      <dgm:prSet phldrT="[Text]"/>
      <dgm:spPr/>
      <dgm:t>
        <a:bodyPr/>
        <a:lstStyle/>
        <a:p>
          <a:pPr algn="just"/>
          <a:r>
            <a:rPr lang="en-US" sz="2200" b="0" i="0" dirty="0"/>
            <a:t>Strong retinal illumination including retinal imaging (fluorescein angiogram, fundus photography and others) and indirect ophthalmoscopy should be avoided during this period.</a:t>
          </a:r>
          <a:endParaRPr lang="en-IN" sz="2200" dirty="0"/>
        </a:p>
      </dgm:t>
    </dgm:pt>
    <dgm:pt modelId="{FF8C0F46-B3D0-4E9B-B6A7-E1F4B8B5DEE7}" type="parTrans" cxnId="{E89A524C-4F98-43A0-8DCA-9D8A8A13BAA8}">
      <dgm:prSet/>
      <dgm:spPr/>
      <dgm:t>
        <a:bodyPr/>
        <a:lstStyle/>
        <a:p>
          <a:endParaRPr lang="en-IN"/>
        </a:p>
      </dgm:t>
    </dgm:pt>
    <dgm:pt modelId="{02C5BF09-F84A-4C4C-A246-AD0AF21E081D}" type="sibTrans" cxnId="{E89A524C-4F98-43A0-8DCA-9D8A8A13BAA8}">
      <dgm:prSet/>
      <dgm:spPr/>
      <dgm:t>
        <a:bodyPr/>
        <a:lstStyle/>
        <a:p>
          <a:endParaRPr lang="en-IN"/>
        </a:p>
      </dgm:t>
    </dgm:pt>
    <dgm:pt modelId="{AFF4EA28-0E89-4905-9749-C5BEECE5C8C2}">
      <dgm:prSet phldrT="[Text]" custT="1"/>
      <dgm:spPr/>
      <dgm:t>
        <a:bodyPr/>
        <a:lstStyle/>
        <a:p>
          <a:pPr algn="just"/>
          <a:r>
            <a:rPr lang="en-US" sz="2000" dirty="0"/>
            <a:t>For instance </a:t>
          </a:r>
          <a:r>
            <a:rPr lang="en-US" sz="2000" b="0" i="0" u="none" dirty="0"/>
            <a:t>when an EEG is taken from the Occipital region of the brain, EOG signal will cause the maximum amount of noise.</a:t>
          </a:r>
          <a:endParaRPr lang="en-IN" sz="2000" dirty="0"/>
        </a:p>
      </dgm:t>
    </dgm:pt>
    <dgm:pt modelId="{BE87AC87-418E-48DB-AB0E-947D50F4D2FC}" type="parTrans" cxnId="{52A4CEC9-FC47-4C3E-929C-3831EF1B9B85}">
      <dgm:prSet/>
      <dgm:spPr/>
      <dgm:t>
        <a:bodyPr/>
        <a:lstStyle/>
        <a:p>
          <a:endParaRPr lang="en-IN"/>
        </a:p>
      </dgm:t>
    </dgm:pt>
    <dgm:pt modelId="{F1446602-B733-46A7-A973-53681987EF54}" type="sibTrans" cxnId="{52A4CEC9-FC47-4C3E-929C-3831EF1B9B85}">
      <dgm:prSet/>
      <dgm:spPr/>
      <dgm:t>
        <a:bodyPr/>
        <a:lstStyle/>
        <a:p>
          <a:endParaRPr lang="en-IN"/>
        </a:p>
      </dgm:t>
    </dgm:pt>
    <dgm:pt modelId="{7D5F55F0-A973-49C3-BB2B-E0D57636935B}" type="pres">
      <dgm:prSet presAssocID="{056D9187-C0A0-4A0D-ABF2-A2947269D8D5}" presName="linear" presStyleCnt="0">
        <dgm:presLayoutVars>
          <dgm:dir/>
          <dgm:animLvl val="lvl"/>
          <dgm:resizeHandles val="exact"/>
        </dgm:presLayoutVars>
      </dgm:prSet>
      <dgm:spPr/>
      <dgm:t>
        <a:bodyPr/>
        <a:lstStyle/>
        <a:p>
          <a:endParaRPr lang="en-IN"/>
        </a:p>
      </dgm:t>
    </dgm:pt>
    <dgm:pt modelId="{BCA2B305-1C5E-4555-9A59-EAC4EA5667B7}" type="pres">
      <dgm:prSet presAssocID="{A709DF4D-A2EA-4A33-96B8-FF38FFBED445}" presName="parentLin" presStyleCnt="0"/>
      <dgm:spPr/>
    </dgm:pt>
    <dgm:pt modelId="{035B87AC-7987-4A1E-83B4-E5F941F20450}" type="pres">
      <dgm:prSet presAssocID="{A709DF4D-A2EA-4A33-96B8-FF38FFBED445}" presName="parentLeftMargin" presStyleLbl="node1" presStyleIdx="0" presStyleCnt="1"/>
      <dgm:spPr/>
      <dgm:t>
        <a:bodyPr/>
        <a:lstStyle/>
        <a:p>
          <a:endParaRPr lang="en-IN"/>
        </a:p>
      </dgm:t>
    </dgm:pt>
    <dgm:pt modelId="{93C9C4B4-F811-4032-8ADB-06E03437FAB9}" type="pres">
      <dgm:prSet presAssocID="{A709DF4D-A2EA-4A33-96B8-FF38FFBED445}" presName="parentText" presStyleLbl="node1" presStyleIdx="0" presStyleCnt="1">
        <dgm:presLayoutVars>
          <dgm:chMax val="0"/>
          <dgm:bulletEnabled val="1"/>
        </dgm:presLayoutVars>
      </dgm:prSet>
      <dgm:spPr/>
      <dgm:t>
        <a:bodyPr/>
        <a:lstStyle/>
        <a:p>
          <a:endParaRPr lang="en-IN"/>
        </a:p>
      </dgm:t>
    </dgm:pt>
    <dgm:pt modelId="{230B9180-A1A3-4D20-8009-388D3EC4B469}" type="pres">
      <dgm:prSet presAssocID="{A709DF4D-A2EA-4A33-96B8-FF38FFBED445}" presName="negativeSpace" presStyleCnt="0"/>
      <dgm:spPr/>
    </dgm:pt>
    <dgm:pt modelId="{24EF3218-E197-4365-A1E8-080ACC0FCE53}" type="pres">
      <dgm:prSet presAssocID="{A709DF4D-A2EA-4A33-96B8-FF38FFBED445}" presName="childText" presStyleLbl="conFgAcc1" presStyleIdx="0" presStyleCnt="1">
        <dgm:presLayoutVars>
          <dgm:bulletEnabled val="1"/>
        </dgm:presLayoutVars>
      </dgm:prSet>
      <dgm:spPr/>
      <dgm:t>
        <a:bodyPr/>
        <a:lstStyle/>
        <a:p>
          <a:endParaRPr lang="en-IN"/>
        </a:p>
      </dgm:t>
    </dgm:pt>
  </dgm:ptLst>
  <dgm:cxnLst>
    <dgm:cxn modelId="{4A0BD6F5-E4C2-4721-B8D0-1C8089FC1A42}" srcId="{A709DF4D-A2EA-4A33-96B8-FF38FFBED445}" destId="{5A1582F1-5571-439F-80AF-060C53DADD83}" srcOrd="4" destOrd="0" parTransId="{69FA0CF6-97D4-4213-863A-589753890A34}" sibTransId="{AC5C6052-2CB9-4AFC-AA6E-D3E8F6C0D527}"/>
    <dgm:cxn modelId="{206DFC9F-B22A-42A8-9455-8D3ECD77B50B}" srcId="{A709DF4D-A2EA-4A33-96B8-FF38FFBED445}" destId="{0C315219-F880-405D-8E18-A7A8176DFDD0}" srcOrd="2" destOrd="0" parTransId="{AEA418EA-FF9C-4ACC-B979-91804423342A}" sibTransId="{1C24C44A-BC61-42C0-BA9F-2DA86A451488}"/>
    <dgm:cxn modelId="{DE7D683F-4572-4D28-A7D7-37D35378500D}" type="presOf" srcId="{5A1582F1-5571-439F-80AF-060C53DADD83}" destId="{24EF3218-E197-4365-A1E8-080ACC0FCE53}" srcOrd="0" destOrd="4" presId="urn:microsoft.com/office/officeart/2005/8/layout/list1"/>
    <dgm:cxn modelId="{C8962CBC-3375-4C65-80EE-EBEFAD4EA5AA}" type="presOf" srcId="{AA8D87AB-A80B-46B2-99CA-DBB7774FF37E}" destId="{24EF3218-E197-4365-A1E8-080ACC0FCE53}" srcOrd="0" destOrd="0" presId="urn:microsoft.com/office/officeart/2005/8/layout/list1"/>
    <dgm:cxn modelId="{E89A524C-4F98-43A0-8DCA-9D8A8A13BAA8}" srcId="{A709DF4D-A2EA-4A33-96B8-FF38FFBED445}" destId="{A549B2CA-6301-4316-A589-F7014E9BBED7}" srcOrd="1" destOrd="0" parTransId="{FF8C0F46-B3D0-4E9B-B6A7-E1F4B8B5DEE7}" sibTransId="{02C5BF09-F84A-4C4C-A246-AD0AF21E081D}"/>
    <dgm:cxn modelId="{52A4CEC9-FC47-4C3E-929C-3831EF1B9B85}" srcId="{5A1582F1-5571-439F-80AF-060C53DADD83}" destId="{AFF4EA28-0E89-4905-9749-C5BEECE5C8C2}" srcOrd="0" destOrd="0" parTransId="{BE87AC87-418E-48DB-AB0E-947D50F4D2FC}" sibTransId="{F1446602-B733-46A7-A973-53681987EF54}"/>
    <dgm:cxn modelId="{5A56B392-50B6-46A4-BCC8-85F632C54246}" type="presOf" srcId="{AFF4EA28-0E89-4905-9749-C5BEECE5C8C2}" destId="{24EF3218-E197-4365-A1E8-080ACC0FCE53}" srcOrd="0" destOrd="5" presId="urn:microsoft.com/office/officeart/2005/8/layout/list1"/>
    <dgm:cxn modelId="{9C2B8CAC-9AB3-4518-A1D2-B5A64CFD39E5}" srcId="{A709DF4D-A2EA-4A33-96B8-FF38FFBED445}" destId="{08606326-1A92-493F-AE58-4CAC8300D1B7}" srcOrd="3" destOrd="0" parTransId="{805C826A-E538-4ADA-A546-8B7CAC3F4E7C}" sibTransId="{630BD006-D845-4C7F-BFA8-C47C969F1C1D}"/>
    <dgm:cxn modelId="{1A560FAF-4215-48C6-8F3F-9C2F8364251C}" type="presOf" srcId="{08606326-1A92-493F-AE58-4CAC8300D1B7}" destId="{24EF3218-E197-4365-A1E8-080ACC0FCE53}" srcOrd="0" destOrd="3" presId="urn:microsoft.com/office/officeart/2005/8/layout/list1"/>
    <dgm:cxn modelId="{FF00502C-5572-412C-B4B8-DAF4F8C3E131}" type="presOf" srcId="{A549B2CA-6301-4316-A589-F7014E9BBED7}" destId="{24EF3218-E197-4365-A1E8-080ACC0FCE53}" srcOrd="0" destOrd="1" presId="urn:microsoft.com/office/officeart/2005/8/layout/list1"/>
    <dgm:cxn modelId="{495A1B27-50EB-45B3-9A39-A851E197777E}" type="presOf" srcId="{A709DF4D-A2EA-4A33-96B8-FF38FFBED445}" destId="{035B87AC-7987-4A1E-83B4-E5F941F20450}" srcOrd="0" destOrd="0" presId="urn:microsoft.com/office/officeart/2005/8/layout/list1"/>
    <dgm:cxn modelId="{A6E67867-C286-4A9C-B901-660EF0D7D01F}" type="presOf" srcId="{0C315219-F880-405D-8E18-A7A8176DFDD0}" destId="{24EF3218-E197-4365-A1E8-080ACC0FCE53}" srcOrd="0" destOrd="2" presId="urn:microsoft.com/office/officeart/2005/8/layout/list1"/>
    <dgm:cxn modelId="{980B6E7C-341B-4885-8F72-D589461AD6FB}" srcId="{A709DF4D-A2EA-4A33-96B8-FF38FFBED445}" destId="{AA8D87AB-A80B-46B2-99CA-DBB7774FF37E}" srcOrd="0" destOrd="0" parTransId="{CFCB439D-4207-43A4-8630-624963E382D1}" sibTransId="{2E6233C2-E708-4254-82D4-D39685741CDF}"/>
    <dgm:cxn modelId="{E75374E4-51D2-4AD0-94C6-C0CC8085C074}" type="presOf" srcId="{056D9187-C0A0-4A0D-ABF2-A2947269D8D5}" destId="{7D5F55F0-A973-49C3-BB2B-E0D57636935B}" srcOrd="0" destOrd="0" presId="urn:microsoft.com/office/officeart/2005/8/layout/list1"/>
    <dgm:cxn modelId="{2022C28D-12E2-41C7-B13A-711E6E410AA7}" srcId="{056D9187-C0A0-4A0D-ABF2-A2947269D8D5}" destId="{A709DF4D-A2EA-4A33-96B8-FF38FFBED445}" srcOrd="0" destOrd="0" parTransId="{DC033D26-FB96-4631-A899-7EADE356C2E7}" sibTransId="{97E700BF-0230-4E5B-A0E6-B025672DF431}"/>
    <dgm:cxn modelId="{3E86FE0B-A774-46FE-842D-D4993A55BEEC}" type="presOf" srcId="{A709DF4D-A2EA-4A33-96B8-FF38FFBED445}" destId="{93C9C4B4-F811-4032-8ADB-06E03437FAB9}" srcOrd="1" destOrd="0" presId="urn:microsoft.com/office/officeart/2005/8/layout/list1"/>
    <dgm:cxn modelId="{A8B7F85D-70F1-4F60-AE94-B646D078A20C}" type="presParOf" srcId="{7D5F55F0-A973-49C3-BB2B-E0D57636935B}" destId="{BCA2B305-1C5E-4555-9A59-EAC4EA5667B7}" srcOrd="0" destOrd="0" presId="urn:microsoft.com/office/officeart/2005/8/layout/list1"/>
    <dgm:cxn modelId="{3F5ECCEE-1ECB-4789-BBB9-EBA0382C07AA}" type="presParOf" srcId="{BCA2B305-1C5E-4555-9A59-EAC4EA5667B7}" destId="{035B87AC-7987-4A1E-83B4-E5F941F20450}" srcOrd="0" destOrd="0" presId="urn:microsoft.com/office/officeart/2005/8/layout/list1"/>
    <dgm:cxn modelId="{9550C051-A761-466B-B0E1-8A48A0899E5E}" type="presParOf" srcId="{BCA2B305-1C5E-4555-9A59-EAC4EA5667B7}" destId="{93C9C4B4-F811-4032-8ADB-06E03437FAB9}" srcOrd="1" destOrd="0" presId="urn:microsoft.com/office/officeart/2005/8/layout/list1"/>
    <dgm:cxn modelId="{E41F9A16-C732-409A-B6D6-2BD40862D447}" type="presParOf" srcId="{7D5F55F0-A973-49C3-BB2B-E0D57636935B}" destId="{230B9180-A1A3-4D20-8009-388D3EC4B469}" srcOrd="1" destOrd="0" presId="urn:microsoft.com/office/officeart/2005/8/layout/list1"/>
    <dgm:cxn modelId="{CAEC193F-E9D7-4467-86BF-BD0B4AA4DD45}" type="presParOf" srcId="{7D5F55F0-A973-49C3-BB2B-E0D57636935B}" destId="{24EF3218-E197-4365-A1E8-080ACC0FCE53}"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1087FEC-5293-4E25-9CB2-7215AE3A697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E7DAF8D8-C8EF-4366-BECE-0CA670463E10}">
      <dgm:prSet phldrT="[Text]"/>
      <dgm:spPr/>
      <dgm:t>
        <a:bodyPr/>
        <a:lstStyle/>
        <a:p>
          <a:r>
            <a:rPr lang="en-IN" b="1" i="0" dirty="0">
              <a:latin typeface="+mj-lt"/>
            </a:rPr>
            <a:t>Applications of EOG</a:t>
          </a:r>
          <a:endParaRPr lang="en-IN" dirty="0"/>
        </a:p>
      </dgm:t>
    </dgm:pt>
    <dgm:pt modelId="{2ECECCCA-38DD-42FC-A9B0-1C968D63CA52}" type="parTrans" cxnId="{31B46440-C325-41A5-ADE3-6F9B3F783286}">
      <dgm:prSet/>
      <dgm:spPr/>
      <dgm:t>
        <a:bodyPr/>
        <a:lstStyle/>
        <a:p>
          <a:endParaRPr lang="en-IN"/>
        </a:p>
      </dgm:t>
    </dgm:pt>
    <dgm:pt modelId="{4350D01C-7BB9-4DAA-9756-0B8F4B917096}" type="sibTrans" cxnId="{31B46440-C325-41A5-ADE3-6F9B3F783286}">
      <dgm:prSet/>
      <dgm:spPr/>
      <dgm:t>
        <a:bodyPr/>
        <a:lstStyle/>
        <a:p>
          <a:endParaRPr lang="en-IN"/>
        </a:p>
      </dgm:t>
    </dgm:pt>
    <dgm:pt modelId="{5FC5D828-16FD-428D-8EB7-3A078D14BFFB}">
      <dgm:prSet phldrT="[Text]"/>
      <dgm:spPr/>
      <dgm:t>
        <a:bodyPr/>
        <a:lstStyle/>
        <a:p>
          <a:pPr algn="just"/>
          <a:r>
            <a:rPr lang="en-US" b="0" i="0" dirty="0"/>
            <a:t>EOG is a very useful tool in diagnosing hereditary macular diseases such as Best Disease. </a:t>
          </a:r>
          <a:endParaRPr lang="en-IN" dirty="0"/>
        </a:p>
      </dgm:t>
    </dgm:pt>
    <dgm:pt modelId="{FCF260FD-7395-4038-99CD-751E2ED1033C}" type="parTrans" cxnId="{DA733889-2AE7-4624-B582-C12C3687BBA9}">
      <dgm:prSet/>
      <dgm:spPr/>
      <dgm:t>
        <a:bodyPr/>
        <a:lstStyle/>
        <a:p>
          <a:endParaRPr lang="en-IN"/>
        </a:p>
      </dgm:t>
    </dgm:pt>
    <dgm:pt modelId="{32D929A3-CAA2-4033-9109-272BE28344AE}" type="sibTrans" cxnId="{DA733889-2AE7-4624-B582-C12C3687BBA9}">
      <dgm:prSet/>
      <dgm:spPr/>
      <dgm:t>
        <a:bodyPr/>
        <a:lstStyle/>
        <a:p>
          <a:endParaRPr lang="en-IN"/>
        </a:p>
      </dgm:t>
    </dgm:pt>
    <dgm:pt modelId="{26639AED-ACA4-4BD6-8201-C632767DD527}">
      <dgm:prSet phldrT="[Text]"/>
      <dgm:spPr/>
      <dgm:t>
        <a:bodyPr/>
        <a:lstStyle/>
        <a:p>
          <a:pPr algn="just"/>
          <a:r>
            <a:rPr lang="en-US" b="0" i="0" dirty="0"/>
            <a:t>In conjunction with an ERG, it can be useful in diagnosing various progressive retinal disorders.</a:t>
          </a:r>
          <a:endParaRPr lang="en-IN" dirty="0"/>
        </a:p>
      </dgm:t>
    </dgm:pt>
    <dgm:pt modelId="{2D365806-F376-45D1-9F06-ED0282114FCE}" type="parTrans" cxnId="{0FCED217-CEBF-4F94-B394-0F56356BA877}">
      <dgm:prSet/>
      <dgm:spPr/>
      <dgm:t>
        <a:bodyPr/>
        <a:lstStyle/>
        <a:p>
          <a:endParaRPr lang="en-IN"/>
        </a:p>
      </dgm:t>
    </dgm:pt>
    <dgm:pt modelId="{FC150960-C19F-44A7-9AB6-18867368543A}" type="sibTrans" cxnId="{0FCED217-CEBF-4F94-B394-0F56356BA877}">
      <dgm:prSet/>
      <dgm:spPr/>
      <dgm:t>
        <a:bodyPr/>
        <a:lstStyle/>
        <a:p>
          <a:endParaRPr lang="en-IN"/>
        </a:p>
      </dgm:t>
    </dgm:pt>
    <dgm:pt modelId="{58722320-AA75-43C4-BDB6-35518E29C214}">
      <dgm:prSet phldrT="[Text]"/>
      <dgm:spPr/>
      <dgm:t>
        <a:bodyPr/>
        <a:lstStyle/>
        <a:p>
          <a:pPr algn="just"/>
          <a:r>
            <a:rPr lang="en-IN" b="0" i="0" dirty="0"/>
            <a:t>EOG has other various applications including brain and sleep studies, assistive technology, sleep and mental disorder diagnosis, and HMIs. </a:t>
          </a:r>
          <a:endParaRPr lang="en-IN" b="0" dirty="0"/>
        </a:p>
      </dgm:t>
    </dgm:pt>
    <dgm:pt modelId="{CDA71538-0190-4472-A686-15E17CC6D86B}" type="parTrans" cxnId="{174E68CD-003C-4D54-AE28-273A8E203545}">
      <dgm:prSet/>
      <dgm:spPr/>
      <dgm:t>
        <a:bodyPr/>
        <a:lstStyle/>
        <a:p>
          <a:endParaRPr lang="en-IN"/>
        </a:p>
      </dgm:t>
    </dgm:pt>
    <dgm:pt modelId="{67FB4D91-3C3F-46BB-B0AD-5F54B625CF2D}" type="sibTrans" cxnId="{174E68CD-003C-4D54-AE28-273A8E203545}">
      <dgm:prSet/>
      <dgm:spPr/>
      <dgm:t>
        <a:bodyPr/>
        <a:lstStyle/>
        <a:p>
          <a:endParaRPr lang="en-IN"/>
        </a:p>
      </dgm:t>
    </dgm:pt>
    <dgm:pt modelId="{4330EF03-70BC-4917-B969-3422ED81D6D2}">
      <dgm:prSet phldrT="[Text]"/>
      <dgm:spPr/>
      <dgm:t>
        <a:bodyPr/>
        <a:lstStyle/>
        <a:p>
          <a:pPr algn="just"/>
          <a:r>
            <a:rPr lang="en-IN" b="0" i="0" dirty="0"/>
            <a:t>EOG along with electroencephalogram (EEG) and electromyogram (EMG) are used for patients suffering from neural system disorders such as progressive neuro-motor degenerative diseases.</a:t>
          </a:r>
          <a:endParaRPr lang="en-IN" dirty="0"/>
        </a:p>
      </dgm:t>
    </dgm:pt>
    <dgm:pt modelId="{114912FD-DB16-4659-89F8-060248399E1E}" type="parTrans" cxnId="{75A6A2E3-98BC-471B-B4B1-4CE8815A381B}">
      <dgm:prSet/>
      <dgm:spPr/>
      <dgm:t>
        <a:bodyPr/>
        <a:lstStyle/>
        <a:p>
          <a:endParaRPr lang="en-IN"/>
        </a:p>
      </dgm:t>
    </dgm:pt>
    <dgm:pt modelId="{3C835AEA-5C8B-4F76-8C57-D01249BF45E2}" type="sibTrans" cxnId="{75A6A2E3-98BC-471B-B4B1-4CE8815A381B}">
      <dgm:prSet/>
      <dgm:spPr/>
      <dgm:t>
        <a:bodyPr/>
        <a:lstStyle/>
        <a:p>
          <a:endParaRPr lang="en-IN"/>
        </a:p>
      </dgm:t>
    </dgm:pt>
    <dgm:pt modelId="{D4CADDF3-696C-416F-A4FE-57DADEE76D0D}">
      <dgm:prSet phldrT="[Text]"/>
      <dgm:spPr/>
      <dgm:t>
        <a:bodyPr/>
        <a:lstStyle/>
        <a:p>
          <a:pPr algn="just"/>
          <a:r>
            <a:rPr lang="en-US" b="0" i="0" dirty="0"/>
            <a:t>Understanding the disease states that affect the EOG make it easier to interpret the results. </a:t>
          </a:r>
          <a:endParaRPr lang="en-IN" dirty="0"/>
        </a:p>
      </dgm:t>
    </dgm:pt>
    <dgm:pt modelId="{9E269945-B513-441E-A774-44FE20FD6ED2}" type="parTrans" cxnId="{E7264691-2879-4102-8C27-1ACD9B93E5A1}">
      <dgm:prSet/>
      <dgm:spPr/>
      <dgm:t>
        <a:bodyPr/>
        <a:lstStyle/>
        <a:p>
          <a:endParaRPr lang="en-IN"/>
        </a:p>
      </dgm:t>
    </dgm:pt>
    <dgm:pt modelId="{34CD83AC-692E-4594-BA4F-216C68DEAF5E}" type="sibTrans" cxnId="{E7264691-2879-4102-8C27-1ACD9B93E5A1}">
      <dgm:prSet/>
      <dgm:spPr/>
      <dgm:t>
        <a:bodyPr/>
        <a:lstStyle/>
        <a:p>
          <a:endParaRPr lang="en-IN"/>
        </a:p>
      </dgm:t>
    </dgm:pt>
    <dgm:pt modelId="{D069C016-34F2-4C26-A8A4-282EAD1E299B}">
      <dgm:prSet phldrT="[Text]"/>
      <dgm:spPr/>
      <dgm:t>
        <a:bodyPr/>
        <a:lstStyle/>
        <a:p>
          <a:pPr algn="just"/>
          <a:r>
            <a:rPr lang="en-US" b="0" i="0" dirty="0"/>
            <a:t>The electro-oculogram (EOG) investigates abnormalities of the outermost layer of the retina, the retinal pigment epithelium.</a:t>
          </a:r>
          <a:endParaRPr lang="en-IN" dirty="0"/>
        </a:p>
      </dgm:t>
    </dgm:pt>
    <dgm:pt modelId="{721C7BDD-FAD7-4050-830A-937EFE006E66}" type="parTrans" cxnId="{5F9E1080-D249-4A41-B6A3-44C7AF2FDB5D}">
      <dgm:prSet/>
      <dgm:spPr/>
      <dgm:t>
        <a:bodyPr/>
        <a:lstStyle/>
        <a:p>
          <a:endParaRPr lang="en-IN"/>
        </a:p>
      </dgm:t>
    </dgm:pt>
    <dgm:pt modelId="{14978C0F-2649-4DF7-9ECD-825B6622216A}" type="sibTrans" cxnId="{5F9E1080-D249-4A41-B6A3-44C7AF2FDB5D}">
      <dgm:prSet/>
      <dgm:spPr/>
      <dgm:t>
        <a:bodyPr/>
        <a:lstStyle/>
        <a:p>
          <a:endParaRPr lang="en-IN"/>
        </a:p>
      </dgm:t>
    </dgm:pt>
    <dgm:pt modelId="{CE037FC6-BD9B-435F-B7CE-2FD4374484D8}">
      <dgm:prSet phldrT="[Text]"/>
      <dgm:spPr/>
      <dgm:t>
        <a:bodyPr/>
        <a:lstStyle/>
        <a:p>
          <a:pPr algn="just"/>
          <a:r>
            <a:rPr lang="en-US" b="0" i="0" dirty="0"/>
            <a:t>One possible application: artificial eyes and recreation of  "natural" eye movement.</a:t>
          </a:r>
          <a:endParaRPr lang="en-IN" dirty="0"/>
        </a:p>
      </dgm:t>
    </dgm:pt>
    <dgm:pt modelId="{B8BF5243-F537-4A7E-AA13-6642ADEDDEAD}" type="parTrans" cxnId="{71C2FEB4-C891-462A-A2E1-95223CD46574}">
      <dgm:prSet/>
      <dgm:spPr/>
      <dgm:t>
        <a:bodyPr/>
        <a:lstStyle/>
        <a:p>
          <a:endParaRPr lang="en-IN"/>
        </a:p>
      </dgm:t>
    </dgm:pt>
    <dgm:pt modelId="{20868972-3792-4E5A-91F1-C91752D559B7}" type="sibTrans" cxnId="{71C2FEB4-C891-462A-A2E1-95223CD46574}">
      <dgm:prSet/>
      <dgm:spPr/>
      <dgm:t>
        <a:bodyPr/>
        <a:lstStyle/>
        <a:p>
          <a:endParaRPr lang="en-IN"/>
        </a:p>
      </dgm:t>
    </dgm:pt>
    <dgm:pt modelId="{E7D1C31A-54D5-470B-BDD6-2EA9E57D4A9A}">
      <dgm:prSet phldrT="[Text]"/>
      <dgm:spPr/>
      <dgm:t>
        <a:bodyPr/>
        <a:lstStyle/>
        <a:p>
          <a:pPr algn="just"/>
          <a:r>
            <a:rPr lang="en-US" b="0" i="0" dirty="0"/>
            <a:t>A team of engineers from the University of Alberta designed the first robotic eye implant to mimic the movement of a real human eye. </a:t>
          </a:r>
          <a:endParaRPr lang="en-IN" dirty="0"/>
        </a:p>
      </dgm:t>
    </dgm:pt>
    <dgm:pt modelId="{74DACC1F-4579-42EB-BA2D-674924869C9F}" type="parTrans" cxnId="{D8A074E8-C571-49FC-B5D6-BD6526C69134}">
      <dgm:prSet/>
      <dgm:spPr/>
      <dgm:t>
        <a:bodyPr/>
        <a:lstStyle/>
        <a:p>
          <a:endParaRPr lang="en-IN"/>
        </a:p>
      </dgm:t>
    </dgm:pt>
    <dgm:pt modelId="{F6049EC8-8825-454F-8F40-DC0269B881E5}" type="sibTrans" cxnId="{D8A074E8-C571-49FC-B5D6-BD6526C69134}">
      <dgm:prSet/>
      <dgm:spPr/>
      <dgm:t>
        <a:bodyPr/>
        <a:lstStyle/>
        <a:p>
          <a:endParaRPr lang="en-IN"/>
        </a:p>
      </dgm:t>
    </dgm:pt>
    <dgm:pt modelId="{1B13B76B-4A14-4FF2-92D9-A4EFF70DFC60}">
      <dgm:prSet phldrT="[Text]"/>
      <dgm:spPr/>
      <dgm:t>
        <a:bodyPr/>
        <a:lstStyle/>
        <a:p>
          <a:pPr algn="just"/>
          <a:r>
            <a:rPr lang="en-US" b="0" i="0" dirty="0"/>
            <a:t>The robotic eye detects and follows the movement of the remaining natural eye. </a:t>
          </a:r>
          <a:endParaRPr lang="en-IN" dirty="0"/>
        </a:p>
      </dgm:t>
    </dgm:pt>
    <dgm:pt modelId="{C39C1C7D-7223-4D00-A66E-0249D8FC555E}" type="parTrans" cxnId="{8E2EDDA7-F092-4F96-9B0D-6F3FD70F340C}">
      <dgm:prSet/>
      <dgm:spPr/>
      <dgm:t>
        <a:bodyPr/>
        <a:lstStyle/>
        <a:p>
          <a:endParaRPr lang="en-IN"/>
        </a:p>
      </dgm:t>
    </dgm:pt>
    <dgm:pt modelId="{21EF417A-6119-47A3-AE09-008054A39008}" type="sibTrans" cxnId="{8E2EDDA7-F092-4F96-9B0D-6F3FD70F340C}">
      <dgm:prSet/>
      <dgm:spPr/>
      <dgm:t>
        <a:bodyPr/>
        <a:lstStyle/>
        <a:p>
          <a:endParaRPr lang="en-IN"/>
        </a:p>
      </dgm:t>
    </dgm:pt>
    <dgm:pt modelId="{5B98ADEB-5228-4488-A41C-D291122120FE}" type="pres">
      <dgm:prSet presAssocID="{11087FEC-5293-4E25-9CB2-7215AE3A6978}" presName="linear" presStyleCnt="0">
        <dgm:presLayoutVars>
          <dgm:dir/>
          <dgm:animLvl val="lvl"/>
          <dgm:resizeHandles val="exact"/>
        </dgm:presLayoutVars>
      </dgm:prSet>
      <dgm:spPr/>
      <dgm:t>
        <a:bodyPr/>
        <a:lstStyle/>
        <a:p>
          <a:endParaRPr lang="en-IN"/>
        </a:p>
      </dgm:t>
    </dgm:pt>
    <dgm:pt modelId="{236D1970-BB07-47BC-BFC6-61D70085F118}" type="pres">
      <dgm:prSet presAssocID="{E7DAF8D8-C8EF-4366-BECE-0CA670463E10}" presName="parentLin" presStyleCnt="0"/>
      <dgm:spPr/>
    </dgm:pt>
    <dgm:pt modelId="{D09AC918-6B0A-4515-97BC-393CDD53974D}" type="pres">
      <dgm:prSet presAssocID="{E7DAF8D8-C8EF-4366-BECE-0CA670463E10}" presName="parentLeftMargin" presStyleLbl="node1" presStyleIdx="0" presStyleCnt="1"/>
      <dgm:spPr/>
      <dgm:t>
        <a:bodyPr/>
        <a:lstStyle/>
        <a:p>
          <a:endParaRPr lang="en-IN"/>
        </a:p>
      </dgm:t>
    </dgm:pt>
    <dgm:pt modelId="{CAF475AF-1CFD-4594-87A1-177889B581B9}" type="pres">
      <dgm:prSet presAssocID="{E7DAF8D8-C8EF-4366-BECE-0CA670463E10}" presName="parentText" presStyleLbl="node1" presStyleIdx="0" presStyleCnt="1">
        <dgm:presLayoutVars>
          <dgm:chMax val="0"/>
          <dgm:bulletEnabled val="1"/>
        </dgm:presLayoutVars>
      </dgm:prSet>
      <dgm:spPr/>
      <dgm:t>
        <a:bodyPr/>
        <a:lstStyle/>
        <a:p>
          <a:endParaRPr lang="en-IN"/>
        </a:p>
      </dgm:t>
    </dgm:pt>
    <dgm:pt modelId="{1762B13D-C183-441A-BE2F-7CF963A8B936}" type="pres">
      <dgm:prSet presAssocID="{E7DAF8D8-C8EF-4366-BECE-0CA670463E10}" presName="negativeSpace" presStyleCnt="0"/>
      <dgm:spPr/>
    </dgm:pt>
    <dgm:pt modelId="{79527F77-5CB9-49DD-87E0-C5A0ECE33FA6}" type="pres">
      <dgm:prSet presAssocID="{E7DAF8D8-C8EF-4366-BECE-0CA670463E10}" presName="childText" presStyleLbl="conFgAcc1" presStyleIdx="0" presStyleCnt="1">
        <dgm:presLayoutVars>
          <dgm:bulletEnabled val="1"/>
        </dgm:presLayoutVars>
      </dgm:prSet>
      <dgm:spPr/>
      <dgm:t>
        <a:bodyPr/>
        <a:lstStyle/>
        <a:p>
          <a:endParaRPr lang="en-IN"/>
        </a:p>
      </dgm:t>
    </dgm:pt>
  </dgm:ptLst>
  <dgm:cxnLst>
    <dgm:cxn modelId="{DF7EA393-9222-4031-9F61-5FD0B4EB1C3F}" type="presOf" srcId="{E7DAF8D8-C8EF-4366-BECE-0CA670463E10}" destId="{D09AC918-6B0A-4515-97BC-393CDD53974D}" srcOrd="0" destOrd="0" presId="urn:microsoft.com/office/officeart/2005/8/layout/list1"/>
    <dgm:cxn modelId="{CA21809B-4760-4F02-A42E-D74A3F42D51E}" type="presOf" srcId="{D069C016-34F2-4C26-A8A4-282EAD1E299B}" destId="{79527F77-5CB9-49DD-87E0-C5A0ECE33FA6}" srcOrd="0" destOrd="0" presId="urn:microsoft.com/office/officeart/2005/8/layout/list1"/>
    <dgm:cxn modelId="{0FCED217-CEBF-4F94-B394-0F56356BA877}" srcId="{E7DAF8D8-C8EF-4366-BECE-0CA670463E10}" destId="{26639AED-ACA4-4BD6-8201-C632767DD527}" srcOrd="4" destOrd="0" parTransId="{2D365806-F376-45D1-9F06-ED0282114FCE}" sibTransId="{FC150960-C19F-44A7-9AB6-18867368543A}"/>
    <dgm:cxn modelId="{0BD31873-4575-40BB-BC09-345834A9BF72}" type="presOf" srcId="{1B13B76B-4A14-4FF2-92D9-A4EFF70DFC60}" destId="{79527F77-5CB9-49DD-87E0-C5A0ECE33FA6}" srcOrd="0" destOrd="8" presId="urn:microsoft.com/office/officeart/2005/8/layout/list1"/>
    <dgm:cxn modelId="{9FB3D8DF-CE74-4E6E-B171-83DC3C06BBD5}" type="presOf" srcId="{5FC5D828-16FD-428D-8EB7-3A078D14BFFB}" destId="{79527F77-5CB9-49DD-87E0-C5A0ECE33FA6}" srcOrd="0" destOrd="1" presId="urn:microsoft.com/office/officeart/2005/8/layout/list1"/>
    <dgm:cxn modelId="{5F9E1080-D249-4A41-B6A3-44C7AF2FDB5D}" srcId="{E7DAF8D8-C8EF-4366-BECE-0CA670463E10}" destId="{D069C016-34F2-4C26-A8A4-282EAD1E299B}" srcOrd="0" destOrd="0" parTransId="{721C7BDD-FAD7-4050-830A-937EFE006E66}" sibTransId="{14978C0F-2649-4DF7-9ECD-825B6622216A}"/>
    <dgm:cxn modelId="{2C1A72E7-A4F1-4FEB-B9D7-60DCA02CE632}" type="presOf" srcId="{11087FEC-5293-4E25-9CB2-7215AE3A6978}" destId="{5B98ADEB-5228-4488-A41C-D291122120FE}" srcOrd="0" destOrd="0" presId="urn:microsoft.com/office/officeart/2005/8/layout/list1"/>
    <dgm:cxn modelId="{71C2FEB4-C891-462A-A2E1-95223CD46574}" srcId="{E7DAF8D8-C8EF-4366-BECE-0CA670463E10}" destId="{CE037FC6-BD9B-435F-B7CE-2FD4374484D8}" srcOrd="6" destOrd="0" parTransId="{B8BF5243-F537-4A7E-AA13-6642ADEDDEAD}" sibTransId="{20868972-3792-4E5A-91F1-C91752D559B7}"/>
    <dgm:cxn modelId="{75A6A2E3-98BC-471B-B4B1-4CE8815A381B}" srcId="{E7DAF8D8-C8EF-4366-BECE-0CA670463E10}" destId="{4330EF03-70BC-4917-B969-3422ED81D6D2}" srcOrd="5" destOrd="0" parTransId="{114912FD-DB16-4659-89F8-060248399E1E}" sibTransId="{3C835AEA-5C8B-4F76-8C57-D01249BF45E2}"/>
    <dgm:cxn modelId="{8E2EDDA7-F092-4F96-9B0D-6F3FD70F340C}" srcId="{CE037FC6-BD9B-435F-B7CE-2FD4374484D8}" destId="{1B13B76B-4A14-4FF2-92D9-A4EFF70DFC60}" srcOrd="1" destOrd="0" parTransId="{C39C1C7D-7223-4D00-A66E-0249D8FC555E}" sibTransId="{21EF417A-6119-47A3-AE09-008054A39008}"/>
    <dgm:cxn modelId="{31B46440-C325-41A5-ADE3-6F9B3F783286}" srcId="{11087FEC-5293-4E25-9CB2-7215AE3A6978}" destId="{E7DAF8D8-C8EF-4366-BECE-0CA670463E10}" srcOrd="0" destOrd="0" parTransId="{2ECECCCA-38DD-42FC-A9B0-1C968D63CA52}" sibTransId="{4350D01C-7BB9-4DAA-9756-0B8F4B917096}"/>
    <dgm:cxn modelId="{8A7535A6-3B3A-4344-8F20-2E371F4D56B9}" type="presOf" srcId="{4330EF03-70BC-4917-B969-3422ED81D6D2}" destId="{79527F77-5CB9-49DD-87E0-C5A0ECE33FA6}" srcOrd="0" destOrd="5" presId="urn:microsoft.com/office/officeart/2005/8/layout/list1"/>
    <dgm:cxn modelId="{E7264691-2879-4102-8C27-1ACD9B93E5A1}" srcId="{E7DAF8D8-C8EF-4366-BECE-0CA670463E10}" destId="{D4CADDF3-696C-416F-A4FE-57DADEE76D0D}" srcOrd="3" destOrd="0" parTransId="{9E269945-B513-441E-A774-44FE20FD6ED2}" sibTransId="{34CD83AC-692E-4594-BA4F-216C68DEAF5E}"/>
    <dgm:cxn modelId="{F67902B8-3D77-41CD-B160-CADE706DCDE2}" type="presOf" srcId="{58722320-AA75-43C4-BDB6-35518E29C214}" destId="{79527F77-5CB9-49DD-87E0-C5A0ECE33FA6}" srcOrd="0" destOrd="2" presId="urn:microsoft.com/office/officeart/2005/8/layout/list1"/>
    <dgm:cxn modelId="{BEC616C8-0CA2-453F-AA8A-F539E4F0E1C1}" type="presOf" srcId="{D4CADDF3-696C-416F-A4FE-57DADEE76D0D}" destId="{79527F77-5CB9-49DD-87E0-C5A0ECE33FA6}" srcOrd="0" destOrd="3" presId="urn:microsoft.com/office/officeart/2005/8/layout/list1"/>
    <dgm:cxn modelId="{D8A074E8-C571-49FC-B5D6-BD6526C69134}" srcId="{CE037FC6-BD9B-435F-B7CE-2FD4374484D8}" destId="{E7D1C31A-54D5-470B-BDD6-2EA9E57D4A9A}" srcOrd="0" destOrd="0" parTransId="{74DACC1F-4579-42EB-BA2D-674924869C9F}" sibTransId="{F6049EC8-8825-454F-8F40-DC0269B881E5}"/>
    <dgm:cxn modelId="{DA733889-2AE7-4624-B582-C12C3687BBA9}" srcId="{E7DAF8D8-C8EF-4366-BECE-0CA670463E10}" destId="{5FC5D828-16FD-428D-8EB7-3A078D14BFFB}" srcOrd="1" destOrd="0" parTransId="{FCF260FD-7395-4038-99CD-751E2ED1033C}" sibTransId="{32D929A3-CAA2-4033-9109-272BE28344AE}"/>
    <dgm:cxn modelId="{1AE3E910-1AB7-4CBD-8799-53D3A6788399}" type="presOf" srcId="{CE037FC6-BD9B-435F-B7CE-2FD4374484D8}" destId="{79527F77-5CB9-49DD-87E0-C5A0ECE33FA6}" srcOrd="0" destOrd="6" presId="urn:microsoft.com/office/officeart/2005/8/layout/list1"/>
    <dgm:cxn modelId="{FAF4984B-6E84-4261-99EA-125C9542B40E}" type="presOf" srcId="{26639AED-ACA4-4BD6-8201-C632767DD527}" destId="{79527F77-5CB9-49DD-87E0-C5A0ECE33FA6}" srcOrd="0" destOrd="4" presId="urn:microsoft.com/office/officeart/2005/8/layout/list1"/>
    <dgm:cxn modelId="{022F236C-0B46-4087-8D56-B10DC8737907}" type="presOf" srcId="{E7DAF8D8-C8EF-4366-BECE-0CA670463E10}" destId="{CAF475AF-1CFD-4594-87A1-177889B581B9}" srcOrd="1" destOrd="0" presId="urn:microsoft.com/office/officeart/2005/8/layout/list1"/>
    <dgm:cxn modelId="{174E68CD-003C-4D54-AE28-273A8E203545}" srcId="{E7DAF8D8-C8EF-4366-BECE-0CA670463E10}" destId="{58722320-AA75-43C4-BDB6-35518E29C214}" srcOrd="2" destOrd="0" parTransId="{CDA71538-0190-4472-A686-15E17CC6D86B}" sibTransId="{67FB4D91-3C3F-46BB-B0AD-5F54B625CF2D}"/>
    <dgm:cxn modelId="{DB89DE62-479C-4FBF-AC3B-1DF12D30B481}" type="presOf" srcId="{E7D1C31A-54D5-470B-BDD6-2EA9E57D4A9A}" destId="{79527F77-5CB9-49DD-87E0-C5A0ECE33FA6}" srcOrd="0" destOrd="7" presId="urn:microsoft.com/office/officeart/2005/8/layout/list1"/>
    <dgm:cxn modelId="{97017779-579B-4FF1-AB76-A9A2F7D37870}" type="presParOf" srcId="{5B98ADEB-5228-4488-A41C-D291122120FE}" destId="{236D1970-BB07-47BC-BFC6-61D70085F118}" srcOrd="0" destOrd="0" presId="urn:microsoft.com/office/officeart/2005/8/layout/list1"/>
    <dgm:cxn modelId="{B2093011-D594-40C7-B1DD-1D179E7E8EE9}" type="presParOf" srcId="{236D1970-BB07-47BC-BFC6-61D70085F118}" destId="{D09AC918-6B0A-4515-97BC-393CDD53974D}" srcOrd="0" destOrd="0" presId="urn:microsoft.com/office/officeart/2005/8/layout/list1"/>
    <dgm:cxn modelId="{BF74925D-22B5-4936-B3C1-B6708E73DAF7}" type="presParOf" srcId="{236D1970-BB07-47BC-BFC6-61D70085F118}" destId="{CAF475AF-1CFD-4594-87A1-177889B581B9}" srcOrd="1" destOrd="0" presId="urn:microsoft.com/office/officeart/2005/8/layout/list1"/>
    <dgm:cxn modelId="{E513552F-9B98-497C-B549-83D88547738D}" type="presParOf" srcId="{5B98ADEB-5228-4488-A41C-D291122120FE}" destId="{1762B13D-C183-441A-BE2F-7CF963A8B936}" srcOrd="1" destOrd="0" presId="urn:microsoft.com/office/officeart/2005/8/layout/list1"/>
    <dgm:cxn modelId="{007C8C8E-3F27-42BA-B71C-B0B185676B53}" type="presParOf" srcId="{5B98ADEB-5228-4488-A41C-D291122120FE}" destId="{79527F77-5CB9-49DD-87E0-C5A0ECE33FA6}"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7379399-609B-411D-A143-A83CE3CA578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6EDBE6C5-01AD-4CB9-BAE3-1278E5031752}">
      <dgm:prSet phldrT="[Text]" custT="1"/>
      <dgm:spPr/>
      <dgm:t>
        <a:bodyPr/>
        <a:lstStyle/>
        <a:p>
          <a:pPr>
            <a:buFont typeface="Wingdings" panose="05000000000000000000" pitchFamily="2" charset="2"/>
            <a:buChar char="Ø"/>
          </a:pPr>
          <a:r>
            <a:rPr lang="en-US" sz="4000" dirty="0">
              <a:solidFill>
                <a:schemeClr val="bg1"/>
              </a:solidFill>
              <a:effectLst/>
              <a:latin typeface="+mj-lt"/>
              <a:ea typeface="+mn-ea"/>
              <a:cs typeface="+mn-cs"/>
            </a:rPr>
            <a:t>Electromyogram (EMG)</a:t>
          </a:r>
          <a:endParaRPr lang="en-IN" sz="4000" dirty="0">
            <a:solidFill>
              <a:schemeClr val="bg1"/>
            </a:solidFill>
            <a:latin typeface="+mj-lt"/>
          </a:endParaRPr>
        </a:p>
      </dgm:t>
    </dgm:pt>
    <dgm:pt modelId="{3F363D9D-39BB-46F5-BFCB-F742363CEAD4}" type="parTrans" cxnId="{907E3BE0-A0B1-4063-982A-3712C280444C}">
      <dgm:prSet/>
      <dgm:spPr/>
      <dgm:t>
        <a:bodyPr/>
        <a:lstStyle/>
        <a:p>
          <a:endParaRPr lang="en-IN"/>
        </a:p>
      </dgm:t>
    </dgm:pt>
    <dgm:pt modelId="{D276B167-5D3E-4BB2-B18E-3A5109840BB0}" type="sibTrans" cxnId="{907E3BE0-A0B1-4063-982A-3712C280444C}">
      <dgm:prSet/>
      <dgm:spPr/>
      <dgm:t>
        <a:bodyPr/>
        <a:lstStyle/>
        <a:p>
          <a:endParaRPr lang="en-IN"/>
        </a:p>
      </dgm:t>
    </dgm:pt>
    <dgm:pt modelId="{5F4AA84F-C13B-4538-8261-15A19BAB1134}">
      <dgm:prSet phldrT="[Text]"/>
      <dgm:spPr/>
      <dgm:t>
        <a:bodyPr/>
        <a:lstStyle/>
        <a:p>
          <a:pPr algn="just"/>
          <a:r>
            <a:rPr lang="en-US" b="1" dirty="0"/>
            <a:t>Electromyography (EMG) is a diagnostic procedure that evaluates the health condition of muscles and the nerve cells that control them</a:t>
          </a:r>
          <a:r>
            <a:rPr lang="en-US" dirty="0"/>
            <a:t>. </a:t>
          </a:r>
          <a:endParaRPr lang="en-IN" dirty="0"/>
        </a:p>
      </dgm:t>
    </dgm:pt>
    <dgm:pt modelId="{4E9E9D54-188D-4305-BDB7-0EE9373AD647}" type="parTrans" cxnId="{2A916D86-3B40-4378-8713-17700D2CF5E1}">
      <dgm:prSet/>
      <dgm:spPr/>
      <dgm:t>
        <a:bodyPr/>
        <a:lstStyle/>
        <a:p>
          <a:endParaRPr lang="en-IN"/>
        </a:p>
      </dgm:t>
    </dgm:pt>
    <dgm:pt modelId="{AC6F1F04-FA75-4C1C-A15F-9C99D4521EEB}" type="sibTrans" cxnId="{2A916D86-3B40-4378-8713-17700D2CF5E1}">
      <dgm:prSet/>
      <dgm:spPr/>
      <dgm:t>
        <a:bodyPr/>
        <a:lstStyle/>
        <a:p>
          <a:endParaRPr lang="en-IN"/>
        </a:p>
      </dgm:t>
    </dgm:pt>
    <dgm:pt modelId="{9055B088-A665-41BD-8FA4-3E8009B7F531}">
      <dgm:prSet/>
      <dgm:spPr/>
      <dgm:t>
        <a:bodyPr/>
        <a:lstStyle/>
        <a:p>
          <a:pPr algn="just"/>
          <a:r>
            <a:rPr lang="en-US" dirty="0"/>
            <a:t>These nerve cells are known as motor neurons. They transmit electrical signals that cause muscles to contract and relax.</a:t>
          </a:r>
          <a:endParaRPr lang="en-IN" dirty="0"/>
        </a:p>
      </dgm:t>
    </dgm:pt>
    <dgm:pt modelId="{765962C0-99A1-4A9F-9CA0-E41BBE575C54}" type="parTrans" cxnId="{6ABFFB14-B280-4270-985B-CCCE9BF6D790}">
      <dgm:prSet/>
      <dgm:spPr/>
      <dgm:t>
        <a:bodyPr/>
        <a:lstStyle/>
        <a:p>
          <a:endParaRPr lang="en-IN"/>
        </a:p>
      </dgm:t>
    </dgm:pt>
    <dgm:pt modelId="{7AF1166C-6013-462C-A4E7-7A79C99ED2B2}" type="sibTrans" cxnId="{6ABFFB14-B280-4270-985B-CCCE9BF6D790}">
      <dgm:prSet/>
      <dgm:spPr/>
      <dgm:t>
        <a:bodyPr/>
        <a:lstStyle/>
        <a:p>
          <a:endParaRPr lang="en-IN"/>
        </a:p>
      </dgm:t>
    </dgm:pt>
    <dgm:pt modelId="{E10AF226-CAFB-41EB-AB5F-3A2919055B99}">
      <dgm:prSet/>
      <dgm:spPr/>
      <dgm:t>
        <a:bodyPr/>
        <a:lstStyle/>
        <a:p>
          <a:pPr algn="just"/>
          <a:r>
            <a:rPr lang="en-US" altLang="en-US" dirty="0"/>
            <a:t>Muscle contraction due to a change in the relative sliding of thread-like molecules or filaments: </a:t>
          </a:r>
          <a:r>
            <a:rPr lang="en-US" altLang="en-US" b="1" dirty="0"/>
            <a:t>Actin</a:t>
          </a:r>
          <a:r>
            <a:rPr lang="en-US" altLang="en-US" dirty="0"/>
            <a:t> and </a:t>
          </a:r>
          <a:r>
            <a:rPr lang="en-US" altLang="en-US" b="1" dirty="0"/>
            <a:t>Myosin</a:t>
          </a:r>
          <a:endParaRPr lang="en-IN" b="1" dirty="0"/>
        </a:p>
      </dgm:t>
    </dgm:pt>
    <dgm:pt modelId="{AA0FE9FC-DCEE-48FF-A9B7-E43FA1387316}" type="parTrans" cxnId="{D1DF0A3D-B66D-4DA4-B687-3DF2E2726437}">
      <dgm:prSet/>
      <dgm:spPr/>
      <dgm:t>
        <a:bodyPr/>
        <a:lstStyle/>
        <a:p>
          <a:endParaRPr lang="en-IN"/>
        </a:p>
      </dgm:t>
    </dgm:pt>
    <dgm:pt modelId="{0E62FEDB-6A57-4E5F-9508-E924F65BB977}" type="sibTrans" cxnId="{D1DF0A3D-B66D-4DA4-B687-3DF2E2726437}">
      <dgm:prSet/>
      <dgm:spPr/>
      <dgm:t>
        <a:bodyPr/>
        <a:lstStyle/>
        <a:p>
          <a:endParaRPr lang="en-IN"/>
        </a:p>
      </dgm:t>
    </dgm:pt>
    <dgm:pt modelId="{D158BDCB-6A8D-4523-AB77-3D0B41941290}">
      <dgm:prSet/>
      <dgm:spPr/>
      <dgm:t>
        <a:bodyPr/>
        <a:lstStyle/>
        <a:p>
          <a:pPr algn="just"/>
          <a:r>
            <a:rPr lang="en-US" altLang="en-US" dirty="0"/>
            <a:t>Filament sliding is triggered by electrical phenomenon called </a:t>
          </a:r>
          <a:r>
            <a:rPr lang="en-US" altLang="en-US" b="1" dirty="0">
              <a:solidFill>
                <a:schemeClr val="accent6">
                  <a:lumMod val="50000"/>
                </a:schemeClr>
              </a:solidFill>
            </a:rPr>
            <a:t>ACTION POTENTIAL (AP)</a:t>
          </a:r>
        </a:p>
      </dgm:t>
    </dgm:pt>
    <dgm:pt modelId="{E5640074-FEE2-4DBD-B1C9-15F7B981B569}" type="parTrans" cxnId="{80471228-2E6D-48F6-BBED-632D17AB77FA}">
      <dgm:prSet/>
      <dgm:spPr/>
      <dgm:t>
        <a:bodyPr/>
        <a:lstStyle/>
        <a:p>
          <a:endParaRPr lang="en-IN"/>
        </a:p>
      </dgm:t>
    </dgm:pt>
    <dgm:pt modelId="{0C69E9F0-8340-4B36-8F83-034C3B7D0A5E}" type="sibTrans" cxnId="{80471228-2E6D-48F6-BBED-632D17AB77FA}">
      <dgm:prSet/>
      <dgm:spPr/>
      <dgm:t>
        <a:bodyPr/>
        <a:lstStyle/>
        <a:p>
          <a:endParaRPr lang="en-IN"/>
        </a:p>
      </dgm:t>
    </dgm:pt>
    <dgm:pt modelId="{4FE33C3D-B41A-4AE5-9C5A-CF10DAA816FB}">
      <dgm:prSet/>
      <dgm:spPr/>
      <dgm:t>
        <a:bodyPr/>
        <a:lstStyle/>
        <a:p>
          <a:pPr algn="just"/>
          <a:r>
            <a:rPr lang="en-US" altLang="en-US" dirty="0"/>
            <a:t>The recording of muscle APs is called electromyography (EMG), </a:t>
          </a:r>
        </a:p>
      </dgm:t>
    </dgm:pt>
    <dgm:pt modelId="{A293C801-5960-4532-9133-73935B0476A2}" type="parTrans" cxnId="{FFB9ACF4-FC88-4FD0-A10D-9078758ABCAE}">
      <dgm:prSet/>
      <dgm:spPr/>
      <dgm:t>
        <a:bodyPr/>
        <a:lstStyle/>
        <a:p>
          <a:endParaRPr lang="en-IN"/>
        </a:p>
      </dgm:t>
    </dgm:pt>
    <dgm:pt modelId="{C2FBEAE7-C8E0-46EE-98EC-077B0DA4B5ED}" type="sibTrans" cxnId="{FFB9ACF4-FC88-4FD0-A10D-9078758ABCAE}">
      <dgm:prSet/>
      <dgm:spPr/>
      <dgm:t>
        <a:bodyPr/>
        <a:lstStyle/>
        <a:p>
          <a:endParaRPr lang="en-IN"/>
        </a:p>
      </dgm:t>
    </dgm:pt>
    <dgm:pt modelId="{F75FFCE9-6910-4ED6-B774-6216C7D08460}">
      <dgm:prSet/>
      <dgm:spPr/>
      <dgm:t>
        <a:bodyPr/>
        <a:lstStyle/>
        <a:p>
          <a:pPr algn="just"/>
          <a:r>
            <a:rPr lang="en-US" altLang="en-US" dirty="0"/>
            <a:t>The record is known as an </a:t>
          </a:r>
          <a:r>
            <a:rPr lang="en-US" altLang="en-US" b="1" u="sng" dirty="0"/>
            <a:t>electromyogram</a:t>
          </a:r>
          <a:r>
            <a:rPr lang="en-US" altLang="en-US" u="sng" dirty="0"/>
            <a:t>.</a:t>
          </a:r>
          <a:r>
            <a:rPr lang="en-US" altLang="en-US" dirty="0"/>
            <a:t> </a:t>
          </a:r>
        </a:p>
      </dgm:t>
    </dgm:pt>
    <dgm:pt modelId="{3480A018-9A63-401A-8378-AD770A793516}" type="parTrans" cxnId="{C141F851-4217-45FA-A6AD-F0D317B8BB4C}">
      <dgm:prSet/>
      <dgm:spPr/>
      <dgm:t>
        <a:bodyPr/>
        <a:lstStyle/>
        <a:p>
          <a:endParaRPr lang="en-IN"/>
        </a:p>
      </dgm:t>
    </dgm:pt>
    <dgm:pt modelId="{1B94CBF8-E04E-4D63-9385-3923DABB8DB2}" type="sibTrans" cxnId="{C141F851-4217-45FA-A6AD-F0D317B8BB4C}">
      <dgm:prSet/>
      <dgm:spPr/>
      <dgm:t>
        <a:bodyPr/>
        <a:lstStyle/>
        <a:p>
          <a:endParaRPr lang="en-IN"/>
        </a:p>
      </dgm:t>
    </dgm:pt>
    <dgm:pt modelId="{1EB90035-66BB-459D-91F3-914DE451CD5F}">
      <dgm:prSet/>
      <dgm:spPr/>
      <dgm:t>
        <a:bodyPr/>
        <a:lstStyle/>
        <a:p>
          <a:pPr algn="just"/>
          <a:r>
            <a:rPr lang="en-US" b="0" i="0" dirty="0"/>
            <a:t>EMG results can reveal nerve dysfunction, muscle dysfunction or problems with nerve-to-muscle signal transmission.</a:t>
          </a:r>
          <a:endParaRPr lang="en-US" altLang="en-US" dirty="0"/>
        </a:p>
      </dgm:t>
    </dgm:pt>
    <dgm:pt modelId="{0EEBB593-4987-49BD-801C-04152504C1EE}" type="parTrans" cxnId="{128A211E-683C-45CD-8411-9B7FFEC9AC0D}">
      <dgm:prSet/>
      <dgm:spPr/>
      <dgm:t>
        <a:bodyPr/>
        <a:lstStyle/>
        <a:p>
          <a:endParaRPr lang="en-IN"/>
        </a:p>
      </dgm:t>
    </dgm:pt>
    <dgm:pt modelId="{D3C83861-4747-4748-8FF9-E5746091C48C}" type="sibTrans" cxnId="{128A211E-683C-45CD-8411-9B7FFEC9AC0D}">
      <dgm:prSet/>
      <dgm:spPr/>
      <dgm:t>
        <a:bodyPr/>
        <a:lstStyle/>
        <a:p>
          <a:endParaRPr lang="en-IN"/>
        </a:p>
      </dgm:t>
    </dgm:pt>
    <dgm:pt modelId="{9C4F12E3-4386-40CA-A50C-02E15CF31B00}">
      <dgm:prSet/>
      <dgm:spPr/>
      <dgm:t>
        <a:bodyPr/>
        <a:lstStyle/>
        <a:p>
          <a:pPr algn="just"/>
          <a:r>
            <a:rPr lang="en-US" dirty="0"/>
            <a:t>An EMG translates these signals into graphs or numbers, helping doctors to make a diagnosis.</a:t>
          </a:r>
          <a:endParaRPr lang="en-IN" dirty="0"/>
        </a:p>
      </dgm:t>
    </dgm:pt>
    <dgm:pt modelId="{CA359644-7D8F-4E50-AA52-2DA1B586CA9B}" type="parTrans" cxnId="{9E1C3A6A-DDFF-4762-B1BC-65A78B4D2908}">
      <dgm:prSet/>
      <dgm:spPr/>
      <dgm:t>
        <a:bodyPr/>
        <a:lstStyle/>
        <a:p>
          <a:endParaRPr lang="en-IN"/>
        </a:p>
      </dgm:t>
    </dgm:pt>
    <dgm:pt modelId="{A2F987FA-765A-4CD0-B1E6-A22441263E72}" type="sibTrans" cxnId="{9E1C3A6A-DDFF-4762-B1BC-65A78B4D2908}">
      <dgm:prSet/>
      <dgm:spPr/>
      <dgm:t>
        <a:bodyPr/>
        <a:lstStyle/>
        <a:p>
          <a:endParaRPr lang="en-IN"/>
        </a:p>
      </dgm:t>
    </dgm:pt>
    <dgm:pt modelId="{C3053AAA-5A1A-4A5B-ABAD-3FC14F19BA0E}" type="pres">
      <dgm:prSet presAssocID="{07379399-609B-411D-A143-A83CE3CA578A}" presName="Name0" presStyleCnt="0">
        <dgm:presLayoutVars>
          <dgm:dir/>
          <dgm:animLvl val="lvl"/>
          <dgm:resizeHandles val="exact"/>
        </dgm:presLayoutVars>
      </dgm:prSet>
      <dgm:spPr/>
      <dgm:t>
        <a:bodyPr/>
        <a:lstStyle/>
        <a:p>
          <a:endParaRPr lang="en-IN"/>
        </a:p>
      </dgm:t>
    </dgm:pt>
    <dgm:pt modelId="{AC43D49A-15DB-41CC-ADFC-3F4810943CF8}" type="pres">
      <dgm:prSet presAssocID="{6EDBE6C5-01AD-4CB9-BAE3-1278E5031752}" presName="composite" presStyleCnt="0"/>
      <dgm:spPr/>
    </dgm:pt>
    <dgm:pt modelId="{2C28B950-7006-45B5-ACA9-37F1A1A7CF85}" type="pres">
      <dgm:prSet presAssocID="{6EDBE6C5-01AD-4CB9-BAE3-1278E5031752}" presName="parTx" presStyleLbl="alignNode1" presStyleIdx="0" presStyleCnt="1">
        <dgm:presLayoutVars>
          <dgm:chMax val="0"/>
          <dgm:chPref val="0"/>
          <dgm:bulletEnabled val="1"/>
        </dgm:presLayoutVars>
      </dgm:prSet>
      <dgm:spPr/>
      <dgm:t>
        <a:bodyPr/>
        <a:lstStyle/>
        <a:p>
          <a:endParaRPr lang="en-IN"/>
        </a:p>
      </dgm:t>
    </dgm:pt>
    <dgm:pt modelId="{19A2EB4A-4C63-4C58-A2E2-B1318162798A}" type="pres">
      <dgm:prSet presAssocID="{6EDBE6C5-01AD-4CB9-BAE3-1278E5031752}" presName="desTx" presStyleLbl="alignAccFollowNode1" presStyleIdx="0" presStyleCnt="1">
        <dgm:presLayoutVars>
          <dgm:bulletEnabled val="1"/>
        </dgm:presLayoutVars>
      </dgm:prSet>
      <dgm:spPr/>
      <dgm:t>
        <a:bodyPr/>
        <a:lstStyle/>
        <a:p>
          <a:endParaRPr lang="en-IN"/>
        </a:p>
      </dgm:t>
    </dgm:pt>
  </dgm:ptLst>
  <dgm:cxnLst>
    <dgm:cxn modelId="{42BA98DE-1085-45F5-A680-BA9A4F49AE3A}" type="presOf" srcId="{07379399-609B-411D-A143-A83CE3CA578A}" destId="{C3053AAA-5A1A-4A5B-ABAD-3FC14F19BA0E}" srcOrd="0" destOrd="0" presId="urn:microsoft.com/office/officeart/2005/8/layout/hList1"/>
    <dgm:cxn modelId="{A985461D-6E04-41F2-862E-5DBFD133D55E}" type="presOf" srcId="{6EDBE6C5-01AD-4CB9-BAE3-1278E5031752}" destId="{2C28B950-7006-45B5-ACA9-37F1A1A7CF85}" srcOrd="0" destOrd="0" presId="urn:microsoft.com/office/officeart/2005/8/layout/hList1"/>
    <dgm:cxn modelId="{907E3BE0-A0B1-4063-982A-3712C280444C}" srcId="{07379399-609B-411D-A143-A83CE3CA578A}" destId="{6EDBE6C5-01AD-4CB9-BAE3-1278E5031752}" srcOrd="0" destOrd="0" parTransId="{3F363D9D-39BB-46F5-BFCB-F742363CEAD4}" sibTransId="{D276B167-5D3E-4BB2-B18E-3A5109840BB0}"/>
    <dgm:cxn modelId="{FFB9ACF4-FC88-4FD0-A10D-9078758ABCAE}" srcId="{6EDBE6C5-01AD-4CB9-BAE3-1278E5031752}" destId="{4FE33C3D-B41A-4AE5-9C5A-CF10DAA816FB}" srcOrd="5" destOrd="0" parTransId="{A293C801-5960-4532-9133-73935B0476A2}" sibTransId="{C2FBEAE7-C8E0-46EE-98EC-077B0DA4B5ED}"/>
    <dgm:cxn modelId="{5D05A0A1-6ED0-4D9B-A041-0AAD5D902B1A}" type="presOf" srcId="{9055B088-A665-41BD-8FA4-3E8009B7F531}" destId="{19A2EB4A-4C63-4C58-A2E2-B1318162798A}" srcOrd="0" destOrd="1" presId="urn:microsoft.com/office/officeart/2005/8/layout/hList1"/>
    <dgm:cxn modelId="{2086088F-6AB6-47A4-83C2-D817CFC570EA}" type="presOf" srcId="{E10AF226-CAFB-41EB-AB5F-3A2919055B99}" destId="{19A2EB4A-4C63-4C58-A2E2-B1318162798A}" srcOrd="0" destOrd="3" presId="urn:microsoft.com/office/officeart/2005/8/layout/hList1"/>
    <dgm:cxn modelId="{C141F851-4217-45FA-A6AD-F0D317B8BB4C}" srcId="{6EDBE6C5-01AD-4CB9-BAE3-1278E5031752}" destId="{F75FFCE9-6910-4ED6-B774-6216C7D08460}" srcOrd="6" destOrd="0" parTransId="{3480A018-9A63-401A-8378-AD770A793516}" sibTransId="{1B94CBF8-E04E-4D63-9385-3923DABB8DB2}"/>
    <dgm:cxn modelId="{E42363B7-6253-4644-808B-E6A1FB6A90D0}" type="presOf" srcId="{5F4AA84F-C13B-4538-8261-15A19BAB1134}" destId="{19A2EB4A-4C63-4C58-A2E2-B1318162798A}" srcOrd="0" destOrd="0" presId="urn:microsoft.com/office/officeart/2005/8/layout/hList1"/>
    <dgm:cxn modelId="{A641B41E-53E4-4AE9-A973-7D157028B88F}" type="presOf" srcId="{1EB90035-66BB-459D-91F3-914DE451CD5F}" destId="{19A2EB4A-4C63-4C58-A2E2-B1318162798A}" srcOrd="0" destOrd="7" presId="urn:microsoft.com/office/officeart/2005/8/layout/hList1"/>
    <dgm:cxn modelId="{755A4202-3996-40C3-96D9-29E882D12902}" type="presOf" srcId="{D158BDCB-6A8D-4523-AB77-3D0B41941290}" destId="{19A2EB4A-4C63-4C58-A2E2-B1318162798A}" srcOrd="0" destOrd="4" presId="urn:microsoft.com/office/officeart/2005/8/layout/hList1"/>
    <dgm:cxn modelId="{81DF80FA-ECE5-4267-AAA4-A0FA00DFB34E}" type="presOf" srcId="{F75FFCE9-6910-4ED6-B774-6216C7D08460}" destId="{19A2EB4A-4C63-4C58-A2E2-B1318162798A}" srcOrd="0" destOrd="6" presId="urn:microsoft.com/office/officeart/2005/8/layout/hList1"/>
    <dgm:cxn modelId="{128A211E-683C-45CD-8411-9B7FFEC9AC0D}" srcId="{6EDBE6C5-01AD-4CB9-BAE3-1278E5031752}" destId="{1EB90035-66BB-459D-91F3-914DE451CD5F}" srcOrd="7" destOrd="0" parTransId="{0EEBB593-4987-49BD-801C-04152504C1EE}" sibTransId="{D3C83861-4747-4748-8FF9-E5746091C48C}"/>
    <dgm:cxn modelId="{883BE07F-F913-440C-823E-7A9017341A86}" type="presOf" srcId="{9C4F12E3-4386-40CA-A50C-02E15CF31B00}" destId="{19A2EB4A-4C63-4C58-A2E2-B1318162798A}" srcOrd="0" destOrd="2" presId="urn:microsoft.com/office/officeart/2005/8/layout/hList1"/>
    <dgm:cxn modelId="{2A916D86-3B40-4378-8713-17700D2CF5E1}" srcId="{6EDBE6C5-01AD-4CB9-BAE3-1278E5031752}" destId="{5F4AA84F-C13B-4538-8261-15A19BAB1134}" srcOrd="0" destOrd="0" parTransId="{4E9E9D54-188D-4305-BDB7-0EE9373AD647}" sibTransId="{AC6F1F04-FA75-4C1C-A15F-9C99D4521EEB}"/>
    <dgm:cxn modelId="{D1DF0A3D-B66D-4DA4-B687-3DF2E2726437}" srcId="{6EDBE6C5-01AD-4CB9-BAE3-1278E5031752}" destId="{E10AF226-CAFB-41EB-AB5F-3A2919055B99}" srcOrd="3" destOrd="0" parTransId="{AA0FE9FC-DCEE-48FF-A9B7-E43FA1387316}" sibTransId="{0E62FEDB-6A57-4E5F-9508-E924F65BB977}"/>
    <dgm:cxn modelId="{6ABFFB14-B280-4270-985B-CCCE9BF6D790}" srcId="{6EDBE6C5-01AD-4CB9-BAE3-1278E5031752}" destId="{9055B088-A665-41BD-8FA4-3E8009B7F531}" srcOrd="1" destOrd="0" parTransId="{765962C0-99A1-4A9F-9CA0-E41BBE575C54}" sibTransId="{7AF1166C-6013-462C-A4E7-7A79C99ED2B2}"/>
    <dgm:cxn modelId="{80471228-2E6D-48F6-BBED-632D17AB77FA}" srcId="{6EDBE6C5-01AD-4CB9-BAE3-1278E5031752}" destId="{D158BDCB-6A8D-4523-AB77-3D0B41941290}" srcOrd="4" destOrd="0" parTransId="{E5640074-FEE2-4DBD-B1C9-15F7B981B569}" sibTransId="{0C69E9F0-8340-4B36-8F83-034C3B7D0A5E}"/>
    <dgm:cxn modelId="{2B4C5044-5FCB-4435-9CB4-1A06522DE545}" type="presOf" srcId="{4FE33C3D-B41A-4AE5-9C5A-CF10DAA816FB}" destId="{19A2EB4A-4C63-4C58-A2E2-B1318162798A}" srcOrd="0" destOrd="5" presId="urn:microsoft.com/office/officeart/2005/8/layout/hList1"/>
    <dgm:cxn modelId="{9E1C3A6A-DDFF-4762-B1BC-65A78B4D2908}" srcId="{6EDBE6C5-01AD-4CB9-BAE3-1278E5031752}" destId="{9C4F12E3-4386-40CA-A50C-02E15CF31B00}" srcOrd="2" destOrd="0" parTransId="{CA359644-7D8F-4E50-AA52-2DA1B586CA9B}" sibTransId="{A2F987FA-765A-4CD0-B1E6-A22441263E72}"/>
    <dgm:cxn modelId="{BBA1E426-E9B6-4140-8A11-F6E9A401C871}" type="presParOf" srcId="{C3053AAA-5A1A-4A5B-ABAD-3FC14F19BA0E}" destId="{AC43D49A-15DB-41CC-ADFC-3F4810943CF8}" srcOrd="0" destOrd="0" presId="urn:microsoft.com/office/officeart/2005/8/layout/hList1"/>
    <dgm:cxn modelId="{9D578FAF-FABF-49D8-B7E1-F3347E1856A2}" type="presParOf" srcId="{AC43D49A-15DB-41CC-ADFC-3F4810943CF8}" destId="{2C28B950-7006-45B5-ACA9-37F1A1A7CF85}" srcOrd="0" destOrd="0" presId="urn:microsoft.com/office/officeart/2005/8/layout/hList1"/>
    <dgm:cxn modelId="{2FE3FE67-C54D-485A-ADBA-B8DD8A3892DB}" type="presParOf" srcId="{AC43D49A-15DB-41CC-ADFC-3F4810943CF8}" destId="{19A2EB4A-4C63-4C58-A2E2-B1318162798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69094C0-E414-4B60-950A-EFBA269D375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1C171DD1-0655-46C2-917F-A99B7E549C03}">
      <dgm:prSet phldrT="[Text]" custT="1"/>
      <dgm:spPr/>
      <dgm:t>
        <a:bodyPr/>
        <a:lstStyle/>
        <a:p>
          <a:r>
            <a:rPr lang="en-IN" sz="2400" b="1" dirty="0">
              <a:latin typeface="+mj-lt"/>
              <a:cs typeface="Times New Roman" panose="02020603050405020304" pitchFamily="18" charset="0"/>
            </a:rPr>
            <a:t>PROCEDURE OF EMG</a:t>
          </a:r>
          <a:endParaRPr lang="en-IN" sz="2400" dirty="0">
            <a:latin typeface="+mj-lt"/>
          </a:endParaRPr>
        </a:p>
      </dgm:t>
    </dgm:pt>
    <dgm:pt modelId="{6923C392-303E-4C13-8C58-AFFF130A4D19}" type="parTrans" cxnId="{45B65285-A7D2-44D2-9574-95349B204FFA}">
      <dgm:prSet/>
      <dgm:spPr/>
      <dgm:t>
        <a:bodyPr/>
        <a:lstStyle/>
        <a:p>
          <a:endParaRPr lang="en-IN"/>
        </a:p>
      </dgm:t>
    </dgm:pt>
    <dgm:pt modelId="{6705B74D-514C-4EA6-8C72-E28D58A4F8EF}" type="sibTrans" cxnId="{45B65285-A7D2-44D2-9574-95349B204FFA}">
      <dgm:prSet/>
      <dgm:spPr/>
      <dgm:t>
        <a:bodyPr/>
        <a:lstStyle/>
        <a:p>
          <a:endParaRPr lang="en-IN"/>
        </a:p>
      </dgm:t>
    </dgm:pt>
    <dgm:pt modelId="{DFD4E2BE-4717-491D-855C-4F9C901AD7C5}">
      <dgm:prSet phldrT="[Text]" custT="1"/>
      <dgm:spPr/>
      <dgm:t>
        <a:bodyPr/>
        <a:lstStyle/>
        <a:p>
          <a:pPr algn="just"/>
          <a:r>
            <a:rPr lang="en-US" sz="2000" dirty="0">
              <a:latin typeface="+mn-lt"/>
            </a:rPr>
            <a:t>There are two components to an EMG test: </a:t>
          </a:r>
          <a:r>
            <a:rPr lang="en-US" sz="2000" b="1" dirty="0">
              <a:latin typeface="+mn-lt"/>
            </a:rPr>
            <a:t>the nerve conduction study</a:t>
          </a:r>
          <a:r>
            <a:rPr lang="en-US" sz="2000" dirty="0">
              <a:latin typeface="+mn-lt"/>
            </a:rPr>
            <a:t> and </a:t>
          </a:r>
          <a:r>
            <a:rPr lang="en-US" sz="2000" b="1" dirty="0">
              <a:latin typeface="+mn-lt"/>
            </a:rPr>
            <a:t>needle EMG</a:t>
          </a:r>
          <a:r>
            <a:rPr lang="en-US" sz="2000" dirty="0">
              <a:latin typeface="+mn-lt"/>
            </a:rPr>
            <a:t>. </a:t>
          </a:r>
          <a:endParaRPr lang="en-IN" sz="2000" dirty="0">
            <a:latin typeface="+mn-lt"/>
          </a:endParaRPr>
        </a:p>
      </dgm:t>
    </dgm:pt>
    <dgm:pt modelId="{636058D1-44AC-435F-899A-29934E5B0808}" type="parTrans" cxnId="{4DAB8E71-95FB-40D0-B234-129F8B244BAF}">
      <dgm:prSet/>
      <dgm:spPr/>
      <dgm:t>
        <a:bodyPr/>
        <a:lstStyle/>
        <a:p>
          <a:endParaRPr lang="en-IN"/>
        </a:p>
      </dgm:t>
    </dgm:pt>
    <dgm:pt modelId="{A4488FC6-94B3-46DC-99CA-8C109D43986F}" type="sibTrans" cxnId="{4DAB8E71-95FB-40D0-B234-129F8B244BAF}">
      <dgm:prSet/>
      <dgm:spPr/>
      <dgm:t>
        <a:bodyPr/>
        <a:lstStyle/>
        <a:p>
          <a:endParaRPr lang="en-IN"/>
        </a:p>
      </dgm:t>
    </dgm:pt>
    <dgm:pt modelId="{CFBC26E6-269A-4677-BC91-04D3DF1BD284}">
      <dgm:prSet custT="1"/>
      <dgm:spPr/>
      <dgm:t>
        <a:bodyPr/>
        <a:lstStyle/>
        <a:p>
          <a:pPr algn="just"/>
          <a:r>
            <a:rPr lang="en-US" sz="2000" dirty="0">
              <a:latin typeface="+mn-lt"/>
            </a:rPr>
            <a:t>It involves placing several small sensors called surface electrodes on the skin (usually in the area where you’re experiencing symptoms) to assess the ability of the motor neurons to send electrical signals. </a:t>
          </a:r>
        </a:p>
      </dgm:t>
    </dgm:pt>
    <dgm:pt modelId="{E4B22259-DFFE-46D8-AFC7-AF46C8EC75EE}" type="parTrans" cxnId="{E285FD35-BFC6-4E08-838E-F7BD8D54F800}">
      <dgm:prSet/>
      <dgm:spPr/>
      <dgm:t>
        <a:bodyPr/>
        <a:lstStyle/>
        <a:p>
          <a:endParaRPr lang="en-IN"/>
        </a:p>
      </dgm:t>
    </dgm:pt>
    <dgm:pt modelId="{BF792AB3-FD85-4094-A0B1-66A6BDF96EAE}" type="sibTrans" cxnId="{E285FD35-BFC6-4E08-838E-F7BD8D54F800}">
      <dgm:prSet/>
      <dgm:spPr/>
      <dgm:t>
        <a:bodyPr/>
        <a:lstStyle/>
        <a:p>
          <a:endParaRPr lang="en-IN"/>
        </a:p>
      </dgm:t>
    </dgm:pt>
    <dgm:pt modelId="{8DB03D07-382E-4D14-9B1E-B53D8DEC8398}">
      <dgm:prSet custT="1"/>
      <dgm:spPr/>
      <dgm:t>
        <a:bodyPr/>
        <a:lstStyle/>
        <a:p>
          <a:pPr algn="just"/>
          <a:r>
            <a:rPr lang="en-US" sz="2000" dirty="0">
              <a:latin typeface="+mn-lt"/>
            </a:rPr>
            <a:t>The </a:t>
          </a:r>
          <a:r>
            <a:rPr lang="en-US" sz="2000" b="1" dirty="0">
              <a:latin typeface="+mn-lt"/>
            </a:rPr>
            <a:t>second part </a:t>
          </a:r>
          <a:r>
            <a:rPr lang="en-US" sz="2000" dirty="0">
              <a:latin typeface="+mn-lt"/>
            </a:rPr>
            <a:t>of the EMG procedure, known as </a:t>
          </a:r>
          <a:r>
            <a:rPr lang="en-US" sz="2000" b="1" dirty="0">
              <a:latin typeface="+mn-lt"/>
            </a:rPr>
            <a:t>needle EMG</a:t>
          </a:r>
          <a:r>
            <a:rPr lang="en-US" sz="2000" dirty="0">
              <a:latin typeface="+mn-lt"/>
            </a:rPr>
            <a:t>, also uses sensors to evaluate electrical signals. </a:t>
          </a:r>
        </a:p>
      </dgm:t>
    </dgm:pt>
    <dgm:pt modelId="{EE97681D-3B19-461C-8836-1C3CF7D3E521}" type="parTrans" cxnId="{46499134-ACF8-40A7-8642-CA9F38E8C96F}">
      <dgm:prSet/>
      <dgm:spPr/>
      <dgm:t>
        <a:bodyPr/>
        <a:lstStyle/>
        <a:p>
          <a:endParaRPr lang="en-IN"/>
        </a:p>
      </dgm:t>
    </dgm:pt>
    <dgm:pt modelId="{93F95FAD-E7F9-4598-8FD0-B899BC1322DB}" type="sibTrans" cxnId="{46499134-ACF8-40A7-8642-CA9F38E8C96F}">
      <dgm:prSet/>
      <dgm:spPr/>
      <dgm:t>
        <a:bodyPr/>
        <a:lstStyle/>
        <a:p>
          <a:endParaRPr lang="en-IN"/>
        </a:p>
      </dgm:t>
    </dgm:pt>
    <dgm:pt modelId="{4E402E5D-3837-4F12-B907-8666160FE72D}">
      <dgm:prSet custT="1"/>
      <dgm:spPr/>
      <dgm:t>
        <a:bodyPr/>
        <a:lstStyle/>
        <a:p>
          <a:pPr algn="just"/>
          <a:r>
            <a:rPr lang="en-US" sz="2000" dirty="0">
              <a:latin typeface="+mn-lt"/>
            </a:rPr>
            <a:t>The sensors are called needle electrodes (they are made up of stainless steal), and they’re directly inserted into muscle tissue to evaluate muscle activity when at rest and when contracted.</a:t>
          </a:r>
        </a:p>
      </dgm:t>
    </dgm:pt>
    <dgm:pt modelId="{37486106-E16F-475C-96EF-C2BA2C78C099}" type="parTrans" cxnId="{DD2E512B-20CC-47ED-A50C-91968D5F41E5}">
      <dgm:prSet/>
      <dgm:spPr/>
      <dgm:t>
        <a:bodyPr/>
        <a:lstStyle/>
        <a:p>
          <a:endParaRPr lang="en-IN"/>
        </a:p>
      </dgm:t>
    </dgm:pt>
    <dgm:pt modelId="{12BDFBCE-D67B-4068-BDB5-BF246F3BF01D}" type="sibTrans" cxnId="{DD2E512B-20CC-47ED-A50C-91968D5F41E5}">
      <dgm:prSet/>
      <dgm:spPr/>
      <dgm:t>
        <a:bodyPr/>
        <a:lstStyle/>
        <a:p>
          <a:endParaRPr lang="en-IN"/>
        </a:p>
      </dgm:t>
    </dgm:pt>
    <dgm:pt modelId="{6B7290D5-4259-452C-87E7-F0C90455F17D}">
      <dgm:prSet phldrT="[Text]" custT="1"/>
      <dgm:spPr/>
      <dgm:t>
        <a:bodyPr/>
        <a:lstStyle/>
        <a:p>
          <a:pPr algn="just"/>
          <a:r>
            <a:rPr lang="en-US" sz="2000" b="1" dirty="0">
              <a:latin typeface="+mn-lt"/>
            </a:rPr>
            <a:t>The nerve conduction study </a:t>
          </a:r>
          <a:r>
            <a:rPr lang="en-US" sz="2000" b="0" dirty="0">
              <a:latin typeface="+mn-lt"/>
            </a:rPr>
            <a:t>is the </a:t>
          </a:r>
          <a:r>
            <a:rPr lang="en-US" sz="2000" b="1" dirty="0">
              <a:latin typeface="+mn-lt"/>
            </a:rPr>
            <a:t>first part </a:t>
          </a:r>
          <a:r>
            <a:rPr lang="en-US" sz="2000" b="0" dirty="0">
              <a:latin typeface="+mn-lt"/>
            </a:rPr>
            <a:t>of the procedure</a:t>
          </a:r>
          <a:r>
            <a:rPr lang="en-US" sz="2000" dirty="0">
              <a:latin typeface="+mn-lt"/>
            </a:rPr>
            <a:t>. </a:t>
          </a:r>
          <a:endParaRPr lang="en-IN" sz="2000" dirty="0">
            <a:latin typeface="+mn-lt"/>
          </a:endParaRPr>
        </a:p>
      </dgm:t>
    </dgm:pt>
    <dgm:pt modelId="{3EA254BA-BA0E-4E0F-BE6F-4A35849ABEFC}" type="parTrans" cxnId="{A9D5CC05-DEAD-491E-9D9F-0FF9F40D9833}">
      <dgm:prSet/>
      <dgm:spPr/>
      <dgm:t>
        <a:bodyPr/>
        <a:lstStyle/>
        <a:p>
          <a:endParaRPr lang="en-IN"/>
        </a:p>
      </dgm:t>
    </dgm:pt>
    <dgm:pt modelId="{D4AFAFFC-B153-4C94-97E7-F6D5C5C8081B}" type="sibTrans" cxnId="{A9D5CC05-DEAD-491E-9D9F-0FF9F40D9833}">
      <dgm:prSet/>
      <dgm:spPr/>
      <dgm:t>
        <a:bodyPr/>
        <a:lstStyle/>
        <a:p>
          <a:endParaRPr lang="en-IN"/>
        </a:p>
      </dgm:t>
    </dgm:pt>
    <dgm:pt modelId="{AD2C5E9E-2F1B-4CBD-A5F6-3F041CDD42F7}">
      <dgm:prSet phldrT="[Text]" custT="1"/>
      <dgm:spPr/>
      <dgm:t>
        <a:bodyPr/>
        <a:lstStyle/>
        <a:p>
          <a:pPr algn="just"/>
          <a:r>
            <a:rPr lang="en-US" sz="2000" b="0" i="0" dirty="0">
              <a:latin typeface="+mn-lt"/>
            </a:rPr>
            <a:t>An EMG uses tiny devices called electrodes to translate these signals into graphs, sounds or numerical values that are then interpreted by a specialist.</a:t>
          </a:r>
          <a:endParaRPr lang="en-IN" sz="2000" dirty="0">
            <a:latin typeface="+mn-lt"/>
          </a:endParaRPr>
        </a:p>
      </dgm:t>
    </dgm:pt>
    <dgm:pt modelId="{AFD2E919-C588-490D-B5D3-67BF862773C7}" type="parTrans" cxnId="{1E0DF041-C786-44A1-80B4-863BA48FB7DB}">
      <dgm:prSet/>
      <dgm:spPr/>
      <dgm:t>
        <a:bodyPr/>
        <a:lstStyle/>
        <a:p>
          <a:endParaRPr lang="en-IN"/>
        </a:p>
      </dgm:t>
    </dgm:pt>
    <dgm:pt modelId="{3FCF5C9D-7ABE-4216-8221-56B1354DEF33}" type="sibTrans" cxnId="{1E0DF041-C786-44A1-80B4-863BA48FB7DB}">
      <dgm:prSet/>
      <dgm:spPr/>
      <dgm:t>
        <a:bodyPr/>
        <a:lstStyle/>
        <a:p>
          <a:endParaRPr lang="en-IN"/>
        </a:p>
      </dgm:t>
    </dgm:pt>
    <dgm:pt modelId="{9D705931-827D-4B86-A505-EA5F1D5CE429}">
      <dgm:prSet custT="1"/>
      <dgm:spPr/>
      <dgm:t>
        <a:bodyPr/>
        <a:lstStyle/>
        <a:p>
          <a:pPr algn="just"/>
          <a:r>
            <a:rPr lang="en-US" sz="2000" b="0" i="0" dirty="0">
              <a:latin typeface="+mn-lt"/>
            </a:rPr>
            <a:t>As the muscle is contracted more forcefully, more and more muscle fibers are activated, producing action potentials (</a:t>
          </a:r>
          <a:r>
            <a:rPr lang="en-US" sz="2000" b="1" i="0" dirty="0">
              <a:latin typeface="+mn-lt"/>
            </a:rPr>
            <a:t>50</a:t>
          </a:r>
          <a:r>
            <a:rPr lang="el-GR" sz="2000" b="1" i="0" dirty="0">
              <a:latin typeface="+mn-lt"/>
              <a:cs typeface="Calibri" panose="020F0502020204030204" pitchFamily="34" charset="0"/>
            </a:rPr>
            <a:t>μ</a:t>
          </a:r>
          <a:r>
            <a:rPr lang="en-US" sz="2000" b="1" i="0" dirty="0">
              <a:latin typeface="+mn-lt"/>
              <a:cs typeface="Calibri" panose="020F0502020204030204" pitchFamily="34" charset="0"/>
            </a:rPr>
            <a:t>V-5mV</a:t>
          </a:r>
          <a:r>
            <a:rPr lang="en-US" sz="2000" b="0" i="0" dirty="0">
              <a:latin typeface="+mn-lt"/>
            </a:rPr>
            <a:t>).</a:t>
          </a:r>
          <a:endParaRPr lang="en-US" sz="2000" dirty="0">
            <a:latin typeface="+mn-lt"/>
          </a:endParaRPr>
        </a:p>
      </dgm:t>
    </dgm:pt>
    <dgm:pt modelId="{0976E5BD-CD00-4A54-8D17-69F9768297DB}" type="parTrans" cxnId="{EE6449DD-A07D-418A-874B-600EFB5FFD30}">
      <dgm:prSet/>
      <dgm:spPr/>
      <dgm:t>
        <a:bodyPr/>
        <a:lstStyle/>
        <a:p>
          <a:endParaRPr lang="en-IN"/>
        </a:p>
      </dgm:t>
    </dgm:pt>
    <dgm:pt modelId="{535248F8-2A26-447B-ABB1-5A9A6CA235BE}" type="sibTrans" cxnId="{EE6449DD-A07D-418A-874B-600EFB5FFD30}">
      <dgm:prSet/>
      <dgm:spPr/>
      <dgm:t>
        <a:bodyPr/>
        <a:lstStyle/>
        <a:p>
          <a:endParaRPr lang="en-IN"/>
        </a:p>
      </dgm:t>
    </dgm:pt>
    <dgm:pt modelId="{DB54ED9B-735F-477C-8867-25EC132E41A8}">
      <dgm:prSet custT="1"/>
      <dgm:spPr/>
      <dgm:t>
        <a:bodyPr/>
        <a:lstStyle/>
        <a:p>
          <a:pPr algn="just"/>
          <a:r>
            <a:rPr lang="en-US" sz="2000" dirty="0">
              <a:latin typeface="+mn-lt"/>
            </a:rPr>
            <a:t>Typical range of EMG can be </a:t>
          </a:r>
          <a:r>
            <a:rPr lang="en-US" sz="2000" b="1" dirty="0">
              <a:latin typeface="+mn-lt"/>
            </a:rPr>
            <a:t>0.1-0.5 mV</a:t>
          </a:r>
          <a:r>
            <a:rPr lang="en-US" sz="2000" dirty="0">
              <a:latin typeface="+mn-lt"/>
            </a:rPr>
            <a:t>.</a:t>
          </a:r>
        </a:p>
      </dgm:t>
    </dgm:pt>
    <dgm:pt modelId="{965C48BC-9AA9-4E52-8B6B-9C0B5D686758}" type="parTrans" cxnId="{3153931E-91C6-4C84-8B14-1AE9FE790222}">
      <dgm:prSet/>
      <dgm:spPr/>
      <dgm:t>
        <a:bodyPr/>
        <a:lstStyle/>
        <a:p>
          <a:endParaRPr lang="en-IN"/>
        </a:p>
      </dgm:t>
    </dgm:pt>
    <dgm:pt modelId="{F3CE36C4-849C-45CF-90D3-23BBE677CED7}" type="sibTrans" cxnId="{3153931E-91C6-4C84-8B14-1AE9FE790222}">
      <dgm:prSet/>
      <dgm:spPr/>
      <dgm:t>
        <a:bodyPr/>
        <a:lstStyle/>
        <a:p>
          <a:endParaRPr lang="en-IN"/>
        </a:p>
      </dgm:t>
    </dgm:pt>
    <dgm:pt modelId="{4472DC2D-7B2D-457E-BE97-D8BEA6721704}">
      <dgm:prSet custT="1"/>
      <dgm:spPr/>
      <dgm:t>
        <a:bodyPr/>
        <a:lstStyle/>
        <a:p>
          <a:pPr algn="just"/>
          <a:r>
            <a:rPr lang="en-US" altLang="en-US" sz="2000" dirty="0">
              <a:latin typeface="+mn-lt"/>
            </a:rPr>
            <a:t>Subject is </a:t>
          </a:r>
          <a:r>
            <a:rPr lang="en-US" altLang="en-US" sz="2000" b="1" dirty="0">
              <a:latin typeface="+mn-lt"/>
            </a:rPr>
            <a:t>GROUNDED</a:t>
          </a:r>
          <a:r>
            <a:rPr lang="en-US" altLang="en-US" sz="2000" dirty="0">
              <a:latin typeface="+mn-lt"/>
            </a:rPr>
            <a:t> by placing an electrode in an inactive region of body</a:t>
          </a:r>
        </a:p>
      </dgm:t>
    </dgm:pt>
    <dgm:pt modelId="{6CE36E69-7415-42B8-873E-17A5C36DB055}" type="parTrans" cxnId="{95DAC0E3-6840-4534-B5E3-F2A9F12E440C}">
      <dgm:prSet/>
      <dgm:spPr/>
      <dgm:t>
        <a:bodyPr/>
        <a:lstStyle/>
        <a:p>
          <a:endParaRPr lang="en-IN"/>
        </a:p>
      </dgm:t>
    </dgm:pt>
    <dgm:pt modelId="{74858B37-DBDB-45C2-9618-2484954CEB91}" type="sibTrans" cxnId="{95DAC0E3-6840-4534-B5E3-F2A9F12E440C}">
      <dgm:prSet/>
      <dgm:spPr/>
      <dgm:t>
        <a:bodyPr/>
        <a:lstStyle/>
        <a:p>
          <a:endParaRPr lang="en-IN"/>
        </a:p>
      </dgm:t>
    </dgm:pt>
    <dgm:pt modelId="{262EF7EA-223C-4C7B-9C30-505E7423990F}" type="pres">
      <dgm:prSet presAssocID="{A69094C0-E414-4B60-950A-EFBA269D3752}" presName="linear" presStyleCnt="0">
        <dgm:presLayoutVars>
          <dgm:animLvl val="lvl"/>
          <dgm:resizeHandles val="exact"/>
        </dgm:presLayoutVars>
      </dgm:prSet>
      <dgm:spPr/>
      <dgm:t>
        <a:bodyPr/>
        <a:lstStyle/>
        <a:p>
          <a:endParaRPr lang="en-IN"/>
        </a:p>
      </dgm:t>
    </dgm:pt>
    <dgm:pt modelId="{3D63117E-00FD-4942-94F8-0E9786886BA5}" type="pres">
      <dgm:prSet presAssocID="{1C171DD1-0655-46C2-917F-A99B7E549C03}" presName="parentText" presStyleLbl="node1" presStyleIdx="0" presStyleCnt="1" custLinFactNeighborY="-2196">
        <dgm:presLayoutVars>
          <dgm:chMax val="0"/>
          <dgm:bulletEnabled val="1"/>
        </dgm:presLayoutVars>
      </dgm:prSet>
      <dgm:spPr/>
      <dgm:t>
        <a:bodyPr/>
        <a:lstStyle/>
        <a:p>
          <a:endParaRPr lang="en-IN"/>
        </a:p>
      </dgm:t>
    </dgm:pt>
    <dgm:pt modelId="{43C22904-C520-4C0A-BE7E-5B628E2C325A}" type="pres">
      <dgm:prSet presAssocID="{1C171DD1-0655-46C2-917F-A99B7E549C03}" presName="childText" presStyleLbl="revTx" presStyleIdx="0" presStyleCnt="1" custScaleY="106775" custLinFactNeighborY="1927">
        <dgm:presLayoutVars>
          <dgm:bulletEnabled val="1"/>
        </dgm:presLayoutVars>
      </dgm:prSet>
      <dgm:spPr/>
      <dgm:t>
        <a:bodyPr/>
        <a:lstStyle/>
        <a:p>
          <a:endParaRPr lang="en-IN"/>
        </a:p>
      </dgm:t>
    </dgm:pt>
  </dgm:ptLst>
  <dgm:cxnLst>
    <dgm:cxn modelId="{451D7D9F-8B41-4933-AD2B-969639C8F0ED}" type="presOf" srcId="{4472DC2D-7B2D-457E-BE97-D8BEA6721704}" destId="{43C22904-C520-4C0A-BE7E-5B628E2C325A}" srcOrd="0" destOrd="4" presId="urn:microsoft.com/office/officeart/2005/8/layout/vList2"/>
    <dgm:cxn modelId="{13A4005D-9132-4797-ADB1-1427F351680F}" type="presOf" srcId="{9D705931-827D-4B86-A505-EA5F1D5CE429}" destId="{43C22904-C520-4C0A-BE7E-5B628E2C325A}" srcOrd="0" destOrd="8" presId="urn:microsoft.com/office/officeart/2005/8/layout/vList2"/>
    <dgm:cxn modelId="{46499134-ACF8-40A7-8642-CA9F38E8C96F}" srcId="{DFD4E2BE-4717-491D-855C-4F9C901AD7C5}" destId="{8DB03D07-382E-4D14-9B1E-B53D8DEC8398}" srcOrd="1" destOrd="0" parTransId="{EE97681D-3B19-461C-8836-1C3CF7D3E521}" sibTransId="{93F95FAD-E7F9-4598-8FD0-B899BC1322DB}"/>
    <dgm:cxn modelId="{DAD20E38-F5FC-409C-B7D1-E846B02BBC90}" type="presOf" srcId="{AD2C5E9E-2F1B-4CBD-A5F6-3F041CDD42F7}" destId="{43C22904-C520-4C0A-BE7E-5B628E2C325A}" srcOrd="0" destOrd="0" presId="urn:microsoft.com/office/officeart/2005/8/layout/vList2"/>
    <dgm:cxn modelId="{2C5E7B1F-7986-46C0-AB99-BDEF9C705F78}" type="presOf" srcId="{4E402E5D-3837-4F12-B907-8666160FE72D}" destId="{43C22904-C520-4C0A-BE7E-5B628E2C325A}" srcOrd="0" destOrd="7" presId="urn:microsoft.com/office/officeart/2005/8/layout/vList2"/>
    <dgm:cxn modelId="{2FE9DA1E-EC52-4DCA-A7B5-E6A59F450455}" type="presOf" srcId="{6B7290D5-4259-452C-87E7-F0C90455F17D}" destId="{43C22904-C520-4C0A-BE7E-5B628E2C325A}" srcOrd="0" destOrd="2" presId="urn:microsoft.com/office/officeart/2005/8/layout/vList2"/>
    <dgm:cxn modelId="{C18166D8-E082-45FE-9A19-67589210DA6D}" type="presOf" srcId="{8DB03D07-382E-4D14-9B1E-B53D8DEC8398}" destId="{43C22904-C520-4C0A-BE7E-5B628E2C325A}" srcOrd="0" destOrd="6" presId="urn:microsoft.com/office/officeart/2005/8/layout/vList2"/>
    <dgm:cxn modelId="{4DAB8E71-95FB-40D0-B234-129F8B244BAF}" srcId="{1C171DD1-0655-46C2-917F-A99B7E549C03}" destId="{DFD4E2BE-4717-491D-855C-4F9C901AD7C5}" srcOrd="1" destOrd="0" parTransId="{636058D1-44AC-435F-899A-29934E5B0808}" sibTransId="{A4488FC6-94B3-46DC-99CA-8C109D43986F}"/>
    <dgm:cxn modelId="{67AEA610-5EB3-4BD3-8478-3A78009FDAEE}" type="presOf" srcId="{A69094C0-E414-4B60-950A-EFBA269D3752}" destId="{262EF7EA-223C-4C7B-9C30-505E7423990F}" srcOrd="0" destOrd="0" presId="urn:microsoft.com/office/officeart/2005/8/layout/vList2"/>
    <dgm:cxn modelId="{3D2DAE71-8A09-46DF-B2CD-61D1132E949A}" type="presOf" srcId="{DFD4E2BE-4717-491D-855C-4F9C901AD7C5}" destId="{43C22904-C520-4C0A-BE7E-5B628E2C325A}" srcOrd="0" destOrd="1" presId="urn:microsoft.com/office/officeart/2005/8/layout/vList2"/>
    <dgm:cxn modelId="{95DAC0E3-6840-4534-B5E3-F2A9F12E440C}" srcId="{6B7290D5-4259-452C-87E7-F0C90455F17D}" destId="{4472DC2D-7B2D-457E-BE97-D8BEA6721704}" srcOrd="1" destOrd="0" parTransId="{6CE36E69-7415-42B8-873E-17A5C36DB055}" sibTransId="{74858B37-DBDB-45C2-9618-2484954CEB91}"/>
    <dgm:cxn modelId="{A9D5CC05-DEAD-491E-9D9F-0FF9F40D9833}" srcId="{DFD4E2BE-4717-491D-855C-4F9C901AD7C5}" destId="{6B7290D5-4259-452C-87E7-F0C90455F17D}" srcOrd="0" destOrd="0" parTransId="{3EA254BA-BA0E-4E0F-BE6F-4A35849ABEFC}" sibTransId="{D4AFAFFC-B153-4C94-97E7-F6D5C5C8081B}"/>
    <dgm:cxn modelId="{3153931E-91C6-4C84-8B14-1AE9FE790222}" srcId="{6B7290D5-4259-452C-87E7-F0C90455F17D}" destId="{DB54ED9B-735F-477C-8867-25EC132E41A8}" srcOrd="2" destOrd="0" parTransId="{965C48BC-9AA9-4E52-8B6B-9C0B5D686758}" sibTransId="{F3CE36C4-849C-45CF-90D3-23BBE677CED7}"/>
    <dgm:cxn modelId="{AD786AC4-9281-460C-ACC8-85242B2FFEF7}" type="presOf" srcId="{1C171DD1-0655-46C2-917F-A99B7E549C03}" destId="{3D63117E-00FD-4942-94F8-0E9786886BA5}" srcOrd="0" destOrd="0" presId="urn:microsoft.com/office/officeart/2005/8/layout/vList2"/>
    <dgm:cxn modelId="{DD2E512B-20CC-47ED-A50C-91968D5F41E5}" srcId="{8DB03D07-382E-4D14-9B1E-B53D8DEC8398}" destId="{4E402E5D-3837-4F12-B907-8666160FE72D}" srcOrd="0" destOrd="0" parTransId="{37486106-E16F-475C-96EF-C2BA2C78C099}" sibTransId="{12BDFBCE-D67B-4068-BDB5-BF246F3BF01D}"/>
    <dgm:cxn modelId="{8F533876-E0B3-4C4B-A783-4E79AC57BD8E}" type="presOf" srcId="{DB54ED9B-735F-477C-8867-25EC132E41A8}" destId="{43C22904-C520-4C0A-BE7E-5B628E2C325A}" srcOrd="0" destOrd="5" presId="urn:microsoft.com/office/officeart/2005/8/layout/vList2"/>
    <dgm:cxn modelId="{45B65285-A7D2-44D2-9574-95349B204FFA}" srcId="{A69094C0-E414-4B60-950A-EFBA269D3752}" destId="{1C171DD1-0655-46C2-917F-A99B7E549C03}" srcOrd="0" destOrd="0" parTransId="{6923C392-303E-4C13-8C58-AFFF130A4D19}" sibTransId="{6705B74D-514C-4EA6-8C72-E28D58A4F8EF}"/>
    <dgm:cxn modelId="{1E0DF041-C786-44A1-80B4-863BA48FB7DB}" srcId="{1C171DD1-0655-46C2-917F-A99B7E549C03}" destId="{AD2C5E9E-2F1B-4CBD-A5F6-3F041CDD42F7}" srcOrd="0" destOrd="0" parTransId="{AFD2E919-C588-490D-B5D3-67BF862773C7}" sibTransId="{3FCF5C9D-7ABE-4216-8221-56B1354DEF33}"/>
    <dgm:cxn modelId="{E285FD35-BFC6-4E08-838E-F7BD8D54F800}" srcId="{6B7290D5-4259-452C-87E7-F0C90455F17D}" destId="{CFBC26E6-269A-4677-BC91-04D3DF1BD284}" srcOrd="0" destOrd="0" parTransId="{E4B22259-DFFE-46D8-AFC7-AF46C8EC75EE}" sibTransId="{BF792AB3-FD85-4094-A0B1-66A6BDF96EAE}"/>
    <dgm:cxn modelId="{0EFC0467-E0F5-499A-BFFC-B0E11AE10958}" type="presOf" srcId="{CFBC26E6-269A-4677-BC91-04D3DF1BD284}" destId="{43C22904-C520-4C0A-BE7E-5B628E2C325A}" srcOrd="0" destOrd="3" presId="urn:microsoft.com/office/officeart/2005/8/layout/vList2"/>
    <dgm:cxn modelId="{EE6449DD-A07D-418A-874B-600EFB5FFD30}" srcId="{8DB03D07-382E-4D14-9B1E-B53D8DEC8398}" destId="{9D705931-827D-4B86-A505-EA5F1D5CE429}" srcOrd="1" destOrd="0" parTransId="{0976E5BD-CD00-4A54-8D17-69F9768297DB}" sibTransId="{535248F8-2A26-447B-ABB1-5A9A6CA235BE}"/>
    <dgm:cxn modelId="{3D05C117-8CFA-493A-B8C8-D725DADE73D5}" type="presParOf" srcId="{262EF7EA-223C-4C7B-9C30-505E7423990F}" destId="{3D63117E-00FD-4942-94F8-0E9786886BA5}" srcOrd="0" destOrd="0" presId="urn:microsoft.com/office/officeart/2005/8/layout/vList2"/>
    <dgm:cxn modelId="{1A736775-D5C0-4C44-B85D-4BEA60D3795E}" type="presParOf" srcId="{262EF7EA-223C-4C7B-9C30-505E7423990F}" destId="{43C22904-C520-4C0A-BE7E-5B628E2C325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0ACDCE7-33E8-4FE3-A286-3EF6F7F3FF2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133E72D-DEA2-4A05-A4CD-F55099BA100E}">
      <dgm:prSet phldrT="[Text]" custT="1"/>
      <dgm:spPr/>
      <dgm:t>
        <a:bodyPr/>
        <a:lstStyle/>
        <a:p>
          <a:r>
            <a:rPr lang="en-US" altLang="en-US" sz="3600" b="1" dirty="0">
              <a:effectLst>
                <a:outerShdw blurRad="38100" dist="38100" dir="2700000" algn="tl">
                  <a:srgbClr val="000000">
                    <a:alpha val="43137"/>
                  </a:srgbClr>
                </a:outerShdw>
              </a:effectLst>
              <a:latin typeface="+mj-lt"/>
            </a:rPr>
            <a:t>What can be learned from an EMG</a:t>
          </a:r>
          <a:endParaRPr lang="en-IN" sz="3600" b="1" dirty="0">
            <a:effectLst>
              <a:outerShdw blurRad="38100" dist="38100" dir="2700000" algn="tl">
                <a:srgbClr val="000000">
                  <a:alpha val="43137"/>
                </a:srgbClr>
              </a:outerShdw>
            </a:effectLst>
            <a:latin typeface="+mj-lt"/>
          </a:endParaRPr>
        </a:p>
      </dgm:t>
    </dgm:pt>
    <dgm:pt modelId="{9E9FAB4A-286B-483A-AE81-B7A82794666B}" type="parTrans" cxnId="{1FFF0355-51A6-4B4E-AACA-1DB7AC587EA2}">
      <dgm:prSet/>
      <dgm:spPr/>
      <dgm:t>
        <a:bodyPr/>
        <a:lstStyle/>
        <a:p>
          <a:endParaRPr lang="en-IN"/>
        </a:p>
      </dgm:t>
    </dgm:pt>
    <dgm:pt modelId="{4E35B130-2EF0-4FA7-B2A3-40D2C51C632A}" type="sibTrans" cxnId="{1FFF0355-51A6-4B4E-AACA-1DB7AC587EA2}">
      <dgm:prSet/>
      <dgm:spPr/>
      <dgm:t>
        <a:bodyPr/>
        <a:lstStyle/>
        <a:p>
          <a:endParaRPr lang="en-IN"/>
        </a:p>
      </dgm:t>
    </dgm:pt>
    <dgm:pt modelId="{20EEC53A-32DF-4D42-A50C-7FCA7D326F88}">
      <dgm:prSet phldrT="[Text]"/>
      <dgm:spPr/>
      <dgm:t>
        <a:bodyPr/>
        <a:lstStyle/>
        <a:p>
          <a:pPr algn="l"/>
          <a:r>
            <a:rPr lang="en-US" altLang="en-US" dirty="0"/>
            <a:t>Time course of muscle contraction</a:t>
          </a:r>
          <a:endParaRPr lang="en-IN" dirty="0"/>
        </a:p>
      </dgm:t>
    </dgm:pt>
    <dgm:pt modelId="{534847DC-1DB2-4279-8D21-C4EDD06BA2ED}" type="parTrans" cxnId="{A75B7C39-9712-4B12-9E14-2941AB00620A}">
      <dgm:prSet/>
      <dgm:spPr/>
      <dgm:t>
        <a:bodyPr/>
        <a:lstStyle/>
        <a:p>
          <a:endParaRPr lang="en-IN"/>
        </a:p>
      </dgm:t>
    </dgm:pt>
    <dgm:pt modelId="{89E8BBC6-3A92-4460-86EB-1D46FC86978A}" type="sibTrans" cxnId="{A75B7C39-9712-4B12-9E14-2941AB00620A}">
      <dgm:prSet/>
      <dgm:spPr/>
      <dgm:t>
        <a:bodyPr/>
        <a:lstStyle/>
        <a:p>
          <a:endParaRPr lang="en-IN"/>
        </a:p>
      </dgm:t>
    </dgm:pt>
    <dgm:pt modelId="{E4848C25-E1AE-4802-89F4-A3EEBBFA727A}">
      <dgm:prSet/>
      <dgm:spPr/>
      <dgm:t>
        <a:bodyPr/>
        <a:lstStyle/>
        <a:p>
          <a:pPr algn="just"/>
          <a:r>
            <a:rPr lang="en-US" altLang="en-US" dirty="0"/>
            <a:t>Contraction force</a:t>
          </a:r>
        </a:p>
      </dgm:t>
    </dgm:pt>
    <dgm:pt modelId="{B3D22323-00F4-46A9-9780-2AB590C47640}" type="parTrans" cxnId="{326721D2-9AF3-4BC9-9461-B7EB704692FF}">
      <dgm:prSet/>
      <dgm:spPr/>
      <dgm:t>
        <a:bodyPr/>
        <a:lstStyle/>
        <a:p>
          <a:endParaRPr lang="en-IN"/>
        </a:p>
      </dgm:t>
    </dgm:pt>
    <dgm:pt modelId="{F18C8482-A436-4866-A940-05172F821631}" type="sibTrans" cxnId="{326721D2-9AF3-4BC9-9461-B7EB704692FF}">
      <dgm:prSet/>
      <dgm:spPr/>
      <dgm:t>
        <a:bodyPr/>
        <a:lstStyle/>
        <a:p>
          <a:endParaRPr lang="en-IN"/>
        </a:p>
      </dgm:t>
    </dgm:pt>
    <dgm:pt modelId="{53FD8832-66AD-478D-AF18-8AB89E1FDDBF}">
      <dgm:prSet/>
      <dgm:spPr/>
      <dgm:t>
        <a:bodyPr/>
        <a:lstStyle/>
        <a:p>
          <a:pPr algn="just"/>
          <a:r>
            <a:rPr lang="en-US" altLang="en-US" dirty="0"/>
            <a:t>Coordination of several muscles in a movement sequence</a:t>
          </a:r>
        </a:p>
      </dgm:t>
    </dgm:pt>
    <dgm:pt modelId="{0B246DDC-0205-402C-8747-07E4894F0999}" type="parTrans" cxnId="{75BB2C67-2512-4C13-960D-CBF42C8A6E70}">
      <dgm:prSet/>
      <dgm:spPr/>
      <dgm:t>
        <a:bodyPr/>
        <a:lstStyle/>
        <a:p>
          <a:endParaRPr lang="en-IN"/>
        </a:p>
      </dgm:t>
    </dgm:pt>
    <dgm:pt modelId="{436585EC-9B2D-4299-95B0-A5FF94D6717B}" type="sibTrans" cxnId="{75BB2C67-2512-4C13-960D-CBF42C8A6E70}">
      <dgm:prSet/>
      <dgm:spPr/>
      <dgm:t>
        <a:bodyPr/>
        <a:lstStyle/>
        <a:p>
          <a:endParaRPr lang="en-IN"/>
        </a:p>
      </dgm:t>
    </dgm:pt>
    <dgm:pt modelId="{3BB183D4-B858-410D-8B10-C54871301476}">
      <dgm:prSet/>
      <dgm:spPr/>
      <dgm:t>
        <a:bodyPr/>
        <a:lstStyle/>
        <a:p>
          <a:pPr algn="just"/>
          <a:r>
            <a:rPr lang="en-US" altLang="en-US" dirty="0"/>
            <a:t>These parameters are DERIVED from the amplitude, frequency, and change of these over time of the EMG signal</a:t>
          </a:r>
        </a:p>
      </dgm:t>
    </dgm:pt>
    <dgm:pt modelId="{2146F07F-58CA-43E9-BCBC-B1498A1E3F40}" type="parTrans" cxnId="{7F3EA072-CE56-4B38-9E72-0B7B2C0DEFD4}">
      <dgm:prSet/>
      <dgm:spPr/>
      <dgm:t>
        <a:bodyPr/>
        <a:lstStyle/>
        <a:p>
          <a:endParaRPr lang="en-IN"/>
        </a:p>
      </dgm:t>
    </dgm:pt>
    <dgm:pt modelId="{479822B0-AE11-4FE2-ADA2-BD9970E16575}" type="sibTrans" cxnId="{7F3EA072-CE56-4B38-9E72-0B7B2C0DEFD4}">
      <dgm:prSet/>
      <dgm:spPr/>
      <dgm:t>
        <a:bodyPr/>
        <a:lstStyle/>
        <a:p>
          <a:endParaRPr lang="en-IN"/>
        </a:p>
      </dgm:t>
    </dgm:pt>
    <dgm:pt modelId="{762A01E5-052B-4217-A706-A1490C1CC533}">
      <dgm:prSet/>
      <dgm:spPr/>
      <dgm:t>
        <a:bodyPr/>
        <a:lstStyle/>
        <a:p>
          <a:pPr algn="just"/>
          <a:r>
            <a:rPr lang="en-US" altLang="en-US" u="sng" dirty="0"/>
            <a:t>Field of Ergonomics</a:t>
          </a:r>
          <a:r>
            <a:rPr lang="en-US" altLang="en-US" dirty="0"/>
            <a:t>: from the EMG conclusions about </a:t>
          </a:r>
          <a:r>
            <a:rPr lang="en-US" altLang="en-US" dirty="0">
              <a:solidFill>
                <a:schemeClr val="accent6">
                  <a:lumMod val="50000"/>
                </a:schemeClr>
              </a:solidFill>
            </a:rPr>
            <a:t>muscle strain </a:t>
          </a:r>
          <a:r>
            <a:rPr lang="en-US" altLang="en-US" dirty="0"/>
            <a:t>and the </a:t>
          </a:r>
          <a:r>
            <a:rPr lang="en-US" altLang="en-US" dirty="0">
              <a:solidFill>
                <a:schemeClr val="accent6">
                  <a:lumMod val="50000"/>
                </a:schemeClr>
              </a:solidFill>
            </a:rPr>
            <a:t>occurrence of muscular fatigue </a:t>
          </a:r>
          <a:r>
            <a:rPr lang="en-US" altLang="en-US" dirty="0"/>
            <a:t>can be derived as well </a:t>
          </a:r>
        </a:p>
      </dgm:t>
    </dgm:pt>
    <dgm:pt modelId="{2B655ABF-E945-476D-8C7D-53B4F0E98AF5}" type="parTrans" cxnId="{A7040275-E133-4984-9342-8FC4EA6E5A98}">
      <dgm:prSet/>
      <dgm:spPr/>
      <dgm:t>
        <a:bodyPr/>
        <a:lstStyle/>
        <a:p>
          <a:endParaRPr lang="en-IN"/>
        </a:p>
      </dgm:t>
    </dgm:pt>
    <dgm:pt modelId="{1BC2AE3C-858F-41E2-ACC6-DD2A277421F8}" type="sibTrans" cxnId="{A7040275-E133-4984-9342-8FC4EA6E5A98}">
      <dgm:prSet/>
      <dgm:spPr/>
      <dgm:t>
        <a:bodyPr/>
        <a:lstStyle/>
        <a:p>
          <a:endParaRPr lang="en-IN"/>
        </a:p>
      </dgm:t>
    </dgm:pt>
    <dgm:pt modelId="{C40ACC1E-7CB5-4000-980E-E6DDC1393B36}">
      <dgm:prSet/>
      <dgm:spPr/>
      <dgm:t>
        <a:bodyPr/>
        <a:lstStyle/>
        <a:p>
          <a:pPr algn="just"/>
          <a:r>
            <a:rPr lang="en-US" b="0" i="0" u="sng" dirty="0"/>
            <a:t>Intraoperative electromyography </a:t>
          </a:r>
          <a:r>
            <a:rPr lang="en-US" b="0" i="0" dirty="0"/>
            <a:t>(EMG) provides useful diagnostic and prognostic information during spine and peripheral nerve surgeries.</a:t>
          </a:r>
          <a:endParaRPr lang="en-US" altLang="en-US" dirty="0"/>
        </a:p>
      </dgm:t>
    </dgm:pt>
    <dgm:pt modelId="{B7A4786F-0C90-42DE-ADF7-0C2F1425B4A6}" type="parTrans" cxnId="{34C67D2E-2DB3-413F-B18D-903AC1674AEB}">
      <dgm:prSet/>
      <dgm:spPr/>
      <dgm:t>
        <a:bodyPr/>
        <a:lstStyle/>
        <a:p>
          <a:endParaRPr lang="en-IN"/>
        </a:p>
      </dgm:t>
    </dgm:pt>
    <dgm:pt modelId="{77D33186-34DD-4A54-BBC8-C0A5ED7A3339}" type="sibTrans" cxnId="{34C67D2E-2DB3-413F-B18D-903AC1674AEB}">
      <dgm:prSet/>
      <dgm:spPr/>
      <dgm:t>
        <a:bodyPr/>
        <a:lstStyle/>
        <a:p>
          <a:endParaRPr lang="en-IN"/>
        </a:p>
      </dgm:t>
    </dgm:pt>
    <dgm:pt modelId="{2B9BA020-66FC-4756-A9A6-E7F53251D243}">
      <dgm:prSet/>
      <dgm:spPr/>
      <dgm:t>
        <a:bodyPr/>
        <a:lstStyle/>
        <a:p>
          <a:pPr algn="just"/>
          <a:r>
            <a:rPr lang="en-US" b="0" i="0" dirty="0"/>
            <a:t>It can be used to monitor nerve roots during spine surgeries, the facial nerve during cerebellopontine angle surgeries, and peripheral nerves during brachial plexus exploration and repair.</a:t>
          </a:r>
          <a:endParaRPr lang="en-US" altLang="en-US" dirty="0"/>
        </a:p>
      </dgm:t>
    </dgm:pt>
    <dgm:pt modelId="{B7170B7C-854D-4C0A-B0A2-814FFE190792}" type="parTrans" cxnId="{86C9E4E9-FF58-45AC-B2B9-DFC8913028C8}">
      <dgm:prSet/>
      <dgm:spPr/>
      <dgm:t>
        <a:bodyPr/>
        <a:lstStyle/>
        <a:p>
          <a:endParaRPr lang="en-IN"/>
        </a:p>
      </dgm:t>
    </dgm:pt>
    <dgm:pt modelId="{58C932CD-6EBE-4E97-9F5D-27ABE91B1A63}" type="sibTrans" cxnId="{86C9E4E9-FF58-45AC-B2B9-DFC8913028C8}">
      <dgm:prSet/>
      <dgm:spPr/>
      <dgm:t>
        <a:bodyPr/>
        <a:lstStyle/>
        <a:p>
          <a:endParaRPr lang="en-IN"/>
        </a:p>
      </dgm:t>
    </dgm:pt>
    <dgm:pt modelId="{225AEEC1-6869-4E62-B92F-8F24C8E00C6A}">
      <dgm:prSet/>
      <dgm:spPr/>
      <dgm:t>
        <a:bodyPr/>
        <a:lstStyle/>
        <a:p>
          <a:pPr algn="just"/>
          <a:r>
            <a:rPr lang="en-US" b="0" i="0" dirty="0"/>
            <a:t>The use of EMG during surgery is to monitor the neuromuscular function with the neuromuscular blocking drug during general anesthesia.</a:t>
          </a:r>
          <a:endParaRPr lang="en-US" altLang="en-US" dirty="0"/>
        </a:p>
      </dgm:t>
    </dgm:pt>
    <dgm:pt modelId="{34E9BA5B-D780-4D21-8ECE-5B8C4FF23F58}" type="parTrans" cxnId="{8499C33E-C9E1-453B-AC67-22D4BD6EDFE9}">
      <dgm:prSet/>
      <dgm:spPr/>
      <dgm:t>
        <a:bodyPr/>
        <a:lstStyle/>
        <a:p>
          <a:endParaRPr lang="en-IN"/>
        </a:p>
      </dgm:t>
    </dgm:pt>
    <dgm:pt modelId="{110B780E-8DD7-499C-9AB6-FBF55DEFFFEF}" type="sibTrans" cxnId="{8499C33E-C9E1-453B-AC67-22D4BD6EDFE9}">
      <dgm:prSet/>
      <dgm:spPr/>
      <dgm:t>
        <a:bodyPr/>
        <a:lstStyle/>
        <a:p>
          <a:endParaRPr lang="en-IN"/>
        </a:p>
      </dgm:t>
    </dgm:pt>
    <dgm:pt modelId="{4BCDC286-C17D-48EE-89C7-1D8D066CD3B8}" type="pres">
      <dgm:prSet presAssocID="{D0ACDCE7-33E8-4FE3-A286-3EF6F7F3FF24}" presName="linear" presStyleCnt="0">
        <dgm:presLayoutVars>
          <dgm:animLvl val="lvl"/>
          <dgm:resizeHandles val="exact"/>
        </dgm:presLayoutVars>
      </dgm:prSet>
      <dgm:spPr/>
      <dgm:t>
        <a:bodyPr/>
        <a:lstStyle/>
        <a:p>
          <a:endParaRPr lang="en-IN"/>
        </a:p>
      </dgm:t>
    </dgm:pt>
    <dgm:pt modelId="{7C0FCFD6-1568-40CA-99F9-E707F6FD36E7}" type="pres">
      <dgm:prSet presAssocID="{2133E72D-DEA2-4A05-A4CD-F55099BA100E}" presName="parentText" presStyleLbl="node1" presStyleIdx="0" presStyleCnt="1">
        <dgm:presLayoutVars>
          <dgm:chMax val="0"/>
          <dgm:bulletEnabled val="1"/>
        </dgm:presLayoutVars>
      </dgm:prSet>
      <dgm:spPr/>
      <dgm:t>
        <a:bodyPr/>
        <a:lstStyle/>
        <a:p>
          <a:endParaRPr lang="en-IN"/>
        </a:p>
      </dgm:t>
    </dgm:pt>
    <dgm:pt modelId="{4E8542BA-E5C6-4AF1-AA06-B01FB0122DBB}" type="pres">
      <dgm:prSet presAssocID="{2133E72D-DEA2-4A05-A4CD-F55099BA100E}" presName="childText" presStyleLbl="revTx" presStyleIdx="0" presStyleCnt="1">
        <dgm:presLayoutVars>
          <dgm:bulletEnabled val="1"/>
        </dgm:presLayoutVars>
      </dgm:prSet>
      <dgm:spPr/>
      <dgm:t>
        <a:bodyPr/>
        <a:lstStyle/>
        <a:p>
          <a:endParaRPr lang="en-IN"/>
        </a:p>
      </dgm:t>
    </dgm:pt>
  </dgm:ptLst>
  <dgm:cxnLst>
    <dgm:cxn modelId="{34C67D2E-2DB3-413F-B18D-903AC1674AEB}" srcId="{2133E72D-DEA2-4A05-A4CD-F55099BA100E}" destId="{C40ACC1E-7CB5-4000-980E-E6DDC1393B36}" srcOrd="5" destOrd="0" parTransId="{B7A4786F-0C90-42DE-ADF7-0C2F1425B4A6}" sibTransId="{77D33186-34DD-4A54-BBC8-C0A5ED7A3339}"/>
    <dgm:cxn modelId="{4BFA1C81-92A2-4BE9-8344-036E8E4606E9}" type="presOf" srcId="{225AEEC1-6869-4E62-B92F-8F24C8E00C6A}" destId="{4E8542BA-E5C6-4AF1-AA06-B01FB0122DBB}" srcOrd="0" destOrd="4" presId="urn:microsoft.com/office/officeart/2005/8/layout/vList2"/>
    <dgm:cxn modelId="{8499C33E-C9E1-453B-AC67-22D4BD6EDFE9}" srcId="{2133E72D-DEA2-4A05-A4CD-F55099BA100E}" destId="{225AEEC1-6869-4E62-B92F-8F24C8E00C6A}" srcOrd="3" destOrd="0" parTransId="{34E9BA5B-D780-4D21-8ECE-5B8C4FF23F58}" sibTransId="{110B780E-8DD7-499C-9AB6-FBF55DEFFFEF}"/>
    <dgm:cxn modelId="{E3C03F3B-3967-498C-9DD5-DD46C3C41261}" type="presOf" srcId="{762A01E5-052B-4217-A706-A1490C1CC533}" destId="{4E8542BA-E5C6-4AF1-AA06-B01FB0122DBB}" srcOrd="0" destOrd="5" presId="urn:microsoft.com/office/officeart/2005/8/layout/vList2"/>
    <dgm:cxn modelId="{AF1672D6-325C-45E1-B236-A223D7E15766}" type="presOf" srcId="{C40ACC1E-7CB5-4000-980E-E6DDC1393B36}" destId="{4E8542BA-E5C6-4AF1-AA06-B01FB0122DBB}" srcOrd="0" destOrd="6" presId="urn:microsoft.com/office/officeart/2005/8/layout/vList2"/>
    <dgm:cxn modelId="{FA02D1B9-DCA1-4B73-9A6E-AEB33A36290F}" type="presOf" srcId="{2133E72D-DEA2-4A05-A4CD-F55099BA100E}" destId="{7C0FCFD6-1568-40CA-99F9-E707F6FD36E7}" srcOrd="0" destOrd="0" presId="urn:microsoft.com/office/officeart/2005/8/layout/vList2"/>
    <dgm:cxn modelId="{F5B3E1A0-E6BD-41E4-BB5B-F9F24CBADD7C}" type="presOf" srcId="{20EEC53A-32DF-4D42-A50C-7FCA7D326F88}" destId="{4E8542BA-E5C6-4AF1-AA06-B01FB0122DBB}" srcOrd="0" destOrd="0" presId="urn:microsoft.com/office/officeart/2005/8/layout/vList2"/>
    <dgm:cxn modelId="{7F3EA072-CE56-4B38-9E72-0B7B2C0DEFD4}" srcId="{53FD8832-66AD-478D-AF18-8AB89E1FDDBF}" destId="{3BB183D4-B858-410D-8B10-C54871301476}" srcOrd="0" destOrd="0" parTransId="{2146F07F-58CA-43E9-BCBC-B1498A1E3F40}" sibTransId="{479822B0-AE11-4FE2-ADA2-BD9970E16575}"/>
    <dgm:cxn modelId="{FFA64874-1942-4159-B7DC-D3AFC3AA14A2}" type="presOf" srcId="{3BB183D4-B858-410D-8B10-C54871301476}" destId="{4E8542BA-E5C6-4AF1-AA06-B01FB0122DBB}" srcOrd="0" destOrd="3" presId="urn:microsoft.com/office/officeart/2005/8/layout/vList2"/>
    <dgm:cxn modelId="{61ECD292-6304-487E-9BDF-F3423856603E}" type="presOf" srcId="{53FD8832-66AD-478D-AF18-8AB89E1FDDBF}" destId="{4E8542BA-E5C6-4AF1-AA06-B01FB0122DBB}" srcOrd="0" destOrd="2" presId="urn:microsoft.com/office/officeart/2005/8/layout/vList2"/>
    <dgm:cxn modelId="{86C9E4E9-FF58-45AC-B2B9-DFC8913028C8}" srcId="{C40ACC1E-7CB5-4000-980E-E6DDC1393B36}" destId="{2B9BA020-66FC-4756-A9A6-E7F53251D243}" srcOrd="0" destOrd="0" parTransId="{B7170B7C-854D-4C0A-B0A2-814FFE190792}" sibTransId="{58C932CD-6EBE-4E97-9F5D-27ABE91B1A63}"/>
    <dgm:cxn modelId="{326721D2-9AF3-4BC9-9461-B7EB704692FF}" srcId="{2133E72D-DEA2-4A05-A4CD-F55099BA100E}" destId="{E4848C25-E1AE-4802-89F4-A3EEBBFA727A}" srcOrd="1" destOrd="0" parTransId="{B3D22323-00F4-46A9-9780-2AB590C47640}" sibTransId="{F18C8482-A436-4866-A940-05172F821631}"/>
    <dgm:cxn modelId="{A2B66010-F570-445E-BA9B-1DA2894AB2E6}" type="presOf" srcId="{2B9BA020-66FC-4756-A9A6-E7F53251D243}" destId="{4E8542BA-E5C6-4AF1-AA06-B01FB0122DBB}" srcOrd="0" destOrd="7" presId="urn:microsoft.com/office/officeart/2005/8/layout/vList2"/>
    <dgm:cxn modelId="{43DBEBFA-8265-4C97-85BB-66D8B64589CB}" type="presOf" srcId="{E4848C25-E1AE-4802-89F4-A3EEBBFA727A}" destId="{4E8542BA-E5C6-4AF1-AA06-B01FB0122DBB}" srcOrd="0" destOrd="1" presId="urn:microsoft.com/office/officeart/2005/8/layout/vList2"/>
    <dgm:cxn modelId="{1FFF0355-51A6-4B4E-AACA-1DB7AC587EA2}" srcId="{D0ACDCE7-33E8-4FE3-A286-3EF6F7F3FF24}" destId="{2133E72D-DEA2-4A05-A4CD-F55099BA100E}" srcOrd="0" destOrd="0" parTransId="{9E9FAB4A-286B-483A-AE81-B7A82794666B}" sibTransId="{4E35B130-2EF0-4FA7-B2A3-40D2C51C632A}"/>
    <dgm:cxn modelId="{A7040275-E133-4984-9342-8FC4EA6E5A98}" srcId="{2133E72D-DEA2-4A05-A4CD-F55099BA100E}" destId="{762A01E5-052B-4217-A706-A1490C1CC533}" srcOrd="4" destOrd="0" parTransId="{2B655ABF-E945-476D-8C7D-53B4F0E98AF5}" sibTransId="{1BC2AE3C-858F-41E2-ACC6-DD2A277421F8}"/>
    <dgm:cxn modelId="{3F9018E7-136D-4757-9BCD-536EE65571F4}" type="presOf" srcId="{D0ACDCE7-33E8-4FE3-A286-3EF6F7F3FF24}" destId="{4BCDC286-C17D-48EE-89C7-1D8D066CD3B8}" srcOrd="0" destOrd="0" presId="urn:microsoft.com/office/officeart/2005/8/layout/vList2"/>
    <dgm:cxn modelId="{A75B7C39-9712-4B12-9E14-2941AB00620A}" srcId="{2133E72D-DEA2-4A05-A4CD-F55099BA100E}" destId="{20EEC53A-32DF-4D42-A50C-7FCA7D326F88}" srcOrd="0" destOrd="0" parTransId="{534847DC-1DB2-4279-8D21-C4EDD06BA2ED}" sibTransId="{89E8BBC6-3A92-4460-86EB-1D46FC86978A}"/>
    <dgm:cxn modelId="{75BB2C67-2512-4C13-960D-CBF42C8A6E70}" srcId="{2133E72D-DEA2-4A05-A4CD-F55099BA100E}" destId="{53FD8832-66AD-478D-AF18-8AB89E1FDDBF}" srcOrd="2" destOrd="0" parTransId="{0B246DDC-0205-402C-8747-07E4894F0999}" sibTransId="{436585EC-9B2D-4299-95B0-A5FF94D6717B}"/>
    <dgm:cxn modelId="{2C1B9B76-07E4-4E52-ADC2-F6BF0752CB34}" type="presParOf" srcId="{4BCDC286-C17D-48EE-89C7-1D8D066CD3B8}" destId="{7C0FCFD6-1568-40CA-99F9-E707F6FD36E7}" srcOrd="0" destOrd="0" presId="urn:microsoft.com/office/officeart/2005/8/layout/vList2"/>
    <dgm:cxn modelId="{C238D059-A9EA-4E17-83D0-63B7F40B5F8B}" type="presParOf" srcId="{4BCDC286-C17D-48EE-89C7-1D8D066CD3B8}" destId="{4E8542BA-E5C6-4AF1-AA06-B01FB0122DBB}"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2321837-E90C-4085-8552-D1640144E99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07B55E5-98DB-43D8-8A0A-A714703106DF}">
      <dgm:prSet phldrT="[Text]" custT="1"/>
      <dgm:spPr/>
      <dgm:t>
        <a:bodyPr/>
        <a:lstStyle/>
        <a:p>
          <a:r>
            <a:rPr lang="en-IN" sz="2800" b="1" dirty="0">
              <a:latin typeface="Times New Roman" panose="02020603050405020304" pitchFamily="18" charset="0"/>
              <a:cs typeface="Times New Roman" panose="02020603050405020304" pitchFamily="18" charset="0"/>
            </a:rPr>
            <a:t>WHY EMG DONE</a:t>
          </a:r>
          <a:endParaRPr lang="en-IN" sz="2800" dirty="0"/>
        </a:p>
      </dgm:t>
    </dgm:pt>
    <dgm:pt modelId="{192272F3-F344-46A0-8CFC-EAE2CA99F39B}" type="parTrans" cxnId="{4E091AD5-A298-4963-8B93-DAC4A3D11D0A}">
      <dgm:prSet/>
      <dgm:spPr/>
      <dgm:t>
        <a:bodyPr/>
        <a:lstStyle/>
        <a:p>
          <a:endParaRPr lang="en-IN"/>
        </a:p>
      </dgm:t>
    </dgm:pt>
    <dgm:pt modelId="{1D88CC61-07CD-4750-94F5-399638A6F0CD}" type="sibTrans" cxnId="{4E091AD5-A298-4963-8B93-DAC4A3D11D0A}">
      <dgm:prSet/>
      <dgm:spPr/>
      <dgm:t>
        <a:bodyPr/>
        <a:lstStyle/>
        <a:p>
          <a:endParaRPr lang="en-IN"/>
        </a:p>
      </dgm:t>
    </dgm:pt>
    <dgm:pt modelId="{EC871325-C068-43DB-B050-28C9B7E49C9C}">
      <dgm:prSet phldrT="[Text]"/>
      <dgm:spPr/>
      <dgm:t>
        <a:bodyPr/>
        <a:lstStyle/>
        <a:p>
          <a:pPr algn="just">
            <a:buFont typeface="Arial" panose="020B0604020202020204" pitchFamily="34" charset="0"/>
            <a:buChar char="•"/>
          </a:pPr>
          <a:r>
            <a:rPr lang="en-US" dirty="0"/>
            <a:t>Your doctor may perform an EMG if you’re experiencing symptoms that may indicate a muscle or nerve disorder. Some symptoms  include:</a:t>
          </a:r>
          <a:endParaRPr lang="en-IN" dirty="0"/>
        </a:p>
      </dgm:t>
    </dgm:pt>
    <dgm:pt modelId="{3CF0CCA9-A2F6-4361-9A88-4D455BBF5F45}" type="parTrans" cxnId="{BECB77BE-0972-4869-9EF1-7AF5032FF945}">
      <dgm:prSet/>
      <dgm:spPr/>
      <dgm:t>
        <a:bodyPr/>
        <a:lstStyle/>
        <a:p>
          <a:endParaRPr lang="en-IN"/>
        </a:p>
      </dgm:t>
    </dgm:pt>
    <dgm:pt modelId="{384AB1AC-40E5-4C38-AFC3-CA17A3FDC6BD}" type="sibTrans" cxnId="{BECB77BE-0972-4869-9EF1-7AF5032FF945}">
      <dgm:prSet/>
      <dgm:spPr/>
      <dgm:t>
        <a:bodyPr/>
        <a:lstStyle/>
        <a:p>
          <a:endParaRPr lang="en-IN"/>
        </a:p>
      </dgm:t>
    </dgm:pt>
    <dgm:pt modelId="{23186576-FC2B-44E7-B4DC-350A81906A22}">
      <dgm:prSet phldrT="[Text]"/>
      <dgm:spPr/>
      <dgm:t>
        <a:bodyPr/>
        <a:lstStyle/>
        <a:p>
          <a:pPr algn="l"/>
          <a:r>
            <a:rPr lang="en-US" dirty="0"/>
            <a:t>Tingling</a:t>
          </a:r>
          <a:endParaRPr lang="en-IN" dirty="0"/>
        </a:p>
      </dgm:t>
    </dgm:pt>
    <dgm:pt modelId="{510B5E4C-5542-47A5-BFB9-D45942C49E7B}" type="parTrans" cxnId="{35C7EF70-98AC-4588-AEAD-79F7674B02A1}">
      <dgm:prSet/>
      <dgm:spPr/>
      <dgm:t>
        <a:bodyPr/>
        <a:lstStyle/>
        <a:p>
          <a:endParaRPr lang="en-IN"/>
        </a:p>
      </dgm:t>
    </dgm:pt>
    <dgm:pt modelId="{1508D79A-CF4F-4AE4-AAF9-848174BD4907}" type="sibTrans" cxnId="{35C7EF70-98AC-4588-AEAD-79F7674B02A1}">
      <dgm:prSet/>
      <dgm:spPr/>
      <dgm:t>
        <a:bodyPr/>
        <a:lstStyle/>
        <a:p>
          <a:endParaRPr lang="en-IN"/>
        </a:p>
      </dgm:t>
    </dgm:pt>
    <dgm:pt modelId="{AD34382B-C0E8-4416-96BB-5DD7D697F07B}">
      <dgm:prSet/>
      <dgm:spPr/>
      <dgm:t>
        <a:bodyPr/>
        <a:lstStyle/>
        <a:p>
          <a:pPr algn="l"/>
          <a:r>
            <a:rPr lang="en-US" dirty="0"/>
            <a:t>Numbness</a:t>
          </a:r>
        </a:p>
      </dgm:t>
    </dgm:pt>
    <dgm:pt modelId="{BC52D82F-A7D1-48CB-978D-117717615DE3}" type="parTrans" cxnId="{606BD660-1629-4E52-ACFF-5E989C1F09EC}">
      <dgm:prSet/>
      <dgm:spPr/>
      <dgm:t>
        <a:bodyPr/>
        <a:lstStyle/>
        <a:p>
          <a:endParaRPr lang="en-IN"/>
        </a:p>
      </dgm:t>
    </dgm:pt>
    <dgm:pt modelId="{EB6D93B0-C568-4955-B3A0-20D79651859E}" type="sibTrans" cxnId="{606BD660-1629-4E52-ACFF-5E989C1F09EC}">
      <dgm:prSet/>
      <dgm:spPr/>
      <dgm:t>
        <a:bodyPr/>
        <a:lstStyle/>
        <a:p>
          <a:endParaRPr lang="en-IN"/>
        </a:p>
      </dgm:t>
    </dgm:pt>
    <dgm:pt modelId="{47963404-74FB-4BBF-8432-6B5EA5CA5C4E}">
      <dgm:prSet/>
      <dgm:spPr/>
      <dgm:t>
        <a:bodyPr/>
        <a:lstStyle/>
        <a:p>
          <a:pPr algn="l"/>
          <a:r>
            <a:rPr lang="en-US" dirty="0"/>
            <a:t>Muscle weakness</a:t>
          </a:r>
        </a:p>
      </dgm:t>
    </dgm:pt>
    <dgm:pt modelId="{D507D791-1DCF-4231-9E4F-D6A06B568CA5}" type="parTrans" cxnId="{090E9A87-0D21-453C-8D55-7713175E4C6F}">
      <dgm:prSet/>
      <dgm:spPr/>
      <dgm:t>
        <a:bodyPr/>
        <a:lstStyle/>
        <a:p>
          <a:endParaRPr lang="en-IN"/>
        </a:p>
      </dgm:t>
    </dgm:pt>
    <dgm:pt modelId="{3985CA9F-1C60-4F01-9F51-D8574297F3DD}" type="sibTrans" cxnId="{090E9A87-0D21-453C-8D55-7713175E4C6F}">
      <dgm:prSet/>
      <dgm:spPr/>
      <dgm:t>
        <a:bodyPr/>
        <a:lstStyle/>
        <a:p>
          <a:endParaRPr lang="en-IN"/>
        </a:p>
      </dgm:t>
    </dgm:pt>
    <dgm:pt modelId="{951EFA2C-D976-4477-8386-7FE402F319BE}">
      <dgm:prSet/>
      <dgm:spPr/>
      <dgm:t>
        <a:bodyPr/>
        <a:lstStyle/>
        <a:p>
          <a:pPr algn="l"/>
          <a:r>
            <a:rPr lang="en-US" dirty="0"/>
            <a:t>Muscle pain or cramping</a:t>
          </a:r>
        </a:p>
      </dgm:t>
    </dgm:pt>
    <dgm:pt modelId="{FB9EDF60-D5C8-4FEC-92AC-114F44861C44}" type="parTrans" cxnId="{41A674DC-F345-4AB8-941C-B80FFA53CD2F}">
      <dgm:prSet/>
      <dgm:spPr/>
      <dgm:t>
        <a:bodyPr/>
        <a:lstStyle/>
        <a:p>
          <a:endParaRPr lang="en-IN"/>
        </a:p>
      </dgm:t>
    </dgm:pt>
    <dgm:pt modelId="{3CFE321E-45F7-4940-A85A-729834EC2E99}" type="sibTrans" cxnId="{41A674DC-F345-4AB8-941C-B80FFA53CD2F}">
      <dgm:prSet/>
      <dgm:spPr/>
      <dgm:t>
        <a:bodyPr/>
        <a:lstStyle/>
        <a:p>
          <a:endParaRPr lang="en-IN"/>
        </a:p>
      </dgm:t>
    </dgm:pt>
    <dgm:pt modelId="{A1F185A4-5803-4002-877A-DC7C5BB8605A}">
      <dgm:prSet/>
      <dgm:spPr/>
      <dgm:t>
        <a:bodyPr/>
        <a:lstStyle/>
        <a:p>
          <a:pPr algn="l"/>
          <a:r>
            <a:rPr lang="en-US" dirty="0"/>
            <a:t>Paralysis</a:t>
          </a:r>
        </a:p>
      </dgm:t>
    </dgm:pt>
    <dgm:pt modelId="{87241EFD-D374-4B3E-9D74-377D48AFAA80}" type="parTrans" cxnId="{84ADC53E-9E66-4AF7-8EE9-253C792AC81D}">
      <dgm:prSet/>
      <dgm:spPr/>
      <dgm:t>
        <a:bodyPr/>
        <a:lstStyle/>
        <a:p>
          <a:endParaRPr lang="en-IN"/>
        </a:p>
      </dgm:t>
    </dgm:pt>
    <dgm:pt modelId="{09E0C5D7-A73E-47F6-99FF-A0E2D1D46ADF}" type="sibTrans" cxnId="{84ADC53E-9E66-4AF7-8EE9-253C792AC81D}">
      <dgm:prSet/>
      <dgm:spPr/>
      <dgm:t>
        <a:bodyPr/>
        <a:lstStyle/>
        <a:p>
          <a:endParaRPr lang="en-IN"/>
        </a:p>
      </dgm:t>
    </dgm:pt>
    <dgm:pt modelId="{48E1D545-A866-4C52-864E-296F782F1FDF}">
      <dgm:prSet/>
      <dgm:spPr/>
      <dgm:t>
        <a:bodyPr/>
        <a:lstStyle/>
        <a:p>
          <a:pPr algn="l"/>
          <a:r>
            <a:rPr lang="en-US" dirty="0"/>
            <a:t>Involuntary muscle twitching (or tics)</a:t>
          </a:r>
        </a:p>
      </dgm:t>
    </dgm:pt>
    <dgm:pt modelId="{5AC6D5D8-7A42-43EA-8731-8EC784495940}" type="parTrans" cxnId="{DDB014A1-8B49-49B4-9B22-9CCEA454863A}">
      <dgm:prSet/>
      <dgm:spPr/>
      <dgm:t>
        <a:bodyPr/>
        <a:lstStyle/>
        <a:p>
          <a:endParaRPr lang="en-IN"/>
        </a:p>
      </dgm:t>
    </dgm:pt>
    <dgm:pt modelId="{BDD835A9-D454-4D40-B2F2-A200EA165286}" type="sibTrans" cxnId="{DDB014A1-8B49-49B4-9B22-9CCEA454863A}">
      <dgm:prSet/>
      <dgm:spPr/>
      <dgm:t>
        <a:bodyPr/>
        <a:lstStyle/>
        <a:p>
          <a:endParaRPr lang="en-IN"/>
        </a:p>
      </dgm:t>
    </dgm:pt>
    <dgm:pt modelId="{1D409D52-1D75-4337-A1A6-8DA828D2A0F3}">
      <dgm:prSet/>
      <dgm:spPr/>
      <dgm:t>
        <a:bodyPr/>
        <a:lstStyle/>
        <a:p>
          <a:pPr algn="just"/>
          <a:r>
            <a:rPr lang="en-US" dirty="0"/>
            <a:t>EMG results can help the doctor diagnose muscle disorders, nerve disorders, and disorders affecting the connection between nerves and muscles.</a:t>
          </a:r>
        </a:p>
      </dgm:t>
    </dgm:pt>
    <dgm:pt modelId="{CE05D9E9-5BB5-4E87-988D-779492D8998B}" type="parTrans" cxnId="{52771972-5558-41C9-895B-E8A0A2B06D1E}">
      <dgm:prSet/>
      <dgm:spPr/>
      <dgm:t>
        <a:bodyPr/>
        <a:lstStyle/>
        <a:p>
          <a:endParaRPr lang="en-IN"/>
        </a:p>
      </dgm:t>
    </dgm:pt>
    <dgm:pt modelId="{E56B862C-5009-4E7A-853B-B51CE80364DC}" type="sibTrans" cxnId="{52771972-5558-41C9-895B-E8A0A2B06D1E}">
      <dgm:prSet/>
      <dgm:spPr/>
      <dgm:t>
        <a:bodyPr/>
        <a:lstStyle/>
        <a:p>
          <a:endParaRPr lang="en-IN"/>
        </a:p>
      </dgm:t>
    </dgm:pt>
    <dgm:pt modelId="{40AE1CB1-8079-4EB8-BEB4-54E58F5B23EB}">
      <dgm:prSet/>
      <dgm:spPr/>
      <dgm:t>
        <a:bodyPr/>
        <a:lstStyle/>
        <a:p>
          <a:pPr algn="just"/>
          <a:r>
            <a:rPr lang="en-US" dirty="0"/>
            <a:t>Possible causes could include:</a:t>
          </a:r>
        </a:p>
      </dgm:t>
    </dgm:pt>
    <dgm:pt modelId="{60980D06-E0AA-4A1D-AACF-7E01B2EA4B18}" type="parTrans" cxnId="{994EE652-EA9D-4893-899B-8956D4FF28AC}">
      <dgm:prSet/>
      <dgm:spPr/>
      <dgm:t>
        <a:bodyPr/>
        <a:lstStyle/>
        <a:p>
          <a:endParaRPr lang="en-IN"/>
        </a:p>
      </dgm:t>
    </dgm:pt>
    <dgm:pt modelId="{13F91670-94DA-4486-84B5-4A26BA93C66F}" type="sibTrans" cxnId="{994EE652-EA9D-4893-899B-8956D4FF28AC}">
      <dgm:prSet/>
      <dgm:spPr/>
      <dgm:t>
        <a:bodyPr/>
        <a:lstStyle/>
        <a:p>
          <a:endParaRPr lang="en-IN"/>
        </a:p>
      </dgm:t>
    </dgm:pt>
    <dgm:pt modelId="{9F9B448C-97EE-49A9-98E3-E76D6111C00A}">
      <dgm:prSet/>
      <dgm:spPr/>
      <dgm:t>
        <a:bodyPr/>
        <a:lstStyle/>
        <a:p>
          <a:pPr algn="just"/>
          <a:r>
            <a:rPr lang="en-US" dirty="0"/>
            <a:t>Muscle disorders, such as muscular dystrophy</a:t>
          </a:r>
        </a:p>
      </dgm:t>
    </dgm:pt>
    <dgm:pt modelId="{B4D23187-9C2C-4491-AC55-E957AFADCAD9}" type="parTrans" cxnId="{24EF34EE-E4D0-47AB-B0CC-C0F6D75EE9FE}">
      <dgm:prSet/>
      <dgm:spPr/>
      <dgm:t>
        <a:bodyPr/>
        <a:lstStyle/>
        <a:p>
          <a:endParaRPr lang="en-IN"/>
        </a:p>
      </dgm:t>
    </dgm:pt>
    <dgm:pt modelId="{1D7DA2EE-D555-46FD-8A08-8BF3EF46DC3A}" type="sibTrans" cxnId="{24EF34EE-E4D0-47AB-B0CC-C0F6D75EE9FE}">
      <dgm:prSet/>
      <dgm:spPr/>
      <dgm:t>
        <a:bodyPr/>
        <a:lstStyle/>
        <a:p>
          <a:endParaRPr lang="en-IN"/>
        </a:p>
      </dgm:t>
    </dgm:pt>
    <dgm:pt modelId="{D12442CA-8AFB-4786-893C-FD8A6F59A44F}">
      <dgm:prSet/>
      <dgm:spPr/>
      <dgm:t>
        <a:bodyPr/>
        <a:lstStyle/>
        <a:p>
          <a:pPr algn="just"/>
          <a:r>
            <a:rPr lang="en-US" dirty="0"/>
            <a:t>Disorders that affect the ability of the motor neuron to send electrical signals to the muscle, such as myasthenia gravis</a:t>
          </a:r>
        </a:p>
      </dgm:t>
    </dgm:pt>
    <dgm:pt modelId="{2933298B-7E27-4DAB-B2CB-8DDA2729DAB7}" type="parTrans" cxnId="{7A66AACA-3514-40FC-B627-1ED0F8352E7C}">
      <dgm:prSet/>
      <dgm:spPr/>
      <dgm:t>
        <a:bodyPr/>
        <a:lstStyle/>
        <a:p>
          <a:endParaRPr lang="en-IN"/>
        </a:p>
      </dgm:t>
    </dgm:pt>
    <dgm:pt modelId="{44FE7597-7F91-41AB-9BDB-D765BAD9A066}" type="sibTrans" cxnId="{7A66AACA-3514-40FC-B627-1ED0F8352E7C}">
      <dgm:prSet/>
      <dgm:spPr/>
      <dgm:t>
        <a:bodyPr/>
        <a:lstStyle/>
        <a:p>
          <a:endParaRPr lang="en-IN"/>
        </a:p>
      </dgm:t>
    </dgm:pt>
    <dgm:pt modelId="{6CEF686E-2E37-4FC6-AF7C-333BBC3BE694}">
      <dgm:prSet/>
      <dgm:spPr/>
      <dgm:t>
        <a:bodyPr/>
        <a:lstStyle/>
        <a:p>
          <a:pPr algn="just"/>
          <a:r>
            <a:rPr lang="en-US" dirty="0"/>
            <a:t>Radiculopathies</a:t>
          </a:r>
        </a:p>
      </dgm:t>
    </dgm:pt>
    <dgm:pt modelId="{B6682D05-4584-4B22-A180-E9FB6A46E113}" type="parTrans" cxnId="{DC6D644D-3F9E-47E5-A43E-E06E2158B4BD}">
      <dgm:prSet/>
      <dgm:spPr/>
      <dgm:t>
        <a:bodyPr/>
        <a:lstStyle/>
        <a:p>
          <a:endParaRPr lang="en-IN"/>
        </a:p>
      </dgm:t>
    </dgm:pt>
    <dgm:pt modelId="{555E4AA9-017B-45EC-97E7-823789AA8F26}" type="sibTrans" cxnId="{DC6D644D-3F9E-47E5-A43E-E06E2158B4BD}">
      <dgm:prSet/>
      <dgm:spPr/>
      <dgm:t>
        <a:bodyPr/>
        <a:lstStyle/>
        <a:p>
          <a:endParaRPr lang="en-IN"/>
        </a:p>
      </dgm:t>
    </dgm:pt>
    <dgm:pt modelId="{A27237ED-D927-401C-B725-542BA42E1AFD}">
      <dgm:prSet/>
      <dgm:spPr/>
      <dgm:t>
        <a:bodyPr/>
        <a:lstStyle/>
        <a:p>
          <a:pPr algn="just"/>
          <a:r>
            <a:rPr lang="en-US" dirty="0"/>
            <a:t>Peripheral nerve disorders that affect the nerves outside the spinal cord</a:t>
          </a:r>
        </a:p>
      </dgm:t>
    </dgm:pt>
    <dgm:pt modelId="{EE97712D-3DEF-4CA4-A174-043ACB6C5304}" type="parTrans" cxnId="{CB24C038-57DB-4C7B-87E4-228FB70433A2}">
      <dgm:prSet/>
      <dgm:spPr/>
      <dgm:t>
        <a:bodyPr/>
        <a:lstStyle/>
        <a:p>
          <a:endParaRPr lang="en-IN"/>
        </a:p>
      </dgm:t>
    </dgm:pt>
    <dgm:pt modelId="{8777C06D-C899-4B28-AF19-1DE516455581}" type="sibTrans" cxnId="{CB24C038-57DB-4C7B-87E4-228FB70433A2}">
      <dgm:prSet/>
      <dgm:spPr/>
      <dgm:t>
        <a:bodyPr/>
        <a:lstStyle/>
        <a:p>
          <a:endParaRPr lang="en-IN"/>
        </a:p>
      </dgm:t>
    </dgm:pt>
    <dgm:pt modelId="{0D74F749-9E11-4BD5-A179-E6D286040A94}" type="pres">
      <dgm:prSet presAssocID="{F2321837-E90C-4085-8552-D1640144E99D}" presName="linear" presStyleCnt="0">
        <dgm:presLayoutVars>
          <dgm:animLvl val="lvl"/>
          <dgm:resizeHandles val="exact"/>
        </dgm:presLayoutVars>
      </dgm:prSet>
      <dgm:spPr/>
      <dgm:t>
        <a:bodyPr/>
        <a:lstStyle/>
        <a:p>
          <a:endParaRPr lang="en-IN"/>
        </a:p>
      </dgm:t>
    </dgm:pt>
    <dgm:pt modelId="{E3BB47C5-475F-4ACC-8831-AE1FEB2AC892}" type="pres">
      <dgm:prSet presAssocID="{407B55E5-98DB-43D8-8A0A-A714703106DF}" presName="parentText" presStyleLbl="node1" presStyleIdx="0" presStyleCnt="1">
        <dgm:presLayoutVars>
          <dgm:chMax val="0"/>
          <dgm:bulletEnabled val="1"/>
        </dgm:presLayoutVars>
      </dgm:prSet>
      <dgm:spPr/>
      <dgm:t>
        <a:bodyPr/>
        <a:lstStyle/>
        <a:p>
          <a:endParaRPr lang="en-IN"/>
        </a:p>
      </dgm:t>
    </dgm:pt>
    <dgm:pt modelId="{71E2335B-4A8C-44C0-B88A-19608F0FFDCF}" type="pres">
      <dgm:prSet presAssocID="{407B55E5-98DB-43D8-8A0A-A714703106DF}" presName="childText" presStyleLbl="revTx" presStyleIdx="0" presStyleCnt="1">
        <dgm:presLayoutVars>
          <dgm:bulletEnabled val="1"/>
        </dgm:presLayoutVars>
      </dgm:prSet>
      <dgm:spPr/>
      <dgm:t>
        <a:bodyPr/>
        <a:lstStyle/>
        <a:p>
          <a:endParaRPr lang="en-IN"/>
        </a:p>
      </dgm:t>
    </dgm:pt>
  </dgm:ptLst>
  <dgm:cxnLst>
    <dgm:cxn modelId="{5AC76B68-0701-4B86-943E-BBC83A860064}" type="presOf" srcId="{AD34382B-C0E8-4416-96BB-5DD7D697F07B}" destId="{71E2335B-4A8C-44C0-B88A-19608F0FFDCF}" srcOrd="0" destOrd="2" presId="urn:microsoft.com/office/officeart/2005/8/layout/vList2"/>
    <dgm:cxn modelId="{090E9A87-0D21-453C-8D55-7713175E4C6F}" srcId="{EC871325-C068-43DB-B050-28C9B7E49C9C}" destId="{47963404-74FB-4BBF-8432-6B5EA5CA5C4E}" srcOrd="2" destOrd="0" parTransId="{D507D791-1DCF-4231-9E4F-D6A06B568CA5}" sibTransId="{3985CA9F-1C60-4F01-9F51-D8574297F3DD}"/>
    <dgm:cxn modelId="{DC6D644D-3F9E-47E5-A43E-E06E2158B4BD}" srcId="{40AE1CB1-8079-4EB8-BEB4-54E58F5B23EB}" destId="{6CEF686E-2E37-4FC6-AF7C-333BBC3BE694}" srcOrd="2" destOrd="0" parTransId="{B6682D05-4584-4B22-A180-E9FB6A46E113}" sibTransId="{555E4AA9-017B-45EC-97E7-823789AA8F26}"/>
    <dgm:cxn modelId="{78863CD6-D45E-4A4F-B8CD-F57BB94A4262}" type="presOf" srcId="{407B55E5-98DB-43D8-8A0A-A714703106DF}" destId="{E3BB47C5-475F-4ACC-8831-AE1FEB2AC892}" srcOrd="0" destOrd="0" presId="urn:microsoft.com/office/officeart/2005/8/layout/vList2"/>
    <dgm:cxn modelId="{215846B3-9E3A-4FB6-8A48-24D97F40B6CB}" type="presOf" srcId="{9F9B448C-97EE-49A9-98E3-E76D6111C00A}" destId="{71E2335B-4A8C-44C0-B88A-19608F0FFDCF}" srcOrd="0" destOrd="9" presId="urn:microsoft.com/office/officeart/2005/8/layout/vList2"/>
    <dgm:cxn modelId="{703FB77F-8FD2-45D6-B725-E1F4A54D799F}" type="presOf" srcId="{40AE1CB1-8079-4EB8-BEB4-54E58F5B23EB}" destId="{71E2335B-4A8C-44C0-B88A-19608F0FFDCF}" srcOrd="0" destOrd="8" presId="urn:microsoft.com/office/officeart/2005/8/layout/vList2"/>
    <dgm:cxn modelId="{41A674DC-F345-4AB8-941C-B80FFA53CD2F}" srcId="{EC871325-C068-43DB-B050-28C9B7E49C9C}" destId="{951EFA2C-D976-4477-8386-7FE402F319BE}" srcOrd="3" destOrd="0" parTransId="{FB9EDF60-D5C8-4FEC-92AC-114F44861C44}" sibTransId="{3CFE321E-45F7-4940-A85A-729834EC2E99}"/>
    <dgm:cxn modelId="{88164774-5317-4ABD-9D0A-AA63F7167702}" type="presOf" srcId="{951EFA2C-D976-4477-8386-7FE402F319BE}" destId="{71E2335B-4A8C-44C0-B88A-19608F0FFDCF}" srcOrd="0" destOrd="4" presId="urn:microsoft.com/office/officeart/2005/8/layout/vList2"/>
    <dgm:cxn modelId="{ED3AE04A-0E20-4E0F-B7CC-AB75A91E2F91}" type="presOf" srcId="{47963404-74FB-4BBF-8432-6B5EA5CA5C4E}" destId="{71E2335B-4A8C-44C0-B88A-19608F0FFDCF}" srcOrd="0" destOrd="3" presId="urn:microsoft.com/office/officeart/2005/8/layout/vList2"/>
    <dgm:cxn modelId="{B597710C-657F-46A9-85A0-D7BB246A9CA4}" type="presOf" srcId="{A27237ED-D927-401C-B725-542BA42E1AFD}" destId="{71E2335B-4A8C-44C0-B88A-19608F0FFDCF}" srcOrd="0" destOrd="12" presId="urn:microsoft.com/office/officeart/2005/8/layout/vList2"/>
    <dgm:cxn modelId="{BECB77BE-0972-4869-9EF1-7AF5032FF945}" srcId="{407B55E5-98DB-43D8-8A0A-A714703106DF}" destId="{EC871325-C068-43DB-B050-28C9B7E49C9C}" srcOrd="0" destOrd="0" parTransId="{3CF0CCA9-A2F6-4361-9A88-4D455BBF5F45}" sibTransId="{384AB1AC-40E5-4C38-AFC3-CA17A3FDC6BD}"/>
    <dgm:cxn modelId="{994EE652-EA9D-4893-899B-8956D4FF28AC}" srcId="{407B55E5-98DB-43D8-8A0A-A714703106DF}" destId="{40AE1CB1-8079-4EB8-BEB4-54E58F5B23EB}" srcOrd="2" destOrd="0" parTransId="{60980D06-E0AA-4A1D-AACF-7E01B2EA4B18}" sibTransId="{13F91670-94DA-4486-84B5-4A26BA93C66F}"/>
    <dgm:cxn modelId="{CB24C038-57DB-4C7B-87E4-228FB70433A2}" srcId="{40AE1CB1-8079-4EB8-BEB4-54E58F5B23EB}" destId="{A27237ED-D927-401C-B725-542BA42E1AFD}" srcOrd="3" destOrd="0" parTransId="{EE97712D-3DEF-4CA4-A174-043ACB6C5304}" sibTransId="{8777C06D-C899-4B28-AF19-1DE516455581}"/>
    <dgm:cxn modelId="{2D1DF55A-FEBB-4541-A10E-022CD2B245C0}" type="presOf" srcId="{EC871325-C068-43DB-B050-28C9B7E49C9C}" destId="{71E2335B-4A8C-44C0-B88A-19608F0FFDCF}" srcOrd="0" destOrd="0" presId="urn:microsoft.com/office/officeart/2005/8/layout/vList2"/>
    <dgm:cxn modelId="{4E091AD5-A298-4963-8B93-DAC4A3D11D0A}" srcId="{F2321837-E90C-4085-8552-D1640144E99D}" destId="{407B55E5-98DB-43D8-8A0A-A714703106DF}" srcOrd="0" destOrd="0" parTransId="{192272F3-F344-46A0-8CFC-EAE2CA99F39B}" sibTransId="{1D88CC61-07CD-4750-94F5-399638A6F0CD}"/>
    <dgm:cxn modelId="{84ADC53E-9E66-4AF7-8EE9-253C792AC81D}" srcId="{EC871325-C068-43DB-B050-28C9B7E49C9C}" destId="{A1F185A4-5803-4002-877A-DC7C5BB8605A}" srcOrd="4" destOrd="0" parTransId="{87241EFD-D374-4B3E-9D74-377D48AFAA80}" sibTransId="{09E0C5D7-A73E-47F6-99FF-A0E2D1D46ADF}"/>
    <dgm:cxn modelId="{71A431ED-2BF5-42A4-8128-A27AAB46BF8A}" type="presOf" srcId="{1D409D52-1D75-4337-A1A6-8DA828D2A0F3}" destId="{71E2335B-4A8C-44C0-B88A-19608F0FFDCF}" srcOrd="0" destOrd="7" presId="urn:microsoft.com/office/officeart/2005/8/layout/vList2"/>
    <dgm:cxn modelId="{606BD660-1629-4E52-ACFF-5E989C1F09EC}" srcId="{EC871325-C068-43DB-B050-28C9B7E49C9C}" destId="{AD34382B-C0E8-4416-96BB-5DD7D697F07B}" srcOrd="1" destOrd="0" parTransId="{BC52D82F-A7D1-48CB-978D-117717615DE3}" sibTransId="{EB6D93B0-C568-4955-B3A0-20D79651859E}"/>
    <dgm:cxn modelId="{1A491185-2595-47DC-BDF9-2C50107D2793}" type="presOf" srcId="{D12442CA-8AFB-4786-893C-FD8A6F59A44F}" destId="{71E2335B-4A8C-44C0-B88A-19608F0FFDCF}" srcOrd="0" destOrd="10" presId="urn:microsoft.com/office/officeart/2005/8/layout/vList2"/>
    <dgm:cxn modelId="{F16E3F3A-044B-4CD4-863A-2E20636369D3}" type="presOf" srcId="{A1F185A4-5803-4002-877A-DC7C5BB8605A}" destId="{71E2335B-4A8C-44C0-B88A-19608F0FFDCF}" srcOrd="0" destOrd="5" presId="urn:microsoft.com/office/officeart/2005/8/layout/vList2"/>
    <dgm:cxn modelId="{35C7EF70-98AC-4588-AEAD-79F7674B02A1}" srcId="{EC871325-C068-43DB-B050-28C9B7E49C9C}" destId="{23186576-FC2B-44E7-B4DC-350A81906A22}" srcOrd="0" destOrd="0" parTransId="{510B5E4C-5542-47A5-BFB9-D45942C49E7B}" sibTransId="{1508D79A-CF4F-4AE4-AAF9-848174BD4907}"/>
    <dgm:cxn modelId="{F7E65E1E-D741-484B-BD49-3D550B46D66E}" type="presOf" srcId="{48E1D545-A866-4C52-864E-296F782F1FDF}" destId="{71E2335B-4A8C-44C0-B88A-19608F0FFDCF}" srcOrd="0" destOrd="6" presId="urn:microsoft.com/office/officeart/2005/8/layout/vList2"/>
    <dgm:cxn modelId="{7A66AACA-3514-40FC-B627-1ED0F8352E7C}" srcId="{40AE1CB1-8079-4EB8-BEB4-54E58F5B23EB}" destId="{D12442CA-8AFB-4786-893C-FD8A6F59A44F}" srcOrd="1" destOrd="0" parTransId="{2933298B-7E27-4DAB-B2CB-8DDA2729DAB7}" sibTransId="{44FE7597-7F91-41AB-9BDB-D765BAD9A066}"/>
    <dgm:cxn modelId="{24EF34EE-E4D0-47AB-B0CC-C0F6D75EE9FE}" srcId="{40AE1CB1-8079-4EB8-BEB4-54E58F5B23EB}" destId="{9F9B448C-97EE-49A9-98E3-E76D6111C00A}" srcOrd="0" destOrd="0" parTransId="{B4D23187-9C2C-4491-AC55-E957AFADCAD9}" sibTransId="{1D7DA2EE-D555-46FD-8A08-8BF3EF46DC3A}"/>
    <dgm:cxn modelId="{1885C0AE-E82F-4711-A1FF-143D122726BF}" type="presOf" srcId="{23186576-FC2B-44E7-B4DC-350A81906A22}" destId="{71E2335B-4A8C-44C0-B88A-19608F0FFDCF}" srcOrd="0" destOrd="1" presId="urn:microsoft.com/office/officeart/2005/8/layout/vList2"/>
    <dgm:cxn modelId="{035ECA5C-7E40-4911-AB75-FECCFAAE8AA7}" type="presOf" srcId="{6CEF686E-2E37-4FC6-AF7C-333BBC3BE694}" destId="{71E2335B-4A8C-44C0-B88A-19608F0FFDCF}" srcOrd="0" destOrd="11" presId="urn:microsoft.com/office/officeart/2005/8/layout/vList2"/>
    <dgm:cxn modelId="{DDB014A1-8B49-49B4-9B22-9CCEA454863A}" srcId="{EC871325-C068-43DB-B050-28C9B7E49C9C}" destId="{48E1D545-A866-4C52-864E-296F782F1FDF}" srcOrd="5" destOrd="0" parTransId="{5AC6D5D8-7A42-43EA-8731-8EC784495940}" sibTransId="{BDD835A9-D454-4D40-B2F2-A200EA165286}"/>
    <dgm:cxn modelId="{52771972-5558-41C9-895B-E8A0A2B06D1E}" srcId="{407B55E5-98DB-43D8-8A0A-A714703106DF}" destId="{1D409D52-1D75-4337-A1A6-8DA828D2A0F3}" srcOrd="1" destOrd="0" parTransId="{CE05D9E9-5BB5-4E87-988D-779492D8998B}" sibTransId="{E56B862C-5009-4E7A-853B-B51CE80364DC}"/>
    <dgm:cxn modelId="{1E7A53AA-22CD-4FF0-AAE4-575BEF3CEB52}" type="presOf" srcId="{F2321837-E90C-4085-8552-D1640144E99D}" destId="{0D74F749-9E11-4BD5-A179-E6D286040A94}" srcOrd="0" destOrd="0" presId="urn:microsoft.com/office/officeart/2005/8/layout/vList2"/>
    <dgm:cxn modelId="{D8067F4B-F27B-4B3F-8678-ADF70986C23A}" type="presParOf" srcId="{0D74F749-9E11-4BD5-A179-E6D286040A94}" destId="{E3BB47C5-475F-4ACC-8831-AE1FEB2AC892}" srcOrd="0" destOrd="0" presId="urn:microsoft.com/office/officeart/2005/8/layout/vList2"/>
    <dgm:cxn modelId="{50DB8137-9ACB-4ADD-A534-E85EA8A09A8D}" type="presParOf" srcId="{0D74F749-9E11-4BD5-A179-E6D286040A94}" destId="{71E2335B-4A8C-44C0-B88A-19608F0FFDC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CF033D-F5ED-4E20-9D5D-153426ABE157}">
      <dsp:nvSpPr>
        <dsp:cNvPr id="0" name=""/>
        <dsp:cNvSpPr/>
      </dsp:nvSpPr>
      <dsp:spPr>
        <a:xfrm>
          <a:off x="0" y="573439"/>
          <a:ext cx="10822763" cy="5925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9967" tIns="687324" rIns="839967" bIns="234696" numCol="1" spcCol="1270" anchor="t" anchorCtr="0">
          <a:noAutofit/>
        </a:bodyPr>
        <a:lstStyle/>
        <a:p>
          <a:pPr marL="285750" lvl="1" indent="-285750" algn="just" defTabSz="1466850">
            <a:lnSpc>
              <a:spcPct val="90000"/>
            </a:lnSpc>
            <a:spcBef>
              <a:spcPct val="0"/>
            </a:spcBef>
            <a:spcAft>
              <a:spcPct val="15000"/>
            </a:spcAft>
            <a:buChar char="••"/>
          </a:pPr>
          <a:r>
            <a:rPr lang="en-US" sz="3300" b="0" i="0" kern="1200" dirty="0"/>
            <a:t>Biomedical instrumentation and engineering is the application of knowledge and technologies to solve problems related to living biological systems. </a:t>
          </a:r>
          <a:endParaRPr lang="en-IN" sz="3300" kern="1200" dirty="0"/>
        </a:p>
        <a:p>
          <a:pPr marL="285750" lvl="1" indent="-285750" algn="just" defTabSz="1466850">
            <a:lnSpc>
              <a:spcPct val="90000"/>
            </a:lnSpc>
            <a:spcBef>
              <a:spcPct val="0"/>
            </a:spcBef>
            <a:spcAft>
              <a:spcPct val="15000"/>
            </a:spcAft>
            <a:buChar char="••"/>
          </a:pPr>
          <a:r>
            <a:rPr lang="en-US" sz="3300" b="0" i="0" kern="1200" dirty="0"/>
            <a:t>It involves diagnosis, treatment and prevention of disease in human. </a:t>
          </a:r>
          <a:endParaRPr lang="en-IN" sz="3300" kern="1200" dirty="0"/>
        </a:p>
        <a:p>
          <a:pPr marL="285750" lvl="1" indent="-285750" algn="just" defTabSz="1466850">
            <a:lnSpc>
              <a:spcPct val="90000"/>
            </a:lnSpc>
            <a:spcBef>
              <a:spcPct val="0"/>
            </a:spcBef>
            <a:spcAft>
              <a:spcPct val="15000"/>
            </a:spcAft>
            <a:buChar char="••"/>
          </a:pPr>
          <a:r>
            <a:rPr lang="en-US" sz="3300" b="0" i="0" kern="1200" dirty="0"/>
            <a:t>When the discipline of engineering and medicine interacts, it is called Biomedical Engineering.</a:t>
          </a:r>
          <a:endParaRPr lang="en-IN" sz="3300" kern="1200" dirty="0"/>
        </a:p>
        <a:p>
          <a:pPr marL="285750" lvl="1" indent="-285750" algn="just" defTabSz="1466850">
            <a:lnSpc>
              <a:spcPct val="90000"/>
            </a:lnSpc>
            <a:spcBef>
              <a:spcPct val="0"/>
            </a:spcBef>
            <a:spcAft>
              <a:spcPct val="15000"/>
            </a:spcAft>
            <a:buChar char="••"/>
          </a:pPr>
          <a:r>
            <a:rPr lang="en-US" sz="3300" b="0" i="0" kern="1200" dirty="0"/>
            <a:t>As the medical field is emerging, the area of Biomedical Engineering is an expanding field. </a:t>
          </a:r>
          <a:endParaRPr lang="en-IN" sz="3300" kern="1200" dirty="0"/>
        </a:p>
      </dsp:txBody>
      <dsp:txXfrm>
        <a:off x="0" y="573439"/>
        <a:ext cx="10822763" cy="5925150"/>
      </dsp:txXfrm>
    </dsp:sp>
    <dsp:sp modelId="{542BC6BF-B618-40D2-BE3C-E3FB105F1AEB}">
      <dsp:nvSpPr>
        <dsp:cNvPr id="0" name=""/>
        <dsp:cNvSpPr/>
      </dsp:nvSpPr>
      <dsp:spPr>
        <a:xfrm>
          <a:off x="541138" y="86359"/>
          <a:ext cx="7575934" cy="97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352" tIns="0" rIns="286352" bIns="0" numCol="1" spcCol="1270" anchor="ctr" anchorCtr="0">
          <a:noAutofit/>
        </a:bodyPr>
        <a:lstStyle/>
        <a:p>
          <a:pPr lvl="0" algn="l" defTabSz="1600200">
            <a:lnSpc>
              <a:spcPct val="90000"/>
            </a:lnSpc>
            <a:spcBef>
              <a:spcPct val="0"/>
            </a:spcBef>
            <a:spcAft>
              <a:spcPct val="35000"/>
            </a:spcAft>
            <a:buClrTx/>
            <a:buSzTx/>
            <a:buFontTx/>
            <a:buNone/>
          </a:pPr>
          <a:r>
            <a:rPr lang="en-US" sz="3600" b="1" i="0" kern="1200" dirty="0"/>
            <a:t>Biomedical Instrumentation </a:t>
          </a:r>
          <a:endParaRPr lang="en-IN" sz="3600" b="1" kern="1200" dirty="0"/>
        </a:p>
      </dsp:txBody>
      <dsp:txXfrm>
        <a:off x="588693" y="133914"/>
        <a:ext cx="7480824" cy="8790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B3A9F3-7A64-4A67-82A1-6726A1341E00}">
      <dsp:nvSpPr>
        <dsp:cNvPr id="0" name=""/>
        <dsp:cNvSpPr/>
      </dsp:nvSpPr>
      <dsp:spPr>
        <a:xfrm>
          <a:off x="0" y="655835"/>
          <a:ext cx="10822763" cy="574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9967" tIns="666496" rIns="839967" bIns="227584" numCol="1" spcCol="1270" anchor="t" anchorCtr="0">
          <a:noAutofit/>
        </a:bodyPr>
        <a:lstStyle/>
        <a:p>
          <a:pPr marL="285750" lvl="1" indent="-285750" algn="just" defTabSz="1422400">
            <a:lnSpc>
              <a:spcPct val="90000"/>
            </a:lnSpc>
            <a:spcBef>
              <a:spcPct val="0"/>
            </a:spcBef>
            <a:spcAft>
              <a:spcPct val="15000"/>
            </a:spcAft>
            <a:buChar char="••"/>
          </a:pPr>
          <a:r>
            <a:rPr lang="en-US" sz="3200" kern="1200" dirty="0"/>
            <a:t>A medical device is any device intended to be used for medical purposes. </a:t>
          </a:r>
          <a:endParaRPr lang="en-IN" sz="3200" kern="1200" dirty="0"/>
        </a:p>
        <a:p>
          <a:pPr marL="285750" lvl="1" indent="-285750" algn="just" defTabSz="1422400">
            <a:lnSpc>
              <a:spcPct val="90000"/>
            </a:lnSpc>
            <a:spcBef>
              <a:spcPct val="0"/>
            </a:spcBef>
            <a:spcAft>
              <a:spcPct val="15000"/>
            </a:spcAft>
            <a:buChar char="••"/>
          </a:pPr>
          <a:r>
            <a:rPr lang="en-US" sz="3200" kern="1200" dirty="0"/>
            <a:t>Medical devices benefit patients by helping health care providers diagnose and treat patients and helping patients overcome sickness or disease, improving their quality of life.</a:t>
          </a:r>
        </a:p>
        <a:p>
          <a:pPr marL="285750" lvl="1" indent="-285750" algn="just" defTabSz="1422400">
            <a:lnSpc>
              <a:spcPct val="90000"/>
            </a:lnSpc>
            <a:spcBef>
              <a:spcPct val="0"/>
            </a:spcBef>
            <a:spcAft>
              <a:spcPct val="15000"/>
            </a:spcAft>
            <a:buChar char="••"/>
          </a:pPr>
          <a:r>
            <a:rPr lang="en-US" sz="3200" b="0" i="0" kern="1200" dirty="0"/>
            <a:t>Biomedical Instrumentation helps physicians to diagnose the problem and provide treatment. </a:t>
          </a:r>
          <a:endParaRPr lang="en-US" sz="3200" kern="1200" dirty="0"/>
        </a:p>
        <a:p>
          <a:pPr marL="285750" lvl="1" indent="-285750" algn="just" defTabSz="1422400">
            <a:lnSpc>
              <a:spcPct val="90000"/>
            </a:lnSpc>
            <a:spcBef>
              <a:spcPct val="0"/>
            </a:spcBef>
            <a:spcAft>
              <a:spcPct val="15000"/>
            </a:spcAft>
            <a:buChar char="••"/>
          </a:pPr>
          <a:r>
            <a:rPr lang="en-US" sz="3200" b="0" i="0" kern="1200" dirty="0"/>
            <a:t>It involves measurement of biological signals like ECG, EMG, or any electrical signals generated in the human body. </a:t>
          </a:r>
          <a:endParaRPr lang="en-US" sz="3200" kern="1200" dirty="0"/>
        </a:p>
      </dsp:txBody>
      <dsp:txXfrm>
        <a:off x="0" y="655835"/>
        <a:ext cx="10822763" cy="5745600"/>
      </dsp:txXfrm>
    </dsp:sp>
    <dsp:sp modelId="{A5979145-BF32-451F-AA42-11AD6329C290}">
      <dsp:nvSpPr>
        <dsp:cNvPr id="0" name=""/>
        <dsp:cNvSpPr/>
      </dsp:nvSpPr>
      <dsp:spPr>
        <a:xfrm>
          <a:off x="541138" y="183515"/>
          <a:ext cx="7575934" cy="9446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352" tIns="0" rIns="286352" bIns="0" numCol="1" spcCol="1270" anchor="ctr" anchorCtr="0">
          <a:noAutofit/>
        </a:bodyPr>
        <a:lstStyle/>
        <a:p>
          <a:pPr lvl="0" algn="l" defTabSz="1422400">
            <a:lnSpc>
              <a:spcPct val="90000"/>
            </a:lnSpc>
            <a:spcBef>
              <a:spcPct val="0"/>
            </a:spcBef>
            <a:spcAft>
              <a:spcPct val="35000"/>
            </a:spcAft>
            <a:buClrTx/>
            <a:buSzTx/>
            <a:buFontTx/>
            <a:buNone/>
          </a:pPr>
          <a:r>
            <a:rPr lang="en-US" sz="3200" b="1" kern="1200" dirty="0"/>
            <a:t>Medical Devices </a:t>
          </a:r>
          <a:endParaRPr lang="en-IN" sz="3200" b="1" kern="1200" dirty="0"/>
        </a:p>
      </dsp:txBody>
      <dsp:txXfrm>
        <a:off x="587252" y="229629"/>
        <a:ext cx="7483706" cy="852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48342-5585-4CC2-AFFD-DA6E2C9C3C7B}">
      <dsp:nvSpPr>
        <dsp:cNvPr id="0" name=""/>
        <dsp:cNvSpPr/>
      </dsp:nvSpPr>
      <dsp:spPr>
        <a:xfrm>
          <a:off x="0" y="3161"/>
          <a:ext cx="10992884" cy="86281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buFont typeface="Wingdings" panose="05000000000000000000" pitchFamily="2" charset="2"/>
            <a:buChar char="Ø"/>
          </a:pPr>
          <a:r>
            <a:rPr lang="en-US" sz="3600" b="1" kern="1200" dirty="0">
              <a:solidFill>
                <a:schemeClr val="bg1"/>
              </a:solidFill>
              <a:effectLst>
                <a:outerShdw blurRad="38100" dist="38100" dir="2700000" algn="tl">
                  <a:srgbClr val="000000">
                    <a:alpha val="43137"/>
                  </a:srgbClr>
                </a:outerShdw>
              </a:effectLst>
              <a:latin typeface="+mj-lt"/>
              <a:ea typeface="+mn-ea"/>
              <a:cs typeface="+mn-cs"/>
            </a:rPr>
            <a:t>Electroretinogram (ERG)</a:t>
          </a:r>
          <a:endParaRPr lang="en-IN" sz="3600" b="1" kern="1200" dirty="0">
            <a:solidFill>
              <a:schemeClr val="bg1"/>
            </a:solidFill>
            <a:effectLst>
              <a:outerShdw blurRad="38100" dist="38100" dir="2700000" algn="tl">
                <a:srgbClr val="000000">
                  <a:alpha val="43137"/>
                </a:srgbClr>
              </a:outerShdw>
            </a:effectLst>
            <a:latin typeface="+mj-lt"/>
          </a:endParaRPr>
        </a:p>
      </dsp:txBody>
      <dsp:txXfrm>
        <a:off x="0" y="3161"/>
        <a:ext cx="10992884" cy="862811"/>
      </dsp:txXfrm>
    </dsp:sp>
    <dsp:sp modelId="{F156F830-B09A-4D32-B790-CC081EB1294A}">
      <dsp:nvSpPr>
        <dsp:cNvPr id="0" name=""/>
        <dsp:cNvSpPr/>
      </dsp:nvSpPr>
      <dsp:spPr>
        <a:xfrm>
          <a:off x="0" y="865973"/>
          <a:ext cx="10992884" cy="585233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dirty="0"/>
            <a:t>An electroretinography (ERG) test, also known as an </a:t>
          </a:r>
          <a:r>
            <a:rPr lang="en-US" sz="2600" b="1" i="0" kern="1200" dirty="0"/>
            <a:t>electroretinogram</a:t>
          </a:r>
          <a:r>
            <a:rPr lang="en-US" sz="2600" b="0" i="0" kern="1200" dirty="0"/>
            <a:t>, measures the </a:t>
          </a:r>
          <a:r>
            <a:rPr lang="en-US" sz="2600" b="1" i="0" kern="1200" dirty="0"/>
            <a:t>electrical response of the light-sensitive cells </a:t>
          </a:r>
          <a:r>
            <a:rPr lang="en-US" sz="2600" b="0" i="0" kern="1200" dirty="0"/>
            <a:t>in your eyes.</a:t>
          </a:r>
          <a:endParaRPr lang="en-IN" sz="2600" kern="1200" dirty="0"/>
        </a:p>
        <a:p>
          <a:pPr marL="228600" lvl="1" indent="-228600" algn="just" defTabSz="1155700">
            <a:lnSpc>
              <a:spcPct val="90000"/>
            </a:lnSpc>
            <a:spcBef>
              <a:spcPct val="0"/>
            </a:spcBef>
            <a:spcAft>
              <a:spcPct val="15000"/>
            </a:spcAft>
            <a:buChar char="••"/>
          </a:pPr>
          <a:r>
            <a:rPr lang="en-US" sz="2600" b="0" i="0" kern="1200" dirty="0"/>
            <a:t>These cells are known as rods and cones. </a:t>
          </a:r>
        </a:p>
        <a:p>
          <a:pPr marL="457200" lvl="2" indent="-228600" algn="just" defTabSz="1155700">
            <a:lnSpc>
              <a:spcPct val="90000"/>
            </a:lnSpc>
            <a:spcBef>
              <a:spcPct val="0"/>
            </a:spcBef>
            <a:spcAft>
              <a:spcPct val="15000"/>
            </a:spcAft>
            <a:buChar char="••"/>
          </a:pPr>
          <a:r>
            <a:rPr lang="en-US" sz="2600" b="0" i="0" kern="1200" dirty="0"/>
            <a:t>They form part of the back of the eye known as the retina. </a:t>
          </a:r>
        </a:p>
        <a:p>
          <a:pPr marL="457200" lvl="2" indent="-228600" algn="just" defTabSz="1155700">
            <a:lnSpc>
              <a:spcPct val="90000"/>
            </a:lnSpc>
            <a:spcBef>
              <a:spcPct val="0"/>
            </a:spcBef>
            <a:spcAft>
              <a:spcPct val="15000"/>
            </a:spcAft>
            <a:buChar char="••"/>
          </a:pPr>
          <a:r>
            <a:rPr lang="en-US" sz="2600" b="0" i="0" kern="1200" dirty="0"/>
            <a:t>There are around 120 million rods in the human eye and six to seven million cones.</a:t>
          </a:r>
        </a:p>
        <a:p>
          <a:pPr marL="228600" lvl="1" indent="-228600" algn="just" defTabSz="1155700">
            <a:lnSpc>
              <a:spcPct val="90000"/>
            </a:lnSpc>
            <a:spcBef>
              <a:spcPct val="0"/>
            </a:spcBef>
            <a:spcAft>
              <a:spcPct val="15000"/>
            </a:spcAft>
            <a:buChar char="••"/>
          </a:pPr>
          <a:r>
            <a:rPr lang="en-US" sz="2600" b="0" i="0" kern="1200" dirty="0"/>
            <a:t>Electroretinography measures the electrical responses of various cell types in the retina, including the photoreceptors, inner retinal cells, and the ganglion cells.</a:t>
          </a:r>
          <a:endParaRPr lang="en-IN" sz="2600" kern="1200" dirty="0"/>
        </a:p>
        <a:p>
          <a:pPr marL="228600" lvl="1" indent="-228600" algn="just" defTabSz="1155700">
            <a:lnSpc>
              <a:spcPct val="90000"/>
            </a:lnSpc>
            <a:spcBef>
              <a:spcPct val="0"/>
            </a:spcBef>
            <a:spcAft>
              <a:spcPct val="15000"/>
            </a:spcAft>
            <a:buChar char="••"/>
          </a:pPr>
          <a:r>
            <a:rPr lang="en-US" sz="2600" b="0" i="0" kern="1200" dirty="0"/>
            <a:t>Abnormal ERG readings can detect certain abnormalities of these cell layers. </a:t>
          </a:r>
          <a:endParaRPr lang="en-IN" sz="2600" kern="1200" dirty="0"/>
        </a:p>
        <a:p>
          <a:pPr marL="228600" lvl="1" indent="-228600" algn="just" defTabSz="1155700">
            <a:lnSpc>
              <a:spcPct val="90000"/>
            </a:lnSpc>
            <a:spcBef>
              <a:spcPct val="0"/>
            </a:spcBef>
            <a:spcAft>
              <a:spcPct val="15000"/>
            </a:spcAft>
            <a:buChar char="••"/>
          </a:pPr>
          <a:r>
            <a:rPr lang="en-US" sz="2600" b="0" i="0" kern="1200" dirty="0"/>
            <a:t>During the test, a medical professional places an electrode on the cornea (at the front of the eye) or on the skin beneath the eye to measure the electrical responses to light of these cells.</a:t>
          </a:r>
          <a:endParaRPr lang="en-IN" sz="2600" kern="1200" dirty="0"/>
        </a:p>
      </dsp:txBody>
      <dsp:txXfrm>
        <a:off x="0" y="865973"/>
        <a:ext cx="10992884" cy="58523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38A60B-EBA9-4FD7-9E5F-F93F4D6C8197}">
      <dsp:nvSpPr>
        <dsp:cNvPr id="0" name=""/>
        <dsp:cNvSpPr/>
      </dsp:nvSpPr>
      <dsp:spPr>
        <a:xfrm>
          <a:off x="0" y="295337"/>
          <a:ext cx="8621823" cy="642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9149" tIns="416560" rIns="669149" bIns="14224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a:t>ERG is the corneal measure of an action potential produced by the retina when it is stimulated by light of adequate intensity.</a:t>
          </a:r>
          <a:endParaRPr lang="en-IN" sz="2000" kern="1200" dirty="0"/>
        </a:p>
        <a:p>
          <a:pPr marL="228600" lvl="1" indent="-228600" algn="just" defTabSz="889000">
            <a:lnSpc>
              <a:spcPct val="90000"/>
            </a:lnSpc>
            <a:spcBef>
              <a:spcPct val="0"/>
            </a:spcBef>
            <a:spcAft>
              <a:spcPct val="15000"/>
            </a:spcAft>
            <a:buChar char="••"/>
          </a:pPr>
          <a:r>
            <a:rPr lang="en-US" sz="2000" b="0" i="0" kern="1200" dirty="0"/>
            <a:t>ERG is usually well tolerated, painless, and medical professionals can perform ERG even in cooperative children and infants. Occasionally, sedation may be necessary.</a:t>
          </a:r>
          <a:endParaRPr lang="en-IN" sz="2000" kern="1200" dirty="0"/>
        </a:p>
        <a:p>
          <a:pPr marL="228600" lvl="1" indent="-228600" algn="just" defTabSz="889000">
            <a:lnSpc>
              <a:spcPct val="90000"/>
            </a:lnSpc>
            <a:spcBef>
              <a:spcPct val="0"/>
            </a:spcBef>
            <a:spcAft>
              <a:spcPct val="15000"/>
            </a:spcAft>
            <a:buChar char="••"/>
          </a:pPr>
          <a:r>
            <a:rPr lang="en-US" sz="2000" b="0" i="0" kern="1200" dirty="0"/>
            <a:t>The patient assumes a comfortable position either lying down or sitting up. </a:t>
          </a:r>
          <a:endParaRPr lang="en-IN" sz="2000" kern="1200" dirty="0"/>
        </a:p>
        <a:p>
          <a:pPr marL="228600" lvl="1" indent="-228600" algn="just" defTabSz="889000">
            <a:lnSpc>
              <a:spcPct val="90000"/>
            </a:lnSpc>
            <a:spcBef>
              <a:spcPct val="0"/>
            </a:spcBef>
            <a:spcAft>
              <a:spcPct val="15000"/>
            </a:spcAft>
            <a:buChar char="••"/>
          </a:pPr>
          <a:r>
            <a:rPr lang="en-US" sz="2000" b="0" i="0" kern="1200" dirty="0"/>
            <a:t>An eye doctor dilates the patient's eyes with standard dilating eyedrops. </a:t>
          </a:r>
          <a:endParaRPr lang="en-IN" sz="2000" kern="1200" dirty="0"/>
        </a:p>
        <a:p>
          <a:pPr marL="228600" lvl="1" indent="-228600" algn="just" defTabSz="889000">
            <a:lnSpc>
              <a:spcPct val="90000"/>
            </a:lnSpc>
            <a:spcBef>
              <a:spcPct val="0"/>
            </a:spcBef>
            <a:spcAft>
              <a:spcPct val="15000"/>
            </a:spcAft>
            <a:buChar char="••"/>
          </a:pPr>
          <a:r>
            <a:rPr lang="en-US" sz="2000" b="0" i="0" kern="1200" dirty="0"/>
            <a:t>Anesthetic drops are also given. The doctor then props the eyelids open with a speculum and gently places a contact lens electrode or an electrode resembling a fine thread on each eye. </a:t>
          </a:r>
          <a:endParaRPr lang="en-IN" sz="2000" kern="1200" dirty="0"/>
        </a:p>
        <a:p>
          <a:pPr marL="228600" lvl="1" indent="-228600" algn="just" defTabSz="889000">
            <a:lnSpc>
              <a:spcPct val="90000"/>
            </a:lnSpc>
            <a:spcBef>
              <a:spcPct val="0"/>
            </a:spcBef>
            <a:spcAft>
              <a:spcPct val="15000"/>
            </a:spcAft>
            <a:buChar char="••"/>
          </a:pPr>
          <a:r>
            <a:rPr lang="en-US" sz="2000" b="0" i="0" kern="1200" dirty="0"/>
            <a:t>The physician places an additional electrode on the forehead skin.</a:t>
          </a:r>
          <a:endParaRPr lang="en-IN" sz="2000" kern="1200" dirty="0"/>
        </a:p>
        <a:p>
          <a:pPr marL="228600" lvl="1" indent="-228600" algn="just" defTabSz="889000">
            <a:lnSpc>
              <a:spcPct val="90000"/>
            </a:lnSpc>
            <a:spcBef>
              <a:spcPct val="0"/>
            </a:spcBef>
            <a:spcAft>
              <a:spcPct val="15000"/>
            </a:spcAft>
            <a:buChar char="••"/>
          </a:pPr>
          <a:r>
            <a:rPr lang="en-US" sz="2000" b="0" i="0" kern="1200" dirty="0"/>
            <a:t>During an ERG recording session, the patient looks into a bowl displaying different amounts of light. </a:t>
          </a:r>
          <a:endParaRPr lang="en-IN" sz="2000" kern="1200" dirty="0"/>
        </a:p>
        <a:p>
          <a:pPr marL="228600" lvl="1" indent="-228600" algn="just" defTabSz="889000">
            <a:lnSpc>
              <a:spcPct val="90000"/>
            </a:lnSpc>
            <a:spcBef>
              <a:spcPct val="0"/>
            </a:spcBef>
            <a:spcAft>
              <a:spcPct val="15000"/>
            </a:spcAft>
            <a:buChar char="••"/>
          </a:pPr>
          <a:r>
            <a:rPr lang="en-US" sz="2000" b="0" i="0" kern="1200" dirty="0"/>
            <a:t>Retinal cells emit small electrical signals when stimulated by certain types of light. </a:t>
          </a:r>
          <a:endParaRPr lang="en-IN" sz="2000" kern="1200" dirty="0"/>
        </a:p>
        <a:p>
          <a:pPr marL="228600" lvl="1" indent="-228600" algn="just" defTabSz="889000">
            <a:lnSpc>
              <a:spcPct val="90000"/>
            </a:lnSpc>
            <a:spcBef>
              <a:spcPct val="0"/>
            </a:spcBef>
            <a:spcAft>
              <a:spcPct val="15000"/>
            </a:spcAft>
            <a:buChar char="••"/>
          </a:pPr>
          <a:r>
            <a:rPr lang="en-US" sz="2000" b="0" i="0" kern="1200" dirty="0"/>
            <a:t>The ERG machine records the resulting electric signals' amplitude (voltage) and time course.</a:t>
          </a:r>
          <a:endParaRPr lang="en-IN" sz="2000" kern="1200" dirty="0"/>
        </a:p>
      </dsp:txBody>
      <dsp:txXfrm>
        <a:off x="0" y="295337"/>
        <a:ext cx="8621823" cy="6426000"/>
      </dsp:txXfrm>
    </dsp:sp>
    <dsp:sp modelId="{9D655628-E254-4195-8C94-F675FEDB8ED9}">
      <dsp:nvSpPr>
        <dsp:cNvPr id="0" name=""/>
        <dsp:cNvSpPr/>
      </dsp:nvSpPr>
      <dsp:spPr>
        <a:xfrm>
          <a:off x="431091" y="137"/>
          <a:ext cx="6035276"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119" tIns="0" rIns="228119" bIns="0" numCol="1" spcCol="1270" anchor="ctr" anchorCtr="0">
          <a:noAutofit/>
        </a:bodyPr>
        <a:lstStyle/>
        <a:p>
          <a:pPr lvl="0" algn="l" defTabSz="889000">
            <a:lnSpc>
              <a:spcPct val="90000"/>
            </a:lnSpc>
            <a:spcBef>
              <a:spcPct val="0"/>
            </a:spcBef>
            <a:spcAft>
              <a:spcPct val="35000"/>
            </a:spcAft>
          </a:pPr>
          <a:r>
            <a:rPr lang="en-IN" sz="2000" b="1" i="0" kern="1200" dirty="0"/>
            <a:t>ERG Procedure</a:t>
          </a:r>
          <a:endParaRPr lang="en-IN" sz="2000" kern="1200" dirty="0"/>
        </a:p>
      </dsp:txBody>
      <dsp:txXfrm>
        <a:off x="459912" y="28958"/>
        <a:ext cx="5977634" cy="5327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44878B-9C91-4A22-B903-4C58359AF432}">
      <dsp:nvSpPr>
        <dsp:cNvPr id="0" name=""/>
        <dsp:cNvSpPr/>
      </dsp:nvSpPr>
      <dsp:spPr>
        <a:xfrm>
          <a:off x="0" y="548050"/>
          <a:ext cx="6875646" cy="6060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627" tIns="541528" rIns="533627" bIns="184912"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dirty="0"/>
            <a:t>Patients’ eyes are stimulated with light and the resulting electrical activity from their retinal cells is measured by skin or corneal electrodes.</a:t>
          </a:r>
          <a:endParaRPr lang="en-IN" sz="2600" kern="1200" dirty="0"/>
        </a:p>
        <a:p>
          <a:pPr marL="228600" lvl="1" indent="-228600" algn="just" defTabSz="1155700">
            <a:lnSpc>
              <a:spcPct val="90000"/>
            </a:lnSpc>
            <a:spcBef>
              <a:spcPct val="0"/>
            </a:spcBef>
            <a:spcAft>
              <a:spcPct val="15000"/>
            </a:spcAft>
            <a:buChar char="••"/>
          </a:pPr>
          <a:r>
            <a:rPr lang="en-US" sz="2600" b="0" i="0" kern="1200" dirty="0"/>
            <a:t>The electrodes measure the electrical activity of the retina in response to light. </a:t>
          </a:r>
          <a:endParaRPr lang="en-IN" sz="2600" kern="1200" dirty="0"/>
        </a:p>
        <a:p>
          <a:pPr marL="228600" lvl="1" indent="-228600" algn="just" defTabSz="1155700">
            <a:lnSpc>
              <a:spcPct val="90000"/>
            </a:lnSpc>
            <a:spcBef>
              <a:spcPct val="0"/>
            </a:spcBef>
            <a:spcAft>
              <a:spcPct val="15000"/>
            </a:spcAft>
            <a:buChar char="••"/>
          </a:pPr>
          <a:r>
            <a:rPr lang="en-US" sz="2600" b="0" i="0" kern="1200" dirty="0"/>
            <a:t>The information that comes from each electrode transmits to a monitor where it displays as wave patterns. </a:t>
          </a:r>
          <a:endParaRPr lang="en-IN" sz="2600" kern="1200" dirty="0"/>
        </a:p>
        <a:p>
          <a:pPr marL="228600" lvl="1" indent="-228600" algn="just" defTabSz="1155700">
            <a:lnSpc>
              <a:spcPct val="90000"/>
            </a:lnSpc>
            <a:spcBef>
              <a:spcPct val="0"/>
            </a:spcBef>
            <a:spcAft>
              <a:spcPct val="15000"/>
            </a:spcAft>
            <a:buChar char="••"/>
          </a:pPr>
          <a:r>
            <a:rPr lang="en-US" sz="2600" b="0" i="0" kern="1200" dirty="0"/>
            <a:t>Dependent on the type, intensity and color of the light stimulus information on different areas and types of cells can be obtained.</a:t>
          </a:r>
          <a:endParaRPr lang="en-IN" sz="2600" kern="1200" dirty="0"/>
        </a:p>
      </dsp:txBody>
      <dsp:txXfrm>
        <a:off x="0" y="548050"/>
        <a:ext cx="6875646" cy="6060600"/>
      </dsp:txXfrm>
    </dsp:sp>
    <dsp:sp modelId="{C905F879-A60A-431B-82FD-2A7CBE513F58}">
      <dsp:nvSpPr>
        <dsp:cNvPr id="0" name=""/>
        <dsp:cNvSpPr/>
      </dsp:nvSpPr>
      <dsp:spPr>
        <a:xfrm>
          <a:off x="343782" y="164290"/>
          <a:ext cx="4812952" cy="7675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1918" tIns="0" rIns="181918" bIns="0" numCol="1" spcCol="1270" anchor="ctr" anchorCtr="0">
          <a:noAutofit/>
        </a:bodyPr>
        <a:lstStyle/>
        <a:p>
          <a:pPr lvl="0" algn="l" defTabSz="1155700">
            <a:lnSpc>
              <a:spcPct val="90000"/>
            </a:lnSpc>
            <a:spcBef>
              <a:spcPct val="0"/>
            </a:spcBef>
            <a:spcAft>
              <a:spcPct val="35000"/>
            </a:spcAft>
          </a:pPr>
          <a:r>
            <a:rPr lang="en-IN" sz="2600" b="1" i="0" kern="1200" dirty="0"/>
            <a:t>Types of ERG Testing</a:t>
          </a:r>
          <a:endParaRPr lang="en-IN" sz="2600" kern="1200" dirty="0"/>
        </a:p>
      </dsp:txBody>
      <dsp:txXfrm>
        <a:off x="381249" y="201757"/>
        <a:ext cx="4738018" cy="6925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5BF3F-CD7C-47A9-88A7-EBE20F8C1DBD}">
      <dsp:nvSpPr>
        <dsp:cNvPr id="0" name=""/>
        <dsp:cNvSpPr/>
      </dsp:nvSpPr>
      <dsp:spPr>
        <a:xfrm>
          <a:off x="0" y="445594"/>
          <a:ext cx="10875925" cy="604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4093" tIns="499872" rIns="844093" bIns="170688" numCol="1" spcCol="1270" anchor="t" anchorCtr="0">
          <a:noAutofit/>
        </a:bodyPr>
        <a:lstStyle/>
        <a:p>
          <a:pPr marL="228600" lvl="1" indent="-228600" algn="just" defTabSz="1066800">
            <a:lnSpc>
              <a:spcPct val="90000"/>
            </a:lnSpc>
            <a:spcBef>
              <a:spcPct val="0"/>
            </a:spcBef>
            <a:spcAft>
              <a:spcPct val="15000"/>
            </a:spcAft>
            <a:buChar char="••"/>
          </a:pPr>
          <a:r>
            <a:rPr lang="en-US" sz="2400" b="0" i="0" kern="1200" dirty="0"/>
            <a:t>There are retinal diseases in which specific cells are missing or weak at birth, while other abnormalities are acquired over time.</a:t>
          </a:r>
          <a:endParaRPr lang="en-IN" sz="2400" kern="1200" dirty="0"/>
        </a:p>
        <a:p>
          <a:pPr marL="228600" lvl="1" indent="-228600" algn="just" defTabSz="1066800">
            <a:lnSpc>
              <a:spcPct val="90000"/>
            </a:lnSpc>
            <a:spcBef>
              <a:spcPct val="0"/>
            </a:spcBef>
            <a:spcAft>
              <a:spcPct val="15000"/>
            </a:spcAft>
            <a:buChar char="••"/>
          </a:pPr>
          <a:r>
            <a:rPr lang="en-US" sz="2400" b="0" i="0" kern="1200" dirty="0"/>
            <a:t>Your doctor may perform an ERG to determine if you have an inherited or acquired disorder of the retina, such as:</a:t>
          </a:r>
          <a:endParaRPr lang="en-IN" sz="2400" kern="1200" dirty="0"/>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Retinitis pigmentosa, which is a genetic disease causing loss of peripheral and night vision</a:t>
          </a:r>
          <a:endParaRPr lang="en-IN" sz="2400" kern="1200" dirty="0"/>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Macular degeneration, which is a loss of vision due to the death of cells in the macula</a:t>
          </a:r>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Retinoblastoma, which is a cancer of the retina</a:t>
          </a:r>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Retinal separation, which is a detachment of the retina from the back of the eyeball</a:t>
          </a:r>
        </a:p>
        <a:p>
          <a:pPr marL="457200" lvl="2" indent="-228600" algn="just" defTabSz="1066800">
            <a:lnSpc>
              <a:spcPct val="90000"/>
            </a:lnSpc>
            <a:spcBef>
              <a:spcPct val="0"/>
            </a:spcBef>
            <a:spcAft>
              <a:spcPct val="15000"/>
            </a:spcAft>
            <a:buFont typeface="Arial" panose="020B0604020202020204" pitchFamily="34" charset="0"/>
            <a:buChar char="••"/>
          </a:pPr>
          <a:r>
            <a:rPr lang="en-US" sz="2400" b="0" i="0" kern="1200" dirty="0"/>
            <a:t>Cone rod dystrophy (CRD), which is vision loss due to impaired cone and rod cells</a:t>
          </a:r>
        </a:p>
        <a:p>
          <a:pPr marL="228600" lvl="1" indent="-228600" algn="just" defTabSz="1066800">
            <a:lnSpc>
              <a:spcPct val="90000"/>
            </a:lnSpc>
            <a:spcBef>
              <a:spcPct val="0"/>
            </a:spcBef>
            <a:spcAft>
              <a:spcPct val="15000"/>
            </a:spcAft>
            <a:buChar char="••"/>
          </a:pPr>
          <a:r>
            <a:rPr lang="en-US" sz="2400" b="0" i="0" kern="1200" dirty="0"/>
            <a:t>An ERG may also help your doctor assess your need for retinal surgery or other types of eye surgery, such as the removal of cataracts.</a:t>
          </a:r>
        </a:p>
      </dsp:txBody>
      <dsp:txXfrm>
        <a:off x="0" y="445594"/>
        <a:ext cx="10875925" cy="6048000"/>
      </dsp:txXfrm>
    </dsp:sp>
    <dsp:sp modelId="{86B5618D-BF38-48D0-AECD-AFE4093B6339}">
      <dsp:nvSpPr>
        <dsp:cNvPr id="0" name=""/>
        <dsp:cNvSpPr/>
      </dsp:nvSpPr>
      <dsp:spPr>
        <a:xfrm>
          <a:off x="543796" y="91354"/>
          <a:ext cx="7613148"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759" tIns="0" rIns="287759" bIns="0" numCol="1" spcCol="1270" anchor="ctr" anchorCtr="0">
          <a:noAutofit/>
        </a:bodyPr>
        <a:lstStyle/>
        <a:p>
          <a:pPr lvl="0" algn="l" defTabSz="1066800">
            <a:lnSpc>
              <a:spcPct val="90000"/>
            </a:lnSpc>
            <a:spcBef>
              <a:spcPct val="0"/>
            </a:spcBef>
            <a:spcAft>
              <a:spcPct val="35000"/>
            </a:spcAft>
          </a:pPr>
          <a:r>
            <a:rPr lang="en-US" sz="2400" b="1" i="0" kern="1200" dirty="0"/>
            <a:t>Why  to do an Electroretinography test?</a:t>
          </a:r>
          <a:endParaRPr lang="en-IN" sz="2400" kern="1200" dirty="0"/>
        </a:p>
      </dsp:txBody>
      <dsp:txXfrm>
        <a:off x="578381" y="125939"/>
        <a:ext cx="7543978" cy="6393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02740-F549-483F-A265-92C93E078673}">
      <dsp:nvSpPr>
        <dsp:cNvPr id="0" name=""/>
        <dsp:cNvSpPr/>
      </dsp:nvSpPr>
      <dsp:spPr>
        <a:xfrm>
          <a:off x="0" y="489791"/>
          <a:ext cx="11014149" cy="5985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820" tIns="520700" rIns="854820" bIns="177800" numCol="1" spcCol="1270" anchor="t" anchorCtr="0">
          <a:noAutofit/>
        </a:bodyPr>
        <a:lstStyle/>
        <a:p>
          <a:pPr marL="228600" lvl="1" indent="-228600" algn="just" defTabSz="1111250">
            <a:lnSpc>
              <a:spcPct val="90000"/>
            </a:lnSpc>
            <a:spcBef>
              <a:spcPct val="0"/>
            </a:spcBef>
            <a:spcAft>
              <a:spcPct val="15000"/>
            </a:spcAft>
            <a:buChar char="••"/>
          </a:pPr>
          <a:r>
            <a:rPr lang="en-US" sz="2500" b="0" i="0" kern="1200" dirty="0"/>
            <a:t>Determining the functional status of the retina with different types of ERG testing allows clinicians and researchers to evaluate patients for retina-related conditions, reliably monitor retinal function over time, and evaluate the efficacy of retinal treatments.  </a:t>
          </a:r>
          <a:endParaRPr lang="en-IN" sz="2500" kern="1200" dirty="0"/>
        </a:p>
        <a:p>
          <a:pPr marL="228600" lvl="1" indent="-228600" algn="just" defTabSz="1111250">
            <a:lnSpc>
              <a:spcPct val="90000"/>
            </a:lnSpc>
            <a:spcBef>
              <a:spcPct val="0"/>
            </a:spcBef>
            <a:spcAft>
              <a:spcPct val="15000"/>
            </a:spcAft>
            <a:buChar char="••"/>
          </a:pPr>
          <a:r>
            <a:rPr lang="en-US" sz="2500" b="0" i="0" kern="1200" dirty="0"/>
            <a:t>Electroretinography has an impressive range of human and animal applications, for both clinical and research uses. </a:t>
          </a:r>
          <a:endParaRPr lang="en-IN" sz="2500" kern="1200" dirty="0"/>
        </a:p>
        <a:p>
          <a:pPr marL="457200" lvl="2" indent="-228600" algn="just" defTabSz="1111250">
            <a:lnSpc>
              <a:spcPct val="90000"/>
            </a:lnSpc>
            <a:spcBef>
              <a:spcPct val="0"/>
            </a:spcBef>
            <a:spcAft>
              <a:spcPct val="15000"/>
            </a:spcAft>
            <a:buChar char="••"/>
          </a:pPr>
          <a:r>
            <a:rPr lang="en-US" sz="2500" kern="1200" dirty="0"/>
            <a:t>Evaluation of visual function in infants and children.</a:t>
          </a:r>
          <a:endParaRPr lang="en-IN" sz="2500" kern="1200" dirty="0"/>
        </a:p>
        <a:p>
          <a:pPr marL="457200" lvl="2" indent="-228600" algn="just" defTabSz="1111250">
            <a:lnSpc>
              <a:spcPct val="90000"/>
            </a:lnSpc>
            <a:spcBef>
              <a:spcPct val="0"/>
            </a:spcBef>
            <a:spcAft>
              <a:spcPct val="15000"/>
            </a:spcAft>
            <a:buChar char="••"/>
          </a:pPr>
          <a:r>
            <a:rPr lang="en-US" sz="2500" kern="1200" dirty="0"/>
            <a:t>To determine presence or absence of retinal function.</a:t>
          </a:r>
          <a:endParaRPr lang="en-IN" sz="2500" kern="1200" dirty="0"/>
        </a:p>
        <a:p>
          <a:pPr marL="457200" lvl="2" indent="-228600" algn="just" defTabSz="1111250">
            <a:lnSpc>
              <a:spcPct val="90000"/>
            </a:lnSpc>
            <a:spcBef>
              <a:spcPct val="0"/>
            </a:spcBef>
            <a:spcAft>
              <a:spcPct val="15000"/>
            </a:spcAft>
            <a:buChar char="••"/>
          </a:pPr>
          <a:r>
            <a:rPr lang="en-US" sz="2500" kern="1200" dirty="0"/>
            <a:t>To evaluate progression of retinal degeneration.</a:t>
          </a:r>
          <a:endParaRPr lang="en-IN" sz="2500" kern="1200" dirty="0"/>
        </a:p>
        <a:p>
          <a:pPr marL="457200" lvl="2" indent="-228600" algn="just" defTabSz="1111250">
            <a:lnSpc>
              <a:spcPct val="90000"/>
            </a:lnSpc>
            <a:spcBef>
              <a:spcPct val="0"/>
            </a:spcBef>
            <a:spcAft>
              <a:spcPct val="15000"/>
            </a:spcAft>
            <a:buChar char="••"/>
          </a:pPr>
          <a:r>
            <a:rPr lang="en-US" sz="2500" kern="1200" dirty="0"/>
            <a:t>To confirm diagnosis of a particular disease (dystrophies).</a:t>
          </a:r>
          <a:endParaRPr lang="en-IN" sz="2500" kern="1200" dirty="0"/>
        </a:p>
        <a:p>
          <a:pPr marL="457200" lvl="2" indent="-228600" algn="just" defTabSz="1111250">
            <a:lnSpc>
              <a:spcPct val="90000"/>
            </a:lnSpc>
            <a:spcBef>
              <a:spcPct val="0"/>
            </a:spcBef>
            <a:spcAft>
              <a:spcPct val="15000"/>
            </a:spcAft>
            <a:buChar char="••"/>
          </a:pPr>
          <a:r>
            <a:rPr lang="en-US" sz="2500" kern="1200" dirty="0"/>
            <a:t>For early detection of toxic retinopathies.</a:t>
          </a:r>
          <a:endParaRPr lang="en-IN" sz="2500" kern="1200" dirty="0"/>
        </a:p>
        <a:p>
          <a:pPr marL="457200" lvl="2" indent="-228600" algn="just" defTabSz="1111250">
            <a:lnSpc>
              <a:spcPct val="90000"/>
            </a:lnSpc>
            <a:spcBef>
              <a:spcPct val="0"/>
            </a:spcBef>
            <a:spcAft>
              <a:spcPct val="15000"/>
            </a:spcAft>
            <a:buChar char="••"/>
          </a:pPr>
          <a:r>
            <a:rPr lang="en-US" sz="2500" kern="1200" dirty="0"/>
            <a:t>Assisting in diagnosing the retinal conditions in which clinical finding don’t match with visual complaints (unexplained visual loss). </a:t>
          </a:r>
          <a:endParaRPr lang="en-IN" sz="2500" kern="1200" dirty="0"/>
        </a:p>
      </dsp:txBody>
      <dsp:txXfrm>
        <a:off x="0" y="489791"/>
        <a:ext cx="11014149" cy="5985000"/>
      </dsp:txXfrm>
    </dsp:sp>
    <dsp:sp modelId="{C45815D9-0E6C-45FE-8539-637733328B5D}">
      <dsp:nvSpPr>
        <dsp:cNvPr id="0" name=""/>
        <dsp:cNvSpPr/>
      </dsp:nvSpPr>
      <dsp:spPr>
        <a:xfrm>
          <a:off x="550707" y="120791"/>
          <a:ext cx="7709904"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416" tIns="0" rIns="291416" bIns="0" numCol="1" spcCol="1270" anchor="ctr" anchorCtr="0">
          <a:noAutofit/>
        </a:bodyPr>
        <a:lstStyle/>
        <a:p>
          <a:pPr lvl="0" algn="l" defTabSz="1244600">
            <a:lnSpc>
              <a:spcPct val="90000"/>
            </a:lnSpc>
            <a:spcBef>
              <a:spcPct val="0"/>
            </a:spcBef>
            <a:spcAft>
              <a:spcPct val="35000"/>
            </a:spcAft>
          </a:pPr>
          <a:r>
            <a:rPr lang="en-IN" sz="2800" b="1" i="0" kern="1200" dirty="0">
              <a:latin typeface="+mj-lt"/>
            </a:rPr>
            <a:t>Applications of Electroretinography</a:t>
          </a:r>
          <a:endParaRPr lang="en-IN" sz="2800" b="1" kern="1200" dirty="0">
            <a:latin typeface="+mj-lt"/>
          </a:endParaRPr>
        </a:p>
      </dsp:txBody>
      <dsp:txXfrm>
        <a:off x="586733" y="156817"/>
        <a:ext cx="7637852" cy="66594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D7C805-071F-4512-8D1F-BE25FD6DCF90}">
      <dsp:nvSpPr>
        <dsp:cNvPr id="0" name=""/>
        <dsp:cNvSpPr/>
      </dsp:nvSpPr>
      <dsp:spPr>
        <a:xfrm>
          <a:off x="0" y="79947"/>
          <a:ext cx="11003517" cy="89388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lvl="0" algn="ctr" defTabSz="1778000">
            <a:lnSpc>
              <a:spcPct val="90000"/>
            </a:lnSpc>
            <a:spcBef>
              <a:spcPct val="0"/>
            </a:spcBef>
            <a:spcAft>
              <a:spcPct val="35000"/>
            </a:spcAft>
            <a:buFont typeface="Wingdings" panose="05000000000000000000" pitchFamily="2" charset="2"/>
            <a:buChar char="Ø"/>
          </a:pPr>
          <a:r>
            <a:rPr lang="en-US" sz="4000" b="1" kern="1200" dirty="0">
              <a:solidFill>
                <a:schemeClr val="bg1"/>
              </a:solidFill>
              <a:effectLst>
                <a:outerShdw blurRad="38100" dist="38100" dir="2700000" algn="tl">
                  <a:srgbClr val="000000">
                    <a:alpha val="43137"/>
                  </a:srgbClr>
                </a:outerShdw>
              </a:effectLst>
              <a:latin typeface="+mj-lt"/>
              <a:ea typeface="+mn-ea"/>
              <a:cs typeface="+mn-cs"/>
            </a:rPr>
            <a:t>Electrooculogram (EOG)</a:t>
          </a:r>
          <a:endParaRPr lang="en-IN" sz="4000" b="1" kern="1200" dirty="0">
            <a:solidFill>
              <a:schemeClr val="bg1"/>
            </a:solidFill>
            <a:effectLst>
              <a:outerShdw blurRad="38100" dist="38100" dir="2700000" algn="tl">
                <a:srgbClr val="000000">
                  <a:alpha val="43137"/>
                </a:srgbClr>
              </a:outerShdw>
            </a:effectLst>
            <a:latin typeface="+mj-lt"/>
          </a:endParaRPr>
        </a:p>
      </dsp:txBody>
      <dsp:txXfrm>
        <a:off x="0" y="79947"/>
        <a:ext cx="11003517" cy="893880"/>
      </dsp:txXfrm>
    </dsp:sp>
    <dsp:sp modelId="{A5944569-AA0D-4ABF-A701-C498E76B34B1}">
      <dsp:nvSpPr>
        <dsp:cNvPr id="0" name=""/>
        <dsp:cNvSpPr/>
      </dsp:nvSpPr>
      <dsp:spPr>
        <a:xfrm>
          <a:off x="0" y="973827"/>
          <a:ext cx="11003517" cy="553117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dirty="0"/>
            <a:t>Electrooculography (EOG) is a technique for measuring the </a:t>
          </a:r>
          <a:r>
            <a:rPr lang="en-US" sz="2600" b="0" i="0" kern="1200" dirty="0" err="1"/>
            <a:t>corneo</a:t>
          </a:r>
          <a:r>
            <a:rPr lang="en-US" sz="2600" b="0" i="0" kern="1200" dirty="0"/>
            <a:t>-retinal standing potential that exists between the front and the back of the human eye.</a:t>
          </a: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endParaRPr lang="en-IN" sz="2600" kern="1200" dirty="0"/>
        </a:p>
        <a:p>
          <a:pPr marL="228600" lvl="1" indent="-228600" algn="just" defTabSz="1155700">
            <a:lnSpc>
              <a:spcPct val="90000"/>
            </a:lnSpc>
            <a:spcBef>
              <a:spcPct val="0"/>
            </a:spcBef>
            <a:spcAft>
              <a:spcPct val="15000"/>
            </a:spcAft>
            <a:buChar char="••"/>
          </a:pPr>
          <a:r>
            <a:rPr lang="en-US" sz="2600" b="1" i="0" kern="1200" dirty="0"/>
            <a:t>Electro-oculography</a:t>
          </a:r>
          <a:r>
            <a:rPr lang="en-US" sz="2600" b="0" i="0" kern="1200" dirty="0"/>
            <a:t> is the recording of the bio-potentials generated by the movement of the eyeball. </a:t>
          </a:r>
          <a:endParaRPr lang="en-IN" sz="2600" kern="1200" dirty="0"/>
        </a:p>
        <a:p>
          <a:pPr marL="228600" lvl="1" indent="-228600" algn="just" defTabSz="1155700">
            <a:lnSpc>
              <a:spcPct val="90000"/>
            </a:lnSpc>
            <a:spcBef>
              <a:spcPct val="0"/>
            </a:spcBef>
            <a:spcAft>
              <a:spcPct val="15000"/>
            </a:spcAft>
            <a:buChar char="••"/>
          </a:pPr>
          <a:r>
            <a:rPr lang="en-US" sz="2600" b="0" i="0" kern="1200" dirty="0"/>
            <a:t>The EOG potentials are picked up by </a:t>
          </a:r>
          <a:r>
            <a:rPr lang="en-US" sz="2600" b="1" i="0" kern="1200" dirty="0"/>
            <a:t>small surface electrodes</a:t>
          </a:r>
          <a:r>
            <a:rPr lang="en-US" sz="2600" b="0" i="0" kern="1200" dirty="0"/>
            <a:t> placed on the skin near the eye.</a:t>
          </a:r>
          <a:endParaRPr lang="en-IN" sz="2600" kern="1200" dirty="0"/>
        </a:p>
        <a:p>
          <a:pPr marL="228600" lvl="1" indent="-228600" algn="just" defTabSz="1155700">
            <a:lnSpc>
              <a:spcPct val="90000"/>
            </a:lnSpc>
            <a:spcBef>
              <a:spcPct val="0"/>
            </a:spcBef>
            <a:spcAft>
              <a:spcPct val="15000"/>
            </a:spcAft>
            <a:buChar char="••"/>
          </a:pPr>
          <a:r>
            <a:rPr lang="en-US" sz="2600" b="0" i="0" kern="1200" dirty="0"/>
            <a:t>The electro-oculogram (EOG) investigates abnormalities of the outermost layer of the retina, the retinal pigment epithelium.</a:t>
          </a:r>
          <a:endParaRPr lang="en-IN" sz="2600" kern="1200" dirty="0"/>
        </a:p>
      </dsp:txBody>
      <dsp:txXfrm>
        <a:off x="0" y="973827"/>
        <a:ext cx="11003517" cy="553117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D4087-A30A-44F7-BCBF-84E27E79012A}">
      <dsp:nvSpPr>
        <dsp:cNvPr id="0" name=""/>
        <dsp:cNvSpPr/>
      </dsp:nvSpPr>
      <dsp:spPr>
        <a:xfrm>
          <a:off x="0" y="434097"/>
          <a:ext cx="10971619" cy="6218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520" tIns="437388" rIns="851520" bIns="149352" numCol="1" spcCol="1270" anchor="t" anchorCtr="0">
          <a:noAutofit/>
        </a:bodyPr>
        <a:lstStyle/>
        <a:p>
          <a:pPr marL="228600" lvl="1" indent="-228600" algn="just" defTabSz="933450">
            <a:lnSpc>
              <a:spcPct val="90000"/>
            </a:lnSpc>
            <a:spcBef>
              <a:spcPct val="0"/>
            </a:spcBef>
            <a:spcAft>
              <a:spcPct val="15000"/>
            </a:spcAft>
            <a:buChar char="••"/>
          </a:pPr>
          <a:r>
            <a:rPr lang="en-US" sz="2100" b="0" i="0" kern="1200" dirty="0"/>
            <a:t>The electrooculogram (EOG) is an electrophysiologic test that measures the existing resting electrical potential between the cornea and Bruch's membrane. </a:t>
          </a:r>
          <a:endParaRPr lang="en-IN" sz="2100" kern="1200" dirty="0"/>
        </a:p>
        <a:p>
          <a:pPr marL="228600" lvl="1" indent="-228600" algn="just" defTabSz="933450">
            <a:lnSpc>
              <a:spcPct val="90000"/>
            </a:lnSpc>
            <a:spcBef>
              <a:spcPct val="0"/>
            </a:spcBef>
            <a:spcAft>
              <a:spcPct val="15000"/>
            </a:spcAft>
            <a:buChar char="••"/>
          </a:pPr>
          <a:r>
            <a:rPr lang="en-US" sz="2100" b="0" i="0" kern="1200" dirty="0"/>
            <a:t>The difference of electrical potential of the anterior and posterior part of the eyeball is called the standing potential.</a:t>
          </a:r>
        </a:p>
        <a:p>
          <a:pPr marL="228600" lvl="1" indent="-228600" algn="just" defTabSz="933450">
            <a:lnSpc>
              <a:spcPct val="90000"/>
            </a:lnSpc>
            <a:spcBef>
              <a:spcPct val="0"/>
            </a:spcBef>
            <a:spcAft>
              <a:spcPct val="15000"/>
            </a:spcAft>
            <a:buChar char="••"/>
          </a:pPr>
          <a:r>
            <a:rPr lang="en-US" sz="2100" b="0" i="0" kern="1200" dirty="0"/>
            <a:t>Standing potential indirectly measures the transepithelial potential (TEP) of the retinal pigment epithelium (RPE). </a:t>
          </a:r>
        </a:p>
        <a:p>
          <a:pPr marL="228600" lvl="1" indent="-228600" algn="just" defTabSz="933450">
            <a:lnSpc>
              <a:spcPct val="90000"/>
            </a:lnSpc>
            <a:spcBef>
              <a:spcPct val="0"/>
            </a:spcBef>
            <a:spcAft>
              <a:spcPct val="15000"/>
            </a:spcAft>
            <a:buChar char="••"/>
          </a:pPr>
          <a:r>
            <a:rPr lang="en-US" sz="2100" b="0" i="0" kern="1200" dirty="0"/>
            <a:t>TEP is the difference of membrane potential of basolateral and apical membranes of RPE.</a:t>
          </a:r>
        </a:p>
        <a:p>
          <a:pPr marL="228600" lvl="1" indent="-228600" algn="just" defTabSz="933450">
            <a:lnSpc>
              <a:spcPct val="90000"/>
            </a:lnSpc>
            <a:spcBef>
              <a:spcPct val="0"/>
            </a:spcBef>
            <a:spcAft>
              <a:spcPct val="15000"/>
            </a:spcAft>
            <a:buChar char="••"/>
          </a:pPr>
          <a:r>
            <a:rPr lang="en-US" sz="2100" b="0" i="0" kern="1200" dirty="0"/>
            <a:t>The mean transepithelial voltage of bovine Retinal pigment epithelium is 6 millivolts (mV).</a:t>
          </a:r>
        </a:p>
        <a:p>
          <a:pPr marL="228600" lvl="1" indent="-228600" algn="just" defTabSz="933450">
            <a:lnSpc>
              <a:spcPct val="90000"/>
            </a:lnSpc>
            <a:spcBef>
              <a:spcPct val="0"/>
            </a:spcBef>
            <a:spcAft>
              <a:spcPct val="15000"/>
            </a:spcAft>
            <a:buChar char="••"/>
          </a:pPr>
          <a:r>
            <a:rPr lang="en-US" sz="2100" b="0" i="0" kern="1200" dirty="0"/>
            <a:t>The EOG is used to assess the function of the pigment epithelium. </a:t>
          </a:r>
        </a:p>
        <a:p>
          <a:pPr marL="457200" lvl="2" indent="-228600" algn="just" defTabSz="933450">
            <a:lnSpc>
              <a:spcPct val="90000"/>
            </a:lnSpc>
            <a:spcBef>
              <a:spcPct val="0"/>
            </a:spcBef>
            <a:spcAft>
              <a:spcPct val="15000"/>
            </a:spcAft>
            <a:buChar char="••"/>
          </a:pPr>
          <a:r>
            <a:rPr lang="en-US" sz="2100" b="0" i="0" kern="1200" dirty="0"/>
            <a:t>During dark adaptation, resting potential decreases slightly and reaches a minimum (“dark trough”) after several minutes. </a:t>
          </a:r>
        </a:p>
        <a:p>
          <a:pPr marL="457200" lvl="2" indent="-228600" algn="just" defTabSz="933450">
            <a:lnSpc>
              <a:spcPct val="90000"/>
            </a:lnSpc>
            <a:spcBef>
              <a:spcPct val="0"/>
            </a:spcBef>
            <a:spcAft>
              <a:spcPct val="15000"/>
            </a:spcAft>
            <a:buChar char="••"/>
          </a:pPr>
          <a:r>
            <a:rPr lang="en-US" sz="2100" b="0" i="0" kern="1200" dirty="0"/>
            <a:t>When light is switched on, a substantial increase of the resting potential occurs (“light peak”), which drops off after a few minutes when the retina adapts to the light. </a:t>
          </a:r>
        </a:p>
        <a:p>
          <a:pPr marL="457200" lvl="2" indent="-228600" algn="just" defTabSz="933450">
            <a:lnSpc>
              <a:spcPct val="90000"/>
            </a:lnSpc>
            <a:spcBef>
              <a:spcPct val="0"/>
            </a:spcBef>
            <a:spcAft>
              <a:spcPct val="15000"/>
            </a:spcAft>
            <a:buChar char="••"/>
          </a:pPr>
          <a:r>
            <a:rPr lang="en-US" sz="2100" b="0" i="0" kern="1200" dirty="0"/>
            <a:t>The ratio of the voltages (i.e. light peak divided by dark trough) is known as the Arden ratio. </a:t>
          </a:r>
        </a:p>
      </dsp:txBody>
      <dsp:txXfrm>
        <a:off x="0" y="434097"/>
        <a:ext cx="10971619" cy="6218100"/>
      </dsp:txXfrm>
    </dsp:sp>
    <dsp:sp modelId="{8D6F0B06-8410-4803-A785-7CB7494EA546}">
      <dsp:nvSpPr>
        <dsp:cNvPr id="0" name=""/>
        <dsp:cNvSpPr/>
      </dsp:nvSpPr>
      <dsp:spPr>
        <a:xfrm>
          <a:off x="548580" y="124137"/>
          <a:ext cx="7680133"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91" tIns="0" rIns="290291" bIns="0" numCol="1" spcCol="1270" anchor="ctr" anchorCtr="0">
          <a:noAutofit/>
        </a:bodyPr>
        <a:lstStyle/>
        <a:p>
          <a:pPr lvl="0" algn="l" defTabSz="889000">
            <a:lnSpc>
              <a:spcPct val="90000"/>
            </a:lnSpc>
            <a:spcBef>
              <a:spcPct val="0"/>
            </a:spcBef>
            <a:spcAft>
              <a:spcPct val="35000"/>
            </a:spcAft>
          </a:pPr>
          <a:r>
            <a:rPr lang="en-IN" sz="2000" b="1" i="0" kern="1200" dirty="0">
              <a:latin typeface="+mj-lt"/>
            </a:rPr>
            <a:t>Principle of EOG</a:t>
          </a:r>
          <a:endParaRPr lang="en-IN" sz="2000" b="1" kern="1200" dirty="0">
            <a:latin typeface="+mj-lt"/>
          </a:endParaRPr>
        </a:p>
      </dsp:txBody>
      <dsp:txXfrm>
        <a:off x="578842" y="154399"/>
        <a:ext cx="7619609" cy="5593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EF3218-E197-4365-A1E8-080ACC0FCE53}">
      <dsp:nvSpPr>
        <dsp:cNvPr id="0" name=""/>
        <dsp:cNvSpPr/>
      </dsp:nvSpPr>
      <dsp:spPr>
        <a:xfrm>
          <a:off x="0" y="425035"/>
          <a:ext cx="7664894" cy="6350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94881" tIns="583184" rIns="594881" bIns="142240" numCol="1" spcCol="1270" anchor="t" anchorCtr="0">
          <a:noAutofit/>
        </a:bodyPr>
        <a:lstStyle/>
        <a:p>
          <a:pPr marL="228600" lvl="1" indent="-228600" algn="just" defTabSz="977900">
            <a:lnSpc>
              <a:spcPct val="90000"/>
            </a:lnSpc>
            <a:spcBef>
              <a:spcPct val="0"/>
            </a:spcBef>
            <a:spcAft>
              <a:spcPct val="15000"/>
            </a:spcAft>
            <a:buChar char="••"/>
          </a:pPr>
          <a:r>
            <a:rPr lang="en-US" sz="2200" b="0" i="0" kern="1200" dirty="0"/>
            <a:t>The patient should be in stable indoor lighting for at least 30 min before the test. </a:t>
          </a:r>
          <a:endParaRPr lang="en-IN" sz="2200" kern="1200" dirty="0"/>
        </a:p>
        <a:p>
          <a:pPr marL="228600" lvl="1" indent="-228600" algn="just" defTabSz="977900">
            <a:lnSpc>
              <a:spcPct val="90000"/>
            </a:lnSpc>
            <a:spcBef>
              <a:spcPct val="0"/>
            </a:spcBef>
            <a:spcAft>
              <a:spcPct val="15000"/>
            </a:spcAft>
            <a:buChar char="••"/>
          </a:pPr>
          <a:r>
            <a:rPr lang="en-US" sz="2200" b="0" i="0" kern="1200" dirty="0"/>
            <a:t>Strong retinal illumination including retinal imaging (fluorescein angiogram, fundus photography and others) and indirect ophthalmoscopy should be avoided during this period.</a:t>
          </a:r>
          <a:endParaRPr lang="en-IN" sz="2200" kern="1200" dirty="0"/>
        </a:p>
        <a:p>
          <a:pPr marL="228600" lvl="1" indent="-228600" algn="just" defTabSz="977900">
            <a:lnSpc>
              <a:spcPct val="90000"/>
            </a:lnSpc>
            <a:spcBef>
              <a:spcPct val="0"/>
            </a:spcBef>
            <a:spcAft>
              <a:spcPct val="15000"/>
            </a:spcAft>
            <a:buChar char="••"/>
          </a:pPr>
          <a:r>
            <a:rPr lang="en-US" sz="2200" b="0" i="0" kern="1200" dirty="0"/>
            <a:t>The patient should be dilated.</a:t>
          </a:r>
          <a:endParaRPr lang="en-IN" sz="2200" kern="1200" dirty="0"/>
        </a:p>
        <a:p>
          <a:pPr marL="228600" lvl="1" indent="-228600" algn="just" defTabSz="977900">
            <a:lnSpc>
              <a:spcPct val="90000"/>
            </a:lnSpc>
            <a:spcBef>
              <a:spcPct val="0"/>
            </a:spcBef>
            <a:spcAft>
              <a:spcPct val="15000"/>
            </a:spcAft>
            <a:buChar char="••"/>
          </a:pPr>
          <a:r>
            <a:rPr lang="en-US" sz="2200" b="0" i="0" kern="1200" dirty="0"/>
            <a:t>The patient is told to remain still other than moving his/her eyes back and forth. </a:t>
          </a:r>
          <a:endParaRPr lang="en-IN" sz="2200" kern="1200" dirty="0"/>
        </a:p>
        <a:p>
          <a:pPr marL="228600" lvl="1" indent="-228600" algn="just" defTabSz="977900">
            <a:lnSpc>
              <a:spcPct val="90000"/>
            </a:lnSpc>
            <a:spcBef>
              <a:spcPct val="0"/>
            </a:spcBef>
            <a:spcAft>
              <a:spcPct val="15000"/>
            </a:spcAft>
            <a:buChar char="••"/>
          </a:pPr>
          <a:r>
            <a:rPr lang="en-US" sz="2200" b="0" i="0" kern="1200" dirty="0"/>
            <a:t>Four recording skin electrodes (silver-silver chloride or gold-disk) are placed at the medial and lateral canthi of both eyes, and the grounding electrode is placed on the forehead (</a:t>
          </a:r>
          <a:r>
            <a:rPr lang="en-US" sz="2200" kern="1200" dirty="0"/>
            <a:t>The ground electrode/reference electrode is usually positioned over bony body structures</a:t>
          </a:r>
          <a:r>
            <a:rPr lang="en-US" sz="2200" b="0" i="0" kern="1200" dirty="0"/>
            <a:t>).</a:t>
          </a:r>
          <a:endParaRPr lang="en-IN" sz="2200" kern="1200" dirty="0"/>
        </a:p>
        <a:p>
          <a:pPr marL="457200" lvl="2" indent="-228600" algn="just" defTabSz="889000">
            <a:lnSpc>
              <a:spcPct val="90000"/>
            </a:lnSpc>
            <a:spcBef>
              <a:spcPct val="0"/>
            </a:spcBef>
            <a:spcAft>
              <a:spcPct val="15000"/>
            </a:spcAft>
            <a:buChar char="••"/>
          </a:pPr>
          <a:r>
            <a:rPr lang="en-US" sz="2000" kern="1200" dirty="0"/>
            <a:t>For instance </a:t>
          </a:r>
          <a:r>
            <a:rPr lang="en-US" sz="2000" b="0" i="0" u="none" kern="1200" dirty="0"/>
            <a:t>when an EEG is taken from the Occipital region of the brain, EOG signal will cause the maximum amount of noise.</a:t>
          </a:r>
          <a:endParaRPr lang="en-IN" sz="2000" kern="1200" dirty="0"/>
        </a:p>
      </dsp:txBody>
      <dsp:txXfrm>
        <a:off x="0" y="425035"/>
        <a:ext cx="7664894" cy="6350400"/>
      </dsp:txXfrm>
    </dsp:sp>
    <dsp:sp modelId="{93C9C4B4-F811-4032-8ADB-06E03437FAB9}">
      <dsp:nvSpPr>
        <dsp:cNvPr id="0" name=""/>
        <dsp:cNvSpPr/>
      </dsp:nvSpPr>
      <dsp:spPr>
        <a:xfrm>
          <a:off x="383244" y="11755"/>
          <a:ext cx="5365425"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800" tIns="0" rIns="202800" bIns="0" numCol="1" spcCol="1270" anchor="ctr" anchorCtr="0">
          <a:noAutofit/>
        </a:bodyPr>
        <a:lstStyle/>
        <a:p>
          <a:pPr lvl="0" algn="l" defTabSz="1066800">
            <a:lnSpc>
              <a:spcPct val="90000"/>
            </a:lnSpc>
            <a:spcBef>
              <a:spcPct val="0"/>
            </a:spcBef>
            <a:spcAft>
              <a:spcPct val="35000"/>
            </a:spcAft>
          </a:pPr>
          <a:r>
            <a:rPr lang="en-IN" sz="2400" b="1" i="0" kern="1200" dirty="0">
              <a:latin typeface="+mj-lt"/>
            </a:rPr>
            <a:t>Testing process of EOG</a:t>
          </a:r>
          <a:endParaRPr lang="en-IN" sz="2400" b="1" kern="1200" dirty="0">
            <a:latin typeface="+mj-lt"/>
          </a:endParaRPr>
        </a:p>
      </dsp:txBody>
      <dsp:txXfrm>
        <a:off x="423593" y="52104"/>
        <a:ext cx="5284727" cy="74586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527F77-5CB9-49DD-87E0-C5A0ECE33FA6}">
      <dsp:nvSpPr>
        <dsp:cNvPr id="0" name=""/>
        <dsp:cNvSpPr/>
      </dsp:nvSpPr>
      <dsp:spPr>
        <a:xfrm>
          <a:off x="0" y="364962"/>
          <a:ext cx="11006469" cy="6218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224" tIns="437388" rIns="854224" bIns="149352" numCol="1" spcCol="1270" anchor="t" anchorCtr="0">
          <a:noAutofit/>
        </a:bodyPr>
        <a:lstStyle/>
        <a:p>
          <a:pPr marL="228600" lvl="1" indent="-228600" algn="just" defTabSz="933450">
            <a:lnSpc>
              <a:spcPct val="90000"/>
            </a:lnSpc>
            <a:spcBef>
              <a:spcPct val="0"/>
            </a:spcBef>
            <a:spcAft>
              <a:spcPct val="15000"/>
            </a:spcAft>
            <a:buChar char="••"/>
          </a:pPr>
          <a:r>
            <a:rPr lang="en-US" sz="2100" b="0" i="0" kern="1200" dirty="0"/>
            <a:t>The electro-oculogram (EOG) investigates abnormalities of the outermost layer of the retina, the retinal pigment epithelium.</a:t>
          </a:r>
          <a:endParaRPr lang="en-IN" sz="2100" kern="1200" dirty="0"/>
        </a:p>
        <a:p>
          <a:pPr marL="228600" lvl="1" indent="-228600" algn="just" defTabSz="933450">
            <a:lnSpc>
              <a:spcPct val="90000"/>
            </a:lnSpc>
            <a:spcBef>
              <a:spcPct val="0"/>
            </a:spcBef>
            <a:spcAft>
              <a:spcPct val="15000"/>
            </a:spcAft>
            <a:buChar char="••"/>
          </a:pPr>
          <a:r>
            <a:rPr lang="en-US" sz="2100" b="0" i="0" kern="1200" dirty="0"/>
            <a:t>EOG is a very useful tool in diagnosing hereditary macular diseases such as Best Disease. </a:t>
          </a:r>
          <a:endParaRPr lang="en-IN" sz="2100" kern="1200" dirty="0"/>
        </a:p>
        <a:p>
          <a:pPr marL="228600" lvl="1" indent="-228600" algn="just" defTabSz="933450">
            <a:lnSpc>
              <a:spcPct val="90000"/>
            </a:lnSpc>
            <a:spcBef>
              <a:spcPct val="0"/>
            </a:spcBef>
            <a:spcAft>
              <a:spcPct val="15000"/>
            </a:spcAft>
            <a:buChar char="••"/>
          </a:pPr>
          <a:r>
            <a:rPr lang="en-IN" sz="2100" b="0" i="0" kern="1200" dirty="0"/>
            <a:t>EOG has other various applications including brain and sleep studies, assistive technology, sleep and mental disorder diagnosis, and HMIs. </a:t>
          </a:r>
          <a:endParaRPr lang="en-IN" sz="2100" b="0" kern="1200" dirty="0"/>
        </a:p>
        <a:p>
          <a:pPr marL="228600" lvl="1" indent="-228600" algn="just" defTabSz="933450">
            <a:lnSpc>
              <a:spcPct val="90000"/>
            </a:lnSpc>
            <a:spcBef>
              <a:spcPct val="0"/>
            </a:spcBef>
            <a:spcAft>
              <a:spcPct val="15000"/>
            </a:spcAft>
            <a:buChar char="••"/>
          </a:pPr>
          <a:r>
            <a:rPr lang="en-US" sz="2100" b="0" i="0" kern="1200" dirty="0"/>
            <a:t>Understanding the disease states that affect the EOG make it easier to interpret the results. </a:t>
          </a:r>
          <a:endParaRPr lang="en-IN" sz="2100" kern="1200" dirty="0"/>
        </a:p>
        <a:p>
          <a:pPr marL="228600" lvl="1" indent="-228600" algn="just" defTabSz="933450">
            <a:lnSpc>
              <a:spcPct val="90000"/>
            </a:lnSpc>
            <a:spcBef>
              <a:spcPct val="0"/>
            </a:spcBef>
            <a:spcAft>
              <a:spcPct val="15000"/>
            </a:spcAft>
            <a:buChar char="••"/>
          </a:pPr>
          <a:r>
            <a:rPr lang="en-US" sz="2100" b="0" i="0" kern="1200" dirty="0"/>
            <a:t>In conjunction with an ERG, it can be useful in diagnosing various progressive retinal disorders.</a:t>
          </a:r>
          <a:endParaRPr lang="en-IN" sz="2100" kern="1200" dirty="0"/>
        </a:p>
        <a:p>
          <a:pPr marL="228600" lvl="1" indent="-228600" algn="just" defTabSz="933450">
            <a:lnSpc>
              <a:spcPct val="90000"/>
            </a:lnSpc>
            <a:spcBef>
              <a:spcPct val="0"/>
            </a:spcBef>
            <a:spcAft>
              <a:spcPct val="15000"/>
            </a:spcAft>
            <a:buChar char="••"/>
          </a:pPr>
          <a:r>
            <a:rPr lang="en-IN" sz="2100" b="0" i="0" kern="1200" dirty="0"/>
            <a:t>EOG along with electroencephalogram (EEG) and electromyogram (EMG) are used for patients suffering from neural system disorders such as progressive neuro-motor degenerative diseases.</a:t>
          </a:r>
          <a:endParaRPr lang="en-IN" sz="2100" kern="1200" dirty="0"/>
        </a:p>
        <a:p>
          <a:pPr marL="228600" lvl="1" indent="-228600" algn="just" defTabSz="933450">
            <a:lnSpc>
              <a:spcPct val="90000"/>
            </a:lnSpc>
            <a:spcBef>
              <a:spcPct val="0"/>
            </a:spcBef>
            <a:spcAft>
              <a:spcPct val="15000"/>
            </a:spcAft>
            <a:buChar char="••"/>
          </a:pPr>
          <a:r>
            <a:rPr lang="en-US" sz="2100" b="0" i="0" kern="1200" dirty="0"/>
            <a:t>One possible application: artificial eyes and recreation of  "natural" eye movement.</a:t>
          </a:r>
          <a:endParaRPr lang="en-IN" sz="2100" kern="1200" dirty="0"/>
        </a:p>
        <a:p>
          <a:pPr marL="457200" lvl="2" indent="-228600" algn="just" defTabSz="933450">
            <a:lnSpc>
              <a:spcPct val="90000"/>
            </a:lnSpc>
            <a:spcBef>
              <a:spcPct val="0"/>
            </a:spcBef>
            <a:spcAft>
              <a:spcPct val="15000"/>
            </a:spcAft>
            <a:buChar char="••"/>
          </a:pPr>
          <a:r>
            <a:rPr lang="en-US" sz="2100" b="0" i="0" kern="1200" dirty="0"/>
            <a:t>A team of engineers from the University of Alberta designed the first robotic eye implant to mimic the movement of a real human eye. </a:t>
          </a:r>
          <a:endParaRPr lang="en-IN" sz="2100" kern="1200" dirty="0"/>
        </a:p>
        <a:p>
          <a:pPr marL="457200" lvl="2" indent="-228600" algn="just" defTabSz="933450">
            <a:lnSpc>
              <a:spcPct val="90000"/>
            </a:lnSpc>
            <a:spcBef>
              <a:spcPct val="0"/>
            </a:spcBef>
            <a:spcAft>
              <a:spcPct val="15000"/>
            </a:spcAft>
            <a:buChar char="••"/>
          </a:pPr>
          <a:r>
            <a:rPr lang="en-US" sz="2100" b="0" i="0" kern="1200" dirty="0"/>
            <a:t>The robotic eye detects and follows the movement of the remaining natural eye. </a:t>
          </a:r>
          <a:endParaRPr lang="en-IN" sz="2100" kern="1200" dirty="0"/>
        </a:p>
      </dsp:txBody>
      <dsp:txXfrm>
        <a:off x="0" y="364962"/>
        <a:ext cx="11006469" cy="6218100"/>
      </dsp:txXfrm>
    </dsp:sp>
    <dsp:sp modelId="{CAF475AF-1CFD-4594-87A1-177889B581B9}">
      <dsp:nvSpPr>
        <dsp:cNvPr id="0" name=""/>
        <dsp:cNvSpPr/>
      </dsp:nvSpPr>
      <dsp:spPr>
        <a:xfrm>
          <a:off x="550323" y="55002"/>
          <a:ext cx="7704528"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213" tIns="0" rIns="291213" bIns="0" numCol="1" spcCol="1270" anchor="ctr" anchorCtr="0">
          <a:noAutofit/>
        </a:bodyPr>
        <a:lstStyle/>
        <a:p>
          <a:pPr lvl="0" algn="l" defTabSz="933450">
            <a:lnSpc>
              <a:spcPct val="90000"/>
            </a:lnSpc>
            <a:spcBef>
              <a:spcPct val="0"/>
            </a:spcBef>
            <a:spcAft>
              <a:spcPct val="35000"/>
            </a:spcAft>
          </a:pPr>
          <a:r>
            <a:rPr lang="en-IN" sz="2100" b="1" i="0" kern="1200" dirty="0">
              <a:latin typeface="+mj-lt"/>
            </a:rPr>
            <a:t>Applications of EOG</a:t>
          </a:r>
          <a:endParaRPr lang="en-IN" sz="2100" kern="1200" dirty="0"/>
        </a:p>
      </dsp:txBody>
      <dsp:txXfrm>
        <a:off x="580585" y="85264"/>
        <a:ext cx="7644004" cy="55939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8B950-7006-45B5-ACA9-37F1A1A7CF85}">
      <dsp:nvSpPr>
        <dsp:cNvPr id="0" name=""/>
        <dsp:cNvSpPr/>
      </dsp:nvSpPr>
      <dsp:spPr>
        <a:xfrm>
          <a:off x="0" y="3540"/>
          <a:ext cx="11024781" cy="95061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lvl="0" algn="ctr" defTabSz="1778000">
            <a:lnSpc>
              <a:spcPct val="90000"/>
            </a:lnSpc>
            <a:spcBef>
              <a:spcPct val="0"/>
            </a:spcBef>
            <a:spcAft>
              <a:spcPct val="35000"/>
            </a:spcAft>
            <a:buFont typeface="Wingdings" panose="05000000000000000000" pitchFamily="2" charset="2"/>
            <a:buChar char="Ø"/>
          </a:pPr>
          <a:r>
            <a:rPr lang="en-US" sz="4000" kern="1200" dirty="0">
              <a:solidFill>
                <a:schemeClr val="bg1"/>
              </a:solidFill>
              <a:effectLst/>
              <a:latin typeface="+mj-lt"/>
              <a:ea typeface="+mn-ea"/>
              <a:cs typeface="+mn-cs"/>
            </a:rPr>
            <a:t>Electromyogram (EMG)</a:t>
          </a:r>
          <a:endParaRPr lang="en-IN" sz="4000" kern="1200" dirty="0">
            <a:solidFill>
              <a:schemeClr val="bg1"/>
            </a:solidFill>
            <a:latin typeface="+mj-lt"/>
          </a:endParaRPr>
        </a:p>
      </dsp:txBody>
      <dsp:txXfrm>
        <a:off x="0" y="3540"/>
        <a:ext cx="11024781" cy="950619"/>
      </dsp:txXfrm>
    </dsp:sp>
    <dsp:sp modelId="{19A2EB4A-4C63-4C58-A2E2-B1318162798A}">
      <dsp:nvSpPr>
        <dsp:cNvPr id="0" name=""/>
        <dsp:cNvSpPr/>
      </dsp:nvSpPr>
      <dsp:spPr>
        <a:xfrm>
          <a:off x="0" y="954159"/>
          <a:ext cx="11024781" cy="56272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just" defTabSz="1111250">
            <a:lnSpc>
              <a:spcPct val="90000"/>
            </a:lnSpc>
            <a:spcBef>
              <a:spcPct val="0"/>
            </a:spcBef>
            <a:spcAft>
              <a:spcPct val="15000"/>
            </a:spcAft>
            <a:buChar char="••"/>
          </a:pPr>
          <a:r>
            <a:rPr lang="en-US" sz="2500" b="1" kern="1200" dirty="0"/>
            <a:t>Electromyography (EMG) is a diagnostic procedure that evaluates the health condition of muscles and the nerve cells that control them</a:t>
          </a:r>
          <a:r>
            <a:rPr lang="en-US" sz="2500" kern="1200" dirty="0"/>
            <a:t>. </a:t>
          </a:r>
          <a:endParaRPr lang="en-IN" sz="2500" kern="1200" dirty="0"/>
        </a:p>
        <a:p>
          <a:pPr marL="228600" lvl="1" indent="-228600" algn="just" defTabSz="1111250">
            <a:lnSpc>
              <a:spcPct val="90000"/>
            </a:lnSpc>
            <a:spcBef>
              <a:spcPct val="0"/>
            </a:spcBef>
            <a:spcAft>
              <a:spcPct val="15000"/>
            </a:spcAft>
            <a:buChar char="••"/>
          </a:pPr>
          <a:r>
            <a:rPr lang="en-US" sz="2500" kern="1200" dirty="0"/>
            <a:t>These nerve cells are known as motor neurons. They transmit electrical signals that cause muscles to contract and relax.</a:t>
          </a:r>
          <a:endParaRPr lang="en-IN" sz="2500" kern="1200" dirty="0"/>
        </a:p>
        <a:p>
          <a:pPr marL="228600" lvl="1" indent="-228600" algn="just" defTabSz="1111250">
            <a:lnSpc>
              <a:spcPct val="90000"/>
            </a:lnSpc>
            <a:spcBef>
              <a:spcPct val="0"/>
            </a:spcBef>
            <a:spcAft>
              <a:spcPct val="15000"/>
            </a:spcAft>
            <a:buChar char="••"/>
          </a:pPr>
          <a:r>
            <a:rPr lang="en-US" sz="2500" kern="1200" dirty="0"/>
            <a:t>An EMG translates these signals into graphs or numbers, helping doctors to make a diagnosis.</a:t>
          </a:r>
          <a:endParaRPr lang="en-IN" sz="2500" kern="1200" dirty="0"/>
        </a:p>
        <a:p>
          <a:pPr marL="228600" lvl="1" indent="-228600" algn="just" defTabSz="1111250">
            <a:lnSpc>
              <a:spcPct val="90000"/>
            </a:lnSpc>
            <a:spcBef>
              <a:spcPct val="0"/>
            </a:spcBef>
            <a:spcAft>
              <a:spcPct val="15000"/>
            </a:spcAft>
            <a:buChar char="••"/>
          </a:pPr>
          <a:r>
            <a:rPr lang="en-US" altLang="en-US" sz="2500" kern="1200" dirty="0"/>
            <a:t>Muscle contraction due to a change in the relative sliding of thread-like molecules or filaments: </a:t>
          </a:r>
          <a:r>
            <a:rPr lang="en-US" altLang="en-US" sz="2500" b="1" kern="1200" dirty="0"/>
            <a:t>Actin</a:t>
          </a:r>
          <a:r>
            <a:rPr lang="en-US" altLang="en-US" sz="2500" kern="1200" dirty="0"/>
            <a:t> and </a:t>
          </a:r>
          <a:r>
            <a:rPr lang="en-US" altLang="en-US" sz="2500" b="1" kern="1200" dirty="0"/>
            <a:t>Myosin</a:t>
          </a:r>
          <a:endParaRPr lang="en-IN" sz="2500" b="1" kern="1200" dirty="0"/>
        </a:p>
        <a:p>
          <a:pPr marL="228600" lvl="1" indent="-228600" algn="just" defTabSz="1111250">
            <a:lnSpc>
              <a:spcPct val="90000"/>
            </a:lnSpc>
            <a:spcBef>
              <a:spcPct val="0"/>
            </a:spcBef>
            <a:spcAft>
              <a:spcPct val="15000"/>
            </a:spcAft>
            <a:buChar char="••"/>
          </a:pPr>
          <a:r>
            <a:rPr lang="en-US" altLang="en-US" sz="2500" kern="1200" dirty="0"/>
            <a:t>Filament sliding is triggered by electrical phenomenon called </a:t>
          </a:r>
          <a:r>
            <a:rPr lang="en-US" altLang="en-US" sz="2500" b="1" kern="1200" dirty="0">
              <a:solidFill>
                <a:schemeClr val="accent6">
                  <a:lumMod val="50000"/>
                </a:schemeClr>
              </a:solidFill>
            </a:rPr>
            <a:t>ACTION POTENTIAL (AP)</a:t>
          </a:r>
        </a:p>
        <a:p>
          <a:pPr marL="228600" lvl="1" indent="-228600" algn="just" defTabSz="1111250">
            <a:lnSpc>
              <a:spcPct val="90000"/>
            </a:lnSpc>
            <a:spcBef>
              <a:spcPct val="0"/>
            </a:spcBef>
            <a:spcAft>
              <a:spcPct val="15000"/>
            </a:spcAft>
            <a:buChar char="••"/>
          </a:pPr>
          <a:r>
            <a:rPr lang="en-US" altLang="en-US" sz="2500" kern="1200" dirty="0"/>
            <a:t>The recording of muscle APs is called electromyography (EMG), </a:t>
          </a:r>
        </a:p>
        <a:p>
          <a:pPr marL="228600" lvl="1" indent="-228600" algn="just" defTabSz="1111250">
            <a:lnSpc>
              <a:spcPct val="90000"/>
            </a:lnSpc>
            <a:spcBef>
              <a:spcPct val="0"/>
            </a:spcBef>
            <a:spcAft>
              <a:spcPct val="15000"/>
            </a:spcAft>
            <a:buChar char="••"/>
          </a:pPr>
          <a:r>
            <a:rPr lang="en-US" altLang="en-US" sz="2500" kern="1200" dirty="0"/>
            <a:t>The record is known as an </a:t>
          </a:r>
          <a:r>
            <a:rPr lang="en-US" altLang="en-US" sz="2500" b="1" u="sng" kern="1200" dirty="0"/>
            <a:t>electromyogram</a:t>
          </a:r>
          <a:r>
            <a:rPr lang="en-US" altLang="en-US" sz="2500" u="sng" kern="1200" dirty="0"/>
            <a:t>.</a:t>
          </a:r>
          <a:r>
            <a:rPr lang="en-US" altLang="en-US" sz="2500" kern="1200" dirty="0"/>
            <a:t> </a:t>
          </a:r>
        </a:p>
        <a:p>
          <a:pPr marL="228600" lvl="1" indent="-228600" algn="just" defTabSz="1111250">
            <a:lnSpc>
              <a:spcPct val="90000"/>
            </a:lnSpc>
            <a:spcBef>
              <a:spcPct val="0"/>
            </a:spcBef>
            <a:spcAft>
              <a:spcPct val="15000"/>
            </a:spcAft>
            <a:buChar char="••"/>
          </a:pPr>
          <a:r>
            <a:rPr lang="en-US" sz="2500" b="0" i="0" kern="1200" dirty="0"/>
            <a:t>EMG results can reveal nerve dysfunction, muscle dysfunction or problems with nerve-to-muscle signal transmission.</a:t>
          </a:r>
          <a:endParaRPr lang="en-US" altLang="en-US" sz="2500" kern="1200" dirty="0"/>
        </a:p>
      </dsp:txBody>
      <dsp:txXfrm>
        <a:off x="0" y="954159"/>
        <a:ext cx="11024781" cy="562725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3117E-00FD-4942-94F8-0E9786886BA5}">
      <dsp:nvSpPr>
        <dsp:cNvPr id="0" name=""/>
        <dsp:cNvSpPr/>
      </dsp:nvSpPr>
      <dsp:spPr>
        <a:xfrm>
          <a:off x="0" y="0"/>
          <a:ext cx="8132725" cy="518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IN" sz="2400" b="1" kern="1200" dirty="0">
              <a:latin typeface="+mj-lt"/>
              <a:cs typeface="Times New Roman" panose="02020603050405020304" pitchFamily="18" charset="0"/>
            </a:rPr>
            <a:t>PROCEDURE OF EMG</a:t>
          </a:r>
          <a:endParaRPr lang="en-IN" sz="2400" kern="1200" dirty="0">
            <a:latin typeface="+mj-lt"/>
          </a:endParaRPr>
        </a:p>
      </dsp:txBody>
      <dsp:txXfrm>
        <a:off x="25323" y="25323"/>
        <a:ext cx="8082079" cy="468107"/>
      </dsp:txXfrm>
    </dsp:sp>
    <dsp:sp modelId="{43C22904-C520-4C0A-BE7E-5B628E2C325A}">
      <dsp:nvSpPr>
        <dsp:cNvPr id="0" name=""/>
        <dsp:cNvSpPr/>
      </dsp:nvSpPr>
      <dsp:spPr>
        <a:xfrm>
          <a:off x="0" y="519438"/>
          <a:ext cx="8132725" cy="633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214"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latin typeface="+mn-lt"/>
            </a:rPr>
            <a:t>An EMG uses tiny devices called electrodes to translate these signals into graphs, sounds or numerical values that are then interpreted by a specialist.</a:t>
          </a:r>
          <a:endParaRPr lang="en-IN" sz="2000" kern="1200" dirty="0">
            <a:latin typeface="+mn-lt"/>
          </a:endParaRPr>
        </a:p>
        <a:p>
          <a:pPr marL="228600" lvl="1" indent="-228600" algn="just" defTabSz="889000">
            <a:lnSpc>
              <a:spcPct val="90000"/>
            </a:lnSpc>
            <a:spcBef>
              <a:spcPct val="0"/>
            </a:spcBef>
            <a:spcAft>
              <a:spcPct val="20000"/>
            </a:spcAft>
            <a:buChar char="••"/>
          </a:pPr>
          <a:r>
            <a:rPr lang="en-US" sz="2000" kern="1200" dirty="0">
              <a:latin typeface="+mn-lt"/>
            </a:rPr>
            <a:t>There are two components to an EMG test: </a:t>
          </a:r>
          <a:r>
            <a:rPr lang="en-US" sz="2000" b="1" kern="1200" dirty="0">
              <a:latin typeface="+mn-lt"/>
            </a:rPr>
            <a:t>the nerve conduction study</a:t>
          </a:r>
          <a:r>
            <a:rPr lang="en-US" sz="2000" kern="1200" dirty="0">
              <a:latin typeface="+mn-lt"/>
            </a:rPr>
            <a:t> and </a:t>
          </a:r>
          <a:r>
            <a:rPr lang="en-US" sz="2000" b="1" kern="1200" dirty="0">
              <a:latin typeface="+mn-lt"/>
            </a:rPr>
            <a:t>needle EMG</a:t>
          </a:r>
          <a:r>
            <a:rPr lang="en-US" sz="2000" kern="1200" dirty="0">
              <a:latin typeface="+mn-lt"/>
            </a:rPr>
            <a:t>. </a:t>
          </a:r>
          <a:endParaRPr lang="en-IN" sz="2000" kern="1200" dirty="0">
            <a:latin typeface="+mn-lt"/>
          </a:endParaRPr>
        </a:p>
        <a:p>
          <a:pPr marL="457200" lvl="2" indent="-228600" algn="just" defTabSz="889000">
            <a:lnSpc>
              <a:spcPct val="90000"/>
            </a:lnSpc>
            <a:spcBef>
              <a:spcPct val="0"/>
            </a:spcBef>
            <a:spcAft>
              <a:spcPct val="20000"/>
            </a:spcAft>
            <a:buChar char="••"/>
          </a:pPr>
          <a:r>
            <a:rPr lang="en-US" sz="2000" b="1" kern="1200" dirty="0">
              <a:latin typeface="+mn-lt"/>
            </a:rPr>
            <a:t>The nerve conduction study </a:t>
          </a:r>
          <a:r>
            <a:rPr lang="en-US" sz="2000" b="0" kern="1200" dirty="0">
              <a:latin typeface="+mn-lt"/>
            </a:rPr>
            <a:t>is the </a:t>
          </a:r>
          <a:r>
            <a:rPr lang="en-US" sz="2000" b="1" kern="1200" dirty="0">
              <a:latin typeface="+mn-lt"/>
            </a:rPr>
            <a:t>first part </a:t>
          </a:r>
          <a:r>
            <a:rPr lang="en-US" sz="2000" b="0" kern="1200" dirty="0">
              <a:latin typeface="+mn-lt"/>
            </a:rPr>
            <a:t>of the procedure</a:t>
          </a:r>
          <a:r>
            <a:rPr lang="en-US" sz="2000" kern="1200" dirty="0">
              <a:latin typeface="+mn-lt"/>
            </a:rPr>
            <a:t>. </a:t>
          </a:r>
          <a:endParaRPr lang="en-IN" sz="2000" kern="1200" dirty="0">
            <a:latin typeface="+mn-lt"/>
          </a:endParaRPr>
        </a:p>
        <a:p>
          <a:pPr marL="685800" lvl="3" indent="-228600" algn="just" defTabSz="889000">
            <a:lnSpc>
              <a:spcPct val="90000"/>
            </a:lnSpc>
            <a:spcBef>
              <a:spcPct val="0"/>
            </a:spcBef>
            <a:spcAft>
              <a:spcPct val="20000"/>
            </a:spcAft>
            <a:buChar char="••"/>
          </a:pPr>
          <a:r>
            <a:rPr lang="en-US" sz="2000" kern="1200" dirty="0">
              <a:latin typeface="+mn-lt"/>
            </a:rPr>
            <a:t>It involves placing several small sensors called surface electrodes on the skin (usually in the area where you’re experiencing symptoms) to assess the ability of the motor neurons to send electrical signals. </a:t>
          </a:r>
        </a:p>
        <a:p>
          <a:pPr marL="685800" lvl="3" indent="-228600" algn="just" defTabSz="889000">
            <a:lnSpc>
              <a:spcPct val="90000"/>
            </a:lnSpc>
            <a:spcBef>
              <a:spcPct val="0"/>
            </a:spcBef>
            <a:spcAft>
              <a:spcPct val="20000"/>
            </a:spcAft>
            <a:buChar char="••"/>
          </a:pPr>
          <a:r>
            <a:rPr lang="en-US" altLang="en-US" sz="2000" kern="1200" dirty="0">
              <a:latin typeface="+mn-lt"/>
            </a:rPr>
            <a:t>Subject is </a:t>
          </a:r>
          <a:r>
            <a:rPr lang="en-US" altLang="en-US" sz="2000" b="1" kern="1200" dirty="0">
              <a:latin typeface="+mn-lt"/>
            </a:rPr>
            <a:t>GROUNDED</a:t>
          </a:r>
          <a:r>
            <a:rPr lang="en-US" altLang="en-US" sz="2000" kern="1200" dirty="0">
              <a:latin typeface="+mn-lt"/>
            </a:rPr>
            <a:t> by placing an electrode in an inactive region of body</a:t>
          </a:r>
        </a:p>
        <a:p>
          <a:pPr marL="685800" lvl="3" indent="-228600" algn="just" defTabSz="889000">
            <a:lnSpc>
              <a:spcPct val="90000"/>
            </a:lnSpc>
            <a:spcBef>
              <a:spcPct val="0"/>
            </a:spcBef>
            <a:spcAft>
              <a:spcPct val="20000"/>
            </a:spcAft>
            <a:buChar char="••"/>
          </a:pPr>
          <a:r>
            <a:rPr lang="en-US" sz="2000" kern="1200" dirty="0">
              <a:latin typeface="+mn-lt"/>
            </a:rPr>
            <a:t>Typical range of EMG can be </a:t>
          </a:r>
          <a:r>
            <a:rPr lang="en-US" sz="2000" b="1" kern="1200" dirty="0">
              <a:latin typeface="+mn-lt"/>
            </a:rPr>
            <a:t>0.1-0.5 mV</a:t>
          </a:r>
          <a:r>
            <a:rPr lang="en-US" sz="2000" kern="1200" dirty="0">
              <a:latin typeface="+mn-lt"/>
            </a:rPr>
            <a:t>.</a:t>
          </a:r>
        </a:p>
        <a:p>
          <a:pPr marL="457200" lvl="2" indent="-228600" algn="just" defTabSz="889000">
            <a:lnSpc>
              <a:spcPct val="90000"/>
            </a:lnSpc>
            <a:spcBef>
              <a:spcPct val="0"/>
            </a:spcBef>
            <a:spcAft>
              <a:spcPct val="20000"/>
            </a:spcAft>
            <a:buChar char="••"/>
          </a:pPr>
          <a:r>
            <a:rPr lang="en-US" sz="2000" kern="1200" dirty="0">
              <a:latin typeface="+mn-lt"/>
            </a:rPr>
            <a:t>The </a:t>
          </a:r>
          <a:r>
            <a:rPr lang="en-US" sz="2000" b="1" kern="1200" dirty="0">
              <a:latin typeface="+mn-lt"/>
            </a:rPr>
            <a:t>second part </a:t>
          </a:r>
          <a:r>
            <a:rPr lang="en-US" sz="2000" kern="1200" dirty="0">
              <a:latin typeface="+mn-lt"/>
            </a:rPr>
            <a:t>of the EMG procedure, known as </a:t>
          </a:r>
          <a:r>
            <a:rPr lang="en-US" sz="2000" b="1" kern="1200" dirty="0">
              <a:latin typeface="+mn-lt"/>
            </a:rPr>
            <a:t>needle EMG</a:t>
          </a:r>
          <a:r>
            <a:rPr lang="en-US" sz="2000" kern="1200" dirty="0">
              <a:latin typeface="+mn-lt"/>
            </a:rPr>
            <a:t>, also uses sensors to evaluate electrical signals. </a:t>
          </a:r>
        </a:p>
        <a:p>
          <a:pPr marL="685800" lvl="3" indent="-228600" algn="just" defTabSz="889000">
            <a:lnSpc>
              <a:spcPct val="90000"/>
            </a:lnSpc>
            <a:spcBef>
              <a:spcPct val="0"/>
            </a:spcBef>
            <a:spcAft>
              <a:spcPct val="20000"/>
            </a:spcAft>
            <a:buChar char="••"/>
          </a:pPr>
          <a:r>
            <a:rPr lang="en-US" sz="2000" kern="1200" dirty="0">
              <a:latin typeface="+mn-lt"/>
            </a:rPr>
            <a:t>The sensors are called needle electrodes (they are made up of stainless steal), and they’re directly inserted into muscle tissue to evaluate muscle activity when at rest and when contracted.</a:t>
          </a:r>
        </a:p>
        <a:p>
          <a:pPr marL="685800" lvl="3" indent="-228600" algn="just" defTabSz="889000">
            <a:lnSpc>
              <a:spcPct val="90000"/>
            </a:lnSpc>
            <a:spcBef>
              <a:spcPct val="0"/>
            </a:spcBef>
            <a:spcAft>
              <a:spcPct val="20000"/>
            </a:spcAft>
            <a:buChar char="••"/>
          </a:pPr>
          <a:r>
            <a:rPr lang="en-US" sz="2000" b="0" i="0" kern="1200" dirty="0">
              <a:latin typeface="+mn-lt"/>
            </a:rPr>
            <a:t>As the muscle is contracted more forcefully, more and more muscle fibers are activated, producing action potentials (</a:t>
          </a:r>
          <a:r>
            <a:rPr lang="en-US" sz="2000" b="1" i="0" kern="1200" dirty="0">
              <a:latin typeface="+mn-lt"/>
            </a:rPr>
            <a:t>50</a:t>
          </a:r>
          <a:r>
            <a:rPr lang="el-GR" sz="2000" b="1" i="0" kern="1200" dirty="0">
              <a:latin typeface="+mn-lt"/>
              <a:cs typeface="Calibri" panose="020F0502020204030204" pitchFamily="34" charset="0"/>
            </a:rPr>
            <a:t>μ</a:t>
          </a:r>
          <a:r>
            <a:rPr lang="en-US" sz="2000" b="1" i="0" kern="1200" dirty="0">
              <a:latin typeface="+mn-lt"/>
              <a:cs typeface="Calibri" panose="020F0502020204030204" pitchFamily="34" charset="0"/>
            </a:rPr>
            <a:t>V-5mV</a:t>
          </a:r>
          <a:r>
            <a:rPr lang="en-US" sz="2000" b="0" i="0" kern="1200" dirty="0">
              <a:latin typeface="+mn-lt"/>
            </a:rPr>
            <a:t>).</a:t>
          </a:r>
          <a:endParaRPr lang="en-US" sz="2000" kern="1200" dirty="0">
            <a:latin typeface="+mn-lt"/>
          </a:endParaRPr>
        </a:p>
      </dsp:txBody>
      <dsp:txXfrm>
        <a:off x="0" y="519438"/>
        <a:ext cx="8132725" cy="633856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0FCFD6-1568-40CA-99F9-E707F6FD36E7}">
      <dsp:nvSpPr>
        <dsp:cNvPr id="0" name=""/>
        <dsp:cNvSpPr/>
      </dsp:nvSpPr>
      <dsp:spPr>
        <a:xfrm>
          <a:off x="0" y="88771"/>
          <a:ext cx="10932041" cy="823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a:lnSpc>
              <a:spcPct val="90000"/>
            </a:lnSpc>
            <a:spcBef>
              <a:spcPct val="0"/>
            </a:spcBef>
            <a:spcAft>
              <a:spcPct val="35000"/>
            </a:spcAft>
          </a:pPr>
          <a:r>
            <a:rPr lang="en-US" altLang="en-US" sz="3600" b="1" kern="1200" dirty="0">
              <a:effectLst>
                <a:outerShdw blurRad="38100" dist="38100" dir="2700000" algn="tl">
                  <a:srgbClr val="000000">
                    <a:alpha val="43137"/>
                  </a:srgbClr>
                </a:outerShdw>
              </a:effectLst>
              <a:latin typeface="+mj-lt"/>
            </a:rPr>
            <a:t>What can be learned from an EMG</a:t>
          </a:r>
          <a:endParaRPr lang="en-IN" sz="3600" b="1" kern="1200" dirty="0">
            <a:effectLst>
              <a:outerShdw blurRad="38100" dist="38100" dir="2700000" algn="tl">
                <a:srgbClr val="000000">
                  <a:alpha val="43137"/>
                </a:srgbClr>
              </a:outerShdw>
            </a:effectLst>
            <a:latin typeface="+mj-lt"/>
          </a:endParaRPr>
        </a:p>
      </dsp:txBody>
      <dsp:txXfrm>
        <a:off x="40209" y="128980"/>
        <a:ext cx="10851623" cy="743262"/>
      </dsp:txXfrm>
    </dsp:sp>
    <dsp:sp modelId="{4E8542BA-E5C6-4AF1-AA06-B01FB0122DBB}">
      <dsp:nvSpPr>
        <dsp:cNvPr id="0" name=""/>
        <dsp:cNvSpPr/>
      </dsp:nvSpPr>
      <dsp:spPr>
        <a:xfrm>
          <a:off x="0" y="912451"/>
          <a:ext cx="10932041" cy="5564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092"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altLang="en-US" sz="2500" kern="1200" dirty="0"/>
            <a:t>Time course of muscle contraction</a:t>
          </a:r>
          <a:endParaRPr lang="en-IN" sz="2500" kern="1200" dirty="0"/>
        </a:p>
        <a:p>
          <a:pPr marL="228600" lvl="1" indent="-228600" algn="just" defTabSz="1111250">
            <a:lnSpc>
              <a:spcPct val="90000"/>
            </a:lnSpc>
            <a:spcBef>
              <a:spcPct val="0"/>
            </a:spcBef>
            <a:spcAft>
              <a:spcPct val="20000"/>
            </a:spcAft>
            <a:buChar char="••"/>
          </a:pPr>
          <a:r>
            <a:rPr lang="en-US" altLang="en-US" sz="2500" kern="1200" dirty="0"/>
            <a:t>Contraction force</a:t>
          </a:r>
        </a:p>
        <a:p>
          <a:pPr marL="228600" lvl="1" indent="-228600" algn="just" defTabSz="1111250">
            <a:lnSpc>
              <a:spcPct val="90000"/>
            </a:lnSpc>
            <a:spcBef>
              <a:spcPct val="0"/>
            </a:spcBef>
            <a:spcAft>
              <a:spcPct val="20000"/>
            </a:spcAft>
            <a:buChar char="••"/>
          </a:pPr>
          <a:r>
            <a:rPr lang="en-US" altLang="en-US" sz="2500" kern="1200" dirty="0"/>
            <a:t>Coordination of several muscles in a movement sequence</a:t>
          </a:r>
        </a:p>
        <a:p>
          <a:pPr marL="457200" lvl="2" indent="-228600" algn="just" defTabSz="1111250">
            <a:lnSpc>
              <a:spcPct val="90000"/>
            </a:lnSpc>
            <a:spcBef>
              <a:spcPct val="0"/>
            </a:spcBef>
            <a:spcAft>
              <a:spcPct val="20000"/>
            </a:spcAft>
            <a:buChar char="••"/>
          </a:pPr>
          <a:r>
            <a:rPr lang="en-US" altLang="en-US" sz="2500" kern="1200" dirty="0"/>
            <a:t>These parameters are DERIVED from the amplitude, frequency, and change of these over time of the EMG signal</a:t>
          </a:r>
        </a:p>
        <a:p>
          <a:pPr marL="228600" lvl="1" indent="-228600" algn="just" defTabSz="1111250">
            <a:lnSpc>
              <a:spcPct val="90000"/>
            </a:lnSpc>
            <a:spcBef>
              <a:spcPct val="0"/>
            </a:spcBef>
            <a:spcAft>
              <a:spcPct val="20000"/>
            </a:spcAft>
            <a:buChar char="••"/>
          </a:pPr>
          <a:r>
            <a:rPr lang="en-US" sz="2500" b="0" i="0" kern="1200" dirty="0"/>
            <a:t>The use of EMG during surgery is to monitor the neuromuscular function with the neuromuscular blocking drug during general anesthesia.</a:t>
          </a:r>
          <a:endParaRPr lang="en-US" altLang="en-US" sz="2500" kern="1200" dirty="0"/>
        </a:p>
        <a:p>
          <a:pPr marL="228600" lvl="1" indent="-228600" algn="just" defTabSz="1111250">
            <a:lnSpc>
              <a:spcPct val="90000"/>
            </a:lnSpc>
            <a:spcBef>
              <a:spcPct val="0"/>
            </a:spcBef>
            <a:spcAft>
              <a:spcPct val="20000"/>
            </a:spcAft>
            <a:buChar char="••"/>
          </a:pPr>
          <a:r>
            <a:rPr lang="en-US" altLang="en-US" sz="2500" u="sng" kern="1200" dirty="0"/>
            <a:t>Field of Ergonomics</a:t>
          </a:r>
          <a:r>
            <a:rPr lang="en-US" altLang="en-US" sz="2500" kern="1200" dirty="0"/>
            <a:t>: from the EMG conclusions about </a:t>
          </a:r>
          <a:r>
            <a:rPr lang="en-US" altLang="en-US" sz="2500" kern="1200" dirty="0">
              <a:solidFill>
                <a:schemeClr val="accent6">
                  <a:lumMod val="50000"/>
                </a:schemeClr>
              </a:solidFill>
            </a:rPr>
            <a:t>muscle strain </a:t>
          </a:r>
          <a:r>
            <a:rPr lang="en-US" altLang="en-US" sz="2500" kern="1200" dirty="0"/>
            <a:t>and the </a:t>
          </a:r>
          <a:r>
            <a:rPr lang="en-US" altLang="en-US" sz="2500" kern="1200" dirty="0">
              <a:solidFill>
                <a:schemeClr val="accent6">
                  <a:lumMod val="50000"/>
                </a:schemeClr>
              </a:solidFill>
            </a:rPr>
            <a:t>occurrence of muscular fatigue </a:t>
          </a:r>
          <a:r>
            <a:rPr lang="en-US" altLang="en-US" sz="2500" kern="1200" dirty="0"/>
            <a:t>can be derived as well </a:t>
          </a:r>
        </a:p>
        <a:p>
          <a:pPr marL="228600" lvl="1" indent="-228600" algn="just" defTabSz="1111250">
            <a:lnSpc>
              <a:spcPct val="90000"/>
            </a:lnSpc>
            <a:spcBef>
              <a:spcPct val="0"/>
            </a:spcBef>
            <a:spcAft>
              <a:spcPct val="20000"/>
            </a:spcAft>
            <a:buChar char="••"/>
          </a:pPr>
          <a:r>
            <a:rPr lang="en-US" sz="2500" b="0" i="0" u="sng" kern="1200" dirty="0"/>
            <a:t>Intraoperative electromyography </a:t>
          </a:r>
          <a:r>
            <a:rPr lang="en-US" sz="2500" b="0" i="0" kern="1200" dirty="0"/>
            <a:t>(EMG) provides useful diagnostic and prognostic information during spine and peripheral nerve surgeries.</a:t>
          </a:r>
          <a:endParaRPr lang="en-US" altLang="en-US" sz="2500" kern="1200" dirty="0"/>
        </a:p>
        <a:p>
          <a:pPr marL="457200" lvl="2" indent="-228600" algn="just" defTabSz="1111250">
            <a:lnSpc>
              <a:spcPct val="90000"/>
            </a:lnSpc>
            <a:spcBef>
              <a:spcPct val="0"/>
            </a:spcBef>
            <a:spcAft>
              <a:spcPct val="20000"/>
            </a:spcAft>
            <a:buChar char="••"/>
          </a:pPr>
          <a:r>
            <a:rPr lang="en-US" sz="2500" b="0" i="0" kern="1200" dirty="0"/>
            <a:t>It can be used to monitor nerve roots during spine surgeries, the facial nerve during cerebellopontine angle surgeries, and peripheral nerves during brachial plexus exploration and repair.</a:t>
          </a:r>
          <a:endParaRPr lang="en-US" altLang="en-US" sz="2500" kern="1200" dirty="0"/>
        </a:p>
      </dsp:txBody>
      <dsp:txXfrm>
        <a:off x="0" y="912451"/>
        <a:ext cx="10932041" cy="556416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B47C5-475F-4ACC-8831-AE1FEB2AC892}">
      <dsp:nvSpPr>
        <dsp:cNvPr id="0" name=""/>
        <dsp:cNvSpPr/>
      </dsp:nvSpPr>
      <dsp:spPr>
        <a:xfrm>
          <a:off x="0" y="247724"/>
          <a:ext cx="11024781" cy="6493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b="1" kern="1200" dirty="0">
              <a:latin typeface="Times New Roman" panose="02020603050405020304" pitchFamily="18" charset="0"/>
              <a:cs typeface="Times New Roman" panose="02020603050405020304" pitchFamily="18" charset="0"/>
            </a:rPr>
            <a:t>WHY EMG DONE</a:t>
          </a:r>
          <a:endParaRPr lang="en-IN" sz="2800" kern="1200" dirty="0"/>
        </a:p>
      </dsp:txBody>
      <dsp:txXfrm>
        <a:off x="31699" y="279423"/>
        <a:ext cx="10961383" cy="585952"/>
      </dsp:txXfrm>
    </dsp:sp>
    <dsp:sp modelId="{71E2335B-4A8C-44C0-B88A-19608F0FFDCF}">
      <dsp:nvSpPr>
        <dsp:cNvPr id="0" name=""/>
        <dsp:cNvSpPr/>
      </dsp:nvSpPr>
      <dsp:spPr>
        <a:xfrm>
          <a:off x="0" y="897074"/>
          <a:ext cx="11024781" cy="5713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037" tIns="38100" rIns="213360" bIns="38100" numCol="1" spcCol="1270" anchor="t" anchorCtr="0">
          <a:noAutofit/>
        </a:bodyPr>
        <a:lstStyle/>
        <a:p>
          <a:pPr marL="228600" lvl="1" indent="-228600" algn="just" defTabSz="1022350">
            <a:lnSpc>
              <a:spcPct val="90000"/>
            </a:lnSpc>
            <a:spcBef>
              <a:spcPct val="0"/>
            </a:spcBef>
            <a:spcAft>
              <a:spcPct val="20000"/>
            </a:spcAft>
            <a:buFont typeface="Arial" panose="020B0604020202020204" pitchFamily="34" charset="0"/>
            <a:buChar char="••"/>
          </a:pPr>
          <a:r>
            <a:rPr lang="en-US" sz="2300" kern="1200" dirty="0"/>
            <a:t>Your doctor may perform an EMG if you’re experiencing symptoms that may indicate a muscle or nerve disorder. Some symptoms  include:</a:t>
          </a:r>
          <a:endParaRPr lang="en-IN" sz="2300" kern="1200" dirty="0"/>
        </a:p>
        <a:p>
          <a:pPr marL="457200" lvl="2" indent="-228600" algn="l" defTabSz="1022350">
            <a:lnSpc>
              <a:spcPct val="90000"/>
            </a:lnSpc>
            <a:spcBef>
              <a:spcPct val="0"/>
            </a:spcBef>
            <a:spcAft>
              <a:spcPct val="20000"/>
            </a:spcAft>
            <a:buChar char="••"/>
          </a:pPr>
          <a:r>
            <a:rPr lang="en-US" sz="2300" kern="1200" dirty="0"/>
            <a:t>Tingling</a:t>
          </a:r>
          <a:endParaRPr lang="en-IN" sz="2300" kern="1200" dirty="0"/>
        </a:p>
        <a:p>
          <a:pPr marL="457200" lvl="2" indent="-228600" algn="l" defTabSz="1022350">
            <a:lnSpc>
              <a:spcPct val="90000"/>
            </a:lnSpc>
            <a:spcBef>
              <a:spcPct val="0"/>
            </a:spcBef>
            <a:spcAft>
              <a:spcPct val="20000"/>
            </a:spcAft>
            <a:buChar char="••"/>
          </a:pPr>
          <a:r>
            <a:rPr lang="en-US" sz="2300" kern="1200" dirty="0"/>
            <a:t>Numbness</a:t>
          </a:r>
        </a:p>
        <a:p>
          <a:pPr marL="457200" lvl="2" indent="-228600" algn="l" defTabSz="1022350">
            <a:lnSpc>
              <a:spcPct val="90000"/>
            </a:lnSpc>
            <a:spcBef>
              <a:spcPct val="0"/>
            </a:spcBef>
            <a:spcAft>
              <a:spcPct val="20000"/>
            </a:spcAft>
            <a:buChar char="••"/>
          </a:pPr>
          <a:r>
            <a:rPr lang="en-US" sz="2300" kern="1200" dirty="0"/>
            <a:t>Muscle weakness</a:t>
          </a:r>
        </a:p>
        <a:p>
          <a:pPr marL="457200" lvl="2" indent="-228600" algn="l" defTabSz="1022350">
            <a:lnSpc>
              <a:spcPct val="90000"/>
            </a:lnSpc>
            <a:spcBef>
              <a:spcPct val="0"/>
            </a:spcBef>
            <a:spcAft>
              <a:spcPct val="20000"/>
            </a:spcAft>
            <a:buChar char="••"/>
          </a:pPr>
          <a:r>
            <a:rPr lang="en-US" sz="2300" kern="1200" dirty="0"/>
            <a:t>Muscle pain or cramping</a:t>
          </a:r>
        </a:p>
        <a:p>
          <a:pPr marL="457200" lvl="2" indent="-228600" algn="l" defTabSz="1022350">
            <a:lnSpc>
              <a:spcPct val="90000"/>
            </a:lnSpc>
            <a:spcBef>
              <a:spcPct val="0"/>
            </a:spcBef>
            <a:spcAft>
              <a:spcPct val="20000"/>
            </a:spcAft>
            <a:buChar char="••"/>
          </a:pPr>
          <a:r>
            <a:rPr lang="en-US" sz="2300" kern="1200" dirty="0"/>
            <a:t>Paralysis</a:t>
          </a:r>
        </a:p>
        <a:p>
          <a:pPr marL="457200" lvl="2" indent="-228600" algn="l" defTabSz="1022350">
            <a:lnSpc>
              <a:spcPct val="90000"/>
            </a:lnSpc>
            <a:spcBef>
              <a:spcPct val="0"/>
            </a:spcBef>
            <a:spcAft>
              <a:spcPct val="20000"/>
            </a:spcAft>
            <a:buChar char="••"/>
          </a:pPr>
          <a:r>
            <a:rPr lang="en-US" sz="2300" kern="1200" dirty="0"/>
            <a:t>Involuntary muscle twitching (or tics)</a:t>
          </a:r>
        </a:p>
        <a:p>
          <a:pPr marL="228600" lvl="1" indent="-228600" algn="just" defTabSz="1022350">
            <a:lnSpc>
              <a:spcPct val="90000"/>
            </a:lnSpc>
            <a:spcBef>
              <a:spcPct val="0"/>
            </a:spcBef>
            <a:spcAft>
              <a:spcPct val="20000"/>
            </a:spcAft>
            <a:buChar char="••"/>
          </a:pPr>
          <a:r>
            <a:rPr lang="en-US" sz="2300" kern="1200" dirty="0"/>
            <a:t>EMG results can help the doctor diagnose muscle disorders, nerve disorders, and disorders affecting the connection between nerves and muscles.</a:t>
          </a:r>
        </a:p>
        <a:p>
          <a:pPr marL="228600" lvl="1" indent="-228600" algn="just" defTabSz="1022350">
            <a:lnSpc>
              <a:spcPct val="90000"/>
            </a:lnSpc>
            <a:spcBef>
              <a:spcPct val="0"/>
            </a:spcBef>
            <a:spcAft>
              <a:spcPct val="20000"/>
            </a:spcAft>
            <a:buChar char="••"/>
          </a:pPr>
          <a:r>
            <a:rPr lang="en-US" sz="2300" kern="1200" dirty="0"/>
            <a:t>Possible causes could include:</a:t>
          </a:r>
        </a:p>
        <a:p>
          <a:pPr marL="457200" lvl="2" indent="-228600" algn="just" defTabSz="1022350">
            <a:lnSpc>
              <a:spcPct val="90000"/>
            </a:lnSpc>
            <a:spcBef>
              <a:spcPct val="0"/>
            </a:spcBef>
            <a:spcAft>
              <a:spcPct val="20000"/>
            </a:spcAft>
            <a:buChar char="••"/>
          </a:pPr>
          <a:r>
            <a:rPr lang="en-US" sz="2300" kern="1200" dirty="0"/>
            <a:t>Muscle disorders, such as muscular dystrophy</a:t>
          </a:r>
        </a:p>
        <a:p>
          <a:pPr marL="457200" lvl="2" indent="-228600" algn="just" defTabSz="1022350">
            <a:lnSpc>
              <a:spcPct val="90000"/>
            </a:lnSpc>
            <a:spcBef>
              <a:spcPct val="0"/>
            </a:spcBef>
            <a:spcAft>
              <a:spcPct val="20000"/>
            </a:spcAft>
            <a:buChar char="••"/>
          </a:pPr>
          <a:r>
            <a:rPr lang="en-US" sz="2300" kern="1200" dirty="0"/>
            <a:t>Disorders that affect the ability of the motor neuron to send electrical signals to the muscle, such as myasthenia gravis</a:t>
          </a:r>
        </a:p>
        <a:p>
          <a:pPr marL="457200" lvl="2" indent="-228600" algn="just" defTabSz="1022350">
            <a:lnSpc>
              <a:spcPct val="90000"/>
            </a:lnSpc>
            <a:spcBef>
              <a:spcPct val="0"/>
            </a:spcBef>
            <a:spcAft>
              <a:spcPct val="20000"/>
            </a:spcAft>
            <a:buChar char="••"/>
          </a:pPr>
          <a:r>
            <a:rPr lang="en-US" sz="2300" kern="1200" dirty="0"/>
            <a:t>Radiculopathies</a:t>
          </a:r>
        </a:p>
        <a:p>
          <a:pPr marL="457200" lvl="2" indent="-228600" algn="just" defTabSz="1022350">
            <a:lnSpc>
              <a:spcPct val="90000"/>
            </a:lnSpc>
            <a:spcBef>
              <a:spcPct val="0"/>
            </a:spcBef>
            <a:spcAft>
              <a:spcPct val="20000"/>
            </a:spcAft>
            <a:buChar char="••"/>
          </a:pPr>
          <a:r>
            <a:rPr lang="en-US" sz="2300" kern="1200" dirty="0"/>
            <a:t>Peripheral nerve disorders that affect the nerves outside the spinal cord</a:t>
          </a:r>
        </a:p>
      </dsp:txBody>
      <dsp:txXfrm>
        <a:off x="0" y="897074"/>
        <a:ext cx="11024781" cy="57132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2529"/>
                </a:solidFill>
                <a:effectLst/>
                <a:latin typeface="Lato" panose="020F0502020204030203" pitchFamily="34" charset="0"/>
              </a:rPr>
              <a:t>The EOG was described and named by Elwin Marg in 1951.</a:t>
            </a:r>
          </a:p>
          <a:p>
            <a:r>
              <a:rPr lang="en-US" b="0" i="0" dirty="0">
                <a:solidFill>
                  <a:srgbClr val="212529"/>
                </a:solidFill>
                <a:effectLst/>
                <a:latin typeface="Lato" panose="020F0502020204030203" pitchFamily="34" charset="0"/>
              </a:rPr>
              <a:t> Clinical applications were described first by Geoffrey Arden in 1962, who realized that the most valuable information was the comparison of the amplitudes under light and dark-adapted states (the </a:t>
            </a:r>
            <a:r>
              <a:rPr lang="en-US" b="1" i="0" dirty="0">
                <a:solidFill>
                  <a:srgbClr val="212529"/>
                </a:solidFill>
                <a:effectLst/>
                <a:latin typeface="Lato" panose="020F0502020204030203" pitchFamily="34" charset="0"/>
              </a:rPr>
              <a:t>Arden ratio</a:t>
            </a:r>
            <a:r>
              <a:rPr lang="en-US" b="0" i="0" dirty="0">
                <a:solidFill>
                  <a:srgbClr val="212529"/>
                </a:solidFill>
                <a:effectLst/>
                <a:latin typeface="Lato" panose="020F0502020204030203" pitchFamily="34" charset="0"/>
              </a:rPr>
              <a:t>).</a:t>
            </a:r>
            <a:endParaRPr lang="en-IN"/>
          </a:p>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2792465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Dilated</a:t>
            </a:r>
            <a:r>
              <a:rPr lang="en-IN" b="0" i="0" dirty="0">
                <a:solidFill>
                  <a:schemeClr val="tx1"/>
                </a:solidFill>
                <a:effectLst/>
                <a:latin typeface="+mn-lt"/>
              </a:rPr>
              <a:t>: </a:t>
            </a:r>
            <a:r>
              <a:rPr lang="en-US" b="0" i="0" dirty="0">
                <a:solidFill>
                  <a:srgbClr val="202124"/>
                </a:solidFill>
                <a:effectLst/>
                <a:latin typeface="arial" panose="020B0604020202020204" pitchFamily="34" charset="0"/>
              </a:rPr>
              <a:t>to enlarge, widen, or cause to expand dilate his pupils with atropine the drug dilates peripheral arteries.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ground electrode is usually positioned over bony body structures</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2531693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1.png"/><Relationship Id="rId7" Type="http://schemas.openxmlformats.org/officeDocument/2006/relationships/diagramColors" Target="../diagrams/colors4.xm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2.gif"/><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13.png"/><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4.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7.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diagramLayout" Target="../diagrams/layout13.xml"/><Relationship Id="rId7" Type="http://schemas.openxmlformats.org/officeDocument/2006/relationships/image" Target="../media/image15.jpeg"/><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7.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0.xml.rels><?xml version="1.0" encoding="UTF-8" standalone="yes"?>
<Relationships xmlns="http://schemas.openxmlformats.org/package/2006/relationships"><Relationship Id="rId2" Type="http://schemas.openxmlformats.org/officeDocument/2006/relationships/hyperlink" Target="https://doi.org/10.1385/1-59259-863-3:291"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3" imgW="2169000" imgH="2169360" progId="">
                  <p:embed/>
                </p:oleObj>
              </mc:Choice>
              <mc:Fallback>
                <p:oleObj name="CorelDRAW" r:id="rId3" imgW="2169000" imgH="2169360" progId="">
                  <p:embed/>
                  <p:pic>
                    <p:nvPicPr>
                      <p:cNvPr id="48" name="Object 47">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a:t>
            </a:r>
            <a:r>
              <a:rPr lang="en-US" sz="2800" b="1" dirty="0" smtClean="0">
                <a:latin typeface="Times New Roman" pitchFamily="18" charset="0"/>
                <a:ea typeface="Karla" pitchFamily="2" charset="0"/>
                <a:cs typeface="Times New Roman" pitchFamily="18" charset="0"/>
              </a:rPr>
              <a:t>V</a:t>
            </a:r>
            <a:endParaRPr lang="en-US" sz="2800" b="1" dirty="0">
              <a:latin typeface="Times New Roman" pitchFamily="18" charset="0"/>
              <a:ea typeface="Karla" pitchFamily="2" charset="0"/>
              <a:cs typeface="Times New Roman" pitchFamily="18"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23SZT148</a:t>
            </a: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 name="Rectangle 1"/>
          <p:cNvSpPr/>
          <p:nvPr/>
        </p:nvSpPr>
        <p:spPr>
          <a:xfrm>
            <a:off x="2345483" y="4783894"/>
            <a:ext cx="4322017" cy="1938992"/>
          </a:xfrm>
          <a:prstGeom prst="rect">
            <a:avLst/>
          </a:prstGeom>
        </p:spPr>
        <p:txBody>
          <a:bodyPr wrap="none">
            <a:spAutoFit/>
          </a:bodyPr>
          <a:lstStyle/>
          <a:p>
            <a:r>
              <a:rPr lang="en-IN" sz="2400" b="1" dirty="0">
                <a:solidFill>
                  <a:schemeClr val="accent1"/>
                </a:solidFill>
              </a:rPr>
              <a:t>Electrical Medical </a:t>
            </a:r>
            <a:r>
              <a:rPr lang="en-IN" sz="2400" b="1" dirty="0" smtClean="0">
                <a:solidFill>
                  <a:schemeClr val="accent1"/>
                </a:solidFill>
              </a:rPr>
              <a:t>Devices</a:t>
            </a:r>
          </a:p>
          <a:p>
            <a:pPr marL="342900" indent="-342900">
              <a:buFont typeface="Wingdings" panose="05000000000000000000" pitchFamily="2" charset="2"/>
              <a:buChar char="Ø"/>
            </a:pPr>
            <a:r>
              <a:rPr lang="en-US" sz="2400" dirty="0" err="1">
                <a:solidFill>
                  <a:schemeClr val="accent1"/>
                </a:solidFill>
              </a:rPr>
              <a:t>Electroretinogram</a:t>
            </a:r>
            <a:r>
              <a:rPr lang="en-US" sz="2400" dirty="0">
                <a:solidFill>
                  <a:schemeClr val="accent1"/>
                </a:solidFill>
              </a:rPr>
              <a:t> (ERG)</a:t>
            </a:r>
          </a:p>
          <a:p>
            <a:pPr marL="342900" indent="-342900">
              <a:buFont typeface="Wingdings" panose="05000000000000000000" pitchFamily="2" charset="2"/>
              <a:buChar char="Ø"/>
            </a:pPr>
            <a:r>
              <a:rPr lang="en-US" sz="2400" dirty="0">
                <a:solidFill>
                  <a:schemeClr val="accent1"/>
                </a:solidFill>
              </a:rPr>
              <a:t>Electro-</a:t>
            </a:r>
            <a:r>
              <a:rPr lang="en-US" sz="2400" dirty="0" err="1">
                <a:solidFill>
                  <a:schemeClr val="accent1"/>
                </a:solidFill>
              </a:rPr>
              <a:t>occologram</a:t>
            </a:r>
            <a:r>
              <a:rPr lang="en-US" sz="2400" dirty="0">
                <a:solidFill>
                  <a:schemeClr val="accent1"/>
                </a:solidFill>
              </a:rPr>
              <a:t> (EOG)</a:t>
            </a:r>
          </a:p>
          <a:p>
            <a:pPr marL="342900" indent="-342900">
              <a:buFont typeface="Wingdings" panose="05000000000000000000" pitchFamily="2" charset="2"/>
              <a:buChar char="Ø"/>
            </a:pPr>
            <a:r>
              <a:rPr lang="en-US" sz="2400" dirty="0">
                <a:solidFill>
                  <a:schemeClr val="accent1"/>
                </a:solidFill>
              </a:rPr>
              <a:t>Electromyogram (EMG)</a:t>
            </a:r>
            <a:endParaRPr lang="en-IN" sz="2400" dirty="0">
              <a:solidFill>
                <a:schemeClr val="accent1"/>
              </a:solidFill>
            </a:endParaRPr>
          </a:p>
          <a:p>
            <a:endParaRPr lang="en-IN" sz="2400" b="1" dirty="0"/>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 xmlns:a16="http://schemas.microsoft.com/office/drawing/2014/main"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 xmlns:a16="http://schemas.microsoft.com/office/drawing/2014/main" val="20000"/>
                    </a:ext>
                  </a:extLst>
                </a:gridCol>
                <a:gridCol w="4281977">
                  <a:extLst>
                    <a:ext uri="{9D8B030D-6E8A-4147-A177-3AD203B41FA5}">
                      <a16:colId xmlns="" xmlns:a16="http://schemas.microsoft.com/office/drawing/2014/main" val="20001"/>
                    </a:ext>
                  </a:extLst>
                </a:gridCol>
                <a:gridCol w="1466223">
                  <a:extLst>
                    <a:ext uri="{9D8B030D-6E8A-4147-A177-3AD203B41FA5}">
                      <a16:colId xmlns=""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3071748465"/>
                  </a:ext>
                </a:extLst>
              </a:tr>
            </a:tbl>
          </a:graphicData>
        </a:graphic>
      </p:graphicFrame>
      <p:sp>
        <p:nvSpPr>
          <p:cNvPr id="7" name="Rectangle 6">
            <a:extLst>
              <a:ext uri="{FF2B5EF4-FFF2-40B4-BE49-F238E27FC236}">
                <a16:creationId xmlns=""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 xmlns:a16="http://schemas.microsoft.com/office/drawing/2014/main"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6CAAAA-1DAB-4779-A8F8-3B8B853C067E}"/>
              </a:ext>
            </a:extLst>
          </p:cNvPr>
          <p:cNvSpPr>
            <a:spLocks noGrp="1"/>
          </p:cNvSpPr>
          <p:nvPr>
            <p:ph type="title"/>
          </p:nvPr>
        </p:nvSpPr>
        <p:spPr>
          <a:xfrm>
            <a:off x="1134649" y="187577"/>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 xmlns:a16="http://schemas.microsoft.com/office/drawing/2014/main" id="{133B9873-0D72-4F00-B232-68A50C2F664D}"/>
              </a:ext>
            </a:extLst>
          </p:cNvPr>
          <p:cNvGraphicFramePr>
            <a:graphicFrameLocks noGrp="1"/>
          </p:cNvGraphicFramePr>
          <p:nvPr>
            <p:extLst>
              <p:ext uri="{D42A27DB-BD31-4B8C-83A1-F6EECF244321}">
                <p14:modId xmlns:p14="http://schemas.microsoft.com/office/powerpoint/2010/main" val="257628615"/>
              </p:ext>
            </p:extLst>
          </p:nvPr>
        </p:nvGraphicFramePr>
        <p:xfrm>
          <a:off x="901382" y="1109245"/>
          <a:ext cx="10485247" cy="5033736"/>
        </p:xfrm>
        <a:graphic>
          <a:graphicData uri="http://schemas.openxmlformats.org/drawingml/2006/table">
            <a:tbl>
              <a:tblPr/>
              <a:tblGrid>
                <a:gridCol w="2375218">
                  <a:extLst>
                    <a:ext uri="{9D8B030D-6E8A-4147-A177-3AD203B41FA5}">
                      <a16:colId xmlns="" xmlns:a16="http://schemas.microsoft.com/office/drawing/2014/main" val="20000"/>
                    </a:ext>
                  </a:extLst>
                </a:gridCol>
                <a:gridCol w="5772406">
                  <a:extLst>
                    <a:ext uri="{9D8B030D-6E8A-4147-A177-3AD203B41FA5}">
                      <a16:colId xmlns="" xmlns:a16="http://schemas.microsoft.com/office/drawing/2014/main" val="20001"/>
                    </a:ext>
                  </a:extLst>
                </a:gridCol>
                <a:gridCol w="2337623">
                  <a:extLst>
                    <a:ext uri="{9D8B030D-6E8A-4147-A177-3AD203B41FA5}">
                      <a16:colId xmlns=""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Unit-3</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Bio Medical Instrumentation</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Electrical stimulus and biophysical activity</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Biomedical recording system</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05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Tissue Engineering</a:t>
                      </a: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algn="just"/>
                      <a:r>
                        <a:rPr lang="en-US" sz="2000" b="1" kern="1200" dirty="0">
                          <a:solidFill>
                            <a:schemeClr val="tx1"/>
                          </a:solidFill>
                          <a:effectLst/>
                          <a:latin typeface="Arial" panose="020B0604020202020204" pitchFamily="34" charset="0"/>
                          <a:ea typeface="+mn-ea"/>
                          <a:cs typeface="+mn-cs"/>
                        </a:rPr>
                        <a:t>Electrical stimulus and biophysical activity: </a:t>
                      </a:r>
                      <a:r>
                        <a:rPr lang="en-US" sz="2000" kern="1200" dirty="0">
                          <a:solidFill>
                            <a:schemeClr val="tx1"/>
                          </a:solidFill>
                          <a:effectLst/>
                          <a:latin typeface="Arial" panose="020B0604020202020204" pitchFamily="34" charset="0"/>
                          <a:ea typeface="+mn-ea"/>
                          <a:cs typeface="+mn-cs"/>
                        </a:rPr>
                        <a:t>Patient, electrical shock and hazards, leakage current, Electrical activity of heart (ECG), Electrical activity of brain (EEG), </a:t>
                      </a:r>
                      <a:r>
                        <a:rPr lang="en-US" sz="2000" kern="1200" dirty="0" err="1">
                          <a:solidFill>
                            <a:schemeClr val="tx1"/>
                          </a:solidFill>
                          <a:effectLst/>
                          <a:latin typeface="Arial" panose="020B0604020202020204" pitchFamily="34" charset="0"/>
                          <a:ea typeface="+mn-ea"/>
                          <a:cs typeface="+mn-cs"/>
                        </a:rPr>
                        <a:t>Electrorentinogram</a:t>
                      </a:r>
                      <a:r>
                        <a:rPr lang="en-US" sz="2000" kern="1200" dirty="0">
                          <a:solidFill>
                            <a:schemeClr val="tx1"/>
                          </a:solidFill>
                          <a:effectLst/>
                          <a:latin typeface="Arial" panose="020B0604020202020204" pitchFamily="34" charset="0"/>
                          <a:ea typeface="+mn-ea"/>
                          <a:cs typeface="+mn-cs"/>
                        </a:rPr>
                        <a:t> (ERG), Electro-</a:t>
                      </a:r>
                      <a:r>
                        <a:rPr lang="en-US" sz="2000" kern="1200" dirty="0" err="1">
                          <a:solidFill>
                            <a:schemeClr val="tx1"/>
                          </a:solidFill>
                          <a:effectLst/>
                          <a:latin typeface="Arial" panose="020B0604020202020204" pitchFamily="34" charset="0"/>
                          <a:ea typeface="+mn-ea"/>
                          <a:cs typeface="+mn-cs"/>
                        </a:rPr>
                        <a:t>occologram</a:t>
                      </a:r>
                      <a:r>
                        <a:rPr lang="en-US" sz="2000" kern="1200" dirty="0">
                          <a:solidFill>
                            <a:schemeClr val="tx1"/>
                          </a:solidFill>
                          <a:effectLst/>
                          <a:latin typeface="Arial" panose="020B0604020202020204" pitchFamily="34" charset="0"/>
                          <a:ea typeface="+mn-ea"/>
                          <a:cs typeface="+mn-cs"/>
                        </a:rPr>
                        <a:t> (EOG), Electromyogram (EMG).</a:t>
                      </a:r>
                      <a:endParaRPr lang="en-IN" sz="2000" kern="1200" dirty="0">
                        <a:solidFill>
                          <a:schemeClr val="tx1"/>
                        </a:solidFill>
                        <a:effectLst/>
                        <a:latin typeface="Arial" panose="020B0604020202020204" pitchFamily="34" charset="0"/>
                        <a:ea typeface="+mn-ea"/>
                        <a:cs typeface="+mn-cs"/>
                      </a:endParaRPr>
                    </a:p>
                    <a:p>
                      <a:pPr algn="just"/>
                      <a:endParaRPr lang="en-US" sz="2000" b="1" kern="1200" dirty="0">
                        <a:solidFill>
                          <a:schemeClr val="tx1"/>
                        </a:solidFill>
                        <a:effectLst/>
                        <a:latin typeface="Arial" panose="020B0604020202020204" pitchFamily="34" charset="0"/>
                        <a:ea typeface="+mn-ea"/>
                        <a:cs typeface="+mn-cs"/>
                      </a:endParaRPr>
                    </a:p>
                    <a:p>
                      <a:pPr algn="just"/>
                      <a:r>
                        <a:rPr lang="en-US" sz="2000" b="1" kern="1200" dirty="0">
                          <a:solidFill>
                            <a:schemeClr val="tx1"/>
                          </a:solidFill>
                          <a:effectLst/>
                          <a:latin typeface="Arial" panose="020B0604020202020204" pitchFamily="34" charset="0"/>
                          <a:ea typeface="+mn-ea"/>
                          <a:cs typeface="+mn-cs"/>
                        </a:rPr>
                        <a:t>Biomedical recording systems</a:t>
                      </a:r>
                      <a:r>
                        <a:rPr lang="en-US" sz="2000" kern="1200" dirty="0">
                          <a:solidFill>
                            <a:schemeClr val="tx1"/>
                          </a:solidFill>
                          <a:effectLst/>
                          <a:latin typeface="Arial" panose="020B0604020202020204" pitchFamily="34" charset="0"/>
                          <a:ea typeface="+mn-ea"/>
                          <a:cs typeface="+mn-cs"/>
                        </a:rPr>
                        <a:t>:  Basic Recording system, General consideration for signal conditioners Preamplifiers, Differential Amplifier, Isolation Amplifier, </a:t>
                      </a:r>
                      <a:r>
                        <a:rPr lang="en-US" sz="2000" kern="1200" dirty="0" err="1">
                          <a:solidFill>
                            <a:schemeClr val="tx1"/>
                          </a:solidFill>
                          <a:effectLst/>
                          <a:latin typeface="Arial" panose="020B0604020202020204" pitchFamily="34" charset="0"/>
                          <a:ea typeface="+mn-ea"/>
                          <a:cs typeface="+mn-cs"/>
                        </a:rPr>
                        <a:t>Vectorcardiograph</a:t>
                      </a:r>
                      <a:r>
                        <a:rPr lang="en-US" sz="2000" kern="1200" dirty="0">
                          <a:solidFill>
                            <a:schemeClr val="tx1"/>
                          </a:solidFill>
                          <a:effectLst/>
                          <a:latin typeface="Arial" panose="020B0604020202020204" pitchFamily="34" charset="0"/>
                          <a:ea typeface="+mn-ea"/>
                          <a:cs typeface="+mn-cs"/>
                        </a:rPr>
                        <a:t>, Phonocardiograph,  Other biomedical records, Patient isolation, and accident prevention.</a:t>
                      </a:r>
                    </a:p>
                    <a:p>
                      <a:pPr algn="just"/>
                      <a:endParaRPr kumimoji="0" lang="en-US" altLang="en-US" sz="2000" b="1" i="0" u="none" strike="noStrike" cap="none" normalizeH="0" baseline="0" dirty="0">
                        <a:ln>
                          <a:noFill/>
                        </a:ln>
                        <a:solidFill>
                          <a:srgbClr val="000000"/>
                        </a:solidFill>
                        <a:effectLst/>
                        <a:latin typeface="Arial" panose="020B0604020202020204" pitchFamily="34" charset="0"/>
                      </a:endParaRPr>
                    </a:p>
                    <a:p>
                      <a:pPr algn="just"/>
                      <a:r>
                        <a:rPr kumimoji="0" lang="en-US" altLang="en-US" sz="2000" b="1" i="0" u="none" strike="noStrike" cap="none" normalizeH="0" baseline="0" dirty="0">
                          <a:ln>
                            <a:noFill/>
                          </a:ln>
                          <a:solidFill>
                            <a:srgbClr val="000000"/>
                          </a:solidFill>
                          <a:effectLst/>
                          <a:latin typeface="Arial" panose="020B0604020202020204" pitchFamily="34" charset="0"/>
                        </a:rPr>
                        <a:t>Tissue Engineering: </a:t>
                      </a:r>
                      <a:r>
                        <a:rPr kumimoji="0" lang="en-US" altLang="en-US" sz="2000" b="0" i="0" u="none" strike="noStrike" cap="none" normalizeH="0" baseline="0" dirty="0">
                          <a:ln>
                            <a:noFill/>
                          </a:ln>
                          <a:solidFill>
                            <a:srgbClr val="000000"/>
                          </a:solidFill>
                          <a:effectLst/>
                          <a:latin typeface="Arial" panose="020B0604020202020204" pitchFamily="34" charset="0"/>
                        </a:rPr>
                        <a:t>Recombinant DNA technology, Stem cell biology &amp; Tissue Engineering.</a:t>
                      </a:r>
                      <a:endParaRPr kumimoji="0" lang="en-IN" altLang="en-US" sz="20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 xmlns:a16="http://schemas.microsoft.com/office/drawing/2014/main" val="10001"/>
                  </a:ext>
                </a:extLst>
              </a:tr>
            </a:tbl>
          </a:graphicData>
        </a:graphic>
      </p:graphicFrame>
      <p:pic>
        <p:nvPicPr>
          <p:cNvPr id="6" name="Picture 5">
            <a:extLst>
              <a:ext uri="{FF2B5EF4-FFF2-40B4-BE49-F238E27FC236}">
                <a16:creationId xmlns=""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3D3A5C8-EF25-4F3F-A682-4C253305791D}"/>
              </a:ext>
            </a:extLst>
          </p:cNvPr>
          <p:cNvSpPr>
            <a:spLocks noGrp="1"/>
          </p:cNvSpPr>
          <p:nvPr>
            <p:ph type="sldNum" sz="quarter" idx="12"/>
          </p:nvPr>
        </p:nvSpPr>
        <p:spPr/>
        <p:txBody>
          <a:bodyPr/>
          <a:lstStyle/>
          <a:p>
            <a:fld id="{BDCDBBEF-AA6C-4BA6-85B2-A17D7F280E38}" type="slidenum">
              <a:rPr lang="en-US" smtClean="0"/>
              <a:pPr/>
              <a:t>4</a:t>
            </a:fld>
            <a:endParaRPr lang="en-US"/>
          </a:p>
        </p:txBody>
      </p:sp>
      <p:graphicFrame>
        <p:nvGraphicFramePr>
          <p:cNvPr id="3" name="Diagram 2">
            <a:extLst>
              <a:ext uri="{FF2B5EF4-FFF2-40B4-BE49-F238E27FC236}">
                <a16:creationId xmlns="" xmlns:a16="http://schemas.microsoft.com/office/drawing/2014/main" id="{CE635354-92B8-40FB-9082-DFBE17FB3A3F}"/>
              </a:ext>
            </a:extLst>
          </p:cNvPr>
          <p:cNvGraphicFramePr/>
          <p:nvPr>
            <p:extLst>
              <p:ext uri="{D42A27DB-BD31-4B8C-83A1-F6EECF244321}">
                <p14:modId xmlns:p14="http://schemas.microsoft.com/office/powerpoint/2010/main" val="1127991368"/>
              </p:ext>
            </p:extLst>
          </p:nvPr>
        </p:nvGraphicFramePr>
        <p:xfrm>
          <a:off x="873050" y="136526"/>
          <a:ext cx="10822763"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332168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3D3A5C8-EF25-4F3F-A682-4C253305791D}"/>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 xmlns:a16="http://schemas.microsoft.com/office/drawing/2014/main" id="{CE635354-92B8-40FB-9082-DFBE17FB3A3F}"/>
              </a:ext>
            </a:extLst>
          </p:cNvPr>
          <p:cNvGraphicFramePr/>
          <p:nvPr>
            <p:extLst>
              <p:ext uri="{D42A27DB-BD31-4B8C-83A1-F6EECF244321}">
                <p14:modId xmlns:p14="http://schemas.microsoft.com/office/powerpoint/2010/main" val="2563718261"/>
              </p:ext>
            </p:extLst>
          </p:nvPr>
        </p:nvGraphicFramePr>
        <p:xfrm>
          <a:off x="873050" y="136526"/>
          <a:ext cx="10822763"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028632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ED7B26-F76A-4307-B79C-40D2FC6CDE30}"/>
              </a:ext>
            </a:extLst>
          </p:cNvPr>
          <p:cNvSpPr>
            <a:spLocks noGrp="1"/>
          </p:cNvSpPr>
          <p:nvPr>
            <p:ph type="title"/>
          </p:nvPr>
        </p:nvSpPr>
        <p:spPr>
          <a:xfrm>
            <a:off x="831850" y="1709739"/>
            <a:ext cx="10515600" cy="1174975"/>
          </a:xfrm>
        </p:spPr>
        <p:txBody>
          <a:bodyPr>
            <a:normAutofit/>
          </a:bodyPr>
          <a:lstStyle/>
          <a:p>
            <a:pPr algn="ctr"/>
            <a:r>
              <a:rPr lang="en-IN" b="0" i="0" dirty="0">
                <a:solidFill>
                  <a:schemeClr val="accent1"/>
                </a:solidFill>
                <a:effectLst/>
              </a:rPr>
              <a:t>Electrical Medical Devices</a:t>
            </a:r>
            <a:endParaRPr lang="en-IN" dirty="0">
              <a:solidFill>
                <a:schemeClr val="accent1"/>
              </a:solidFill>
            </a:endParaRPr>
          </a:p>
        </p:txBody>
      </p:sp>
      <p:sp>
        <p:nvSpPr>
          <p:cNvPr id="3" name="Text Placeholder 2">
            <a:extLst>
              <a:ext uri="{FF2B5EF4-FFF2-40B4-BE49-F238E27FC236}">
                <a16:creationId xmlns="" xmlns:a16="http://schemas.microsoft.com/office/drawing/2014/main" id="{01583712-7EBD-40D1-BEBB-749C18F9D728}"/>
              </a:ext>
            </a:extLst>
          </p:cNvPr>
          <p:cNvSpPr>
            <a:spLocks noGrp="1"/>
          </p:cNvSpPr>
          <p:nvPr>
            <p:ph type="body" idx="1"/>
          </p:nvPr>
        </p:nvSpPr>
        <p:spPr>
          <a:xfrm>
            <a:off x="2581940" y="3102429"/>
            <a:ext cx="7400260" cy="2318657"/>
          </a:xfrm>
        </p:spPr>
        <p:txBody>
          <a:bodyPr>
            <a:normAutofit/>
          </a:bodyPr>
          <a:lstStyle/>
          <a:p>
            <a:endParaRPr lang="en-US" sz="2400" kern="1200" dirty="0">
              <a:solidFill>
                <a:schemeClr val="accent1"/>
              </a:solidFill>
              <a:effectLst/>
              <a:ea typeface="+mn-ea"/>
              <a:cs typeface="+mn-cs"/>
            </a:endParaRPr>
          </a:p>
          <a:p>
            <a:pPr marL="342900" indent="-342900">
              <a:buFont typeface="Wingdings" panose="05000000000000000000" pitchFamily="2" charset="2"/>
              <a:buChar char="Ø"/>
            </a:pPr>
            <a:r>
              <a:rPr lang="en-US" sz="2400" kern="1200" dirty="0">
                <a:solidFill>
                  <a:schemeClr val="accent1"/>
                </a:solidFill>
                <a:effectLst/>
                <a:ea typeface="+mn-ea"/>
                <a:cs typeface="+mn-cs"/>
              </a:rPr>
              <a:t>Electroretinogram (ERG)</a:t>
            </a:r>
          </a:p>
          <a:p>
            <a:pPr marL="342900" indent="-342900">
              <a:buFont typeface="Wingdings" panose="05000000000000000000" pitchFamily="2" charset="2"/>
              <a:buChar char="Ø"/>
            </a:pPr>
            <a:r>
              <a:rPr lang="en-US" sz="2400" kern="1200" dirty="0">
                <a:solidFill>
                  <a:schemeClr val="accent1"/>
                </a:solidFill>
                <a:effectLst/>
                <a:ea typeface="+mn-ea"/>
                <a:cs typeface="+mn-cs"/>
              </a:rPr>
              <a:t>Electro-</a:t>
            </a:r>
            <a:r>
              <a:rPr lang="en-US" sz="2400" kern="1200" dirty="0" err="1">
                <a:solidFill>
                  <a:schemeClr val="accent1"/>
                </a:solidFill>
                <a:effectLst/>
                <a:ea typeface="+mn-ea"/>
                <a:cs typeface="+mn-cs"/>
              </a:rPr>
              <a:t>occologram</a:t>
            </a:r>
            <a:r>
              <a:rPr lang="en-US" sz="2400" kern="1200" dirty="0">
                <a:solidFill>
                  <a:schemeClr val="accent1"/>
                </a:solidFill>
                <a:effectLst/>
                <a:ea typeface="+mn-ea"/>
                <a:cs typeface="+mn-cs"/>
              </a:rPr>
              <a:t> (EOG)</a:t>
            </a:r>
          </a:p>
          <a:p>
            <a:pPr marL="342900" indent="-342900">
              <a:buFont typeface="Wingdings" panose="05000000000000000000" pitchFamily="2" charset="2"/>
              <a:buChar char="Ø"/>
            </a:pPr>
            <a:r>
              <a:rPr lang="en-US" sz="2400" kern="1200" dirty="0">
                <a:solidFill>
                  <a:schemeClr val="accent1"/>
                </a:solidFill>
                <a:effectLst/>
                <a:ea typeface="+mn-ea"/>
                <a:cs typeface="+mn-cs"/>
              </a:rPr>
              <a:t>Electromyogram (EMG)</a:t>
            </a:r>
            <a:endParaRPr lang="en-IN" dirty="0">
              <a:solidFill>
                <a:schemeClr val="accent1"/>
              </a:solidFill>
            </a:endParaRPr>
          </a:p>
        </p:txBody>
      </p:sp>
      <p:sp>
        <p:nvSpPr>
          <p:cNvPr id="4" name="Slide Number Placeholder 3">
            <a:extLst>
              <a:ext uri="{FF2B5EF4-FFF2-40B4-BE49-F238E27FC236}">
                <a16:creationId xmlns="" xmlns:a16="http://schemas.microsoft.com/office/drawing/2014/main" id="{3F2A3D38-EF9B-4E44-A700-3EBC705F0F71}"/>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33107034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AC16BFD0-D3FF-4D7A-84CF-FA51B64136DE}"/>
              </a:ext>
            </a:extLst>
          </p:cNvPr>
          <p:cNvSpPr>
            <a:spLocks noGrp="1"/>
          </p:cNvSpPr>
          <p:nvPr>
            <p:ph type="sldNum" sz="quarter" idx="12"/>
          </p:nvPr>
        </p:nvSpPr>
        <p:spPr/>
        <p:txBody>
          <a:bodyPr/>
          <a:lstStyle/>
          <a:p>
            <a:fld id="{BDCDBBEF-AA6C-4BA6-85B2-A17D7F280E38}" type="slidenum">
              <a:rPr lang="en-US" smtClean="0"/>
              <a:pPr/>
              <a:t>7</a:t>
            </a:fld>
            <a:endParaRPr lang="en-US"/>
          </a:p>
        </p:txBody>
      </p:sp>
      <p:graphicFrame>
        <p:nvGraphicFramePr>
          <p:cNvPr id="3" name="Diagram 2">
            <a:extLst>
              <a:ext uri="{FF2B5EF4-FFF2-40B4-BE49-F238E27FC236}">
                <a16:creationId xmlns="" xmlns:a16="http://schemas.microsoft.com/office/drawing/2014/main" id="{2EF86DB3-725F-4DFF-9FBE-D09C56A11E09}"/>
              </a:ext>
            </a:extLst>
          </p:cNvPr>
          <p:cNvGraphicFramePr/>
          <p:nvPr>
            <p:extLst>
              <p:ext uri="{D42A27DB-BD31-4B8C-83A1-F6EECF244321}">
                <p14:modId xmlns:p14="http://schemas.microsoft.com/office/powerpoint/2010/main" val="2005095908"/>
              </p:ext>
            </p:extLst>
          </p:nvPr>
        </p:nvGraphicFramePr>
        <p:xfrm>
          <a:off x="777358" y="63795"/>
          <a:ext cx="10992884"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148269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617A309C-A23A-4C35-A1EF-18A360F7B450}"/>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3" name="Picture 2">
            <a:extLst>
              <a:ext uri="{FF2B5EF4-FFF2-40B4-BE49-F238E27FC236}">
                <a16:creationId xmlns="" xmlns:a16="http://schemas.microsoft.com/office/drawing/2014/main" id="{887C8FA3-56D2-4C7F-A6BE-E598E36B69C5}"/>
              </a:ext>
            </a:extLst>
          </p:cNvPr>
          <p:cNvPicPr>
            <a:picLocks noChangeAspect="1"/>
          </p:cNvPicPr>
          <p:nvPr/>
        </p:nvPicPr>
        <p:blipFill>
          <a:blip r:embed="rId2"/>
          <a:stretch>
            <a:fillRect/>
          </a:stretch>
        </p:blipFill>
        <p:spPr>
          <a:xfrm>
            <a:off x="9462976" y="3338798"/>
            <a:ext cx="2466754" cy="2877752"/>
          </a:xfrm>
          <a:prstGeom prst="rect">
            <a:avLst/>
          </a:prstGeom>
        </p:spPr>
      </p:pic>
      <p:pic>
        <p:nvPicPr>
          <p:cNvPr id="4" name="Picture 3">
            <a:extLst>
              <a:ext uri="{FF2B5EF4-FFF2-40B4-BE49-F238E27FC236}">
                <a16:creationId xmlns="" xmlns:a16="http://schemas.microsoft.com/office/drawing/2014/main" id="{941169E6-2BB4-412A-BF73-BE2DFB27C7E0}"/>
              </a:ext>
            </a:extLst>
          </p:cNvPr>
          <p:cNvPicPr>
            <a:picLocks noChangeAspect="1"/>
          </p:cNvPicPr>
          <p:nvPr/>
        </p:nvPicPr>
        <p:blipFill>
          <a:blip r:embed="rId3"/>
          <a:stretch>
            <a:fillRect/>
          </a:stretch>
        </p:blipFill>
        <p:spPr>
          <a:xfrm>
            <a:off x="9462976" y="136525"/>
            <a:ext cx="2604977" cy="2877752"/>
          </a:xfrm>
          <a:prstGeom prst="rect">
            <a:avLst/>
          </a:prstGeom>
        </p:spPr>
      </p:pic>
      <p:graphicFrame>
        <p:nvGraphicFramePr>
          <p:cNvPr id="7" name="Diagram 6">
            <a:extLst>
              <a:ext uri="{FF2B5EF4-FFF2-40B4-BE49-F238E27FC236}">
                <a16:creationId xmlns="" xmlns:a16="http://schemas.microsoft.com/office/drawing/2014/main" id="{9B43712D-7403-465C-A691-901778AECA06}"/>
              </a:ext>
            </a:extLst>
          </p:cNvPr>
          <p:cNvGraphicFramePr/>
          <p:nvPr>
            <p:extLst>
              <p:ext uri="{D42A27DB-BD31-4B8C-83A1-F6EECF244321}">
                <p14:modId xmlns:p14="http://schemas.microsoft.com/office/powerpoint/2010/main" val="617780704"/>
              </p:ext>
            </p:extLst>
          </p:nvPr>
        </p:nvGraphicFramePr>
        <p:xfrm>
          <a:off x="756092" y="0"/>
          <a:ext cx="8621823" cy="6721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860572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6E51BFB0-02E0-4952-89D1-16683BE2840A}"/>
              </a:ext>
            </a:extLst>
          </p:cNvPr>
          <p:cNvSpPr>
            <a:spLocks noGrp="1"/>
          </p:cNvSpPr>
          <p:nvPr>
            <p:ph type="sldNum" sz="quarter" idx="12"/>
          </p:nvPr>
        </p:nvSpPr>
        <p:spPr/>
        <p:txBody>
          <a:bodyPr/>
          <a:lstStyle/>
          <a:p>
            <a:fld id="{BDCDBBEF-AA6C-4BA6-85B2-A17D7F280E38}" type="slidenum">
              <a:rPr lang="en-US" smtClean="0"/>
              <a:pPr/>
              <a:t>9</a:t>
            </a:fld>
            <a:endParaRPr lang="en-US"/>
          </a:p>
        </p:txBody>
      </p:sp>
      <p:pic>
        <p:nvPicPr>
          <p:cNvPr id="4100" name="Picture 4">
            <a:extLst>
              <a:ext uri="{FF2B5EF4-FFF2-40B4-BE49-F238E27FC236}">
                <a16:creationId xmlns="" xmlns:a16="http://schemas.microsoft.com/office/drawing/2014/main" id="{567AF833-6F9A-4E9F-94A7-4EA518762382}"/>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10475" y="0"/>
            <a:ext cx="4581525"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Diagram 6">
            <a:extLst>
              <a:ext uri="{FF2B5EF4-FFF2-40B4-BE49-F238E27FC236}">
                <a16:creationId xmlns="" xmlns:a16="http://schemas.microsoft.com/office/drawing/2014/main" id="{FD80909E-7DFB-45F1-AD0B-7620A458BA79}"/>
              </a:ext>
            </a:extLst>
          </p:cNvPr>
          <p:cNvGraphicFramePr/>
          <p:nvPr>
            <p:extLst>
              <p:ext uri="{D42A27DB-BD31-4B8C-83A1-F6EECF244321}">
                <p14:modId xmlns:p14="http://schemas.microsoft.com/office/powerpoint/2010/main" val="79775866"/>
              </p:ext>
            </p:extLst>
          </p:nvPr>
        </p:nvGraphicFramePr>
        <p:xfrm>
          <a:off x="734829" y="85060"/>
          <a:ext cx="6875646" cy="67729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873965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11E64E7C-060E-4827-B181-3C9303F1CA1B}"/>
              </a:ext>
            </a:extLst>
          </p:cNvPr>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3" name="Diagram 2">
            <a:extLst>
              <a:ext uri="{FF2B5EF4-FFF2-40B4-BE49-F238E27FC236}">
                <a16:creationId xmlns="" xmlns:a16="http://schemas.microsoft.com/office/drawing/2014/main" id="{755C7CF1-8501-4CB9-9F8F-CF763979D67D}"/>
              </a:ext>
            </a:extLst>
          </p:cNvPr>
          <p:cNvGraphicFramePr/>
          <p:nvPr>
            <p:extLst>
              <p:ext uri="{D42A27DB-BD31-4B8C-83A1-F6EECF244321}">
                <p14:modId xmlns:p14="http://schemas.microsoft.com/office/powerpoint/2010/main" val="793943965"/>
              </p:ext>
            </p:extLst>
          </p:nvPr>
        </p:nvGraphicFramePr>
        <p:xfrm>
          <a:off x="894316" y="136525"/>
          <a:ext cx="10875926"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71590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559B4F9A-32E8-457F-BCD8-6EB614E27281}"/>
              </a:ext>
            </a:extLst>
          </p:cNvPr>
          <p:cNvSpPr>
            <a:spLocks noGrp="1"/>
          </p:cNvSpPr>
          <p:nvPr>
            <p:ph type="sldNum" sz="quarter" idx="12"/>
          </p:nvPr>
        </p:nvSpPr>
        <p:spPr/>
        <p:txBody>
          <a:bodyPr/>
          <a:lstStyle/>
          <a:p>
            <a:fld id="{BDCDBBEF-AA6C-4BA6-85B2-A17D7F280E38}" type="slidenum">
              <a:rPr lang="en-US" smtClean="0"/>
              <a:pPr/>
              <a:t>11</a:t>
            </a:fld>
            <a:endParaRPr lang="en-US"/>
          </a:p>
        </p:txBody>
      </p:sp>
      <p:graphicFrame>
        <p:nvGraphicFramePr>
          <p:cNvPr id="4" name="Diagram 3">
            <a:extLst>
              <a:ext uri="{FF2B5EF4-FFF2-40B4-BE49-F238E27FC236}">
                <a16:creationId xmlns="" xmlns:a16="http://schemas.microsoft.com/office/drawing/2014/main" id="{660FA7DB-0DBE-4077-8B5E-537F95C0C17E}"/>
              </a:ext>
            </a:extLst>
          </p:cNvPr>
          <p:cNvGraphicFramePr/>
          <p:nvPr>
            <p:extLst>
              <p:ext uri="{D42A27DB-BD31-4B8C-83A1-F6EECF244321}">
                <p14:modId xmlns:p14="http://schemas.microsoft.com/office/powerpoint/2010/main" val="3762475543"/>
              </p:ext>
            </p:extLst>
          </p:nvPr>
        </p:nvGraphicFramePr>
        <p:xfrm>
          <a:off x="777357" y="125892"/>
          <a:ext cx="11014149" cy="6595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728825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84B52328-87E0-4BCF-AE2F-662CDD94FBC4}"/>
              </a:ext>
            </a:extLst>
          </p:cNvPr>
          <p:cNvSpPr>
            <a:spLocks noGrp="1"/>
          </p:cNvSpPr>
          <p:nvPr>
            <p:ph type="sldNum" sz="quarter" idx="12"/>
          </p:nvPr>
        </p:nvSpPr>
        <p:spPr/>
        <p:txBody>
          <a:bodyPr/>
          <a:lstStyle/>
          <a:p>
            <a:fld id="{BDCDBBEF-AA6C-4BA6-85B2-A17D7F280E38}" type="slidenum">
              <a:rPr lang="en-US" smtClean="0"/>
              <a:pPr/>
              <a:t>12</a:t>
            </a:fld>
            <a:endParaRPr lang="en-US"/>
          </a:p>
        </p:txBody>
      </p:sp>
      <p:graphicFrame>
        <p:nvGraphicFramePr>
          <p:cNvPr id="3" name="Diagram 2">
            <a:extLst>
              <a:ext uri="{FF2B5EF4-FFF2-40B4-BE49-F238E27FC236}">
                <a16:creationId xmlns="" xmlns:a16="http://schemas.microsoft.com/office/drawing/2014/main" id="{DFC33112-A3C3-47E6-842C-31D5DC70D53A}"/>
              </a:ext>
            </a:extLst>
          </p:cNvPr>
          <p:cNvGraphicFramePr/>
          <p:nvPr>
            <p:extLst>
              <p:ext uri="{D42A27DB-BD31-4B8C-83A1-F6EECF244321}">
                <p14:modId xmlns:p14="http://schemas.microsoft.com/office/powerpoint/2010/main" val="2948240418"/>
              </p:ext>
            </p:extLst>
          </p:nvPr>
        </p:nvGraphicFramePr>
        <p:xfrm>
          <a:off x="766725" y="93995"/>
          <a:ext cx="11003517"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 xmlns:a16="http://schemas.microsoft.com/office/drawing/2014/main" id="{FE60C58A-F7E0-4BD3-9999-B29B1A351BEA}"/>
              </a:ext>
            </a:extLst>
          </p:cNvPr>
          <p:cNvPicPr>
            <a:picLocks noChangeAspect="1"/>
          </p:cNvPicPr>
          <p:nvPr/>
        </p:nvPicPr>
        <p:blipFill>
          <a:blip r:embed="rId7"/>
          <a:stretch>
            <a:fillRect/>
          </a:stretch>
        </p:blipFill>
        <p:spPr>
          <a:xfrm>
            <a:off x="4019103" y="2011780"/>
            <a:ext cx="5465141" cy="2134918"/>
          </a:xfrm>
          <a:prstGeom prst="rect">
            <a:avLst/>
          </a:prstGeom>
        </p:spPr>
      </p:pic>
    </p:spTree>
    <p:extLst>
      <p:ext uri="{BB962C8B-B14F-4D97-AF65-F5344CB8AC3E}">
        <p14:creationId xmlns:p14="http://schemas.microsoft.com/office/powerpoint/2010/main" val="160211406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F1E6FB26-D9F7-47E3-9F85-09967C9C82C1}"/>
              </a:ext>
            </a:extLst>
          </p:cNvPr>
          <p:cNvSpPr>
            <a:spLocks noGrp="1"/>
          </p:cNvSpPr>
          <p:nvPr>
            <p:ph type="sldNum" sz="quarter" idx="12"/>
          </p:nvPr>
        </p:nvSpPr>
        <p:spPr/>
        <p:txBody>
          <a:bodyPr/>
          <a:lstStyle/>
          <a:p>
            <a:fld id="{BDCDBBEF-AA6C-4BA6-85B2-A17D7F280E38}" type="slidenum">
              <a:rPr lang="en-US" smtClean="0"/>
              <a:pPr/>
              <a:t>13</a:t>
            </a:fld>
            <a:endParaRPr lang="en-US"/>
          </a:p>
        </p:txBody>
      </p:sp>
      <p:graphicFrame>
        <p:nvGraphicFramePr>
          <p:cNvPr id="3" name="Diagram 2">
            <a:extLst>
              <a:ext uri="{FF2B5EF4-FFF2-40B4-BE49-F238E27FC236}">
                <a16:creationId xmlns="" xmlns:a16="http://schemas.microsoft.com/office/drawing/2014/main" id="{6F03428C-EAAB-42D7-9F7F-906FEA414F3B}"/>
              </a:ext>
            </a:extLst>
          </p:cNvPr>
          <p:cNvGraphicFramePr/>
          <p:nvPr>
            <p:extLst>
              <p:ext uri="{D42A27DB-BD31-4B8C-83A1-F6EECF244321}">
                <p14:modId xmlns:p14="http://schemas.microsoft.com/office/powerpoint/2010/main" val="2238589649"/>
              </p:ext>
            </p:extLst>
          </p:nvPr>
        </p:nvGraphicFramePr>
        <p:xfrm>
          <a:off x="777358" y="72731"/>
          <a:ext cx="10971619" cy="6776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39726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E5F84720-B4FD-48AC-846D-3EFDCB2161E1}"/>
              </a:ext>
            </a:extLst>
          </p:cNvPr>
          <p:cNvSpPr>
            <a:spLocks noGrp="1"/>
          </p:cNvSpPr>
          <p:nvPr>
            <p:ph type="sldNum" sz="quarter" idx="12"/>
          </p:nvPr>
        </p:nvSpPr>
        <p:spPr/>
        <p:txBody>
          <a:bodyPr/>
          <a:lstStyle/>
          <a:p>
            <a:fld id="{BDCDBBEF-AA6C-4BA6-85B2-A17D7F280E38}" type="slidenum">
              <a:rPr lang="en-US" smtClean="0"/>
              <a:pPr/>
              <a:t>14</a:t>
            </a:fld>
            <a:endParaRPr lang="en-US"/>
          </a:p>
        </p:txBody>
      </p:sp>
      <p:graphicFrame>
        <p:nvGraphicFramePr>
          <p:cNvPr id="4" name="Diagram 3">
            <a:extLst>
              <a:ext uri="{FF2B5EF4-FFF2-40B4-BE49-F238E27FC236}">
                <a16:creationId xmlns="" xmlns:a16="http://schemas.microsoft.com/office/drawing/2014/main" id="{DEE4665D-247D-414C-B103-81133764C45A}"/>
              </a:ext>
            </a:extLst>
          </p:cNvPr>
          <p:cNvGraphicFramePr/>
          <p:nvPr>
            <p:extLst>
              <p:ext uri="{D42A27DB-BD31-4B8C-83A1-F6EECF244321}">
                <p14:modId xmlns:p14="http://schemas.microsoft.com/office/powerpoint/2010/main" val="3673253083"/>
              </p:ext>
            </p:extLst>
          </p:nvPr>
        </p:nvGraphicFramePr>
        <p:xfrm>
          <a:off x="766725" y="70810"/>
          <a:ext cx="7664894" cy="6787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098" name="Picture 2" descr="EOG based eye movement detection by Sahan Karunarathne">
            <a:extLst>
              <a:ext uri="{FF2B5EF4-FFF2-40B4-BE49-F238E27FC236}">
                <a16:creationId xmlns="" xmlns:a16="http://schemas.microsoft.com/office/drawing/2014/main" id="{DA8D65AD-6B66-475E-A1DC-112E521E3C3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0000" t="12403" r="12704" b="12248"/>
          <a:stretch/>
        </p:blipFill>
        <p:spPr bwMode="auto">
          <a:xfrm>
            <a:off x="8610600" y="1718856"/>
            <a:ext cx="3429882" cy="3753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16296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F39E29E7-FA62-488B-BDDC-67A4A7D3C3F5}"/>
              </a:ext>
            </a:extLst>
          </p:cNvPr>
          <p:cNvSpPr>
            <a:spLocks noGrp="1"/>
          </p:cNvSpPr>
          <p:nvPr>
            <p:ph type="sldNum" sz="quarter" idx="12"/>
          </p:nvPr>
        </p:nvSpPr>
        <p:spPr/>
        <p:txBody>
          <a:bodyPr/>
          <a:lstStyle/>
          <a:p>
            <a:fld id="{BDCDBBEF-AA6C-4BA6-85B2-A17D7F280E38}" type="slidenum">
              <a:rPr lang="en-US" smtClean="0"/>
              <a:pPr/>
              <a:t>15</a:t>
            </a:fld>
            <a:endParaRPr lang="en-US"/>
          </a:p>
        </p:txBody>
      </p:sp>
      <p:graphicFrame>
        <p:nvGraphicFramePr>
          <p:cNvPr id="3" name="Diagram 2">
            <a:extLst>
              <a:ext uri="{FF2B5EF4-FFF2-40B4-BE49-F238E27FC236}">
                <a16:creationId xmlns="" xmlns:a16="http://schemas.microsoft.com/office/drawing/2014/main" id="{18733534-5B6B-43B0-8768-33962F27212E}"/>
              </a:ext>
            </a:extLst>
          </p:cNvPr>
          <p:cNvGraphicFramePr/>
          <p:nvPr>
            <p:extLst>
              <p:ext uri="{D42A27DB-BD31-4B8C-83A1-F6EECF244321}">
                <p14:modId xmlns:p14="http://schemas.microsoft.com/office/powerpoint/2010/main" val="3028534249"/>
              </p:ext>
            </p:extLst>
          </p:nvPr>
        </p:nvGraphicFramePr>
        <p:xfrm>
          <a:off x="774405" y="113611"/>
          <a:ext cx="11006469" cy="6638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25808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F5DE31CD-A17E-4186-898F-E9BE1B74D1BD}"/>
              </a:ext>
            </a:extLst>
          </p:cNvPr>
          <p:cNvSpPr>
            <a:spLocks noGrp="1"/>
          </p:cNvSpPr>
          <p:nvPr>
            <p:ph type="sldNum" sz="quarter" idx="12"/>
          </p:nvPr>
        </p:nvSpPr>
        <p:spPr/>
        <p:txBody>
          <a:bodyPr/>
          <a:lstStyle/>
          <a:p>
            <a:fld id="{BDCDBBEF-AA6C-4BA6-85B2-A17D7F280E38}" type="slidenum">
              <a:rPr lang="en-US" smtClean="0"/>
              <a:pPr/>
              <a:t>16</a:t>
            </a:fld>
            <a:endParaRPr lang="en-US"/>
          </a:p>
        </p:txBody>
      </p:sp>
      <p:graphicFrame>
        <p:nvGraphicFramePr>
          <p:cNvPr id="3" name="Diagram 2">
            <a:extLst>
              <a:ext uri="{FF2B5EF4-FFF2-40B4-BE49-F238E27FC236}">
                <a16:creationId xmlns="" xmlns:a16="http://schemas.microsoft.com/office/drawing/2014/main" id="{4DA28C41-4FB8-4E82-9B39-9E2461196C52}"/>
              </a:ext>
            </a:extLst>
          </p:cNvPr>
          <p:cNvGraphicFramePr/>
          <p:nvPr>
            <p:extLst>
              <p:ext uri="{D42A27DB-BD31-4B8C-83A1-F6EECF244321}">
                <p14:modId xmlns:p14="http://schemas.microsoft.com/office/powerpoint/2010/main" val="65701378"/>
              </p:ext>
            </p:extLst>
          </p:nvPr>
        </p:nvGraphicFramePr>
        <p:xfrm>
          <a:off x="745460" y="136525"/>
          <a:ext cx="11024782"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450214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9F265442-6434-447C-8721-508EF2E44EC2}"/>
              </a:ext>
            </a:extLst>
          </p:cNvPr>
          <p:cNvSpPr>
            <a:spLocks noGrp="1"/>
          </p:cNvSpPr>
          <p:nvPr>
            <p:ph type="sldNum" sz="quarter" idx="12"/>
          </p:nvPr>
        </p:nvSpPr>
        <p:spPr/>
        <p:txBody>
          <a:bodyPr/>
          <a:lstStyle/>
          <a:p>
            <a:fld id="{BDCDBBEF-AA6C-4BA6-85B2-A17D7F280E38}" type="slidenum">
              <a:rPr lang="en-US" smtClean="0"/>
              <a:pPr/>
              <a:t>17</a:t>
            </a:fld>
            <a:endParaRPr lang="en-US"/>
          </a:p>
        </p:txBody>
      </p:sp>
      <p:graphicFrame>
        <p:nvGraphicFramePr>
          <p:cNvPr id="3" name="Diagram 2">
            <a:extLst>
              <a:ext uri="{FF2B5EF4-FFF2-40B4-BE49-F238E27FC236}">
                <a16:creationId xmlns="" xmlns:a16="http://schemas.microsoft.com/office/drawing/2014/main" id="{81E62696-4E62-4D47-AC35-F92695306A50}"/>
              </a:ext>
            </a:extLst>
          </p:cNvPr>
          <p:cNvGraphicFramePr/>
          <p:nvPr>
            <p:extLst>
              <p:ext uri="{D42A27DB-BD31-4B8C-83A1-F6EECF244321}">
                <p14:modId xmlns:p14="http://schemas.microsoft.com/office/powerpoint/2010/main" val="2626768162"/>
              </p:ext>
            </p:extLst>
          </p:nvPr>
        </p:nvGraphicFramePr>
        <p:xfrm>
          <a:off x="756092" y="0"/>
          <a:ext cx="8132725"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8">
            <a:extLst>
              <a:ext uri="{FF2B5EF4-FFF2-40B4-BE49-F238E27FC236}">
                <a16:creationId xmlns="" xmlns:a16="http://schemas.microsoft.com/office/drawing/2014/main" id="{06AFCC6A-0DD3-42AF-8A7C-C0621410D30D}"/>
              </a:ext>
            </a:extLst>
          </p:cNvPr>
          <p:cNvGrpSpPr/>
          <p:nvPr/>
        </p:nvGrpSpPr>
        <p:grpSpPr>
          <a:xfrm>
            <a:off x="8948448" y="212646"/>
            <a:ext cx="3132000" cy="2953285"/>
            <a:chOff x="8990980" y="287077"/>
            <a:chExt cx="3132000" cy="2953285"/>
          </a:xfrm>
        </p:grpSpPr>
        <p:pic>
          <p:nvPicPr>
            <p:cNvPr id="4" name="Content Placeholder 7" descr="1.jpg">
              <a:extLst>
                <a:ext uri="{FF2B5EF4-FFF2-40B4-BE49-F238E27FC236}">
                  <a16:creationId xmlns="" xmlns:a16="http://schemas.microsoft.com/office/drawing/2014/main" id="{201E010E-6EA1-4CE4-BAB5-562E3CF63155}"/>
                </a:ext>
              </a:extLst>
            </p:cNvPr>
            <p:cNvPicPr>
              <a:picLocks noChangeAspect="1"/>
            </p:cNvPicPr>
            <p:nvPr/>
          </p:nvPicPr>
          <p:blipFill>
            <a:blip r:embed="rId7"/>
            <a:stretch>
              <a:fillRect/>
            </a:stretch>
          </p:blipFill>
          <p:spPr>
            <a:xfrm>
              <a:off x="8990980" y="287077"/>
              <a:ext cx="3132000" cy="2582724"/>
            </a:xfrm>
            <a:prstGeom prst="rect">
              <a:avLst/>
            </a:prstGeom>
          </p:spPr>
        </p:pic>
        <p:sp>
          <p:nvSpPr>
            <p:cNvPr id="7" name="TextBox 6">
              <a:extLst>
                <a:ext uri="{FF2B5EF4-FFF2-40B4-BE49-F238E27FC236}">
                  <a16:creationId xmlns="" xmlns:a16="http://schemas.microsoft.com/office/drawing/2014/main" id="{E7885304-7D31-4851-AC88-BB01C1F7ABB7}"/>
                </a:ext>
              </a:extLst>
            </p:cNvPr>
            <p:cNvSpPr txBox="1"/>
            <p:nvPr/>
          </p:nvSpPr>
          <p:spPr>
            <a:xfrm>
              <a:off x="8990980" y="2871030"/>
              <a:ext cx="3132000" cy="369332"/>
            </a:xfrm>
            <a:prstGeom prst="rect">
              <a:avLst/>
            </a:prstGeom>
            <a:solidFill>
              <a:schemeClr val="accent1">
                <a:lumMod val="20000"/>
                <a:lumOff val="80000"/>
              </a:schemeClr>
            </a:solidFill>
          </p:spPr>
          <p:txBody>
            <a:bodyPr wrap="square">
              <a:spAutoFit/>
            </a:bodyPr>
            <a:lstStyle/>
            <a:p>
              <a:pPr algn="ctr" eaLnBrk="1" hangingPunct="1"/>
              <a:r>
                <a:rPr lang="en-US" altLang="en-US" dirty="0"/>
                <a:t>Surface Electrodes</a:t>
              </a:r>
            </a:p>
          </p:txBody>
        </p:sp>
      </p:grpSp>
      <p:grpSp>
        <p:nvGrpSpPr>
          <p:cNvPr id="10" name="Group 9">
            <a:extLst>
              <a:ext uri="{FF2B5EF4-FFF2-40B4-BE49-F238E27FC236}">
                <a16:creationId xmlns="" xmlns:a16="http://schemas.microsoft.com/office/drawing/2014/main" id="{F87841A0-6346-4878-8994-9898B75115B9}"/>
              </a:ext>
            </a:extLst>
          </p:cNvPr>
          <p:cNvGrpSpPr/>
          <p:nvPr/>
        </p:nvGrpSpPr>
        <p:grpSpPr>
          <a:xfrm>
            <a:off x="8948448" y="3354568"/>
            <a:ext cx="3132000" cy="3344927"/>
            <a:chOff x="8990980" y="3428999"/>
            <a:chExt cx="3132000" cy="3344927"/>
          </a:xfrm>
        </p:grpSpPr>
        <p:pic>
          <p:nvPicPr>
            <p:cNvPr id="5" name="Content Placeholder 4" descr="8.jpg">
              <a:extLst>
                <a:ext uri="{FF2B5EF4-FFF2-40B4-BE49-F238E27FC236}">
                  <a16:creationId xmlns="" xmlns:a16="http://schemas.microsoft.com/office/drawing/2014/main" id="{00076E88-2569-4CD6-862B-026B107956E3}"/>
                </a:ext>
              </a:extLst>
            </p:cNvPr>
            <p:cNvPicPr>
              <a:picLocks noChangeAspect="1"/>
            </p:cNvPicPr>
            <p:nvPr/>
          </p:nvPicPr>
          <p:blipFill>
            <a:blip r:embed="rId8"/>
            <a:stretch>
              <a:fillRect/>
            </a:stretch>
          </p:blipFill>
          <p:spPr>
            <a:xfrm>
              <a:off x="8990980" y="3428999"/>
              <a:ext cx="3132000" cy="3040228"/>
            </a:xfrm>
            <a:prstGeom prst="rect">
              <a:avLst/>
            </a:prstGeom>
          </p:spPr>
        </p:pic>
        <p:sp>
          <p:nvSpPr>
            <p:cNvPr id="8" name="TextBox 7">
              <a:extLst>
                <a:ext uri="{FF2B5EF4-FFF2-40B4-BE49-F238E27FC236}">
                  <a16:creationId xmlns="" xmlns:a16="http://schemas.microsoft.com/office/drawing/2014/main" id="{9D533AFF-41C2-4A09-BCC2-CAD07EA36E7C}"/>
                </a:ext>
              </a:extLst>
            </p:cNvPr>
            <p:cNvSpPr txBox="1"/>
            <p:nvPr/>
          </p:nvSpPr>
          <p:spPr>
            <a:xfrm>
              <a:off x="8990980" y="6404594"/>
              <a:ext cx="3132000" cy="369332"/>
            </a:xfrm>
            <a:prstGeom prst="rect">
              <a:avLst/>
            </a:prstGeom>
            <a:solidFill>
              <a:schemeClr val="accent1">
                <a:lumMod val="20000"/>
                <a:lumOff val="80000"/>
              </a:schemeClr>
            </a:solidFill>
          </p:spPr>
          <p:txBody>
            <a:bodyPr wrap="square">
              <a:spAutoFit/>
            </a:bodyPr>
            <a:lstStyle/>
            <a:p>
              <a:pPr algn="ctr" eaLnBrk="1" hangingPunct="1"/>
              <a:r>
                <a:rPr lang="en-US" altLang="en-US" dirty="0"/>
                <a:t>Needle Electrodes</a:t>
              </a:r>
            </a:p>
          </p:txBody>
        </p:sp>
      </p:grpSp>
    </p:spTree>
    <p:extLst>
      <p:ext uri="{BB962C8B-B14F-4D97-AF65-F5344CB8AC3E}">
        <p14:creationId xmlns:p14="http://schemas.microsoft.com/office/powerpoint/2010/main" val="221019939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12A48F3-490C-4FC7-B057-8DE128748055}"/>
              </a:ext>
            </a:extLst>
          </p:cNvPr>
          <p:cNvSpPr>
            <a:spLocks noGrp="1"/>
          </p:cNvSpPr>
          <p:nvPr>
            <p:ph type="sldNum" sz="quarter" idx="12"/>
          </p:nvPr>
        </p:nvSpPr>
        <p:spPr/>
        <p:txBody>
          <a:bodyPr/>
          <a:lstStyle/>
          <a:p>
            <a:fld id="{BDCDBBEF-AA6C-4BA6-85B2-A17D7F280E38}" type="slidenum">
              <a:rPr lang="en-US" smtClean="0"/>
              <a:pPr/>
              <a:t>18</a:t>
            </a:fld>
            <a:endParaRPr lang="en-US"/>
          </a:p>
        </p:txBody>
      </p:sp>
      <p:graphicFrame>
        <p:nvGraphicFramePr>
          <p:cNvPr id="3" name="Diagram 2">
            <a:extLst>
              <a:ext uri="{FF2B5EF4-FFF2-40B4-BE49-F238E27FC236}">
                <a16:creationId xmlns="" xmlns:a16="http://schemas.microsoft.com/office/drawing/2014/main" id="{2AF3F24E-AB29-4C1C-A5DD-017E137A2544}"/>
              </a:ext>
            </a:extLst>
          </p:cNvPr>
          <p:cNvGraphicFramePr/>
          <p:nvPr>
            <p:extLst>
              <p:ext uri="{D42A27DB-BD31-4B8C-83A1-F6EECF244321}">
                <p14:modId xmlns:p14="http://schemas.microsoft.com/office/powerpoint/2010/main" val="4116815564"/>
              </p:ext>
            </p:extLst>
          </p:nvPr>
        </p:nvGraphicFramePr>
        <p:xfrm>
          <a:off x="838200" y="113562"/>
          <a:ext cx="10932042" cy="65653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6079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8E06F829-3D6F-47C4-ABE5-A5170CA69970}"/>
              </a:ext>
            </a:extLst>
          </p:cNvPr>
          <p:cNvSpPr>
            <a:spLocks noGrp="1"/>
          </p:cNvSpPr>
          <p:nvPr>
            <p:ph type="sldNum" sz="quarter" idx="12"/>
          </p:nvPr>
        </p:nvSpPr>
        <p:spPr/>
        <p:txBody>
          <a:bodyPr/>
          <a:lstStyle/>
          <a:p>
            <a:fld id="{BDCDBBEF-AA6C-4BA6-85B2-A17D7F280E38}" type="slidenum">
              <a:rPr lang="en-US" smtClean="0"/>
              <a:pPr/>
              <a:t>19</a:t>
            </a:fld>
            <a:endParaRPr lang="en-US"/>
          </a:p>
        </p:txBody>
      </p:sp>
      <p:graphicFrame>
        <p:nvGraphicFramePr>
          <p:cNvPr id="3" name="Diagram 2">
            <a:extLst>
              <a:ext uri="{FF2B5EF4-FFF2-40B4-BE49-F238E27FC236}">
                <a16:creationId xmlns="" xmlns:a16="http://schemas.microsoft.com/office/drawing/2014/main" id="{56ECCDD7-85B8-41E7-B10A-211405FF64E9}"/>
              </a:ext>
            </a:extLst>
          </p:cNvPr>
          <p:cNvGraphicFramePr/>
          <p:nvPr>
            <p:extLst>
              <p:ext uri="{D42A27DB-BD31-4B8C-83A1-F6EECF244321}">
                <p14:modId xmlns:p14="http://schemas.microsoft.com/office/powerpoint/2010/main" val="3638874886"/>
              </p:ext>
            </p:extLst>
          </p:nvPr>
        </p:nvGraphicFramePr>
        <p:xfrm>
          <a:off x="745460" y="0"/>
          <a:ext cx="11024782"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38825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a:xfrm>
            <a:off x="838200" y="1825625"/>
            <a:ext cx="10515600" cy="4672014"/>
          </a:xfrm>
        </p:spPr>
        <p:txBody>
          <a:bodyPr>
            <a:normAutofit fontScale="62500" lnSpcReduction="20000"/>
          </a:bodyPr>
          <a:lstStyle/>
          <a:p>
            <a:pPr algn="just">
              <a:buFont typeface="Arial" panose="020B0604020202020204" pitchFamily="34" charset="0"/>
              <a:buChar char="•"/>
            </a:pPr>
            <a:r>
              <a:rPr lang="en-IN" sz="2900" b="0" i="0" dirty="0">
                <a:effectLst/>
              </a:rPr>
              <a:t>John G Webster, “Medical Instrumentation – Application and Design”, 4</a:t>
            </a:r>
            <a:r>
              <a:rPr lang="en-IN" sz="2900" b="0" i="0" baseline="30000" dirty="0">
                <a:effectLst/>
              </a:rPr>
              <a:t>th</a:t>
            </a:r>
            <a:r>
              <a:rPr lang="en-IN" sz="2900" b="0" i="0" dirty="0">
                <a:effectLst/>
              </a:rPr>
              <a:t> ed., John Wiley and Sons, 2007.</a:t>
            </a:r>
          </a:p>
          <a:p>
            <a:pPr algn="just">
              <a:buFont typeface="Arial" panose="020B0604020202020204" pitchFamily="34" charset="0"/>
              <a:buChar char="•"/>
            </a:pPr>
            <a:r>
              <a:rPr lang="en-IN" sz="2900" b="0" i="0" dirty="0">
                <a:effectLst/>
              </a:rPr>
              <a:t>Leslie Cromwell, Fred. J. </a:t>
            </a:r>
            <a:r>
              <a:rPr lang="en-IN" sz="2900" b="0" i="0" dirty="0" err="1">
                <a:effectLst/>
              </a:rPr>
              <a:t>Weibell</a:t>
            </a:r>
            <a:r>
              <a:rPr lang="en-IN" sz="2900" b="0" i="0" dirty="0">
                <a:effectLst/>
              </a:rPr>
              <a:t>, Erich. A. Pfeiffer, “Biomedical Instrumentation &amp; Measurements, 2</a:t>
            </a:r>
            <a:r>
              <a:rPr lang="en-IN" sz="2900" b="0" i="0" baseline="30000" dirty="0">
                <a:effectLst/>
              </a:rPr>
              <a:t>nd</a:t>
            </a:r>
            <a:r>
              <a:rPr lang="en-IN" sz="2900" b="0" i="0" dirty="0">
                <a:effectLst/>
              </a:rPr>
              <a:t> ed., Pearson Education., 2001.</a:t>
            </a:r>
          </a:p>
          <a:p>
            <a:pPr algn="just"/>
            <a:r>
              <a:rPr lang="en-IN" sz="2900" b="0" i="0" dirty="0" err="1">
                <a:effectLst/>
              </a:rPr>
              <a:t>Ryaby</a:t>
            </a:r>
            <a:r>
              <a:rPr lang="en-IN" sz="2900" b="0" i="0" dirty="0">
                <a:effectLst/>
              </a:rPr>
              <a:t> J.T. (2005) Biophysical Stimulation Using Electrical, Electromagnetic, and Ultrasonic Fields. In: Lieberman J.R., </a:t>
            </a:r>
            <a:r>
              <a:rPr lang="en-IN" sz="2900" b="0" i="0" dirty="0" err="1">
                <a:effectLst/>
              </a:rPr>
              <a:t>Friedlaender</a:t>
            </a:r>
            <a:r>
              <a:rPr lang="en-IN" sz="2900" b="0" i="0" dirty="0">
                <a:effectLst/>
              </a:rPr>
              <a:t> G.E. (eds) Bone Regeneration and Repair. Humana Press. </a:t>
            </a:r>
            <a:r>
              <a:rPr lang="en-IN" sz="2900" b="0" i="0" dirty="0">
                <a:effectLst/>
                <a:hlinkClick r:id="rId2">
                  <a:extLst>
                    <a:ext uri="{A12FA001-AC4F-418D-AE19-62706E023703}">
                      <ahyp:hlinkClr xmlns="" xmlns:ahyp="http://schemas.microsoft.com/office/drawing/2018/hyperlinkcolor" val="tx"/>
                    </a:ext>
                  </a:extLst>
                </a:hlinkClick>
              </a:rPr>
              <a:t>https://doi.org/10.1385/1-59259-863-3:291</a:t>
            </a:r>
            <a:endParaRPr lang="en-IN" sz="2900" b="0" i="0" dirty="0">
              <a:effectLst/>
            </a:endParaRPr>
          </a:p>
          <a:p>
            <a:pPr algn="just"/>
            <a:r>
              <a:rPr lang="en-US" sz="2900" dirty="0" err="1"/>
              <a:t>C.B.Powar</a:t>
            </a:r>
            <a:r>
              <a:rPr lang="en-US" sz="2900" dirty="0"/>
              <a:t>, 2010.Cell Biology.5</a:t>
            </a:r>
            <a:r>
              <a:rPr lang="en-US" sz="2900" baseline="30000" dirty="0"/>
              <a:t>th</a:t>
            </a:r>
            <a:r>
              <a:rPr lang="en-US" sz="2900" dirty="0"/>
              <a:t> </a:t>
            </a:r>
            <a:r>
              <a:rPr lang="en-US" sz="2900" dirty="0" err="1"/>
              <a:t>Ed,Himalyan</a:t>
            </a:r>
            <a:r>
              <a:rPr lang="en-US" sz="2900" dirty="0"/>
              <a:t> Publishing House.</a:t>
            </a:r>
          </a:p>
          <a:p>
            <a:pPr algn="just"/>
            <a:r>
              <a:rPr lang="en-US" sz="2900" dirty="0"/>
              <a:t> </a:t>
            </a:r>
            <a:r>
              <a:rPr lang="en-US" sz="2900" dirty="0" err="1"/>
              <a:t>Leshie</a:t>
            </a:r>
            <a:r>
              <a:rPr lang="en-US" sz="2900" dirty="0"/>
              <a:t> Cromwell, </a:t>
            </a:r>
            <a:r>
              <a:rPr lang="en-US" sz="2900" dirty="0" err="1"/>
              <a:t>Fred.J</a:t>
            </a:r>
            <a:r>
              <a:rPr lang="en-US" sz="2900" dirty="0"/>
              <a:t>. </a:t>
            </a:r>
            <a:r>
              <a:rPr lang="en-US" sz="2900" dirty="0" err="1"/>
              <a:t>Weibell</a:t>
            </a:r>
            <a:r>
              <a:rPr lang="en-US" sz="2900" dirty="0"/>
              <a:t> and </a:t>
            </a:r>
            <a:r>
              <a:rPr lang="en-US" sz="2900" dirty="0" err="1"/>
              <a:t>Erich.A.Pfeiffer</a:t>
            </a:r>
            <a:r>
              <a:rPr lang="en-US" sz="2900" dirty="0"/>
              <a:t>. 2003. Biomedical instrumentation and measurements. 2</a:t>
            </a:r>
            <a:r>
              <a:rPr lang="en-US" sz="2900" baseline="30000" dirty="0"/>
              <a:t>nd</a:t>
            </a:r>
            <a:r>
              <a:rPr lang="en-US" sz="2900" dirty="0"/>
              <a:t> edition, PHI.</a:t>
            </a:r>
          </a:p>
          <a:p>
            <a:pPr algn="just"/>
            <a:r>
              <a:rPr lang="en-US" sz="2900" dirty="0"/>
              <a:t> John G. Webster 1998. Medical Instrumentation: Applications and Design, 3</a:t>
            </a:r>
            <a:r>
              <a:rPr lang="en-US" sz="2900" baseline="30000" dirty="0"/>
              <a:t>rd</a:t>
            </a:r>
            <a:r>
              <a:rPr lang="en-US" sz="2900" dirty="0"/>
              <a:t> edition, Jon Wiley and Sons, New York.</a:t>
            </a:r>
          </a:p>
          <a:p>
            <a:pPr algn="just"/>
            <a:r>
              <a:rPr lang="en-US" sz="2900" dirty="0"/>
              <a:t>Jeremy M. Berg, John L. </a:t>
            </a:r>
            <a:r>
              <a:rPr lang="en-US" sz="2900" dirty="0" err="1"/>
              <a:t>Tymoczko</a:t>
            </a:r>
            <a:r>
              <a:rPr lang="en-US" sz="2900" dirty="0"/>
              <a:t> and </a:t>
            </a:r>
            <a:r>
              <a:rPr lang="en-US" sz="2900" dirty="0" err="1"/>
              <a:t>Lubert</a:t>
            </a:r>
            <a:r>
              <a:rPr lang="en-US" sz="2900" dirty="0"/>
              <a:t> </a:t>
            </a:r>
            <a:r>
              <a:rPr lang="en-US" sz="2900" dirty="0" err="1"/>
              <a:t>Stryer</a:t>
            </a:r>
            <a:r>
              <a:rPr lang="en-US" sz="2900" dirty="0"/>
              <a:t>. 2006. “Biochemistry,” 6th Ed. W.H. Freeman and Co.  Ltd.</a:t>
            </a:r>
          </a:p>
          <a:p>
            <a:pPr algn="just"/>
            <a:r>
              <a:rPr lang="en-US" sz="2900" dirty="0"/>
              <a:t>Robert Weaver. 2012 “Molecular Biology,” 5th Edition, </a:t>
            </a:r>
            <a:r>
              <a:rPr lang="en-US" sz="2900" dirty="0" err="1"/>
              <a:t>MCGraw</a:t>
            </a:r>
            <a:r>
              <a:rPr lang="en-US" sz="2900" dirty="0"/>
              <a:t>-Hill. </a:t>
            </a:r>
          </a:p>
          <a:p>
            <a:pPr algn="just"/>
            <a:r>
              <a:rPr lang="en-US" sz="2900" dirty="0"/>
              <a:t>Jon Cooper, </a:t>
            </a:r>
            <a:r>
              <a:rPr lang="en-US" sz="2900" b="1" dirty="0"/>
              <a:t>, 2</a:t>
            </a:r>
            <a:r>
              <a:rPr lang="en-US" sz="2900" dirty="0"/>
              <a:t>004. “Biosensors A Practical Approach” Bellwether Books. </a:t>
            </a:r>
          </a:p>
          <a:p>
            <a:pPr algn="just"/>
            <a:r>
              <a:rPr lang="en-US" sz="2900" dirty="0"/>
              <a:t> Martin Alexander, 1994 “Biodegradation and Bioremediation,” Academic Press. </a:t>
            </a:r>
          </a:p>
          <a:p>
            <a:endParaRPr lang="en-US" dirty="0">
              <a:latin typeface="+mj-lt"/>
            </a:endParaRPr>
          </a:p>
          <a:p>
            <a:endParaRPr lang="en-IN" sz="2400" dirty="0">
              <a:latin typeface="+mj-lt"/>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3" imgW="2169000" imgH="2169360" progId="">
                    <p:embed/>
                  </p:oleObj>
                </mc:Choice>
                <mc:Fallback>
                  <p:oleObj name="CorelDRAW" r:id="rId3" imgW="2169000" imgH="2169360" progId="">
                    <p:embed/>
                    <p:pic>
                      <p:nvPicPr>
                        <p:cNvPr id="33" name="Object 32">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8539</TotalTime>
  <Words>2247</Words>
  <Application>Microsoft Office PowerPoint</Application>
  <PresentationFormat>Widescreen</PresentationFormat>
  <Paragraphs>224</Paragraphs>
  <Slides>21</Slides>
  <Notes>2</Notes>
  <HiddenSlides>0</HiddenSlides>
  <MMClips>0</MMClips>
  <ScaleCrop>false</ScaleCrop>
  <HeadingPairs>
    <vt:vector size="10"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21</vt:i4>
      </vt:variant>
      <vt:variant>
        <vt:lpstr>Custom Shows</vt:lpstr>
      </vt:variant>
      <vt:variant>
        <vt:i4>1</vt:i4>
      </vt:variant>
    </vt:vector>
  </HeadingPairs>
  <TitlesOfParts>
    <vt:vector size="40" baseType="lpstr">
      <vt:lpstr>Arial Unicode MS</vt:lpstr>
      <vt:lpstr>SimSun</vt:lpstr>
      <vt:lpstr>Arial</vt:lpstr>
      <vt:lpstr>Arial</vt:lpstr>
      <vt:lpstr>Calibri</vt:lpstr>
      <vt:lpstr>Calibri Light</vt:lpstr>
      <vt:lpstr>Cambria</vt:lpstr>
      <vt:lpstr>Casper</vt:lpstr>
      <vt:lpstr>Georgia</vt:lpstr>
      <vt:lpstr>Karla</vt:lpstr>
      <vt:lpstr>Lato</vt:lpstr>
      <vt:lpstr>Raleway ExtraBold</vt:lpstr>
      <vt:lpstr>Segoe UI</vt:lpstr>
      <vt:lpstr>Times New Roman</vt:lpstr>
      <vt:lpstr>Wingdings</vt:lpstr>
      <vt:lpstr>1_Office Theme</vt:lpstr>
      <vt:lpstr>Contents Slide Master</vt:lpstr>
      <vt:lpstr>CorelDRAW</vt:lpstr>
      <vt:lpstr>PowerPoint Presentation</vt:lpstr>
      <vt:lpstr>Course Outcome </vt:lpstr>
      <vt:lpstr>SYLLABUS</vt:lpstr>
      <vt:lpstr>PowerPoint Presentation</vt:lpstr>
      <vt:lpstr>PowerPoint Presentation</vt:lpstr>
      <vt:lpstr>Electrical Medical Devices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lpstr>Custom Show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666</cp:revision>
  <dcterms:created xsi:type="dcterms:W3CDTF">2019-01-09T10:33:58Z</dcterms:created>
  <dcterms:modified xsi:type="dcterms:W3CDTF">2023-06-15T16:55:51Z</dcterms:modified>
</cp:coreProperties>
</file>