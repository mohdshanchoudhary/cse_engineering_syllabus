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wdp" ContentType="image/vnd.ms-photo"/>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1"/>
    <p:sldMasterId id="2147483686" r:id="rId2"/>
  </p:sldMasterIdLst>
  <p:notesMasterIdLst>
    <p:notesMasterId r:id="rId21"/>
  </p:notesMasterIdLst>
  <p:handoutMasterIdLst>
    <p:handoutMasterId r:id="rId22"/>
  </p:handoutMasterIdLst>
  <p:sldIdLst>
    <p:sldId id="375" r:id="rId3"/>
    <p:sldId id="381" r:id="rId4"/>
    <p:sldId id="403" r:id="rId5"/>
    <p:sldId id="384" r:id="rId6"/>
    <p:sldId id="404" r:id="rId7"/>
    <p:sldId id="385" r:id="rId8"/>
    <p:sldId id="387" r:id="rId9"/>
    <p:sldId id="388" r:id="rId10"/>
    <p:sldId id="389" r:id="rId11"/>
    <p:sldId id="390" r:id="rId12"/>
    <p:sldId id="405" r:id="rId13"/>
    <p:sldId id="406" r:id="rId14"/>
    <p:sldId id="407" r:id="rId15"/>
    <p:sldId id="410" r:id="rId16"/>
    <p:sldId id="408" r:id="rId17"/>
    <p:sldId id="409" r:id="rId18"/>
    <p:sldId id="411" r:id="rId19"/>
    <p:sldId id="383" r:id="rId20"/>
  </p:sldIdLst>
  <p:sldSz cx="12192000" cy="6858000"/>
  <p:notesSz cx="6858000" cy="9144000"/>
  <p:custShowLst>
    <p:custShow name="Custom Show 1" id="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8137"/>
    <a:srgbClr val="BC8F00"/>
    <a:srgbClr val="8600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72"/>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notesMaster" Target="notesMasters/notes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28" Type="http://schemas.microsoft.com/office/2016/11/relationships/changesInfo" Target="changesInfos/changesInfo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handoutMaster" Target="handoutMasters/handout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vinder Kaur" userId="89161a673412ba18" providerId="LiveId" clId="{D437EBD6-E7C5-4692-824E-7A0E4B4620EA}"/>
    <pc:docChg chg="undo redo custSel addSld delSld modSld sldOrd">
      <pc:chgData name="Devinder Kaur" userId="89161a673412ba18" providerId="LiveId" clId="{D437EBD6-E7C5-4692-824E-7A0E4B4620EA}" dt="2022-01-05T05:00:09.847" v="2573" actId="47"/>
      <pc:docMkLst>
        <pc:docMk/>
      </pc:docMkLst>
      <pc:sldChg chg="modSp mod">
        <pc:chgData name="Devinder Kaur" userId="89161a673412ba18" providerId="LiveId" clId="{D437EBD6-E7C5-4692-824E-7A0E4B4620EA}" dt="2022-01-04T18:32:02.581" v="2485" actId="555"/>
        <pc:sldMkLst>
          <pc:docMk/>
          <pc:sldMk cId="2656501266" sldId="279"/>
        </pc:sldMkLst>
        <pc:spChg chg="mod">
          <ac:chgData name="Devinder Kaur" userId="89161a673412ba18" providerId="LiveId" clId="{D437EBD6-E7C5-4692-824E-7A0E4B4620EA}" dt="2022-01-04T18:31:37.353" v="2482" actId="20577"/>
          <ac:spMkLst>
            <pc:docMk/>
            <pc:sldMk cId="2656501266" sldId="279"/>
            <ac:spMk id="2" creationId="{00000000-0000-0000-0000-000000000000}"/>
          </ac:spMkLst>
        </pc:spChg>
        <pc:grpChg chg="mod">
          <ac:chgData name="Devinder Kaur" userId="89161a673412ba18" providerId="LiveId" clId="{D437EBD6-E7C5-4692-824E-7A0E4B4620EA}" dt="2022-01-04T18:32:02.581" v="2485" actId="555"/>
          <ac:grpSpMkLst>
            <pc:docMk/>
            <pc:sldMk cId="2656501266" sldId="279"/>
            <ac:grpSpMk id="29" creationId="{00000000-0000-0000-0000-000000000000}"/>
          </ac:grpSpMkLst>
        </pc:grpChg>
      </pc:sldChg>
      <pc:sldChg chg="del">
        <pc:chgData name="Devinder Kaur" userId="89161a673412ba18" providerId="LiveId" clId="{D437EBD6-E7C5-4692-824E-7A0E4B4620EA}" dt="2022-01-04T10:33:20.325" v="2175" actId="47"/>
        <pc:sldMkLst>
          <pc:docMk/>
          <pc:sldMk cId="2266207558" sldId="281"/>
        </pc:sldMkLst>
      </pc:sldChg>
      <pc:sldChg chg="del">
        <pc:chgData name="Devinder Kaur" userId="89161a673412ba18" providerId="LiveId" clId="{D437EBD6-E7C5-4692-824E-7A0E4B4620EA}" dt="2022-01-04T18:30:25.022" v="2417" actId="47"/>
        <pc:sldMkLst>
          <pc:docMk/>
          <pc:sldMk cId="3916463999" sldId="282"/>
        </pc:sldMkLst>
      </pc:sldChg>
      <pc:sldChg chg="del">
        <pc:chgData name="Devinder Kaur" userId="89161a673412ba18" providerId="LiveId" clId="{D437EBD6-E7C5-4692-824E-7A0E4B4620EA}" dt="2022-01-04T18:30:52.337" v="2422" actId="47"/>
        <pc:sldMkLst>
          <pc:docMk/>
          <pc:sldMk cId="2420312683" sldId="283"/>
        </pc:sldMkLst>
      </pc:sldChg>
      <pc:sldChg chg="del">
        <pc:chgData name="Devinder Kaur" userId="89161a673412ba18" providerId="LiveId" clId="{D437EBD6-E7C5-4692-824E-7A0E4B4620EA}" dt="2022-01-04T18:30:40.857" v="2418" actId="47"/>
        <pc:sldMkLst>
          <pc:docMk/>
          <pc:sldMk cId="1115974807" sldId="284"/>
        </pc:sldMkLst>
      </pc:sldChg>
      <pc:sldChg chg="del">
        <pc:chgData name="Devinder Kaur" userId="89161a673412ba18" providerId="LiveId" clId="{D437EBD6-E7C5-4692-824E-7A0E4B4620EA}" dt="2022-01-04T18:30:49.034" v="2421" actId="47"/>
        <pc:sldMkLst>
          <pc:docMk/>
          <pc:sldMk cId="2596675317" sldId="285"/>
        </pc:sldMkLst>
      </pc:sldChg>
      <pc:sldChg chg="del">
        <pc:chgData name="Devinder Kaur" userId="89161a673412ba18" providerId="LiveId" clId="{D437EBD6-E7C5-4692-824E-7A0E4B4620EA}" dt="2022-01-04T18:30:46.194" v="2420" actId="47"/>
        <pc:sldMkLst>
          <pc:docMk/>
          <pc:sldMk cId="3676534844" sldId="286"/>
        </pc:sldMkLst>
      </pc:sldChg>
      <pc:sldChg chg="del">
        <pc:chgData name="Devinder Kaur" userId="89161a673412ba18" providerId="LiveId" clId="{D437EBD6-E7C5-4692-824E-7A0E4B4620EA}" dt="2022-01-04T18:30:43.635" v="2419" actId="47"/>
        <pc:sldMkLst>
          <pc:docMk/>
          <pc:sldMk cId="1284689878" sldId="287"/>
        </pc:sldMkLst>
      </pc:sldChg>
      <pc:sldChg chg="modSp mod">
        <pc:chgData name="Devinder Kaur" userId="89161a673412ba18" providerId="LiveId" clId="{D437EBD6-E7C5-4692-824E-7A0E4B4620EA}" dt="2022-01-03T09:47:48.134" v="669"/>
        <pc:sldMkLst>
          <pc:docMk/>
          <pc:sldMk cId="1352780058" sldId="384"/>
        </pc:sldMkLst>
        <pc:graphicFrameChg chg="mod">
          <ac:chgData name="Devinder Kaur" userId="89161a673412ba18" providerId="LiveId" clId="{D437EBD6-E7C5-4692-824E-7A0E4B4620EA}" dt="2022-01-03T09:47:48.134" v="669"/>
          <ac:graphicFrameMkLst>
            <pc:docMk/>
            <pc:sldMk cId="1352780058" sldId="384"/>
            <ac:graphicFrameMk id="4" creationId="{BA2DF5AD-DBB8-4F6C-A2AE-E0273C0BE5C7}"/>
          </ac:graphicFrameMkLst>
        </pc:graphicFrameChg>
      </pc:sldChg>
      <pc:sldChg chg="del">
        <pc:chgData name="Devinder Kaur" userId="89161a673412ba18" providerId="LiveId" clId="{D437EBD6-E7C5-4692-824E-7A0E4B4620EA}" dt="2022-01-03T09:43:23.980" v="525" actId="47"/>
        <pc:sldMkLst>
          <pc:docMk/>
          <pc:sldMk cId="896460617" sldId="388"/>
        </pc:sldMkLst>
      </pc:sldChg>
      <pc:sldChg chg="addSp delSp modSp new del mod">
        <pc:chgData name="Devinder Kaur" userId="89161a673412ba18" providerId="LiveId" clId="{D437EBD6-E7C5-4692-824E-7A0E4B4620EA}" dt="2022-01-03T09:43:37.711" v="529" actId="47"/>
        <pc:sldMkLst>
          <pc:docMk/>
          <pc:sldMk cId="1005587946" sldId="389"/>
        </pc:sldMkLst>
        <pc:graphicFrameChg chg="add mod modGraphic">
          <ac:chgData name="Devinder Kaur" userId="89161a673412ba18" providerId="LiveId" clId="{D437EBD6-E7C5-4692-824E-7A0E4B4620EA}" dt="2021-12-30T08:28:13.232" v="66" actId="255"/>
          <ac:graphicFrameMkLst>
            <pc:docMk/>
            <pc:sldMk cId="1005587946" sldId="389"/>
            <ac:graphicFrameMk id="3" creationId="{FD50DDDD-2A18-410C-B43D-C970B7C23D64}"/>
          </ac:graphicFrameMkLst>
        </pc:graphicFrameChg>
        <pc:picChg chg="add mod">
          <ac:chgData name="Devinder Kaur" userId="89161a673412ba18" providerId="LiveId" clId="{D437EBD6-E7C5-4692-824E-7A0E4B4620EA}" dt="2021-12-30T08:29:19.507" v="74" actId="14100"/>
          <ac:picMkLst>
            <pc:docMk/>
            <pc:sldMk cId="1005587946" sldId="389"/>
            <ac:picMk id="4" creationId="{B9A9EF9B-D591-4B17-97E5-3CF98E258875}"/>
          </ac:picMkLst>
        </pc:picChg>
        <pc:picChg chg="add del mod">
          <ac:chgData name="Devinder Kaur" userId="89161a673412ba18" providerId="LiveId" clId="{D437EBD6-E7C5-4692-824E-7A0E4B4620EA}" dt="2021-12-30T08:28:54.294" v="68" actId="478"/>
          <ac:picMkLst>
            <pc:docMk/>
            <pc:sldMk cId="1005587946" sldId="389"/>
            <ac:picMk id="5" creationId="{7E771E45-5504-4FA3-A9A6-6443EEA07344}"/>
          </ac:picMkLst>
        </pc:picChg>
        <pc:picChg chg="add mod">
          <ac:chgData name="Devinder Kaur" userId="89161a673412ba18" providerId="LiveId" clId="{D437EBD6-E7C5-4692-824E-7A0E4B4620EA}" dt="2021-12-30T08:29:07.555" v="72" actId="14100"/>
          <ac:picMkLst>
            <pc:docMk/>
            <pc:sldMk cId="1005587946" sldId="389"/>
            <ac:picMk id="14338" creationId="{F07C730A-5497-4113-BDA3-9CEE57402CB6}"/>
          </ac:picMkLst>
        </pc:picChg>
      </pc:sldChg>
      <pc:sldChg chg="addSp modSp new del mod">
        <pc:chgData name="Devinder Kaur" userId="89161a673412ba18" providerId="LiveId" clId="{D437EBD6-E7C5-4692-824E-7A0E4B4620EA}" dt="2022-01-03T09:43:35.323" v="528" actId="47"/>
        <pc:sldMkLst>
          <pc:docMk/>
          <pc:sldMk cId="3600950664" sldId="390"/>
        </pc:sldMkLst>
        <pc:graphicFrameChg chg="add mod modGraphic">
          <ac:chgData name="Devinder Kaur" userId="89161a673412ba18" providerId="LiveId" clId="{D437EBD6-E7C5-4692-824E-7A0E4B4620EA}" dt="2021-12-30T08:58:53.666" v="130"/>
          <ac:graphicFrameMkLst>
            <pc:docMk/>
            <pc:sldMk cId="3600950664" sldId="390"/>
            <ac:graphicFrameMk id="3" creationId="{F57FD9B7-0F4A-45EF-94EB-A6DE0B794308}"/>
          </ac:graphicFrameMkLst>
        </pc:graphicFrameChg>
        <pc:picChg chg="add mod ord modCrop">
          <ac:chgData name="Devinder Kaur" userId="89161a673412ba18" providerId="LiveId" clId="{D437EBD6-E7C5-4692-824E-7A0E4B4620EA}" dt="2021-12-30T08:58:18.495" v="114" actId="1037"/>
          <ac:picMkLst>
            <pc:docMk/>
            <pc:sldMk cId="3600950664" sldId="390"/>
            <ac:picMk id="4" creationId="{D76ACF92-A6A6-4E5F-BF32-F9E9F8750DE2}"/>
          </ac:picMkLst>
        </pc:picChg>
      </pc:sldChg>
      <pc:sldChg chg="addSp modSp new del mod">
        <pc:chgData name="Devinder Kaur" userId="89161a673412ba18" providerId="LiveId" clId="{D437EBD6-E7C5-4692-824E-7A0E4B4620EA}" dt="2022-01-03T09:43:32.047" v="527" actId="47"/>
        <pc:sldMkLst>
          <pc:docMk/>
          <pc:sldMk cId="208273545" sldId="391"/>
        </pc:sldMkLst>
        <pc:graphicFrameChg chg="add mod modGraphic">
          <ac:chgData name="Devinder Kaur" userId="89161a673412ba18" providerId="LiveId" clId="{D437EBD6-E7C5-4692-824E-7A0E4B4620EA}" dt="2021-12-30T09:03:48.499" v="164" actId="123"/>
          <ac:graphicFrameMkLst>
            <pc:docMk/>
            <pc:sldMk cId="208273545" sldId="391"/>
            <ac:graphicFrameMk id="3" creationId="{25FC42D7-E1DD-4852-AEFC-A9922461DB76}"/>
          </ac:graphicFrameMkLst>
        </pc:graphicFrameChg>
        <pc:picChg chg="add mod modCrop">
          <ac:chgData name="Devinder Kaur" userId="89161a673412ba18" providerId="LiveId" clId="{D437EBD6-E7C5-4692-824E-7A0E4B4620EA}" dt="2021-12-30T09:04:24.739" v="171" actId="14100"/>
          <ac:picMkLst>
            <pc:docMk/>
            <pc:sldMk cId="208273545" sldId="391"/>
            <ac:picMk id="4" creationId="{C408C4D2-45C1-466D-AEB8-DF1A6ADECF38}"/>
          </ac:picMkLst>
        </pc:picChg>
      </pc:sldChg>
      <pc:sldChg chg="addSp modSp new del mod">
        <pc:chgData name="Devinder Kaur" userId="89161a673412ba18" providerId="LiveId" clId="{D437EBD6-E7C5-4692-824E-7A0E4B4620EA}" dt="2022-01-03T09:43:29.928" v="526" actId="47"/>
        <pc:sldMkLst>
          <pc:docMk/>
          <pc:sldMk cId="2401993180" sldId="392"/>
        </pc:sldMkLst>
        <pc:graphicFrameChg chg="add mod modGraphic">
          <ac:chgData name="Devinder Kaur" userId="89161a673412ba18" providerId="LiveId" clId="{D437EBD6-E7C5-4692-824E-7A0E4B4620EA}" dt="2021-12-30T09:10:18.861" v="204" actId="1076"/>
          <ac:graphicFrameMkLst>
            <pc:docMk/>
            <pc:sldMk cId="2401993180" sldId="392"/>
            <ac:graphicFrameMk id="3" creationId="{8A4068DC-F96E-4A5D-B32C-43FEC767AD9F}"/>
          </ac:graphicFrameMkLst>
        </pc:graphicFrameChg>
      </pc:sldChg>
      <pc:sldChg chg="addSp modSp new mod">
        <pc:chgData name="Devinder Kaur" userId="89161a673412ba18" providerId="LiveId" clId="{D437EBD6-E7C5-4692-824E-7A0E4B4620EA}" dt="2022-01-03T09:45:17.769" v="556"/>
        <pc:sldMkLst>
          <pc:docMk/>
          <pc:sldMk cId="2192094936" sldId="393"/>
        </pc:sldMkLst>
        <pc:graphicFrameChg chg="add mod modGraphic">
          <ac:chgData name="Devinder Kaur" userId="89161a673412ba18" providerId="LiveId" clId="{D437EBD6-E7C5-4692-824E-7A0E4B4620EA}" dt="2022-01-03T09:45:17.769" v="556"/>
          <ac:graphicFrameMkLst>
            <pc:docMk/>
            <pc:sldMk cId="2192094936" sldId="393"/>
            <ac:graphicFrameMk id="3" creationId="{8B632F35-A765-4989-BCDD-57B050D390F5}"/>
          </ac:graphicFrameMkLst>
        </pc:graphicFrameChg>
      </pc:sldChg>
      <pc:sldChg chg="addSp modSp new mod">
        <pc:chgData name="Devinder Kaur" userId="89161a673412ba18" providerId="LiveId" clId="{D437EBD6-E7C5-4692-824E-7A0E4B4620EA}" dt="2022-01-03T09:40:27.117" v="513" actId="20577"/>
        <pc:sldMkLst>
          <pc:docMk/>
          <pc:sldMk cId="3614230884" sldId="394"/>
        </pc:sldMkLst>
        <pc:graphicFrameChg chg="add mod modGraphic">
          <ac:chgData name="Devinder Kaur" userId="89161a673412ba18" providerId="LiveId" clId="{D437EBD6-E7C5-4692-824E-7A0E4B4620EA}" dt="2022-01-03T09:40:27.117" v="513" actId="20577"/>
          <ac:graphicFrameMkLst>
            <pc:docMk/>
            <pc:sldMk cId="3614230884" sldId="394"/>
            <ac:graphicFrameMk id="3" creationId="{778D9B96-086E-47D6-9D5B-2BCE27CBD1AF}"/>
          </ac:graphicFrameMkLst>
        </pc:graphicFrameChg>
      </pc:sldChg>
      <pc:sldChg chg="addSp modSp new mod">
        <pc:chgData name="Devinder Kaur" userId="89161a673412ba18" providerId="LiveId" clId="{D437EBD6-E7C5-4692-824E-7A0E4B4620EA}" dt="2021-12-30T10:16:19.820" v="298" actId="1035"/>
        <pc:sldMkLst>
          <pc:docMk/>
          <pc:sldMk cId="147918492" sldId="395"/>
        </pc:sldMkLst>
        <pc:graphicFrameChg chg="add mod modGraphic">
          <ac:chgData name="Devinder Kaur" userId="89161a673412ba18" providerId="LiveId" clId="{D437EBD6-E7C5-4692-824E-7A0E4B4620EA}" dt="2021-12-30T10:16:19.820" v="298" actId="1035"/>
          <ac:graphicFrameMkLst>
            <pc:docMk/>
            <pc:sldMk cId="147918492" sldId="395"/>
            <ac:graphicFrameMk id="3" creationId="{C96A5D8C-11DF-4E6F-9234-C4E7326F1221}"/>
          </ac:graphicFrameMkLst>
        </pc:graphicFrameChg>
      </pc:sldChg>
      <pc:sldChg chg="addSp delSp modSp new mod">
        <pc:chgData name="Devinder Kaur" userId="89161a673412ba18" providerId="LiveId" clId="{D437EBD6-E7C5-4692-824E-7A0E4B4620EA}" dt="2022-01-03T09:44:10.780" v="540"/>
        <pc:sldMkLst>
          <pc:docMk/>
          <pc:sldMk cId="3856306075" sldId="396"/>
        </pc:sldMkLst>
        <pc:spChg chg="add del mod">
          <ac:chgData name="Devinder Kaur" userId="89161a673412ba18" providerId="LiveId" clId="{D437EBD6-E7C5-4692-824E-7A0E4B4620EA}" dt="2021-12-30T10:24:01.802" v="325" actId="478"/>
          <ac:spMkLst>
            <pc:docMk/>
            <pc:sldMk cId="3856306075" sldId="396"/>
            <ac:spMk id="5" creationId="{86434215-6313-4C5C-9DB1-0BBA885F018D}"/>
          </ac:spMkLst>
        </pc:spChg>
        <pc:spChg chg="add del mod">
          <ac:chgData name="Devinder Kaur" userId="89161a673412ba18" providerId="LiveId" clId="{D437EBD6-E7C5-4692-824E-7A0E4B4620EA}" dt="2021-12-30T10:28:15.448" v="376" actId="478"/>
          <ac:spMkLst>
            <pc:docMk/>
            <pc:sldMk cId="3856306075" sldId="396"/>
            <ac:spMk id="7" creationId="{DBDC87F2-D3A4-4EFE-A303-52BFF1E262ED}"/>
          </ac:spMkLst>
        </pc:spChg>
        <pc:graphicFrameChg chg="add mod modGraphic">
          <ac:chgData name="Devinder Kaur" userId="89161a673412ba18" providerId="LiveId" clId="{D437EBD6-E7C5-4692-824E-7A0E4B4620EA}" dt="2022-01-03T09:44:10.780" v="540"/>
          <ac:graphicFrameMkLst>
            <pc:docMk/>
            <pc:sldMk cId="3856306075" sldId="396"/>
            <ac:graphicFrameMk id="3" creationId="{5EF03876-09FB-4960-BCF6-D28322A76EBC}"/>
          </ac:graphicFrameMkLst>
        </pc:graphicFrameChg>
      </pc:sldChg>
      <pc:sldChg chg="addSp modSp new mod">
        <pc:chgData name="Devinder Kaur" userId="89161a673412ba18" providerId="LiveId" clId="{D437EBD6-E7C5-4692-824E-7A0E4B4620EA}" dt="2022-01-04T09:37:35.159" v="2142" actId="113"/>
        <pc:sldMkLst>
          <pc:docMk/>
          <pc:sldMk cId="3167315709" sldId="397"/>
        </pc:sldMkLst>
        <pc:graphicFrameChg chg="add mod modGraphic">
          <ac:chgData name="Devinder Kaur" userId="89161a673412ba18" providerId="LiveId" clId="{D437EBD6-E7C5-4692-824E-7A0E4B4620EA}" dt="2022-01-04T09:37:35.159" v="2142" actId="113"/>
          <ac:graphicFrameMkLst>
            <pc:docMk/>
            <pc:sldMk cId="3167315709" sldId="397"/>
            <ac:graphicFrameMk id="3" creationId="{3275FE63-40A9-447D-A8F0-CBC20D437BF6}"/>
          </ac:graphicFrameMkLst>
        </pc:graphicFrameChg>
      </pc:sldChg>
      <pc:sldChg chg="addSp modSp new mod">
        <pc:chgData name="Devinder Kaur" userId="89161a673412ba18" providerId="LiveId" clId="{D437EBD6-E7C5-4692-824E-7A0E4B4620EA}" dt="2022-01-03T09:43:12.535" v="524"/>
        <pc:sldMkLst>
          <pc:docMk/>
          <pc:sldMk cId="3639549269" sldId="398"/>
        </pc:sldMkLst>
        <pc:graphicFrameChg chg="add mod modGraphic">
          <ac:chgData name="Devinder Kaur" userId="89161a673412ba18" providerId="LiveId" clId="{D437EBD6-E7C5-4692-824E-7A0E4B4620EA}" dt="2022-01-03T09:43:12.535" v="524"/>
          <ac:graphicFrameMkLst>
            <pc:docMk/>
            <pc:sldMk cId="3639549269" sldId="398"/>
            <ac:graphicFrameMk id="3" creationId="{0DFF9344-92F7-4682-9AF5-F049576651F7}"/>
          </ac:graphicFrameMkLst>
        </pc:graphicFrameChg>
      </pc:sldChg>
      <pc:sldChg chg="addSp delSp modSp new mod modNotesTx">
        <pc:chgData name="Devinder Kaur" userId="89161a673412ba18" providerId="LiveId" clId="{D437EBD6-E7C5-4692-824E-7A0E4B4620EA}" dt="2022-01-03T09:56:10.487" v="714" actId="1032"/>
        <pc:sldMkLst>
          <pc:docMk/>
          <pc:sldMk cId="464625897" sldId="399"/>
        </pc:sldMkLst>
        <pc:graphicFrameChg chg="add mod modGraphic">
          <ac:chgData name="Devinder Kaur" userId="89161a673412ba18" providerId="LiveId" clId="{D437EBD6-E7C5-4692-824E-7A0E4B4620EA}" dt="2022-01-03T09:53:27.258" v="707" actId="14100"/>
          <ac:graphicFrameMkLst>
            <pc:docMk/>
            <pc:sldMk cId="464625897" sldId="399"/>
            <ac:graphicFrameMk id="3" creationId="{FA13A556-8E4F-4A65-9846-1F148285D800}"/>
          </ac:graphicFrameMkLst>
        </pc:graphicFrameChg>
        <pc:graphicFrameChg chg="add del modGraphic">
          <ac:chgData name="Devinder Kaur" userId="89161a673412ba18" providerId="LiveId" clId="{D437EBD6-E7C5-4692-824E-7A0E4B4620EA}" dt="2022-01-03T09:56:10.487" v="714" actId="1032"/>
          <ac:graphicFrameMkLst>
            <pc:docMk/>
            <pc:sldMk cId="464625897" sldId="399"/>
            <ac:graphicFrameMk id="4" creationId="{AF9DCAC7-6D9D-4AAD-A92F-50152F4B65A8}"/>
          </ac:graphicFrameMkLst>
        </pc:graphicFrameChg>
      </pc:sldChg>
      <pc:sldChg chg="addSp modSp new mod modNotesTx">
        <pc:chgData name="Devinder Kaur" userId="89161a673412ba18" providerId="LiveId" clId="{D437EBD6-E7C5-4692-824E-7A0E4B4620EA}" dt="2022-01-03T10:39:33.414" v="912" actId="255"/>
        <pc:sldMkLst>
          <pc:docMk/>
          <pc:sldMk cId="227521108" sldId="400"/>
        </pc:sldMkLst>
        <pc:graphicFrameChg chg="add mod modGraphic">
          <ac:chgData name="Devinder Kaur" userId="89161a673412ba18" providerId="LiveId" clId="{D437EBD6-E7C5-4692-824E-7A0E4B4620EA}" dt="2022-01-03T10:39:33.414" v="912" actId="255"/>
          <ac:graphicFrameMkLst>
            <pc:docMk/>
            <pc:sldMk cId="227521108" sldId="400"/>
            <ac:graphicFrameMk id="3" creationId="{0A75EF0A-0EE4-46B0-B346-E4FF073F4FA7}"/>
          </ac:graphicFrameMkLst>
        </pc:graphicFrameChg>
      </pc:sldChg>
      <pc:sldChg chg="addSp modSp new mod">
        <pc:chgData name="Devinder Kaur" userId="89161a673412ba18" providerId="LiveId" clId="{D437EBD6-E7C5-4692-824E-7A0E4B4620EA}" dt="2022-01-03T10:12:57.619" v="802" actId="14100"/>
        <pc:sldMkLst>
          <pc:docMk/>
          <pc:sldMk cId="2249148143" sldId="401"/>
        </pc:sldMkLst>
        <pc:graphicFrameChg chg="add mod modGraphic">
          <ac:chgData name="Devinder Kaur" userId="89161a673412ba18" providerId="LiveId" clId="{D437EBD6-E7C5-4692-824E-7A0E4B4620EA}" dt="2022-01-03T10:12:57.619" v="802" actId="14100"/>
          <ac:graphicFrameMkLst>
            <pc:docMk/>
            <pc:sldMk cId="2249148143" sldId="401"/>
            <ac:graphicFrameMk id="3" creationId="{EA430766-A82E-4BAC-BEBF-83AB9FBE8243}"/>
          </ac:graphicFrameMkLst>
        </pc:graphicFrameChg>
      </pc:sldChg>
      <pc:sldChg chg="addSp modSp new mod">
        <pc:chgData name="Devinder Kaur" userId="89161a673412ba18" providerId="LiveId" clId="{D437EBD6-E7C5-4692-824E-7A0E4B4620EA}" dt="2022-01-03T10:37:37.963" v="907"/>
        <pc:sldMkLst>
          <pc:docMk/>
          <pc:sldMk cId="896897458" sldId="402"/>
        </pc:sldMkLst>
        <pc:graphicFrameChg chg="add mod modGraphic">
          <ac:chgData name="Devinder Kaur" userId="89161a673412ba18" providerId="LiveId" clId="{D437EBD6-E7C5-4692-824E-7A0E4B4620EA}" dt="2022-01-03T10:37:37.963" v="907"/>
          <ac:graphicFrameMkLst>
            <pc:docMk/>
            <pc:sldMk cId="896897458" sldId="402"/>
            <ac:graphicFrameMk id="3" creationId="{82A99B5D-4B56-47E4-97F6-CF7642479297}"/>
          </ac:graphicFrameMkLst>
        </pc:graphicFrameChg>
      </pc:sldChg>
      <pc:sldChg chg="addSp modSp new mod modNotesTx">
        <pc:chgData name="Devinder Kaur" userId="89161a673412ba18" providerId="LiveId" clId="{D437EBD6-E7C5-4692-824E-7A0E4B4620EA}" dt="2022-01-03T10:50:20.282" v="944" actId="20577"/>
        <pc:sldMkLst>
          <pc:docMk/>
          <pc:sldMk cId="370510280" sldId="403"/>
        </pc:sldMkLst>
        <pc:graphicFrameChg chg="add mod modGraphic">
          <ac:chgData name="Devinder Kaur" userId="89161a673412ba18" providerId="LiveId" clId="{D437EBD6-E7C5-4692-824E-7A0E4B4620EA}" dt="2022-01-03T10:50:20.282" v="944" actId="20577"/>
          <ac:graphicFrameMkLst>
            <pc:docMk/>
            <pc:sldMk cId="370510280" sldId="403"/>
            <ac:graphicFrameMk id="3" creationId="{43BAFD15-DD9F-49A5-A0DE-4E81A575A22F}"/>
          </ac:graphicFrameMkLst>
        </pc:graphicFrameChg>
      </pc:sldChg>
      <pc:sldChg chg="addSp modSp new mod modNotesTx">
        <pc:chgData name="Devinder Kaur" userId="89161a673412ba18" providerId="LiveId" clId="{D437EBD6-E7C5-4692-824E-7A0E4B4620EA}" dt="2022-01-05T04:58:45.633" v="2570" actId="403"/>
        <pc:sldMkLst>
          <pc:docMk/>
          <pc:sldMk cId="1758255484" sldId="404"/>
        </pc:sldMkLst>
        <pc:graphicFrameChg chg="add mod modGraphic">
          <ac:chgData name="Devinder Kaur" userId="89161a673412ba18" providerId="LiveId" clId="{D437EBD6-E7C5-4692-824E-7A0E4B4620EA}" dt="2022-01-05T04:58:45.633" v="2570" actId="403"/>
          <ac:graphicFrameMkLst>
            <pc:docMk/>
            <pc:sldMk cId="1758255484" sldId="404"/>
            <ac:graphicFrameMk id="3" creationId="{8A0FCFD4-6670-41BA-9D3D-3BF049E75FED}"/>
          </ac:graphicFrameMkLst>
        </pc:graphicFrameChg>
      </pc:sldChg>
      <pc:sldChg chg="addSp modSp new mod">
        <pc:chgData name="Devinder Kaur" userId="89161a673412ba18" providerId="LiveId" clId="{D437EBD6-E7C5-4692-824E-7A0E4B4620EA}" dt="2022-01-04T05:09:38.414" v="1014" actId="1036"/>
        <pc:sldMkLst>
          <pc:docMk/>
          <pc:sldMk cId="1064749569" sldId="405"/>
        </pc:sldMkLst>
        <pc:graphicFrameChg chg="add mod modGraphic">
          <ac:chgData name="Devinder Kaur" userId="89161a673412ba18" providerId="LiveId" clId="{D437EBD6-E7C5-4692-824E-7A0E4B4620EA}" dt="2022-01-04T05:09:38.414" v="1014" actId="1036"/>
          <ac:graphicFrameMkLst>
            <pc:docMk/>
            <pc:sldMk cId="1064749569" sldId="405"/>
            <ac:graphicFrameMk id="3" creationId="{6FA20453-F70D-427A-BE72-6C1FBBAE2422}"/>
          </ac:graphicFrameMkLst>
        </pc:graphicFrameChg>
      </pc:sldChg>
      <pc:sldChg chg="addSp modSp new mod">
        <pc:chgData name="Devinder Kaur" userId="89161a673412ba18" providerId="LiveId" clId="{D437EBD6-E7C5-4692-824E-7A0E4B4620EA}" dt="2022-01-04T05:27:07.268" v="1170" actId="255"/>
        <pc:sldMkLst>
          <pc:docMk/>
          <pc:sldMk cId="58233747" sldId="406"/>
        </pc:sldMkLst>
        <pc:graphicFrameChg chg="add mod modGraphic">
          <ac:chgData name="Devinder Kaur" userId="89161a673412ba18" providerId="LiveId" clId="{D437EBD6-E7C5-4692-824E-7A0E4B4620EA}" dt="2022-01-04T05:27:07.268" v="1170" actId="255"/>
          <ac:graphicFrameMkLst>
            <pc:docMk/>
            <pc:sldMk cId="58233747" sldId="406"/>
            <ac:graphicFrameMk id="3" creationId="{5FE0A920-CC80-4EB4-95E3-71140833B511}"/>
          </ac:graphicFrameMkLst>
        </pc:graphicFrameChg>
      </pc:sldChg>
      <pc:sldChg chg="addSp modSp new mod">
        <pc:chgData name="Devinder Kaur" userId="89161a673412ba18" providerId="LiveId" clId="{D437EBD6-E7C5-4692-824E-7A0E4B4620EA}" dt="2022-01-04T18:42:21.794" v="2528"/>
        <pc:sldMkLst>
          <pc:docMk/>
          <pc:sldMk cId="3711753767" sldId="407"/>
        </pc:sldMkLst>
        <pc:graphicFrameChg chg="add mod modGraphic">
          <ac:chgData name="Devinder Kaur" userId="89161a673412ba18" providerId="LiveId" clId="{D437EBD6-E7C5-4692-824E-7A0E4B4620EA}" dt="2022-01-04T18:42:21.794" v="2528"/>
          <ac:graphicFrameMkLst>
            <pc:docMk/>
            <pc:sldMk cId="3711753767" sldId="407"/>
            <ac:graphicFrameMk id="3" creationId="{E54F643D-F193-471D-84EE-E2CCBB190C8B}"/>
          </ac:graphicFrameMkLst>
        </pc:graphicFrameChg>
      </pc:sldChg>
      <pc:sldChg chg="addSp delSp modSp new mod">
        <pc:chgData name="Devinder Kaur" userId="89161a673412ba18" providerId="LiveId" clId="{D437EBD6-E7C5-4692-824E-7A0E4B4620EA}" dt="2022-01-04T18:43:47.710" v="2549"/>
        <pc:sldMkLst>
          <pc:docMk/>
          <pc:sldMk cId="2023502325" sldId="408"/>
        </pc:sldMkLst>
        <pc:graphicFrameChg chg="add mod modGraphic">
          <ac:chgData name="Devinder Kaur" userId="89161a673412ba18" providerId="LiveId" clId="{D437EBD6-E7C5-4692-824E-7A0E4B4620EA}" dt="2022-01-04T18:43:47.710" v="2549"/>
          <ac:graphicFrameMkLst>
            <pc:docMk/>
            <pc:sldMk cId="2023502325" sldId="408"/>
            <ac:graphicFrameMk id="3" creationId="{C9BC80E6-6A9D-4F6F-9413-7F6D8A58175F}"/>
          </ac:graphicFrameMkLst>
        </pc:graphicFrameChg>
        <pc:picChg chg="add del">
          <ac:chgData name="Devinder Kaur" userId="89161a673412ba18" providerId="LiveId" clId="{D437EBD6-E7C5-4692-824E-7A0E4B4620EA}" dt="2022-01-04T07:07:59.220" v="1552" actId="478"/>
          <ac:picMkLst>
            <pc:docMk/>
            <pc:sldMk cId="2023502325" sldId="408"/>
            <ac:picMk id="4" creationId="{D8A7A39E-7B25-4AB1-A8DE-CEA077CDEF6F}"/>
          </ac:picMkLst>
        </pc:picChg>
        <pc:picChg chg="add del mod">
          <ac:chgData name="Devinder Kaur" userId="89161a673412ba18" providerId="LiveId" clId="{D437EBD6-E7C5-4692-824E-7A0E4B4620EA}" dt="2022-01-04T07:15:03.778" v="1859" actId="478"/>
          <ac:picMkLst>
            <pc:docMk/>
            <pc:sldMk cId="2023502325" sldId="408"/>
            <ac:picMk id="5" creationId="{0E9055B2-077F-47BF-A957-40E530405595}"/>
          </ac:picMkLst>
        </pc:picChg>
      </pc:sldChg>
      <pc:sldChg chg="new del">
        <pc:chgData name="Devinder Kaur" userId="89161a673412ba18" providerId="LiveId" clId="{D437EBD6-E7C5-4692-824E-7A0E4B4620EA}" dt="2022-01-04T05:35:55.408" v="1211" actId="680"/>
        <pc:sldMkLst>
          <pc:docMk/>
          <pc:sldMk cId="1622905182" sldId="409"/>
        </pc:sldMkLst>
      </pc:sldChg>
      <pc:sldChg chg="modSp new mod">
        <pc:chgData name="Devinder Kaur" userId="89161a673412ba18" providerId="LiveId" clId="{D437EBD6-E7C5-4692-824E-7A0E4B4620EA}" dt="2022-01-04T18:34:11.558" v="2513" actId="14100"/>
        <pc:sldMkLst>
          <pc:docMk/>
          <pc:sldMk cId="4053061567" sldId="409"/>
        </pc:sldMkLst>
        <pc:spChg chg="mod">
          <ac:chgData name="Devinder Kaur" userId="89161a673412ba18" providerId="LiveId" clId="{D437EBD6-E7C5-4692-824E-7A0E4B4620EA}" dt="2022-01-04T05:38:21.574" v="1248" actId="14100"/>
          <ac:spMkLst>
            <pc:docMk/>
            <pc:sldMk cId="4053061567" sldId="409"/>
            <ac:spMk id="2" creationId="{7D11C330-CF8C-476A-86FB-980644B47AD6}"/>
          </ac:spMkLst>
        </pc:spChg>
        <pc:spChg chg="mod">
          <ac:chgData name="Devinder Kaur" userId="89161a673412ba18" providerId="LiveId" clId="{D437EBD6-E7C5-4692-824E-7A0E4B4620EA}" dt="2022-01-04T18:34:11.558" v="2513" actId="14100"/>
          <ac:spMkLst>
            <pc:docMk/>
            <pc:sldMk cId="4053061567" sldId="409"/>
            <ac:spMk id="3" creationId="{7091DE2F-9396-40F7-8441-3F7E82C9F023}"/>
          </ac:spMkLst>
        </pc:spChg>
      </pc:sldChg>
      <pc:sldChg chg="modSp new mod">
        <pc:chgData name="Devinder Kaur" userId="89161a673412ba18" providerId="LiveId" clId="{D437EBD6-E7C5-4692-824E-7A0E4B4620EA}" dt="2022-01-04T05:40:47.750" v="1280" actId="14100"/>
        <pc:sldMkLst>
          <pc:docMk/>
          <pc:sldMk cId="2337382951" sldId="410"/>
        </pc:sldMkLst>
        <pc:spChg chg="mod">
          <ac:chgData name="Devinder Kaur" userId="89161a673412ba18" providerId="LiveId" clId="{D437EBD6-E7C5-4692-824E-7A0E4B4620EA}" dt="2022-01-04T05:40:42.559" v="1279" actId="14100"/>
          <ac:spMkLst>
            <pc:docMk/>
            <pc:sldMk cId="2337382951" sldId="410"/>
            <ac:spMk id="2" creationId="{75DF2864-D4E4-4DA8-BC6E-A8C255929A8D}"/>
          </ac:spMkLst>
        </pc:spChg>
        <pc:spChg chg="mod">
          <ac:chgData name="Devinder Kaur" userId="89161a673412ba18" providerId="LiveId" clId="{D437EBD6-E7C5-4692-824E-7A0E4B4620EA}" dt="2022-01-04T05:40:47.750" v="1280" actId="14100"/>
          <ac:spMkLst>
            <pc:docMk/>
            <pc:sldMk cId="2337382951" sldId="410"/>
            <ac:spMk id="3" creationId="{5D6D8C70-B24F-4276-A3F1-20A30D6FF537}"/>
          </ac:spMkLst>
        </pc:spChg>
      </pc:sldChg>
      <pc:sldChg chg="modSp add del mod">
        <pc:chgData name="Devinder Kaur" userId="89161a673412ba18" providerId="LiveId" clId="{D437EBD6-E7C5-4692-824E-7A0E4B4620EA}" dt="2022-01-05T05:00:09.847" v="2573" actId="47"/>
        <pc:sldMkLst>
          <pc:docMk/>
          <pc:sldMk cId="1136771063" sldId="411"/>
        </pc:sldMkLst>
        <pc:spChg chg="mod">
          <ac:chgData name="Devinder Kaur" userId="89161a673412ba18" providerId="LiveId" clId="{D437EBD6-E7C5-4692-824E-7A0E4B4620EA}" dt="2022-01-04T18:37:20.842" v="2516" actId="20577"/>
          <ac:spMkLst>
            <pc:docMk/>
            <pc:sldMk cId="1136771063" sldId="411"/>
            <ac:spMk id="3" creationId="{4811D856-3C8C-4D6C-8911-404843A25A83}"/>
          </ac:spMkLst>
        </pc:spChg>
      </pc:sldChg>
      <pc:sldChg chg="delSp modSp new del mod">
        <pc:chgData name="Devinder Kaur" userId="89161a673412ba18" providerId="LiveId" clId="{D437EBD6-E7C5-4692-824E-7A0E4B4620EA}" dt="2022-01-04T18:34:21.445" v="2514" actId="2696"/>
        <pc:sldMkLst>
          <pc:docMk/>
          <pc:sldMk cId="3669953272" sldId="411"/>
        </pc:sldMkLst>
        <pc:spChg chg="del mod">
          <ac:chgData name="Devinder Kaur" userId="89161a673412ba18" providerId="LiveId" clId="{D437EBD6-E7C5-4692-824E-7A0E4B4620EA}" dt="2022-01-04T18:07:13.444" v="2287" actId="478"/>
          <ac:spMkLst>
            <pc:docMk/>
            <pc:sldMk cId="3669953272" sldId="411"/>
            <ac:spMk id="2" creationId="{B604E40A-43FE-4B8C-A135-608DC066CA66}"/>
          </ac:spMkLst>
        </pc:spChg>
        <pc:spChg chg="mod">
          <ac:chgData name="Devinder Kaur" userId="89161a673412ba18" providerId="LiveId" clId="{D437EBD6-E7C5-4692-824E-7A0E4B4620EA}" dt="2022-01-04T18:33:49.535" v="2508" actId="21"/>
          <ac:spMkLst>
            <pc:docMk/>
            <pc:sldMk cId="3669953272" sldId="411"/>
            <ac:spMk id="3" creationId="{4811D856-3C8C-4D6C-8911-404843A25A83}"/>
          </ac:spMkLst>
        </pc:spChg>
      </pc:sldChg>
      <pc:sldChg chg="addSp modSp new mod">
        <pc:chgData name="Devinder Kaur" userId="89161a673412ba18" providerId="LiveId" clId="{D437EBD6-E7C5-4692-824E-7A0E4B4620EA}" dt="2022-01-04T09:24:56.202" v="2086"/>
        <pc:sldMkLst>
          <pc:docMk/>
          <pc:sldMk cId="1345359177" sldId="412"/>
        </pc:sldMkLst>
        <pc:graphicFrameChg chg="add mod modGraphic">
          <ac:chgData name="Devinder Kaur" userId="89161a673412ba18" providerId="LiveId" clId="{D437EBD6-E7C5-4692-824E-7A0E4B4620EA}" dt="2022-01-04T09:24:56.202" v="2086"/>
          <ac:graphicFrameMkLst>
            <pc:docMk/>
            <pc:sldMk cId="1345359177" sldId="412"/>
            <ac:graphicFrameMk id="3" creationId="{91FB0732-0B5F-46B8-961B-558C53D446B4}"/>
          </ac:graphicFrameMkLst>
        </pc:graphicFrameChg>
      </pc:sldChg>
      <pc:sldChg chg="addSp modSp new mod ord">
        <pc:chgData name="Devinder Kaur" userId="89161a673412ba18" providerId="LiveId" clId="{D437EBD6-E7C5-4692-824E-7A0E4B4620EA}" dt="2022-01-05T04:59:21.737" v="2572" actId="403"/>
        <pc:sldMkLst>
          <pc:docMk/>
          <pc:sldMk cId="1399851306" sldId="413"/>
        </pc:sldMkLst>
        <pc:graphicFrameChg chg="add mod modGraphic">
          <ac:chgData name="Devinder Kaur" userId="89161a673412ba18" providerId="LiveId" clId="{D437EBD6-E7C5-4692-824E-7A0E4B4620EA}" dt="2022-01-05T04:59:21.737" v="2572" actId="403"/>
          <ac:graphicFrameMkLst>
            <pc:docMk/>
            <pc:sldMk cId="1399851306" sldId="413"/>
            <ac:graphicFrameMk id="3" creationId="{B0D304A0-7530-44FB-89C0-2D473262C5A0}"/>
          </ac:graphicFrameMkLst>
        </pc:graphicFrameChg>
      </pc:sldChg>
      <pc:sldChg chg="addSp modSp new mod">
        <pc:chgData name="Devinder Kaur" userId="89161a673412ba18" providerId="LiveId" clId="{D437EBD6-E7C5-4692-824E-7A0E4B4620EA}" dt="2022-01-04T10:32:56.223" v="2174" actId="122"/>
        <pc:sldMkLst>
          <pc:docMk/>
          <pc:sldMk cId="4063930908" sldId="414"/>
        </pc:sldMkLst>
        <pc:graphicFrameChg chg="add mod modGraphic">
          <ac:chgData name="Devinder Kaur" userId="89161a673412ba18" providerId="LiveId" clId="{D437EBD6-E7C5-4692-824E-7A0E4B4620EA}" dt="2022-01-04T10:32:56.223" v="2174" actId="122"/>
          <ac:graphicFrameMkLst>
            <pc:docMk/>
            <pc:sldMk cId="4063930908" sldId="414"/>
            <ac:graphicFrameMk id="3" creationId="{6D024CEA-69A2-4FB9-8156-CDDB63F89750}"/>
          </ac:graphicFrameMkLst>
        </pc:graphicFrameChg>
      </pc:sldChg>
      <pc:sldChg chg="addSp modSp new del mod">
        <pc:chgData name="Devinder Kaur" userId="89161a673412ba18" providerId="LiveId" clId="{D437EBD6-E7C5-4692-824E-7A0E4B4620EA}" dt="2022-01-04T18:30:19.046" v="2416" actId="47"/>
        <pc:sldMkLst>
          <pc:docMk/>
          <pc:sldMk cId="2899828015" sldId="415"/>
        </pc:sldMkLst>
        <pc:graphicFrameChg chg="add modGraphic">
          <ac:chgData name="Devinder Kaur" userId="89161a673412ba18" providerId="LiveId" clId="{D437EBD6-E7C5-4692-824E-7A0E4B4620EA}" dt="2022-01-04T10:29:31.465" v="2157" actId="1032"/>
          <ac:graphicFrameMkLst>
            <pc:docMk/>
            <pc:sldMk cId="2899828015" sldId="415"/>
            <ac:graphicFrameMk id="3" creationId="{8BFCCA66-FB13-40C4-940A-3BB9F84C453E}"/>
          </ac:graphicFrameMkLst>
        </pc:graphicFrameChg>
      </pc:sldChg>
      <pc:sldChg chg="addSp modSp new mod">
        <pc:chgData name="Devinder Kaur" userId="89161a673412ba18" providerId="LiveId" clId="{D437EBD6-E7C5-4692-824E-7A0E4B4620EA}" dt="2022-01-04T18:01:55.639" v="2227" actId="179"/>
        <pc:sldMkLst>
          <pc:docMk/>
          <pc:sldMk cId="3648166895" sldId="416"/>
        </pc:sldMkLst>
        <pc:graphicFrameChg chg="add mod modGraphic">
          <ac:chgData name="Devinder Kaur" userId="89161a673412ba18" providerId="LiveId" clId="{D437EBD6-E7C5-4692-824E-7A0E4B4620EA}" dt="2022-01-04T18:01:55.639" v="2227" actId="179"/>
          <ac:graphicFrameMkLst>
            <pc:docMk/>
            <pc:sldMk cId="3648166895" sldId="416"/>
            <ac:graphicFrameMk id="3" creationId="{DF6E36CB-AA92-4E01-ACA0-C986140179A1}"/>
          </ac:graphicFrameMkLst>
        </pc:graphicFrameChg>
      </pc:sldChg>
      <pc:sldChg chg="addSp modSp new mod">
        <pc:chgData name="Devinder Kaur" userId="89161a673412ba18" providerId="LiveId" clId="{D437EBD6-E7C5-4692-824E-7A0E4B4620EA}" dt="2022-01-04T18:24:20.393" v="2375" actId="403"/>
        <pc:sldMkLst>
          <pc:docMk/>
          <pc:sldMk cId="3035489821" sldId="417"/>
        </pc:sldMkLst>
        <pc:graphicFrameChg chg="add mod modGraphic">
          <ac:chgData name="Devinder Kaur" userId="89161a673412ba18" providerId="LiveId" clId="{D437EBD6-E7C5-4692-824E-7A0E4B4620EA}" dt="2022-01-04T18:24:20.393" v="2375" actId="403"/>
          <ac:graphicFrameMkLst>
            <pc:docMk/>
            <pc:sldMk cId="3035489821" sldId="417"/>
            <ac:graphicFrameMk id="3" creationId="{FAFD3B51-EA03-42EE-BB0B-64BFF2EFA7F1}"/>
          </ac:graphicFrameMkLst>
        </pc:graphicFrameChg>
      </pc:sldChg>
      <pc:sldChg chg="addSp modSp new mod">
        <pc:chgData name="Devinder Kaur" userId="89161a673412ba18" providerId="LiveId" clId="{D437EBD6-E7C5-4692-824E-7A0E4B4620EA}" dt="2022-01-04T18:06:00.623" v="2277" actId="122"/>
        <pc:sldMkLst>
          <pc:docMk/>
          <pc:sldMk cId="1377215463" sldId="418"/>
        </pc:sldMkLst>
        <pc:graphicFrameChg chg="add mod modGraphic">
          <ac:chgData name="Devinder Kaur" userId="89161a673412ba18" providerId="LiveId" clId="{D437EBD6-E7C5-4692-824E-7A0E4B4620EA}" dt="2022-01-04T18:06:00.623" v="2277" actId="122"/>
          <ac:graphicFrameMkLst>
            <pc:docMk/>
            <pc:sldMk cId="1377215463" sldId="418"/>
            <ac:graphicFrameMk id="3" creationId="{5A3FAA10-4350-4CB5-8FE4-8BE89AD633EC}"/>
          </ac:graphicFrameMkLst>
        </pc:graphicFrameChg>
      </pc:sldChg>
      <pc:sldChg chg="addSp modSp new mod">
        <pc:chgData name="Devinder Kaur" userId="89161a673412ba18" providerId="LiveId" clId="{D437EBD6-E7C5-4692-824E-7A0E4B4620EA}" dt="2022-01-04T18:14:30.712" v="2350" actId="20577"/>
        <pc:sldMkLst>
          <pc:docMk/>
          <pc:sldMk cId="1261589088" sldId="419"/>
        </pc:sldMkLst>
        <pc:graphicFrameChg chg="add mod modGraphic">
          <ac:chgData name="Devinder Kaur" userId="89161a673412ba18" providerId="LiveId" clId="{D437EBD6-E7C5-4692-824E-7A0E4B4620EA}" dt="2022-01-04T18:14:30.712" v="2350" actId="20577"/>
          <ac:graphicFrameMkLst>
            <pc:docMk/>
            <pc:sldMk cId="1261589088" sldId="419"/>
            <ac:graphicFrameMk id="3" creationId="{E7630C35-14AA-4A26-87FB-180C984DF3CF}"/>
          </ac:graphicFrameMkLst>
        </pc:graphicFrameChg>
      </pc:sldChg>
      <pc:sldChg chg="addSp modSp new mod">
        <pc:chgData name="Devinder Kaur" userId="89161a673412ba18" providerId="LiveId" clId="{D437EBD6-E7C5-4692-824E-7A0E4B4620EA}" dt="2022-01-04T18:30:08.903" v="2415" actId="14100"/>
        <pc:sldMkLst>
          <pc:docMk/>
          <pc:sldMk cId="3063314571" sldId="420"/>
        </pc:sldMkLst>
        <pc:graphicFrameChg chg="add mod modGraphic">
          <ac:chgData name="Devinder Kaur" userId="89161a673412ba18" providerId="LiveId" clId="{D437EBD6-E7C5-4692-824E-7A0E4B4620EA}" dt="2022-01-04T18:30:08.903" v="2415" actId="14100"/>
          <ac:graphicFrameMkLst>
            <pc:docMk/>
            <pc:sldMk cId="3063314571" sldId="420"/>
            <ac:graphicFrameMk id="3" creationId="{7989309E-54AD-4213-8FFD-3146D82E0B90}"/>
          </ac:graphicFrameMkLst>
        </pc:graphicFrameChg>
      </pc:sldChg>
      <pc:sldChg chg="modSp new mod">
        <pc:chgData name="Devinder Kaur" userId="89161a673412ba18" providerId="LiveId" clId="{D437EBD6-E7C5-4692-824E-7A0E4B4620EA}" dt="2022-01-04T18:33:24.705" v="2507" actId="14100"/>
        <pc:sldMkLst>
          <pc:docMk/>
          <pc:sldMk cId="927496232" sldId="421"/>
        </pc:sldMkLst>
        <pc:spChg chg="mod">
          <ac:chgData name="Devinder Kaur" userId="89161a673412ba18" providerId="LiveId" clId="{D437EBD6-E7C5-4692-824E-7A0E4B4620EA}" dt="2022-01-04T18:32:50.440" v="2500" actId="404"/>
          <ac:spMkLst>
            <pc:docMk/>
            <pc:sldMk cId="927496232" sldId="421"/>
            <ac:spMk id="2" creationId="{1F9F77DD-C0BC-4EE3-9ADD-063E95141D8A}"/>
          </ac:spMkLst>
        </pc:spChg>
        <pc:spChg chg="mod">
          <ac:chgData name="Devinder Kaur" userId="89161a673412ba18" providerId="LiveId" clId="{D437EBD6-E7C5-4692-824E-7A0E4B4620EA}" dt="2022-01-04T18:33:24.705" v="2507" actId="14100"/>
          <ac:spMkLst>
            <pc:docMk/>
            <pc:sldMk cId="927496232" sldId="421"/>
            <ac:spMk id="3" creationId="{A426A7D0-CF40-451E-9A6A-13D96547E957}"/>
          </ac:spMkLst>
        </pc:spChg>
      </pc:sldChg>
      <pc:sldChg chg="addSp modSp new mod">
        <pc:chgData name="Devinder Kaur" userId="89161a673412ba18" providerId="LiveId" clId="{D437EBD6-E7C5-4692-824E-7A0E4B4620EA}" dt="2022-01-04T18:46:36.912" v="2563" actId="14100"/>
        <pc:sldMkLst>
          <pc:docMk/>
          <pc:sldMk cId="879633862" sldId="422"/>
        </pc:sldMkLst>
        <pc:graphicFrameChg chg="add mod modGraphic">
          <ac:chgData name="Devinder Kaur" userId="89161a673412ba18" providerId="LiveId" clId="{D437EBD6-E7C5-4692-824E-7A0E4B4620EA}" dt="2022-01-04T18:46:36.912" v="2563" actId="14100"/>
          <ac:graphicFrameMkLst>
            <pc:docMk/>
            <pc:sldMk cId="879633862" sldId="422"/>
            <ac:graphicFrameMk id="3" creationId="{DDB33DA9-E0FE-4177-9226-C10C36093CDA}"/>
          </ac:graphicFrameMkLst>
        </pc:graphicFrameChg>
      </pc:sldChg>
    </pc:docChg>
  </pc:docChgLst>
  <pc:docChgLst>
    <pc:chgData name="Devinder Kaur" userId="89161a673412ba18" providerId="LiveId" clId="{CD61423F-A174-4C56-94AC-6BA3B8041460}"/>
    <pc:docChg chg="modSld">
      <pc:chgData name="Devinder Kaur" userId="89161a673412ba18" providerId="LiveId" clId="{CD61423F-A174-4C56-94AC-6BA3B8041460}" dt="2022-04-27T08:58:28.991" v="53" actId="20577"/>
      <pc:docMkLst>
        <pc:docMk/>
      </pc:docMkLst>
      <pc:sldChg chg="modSp mod">
        <pc:chgData name="Devinder Kaur" userId="89161a673412ba18" providerId="LiveId" clId="{CD61423F-A174-4C56-94AC-6BA3B8041460}" dt="2022-04-27T08:50:49.245" v="45" actId="1038"/>
        <pc:sldMkLst>
          <pc:docMk/>
          <pc:sldMk cId="692539763" sldId="387"/>
        </pc:sldMkLst>
        <pc:picChg chg="mod">
          <ac:chgData name="Devinder Kaur" userId="89161a673412ba18" providerId="LiveId" clId="{CD61423F-A174-4C56-94AC-6BA3B8041460}" dt="2022-04-27T08:50:38.639" v="4" actId="14100"/>
          <ac:picMkLst>
            <pc:docMk/>
            <pc:sldMk cId="692539763" sldId="387"/>
            <ac:picMk id="4" creationId="{943C422C-7DCF-4CDE-8DB4-DCB700EF6C2D}"/>
          </ac:picMkLst>
        </pc:picChg>
        <pc:picChg chg="mod">
          <ac:chgData name="Devinder Kaur" userId="89161a673412ba18" providerId="LiveId" clId="{CD61423F-A174-4C56-94AC-6BA3B8041460}" dt="2022-04-27T08:50:49.245" v="45" actId="1038"/>
          <ac:picMkLst>
            <pc:docMk/>
            <pc:sldMk cId="692539763" sldId="387"/>
            <ac:picMk id="6" creationId="{B18EEBEA-7242-4CDD-A97F-7A42F457E74D}"/>
          </ac:picMkLst>
        </pc:picChg>
      </pc:sldChg>
      <pc:sldChg chg="modSp mod">
        <pc:chgData name="Devinder Kaur" userId="89161a673412ba18" providerId="LiveId" clId="{CD61423F-A174-4C56-94AC-6BA3B8041460}" dt="2022-04-27T08:54:36.404" v="47" actId="123"/>
        <pc:sldMkLst>
          <pc:docMk/>
          <pc:sldMk cId="1313070046" sldId="396"/>
        </pc:sldMkLst>
        <pc:graphicFrameChg chg="mod">
          <ac:chgData name="Devinder Kaur" userId="89161a673412ba18" providerId="LiveId" clId="{CD61423F-A174-4C56-94AC-6BA3B8041460}" dt="2022-04-27T08:54:36.404" v="47" actId="123"/>
          <ac:graphicFrameMkLst>
            <pc:docMk/>
            <pc:sldMk cId="1313070046" sldId="396"/>
            <ac:graphicFrameMk id="3" creationId="{273C431B-5468-4211-AD4C-1B3956D54282}"/>
          </ac:graphicFrameMkLst>
        </pc:graphicFrameChg>
      </pc:sldChg>
      <pc:sldChg chg="modSp">
        <pc:chgData name="Devinder Kaur" userId="89161a673412ba18" providerId="LiveId" clId="{CD61423F-A174-4C56-94AC-6BA3B8041460}" dt="2022-04-27T08:57:06.184" v="49" actId="113"/>
        <pc:sldMkLst>
          <pc:docMk/>
          <pc:sldMk cId="4007365547" sldId="398"/>
        </pc:sldMkLst>
        <pc:graphicFrameChg chg="mod">
          <ac:chgData name="Devinder Kaur" userId="89161a673412ba18" providerId="LiveId" clId="{CD61423F-A174-4C56-94AC-6BA3B8041460}" dt="2022-04-27T08:57:06.184" v="49" actId="113"/>
          <ac:graphicFrameMkLst>
            <pc:docMk/>
            <pc:sldMk cId="4007365547" sldId="398"/>
            <ac:graphicFrameMk id="3" creationId="{F74DEBA2-BCD2-42E8-9CFF-5B20122A5600}"/>
          </ac:graphicFrameMkLst>
        </pc:graphicFrameChg>
      </pc:sldChg>
      <pc:sldChg chg="modSp mod">
        <pc:chgData name="Devinder Kaur" userId="89161a673412ba18" providerId="LiveId" clId="{CD61423F-A174-4C56-94AC-6BA3B8041460}" dt="2022-04-27T08:58:28.991" v="53" actId="20577"/>
        <pc:sldMkLst>
          <pc:docMk/>
          <pc:sldMk cId="2485348420" sldId="402"/>
        </pc:sldMkLst>
        <pc:graphicFrameChg chg="mod">
          <ac:chgData name="Devinder Kaur" userId="89161a673412ba18" providerId="LiveId" clId="{CD61423F-A174-4C56-94AC-6BA3B8041460}" dt="2022-04-27T08:58:28.991" v="53" actId="20577"/>
          <ac:graphicFrameMkLst>
            <pc:docMk/>
            <pc:sldMk cId="2485348420" sldId="402"/>
            <ac:graphicFrameMk id="3" creationId="{23E94FE8-C503-44C8-9FAE-495F2E0BE4FE}"/>
          </ac:graphicFrameMkLst>
        </pc:graphicFrameChg>
      </pc:sldChg>
    </pc:docChg>
  </pc:docChgLst>
  <pc:docChgLst>
    <pc:chgData name="Devinder Kaur" userId="89161a673412ba18" providerId="LiveId" clId="{222FDA9D-10A7-4C58-9841-160FE12D7982}"/>
    <pc:docChg chg="undo custSel addSld delSld modSld">
      <pc:chgData name="Devinder Kaur" userId="89161a673412ba18" providerId="LiveId" clId="{222FDA9D-10A7-4C58-9841-160FE12D7982}" dt="2022-01-05T09:43:37.068" v="1483" actId="313"/>
      <pc:docMkLst>
        <pc:docMk/>
      </pc:docMkLst>
      <pc:sldChg chg="modSp del mod">
        <pc:chgData name="Devinder Kaur" userId="89161a673412ba18" providerId="LiveId" clId="{222FDA9D-10A7-4C58-9841-160FE12D7982}" dt="2022-01-05T06:52:16.823" v="47" actId="47"/>
        <pc:sldMkLst>
          <pc:docMk/>
          <pc:sldMk cId="2656501266" sldId="279"/>
        </pc:sldMkLst>
        <pc:spChg chg="mod">
          <ac:chgData name="Devinder Kaur" userId="89161a673412ba18" providerId="LiveId" clId="{222FDA9D-10A7-4C58-9841-160FE12D7982}" dt="2022-01-05T06:51:25.110" v="42" actId="20577"/>
          <ac:spMkLst>
            <pc:docMk/>
            <pc:sldMk cId="2656501266" sldId="279"/>
            <ac:spMk id="2" creationId="{00000000-0000-0000-0000-000000000000}"/>
          </ac:spMkLst>
        </pc:spChg>
      </pc:sldChg>
      <pc:sldChg chg="new del">
        <pc:chgData name="Devinder Kaur" userId="89161a673412ba18" providerId="LiveId" clId="{222FDA9D-10A7-4C58-9841-160FE12D7982}" dt="2022-01-05T06:52:05.636" v="44" actId="680"/>
        <pc:sldMkLst>
          <pc:docMk/>
          <pc:sldMk cId="383669805" sldId="383"/>
        </pc:sldMkLst>
      </pc:sldChg>
      <pc:sldChg chg="addSp modSp new">
        <pc:chgData name="Devinder Kaur" userId="89161a673412ba18" providerId="LiveId" clId="{222FDA9D-10A7-4C58-9841-160FE12D7982}" dt="2022-01-05T06:52:10.023" v="46"/>
        <pc:sldMkLst>
          <pc:docMk/>
          <pc:sldMk cId="2429871484" sldId="383"/>
        </pc:sldMkLst>
        <pc:spChg chg="add mod">
          <ac:chgData name="Devinder Kaur" userId="89161a673412ba18" providerId="LiveId" clId="{222FDA9D-10A7-4C58-9841-160FE12D7982}" dt="2022-01-05T06:52:10.023" v="46"/>
          <ac:spMkLst>
            <pc:docMk/>
            <pc:sldMk cId="2429871484" sldId="383"/>
            <ac:spMk id="3" creationId="{E540A539-1310-4D21-9FC1-E792ADB6FF91}"/>
          </ac:spMkLst>
        </pc:spChg>
        <pc:spChg chg="add mod">
          <ac:chgData name="Devinder Kaur" userId="89161a673412ba18" providerId="LiveId" clId="{222FDA9D-10A7-4C58-9841-160FE12D7982}" dt="2022-01-05T06:52:10.023" v="46"/>
          <ac:spMkLst>
            <pc:docMk/>
            <pc:sldMk cId="2429871484" sldId="383"/>
            <ac:spMk id="8" creationId="{BCEF22BB-5CC6-4042-B1A9-67C1E7A75123}"/>
          </ac:spMkLst>
        </pc:spChg>
        <pc:spChg chg="add mod">
          <ac:chgData name="Devinder Kaur" userId="89161a673412ba18" providerId="LiveId" clId="{222FDA9D-10A7-4C58-9841-160FE12D7982}" dt="2022-01-05T06:52:10.023" v="46"/>
          <ac:spMkLst>
            <pc:docMk/>
            <pc:sldMk cId="2429871484" sldId="383"/>
            <ac:spMk id="9" creationId="{746AE031-6D5F-4A9E-AE33-411F488922CC}"/>
          </ac:spMkLst>
        </pc:spChg>
        <pc:spChg chg="add mod">
          <ac:chgData name="Devinder Kaur" userId="89161a673412ba18" providerId="LiveId" clId="{222FDA9D-10A7-4C58-9841-160FE12D7982}" dt="2022-01-05T06:52:10.023" v="46"/>
          <ac:spMkLst>
            <pc:docMk/>
            <pc:sldMk cId="2429871484" sldId="383"/>
            <ac:spMk id="10" creationId="{CBC164E6-23F9-4682-84A0-3D4F5573EDDD}"/>
          </ac:spMkLst>
        </pc:spChg>
        <pc:spChg chg="add mod">
          <ac:chgData name="Devinder Kaur" userId="89161a673412ba18" providerId="LiveId" clId="{222FDA9D-10A7-4C58-9841-160FE12D7982}" dt="2022-01-05T06:52:10.023" v="46"/>
          <ac:spMkLst>
            <pc:docMk/>
            <pc:sldMk cId="2429871484" sldId="383"/>
            <ac:spMk id="11" creationId="{5ECBBCFC-6EFA-430C-8ADF-F43ABC59DEC6}"/>
          </ac:spMkLst>
        </pc:spChg>
        <pc:cxnChg chg="add mod">
          <ac:chgData name="Devinder Kaur" userId="89161a673412ba18" providerId="LiveId" clId="{222FDA9D-10A7-4C58-9841-160FE12D7982}" dt="2022-01-05T06:52:10.023" v="46"/>
          <ac:cxnSpMkLst>
            <pc:docMk/>
            <pc:sldMk cId="2429871484" sldId="383"/>
            <ac:cxnSpMk id="4" creationId="{ACF7F0C1-FE0E-4E84-A272-84F7546F2642}"/>
          </ac:cxnSpMkLst>
        </pc:cxnChg>
        <pc:cxnChg chg="add mod">
          <ac:chgData name="Devinder Kaur" userId="89161a673412ba18" providerId="LiveId" clId="{222FDA9D-10A7-4C58-9841-160FE12D7982}" dt="2022-01-05T06:52:10.023" v="46"/>
          <ac:cxnSpMkLst>
            <pc:docMk/>
            <pc:sldMk cId="2429871484" sldId="383"/>
            <ac:cxnSpMk id="5" creationId="{9DD00CC3-55E7-4469-98E5-1A8A78152859}"/>
          </ac:cxnSpMkLst>
        </pc:cxnChg>
        <pc:cxnChg chg="add mod">
          <ac:chgData name="Devinder Kaur" userId="89161a673412ba18" providerId="LiveId" clId="{222FDA9D-10A7-4C58-9841-160FE12D7982}" dt="2022-01-05T06:52:10.023" v="46"/>
          <ac:cxnSpMkLst>
            <pc:docMk/>
            <pc:sldMk cId="2429871484" sldId="383"/>
            <ac:cxnSpMk id="6" creationId="{BB9CF1A8-335C-4318-A62F-D8B26CCFE9EA}"/>
          </ac:cxnSpMkLst>
        </pc:cxnChg>
        <pc:cxnChg chg="add mod">
          <ac:chgData name="Devinder Kaur" userId="89161a673412ba18" providerId="LiveId" clId="{222FDA9D-10A7-4C58-9841-160FE12D7982}" dt="2022-01-05T06:52:10.023" v="46"/>
          <ac:cxnSpMkLst>
            <pc:docMk/>
            <pc:sldMk cId="2429871484" sldId="383"/>
            <ac:cxnSpMk id="7" creationId="{C29D7ACC-7173-4DA8-AD85-0F4CC72A567A}"/>
          </ac:cxnSpMkLst>
        </pc:cxnChg>
      </pc:sldChg>
      <pc:sldChg chg="del">
        <pc:chgData name="Devinder Kaur" userId="89161a673412ba18" providerId="LiveId" clId="{222FDA9D-10A7-4C58-9841-160FE12D7982}" dt="2022-01-05T06:50:27.063" v="0" actId="47"/>
        <pc:sldMkLst>
          <pc:docMk/>
          <pc:sldMk cId="4261642514" sldId="383"/>
        </pc:sldMkLst>
      </pc:sldChg>
      <pc:sldChg chg="del">
        <pc:chgData name="Devinder Kaur" userId="89161a673412ba18" providerId="LiveId" clId="{222FDA9D-10A7-4C58-9841-160FE12D7982}" dt="2022-01-05T06:50:27.063" v="0" actId="47"/>
        <pc:sldMkLst>
          <pc:docMk/>
          <pc:sldMk cId="1352780058" sldId="384"/>
        </pc:sldMkLst>
      </pc:sldChg>
      <pc:sldChg chg="modSp new mod">
        <pc:chgData name="Devinder Kaur" userId="89161a673412ba18" providerId="LiveId" clId="{222FDA9D-10A7-4C58-9841-160FE12D7982}" dt="2022-01-05T06:54:22.704" v="85"/>
        <pc:sldMkLst>
          <pc:docMk/>
          <pc:sldMk cId="2629433958" sldId="384"/>
        </pc:sldMkLst>
        <pc:spChg chg="mod">
          <ac:chgData name="Devinder Kaur" userId="89161a673412ba18" providerId="LiveId" clId="{222FDA9D-10A7-4C58-9841-160FE12D7982}" dt="2022-01-05T06:54:22.704" v="85"/>
          <ac:spMkLst>
            <pc:docMk/>
            <pc:sldMk cId="2629433958" sldId="384"/>
            <ac:spMk id="2" creationId="{5D9BF78F-FE31-4602-962F-AF0650079619}"/>
          </ac:spMkLst>
        </pc:spChg>
        <pc:spChg chg="mod">
          <ac:chgData name="Devinder Kaur" userId="89161a673412ba18" providerId="LiveId" clId="{222FDA9D-10A7-4C58-9841-160FE12D7982}" dt="2022-01-05T06:54:19.393" v="83" actId="113"/>
          <ac:spMkLst>
            <pc:docMk/>
            <pc:sldMk cId="2629433958" sldId="384"/>
            <ac:spMk id="3" creationId="{434A52C3-43CE-43F4-AD4D-FCD6D294DA3A}"/>
          </ac:spMkLst>
        </pc:spChg>
      </pc:sldChg>
      <pc:sldChg chg="addSp modSp new mod">
        <pc:chgData name="Devinder Kaur" userId="89161a673412ba18" providerId="LiveId" clId="{222FDA9D-10A7-4C58-9841-160FE12D7982}" dt="2022-01-05T07:01:13.500" v="137" actId="1036"/>
        <pc:sldMkLst>
          <pc:docMk/>
          <pc:sldMk cId="3586755785" sldId="385"/>
        </pc:sldMkLst>
        <pc:graphicFrameChg chg="add mod modGraphic">
          <ac:chgData name="Devinder Kaur" userId="89161a673412ba18" providerId="LiveId" clId="{222FDA9D-10A7-4C58-9841-160FE12D7982}" dt="2022-01-05T07:00:57.483" v="123" actId="14100"/>
          <ac:graphicFrameMkLst>
            <pc:docMk/>
            <pc:sldMk cId="3586755785" sldId="385"/>
            <ac:graphicFrameMk id="3" creationId="{23DACFA7-04F1-4493-9B15-1F0D3FCF0780}"/>
          </ac:graphicFrameMkLst>
        </pc:graphicFrameChg>
        <pc:picChg chg="add mod">
          <ac:chgData name="Devinder Kaur" userId="89161a673412ba18" providerId="LiveId" clId="{222FDA9D-10A7-4C58-9841-160FE12D7982}" dt="2022-01-05T07:01:13.500" v="137" actId="1036"/>
          <ac:picMkLst>
            <pc:docMk/>
            <pc:sldMk cId="3586755785" sldId="385"/>
            <ac:picMk id="4" creationId="{A4874F09-7F57-4263-AD79-68878C41ABDB}"/>
          </ac:picMkLst>
        </pc:picChg>
      </pc:sldChg>
      <pc:sldChg chg="del">
        <pc:chgData name="Devinder Kaur" userId="89161a673412ba18" providerId="LiveId" clId="{222FDA9D-10A7-4C58-9841-160FE12D7982}" dt="2022-01-05T06:50:27.063" v="0" actId="47"/>
        <pc:sldMkLst>
          <pc:docMk/>
          <pc:sldMk cId="2548413660" sldId="386"/>
        </pc:sldMkLst>
      </pc:sldChg>
      <pc:sldChg chg="addSp modSp new mod">
        <pc:chgData name="Devinder Kaur" userId="89161a673412ba18" providerId="LiveId" clId="{222FDA9D-10A7-4C58-9841-160FE12D7982}" dt="2022-01-05T07:03:13.932" v="168" actId="20577"/>
        <pc:sldMkLst>
          <pc:docMk/>
          <pc:sldMk cId="2607301225" sldId="386"/>
        </pc:sldMkLst>
        <pc:graphicFrameChg chg="add mod modGraphic">
          <ac:chgData name="Devinder Kaur" userId="89161a673412ba18" providerId="LiveId" clId="{222FDA9D-10A7-4C58-9841-160FE12D7982}" dt="2022-01-05T07:03:13.932" v="168" actId="20577"/>
          <ac:graphicFrameMkLst>
            <pc:docMk/>
            <pc:sldMk cId="2607301225" sldId="386"/>
            <ac:graphicFrameMk id="3" creationId="{D6937E8C-5F82-4730-9D14-557A79ED1780}"/>
          </ac:graphicFrameMkLst>
        </pc:graphicFrameChg>
      </pc:sldChg>
      <pc:sldChg chg="del">
        <pc:chgData name="Devinder Kaur" userId="89161a673412ba18" providerId="LiveId" clId="{222FDA9D-10A7-4C58-9841-160FE12D7982}" dt="2022-01-05T06:50:27.063" v="0" actId="47"/>
        <pc:sldMkLst>
          <pc:docMk/>
          <pc:sldMk cId="687752180" sldId="387"/>
        </pc:sldMkLst>
      </pc:sldChg>
      <pc:sldChg chg="addSp modSp new mod">
        <pc:chgData name="Devinder Kaur" userId="89161a673412ba18" providerId="LiveId" clId="{222FDA9D-10A7-4C58-9841-160FE12D7982}" dt="2022-01-05T07:07:12.872" v="217" actId="14100"/>
        <pc:sldMkLst>
          <pc:docMk/>
          <pc:sldMk cId="692539763" sldId="387"/>
        </pc:sldMkLst>
        <pc:picChg chg="add mod modCrop">
          <ac:chgData name="Devinder Kaur" userId="89161a673412ba18" providerId="LiveId" clId="{222FDA9D-10A7-4C58-9841-160FE12D7982}" dt="2022-01-05T07:05:03.105" v="184" actId="1076"/>
          <ac:picMkLst>
            <pc:docMk/>
            <pc:sldMk cId="692539763" sldId="387"/>
            <ac:picMk id="3" creationId="{2C0D1286-638A-4419-835C-0E0CA7C1CB81}"/>
          </ac:picMkLst>
        </pc:picChg>
        <pc:picChg chg="add mod modCrop">
          <ac:chgData name="Devinder Kaur" userId="89161a673412ba18" providerId="LiveId" clId="{222FDA9D-10A7-4C58-9841-160FE12D7982}" dt="2022-01-05T07:07:12.872" v="217" actId="14100"/>
          <ac:picMkLst>
            <pc:docMk/>
            <pc:sldMk cId="692539763" sldId="387"/>
            <ac:picMk id="4" creationId="{943C422C-7DCF-4CDE-8DB4-DCB700EF6C2D}"/>
          </ac:picMkLst>
        </pc:picChg>
        <pc:picChg chg="add mod modCrop">
          <ac:chgData name="Devinder Kaur" userId="89161a673412ba18" providerId="LiveId" clId="{222FDA9D-10A7-4C58-9841-160FE12D7982}" dt="2022-01-05T07:06:58.381" v="213" actId="14100"/>
          <ac:picMkLst>
            <pc:docMk/>
            <pc:sldMk cId="692539763" sldId="387"/>
            <ac:picMk id="5" creationId="{239A7812-341F-4FD8-9B1D-07BA3A275266}"/>
          </ac:picMkLst>
        </pc:picChg>
        <pc:picChg chg="add mod modCrop">
          <ac:chgData name="Devinder Kaur" userId="89161a673412ba18" providerId="LiveId" clId="{222FDA9D-10A7-4C58-9841-160FE12D7982}" dt="2022-01-05T07:07:04.667" v="214" actId="14100"/>
          <ac:picMkLst>
            <pc:docMk/>
            <pc:sldMk cId="692539763" sldId="387"/>
            <ac:picMk id="6" creationId="{B18EEBEA-7242-4CDD-A97F-7A42F457E74D}"/>
          </ac:picMkLst>
        </pc:picChg>
      </pc:sldChg>
      <pc:sldChg chg="addSp modSp new mod">
        <pc:chgData name="Devinder Kaur" userId="89161a673412ba18" providerId="LiveId" clId="{222FDA9D-10A7-4C58-9841-160FE12D7982}" dt="2022-01-05T07:12:31.172" v="355" actId="14100"/>
        <pc:sldMkLst>
          <pc:docMk/>
          <pc:sldMk cId="245409264" sldId="388"/>
        </pc:sldMkLst>
        <pc:graphicFrameChg chg="add mod modGraphic">
          <ac:chgData name="Devinder Kaur" userId="89161a673412ba18" providerId="LiveId" clId="{222FDA9D-10A7-4C58-9841-160FE12D7982}" dt="2022-01-05T07:12:31.172" v="355" actId="14100"/>
          <ac:graphicFrameMkLst>
            <pc:docMk/>
            <pc:sldMk cId="245409264" sldId="388"/>
            <ac:graphicFrameMk id="3" creationId="{58350B1B-8BA8-4B5E-A2A2-759698FD0627}"/>
          </ac:graphicFrameMkLst>
        </pc:graphicFrameChg>
      </pc:sldChg>
      <pc:sldChg chg="addSp delSp modSp new mod">
        <pc:chgData name="Devinder Kaur" userId="89161a673412ba18" providerId="LiveId" clId="{222FDA9D-10A7-4C58-9841-160FE12D7982}" dt="2022-01-05T07:26:13.952" v="450" actId="313"/>
        <pc:sldMkLst>
          <pc:docMk/>
          <pc:sldMk cId="3255266913" sldId="389"/>
        </pc:sldMkLst>
        <pc:graphicFrameChg chg="add mod modGraphic">
          <ac:chgData name="Devinder Kaur" userId="89161a673412ba18" providerId="LiveId" clId="{222FDA9D-10A7-4C58-9841-160FE12D7982}" dt="2022-01-05T07:26:13.952" v="450" actId="313"/>
          <ac:graphicFrameMkLst>
            <pc:docMk/>
            <pc:sldMk cId="3255266913" sldId="389"/>
            <ac:graphicFrameMk id="3" creationId="{072D128E-61E6-404C-870C-99C2D3080631}"/>
          </ac:graphicFrameMkLst>
        </pc:graphicFrameChg>
        <pc:picChg chg="add del mod">
          <ac:chgData name="Devinder Kaur" userId="89161a673412ba18" providerId="LiveId" clId="{222FDA9D-10A7-4C58-9841-160FE12D7982}" dt="2022-01-05T07:23:00.173" v="436" actId="478"/>
          <ac:picMkLst>
            <pc:docMk/>
            <pc:sldMk cId="3255266913" sldId="389"/>
            <ac:picMk id="4" creationId="{770BFB0E-8025-4562-B5B9-50423397A93A}"/>
          </ac:picMkLst>
        </pc:picChg>
      </pc:sldChg>
      <pc:sldChg chg="addSp delSp modSp new mod">
        <pc:chgData name="Devinder Kaur" userId="89161a673412ba18" providerId="LiveId" clId="{222FDA9D-10A7-4C58-9841-160FE12D7982}" dt="2022-01-05T07:34:38.623" v="680" actId="255"/>
        <pc:sldMkLst>
          <pc:docMk/>
          <pc:sldMk cId="175309336" sldId="390"/>
        </pc:sldMkLst>
        <pc:graphicFrameChg chg="add mod modGraphic">
          <ac:chgData name="Devinder Kaur" userId="89161a673412ba18" providerId="LiveId" clId="{222FDA9D-10A7-4C58-9841-160FE12D7982}" dt="2022-01-05T07:34:38.623" v="680" actId="255"/>
          <ac:graphicFrameMkLst>
            <pc:docMk/>
            <pc:sldMk cId="175309336" sldId="390"/>
            <ac:graphicFrameMk id="4" creationId="{4D096293-99EA-484A-870C-9ECD39ADCA03}"/>
          </ac:graphicFrameMkLst>
        </pc:graphicFrameChg>
        <pc:picChg chg="add del mod">
          <ac:chgData name="Devinder Kaur" userId="89161a673412ba18" providerId="LiveId" clId="{222FDA9D-10A7-4C58-9841-160FE12D7982}" dt="2022-01-05T07:30:39.091" v="628" actId="478"/>
          <ac:picMkLst>
            <pc:docMk/>
            <pc:sldMk cId="175309336" sldId="390"/>
            <ac:picMk id="3" creationId="{4E4E57BB-AB58-412D-8DBE-3E70ED4FC183}"/>
          </ac:picMkLst>
        </pc:picChg>
      </pc:sldChg>
      <pc:sldChg chg="addSp modSp new mod">
        <pc:chgData name="Devinder Kaur" userId="89161a673412ba18" providerId="LiveId" clId="{222FDA9D-10A7-4C58-9841-160FE12D7982}" dt="2022-01-05T07:37:08.874" v="711" actId="20577"/>
        <pc:sldMkLst>
          <pc:docMk/>
          <pc:sldMk cId="130353146" sldId="391"/>
        </pc:sldMkLst>
        <pc:graphicFrameChg chg="add mod modGraphic">
          <ac:chgData name="Devinder Kaur" userId="89161a673412ba18" providerId="LiveId" clId="{222FDA9D-10A7-4C58-9841-160FE12D7982}" dt="2022-01-05T07:37:08.874" v="711" actId="20577"/>
          <ac:graphicFrameMkLst>
            <pc:docMk/>
            <pc:sldMk cId="130353146" sldId="391"/>
            <ac:graphicFrameMk id="3" creationId="{8E6ADBC7-E838-4CF1-869C-9D757376DB60}"/>
          </ac:graphicFrameMkLst>
        </pc:graphicFrameChg>
      </pc:sldChg>
      <pc:sldChg chg="addSp modSp new mod">
        <pc:chgData name="Devinder Kaur" userId="89161a673412ba18" providerId="LiveId" clId="{222FDA9D-10A7-4C58-9841-160FE12D7982}" dt="2022-01-05T07:39:10.406" v="762" actId="20577"/>
        <pc:sldMkLst>
          <pc:docMk/>
          <pc:sldMk cId="1828547960" sldId="392"/>
        </pc:sldMkLst>
        <pc:graphicFrameChg chg="add mod modGraphic">
          <ac:chgData name="Devinder Kaur" userId="89161a673412ba18" providerId="LiveId" clId="{222FDA9D-10A7-4C58-9841-160FE12D7982}" dt="2022-01-05T07:39:10.406" v="762" actId="20577"/>
          <ac:graphicFrameMkLst>
            <pc:docMk/>
            <pc:sldMk cId="1828547960" sldId="392"/>
            <ac:graphicFrameMk id="3" creationId="{AB25D867-FB23-4645-82D7-A3CBDBB79F19}"/>
          </ac:graphicFrameMkLst>
        </pc:graphicFrameChg>
      </pc:sldChg>
      <pc:sldChg chg="addSp modSp new mod">
        <pc:chgData name="Devinder Kaur" userId="89161a673412ba18" providerId="LiveId" clId="{222FDA9D-10A7-4C58-9841-160FE12D7982}" dt="2022-01-05T07:41:43.395" v="817" actId="20577"/>
        <pc:sldMkLst>
          <pc:docMk/>
          <pc:sldMk cId="1352032531" sldId="393"/>
        </pc:sldMkLst>
        <pc:graphicFrameChg chg="add mod modGraphic">
          <ac:chgData name="Devinder Kaur" userId="89161a673412ba18" providerId="LiveId" clId="{222FDA9D-10A7-4C58-9841-160FE12D7982}" dt="2022-01-05T07:41:43.395" v="817" actId="20577"/>
          <ac:graphicFrameMkLst>
            <pc:docMk/>
            <pc:sldMk cId="1352032531" sldId="393"/>
            <ac:graphicFrameMk id="3" creationId="{2686F1F7-1032-42E1-AA5D-3AFB26EB0CD1}"/>
          </ac:graphicFrameMkLst>
        </pc:graphicFrameChg>
      </pc:sldChg>
      <pc:sldChg chg="del">
        <pc:chgData name="Devinder Kaur" userId="89161a673412ba18" providerId="LiveId" clId="{222FDA9D-10A7-4C58-9841-160FE12D7982}" dt="2022-01-05T06:50:27.063" v="0" actId="47"/>
        <pc:sldMkLst>
          <pc:docMk/>
          <pc:sldMk cId="2192094936" sldId="393"/>
        </pc:sldMkLst>
      </pc:sldChg>
      <pc:sldChg chg="addSp modSp new mod">
        <pc:chgData name="Devinder Kaur" userId="89161a673412ba18" providerId="LiveId" clId="{222FDA9D-10A7-4C58-9841-160FE12D7982}" dt="2022-01-05T09:30:42.618" v="1249" actId="123"/>
        <pc:sldMkLst>
          <pc:docMk/>
          <pc:sldMk cId="2850401586" sldId="394"/>
        </pc:sldMkLst>
        <pc:graphicFrameChg chg="add mod modGraphic">
          <ac:chgData name="Devinder Kaur" userId="89161a673412ba18" providerId="LiveId" clId="{222FDA9D-10A7-4C58-9841-160FE12D7982}" dt="2022-01-05T09:30:42.618" v="1249" actId="123"/>
          <ac:graphicFrameMkLst>
            <pc:docMk/>
            <pc:sldMk cId="2850401586" sldId="394"/>
            <ac:graphicFrameMk id="3" creationId="{6DD29CA0-7A6C-451C-91BD-EAB18D19BC43}"/>
          </ac:graphicFrameMkLst>
        </pc:graphicFrameChg>
      </pc:sldChg>
      <pc:sldChg chg="del">
        <pc:chgData name="Devinder Kaur" userId="89161a673412ba18" providerId="LiveId" clId="{222FDA9D-10A7-4C58-9841-160FE12D7982}" dt="2022-01-05T06:50:27.063" v="0" actId="47"/>
        <pc:sldMkLst>
          <pc:docMk/>
          <pc:sldMk cId="3614230884" sldId="394"/>
        </pc:sldMkLst>
      </pc:sldChg>
      <pc:sldChg chg="del">
        <pc:chgData name="Devinder Kaur" userId="89161a673412ba18" providerId="LiveId" clId="{222FDA9D-10A7-4C58-9841-160FE12D7982}" dt="2022-01-05T06:50:27.063" v="0" actId="47"/>
        <pc:sldMkLst>
          <pc:docMk/>
          <pc:sldMk cId="147918492" sldId="395"/>
        </pc:sldMkLst>
      </pc:sldChg>
      <pc:sldChg chg="addSp modSp new mod">
        <pc:chgData name="Devinder Kaur" userId="89161a673412ba18" providerId="LiveId" clId="{222FDA9D-10A7-4C58-9841-160FE12D7982}" dt="2022-01-05T07:44:08.159" v="872" actId="20577"/>
        <pc:sldMkLst>
          <pc:docMk/>
          <pc:sldMk cId="1147785466" sldId="395"/>
        </pc:sldMkLst>
        <pc:graphicFrameChg chg="add mod modGraphic">
          <ac:chgData name="Devinder Kaur" userId="89161a673412ba18" providerId="LiveId" clId="{222FDA9D-10A7-4C58-9841-160FE12D7982}" dt="2022-01-05T07:44:08.159" v="872" actId="20577"/>
          <ac:graphicFrameMkLst>
            <pc:docMk/>
            <pc:sldMk cId="1147785466" sldId="395"/>
            <ac:graphicFrameMk id="3" creationId="{3FE03738-34BB-4E03-8263-C4F894644160}"/>
          </ac:graphicFrameMkLst>
        </pc:graphicFrameChg>
      </pc:sldChg>
      <pc:sldChg chg="addSp modSp new mod">
        <pc:chgData name="Devinder Kaur" userId="89161a673412ba18" providerId="LiveId" clId="{222FDA9D-10A7-4C58-9841-160FE12D7982}" dt="2022-01-05T07:47:13.574" v="947" actId="179"/>
        <pc:sldMkLst>
          <pc:docMk/>
          <pc:sldMk cId="1313070046" sldId="396"/>
        </pc:sldMkLst>
        <pc:graphicFrameChg chg="add mod modGraphic">
          <ac:chgData name="Devinder Kaur" userId="89161a673412ba18" providerId="LiveId" clId="{222FDA9D-10A7-4C58-9841-160FE12D7982}" dt="2022-01-05T07:47:13.574" v="947" actId="179"/>
          <ac:graphicFrameMkLst>
            <pc:docMk/>
            <pc:sldMk cId="1313070046" sldId="396"/>
            <ac:graphicFrameMk id="3" creationId="{273C431B-5468-4211-AD4C-1B3956D54282}"/>
          </ac:graphicFrameMkLst>
        </pc:graphicFrameChg>
      </pc:sldChg>
      <pc:sldChg chg="del">
        <pc:chgData name="Devinder Kaur" userId="89161a673412ba18" providerId="LiveId" clId="{222FDA9D-10A7-4C58-9841-160FE12D7982}" dt="2022-01-05T06:50:27.063" v="0" actId="47"/>
        <pc:sldMkLst>
          <pc:docMk/>
          <pc:sldMk cId="3856306075" sldId="396"/>
        </pc:sldMkLst>
      </pc:sldChg>
      <pc:sldChg chg="addSp modSp new mod">
        <pc:chgData name="Devinder Kaur" userId="89161a673412ba18" providerId="LiveId" clId="{222FDA9D-10A7-4C58-9841-160FE12D7982}" dt="2022-01-05T07:49:41.385" v="1007" actId="14100"/>
        <pc:sldMkLst>
          <pc:docMk/>
          <pc:sldMk cId="2745923664" sldId="397"/>
        </pc:sldMkLst>
        <pc:graphicFrameChg chg="add mod modGraphic">
          <ac:chgData name="Devinder Kaur" userId="89161a673412ba18" providerId="LiveId" clId="{222FDA9D-10A7-4C58-9841-160FE12D7982}" dt="2022-01-05T07:49:41.385" v="1007" actId="14100"/>
          <ac:graphicFrameMkLst>
            <pc:docMk/>
            <pc:sldMk cId="2745923664" sldId="397"/>
            <ac:graphicFrameMk id="3" creationId="{8CDF7A45-138A-4B2C-8D7A-996870E9CAD4}"/>
          </ac:graphicFrameMkLst>
        </pc:graphicFrameChg>
      </pc:sldChg>
      <pc:sldChg chg="del">
        <pc:chgData name="Devinder Kaur" userId="89161a673412ba18" providerId="LiveId" clId="{222FDA9D-10A7-4C58-9841-160FE12D7982}" dt="2022-01-05T06:50:27.063" v="0" actId="47"/>
        <pc:sldMkLst>
          <pc:docMk/>
          <pc:sldMk cId="3167315709" sldId="397"/>
        </pc:sldMkLst>
      </pc:sldChg>
      <pc:sldChg chg="del">
        <pc:chgData name="Devinder Kaur" userId="89161a673412ba18" providerId="LiveId" clId="{222FDA9D-10A7-4C58-9841-160FE12D7982}" dt="2022-01-05T06:50:27.063" v="0" actId="47"/>
        <pc:sldMkLst>
          <pc:docMk/>
          <pc:sldMk cId="3639549269" sldId="398"/>
        </pc:sldMkLst>
      </pc:sldChg>
      <pc:sldChg chg="addSp modSp new mod">
        <pc:chgData name="Devinder Kaur" userId="89161a673412ba18" providerId="LiveId" clId="{222FDA9D-10A7-4C58-9841-160FE12D7982}" dt="2022-01-05T09:43:37.068" v="1483" actId="313"/>
        <pc:sldMkLst>
          <pc:docMk/>
          <pc:sldMk cId="4007365547" sldId="398"/>
        </pc:sldMkLst>
        <pc:graphicFrameChg chg="add mod modGraphic">
          <ac:chgData name="Devinder Kaur" userId="89161a673412ba18" providerId="LiveId" clId="{222FDA9D-10A7-4C58-9841-160FE12D7982}" dt="2022-01-05T09:43:37.068" v="1483" actId="313"/>
          <ac:graphicFrameMkLst>
            <pc:docMk/>
            <pc:sldMk cId="4007365547" sldId="398"/>
            <ac:graphicFrameMk id="3" creationId="{F74DEBA2-BCD2-42E8-9CFF-5B20122A5600}"/>
          </ac:graphicFrameMkLst>
        </pc:graphicFrameChg>
      </pc:sldChg>
      <pc:sldChg chg="del">
        <pc:chgData name="Devinder Kaur" userId="89161a673412ba18" providerId="LiveId" clId="{222FDA9D-10A7-4C58-9841-160FE12D7982}" dt="2022-01-05T06:50:27.063" v="0" actId="47"/>
        <pc:sldMkLst>
          <pc:docMk/>
          <pc:sldMk cId="464625897" sldId="399"/>
        </pc:sldMkLst>
      </pc:sldChg>
      <pc:sldChg chg="addSp modSp new mod">
        <pc:chgData name="Devinder Kaur" userId="89161a673412ba18" providerId="LiveId" clId="{222FDA9D-10A7-4C58-9841-160FE12D7982}" dt="2022-01-05T07:52:44.862" v="1086" actId="20577"/>
        <pc:sldMkLst>
          <pc:docMk/>
          <pc:sldMk cId="4044185337" sldId="399"/>
        </pc:sldMkLst>
        <pc:graphicFrameChg chg="add mod modGraphic">
          <ac:chgData name="Devinder Kaur" userId="89161a673412ba18" providerId="LiveId" clId="{222FDA9D-10A7-4C58-9841-160FE12D7982}" dt="2022-01-05T07:52:44.862" v="1086" actId="20577"/>
          <ac:graphicFrameMkLst>
            <pc:docMk/>
            <pc:sldMk cId="4044185337" sldId="399"/>
            <ac:graphicFrameMk id="3" creationId="{2632A1E8-4856-437E-AF89-05606C2DDB0B}"/>
          </ac:graphicFrameMkLst>
        </pc:graphicFrameChg>
      </pc:sldChg>
      <pc:sldChg chg="del">
        <pc:chgData name="Devinder Kaur" userId="89161a673412ba18" providerId="LiveId" clId="{222FDA9D-10A7-4C58-9841-160FE12D7982}" dt="2022-01-05T06:50:27.063" v="0" actId="47"/>
        <pc:sldMkLst>
          <pc:docMk/>
          <pc:sldMk cId="227521108" sldId="400"/>
        </pc:sldMkLst>
      </pc:sldChg>
      <pc:sldChg chg="addSp modSp new mod">
        <pc:chgData name="Devinder Kaur" userId="89161a673412ba18" providerId="LiveId" clId="{222FDA9D-10A7-4C58-9841-160FE12D7982}" dt="2022-01-05T07:54:40.039" v="1116" actId="1076"/>
        <pc:sldMkLst>
          <pc:docMk/>
          <pc:sldMk cId="1491382384" sldId="400"/>
        </pc:sldMkLst>
        <pc:graphicFrameChg chg="add mod modGraphic">
          <ac:chgData name="Devinder Kaur" userId="89161a673412ba18" providerId="LiveId" clId="{222FDA9D-10A7-4C58-9841-160FE12D7982}" dt="2022-01-05T07:54:40.039" v="1116" actId="1076"/>
          <ac:graphicFrameMkLst>
            <pc:docMk/>
            <pc:sldMk cId="1491382384" sldId="400"/>
            <ac:graphicFrameMk id="3" creationId="{7E28047B-A1CE-4299-A409-39D7961D445B}"/>
          </ac:graphicFrameMkLst>
        </pc:graphicFrameChg>
      </pc:sldChg>
      <pc:sldChg chg="addSp modSp new mod">
        <pc:chgData name="Devinder Kaur" userId="89161a673412ba18" providerId="LiveId" clId="{222FDA9D-10A7-4C58-9841-160FE12D7982}" dt="2022-01-05T09:38:15.053" v="1372" actId="1036"/>
        <pc:sldMkLst>
          <pc:docMk/>
          <pc:sldMk cId="667601327" sldId="401"/>
        </pc:sldMkLst>
        <pc:graphicFrameChg chg="add mod modGraphic">
          <ac:chgData name="Devinder Kaur" userId="89161a673412ba18" providerId="LiveId" clId="{222FDA9D-10A7-4C58-9841-160FE12D7982}" dt="2022-01-05T09:38:15.053" v="1372" actId="1036"/>
          <ac:graphicFrameMkLst>
            <pc:docMk/>
            <pc:sldMk cId="667601327" sldId="401"/>
            <ac:graphicFrameMk id="3" creationId="{9E6617EC-9517-480A-B2A5-587D32E041BC}"/>
          </ac:graphicFrameMkLst>
        </pc:graphicFrameChg>
      </pc:sldChg>
      <pc:sldChg chg="del">
        <pc:chgData name="Devinder Kaur" userId="89161a673412ba18" providerId="LiveId" clId="{222FDA9D-10A7-4C58-9841-160FE12D7982}" dt="2022-01-05T06:50:27.063" v="0" actId="47"/>
        <pc:sldMkLst>
          <pc:docMk/>
          <pc:sldMk cId="2249148143" sldId="401"/>
        </pc:sldMkLst>
      </pc:sldChg>
      <pc:sldChg chg="del">
        <pc:chgData name="Devinder Kaur" userId="89161a673412ba18" providerId="LiveId" clId="{222FDA9D-10A7-4C58-9841-160FE12D7982}" dt="2022-01-05T06:50:27.063" v="0" actId="47"/>
        <pc:sldMkLst>
          <pc:docMk/>
          <pc:sldMk cId="896897458" sldId="402"/>
        </pc:sldMkLst>
      </pc:sldChg>
      <pc:sldChg chg="addSp modSp new mod">
        <pc:chgData name="Devinder Kaur" userId="89161a673412ba18" providerId="LiveId" clId="{222FDA9D-10A7-4C58-9841-160FE12D7982}" dt="2022-01-05T07:59:43.743" v="1186" actId="20577"/>
        <pc:sldMkLst>
          <pc:docMk/>
          <pc:sldMk cId="2485348420" sldId="402"/>
        </pc:sldMkLst>
        <pc:graphicFrameChg chg="add mod modGraphic">
          <ac:chgData name="Devinder Kaur" userId="89161a673412ba18" providerId="LiveId" clId="{222FDA9D-10A7-4C58-9841-160FE12D7982}" dt="2022-01-05T07:59:43.743" v="1186" actId="20577"/>
          <ac:graphicFrameMkLst>
            <pc:docMk/>
            <pc:sldMk cId="2485348420" sldId="402"/>
            <ac:graphicFrameMk id="3" creationId="{23E94FE8-C503-44C8-9FAE-495F2E0BE4FE}"/>
          </ac:graphicFrameMkLst>
        </pc:graphicFrameChg>
      </pc:sldChg>
      <pc:sldChg chg="del">
        <pc:chgData name="Devinder Kaur" userId="89161a673412ba18" providerId="LiveId" clId="{222FDA9D-10A7-4C58-9841-160FE12D7982}" dt="2022-01-05T06:50:27.063" v="0" actId="47"/>
        <pc:sldMkLst>
          <pc:docMk/>
          <pc:sldMk cId="370510280" sldId="403"/>
        </pc:sldMkLst>
      </pc:sldChg>
      <pc:sldChg chg="addSp modSp new add del mod">
        <pc:chgData name="Devinder Kaur" userId="89161a673412ba18" providerId="LiveId" clId="{222FDA9D-10A7-4C58-9841-160FE12D7982}" dt="2022-01-05T08:05:04.950" v="1201" actId="47"/>
        <pc:sldMkLst>
          <pc:docMk/>
          <pc:sldMk cId="1676154577" sldId="403"/>
        </pc:sldMkLst>
        <pc:graphicFrameChg chg="add mod modGraphic">
          <ac:chgData name="Devinder Kaur" userId="89161a673412ba18" providerId="LiveId" clId="{222FDA9D-10A7-4C58-9841-160FE12D7982}" dt="2022-01-05T08:03:31.724" v="1192"/>
          <ac:graphicFrameMkLst>
            <pc:docMk/>
            <pc:sldMk cId="1676154577" sldId="403"/>
            <ac:graphicFrameMk id="3" creationId="{BFE0F2A1-9C83-488D-8D64-A321B012DE16}"/>
          </ac:graphicFrameMkLst>
        </pc:graphicFrameChg>
      </pc:sldChg>
      <pc:sldChg chg="del">
        <pc:chgData name="Devinder Kaur" userId="89161a673412ba18" providerId="LiveId" clId="{222FDA9D-10A7-4C58-9841-160FE12D7982}" dt="2022-01-05T06:50:27.063" v="0" actId="47"/>
        <pc:sldMkLst>
          <pc:docMk/>
          <pc:sldMk cId="1758255484" sldId="404"/>
        </pc:sldMkLst>
      </pc:sldChg>
      <pc:sldChg chg="del">
        <pc:chgData name="Devinder Kaur" userId="89161a673412ba18" providerId="LiveId" clId="{222FDA9D-10A7-4C58-9841-160FE12D7982}" dt="2022-01-05T06:50:27.063" v="0" actId="47"/>
        <pc:sldMkLst>
          <pc:docMk/>
          <pc:sldMk cId="1064749569" sldId="405"/>
        </pc:sldMkLst>
      </pc:sldChg>
      <pc:sldChg chg="del">
        <pc:chgData name="Devinder Kaur" userId="89161a673412ba18" providerId="LiveId" clId="{222FDA9D-10A7-4C58-9841-160FE12D7982}" dt="2022-01-05T06:50:27.063" v="0" actId="47"/>
        <pc:sldMkLst>
          <pc:docMk/>
          <pc:sldMk cId="58233747" sldId="406"/>
        </pc:sldMkLst>
      </pc:sldChg>
      <pc:sldChg chg="del">
        <pc:chgData name="Devinder Kaur" userId="89161a673412ba18" providerId="LiveId" clId="{222FDA9D-10A7-4C58-9841-160FE12D7982}" dt="2022-01-05T06:50:27.063" v="0" actId="47"/>
        <pc:sldMkLst>
          <pc:docMk/>
          <pc:sldMk cId="3711753767" sldId="407"/>
        </pc:sldMkLst>
      </pc:sldChg>
      <pc:sldChg chg="del">
        <pc:chgData name="Devinder Kaur" userId="89161a673412ba18" providerId="LiveId" clId="{222FDA9D-10A7-4C58-9841-160FE12D7982}" dt="2022-01-05T06:50:27.063" v="0" actId="47"/>
        <pc:sldMkLst>
          <pc:docMk/>
          <pc:sldMk cId="2023502325" sldId="408"/>
        </pc:sldMkLst>
      </pc:sldChg>
      <pc:sldChg chg="del">
        <pc:chgData name="Devinder Kaur" userId="89161a673412ba18" providerId="LiveId" clId="{222FDA9D-10A7-4C58-9841-160FE12D7982}" dt="2022-01-05T06:50:27.063" v="0" actId="47"/>
        <pc:sldMkLst>
          <pc:docMk/>
          <pc:sldMk cId="4053061567" sldId="409"/>
        </pc:sldMkLst>
      </pc:sldChg>
      <pc:sldChg chg="del">
        <pc:chgData name="Devinder Kaur" userId="89161a673412ba18" providerId="LiveId" clId="{222FDA9D-10A7-4C58-9841-160FE12D7982}" dt="2022-01-05T06:50:27.063" v="0" actId="47"/>
        <pc:sldMkLst>
          <pc:docMk/>
          <pc:sldMk cId="2337382951" sldId="410"/>
        </pc:sldMkLst>
      </pc:sldChg>
      <pc:sldChg chg="del">
        <pc:chgData name="Devinder Kaur" userId="89161a673412ba18" providerId="LiveId" clId="{222FDA9D-10A7-4C58-9841-160FE12D7982}" dt="2022-01-05T06:50:27.063" v="0" actId="47"/>
        <pc:sldMkLst>
          <pc:docMk/>
          <pc:sldMk cId="1345359177" sldId="412"/>
        </pc:sldMkLst>
      </pc:sldChg>
      <pc:sldChg chg="del">
        <pc:chgData name="Devinder Kaur" userId="89161a673412ba18" providerId="LiveId" clId="{222FDA9D-10A7-4C58-9841-160FE12D7982}" dt="2022-01-05T06:50:27.063" v="0" actId="47"/>
        <pc:sldMkLst>
          <pc:docMk/>
          <pc:sldMk cId="1399851306" sldId="413"/>
        </pc:sldMkLst>
      </pc:sldChg>
      <pc:sldChg chg="del">
        <pc:chgData name="Devinder Kaur" userId="89161a673412ba18" providerId="LiveId" clId="{222FDA9D-10A7-4C58-9841-160FE12D7982}" dt="2022-01-05T06:50:27.063" v="0" actId="47"/>
        <pc:sldMkLst>
          <pc:docMk/>
          <pc:sldMk cId="4063930908" sldId="414"/>
        </pc:sldMkLst>
      </pc:sldChg>
      <pc:sldChg chg="del">
        <pc:chgData name="Devinder Kaur" userId="89161a673412ba18" providerId="LiveId" clId="{222FDA9D-10A7-4C58-9841-160FE12D7982}" dt="2022-01-05T06:50:27.063" v="0" actId="47"/>
        <pc:sldMkLst>
          <pc:docMk/>
          <pc:sldMk cId="3648166895" sldId="416"/>
        </pc:sldMkLst>
      </pc:sldChg>
      <pc:sldChg chg="del">
        <pc:chgData name="Devinder Kaur" userId="89161a673412ba18" providerId="LiveId" clId="{222FDA9D-10A7-4C58-9841-160FE12D7982}" dt="2022-01-05T06:50:27.063" v="0" actId="47"/>
        <pc:sldMkLst>
          <pc:docMk/>
          <pc:sldMk cId="3035489821" sldId="417"/>
        </pc:sldMkLst>
      </pc:sldChg>
      <pc:sldChg chg="del">
        <pc:chgData name="Devinder Kaur" userId="89161a673412ba18" providerId="LiveId" clId="{222FDA9D-10A7-4C58-9841-160FE12D7982}" dt="2022-01-05T06:50:27.063" v="0" actId="47"/>
        <pc:sldMkLst>
          <pc:docMk/>
          <pc:sldMk cId="1377215463" sldId="418"/>
        </pc:sldMkLst>
      </pc:sldChg>
      <pc:sldChg chg="del">
        <pc:chgData name="Devinder Kaur" userId="89161a673412ba18" providerId="LiveId" clId="{222FDA9D-10A7-4C58-9841-160FE12D7982}" dt="2022-01-05T06:50:27.063" v="0" actId="47"/>
        <pc:sldMkLst>
          <pc:docMk/>
          <pc:sldMk cId="1261589088" sldId="419"/>
        </pc:sldMkLst>
      </pc:sldChg>
      <pc:sldChg chg="del">
        <pc:chgData name="Devinder Kaur" userId="89161a673412ba18" providerId="LiveId" clId="{222FDA9D-10A7-4C58-9841-160FE12D7982}" dt="2022-01-05T06:50:27.063" v="0" actId="47"/>
        <pc:sldMkLst>
          <pc:docMk/>
          <pc:sldMk cId="3063314571" sldId="420"/>
        </pc:sldMkLst>
      </pc:sldChg>
      <pc:sldChg chg="del">
        <pc:chgData name="Devinder Kaur" userId="89161a673412ba18" providerId="LiveId" clId="{222FDA9D-10A7-4C58-9841-160FE12D7982}" dt="2022-01-05T06:50:27.063" v="0" actId="47"/>
        <pc:sldMkLst>
          <pc:docMk/>
          <pc:sldMk cId="927496232" sldId="421"/>
        </pc:sldMkLst>
      </pc:sldChg>
      <pc:sldChg chg="del">
        <pc:chgData name="Devinder Kaur" userId="89161a673412ba18" providerId="LiveId" clId="{222FDA9D-10A7-4C58-9841-160FE12D7982}" dt="2022-01-05T06:50:27.063" v="0" actId="47"/>
        <pc:sldMkLst>
          <pc:docMk/>
          <pc:sldMk cId="879633862" sldId="422"/>
        </pc:sldMkLst>
      </pc:sldChg>
      <pc:sldChg chg="del">
        <pc:chgData name="Devinder Kaur" userId="89161a673412ba18" providerId="LiveId" clId="{222FDA9D-10A7-4C58-9841-160FE12D7982}" dt="2022-01-05T06:50:27.063" v="0" actId="47"/>
        <pc:sldMkLst>
          <pc:docMk/>
          <pc:sldMk cId="1901316891" sldId="423"/>
        </pc:sldMkLst>
      </pc:sldChg>
      <pc:sldMasterChg chg="delSldLayout">
        <pc:chgData name="Devinder Kaur" userId="89161a673412ba18" providerId="LiveId" clId="{222FDA9D-10A7-4C58-9841-160FE12D7982}" dt="2022-01-05T06:52:16.823" v="47" actId="47"/>
        <pc:sldMasterMkLst>
          <pc:docMk/>
          <pc:sldMasterMk cId="3333391393" sldId="2147483674"/>
        </pc:sldMasterMkLst>
        <pc:sldLayoutChg chg="del">
          <pc:chgData name="Devinder Kaur" userId="89161a673412ba18" providerId="LiveId" clId="{222FDA9D-10A7-4C58-9841-160FE12D7982}" dt="2022-01-05T06:52:16.823" v="47" actId="47"/>
          <pc:sldLayoutMkLst>
            <pc:docMk/>
            <pc:sldMasterMk cId="3333391393" sldId="2147483674"/>
            <pc:sldLayoutMk cId="2106835372" sldId="2147483701"/>
          </pc:sldLayoutMkLst>
        </pc:sldLayoutChg>
      </pc:sldMasterChg>
    </pc:docChg>
  </pc:docChgLst>
  <pc:docChgLst>
    <pc:chgData name="Devinder Kaur" userId="89161a673412ba18" providerId="LiveId" clId="{E1B0F1BB-378F-4DFC-AC36-6AE11FF45CD9}"/>
    <pc:docChg chg="undo custSel addSld delSld modSld sldOrd">
      <pc:chgData name="Devinder Kaur" userId="89161a673412ba18" providerId="LiveId" clId="{E1B0F1BB-378F-4DFC-AC36-6AE11FF45CD9}" dt="2023-01-03T08:12:40.330" v="271"/>
      <pc:docMkLst>
        <pc:docMk/>
      </pc:docMkLst>
      <pc:sldChg chg="modSp mod">
        <pc:chgData name="Devinder Kaur" userId="89161a673412ba18" providerId="LiveId" clId="{E1B0F1BB-378F-4DFC-AC36-6AE11FF45CD9}" dt="2022-12-20T06:48:50.158" v="14" actId="6549"/>
        <pc:sldMkLst>
          <pc:docMk/>
          <pc:sldMk cId="2629433958" sldId="384"/>
        </pc:sldMkLst>
        <pc:spChg chg="mod">
          <ac:chgData name="Devinder Kaur" userId="89161a673412ba18" providerId="LiveId" clId="{E1B0F1BB-378F-4DFC-AC36-6AE11FF45CD9}" dt="2022-12-20T06:48:50.158" v="14" actId="6549"/>
          <ac:spMkLst>
            <pc:docMk/>
            <pc:sldMk cId="2629433958" sldId="384"/>
            <ac:spMk id="3" creationId="{434A52C3-43CE-43F4-AD4D-FCD6D294DA3A}"/>
          </ac:spMkLst>
        </pc:spChg>
      </pc:sldChg>
      <pc:sldChg chg="del">
        <pc:chgData name="Devinder Kaur" userId="89161a673412ba18" providerId="LiveId" clId="{E1B0F1BB-378F-4DFC-AC36-6AE11FF45CD9}" dt="2022-12-20T06:49:20.530" v="15" actId="47"/>
        <pc:sldMkLst>
          <pc:docMk/>
          <pc:sldMk cId="2607301225" sldId="386"/>
        </pc:sldMkLst>
      </pc:sldChg>
      <pc:sldChg chg="del">
        <pc:chgData name="Devinder Kaur" userId="89161a673412ba18" providerId="LiveId" clId="{E1B0F1BB-378F-4DFC-AC36-6AE11FF45CD9}" dt="2022-12-12T04:31:25.231" v="2" actId="47"/>
        <pc:sldMkLst>
          <pc:docMk/>
          <pc:sldMk cId="130353146" sldId="391"/>
        </pc:sldMkLst>
      </pc:sldChg>
      <pc:sldChg chg="del">
        <pc:chgData name="Devinder Kaur" userId="89161a673412ba18" providerId="LiveId" clId="{E1B0F1BB-378F-4DFC-AC36-6AE11FF45CD9}" dt="2022-12-12T04:32:20.210" v="3" actId="47"/>
        <pc:sldMkLst>
          <pc:docMk/>
          <pc:sldMk cId="1828547960" sldId="392"/>
        </pc:sldMkLst>
      </pc:sldChg>
      <pc:sldChg chg="del">
        <pc:chgData name="Devinder Kaur" userId="89161a673412ba18" providerId="LiveId" clId="{E1B0F1BB-378F-4DFC-AC36-6AE11FF45CD9}" dt="2022-12-12T04:32:24.181" v="4" actId="47"/>
        <pc:sldMkLst>
          <pc:docMk/>
          <pc:sldMk cId="1352032531" sldId="393"/>
        </pc:sldMkLst>
      </pc:sldChg>
      <pc:sldChg chg="del">
        <pc:chgData name="Devinder Kaur" userId="89161a673412ba18" providerId="LiveId" clId="{E1B0F1BB-378F-4DFC-AC36-6AE11FF45CD9}" dt="2022-12-12T04:32:33.939" v="7" actId="47"/>
        <pc:sldMkLst>
          <pc:docMk/>
          <pc:sldMk cId="2850401586" sldId="394"/>
        </pc:sldMkLst>
      </pc:sldChg>
      <pc:sldChg chg="del">
        <pc:chgData name="Devinder Kaur" userId="89161a673412ba18" providerId="LiveId" clId="{E1B0F1BB-378F-4DFC-AC36-6AE11FF45CD9}" dt="2022-12-12T04:32:25.981" v="5" actId="47"/>
        <pc:sldMkLst>
          <pc:docMk/>
          <pc:sldMk cId="1147785466" sldId="395"/>
        </pc:sldMkLst>
      </pc:sldChg>
      <pc:sldChg chg="del">
        <pc:chgData name="Devinder Kaur" userId="89161a673412ba18" providerId="LiveId" clId="{E1B0F1BB-378F-4DFC-AC36-6AE11FF45CD9}" dt="2022-12-12T04:32:27.609" v="6" actId="47"/>
        <pc:sldMkLst>
          <pc:docMk/>
          <pc:sldMk cId="1313070046" sldId="396"/>
        </pc:sldMkLst>
      </pc:sldChg>
      <pc:sldChg chg="del">
        <pc:chgData name="Devinder Kaur" userId="89161a673412ba18" providerId="LiveId" clId="{E1B0F1BB-378F-4DFC-AC36-6AE11FF45CD9}" dt="2022-12-12T04:32:36.774" v="8" actId="47"/>
        <pc:sldMkLst>
          <pc:docMk/>
          <pc:sldMk cId="2745923664" sldId="397"/>
        </pc:sldMkLst>
      </pc:sldChg>
      <pc:sldChg chg="del">
        <pc:chgData name="Devinder Kaur" userId="89161a673412ba18" providerId="LiveId" clId="{E1B0F1BB-378F-4DFC-AC36-6AE11FF45CD9}" dt="2022-12-12T04:32:38.811" v="9" actId="47"/>
        <pc:sldMkLst>
          <pc:docMk/>
          <pc:sldMk cId="4007365547" sldId="398"/>
        </pc:sldMkLst>
      </pc:sldChg>
      <pc:sldChg chg="del">
        <pc:chgData name="Devinder Kaur" userId="89161a673412ba18" providerId="LiveId" clId="{E1B0F1BB-378F-4DFC-AC36-6AE11FF45CD9}" dt="2022-12-12T04:32:41.184" v="10" actId="47"/>
        <pc:sldMkLst>
          <pc:docMk/>
          <pc:sldMk cId="4044185337" sldId="399"/>
        </pc:sldMkLst>
      </pc:sldChg>
      <pc:sldChg chg="del">
        <pc:chgData name="Devinder Kaur" userId="89161a673412ba18" providerId="LiveId" clId="{E1B0F1BB-378F-4DFC-AC36-6AE11FF45CD9}" dt="2022-12-12T04:32:43.496" v="11" actId="47"/>
        <pc:sldMkLst>
          <pc:docMk/>
          <pc:sldMk cId="1491382384" sldId="400"/>
        </pc:sldMkLst>
      </pc:sldChg>
      <pc:sldChg chg="del">
        <pc:chgData name="Devinder Kaur" userId="89161a673412ba18" providerId="LiveId" clId="{E1B0F1BB-378F-4DFC-AC36-6AE11FF45CD9}" dt="2022-12-12T04:32:45.041" v="12" actId="47"/>
        <pc:sldMkLst>
          <pc:docMk/>
          <pc:sldMk cId="667601327" sldId="401"/>
        </pc:sldMkLst>
      </pc:sldChg>
      <pc:sldChg chg="del">
        <pc:chgData name="Devinder Kaur" userId="89161a673412ba18" providerId="LiveId" clId="{E1B0F1BB-378F-4DFC-AC36-6AE11FF45CD9}" dt="2022-12-12T04:32:46.675" v="13" actId="47"/>
        <pc:sldMkLst>
          <pc:docMk/>
          <pc:sldMk cId="2485348420" sldId="402"/>
        </pc:sldMkLst>
      </pc:sldChg>
      <pc:sldChg chg="ord">
        <pc:chgData name="Devinder Kaur" userId="89161a673412ba18" providerId="LiveId" clId="{E1B0F1BB-378F-4DFC-AC36-6AE11FF45CD9}" dt="2022-12-12T04:26:02.677" v="1"/>
        <pc:sldMkLst>
          <pc:docMk/>
          <pc:sldMk cId="2009044222" sldId="404"/>
        </pc:sldMkLst>
      </pc:sldChg>
      <pc:sldChg chg="modSp">
        <pc:chgData name="Devinder Kaur" userId="89161a673412ba18" providerId="LiveId" clId="{E1B0F1BB-378F-4DFC-AC36-6AE11FF45CD9}" dt="2022-12-20T06:53:04.986" v="36" actId="20577"/>
        <pc:sldMkLst>
          <pc:docMk/>
          <pc:sldMk cId="410068883" sldId="407"/>
        </pc:sldMkLst>
        <pc:graphicFrameChg chg="mod">
          <ac:chgData name="Devinder Kaur" userId="89161a673412ba18" providerId="LiveId" clId="{E1B0F1BB-378F-4DFC-AC36-6AE11FF45CD9}" dt="2022-12-20T06:53:04.986" v="36" actId="20577"/>
          <ac:graphicFrameMkLst>
            <pc:docMk/>
            <pc:sldMk cId="410068883" sldId="407"/>
            <ac:graphicFrameMk id="3" creationId="{A9643CD8-F2FA-4D94-9877-73CE28316AD4}"/>
          </ac:graphicFrameMkLst>
        </pc:graphicFrameChg>
      </pc:sldChg>
      <pc:sldChg chg="delSp modSp add del mod ord">
        <pc:chgData name="Devinder Kaur" userId="89161a673412ba18" providerId="LiveId" clId="{E1B0F1BB-378F-4DFC-AC36-6AE11FF45CD9}" dt="2022-12-20T07:11:35.445" v="212"/>
        <pc:sldMkLst>
          <pc:docMk/>
          <pc:sldMk cId="1564978313" sldId="408"/>
        </pc:sldMkLst>
        <pc:graphicFrameChg chg="mod">
          <ac:chgData name="Devinder Kaur" userId="89161a673412ba18" providerId="LiveId" clId="{E1B0F1BB-378F-4DFC-AC36-6AE11FF45CD9}" dt="2022-12-20T07:04:00.978" v="81" actId="113"/>
          <ac:graphicFrameMkLst>
            <pc:docMk/>
            <pc:sldMk cId="1564978313" sldId="408"/>
            <ac:graphicFrameMk id="3" creationId="{FD9583F2-F0E9-40C9-8342-D12BE91E5ACE}"/>
          </ac:graphicFrameMkLst>
        </pc:graphicFrameChg>
        <pc:picChg chg="del">
          <ac:chgData name="Devinder Kaur" userId="89161a673412ba18" providerId="LiveId" clId="{E1B0F1BB-378F-4DFC-AC36-6AE11FF45CD9}" dt="2022-12-20T07:03:48.791" v="79" actId="478"/>
          <ac:picMkLst>
            <pc:docMk/>
            <pc:sldMk cId="1564978313" sldId="408"/>
            <ac:picMk id="6" creationId="{EE40EC0D-62C7-4E1A-81C6-1A4B83B79908}"/>
          </ac:picMkLst>
        </pc:picChg>
      </pc:sldChg>
      <pc:sldChg chg="addSp modSp mod">
        <pc:chgData name="Devinder Kaur" userId="89161a673412ba18" providerId="LiveId" clId="{E1B0F1BB-378F-4DFC-AC36-6AE11FF45CD9}" dt="2022-12-20T07:02:13.179" v="77" actId="14100"/>
        <pc:sldMkLst>
          <pc:docMk/>
          <pc:sldMk cId="3248160990" sldId="409"/>
        </pc:sldMkLst>
        <pc:graphicFrameChg chg="mod">
          <ac:chgData name="Devinder Kaur" userId="89161a673412ba18" providerId="LiveId" clId="{E1B0F1BB-378F-4DFC-AC36-6AE11FF45CD9}" dt="2022-12-20T07:02:13.179" v="77" actId="14100"/>
          <ac:graphicFrameMkLst>
            <pc:docMk/>
            <pc:sldMk cId="3248160990" sldId="409"/>
            <ac:graphicFrameMk id="3" creationId="{A430482E-24EB-4DC5-885E-DD5AC080B71F}"/>
          </ac:graphicFrameMkLst>
        </pc:graphicFrameChg>
        <pc:picChg chg="add mod">
          <ac:chgData name="Devinder Kaur" userId="89161a673412ba18" providerId="LiveId" clId="{E1B0F1BB-378F-4DFC-AC36-6AE11FF45CD9}" dt="2022-12-20T07:01:33.415" v="76" actId="14100"/>
          <ac:picMkLst>
            <pc:docMk/>
            <pc:sldMk cId="3248160990" sldId="409"/>
            <ac:picMk id="4" creationId="{067FC6A9-E278-735E-DC06-1959F7FD4A34}"/>
          </ac:picMkLst>
        </pc:picChg>
      </pc:sldChg>
      <pc:sldChg chg="addSp modSp new mod">
        <pc:chgData name="Devinder Kaur" userId="89161a673412ba18" providerId="LiveId" clId="{E1B0F1BB-378F-4DFC-AC36-6AE11FF45CD9}" dt="2023-01-03T08:12:40.330" v="271"/>
        <pc:sldMkLst>
          <pc:docMk/>
          <pc:sldMk cId="1658314907" sldId="410"/>
        </pc:sldMkLst>
        <pc:graphicFrameChg chg="add mod modGraphic">
          <ac:chgData name="Devinder Kaur" userId="89161a673412ba18" providerId="LiveId" clId="{E1B0F1BB-378F-4DFC-AC36-6AE11FF45CD9}" dt="2023-01-03T08:12:40.330" v="271"/>
          <ac:graphicFrameMkLst>
            <pc:docMk/>
            <pc:sldMk cId="1658314907" sldId="410"/>
            <ac:graphicFrameMk id="3" creationId="{9AFB51FF-998D-4DE4-427C-0DC6F31D6A02}"/>
          </ac:graphicFrameMkLst>
        </pc:graphicFrameChg>
      </pc:sldChg>
      <pc:sldChg chg="addSp modSp new mod">
        <pc:chgData name="Devinder Kaur" userId="89161a673412ba18" providerId="LiveId" clId="{E1B0F1BB-378F-4DFC-AC36-6AE11FF45CD9}" dt="2022-12-20T07:22:23.765" v="244" actId="20577"/>
        <pc:sldMkLst>
          <pc:docMk/>
          <pc:sldMk cId="4199456291" sldId="411"/>
        </pc:sldMkLst>
        <pc:graphicFrameChg chg="add mod modGraphic">
          <ac:chgData name="Devinder Kaur" userId="89161a673412ba18" providerId="LiveId" clId="{E1B0F1BB-378F-4DFC-AC36-6AE11FF45CD9}" dt="2022-12-20T07:22:23.765" v="244" actId="20577"/>
          <ac:graphicFrameMkLst>
            <pc:docMk/>
            <pc:sldMk cId="4199456291" sldId="411"/>
            <ac:graphicFrameMk id="3" creationId="{58476AED-4099-71EF-54FF-40EF5E406977}"/>
          </ac:graphicFrameMkLst>
        </pc:graphicFrameChg>
      </pc:sldChg>
    </pc:docChg>
  </pc:docChgLst>
  <pc:docChgLst>
    <pc:chgData name="Devinder Kaur" userId="89161a673412ba18" providerId="LiveId" clId="{EE7D6AD1-C6CD-4CDA-AF43-E90B02E8A2A3}"/>
    <pc:docChg chg="delSld modSld">
      <pc:chgData name="Devinder Kaur" userId="89161a673412ba18" providerId="LiveId" clId="{EE7D6AD1-C6CD-4CDA-AF43-E90B02E8A2A3}" dt="2022-11-24T08:58:22.007" v="1" actId="113"/>
      <pc:docMkLst>
        <pc:docMk/>
      </pc:docMkLst>
      <pc:sldChg chg="del">
        <pc:chgData name="Devinder Kaur" userId="89161a673412ba18" providerId="LiveId" clId="{EE7D6AD1-C6CD-4CDA-AF43-E90B02E8A2A3}" dt="2022-11-24T08:57:14.467" v="0" actId="47"/>
        <pc:sldMkLst>
          <pc:docMk/>
          <pc:sldMk cId="0" sldId="382"/>
        </pc:sldMkLst>
      </pc:sldChg>
      <pc:sldChg chg="modSp">
        <pc:chgData name="Devinder Kaur" userId="89161a673412ba18" providerId="LiveId" clId="{EE7D6AD1-C6CD-4CDA-AF43-E90B02E8A2A3}" dt="2022-11-24T08:58:22.007" v="1" actId="113"/>
        <pc:sldMkLst>
          <pc:docMk/>
          <pc:sldMk cId="667601327" sldId="401"/>
        </pc:sldMkLst>
        <pc:graphicFrameChg chg="mod">
          <ac:chgData name="Devinder Kaur" userId="89161a673412ba18" providerId="LiveId" clId="{EE7D6AD1-C6CD-4CDA-AF43-E90B02E8A2A3}" dt="2022-11-24T08:58:22.007" v="1" actId="113"/>
          <ac:graphicFrameMkLst>
            <pc:docMk/>
            <pc:sldMk cId="667601327" sldId="401"/>
            <ac:graphicFrameMk id="3" creationId="{9E6617EC-9517-480A-B2A5-587D32E041BC}"/>
          </ac:graphicFrameMkLst>
        </pc:graphicFrameChg>
      </pc:sldChg>
    </pc:docChg>
  </pc:docChgLst>
  <pc:docChgLst>
    <pc:chgData name="Devinder Kaur" userId="89161a673412ba18" providerId="LiveId" clId="{658CF78F-C1B8-43B0-B5CC-4B8B4BF7E711}"/>
    <pc:docChg chg="undo custSel addSld delSld modSld">
      <pc:chgData name="Devinder Kaur" userId="89161a673412ba18" providerId="LiveId" clId="{658CF78F-C1B8-43B0-B5CC-4B8B4BF7E711}" dt="2022-01-05T06:36:33.254" v="61" actId="1035"/>
      <pc:docMkLst>
        <pc:docMk/>
      </pc:docMkLst>
      <pc:sldChg chg="modSp">
        <pc:chgData name="Devinder Kaur" userId="89161a673412ba18" providerId="LiveId" clId="{658CF78F-C1B8-43B0-B5CC-4B8B4BF7E711}" dt="2022-01-05T06:33:34.961" v="40"/>
        <pc:sldMkLst>
          <pc:docMk/>
          <pc:sldMk cId="1377215463" sldId="418"/>
        </pc:sldMkLst>
        <pc:graphicFrameChg chg="mod">
          <ac:chgData name="Devinder Kaur" userId="89161a673412ba18" providerId="LiveId" clId="{658CF78F-C1B8-43B0-B5CC-4B8B4BF7E711}" dt="2022-01-05T06:33:34.961" v="40"/>
          <ac:graphicFrameMkLst>
            <pc:docMk/>
            <pc:sldMk cId="1377215463" sldId="418"/>
            <ac:graphicFrameMk id="3" creationId="{5A3FAA10-4350-4CB5-8FE4-8BE89AD633EC}"/>
          </ac:graphicFrameMkLst>
        </pc:graphicFrameChg>
      </pc:sldChg>
      <pc:sldChg chg="addSp modSp new mod">
        <pc:chgData name="Devinder Kaur" userId="89161a673412ba18" providerId="LiveId" clId="{658CF78F-C1B8-43B0-B5CC-4B8B4BF7E711}" dt="2022-01-05T06:36:33.254" v="61" actId="1035"/>
        <pc:sldMkLst>
          <pc:docMk/>
          <pc:sldMk cId="1901316891" sldId="423"/>
        </pc:sldMkLst>
        <pc:graphicFrameChg chg="add mod modGraphic">
          <ac:chgData name="Devinder Kaur" userId="89161a673412ba18" providerId="LiveId" clId="{658CF78F-C1B8-43B0-B5CC-4B8B4BF7E711}" dt="2022-01-05T06:36:33.254" v="61" actId="1035"/>
          <ac:graphicFrameMkLst>
            <pc:docMk/>
            <pc:sldMk cId="1901316891" sldId="423"/>
            <ac:graphicFrameMk id="3" creationId="{81109A30-C6C3-489E-83F0-04AB36B628D3}"/>
          </ac:graphicFrameMkLst>
        </pc:graphicFrameChg>
      </pc:sldChg>
      <pc:sldChg chg="new del">
        <pc:chgData name="Devinder Kaur" userId="89161a673412ba18" providerId="LiveId" clId="{658CF78F-C1B8-43B0-B5CC-4B8B4BF7E711}" dt="2022-01-05T06:30:48.647" v="11" actId="680"/>
        <pc:sldMkLst>
          <pc:docMk/>
          <pc:sldMk cId="3168310971" sldId="424"/>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53CEEAC-B71A-40B9-B9E6-3920D28AD6EA}"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17B7F53A-A130-430E-BD54-F1DD11F4BF95}">
      <dgm:prSet phldrT="[Text]" custT="1"/>
      <dgm:spPr/>
      <dgm:t>
        <a:bodyPr/>
        <a:lstStyle/>
        <a:p>
          <a:r>
            <a:rPr lang="en-IN" sz="3600" b="1" dirty="0"/>
            <a:t>Danger to Patients</a:t>
          </a:r>
        </a:p>
      </dgm:t>
    </dgm:pt>
    <dgm:pt modelId="{55A73F67-AD4A-46DE-AC16-B8B55270EDD1}" type="parTrans" cxnId="{F2AC45F8-DE9C-488E-BB29-8945DFFDB034}">
      <dgm:prSet/>
      <dgm:spPr/>
      <dgm:t>
        <a:bodyPr/>
        <a:lstStyle/>
        <a:p>
          <a:endParaRPr lang="en-IN"/>
        </a:p>
      </dgm:t>
    </dgm:pt>
    <dgm:pt modelId="{B5E4E653-2411-4B33-843F-3C7CB6772313}" type="sibTrans" cxnId="{F2AC45F8-DE9C-488E-BB29-8945DFFDB034}">
      <dgm:prSet/>
      <dgm:spPr/>
      <dgm:t>
        <a:bodyPr/>
        <a:lstStyle/>
        <a:p>
          <a:endParaRPr lang="en-IN"/>
        </a:p>
      </dgm:t>
    </dgm:pt>
    <dgm:pt modelId="{0310CC2D-3AF8-48A4-8319-B3F3D020586F}">
      <dgm:prSet phldrT="[Text]"/>
      <dgm:spPr/>
      <dgm:t>
        <a:bodyPr/>
        <a:lstStyle/>
        <a:p>
          <a:pPr algn="just"/>
          <a:r>
            <a:rPr lang="en-US" dirty="0"/>
            <a:t>In a clinical environment patient is exposed to various risks, more than a typical workplace or at home</a:t>
          </a:r>
          <a:endParaRPr lang="en-IN" dirty="0"/>
        </a:p>
      </dgm:t>
    </dgm:pt>
    <dgm:pt modelId="{BAEE6531-A318-434D-B4C4-5B49741B5343}" type="parTrans" cxnId="{8C9196EF-6DE3-453D-B25C-87AE2B223326}">
      <dgm:prSet/>
      <dgm:spPr/>
      <dgm:t>
        <a:bodyPr/>
        <a:lstStyle/>
        <a:p>
          <a:endParaRPr lang="en-IN"/>
        </a:p>
      </dgm:t>
    </dgm:pt>
    <dgm:pt modelId="{9E35103B-5C28-4848-AE09-807FE408CD4E}" type="sibTrans" cxnId="{8C9196EF-6DE3-453D-B25C-87AE2B223326}">
      <dgm:prSet/>
      <dgm:spPr/>
      <dgm:t>
        <a:bodyPr/>
        <a:lstStyle/>
        <a:p>
          <a:endParaRPr lang="en-IN"/>
        </a:p>
      </dgm:t>
    </dgm:pt>
    <dgm:pt modelId="{5A91DE7D-8452-40A7-B50F-9DD2B2F69BCD}">
      <dgm:prSet phldrT="[Text]"/>
      <dgm:spPr/>
      <dgm:t>
        <a:bodyPr/>
        <a:lstStyle/>
        <a:p>
          <a:pPr algn="just"/>
          <a:r>
            <a:rPr lang="en-US" dirty="0"/>
            <a:t>Frequent invasive (blood) operations</a:t>
          </a:r>
          <a:endParaRPr lang="en-IN" dirty="0"/>
        </a:p>
      </dgm:t>
    </dgm:pt>
    <dgm:pt modelId="{245906D4-8A7C-45E9-8911-CD4815318E3E}" type="parTrans" cxnId="{B5FF8F0F-1AAA-4F85-9B1B-CE325FEDD5CD}">
      <dgm:prSet/>
      <dgm:spPr/>
      <dgm:t>
        <a:bodyPr/>
        <a:lstStyle/>
        <a:p>
          <a:endParaRPr lang="en-IN"/>
        </a:p>
      </dgm:t>
    </dgm:pt>
    <dgm:pt modelId="{92505886-93AF-4F45-BC63-F4FF0D11A339}" type="sibTrans" cxnId="{B5FF8F0F-1AAA-4F85-9B1B-CE325FEDD5CD}">
      <dgm:prSet/>
      <dgm:spPr/>
      <dgm:t>
        <a:bodyPr/>
        <a:lstStyle/>
        <a:p>
          <a:endParaRPr lang="en-IN"/>
        </a:p>
      </dgm:t>
    </dgm:pt>
    <dgm:pt modelId="{32EC6766-34D2-46AA-A0D0-62FF50DC660A}">
      <dgm:prSet phldrT="[Text]"/>
      <dgm:spPr/>
      <dgm:t>
        <a:bodyPr/>
        <a:lstStyle/>
        <a:p>
          <a:pPr algn="just"/>
          <a:r>
            <a:rPr lang="en-US" dirty="0"/>
            <a:t>Penetration through skin or mucous membranes</a:t>
          </a:r>
          <a:endParaRPr lang="en-IN" dirty="0"/>
        </a:p>
      </dgm:t>
    </dgm:pt>
    <dgm:pt modelId="{F70EE220-F430-4989-A1FB-723598461862}" type="parTrans" cxnId="{9694AD52-57E5-4DD3-B0CB-C6137B2AD911}">
      <dgm:prSet/>
      <dgm:spPr/>
      <dgm:t>
        <a:bodyPr/>
        <a:lstStyle/>
        <a:p>
          <a:endParaRPr lang="en-IN"/>
        </a:p>
      </dgm:t>
    </dgm:pt>
    <dgm:pt modelId="{BCFAE06F-200C-4189-A9DE-E6052B2A45E1}" type="sibTrans" cxnId="{9694AD52-57E5-4DD3-B0CB-C6137B2AD911}">
      <dgm:prSet/>
      <dgm:spPr/>
      <dgm:t>
        <a:bodyPr/>
        <a:lstStyle/>
        <a:p>
          <a:endParaRPr lang="en-IN"/>
        </a:p>
      </dgm:t>
    </dgm:pt>
    <dgm:pt modelId="{87A267CC-BF8F-4CB8-AD81-1C46721371AD}">
      <dgm:prSet phldrT="[Text]"/>
      <dgm:spPr/>
      <dgm:t>
        <a:bodyPr/>
        <a:lstStyle/>
        <a:p>
          <a:pPr algn="just"/>
          <a:r>
            <a:rPr lang="en-US" dirty="0"/>
            <a:t>Presence of potentially hazardous chemicals and substances - anesthetics, medicines, medical gases</a:t>
          </a:r>
          <a:endParaRPr lang="en-IN" dirty="0"/>
        </a:p>
      </dgm:t>
    </dgm:pt>
    <dgm:pt modelId="{00E6F453-F3CF-4864-B5FF-43475C5EB82B}" type="parTrans" cxnId="{FD24DB42-80F2-417E-9947-31A0294D7AB3}">
      <dgm:prSet/>
      <dgm:spPr/>
      <dgm:t>
        <a:bodyPr/>
        <a:lstStyle/>
        <a:p>
          <a:endParaRPr lang="en-IN"/>
        </a:p>
      </dgm:t>
    </dgm:pt>
    <dgm:pt modelId="{431BA941-EB2A-48F7-B35A-BF8EFAA63663}" type="sibTrans" cxnId="{FD24DB42-80F2-417E-9947-31A0294D7AB3}">
      <dgm:prSet/>
      <dgm:spPr/>
      <dgm:t>
        <a:bodyPr/>
        <a:lstStyle/>
        <a:p>
          <a:endParaRPr lang="en-IN"/>
        </a:p>
      </dgm:t>
    </dgm:pt>
    <dgm:pt modelId="{5540915A-DB41-4364-910E-54F767B1FAD6}">
      <dgm:prSet phldrT="[Text]"/>
      <dgm:spPr/>
      <dgm:t>
        <a:bodyPr/>
        <a:lstStyle/>
        <a:p>
          <a:pPr algn="just"/>
          <a:r>
            <a:rPr lang="en-US" dirty="0"/>
            <a:t>Sources of infection - particularly "hospital infection"</a:t>
          </a:r>
          <a:endParaRPr lang="en-IN" dirty="0"/>
        </a:p>
      </dgm:t>
    </dgm:pt>
    <dgm:pt modelId="{7EA1537E-91CF-46B9-977F-AB5B31E23DE7}" type="parTrans" cxnId="{28DDBA32-36B8-496B-8891-439EF2A46006}">
      <dgm:prSet/>
      <dgm:spPr/>
      <dgm:t>
        <a:bodyPr/>
        <a:lstStyle/>
        <a:p>
          <a:endParaRPr lang="en-IN"/>
        </a:p>
      </dgm:t>
    </dgm:pt>
    <dgm:pt modelId="{96B9E6F0-62BF-4328-BB1E-5A254A8BA486}" type="sibTrans" cxnId="{28DDBA32-36B8-496B-8891-439EF2A46006}">
      <dgm:prSet/>
      <dgm:spPr/>
      <dgm:t>
        <a:bodyPr/>
        <a:lstStyle/>
        <a:p>
          <a:endParaRPr lang="en-IN"/>
        </a:p>
      </dgm:t>
    </dgm:pt>
    <dgm:pt modelId="{B449641A-D865-4123-8F3F-B90A056FC965}">
      <dgm:prSet phldrT="[Text]"/>
      <dgm:spPr/>
      <dgm:t>
        <a:bodyPr/>
        <a:lstStyle/>
        <a:p>
          <a:pPr algn="just"/>
          <a:r>
            <a:rPr lang="en-US" dirty="0"/>
            <a:t>Various sources of energy that penetrate into or through the patient: current, voltage, ionizing and non-ionizing radiation, sound and ultrasound, electric and magnetic field, UV radiation, lasers, microwave radiation, mechanical stress, etc.</a:t>
          </a:r>
          <a:endParaRPr lang="en-IN" dirty="0"/>
        </a:p>
      </dgm:t>
    </dgm:pt>
    <dgm:pt modelId="{8D4E477B-2235-4C19-AB65-073239BACBB2}" type="parTrans" cxnId="{1E365446-66A8-4253-98ED-4D4D7655D2B1}">
      <dgm:prSet/>
      <dgm:spPr/>
      <dgm:t>
        <a:bodyPr/>
        <a:lstStyle/>
        <a:p>
          <a:endParaRPr lang="en-IN"/>
        </a:p>
      </dgm:t>
    </dgm:pt>
    <dgm:pt modelId="{D992073F-D96E-4044-816D-52D944138213}" type="sibTrans" cxnId="{1E365446-66A8-4253-98ED-4D4D7655D2B1}">
      <dgm:prSet/>
      <dgm:spPr/>
      <dgm:t>
        <a:bodyPr/>
        <a:lstStyle/>
        <a:p>
          <a:endParaRPr lang="en-IN"/>
        </a:p>
      </dgm:t>
    </dgm:pt>
    <dgm:pt modelId="{A37CAD15-97EB-458F-9687-9DFB5553289B}" type="pres">
      <dgm:prSet presAssocID="{753CEEAC-B71A-40B9-B9E6-3920D28AD6EA}" presName="linear" presStyleCnt="0">
        <dgm:presLayoutVars>
          <dgm:dir/>
          <dgm:animLvl val="lvl"/>
          <dgm:resizeHandles val="exact"/>
        </dgm:presLayoutVars>
      </dgm:prSet>
      <dgm:spPr/>
      <dgm:t>
        <a:bodyPr/>
        <a:lstStyle/>
        <a:p>
          <a:endParaRPr lang="en-IN"/>
        </a:p>
      </dgm:t>
    </dgm:pt>
    <dgm:pt modelId="{E9221422-75C0-4D09-87BE-BFB3ED06E0F9}" type="pres">
      <dgm:prSet presAssocID="{17B7F53A-A130-430E-BD54-F1DD11F4BF95}" presName="parentLin" presStyleCnt="0"/>
      <dgm:spPr/>
    </dgm:pt>
    <dgm:pt modelId="{B7FA8D11-30A1-467F-9D08-8F79989F33F5}" type="pres">
      <dgm:prSet presAssocID="{17B7F53A-A130-430E-BD54-F1DD11F4BF95}" presName="parentLeftMargin" presStyleLbl="node1" presStyleIdx="0" presStyleCnt="1"/>
      <dgm:spPr/>
      <dgm:t>
        <a:bodyPr/>
        <a:lstStyle/>
        <a:p>
          <a:endParaRPr lang="en-IN"/>
        </a:p>
      </dgm:t>
    </dgm:pt>
    <dgm:pt modelId="{1B5F1A4C-5200-48C6-93A3-9B120878DED1}" type="pres">
      <dgm:prSet presAssocID="{17B7F53A-A130-430E-BD54-F1DD11F4BF95}" presName="parentText" presStyleLbl="node1" presStyleIdx="0" presStyleCnt="1">
        <dgm:presLayoutVars>
          <dgm:chMax val="0"/>
          <dgm:bulletEnabled val="1"/>
        </dgm:presLayoutVars>
      </dgm:prSet>
      <dgm:spPr/>
      <dgm:t>
        <a:bodyPr/>
        <a:lstStyle/>
        <a:p>
          <a:endParaRPr lang="en-IN"/>
        </a:p>
      </dgm:t>
    </dgm:pt>
    <dgm:pt modelId="{C26A603C-1668-48E4-9C95-20CB61A849C8}" type="pres">
      <dgm:prSet presAssocID="{17B7F53A-A130-430E-BD54-F1DD11F4BF95}" presName="negativeSpace" presStyleCnt="0"/>
      <dgm:spPr/>
    </dgm:pt>
    <dgm:pt modelId="{ADEE639B-763F-4499-B3FE-7A5FA44C0ED1}" type="pres">
      <dgm:prSet presAssocID="{17B7F53A-A130-430E-BD54-F1DD11F4BF95}" presName="childText" presStyleLbl="conFgAcc1" presStyleIdx="0" presStyleCnt="1">
        <dgm:presLayoutVars>
          <dgm:bulletEnabled val="1"/>
        </dgm:presLayoutVars>
      </dgm:prSet>
      <dgm:spPr/>
      <dgm:t>
        <a:bodyPr/>
        <a:lstStyle/>
        <a:p>
          <a:endParaRPr lang="en-IN"/>
        </a:p>
      </dgm:t>
    </dgm:pt>
  </dgm:ptLst>
  <dgm:cxnLst>
    <dgm:cxn modelId="{8C9196EF-6DE3-453D-B25C-87AE2B223326}" srcId="{17B7F53A-A130-430E-BD54-F1DD11F4BF95}" destId="{0310CC2D-3AF8-48A4-8319-B3F3D020586F}" srcOrd="0" destOrd="0" parTransId="{BAEE6531-A318-434D-B4C4-5B49741B5343}" sibTransId="{9E35103B-5C28-4848-AE09-807FE408CD4E}"/>
    <dgm:cxn modelId="{E4A16F20-19C8-43DE-883B-3C802F782B54}" type="presOf" srcId="{87A267CC-BF8F-4CB8-AD81-1C46721371AD}" destId="{ADEE639B-763F-4499-B3FE-7A5FA44C0ED1}" srcOrd="0" destOrd="3" presId="urn:microsoft.com/office/officeart/2005/8/layout/list1"/>
    <dgm:cxn modelId="{1E365446-66A8-4253-98ED-4D4D7655D2B1}" srcId="{0310CC2D-3AF8-48A4-8319-B3F3D020586F}" destId="{B449641A-D865-4123-8F3F-B90A056FC965}" srcOrd="4" destOrd="0" parTransId="{8D4E477B-2235-4C19-AB65-073239BACBB2}" sibTransId="{D992073F-D96E-4044-816D-52D944138213}"/>
    <dgm:cxn modelId="{84CFD99A-D828-4279-85EA-08044C2A40E6}" type="presOf" srcId="{753CEEAC-B71A-40B9-B9E6-3920D28AD6EA}" destId="{A37CAD15-97EB-458F-9687-9DFB5553289B}" srcOrd="0" destOrd="0" presId="urn:microsoft.com/office/officeart/2005/8/layout/list1"/>
    <dgm:cxn modelId="{6A8605A2-4C3E-4DB5-8251-9E519DD30E26}" type="presOf" srcId="{0310CC2D-3AF8-48A4-8319-B3F3D020586F}" destId="{ADEE639B-763F-4499-B3FE-7A5FA44C0ED1}" srcOrd="0" destOrd="0" presId="urn:microsoft.com/office/officeart/2005/8/layout/list1"/>
    <dgm:cxn modelId="{310CA8B6-1202-471A-877C-029894517913}" type="presOf" srcId="{5A91DE7D-8452-40A7-B50F-9DD2B2F69BCD}" destId="{ADEE639B-763F-4499-B3FE-7A5FA44C0ED1}" srcOrd="0" destOrd="1" presId="urn:microsoft.com/office/officeart/2005/8/layout/list1"/>
    <dgm:cxn modelId="{D0DD2997-B3E8-4E70-861B-4981D44618A6}" type="presOf" srcId="{B449641A-D865-4123-8F3F-B90A056FC965}" destId="{ADEE639B-763F-4499-B3FE-7A5FA44C0ED1}" srcOrd="0" destOrd="5" presId="urn:microsoft.com/office/officeart/2005/8/layout/list1"/>
    <dgm:cxn modelId="{2991A7BD-C12A-4C51-8C5B-E9BE471AA7D5}" type="presOf" srcId="{5540915A-DB41-4364-910E-54F767B1FAD6}" destId="{ADEE639B-763F-4499-B3FE-7A5FA44C0ED1}" srcOrd="0" destOrd="4" presId="urn:microsoft.com/office/officeart/2005/8/layout/list1"/>
    <dgm:cxn modelId="{F2AC45F8-DE9C-488E-BB29-8945DFFDB034}" srcId="{753CEEAC-B71A-40B9-B9E6-3920D28AD6EA}" destId="{17B7F53A-A130-430E-BD54-F1DD11F4BF95}" srcOrd="0" destOrd="0" parTransId="{55A73F67-AD4A-46DE-AC16-B8B55270EDD1}" sibTransId="{B5E4E653-2411-4B33-843F-3C7CB6772313}"/>
    <dgm:cxn modelId="{AA7060E0-DD29-4576-BE9B-EAF4D168C339}" type="presOf" srcId="{17B7F53A-A130-430E-BD54-F1DD11F4BF95}" destId="{1B5F1A4C-5200-48C6-93A3-9B120878DED1}" srcOrd="1" destOrd="0" presId="urn:microsoft.com/office/officeart/2005/8/layout/list1"/>
    <dgm:cxn modelId="{FD24DB42-80F2-417E-9947-31A0294D7AB3}" srcId="{0310CC2D-3AF8-48A4-8319-B3F3D020586F}" destId="{87A267CC-BF8F-4CB8-AD81-1C46721371AD}" srcOrd="2" destOrd="0" parTransId="{00E6F453-F3CF-4864-B5FF-43475C5EB82B}" sibTransId="{431BA941-EB2A-48F7-B35A-BF8EFAA63663}"/>
    <dgm:cxn modelId="{28DDBA32-36B8-496B-8891-439EF2A46006}" srcId="{0310CC2D-3AF8-48A4-8319-B3F3D020586F}" destId="{5540915A-DB41-4364-910E-54F767B1FAD6}" srcOrd="3" destOrd="0" parTransId="{7EA1537E-91CF-46B9-977F-AB5B31E23DE7}" sibTransId="{96B9E6F0-62BF-4328-BB1E-5A254A8BA486}"/>
    <dgm:cxn modelId="{DF64DF61-65AF-4466-A0D8-B5CD452DF789}" type="presOf" srcId="{17B7F53A-A130-430E-BD54-F1DD11F4BF95}" destId="{B7FA8D11-30A1-467F-9D08-8F79989F33F5}" srcOrd="0" destOrd="0" presId="urn:microsoft.com/office/officeart/2005/8/layout/list1"/>
    <dgm:cxn modelId="{9694AD52-57E5-4DD3-B0CB-C6137B2AD911}" srcId="{0310CC2D-3AF8-48A4-8319-B3F3D020586F}" destId="{32EC6766-34D2-46AA-A0D0-62FF50DC660A}" srcOrd="1" destOrd="0" parTransId="{F70EE220-F430-4989-A1FB-723598461862}" sibTransId="{BCFAE06F-200C-4189-A9DE-E6052B2A45E1}"/>
    <dgm:cxn modelId="{B5FF8F0F-1AAA-4F85-9B1B-CE325FEDD5CD}" srcId="{0310CC2D-3AF8-48A4-8319-B3F3D020586F}" destId="{5A91DE7D-8452-40A7-B50F-9DD2B2F69BCD}" srcOrd="0" destOrd="0" parTransId="{245906D4-8A7C-45E9-8911-CD4815318E3E}" sibTransId="{92505886-93AF-4F45-BC63-F4FF0D11A339}"/>
    <dgm:cxn modelId="{2191727B-0A16-4248-A8D4-8CDA541E3939}" type="presOf" srcId="{32EC6766-34D2-46AA-A0D0-62FF50DC660A}" destId="{ADEE639B-763F-4499-B3FE-7A5FA44C0ED1}" srcOrd="0" destOrd="2" presId="urn:microsoft.com/office/officeart/2005/8/layout/list1"/>
    <dgm:cxn modelId="{D08B6048-32AA-42EA-AC77-568C15C574CB}" type="presParOf" srcId="{A37CAD15-97EB-458F-9687-9DFB5553289B}" destId="{E9221422-75C0-4D09-87BE-BFB3ED06E0F9}" srcOrd="0" destOrd="0" presId="urn:microsoft.com/office/officeart/2005/8/layout/list1"/>
    <dgm:cxn modelId="{86815FB9-C045-4067-839B-ABAD286BFB5C}" type="presParOf" srcId="{E9221422-75C0-4D09-87BE-BFB3ED06E0F9}" destId="{B7FA8D11-30A1-467F-9D08-8F79989F33F5}" srcOrd="0" destOrd="0" presId="urn:microsoft.com/office/officeart/2005/8/layout/list1"/>
    <dgm:cxn modelId="{B58D42A5-CD02-4A92-A058-30D278628714}" type="presParOf" srcId="{E9221422-75C0-4D09-87BE-BFB3ED06E0F9}" destId="{1B5F1A4C-5200-48C6-93A3-9B120878DED1}" srcOrd="1" destOrd="0" presId="urn:microsoft.com/office/officeart/2005/8/layout/list1"/>
    <dgm:cxn modelId="{4AC1A526-7AA1-45C2-8EC5-1F7490B29821}" type="presParOf" srcId="{A37CAD15-97EB-458F-9687-9DFB5553289B}" destId="{C26A603C-1668-48E4-9C95-20CB61A849C8}" srcOrd="1" destOrd="0" presId="urn:microsoft.com/office/officeart/2005/8/layout/list1"/>
    <dgm:cxn modelId="{058DFCD3-CDF8-47B9-A0D5-3DB610DF1C52}" type="presParOf" srcId="{A37CAD15-97EB-458F-9687-9DFB5553289B}" destId="{ADEE639B-763F-4499-B3FE-7A5FA44C0ED1}"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9AC8A75-7DAA-4587-A4D8-C4751D9052D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F0F5B8AF-50E3-4B69-907B-D8DB1C5F0E35}">
      <dgm:prSet phldrT="[Text]" custT="1"/>
      <dgm:spPr/>
      <dgm:t>
        <a:bodyPr/>
        <a:lstStyle/>
        <a:p>
          <a:r>
            <a:rPr lang="en-IN" sz="5400" b="0" i="0" dirty="0"/>
            <a:t>WHAT IS SAFETY</a:t>
          </a:r>
          <a:endParaRPr lang="en-IN" sz="5400" dirty="0"/>
        </a:p>
      </dgm:t>
    </dgm:pt>
    <dgm:pt modelId="{BF35569B-6091-4908-B766-FA03A22E0190}" type="parTrans" cxnId="{0E3F1CB4-5BF5-4C4A-9483-1F2A8EF924D5}">
      <dgm:prSet/>
      <dgm:spPr/>
      <dgm:t>
        <a:bodyPr/>
        <a:lstStyle/>
        <a:p>
          <a:endParaRPr lang="en-IN"/>
        </a:p>
      </dgm:t>
    </dgm:pt>
    <dgm:pt modelId="{C9DFBE99-E8D2-49FE-AB90-478AC62ABCC9}" type="sibTrans" cxnId="{0E3F1CB4-5BF5-4C4A-9483-1F2A8EF924D5}">
      <dgm:prSet/>
      <dgm:spPr/>
      <dgm:t>
        <a:bodyPr/>
        <a:lstStyle/>
        <a:p>
          <a:endParaRPr lang="en-IN"/>
        </a:p>
      </dgm:t>
    </dgm:pt>
    <dgm:pt modelId="{DE06DD2F-3427-41F2-828C-9A0B6C56469F}">
      <dgm:prSet phldrT="[Text]" custT="1"/>
      <dgm:spPr/>
      <dgm:t>
        <a:bodyPr/>
        <a:lstStyle/>
        <a:p>
          <a:r>
            <a:rPr lang="en-US" sz="3200" b="0" i="0" dirty="0"/>
            <a:t>S – Sense the error</a:t>
          </a:r>
          <a:endParaRPr lang="en-IN" sz="3200" dirty="0"/>
        </a:p>
      </dgm:t>
    </dgm:pt>
    <dgm:pt modelId="{08DD07F5-57AD-447F-82F1-0A40B3ABDC8E}" type="parTrans" cxnId="{96657245-1A35-45CE-BE00-8B3A8CC0756D}">
      <dgm:prSet/>
      <dgm:spPr/>
      <dgm:t>
        <a:bodyPr/>
        <a:lstStyle/>
        <a:p>
          <a:endParaRPr lang="en-IN"/>
        </a:p>
      </dgm:t>
    </dgm:pt>
    <dgm:pt modelId="{D5D27B58-C7D7-4C7F-B8DB-7E6649523B7A}" type="sibTrans" cxnId="{96657245-1A35-45CE-BE00-8B3A8CC0756D}">
      <dgm:prSet/>
      <dgm:spPr/>
      <dgm:t>
        <a:bodyPr/>
        <a:lstStyle/>
        <a:p>
          <a:endParaRPr lang="en-IN"/>
        </a:p>
      </dgm:t>
    </dgm:pt>
    <dgm:pt modelId="{8526BCF8-B565-452C-8276-3069A83BA109}">
      <dgm:prSet phldrT="[Text]" custT="1"/>
      <dgm:spPr/>
      <dgm:t>
        <a:bodyPr/>
        <a:lstStyle/>
        <a:p>
          <a:r>
            <a:rPr lang="en-US" sz="3200" b="0" i="0" dirty="0"/>
            <a:t>A – Act to prevent it</a:t>
          </a:r>
          <a:endParaRPr lang="en-IN" sz="3200" dirty="0"/>
        </a:p>
      </dgm:t>
    </dgm:pt>
    <dgm:pt modelId="{1A336CC5-A686-4409-A5D4-B58EF2DEB79B}" type="parTrans" cxnId="{22C0F0DF-819B-4B54-8A90-F8F406CB62DD}">
      <dgm:prSet/>
      <dgm:spPr/>
      <dgm:t>
        <a:bodyPr/>
        <a:lstStyle/>
        <a:p>
          <a:endParaRPr lang="en-IN"/>
        </a:p>
      </dgm:t>
    </dgm:pt>
    <dgm:pt modelId="{36D65BF1-6724-454B-BA84-95BDA295DAA8}" type="sibTrans" cxnId="{22C0F0DF-819B-4B54-8A90-F8F406CB62DD}">
      <dgm:prSet/>
      <dgm:spPr/>
      <dgm:t>
        <a:bodyPr/>
        <a:lstStyle/>
        <a:p>
          <a:endParaRPr lang="en-IN"/>
        </a:p>
      </dgm:t>
    </dgm:pt>
    <dgm:pt modelId="{BAE933BF-7ED8-4BF3-A8BA-F434F763C2D8}">
      <dgm:prSet phldrT="[Text]" custT="1"/>
      <dgm:spPr/>
      <dgm:t>
        <a:bodyPr/>
        <a:lstStyle/>
        <a:p>
          <a:r>
            <a:rPr lang="en-US" sz="3200" b="0" i="0" dirty="0"/>
            <a:t>F – Follow Safety Guidelines</a:t>
          </a:r>
          <a:endParaRPr lang="en-IN" sz="3200" dirty="0"/>
        </a:p>
      </dgm:t>
    </dgm:pt>
    <dgm:pt modelId="{3BF51989-0A37-4783-9312-AB463D713879}" type="parTrans" cxnId="{2CE80CF0-4E35-4F1D-A289-6806EC7856F5}">
      <dgm:prSet/>
      <dgm:spPr/>
      <dgm:t>
        <a:bodyPr/>
        <a:lstStyle/>
        <a:p>
          <a:endParaRPr lang="en-IN"/>
        </a:p>
      </dgm:t>
    </dgm:pt>
    <dgm:pt modelId="{4F6CCBD3-A54E-431C-B5CC-4662DE8C240E}" type="sibTrans" cxnId="{2CE80CF0-4E35-4F1D-A289-6806EC7856F5}">
      <dgm:prSet/>
      <dgm:spPr/>
      <dgm:t>
        <a:bodyPr/>
        <a:lstStyle/>
        <a:p>
          <a:endParaRPr lang="en-IN"/>
        </a:p>
      </dgm:t>
    </dgm:pt>
    <dgm:pt modelId="{88155AB1-28E2-4DAF-84A6-A9D2C47F0037}">
      <dgm:prSet phldrT="[Text]" custT="1"/>
      <dgm:spPr/>
      <dgm:t>
        <a:bodyPr/>
        <a:lstStyle/>
        <a:p>
          <a:r>
            <a:rPr lang="en-US" sz="3200" b="0" i="0" dirty="0"/>
            <a:t>E – Enquire into accidents/Deaths</a:t>
          </a:r>
          <a:endParaRPr lang="en-IN" sz="3200" dirty="0"/>
        </a:p>
      </dgm:t>
    </dgm:pt>
    <dgm:pt modelId="{38B482B8-E406-47A5-A86F-34EA1E283731}" type="parTrans" cxnId="{07B59C36-DE5B-458F-9489-55536AD363EF}">
      <dgm:prSet/>
      <dgm:spPr/>
      <dgm:t>
        <a:bodyPr/>
        <a:lstStyle/>
        <a:p>
          <a:endParaRPr lang="en-IN"/>
        </a:p>
      </dgm:t>
    </dgm:pt>
    <dgm:pt modelId="{E11A9E7F-AFEC-4EF2-BC07-0569F398069E}" type="sibTrans" cxnId="{07B59C36-DE5B-458F-9489-55536AD363EF}">
      <dgm:prSet/>
      <dgm:spPr/>
      <dgm:t>
        <a:bodyPr/>
        <a:lstStyle/>
        <a:p>
          <a:endParaRPr lang="en-IN"/>
        </a:p>
      </dgm:t>
    </dgm:pt>
    <dgm:pt modelId="{4F985342-EA87-4231-A398-D2D5962BFA98}">
      <dgm:prSet phldrT="[Text]" custT="1"/>
      <dgm:spPr/>
      <dgm:t>
        <a:bodyPr/>
        <a:lstStyle/>
        <a:p>
          <a:r>
            <a:rPr lang="en-US" sz="3200" b="0" i="0" dirty="0"/>
            <a:t>T – Take appropriate remedial measure</a:t>
          </a:r>
          <a:endParaRPr lang="en-IN" sz="3200" dirty="0"/>
        </a:p>
      </dgm:t>
    </dgm:pt>
    <dgm:pt modelId="{976FCB1B-0503-413F-A438-EF97263FFE65}" type="parTrans" cxnId="{A09D7F59-AE87-4C9B-9CD0-DA309B0E3932}">
      <dgm:prSet/>
      <dgm:spPr/>
      <dgm:t>
        <a:bodyPr/>
        <a:lstStyle/>
        <a:p>
          <a:endParaRPr lang="en-IN"/>
        </a:p>
      </dgm:t>
    </dgm:pt>
    <dgm:pt modelId="{48B4CA63-3C88-4E3D-AC51-30778B942CCC}" type="sibTrans" cxnId="{A09D7F59-AE87-4C9B-9CD0-DA309B0E3932}">
      <dgm:prSet/>
      <dgm:spPr/>
      <dgm:t>
        <a:bodyPr/>
        <a:lstStyle/>
        <a:p>
          <a:endParaRPr lang="en-IN"/>
        </a:p>
      </dgm:t>
    </dgm:pt>
    <dgm:pt modelId="{9ACC966E-9FC9-4ABF-AF3E-B09143E0F299}">
      <dgm:prSet phldrT="[Text]" custT="1"/>
      <dgm:spPr/>
      <dgm:t>
        <a:bodyPr/>
        <a:lstStyle/>
        <a:p>
          <a:r>
            <a:rPr lang="en-US" sz="3200" b="0" i="0" dirty="0"/>
            <a:t>Y – Your responsibility</a:t>
          </a:r>
          <a:endParaRPr lang="en-IN" sz="3200" dirty="0"/>
        </a:p>
      </dgm:t>
    </dgm:pt>
    <dgm:pt modelId="{2C636AC2-D247-484B-A8B8-3E870688F78B}" type="parTrans" cxnId="{06FAE3AC-3F38-4A3C-94A2-E969AB0076CE}">
      <dgm:prSet/>
      <dgm:spPr/>
      <dgm:t>
        <a:bodyPr/>
        <a:lstStyle/>
        <a:p>
          <a:endParaRPr lang="en-IN"/>
        </a:p>
      </dgm:t>
    </dgm:pt>
    <dgm:pt modelId="{36215AB1-9DA2-4152-9633-A5EB3E2A68CF}" type="sibTrans" cxnId="{06FAE3AC-3F38-4A3C-94A2-E969AB0076CE}">
      <dgm:prSet/>
      <dgm:spPr/>
      <dgm:t>
        <a:bodyPr/>
        <a:lstStyle/>
        <a:p>
          <a:endParaRPr lang="en-IN"/>
        </a:p>
      </dgm:t>
    </dgm:pt>
    <dgm:pt modelId="{EA3DEE34-4E14-49D3-8B32-F55C97D1DD6A}" type="pres">
      <dgm:prSet presAssocID="{49AC8A75-7DAA-4587-A4D8-C4751D9052DB}" presName="Name0" presStyleCnt="0">
        <dgm:presLayoutVars>
          <dgm:dir/>
          <dgm:animLvl val="lvl"/>
          <dgm:resizeHandles val="exact"/>
        </dgm:presLayoutVars>
      </dgm:prSet>
      <dgm:spPr/>
      <dgm:t>
        <a:bodyPr/>
        <a:lstStyle/>
        <a:p>
          <a:endParaRPr lang="en-IN"/>
        </a:p>
      </dgm:t>
    </dgm:pt>
    <dgm:pt modelId="{12E9334E-4569-48C0-AFA6-A14918106D49}" type="pres">
      <dgm:prSet presAssocID="{F0F5B8AF-50E3-4B69-907B-D8DB1C5F0E35}" presName="composite" presStyleCnt="0"/>
      <dgm:spPr/>
    </dgm:pt>
    <dgm:pt modelId="{59FAC728-AB78-4BFA-997A-F9B9E89053E1}" type="pres">
      <dgm:prSet presAssocID="{F0F5B8AF-50E3-4B69-907B-D8DB1C5F0E35}" presName="parTx" presStyleLbl="alignNode1" presStyleIdx="0" presStyleCnt="1">
        <dgm:presLayoutVars>
          <dgm:chMax val="0"/>
          <dgm:chPref val="0"/>
          <dgm:bulletEnabled val="1"/>
        </dgm:presLayoutVars>
      </dgm:prSet>
      <dgm:spPr/>
      <dgm:t>
        <a:bodyPr/>
        <a:lstStyle/>
        <a:p>
          <a:endParaRPr lang="en-IN"/>
        </a:p>
      </dgm:t>
    </dgm:pt>
    <dgm:pt modelId="{F35F6EBD-3DBE-4A8C-B2BF-EA4DECD87D08}" type="pres">
      <dgm:prSet presAssocID="{F0F5B8AF-50E3-4B69-907B-D8DB1C5F0E35}" presName="desTx" presStyleLbl="alignAccFollowNode1" presStyleIdx="0" presStyleCnt="1">
        <dgm:presLayoutVars>
          <dgm:bulletEnabled val="1"/>
        </dgm:presLayoutVars>
      </dgm:prSet>
      <dgm:spPr/>
      <dgm:t>
        <a:bodyPr/>
        <a:lstStyle/>
        <a:p>
          <a:endParaRPr lang="en-IN"/>
        </a:p>
      </dgm:t>
    </dgm:pt>
  </dgm:ptLst>
  <dgm:cxnLst>
    <dgm:cxn modelId="{96657245-1A35-45CE-BE00-8B3A8CC0756D}" srcId="{F0F5B8AF-50E3-4B69-907B-D8DB1C5F0E35}" destId="{DE06DD2F-3427-41F2-828C-9A0B6C56469F}" srcOrd="0" destOrd="0" parTransId="{08DD07F5-57AD-447F-82F1-0A40B3ABDC8E}" sibTransId="{D5D27B58-C7D7-4C7F-B8DB-7E6649523B7A}"/>
    <dgm:cxn modelId="{22C0F0DF-819B-4B54-8A90-F8F406CB62DD}" srcId="{F0F5B8AF-50E3-4B69-907B-D8DB1C5F0E35}" destId="{8526BCF8-B565-452C-8276-3069A83BA109}" srcOrd="1" destOrd="0" parTransId="{1A336CC5-A686-4409-A5D4-B58EF2DEB79B}" sibTransId="{36D65BF1-6724-454B-BA84-95BDA295DAA8}"/>
    <dgm:cxn modelId="{0E3F1CB4-5BF5-4C4A-9483-1F2A8EF924D5}" srcId="{49AC8A75-7DAA-4587-A4D8-C4751D9052DB}" destId="{F0F5B8AF-50E3-4B69-907B-D8DB1C5F0E35}" srcOrd="0" destOrd="0" parTransId="{BF35569B-6091-4908-B766-FA03A22E0190}" sibTransId="{C9DFBE99-E8D2-49FE-AB90-478AC62ABCC9}"/>
    <dgm:cxn modelId="{A658A735-3462-4CFD-9B50-75B525D3E5B0}" type="presOf" srcId="{BAE933BF-7ED8-4BF3-A8BA-F434F763C2D8}" destId="{F35F6EBD-3DBE-4A8C-B2BF-EA4DECD87D08}" srcOrd="0" destOrd="2" presId="urn:microsoft.com/office/officeart/2005/8/layout/hList1"/>
    <dgm:cxn modelId="{C1D2CC0E-D0B6-407F-8844-8748CF0595B8}" type="presOf" srcId="{8526BCF8-B565-452C-8276-3069A83BA109}" destId="{F35F6EBD-3DBE-4A8C-B2BF-EA4DECD87D08}" srcOrd="0" destOrd="1" presId="urn:microsoft.com/office/officeart/2005/8/layout/hList1"/>
    <dgm:cxn modelId="{F3C1A9FA-C913-4184-8C04-52AB776839F3}" type="presOf" srcId="{88155AB1-28E2-4DAF-84A6-A9D2C47F0037}" destId="{F35F6EBD-3DBE-4A8C-B2BF-EA4DECD87D08}" srcOrd="0" destOrd="3" presId="urn:microsoft.com/office/officeart/2005/8/layout/hList1"/>
    <dgm:cxn modelId="{06FAE3AC-3F38-4A3C-94A2-E969AB0076CE}" srcId="{F0F5B8AF-50E3-4B69-907B-D8DB1C5F0E35}" destId="{9ACC966E-9FC9-4ABF-AF3E-B09143E0F299}" srcOrd="5" destOrd="0" parTransId="{2C636AC2-D247-484B-A8B8-3E870688F78B}" sibTransId="{36215AB1-9DA2-4152-9633-A5EB3E2A68CF}"/>
    <dgm:cxn modelId="{2CE80CF0-4E35-4F1D-A289-6806EC7856F5}" srcId="{F0F5B8AF-50E3-4B69-907B-D8DB1C5F0E35}" destId="{BAE933BF-7ED8-4BF3-A8BA-F434F763C2D8}" srcOrd="2" destOrd="0" parTransId="{3BF51989-0A37-4783-9312-AB463D713879}" sibTransId="{4F6CCBD3-A54E-431C-B5CC-4662DE8C240E}"/>
    <dgm:cxn modelId="{FE2F6B9C-D071-45AB-A708-5A2FE3F58FBD}" type="presOf" srcId="{F0F5B8AF-50E3-4B69-907B-D8DB1C5F0E35}" destId="{59FAC728-AB78-4BFA-997A-F9B9E89053E1}" srcOrd="0" destOrd="0" presId="urn:microsoft.com/office/officeart/2005/8/layout/hList1"/>
    <dgm:cxn modelId="{7228C943-59BF-458F-AEE7-0D44AB995AA8}" type="presOf" srcId="{DE06DD2F-3427-41F2-828C-9A0B6C56469F}" destId="{F35F6EBD-3DBE-4A8C-B2BF-EA4DECD87D08}" srcOrd="0" destOrd="0" presId="urn:microsoft.com/office/officeart/2005/8/layout/hList1"/>
    <dgm:cxn modelId="{AF49604E-ADEE-4B89-8DDF-853B0FB28176}" type="presOf" srcId="{49AC8A75-7DAA-4587-A4D8-C4751D9052DB}" destId="{EA3DEE34-4E14-49D3-8B32-F55C97D1DD6A}" srcOrd="0" destOrd="0" presId="urn:microsoft.com/office/officeart/2005/8/layout/hList1"/>
    <dgm:cxn modelId="{56AA659B-F447-4C24-B0F9-8C356AD45227}" type="presOf" srcId="{4F985342-EA87-4231-A398-D2D5962BFA98}" destId="{F35F6EBD-3DBE-4A8C-B2BF-EA4DECD87D08}" srcOrd="0" destOrd="4" presId="urn:microsoft.com/office/officeart/2005/8/layout/hList1"/>
    <dgm:cxn modelId="{07B59C36-DE5B-458F-9489-55536AD363EF}" srcId="{F0F5B8AF-50E3-4B69-907B-D8DB1C5F0E35}" destId="{88155AB1-28E2-4DAF-84A6-A9D2C47F0037}" srcOrd="3" destOrd="0" parTransId="{38B482B8-E406-47A5-A86F-34EA1E283731}" sibTransId="{E11A9E7F-AFEC-4EF2-BC07-0569F398069E}"/>
    <dgm:cxn modelId="{A09D7F59-AE87-4C9B-9CD0-DA309B0E3932}" srcId="{F0F5B8AF-50E3-4B69-907B-D8DB1C5F0E35}" destId="{4F985342-EA87-4231-A398-D2D5962BFA98}" srcOrd="4" destOrd="0" parTransId="{976FCB1B-0503-413F-A438-EF97263FFE65}" sibTransId="{48B4CA63-3C88-4E3D-AC51-30778B942CCC}"/>
    <dgm:cxn modelId="{7FDFDDB2-740E-4053-8934-C15CA4BF3515}" type="presOf" srcId="{9ACC966E-9FC9-4ABF-AF3E-B09143E0F299}" destId="{F35F6EBD-3DBE-4A8C-B2BF-EA4DECD87D08}" srcOrd="0" destOrd="5" presId="urn:microsoft.com/office/officeart/2005/8/layout/hList1"/>
    <dgm:cxn modelId="{C7DC22C8-CDDE-44EF-9B1A-D3408EA37BB6}" type="presParOf" srcId="{EA3DEE34-4E14-49D3-8B32-F55C97D1DD6A}" destId="{12E9334E-4569-48C0-AFA6-A14918106D49}" srcOrd="0" destOrd="0" presId="urn:microsoft.com/office/officeart/2005/8/layout/hList1"/>
    <dgm:cxn modelId="{99617771-36A9-49A4-A507-49F7A9C9B018}" type="presParOf" srcId="{12E9334E-4569-48C0-AFA6-A14918106D49}" destId="{59FAC728-AB78-4BFA-997A-F9B9E89053E1}" srcOrd="0" destOrd="0" presId="urn:microsoft.com/office/officeart/2005/8/layout/hList1"/>
    <dgm:cxn modelId="{537E78A8-4368-4969-B7A9-3A4D7361F365}" type="presParOf" srcId="{12E9334E-4569-48C0-AFA6-A14918106D49}" destId="{F35F6EBD-3DBE-4A8C-B2BF-EA4DECD87D0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1916F11A-E865-45B8-9160-06A2A5A87FE5}"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987B087C-8ABA-4B5E-AE90-97AA1D300092}">
      <dgm:prSet phldrT="[Text]" custT="1"/>
      <dgm:spPr/>
      <dgm:t>
        <a:bodyPr/>
        <a:lstStyle/>
        <a:p>
          <a:r>
            <a:rPr lang="en-IN" sz="2800" b="1" i="0" dirty="0">
              <a:effectLst>
                <a:outerShdw blurRad="38100" dist="38100" dir="2700000" algn="tl">
                  <a:srgbClr val="000000">
                    <a:alpha val="43137"/>
                  </a:srgbClr>
                </a:outerShdw>
              </a:effectLst>
              <a:latin typeface="+mj-lt"/>
            </a:rPr>
            <a:t>PATIENT SAFETY</a:t>
          </a:r>
          <a:endParaRPr lang="en-IN" sz="2800" b="1" dirty="0">
            <a:effectLst>
              <a:outerShdw blurRad="38100" dist="38100" dir="2700000" algn="tl">
                <a:srgbClr val="000000">
                  <a:alpha val="43137"/>
                </a:srgbClr>
              </a:outerShdw>
            </a:effectLst>
            <a:latin typeface="+mj-lt"/>
          </a:endParaRPr>
        </a:p>
      </dgm:t>
    </dgm:pt>
    <dgm:pt modelId="{6BBD708A-A66A-4193-9ADC-E833C0D61E26}" type="parTrans" cxnId="{8BB0728B-1FA9-4331-A741-F25BE6453051}">
      <dgm:prSet/>
      <dgm:spPr/>
      <dgm:t>
        <a:bodyPr/>
        <a:lstStyle/>
        <a:p>
          <a:endParaRPr lang="en-IN"/>
        </a:p>
      </dgm:t>
    </dgm:pt>
    <dgm:pt modelId="{BCF0665B-B092-40BB-B6EE-623192D3AEC7}" type="sibTrans" cxnId="{8BB0728B-1FA9-4331-A741-F25BE6453051}">
      <dgm:prSet/>
      <dgm:spPr/>
      <dgm:t>
        <a:bodyPr/>
        <a:lstStyle/>
        <a:p>
          <a:endParaRPr lang="en-IN"/>
        </a:p>
      </dgm:t>
    </dgm:pt>
    <dgm:pt modelId="{88012412-1B92-4AD1-8873-4C1B3D6CB9DB}">
      <dgm:prSet phldrT="[Text]" custT="1"/>
      <dgm:spPr/>
      <dgm:t>
        <a:bodyPr/>
        <a:lstStyle/>
        <a:p>
          <a:pPr algn="just"/>
          <a:r>
            <a:rPr lang="en-US" sz="2700" b="0" i="0" dirty="0"/>
            <a:t>Patient safety is the absence of preventable harm to a patient during the process of health care.</a:t>
          </a:r>
          <a:endParaRPr lang="en-IN" sz="2700" dirty="0"/>
        </a:p>
      </dgm:t>
    </dgm:pt>
    <dgm:pt modelId="{FFE0984B-B29E-4F9E-B084-FED31972B391}" type="parTrans" cxnId="{9CC87FCD-B50C-42C1-A551-0E357A7BD4CE}">
      <dgm:prSet/>
      <dgm:spPr/>
      <dgm:t>
        <a:bodyPr/>
        <a:lstStyle/>
        <a:p>
          <a:endParaRPr lang="en-IN"/>
        </a:p>
      </dgm:t>
    </dgm:pt>
    <dgm:pt modelId="{7F4CBAD7-6880-4CB8-8643-53CCD7E3D6BF}" type="sibTrans" cxnId="{9CC87FCD-B50C-42C1-A551-0E357A7BD4CE}">
      <dgm:prSet/>
      <dgm:spPr/>
      <dgm:t>
        <a:bodyPr/>
        <a:lstStyle/>
        <a:p>
          <a:endParaRPr lang="en-IN"/>
        </a:p>
      </dgm:t>
    </dgm:pt>
    <dgm:pt modelId="{C74F8ABD-F77E-41C3-9B41-FB42384D6A71}">
      <dgm:prSet phldrT="[Text]"/>
      <dgm:spPr/>
      <dgm:t>
        <a:bodyPr/>
        <a:lstStyle/>
        <a:p>
          <a:pPr algn="l"/>
          <a:endParaRPr lang="en-IN" sz="2600" dirty="0"/>
        </a:p>
      </dgm:t>
    </dgm:pt>
    <dgm:pt modelId="{1E70064C-EFAF-445F-B80F-88321637020B}" type="parTrans" cxnId="{827408BA-ECCE-4D5C-A280-40F1703F98E5}">
      <dgm:prSet/>
      <dgm:spPr/>
      <dgm:t>
        <a:bodyPr/>
        <a:lstStyle/>
        <a:p>
          <a:endParaRPr lang="en-IN"/>
        </a:p>
      </dgm:t>
    </dgm:pt>
    <dgm:pt modelId="{4EC2A6BB-A0F1-4FBC-B10E-1D7D52A96760}" type="sibTrans" cxnId="{827408BA-ECCE-4D5C-A280-40F1703F98E5}">
      <dgm:prSet/>
      <dgm:spPr/>
      <dgm:t>
        <a:bodyPr/>
        <a:lstStyle/>
        <a:p>
          <a:endParaRPr lang="en-IN"/>
        </a:p>
      </dgm:t>
    </dgm:pt>
    <dgm:pt modelId="{85682AF8-DC87-403E-8269-E2526FFB2F4B}">
      <dgm:prSet phldrT="[Text]" custT="1"/>
      <dgm:spPr/>
      <dgm:t>
        <a:bodyPr/>
        <a:lstStyle/>
        <a:p>
          <a:pPr algn="just"/>
          <a:r>
            <a:rPr lang="en-US" sz="2700" b="0" i="0" dirty="0"/>
            <a:t>The discipline of patient safety is the coordinated efforts to prevent harm to patients, caused by the process of health care itself.</a:t>
          </a:r>
          <a:endParaRPr lang="en-IN" sz="2700" dirty="0"/>
        </a:p>
      </dgm:t>
    </dgm:pt>
    <dgm:pt modelId="{D337D469-65B2-40C6-B54D-4D41ED48D2AB}" type="parTrans" cxnId="{3B63F5B2-D95C-4D31-9EB1-C86B219E884B}">
      <dgm:prSet/>
      <dgm:spPr/>
      <dgm:t>
        <a:bodyPr/>
        <a:lstStyle/>
        <a:p>
          <a:endParaRPr lang="en-IN"/>
        </a:p>
      </dgm:t>
    </dgm:pt>
    <dgm:pt modelId="{07753A64-C823-4E25-9CDE-6A504D670C84}" type="sibTrans" cxnId="{3B63F5B2-D95C-4D31-9EB1-C86B219E884B}">
      <dgm:prSet/>
      <dgm:spPr/>
      <dgm:t>
        <a:bodyPr/>
        <a:lstStyle/>
        <a:p>
          <a:endParaRPr lang="en-IN"/>
        </a:p>
      </dgm:t>
    </dgm:pt>
    <dgm:pt modelId="{5F168706-DF3E-4CD2-9485-FD321413BF8E}">
      <dgm:prSet phldrT="[Text]" custT="1"/>
      <dgm:spPr/>
      <dgm:t>
        <a:bodyPr/>
        <a:lstStyle/>
        <a:p>
          <a:pPr algn="just"/>
          <a:r>
            <a:rPr lang="en-US" sz="2700" b="0" i="0" dirty="0"/>
            <a:t>It is generally agreed upon that the meaning of patient safety is…“Please do no harm”.</a:t>
          </a:r>
          <a:endParaRPr lang="en-IN" sz="2700" dirty="0"/>
        </a:p>
      </dgm:t>
    </dgm:pt>
    <dgm:pt modelId="{E2B79C53-BAF1-481C-A46B-3BF399F675D8}" type="parTrans" cxnId="{60CAC017-4F73-4110-B459-EA5EA9C071BF}">
      <dgm:prSet/>
      <dgm:spPr/>
      <dgm:t>
        <a:bodyPr/>
        <a:lstStyle/>
        <a:p>
          <a:endParaRPr lang="en-IN"/>
        </a:p>
      </dgm:t>
    </dgm:pt>
    <dgm:pt modelId="{6542A932-B785-4361-9A95-068A2062B74D}" type="sibTrans" cxnId="{60CAC017-4F73-4110-B459-EA5EA9C071BF}">
      <dgm:prSet/>
      <dgm:spPr/>
      <dgm:t>
        <a:bodyPr/>
        <a:lstStyle/>
        <a:p>
          <a:endParaRPr lang="en-IN"/>
        </a:p>
      </dgm:t>
    </dgm:pt>
    <dgm:pt modelId="{93425D4C-6CFC-4854-8CF9-8CD023C5B5D5}">
      <dgm:prSet phldrT="[Text]" custT="1"/>
      <dgm:spPr/>
      <dgm:t>
        <a:bodyPr/>
        <a:lstStyle/>
        <a:p>
          <a:pPr algn="just"/>
          <a:r>
            <a:rPr lang="en-US" sz="2700" b="0" i="0" dirty="0"/>
            <a:t>The concept of patient safety comes from the HIPPOCRATIC OATH “I will prescribe regimens for the good of my patients according to my ability and my judgment and ”never do harm” to anyone.” </a:t>
          </a:r>
          <a:endParaRPr lang="en-IN" sz="2700" dirty="0"/>
        </a:p>
      </dgm:t>
    </dgm:pt>
    <dgm:pt modelId="{CEBE24C4-E23C-4EA1-813B-84DD7B38731D}" type="parTrans" cxnId="{6AA90996-3574-44D4-8935-0AF205A76C89}">
      <dgm:prSet/>
      <dgm:spPr/>
      <dgm:t>
        <a:bodyPr/>
        <a:lstStyle/>
        <a:p>
          <a:endParaRPr lang="en-IN"/>
        </a:p>
      </dgm:t>
    </dgm:pt>
    <dgm:pt modelId="{3FA39250-53B8-4DDF-8354-BD6047E02C24}" type="sibTrans" cxnId="{6AA90996-3574-44D4-8935-0AF205A76C89}">
      <dgm:prSet/>
      <dgm:spPr/>
      <dgm:t>
        <a:bodyPr/>
        <a:lstStyle/>
        <a:p>
          <a:endParaRPr lang="en-IN"/>
        </a:p>
      </dgm:t>
    </dgm:pt>
    <dgm:pt modelId="{84A192C1-7AE9-4A85-B039-54C546A00B99}">
      <dgm:prSet phldrT="[Text]" custT="1"/>
      <dgm:spPr/>
      <dgm:t>
        <a:bodyPr/>
        <a:lstStyle/>
        <a:p>
          <a:pPr algn="just"/>
          <a:r>
            <a:rPr lang="en-US" sz="2700" b="0" i="0" dirty="0"/>
            <a:t>Improving Patient Safety means reducing patient harm.</a:t>
          </a:r>
          <a:endParaRPr lang="en-IN" sz="2700" dirty="0"/>
        </a:p>
      </dgm:t>
    </dgm:pt>
    <dgm:pt modelId="{E598652A-667C-435E-833B-89BCA6AE4B8B}" type="parTrans" cxnId="{5733489E-5C39-48F6-9686-45BED62A085F}">
      <dgm:prSet/>
      <dgm:spPr/>
      <dgm:t>
        <a:bodyPr/>
        <a:lstStyle/>
        <a:p>
          <a:endParaRPr lang="en-IN"/>
        </a:p>
      </dgm:t>
    </dgm:pt>
    <dgm:pt modelId="{6257B9E6-2C20-4006-AB97-D60F52601663}" type="sibTrans" cxnId="{5733489E-5C39-48F6-9686-45BED62A085F}">
      <dgm:prSet/>
      <dgm:spPr/>
      <dgm:t>
        <a:bodyPr/>
        <a:lstStyle/>
        <a:p>
          <a:endParaRPr lang="en-IN"/>
        </a:p>
      </dgm:t>
    </dgm:pt>
    <dgm:pt modelId="{108A7950-2E79-4076-9986-D2AB29E9EB49}">
      <dgm:prSet phldrT="[Text]" custT="1"/>
      <dgm:spPr/>
      <dgm:t>
        <a:bodyPr/>
        <a:lstStyle/>
        <a:p>
          <a:pPr algn="just"/>
          <a:r>
            <a:rPr lang="en-US" sz="2700" b="0" i="0" dirty="0"/>
            <a:t>Hospitals were founded to give care to those who need it and to keep patients safe is their moral duty</a:t>
          </a:r>
          <a:endParaRPr lang="en-IN" sz="2700" dirty="0"/>
        </a:p>
      </dgm:t>
    </dgm:pt>
    <dgm:pt modelId="{6394F5C3-1824-46F6-9096-94211EEF53FE}" type="parTrans" cxnId="{BF1BE6EB-5804-42A5-A565-954AB08FA942}">
      <dgm:prSet/>
      <dgm:spPr/>
      <dgm:t>
        <a:bodyPr/>
        <a:lstStyle/>
        <a:p>
          <a:endParaRPr lang="en-IN"/>
        </a:p>
      </dgm:t>
    </dgm:pt>
    <dgm:pt modelId="{AC41EB44-2E22-44B5-AB1D-C038E7ECCC40}" type="sibTrans" cxnId="{BF1BE6EB-5804-42A5-A565-954AB08FA942}">
      <dgm:prSet/>
      <dgm:spPr/>
      <dgm:t>
        <a:bodyPr/>
        <a:lstStyle/>
        <a:p>
          <a:endParaRPr lang="en-IN"/>
        </a:p>
      </dgm:t>
    </dgm:pt>
    <dgm:pt modelId="{8DB7A883-95B2-4364-97F2-EC62D0861083}" type="pres">
      <dgm:prSet presAssocID="{1916F11A-E865-45B8-9160-06A2A5A87FE5}" presName="linear" presStyleCnt="0">
        <dgm:presLayoutVars>
          <dgm:dir/>
          <dgm:animLvl val="lvl"/>
          <dgm:resizeHandles val="exact"/>
        </dgm:presLayoutVars>
      </dgm:prSet>
      <dgm:spPr/>
      <dgm:t>
        <a:bodyPr/>
        <a:lstStyle/>
        <a:p>
          <a:endParaRPr lang="en-IN"/>
        </a:p>
      </dgm:t>
    </dgm:pt>
    <dgm:pt modelId="{30E5FC77-7AF1-4918-B941-88EF69198ACA}" type="pres">
      <dgm:prSet presAssocID="{987B087C-8ABA-4B5E-AE90-97AA1D300092}" presName="parentLin" presStyleCnt="0"/>
      <dgm:spPr/>
    </dgm:pt>
    <dgm:pt modelId="{255B0F6B-3B79-4A57-A968-212467F7655C}" type="pres">
      <dgm:prSet presAssocID="{987B087C-8ABA-4B5E-AE90-97AA1D300092}" presName="parentLeftMargin" presStyleLbl="node1" presStyleIdx="0" presStyleCnt="1"/>
      <dgm:spPr/>
      <dgm:t>
        <a:bodyPr/>
        <a:lstStyle/>
        <a:p>
          <a:endParaRPr lang="en-IN"/>
        </a:p>
      </dgm:t>
    </dgm:pt>
    <dgm:pt modelId="{E15131BC-A671-4178-9619-A6C7E77DBC04}" type="pres">
      <dgm:prSet presAssocID="{987B087C-8ABA-4B5E-AE90-97AA1D300092}" presName="parentText" presStyleLbl="node1" presStyleIdx="0" presStyleCnt="1">
        <dgm:presLayoutVars>
          <dgm:chMax val="0"/>
          <dgm:bulletEnabled val="1"/>
        </dgm:presLayoutVars>
      </dgm:prSet>
      <dgm:spPr/>
      <dgm:t>
        <a:bodyPr/>
        <a:lstStyle/>
        <a:p>
          <a:endParaRPr lang="en-IN"/>
        </a:p>
      </dgm:t>
    </dgm:pt>
    <dgm:pt modelId="{5C9D273C-6C53-4EB2-B7B1-F3D49C5ED801}" type="pres">
      <dgm:prSet presAssocID="{987B087C-8ABA-4B5E-AE90-97AA1D300092}" presName="negativeSpace" presStyleCnt="0"/>
      <dgm:spPr/>
    </dgm:pt>
    <dgm:pt modelId="{4BBE272E-25FB-492E-8315-2A958F91BEB8}" type="pres">
      <dgm:prSet presAssocID="{987B087C-8ABA-4B5E-AE90-97AA1D300092}" presName="childText" presStyleLbl="conFgAcc1" presStyleIdx="0" presStyleCnt="1">
        <dgm:presLayoutVars>
          <dgm:bulletEnabled val="1"/>
        </dgm:presLayoutVars>
      </dgm:prSet>
      <dgm:spPr/>
      <dgm:t>
        <a:bodyPr/>
        <a:lstStyle/>
        <a:p>
          <a:endParaRPr lang="en-IN"/>
        </a:p>
      </dgm:t>
    </dgm:pt>
  </dgm:ptLst>
  <dgm:cxnLst>
    <dgm:cxn modelId="{6AA90996-3574-44D4-8935-0AF205A76C89}" srcId="{987B087C-8ABA-4B5E-AE90-97AA1D300092}" destId="{93425D4C-6CFC-4854-8CF9-8CD023C5B5D5}" srcOrd="3" destOrd="0" parTransId="{CEBE24C4-E23C-4EA1-813B-84DD7B38731D}" sibTransId="{3FA39250-53B8-4DDF-8354-BD6047E02C24}"/>
    <dgm:cxn modelId="{7FD2EE0D-E46E-4D5F-BD20-8D93EC0B09F4}" type="presOf" srcId="{108A7950-2E79-4076-9986-D2AB29E9EB49}" destId="{4BBE272E-25FB-492E-8315-2A958F91BEB8}" srcOrd="0" destOrd="5" presId="urn:microsoft.com/office/officeart/2005/8/layout/list1"/>
    <dgm:cxn modelId="{8BB0728B-1FA9-4331-A741-F25BE6453051}" srcId="{1916F11A-E865-45B8-9160-06A2A5A87FE5}" destId="{987B087C-8ABA-4B5E-AE90-97AA1D300092}" srcOrd="0" destOrd="0" parTransId="{6BBD708A-A66A-4193-9ADC-E833C0D61E26}" sibTransId="{BCF0665B-B092-40BB-B6EE-623192D3AEC7}"/>
    <dgm:cxn modelId="{9CC87FCD-B50C-42C1-A551-0E357A7BD4CE}" srcId="{987B087C-8ABA-4B5E-AE90-97AA1D300092}" destId="{88012412-1B92-4AD1-8873-4C1B3D6CB9DB}" srcOrd="0" destOrd="0" parTransId="{FFE0984B-B29E-4F9E-B084-FED31972B391}" sibTransId="{7F4CBAD7-6880-4CB8-8643-53CCD7E3D6BF}"/>
    <dgm:cxn modelId="{60CAC017-4F73-4110-B459-EA5EA9C071BF}" srcId="{987B087C-8ABA-4B5E-AE90-97AA1D300092}" destId="{5F168706-DF3E-4CD2-9485-FD321413BF8E}" srcOrd="2" destOrd="0" parTransId="{E2B79C53-BAF1-481C-A46B-3BF399F675D8}" sibTransId="{6542A932-B785-4361-9A95-068A2062B74D}"/>
    <dgm:cxn modelId="{827408BA-ECCE-4D5C-A280-40F1703F98E5}" srcId="{987B087C-8ABA-4B5E-AE90-97AA1D300092}" destId="{C74F8ABD-F77E-41C3-9B41-FB42384D6A71}" srcOrd="6" destOrd="0" parTransId="{1E70064C-EFAF-445F-B80F-88321637020B}" sibTransId="{4EC2A6BB-A0F1-4FBC-B10E-1D7D52A96760}"/>
    <dgm:cxn modelId="{8AD8BCAB-F96C-43F9-A67A-160D85C9C036}" type="presOf" srcId="{85682AF8-DC87-403E-8269-E2526FFB2F4B}" destId="{4BBE272E-25FB-492E-8315-2A958F91BEB8}" srcOrd="0" destOrd="1" presId="urn:microsoft.com/office/officeart/2005/8/layout/list1"/>
    <dgm:cxn modelId="{9DE00563-727E-449D-A7B8-389C7EF5C465}" type="presOf" srcId="{C74F8ABD-F77E-41C3-9B41-FB42384D6A71}" destId="{4BBE272E-25FB-492E-8315-2A958F91BEB8}" srcOrd="0" destOrd="6" presId="urn:microsoft.com/office/officeart/2005/8/layout/list1"/>
    <dgm:cxn modelId="{BF1BE6EB-5804-42A5-A565-954AB08FA942}" srcId="{987B087C-8ABA-4B5E-AE90-97AA1D300092}" destId="{108A7950-2E79-4076-9986-D2AB29E9EB49}" srcOrd="5" destOrd="0" parTransId="{6394F5C3-1824-46F6-9096-94211EEF53FE}" sibTransId="{AC41EB44-2E22-44B5-AB1D-C038E7ECCC40}"/>
    <dgm:cxn modelId="{9B1CC0AB-8A05-4747-9097-5D6EBA3ADDFA}" type="presOf" srcId="{987B087C-8ABA-4B5E-AE90-97AA1D300092}" destId="{E15131BC-A671-4178-9619-A6C7E77DBC04}" srcOrd="1" destOrd="0" presId="urn:microsoft.com/office/officeart/2005/8/layout/list1"/>
    <dgm:cxn modelId="{5733489E-5C39-48F6-9686-45BED62A085F}" srcId="{987B087C-8ABA-4B5E-AE90-97AA1D300092}" destId="{84A192C1-7AE9-4A85-B039-54C546A00B99}" srcOrd="4" destOrd="0" parTransId="{E598652A-667C-435E-833B-89BCA6AE4B8B}" sibTransId="{6257B9E6-2C20-4006-AB97-D60F52601663}"/>
    <dgm:cxn modelId="{EADEB07F-E70E-4A04-A0F1-6D1370B05E7F}" type="presOf" srcId="{1916F11A-E865-45B8-9160-06A2A5A87FE5}" destId="{8DB7A883-95B2-4364-97F2-EC62D0861083}" srcOrd="0" destOrd="0" presId="urn:microsoft.com/office/officeart/2005/8/layout/list1"/>
    <dgm:cxn modelId="{476A4A9F-D8FA-4119-ACBE-9D3163251428}" type="presOf" srcId="{93425D4C-6CFC-4854-8CF9-8CD023C5B5D5}" destId="{4BBE272E-25FB-492E-8315-2A958F91BEB8}" srcOrd="0" destOrd="3" presId="urn:microsoft.com/office/officeart/2005/8/layout/list1"/>
    <dgm:cxn modelId="{7C2D59D5-D41D-4E73-9081-B9E2BECECF44}" type="presOf" srcId="{5F168706-DF3E-4CD2-9485-FD321413BF8E}" destId="{4BBE272E-25FB-492E-8315-2A958F91BEB8}" srcOrd="0" destOrd="2" presId="urn:microsoft.com/office/officeart/2005/8/layout/list1"/>
    <dgm:cxn modelId="{9E6F083C-67E7-47B3-8698-C584F6B6298E}" type="presOf" srcId="{987B087C-8ABA-4B5E-AE90-97AA1D300092}" destId="{255B0F6B-3B79-4A57-A968-212467F7655C}" srcOrd="0" destOrd="0" presId="urn:microsoft.com/office/officeart/2005/8/layout/list1"/>
    <dgm:cxn modelId="{39A783B1-087C-4C49-8D44-07669377A4AE}" type="presOf" srcId="{84A192C1-7AE9-4A85-B039-54C546A00B99}" destId="{4BBE272E-25FB-492E-8315-2A958F91BEB8}" srcOrd="0" destOrd="4" presId="urn:microsoft.com/office/officeart/2005/8/layout/list1"/>
    <dgm:cxn modelId="{ED0ABF01-B10D-4C23-91B3-C3EFA2A02555}" type="presOf" srcId="{88012412-1B92-4AD1-8873-4C1B3D6CB9DB}" destId="{4BBE272E-25FB-492E-8315-2A958F91BEB8}" srcOrd="0" destOrd="0" presId="urn:microsoft.com/office/officeart/2005/8/layout/list1"/>
    <dgm:cxn modelId="{3B63F5B2-D95C-4D31-9EB1-C86B219E884B}" srcId="{987B087C-8ABA-4B5E-AE90-97AA1D300092}" destId="{85682AF8-DC87-403E-8269-E2526FFB2F4B}" srcOrd="1" destOrd="0" parTransId="{D337D469-65B2-40C6-B54D-4D41ED48D2AB}" sibTransId="{07753A64-C823-4E25-9CDE-6A504D670C84}"/>
    <dgm:cxn modelId="{4AEEA64A-C545-4659-B2F2-E5C29F8CE115}" type="presParOf" srcId="{8DB7A883-95B2-4364-97F2-EC62D0861083}" destId="{30E5FC77-7AF1-4918-B941-88EF69198ACA}" srcOrd="0" destOrd="0" presId="urn:microsoft.com/office/officeart/2005/8/layout/list1"/>
    <dgm:cxn modelId="{CB226EC4-6990-4C9F-960E-0BAD3F27B5E0}" type="presParOf" srcId="{30E5FC77-7AF1-4918-B941-88EF69198ACA}" destId="{255B0F6B-3B79-4A57-A968-212467F7655C}" srcOrd="0" destOrd="0" presId="urn:microsoft.com/office/officeart/2005/8/layout/list1"/>
    <dgm:cxn modelId="{FEBF7AA5-DD12-4A48-91E3-2DDE643B7663}" type="presParOf" srcId="{30E5FC77-7AF1-4918-B941-88EF69198ACA}" destId="{E15131BC-A671-4178-9619-A6C7E77DBC04}" srcOrd="1" destOrd="0" presId="urn:microsoft.com/office/officeart/2005/8/layout/list1"/>
    <dgm:cxn modelId="{61789A7E-9FD9-4777-BE39-862CE998C5CE}" type="presParOf" srcId="{8DB7A883-95B2-4364-97F2-EC62D0861083}" destId="{5C9D273C-6C53-4EB2-B7B1-F3D49C5ED801}" srcOrd="1" destOrd="0" presId="urn:microsoft.com/office/officeart/2005/8/layout/list1"/>
    <dgm:cxn modelId="{14751053-19B1-4396-9CAC-A46461A26ABF}" type="presParOf" srcId="{8DB7A883-95B2-4364-97F2-EC62D0861083}" destId="{4BBE272E-25FB-492E-8315-2A958F91BEB8}"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5D18383-E241-4AD8-843C-E85ECFCD64C1}"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IN"/>
        </a:p>
      </dgm:t>
    </dgm:pt>
    <dgm:pt modelId="{9D960F35-398E-4818-921D-C3D69434C6C4}">
      <dgm:prSet phldrT="[Text]"/>
      <dgm:spPr/>
      <dgm:t>
        <a:bodyPr/>
        <a:lstStyle/>
        <a:p>
          <a:pPr algn="just"/>
          <a:r>
            <a:rPr lang="en-US" dirty="0"/>
            <a:t>Principle of Patient Safety</a:t>
          </a:r>
          <a:endParaRPr lang="en-IN" dirty="0"/>
        </a:p>
      </dgm:t>
    </dgm:pt>
    <dgm:pt modelId="{5FBC40F2-9555-4C28-ACC9-DB519413AA46}" type="parTrans" cxnId="{EDC26881-B0CB-476D-8000-8F692E01CBCC}">
      <dgm:prSet/>
      <dgm:spPr/>
      <dgm:t>
        <a:bodyPr/>
        <a:lstStyle/>
        <a:p>
          <a:pPr algn="just"/>
          <a:endParaRPr lang="en-IN"/>
        </a:p>
      </dgm:t>
    </dgm:pt>
    <dgm:pt modelId="{AB3265B3-1AE6-4F15-805D-6EB81E54F6EC}" type="sibTrans" cxnId="{EDC26881-B0CB-476D-8000-8F692E01CBCC}">
      <dgm:prSet/>
      <dgm:spPr/>
      <dgm:t>
        <a:bodyPr/>
        <a:lstStyle/>
        <a:p>
          <a:pPr algn="just"/>
          <a:endParaRPr lang="en-IN"/>
        </a:p>
      </dgm:t>
    </dgm:pt>
    <dgm:pt modelId="{106FD998-41B1-4895-B1DD-5C1B2BD18F74}">
      <dgm:prSet phldrT="[Text]"/>
      <dgm:spPr/>
      <dgm:t>
        <a:bodyPr/>
        <a:lstStyle/>
        <a:p>
          <a:pPr algn="just"/>
          <a:r>
            <a:rPr lang="en-US" b="0" i="0" dirty="0"/>
            <a:t>Proper identification of patient and matching to their care elements</a:t>
          </a:r>
          <a:endParaRPr lang="en-IN" dirty="0"/>
        </a:p>
      </dgm:t>
    </dgm:pt>
    <dgm:pt modelId="{15227F15-6E05-4A6D-ACB5-97191AF971E7}" type="parTrans" cxnId="{F1B24FD6-2A77-4912-A2EC-E487C452B1FA}">
      <dgm:prSet/>
      <dgm:spPr/>
      <dgm:t>
        <a:bodyPr/>
        <a:lstStyle/>
        <a:p>
          <a:pPr algn="just"/>
          <a:endParaRPr lang="en-IN"/>
        </a:p>
      </dgm:t>
    </dgm:pt>
    <dgm:pt modelId="{3BF32316-5A27-4FA3-86BC-FF675C8BCC45}" type="sibTrans" cxnId="{F1B24FD6-2A77-4912-A2EC-E487C452B1FA}">
      <dgm:prSet/>
      <dgm:spPr/>
      <dgm:t>
        <a:bodyPr/>
        <a:lstStyle/>
        <a:p>
          <a:pPr algn="just"/>
          <a:endParaRPr lang="en-IN"/>
        </a:p>
      </dgm:t>
    </dgm:pt>
    <dgm:pt modelId="{F45977F7-BAC3-4743-843F-FE234848B127}">
      <dgm:prSet phldrT="[Text]"/>
      <dgm:spPr/>
      <dgm:t>
        <a:bodyPr/>
        <a:lstStyle/>
        <a:p>
          <a:pPr algn="just"/>
          <a:r>
            <a:rPr lang="en-US" b="0" i="0" dirty="0"/>
            <a:t>Prevention of patient hand over error and safety during transition</a:t>
          </a:r>
          <a:endParaRPr lang="en-IN" dirty="0"/>
        </a:p>
      </dgm:t>
    </dgm:pt>
    <dgm:pt modelId="{26418F5B-C84B-4BEC-ADDD-181EF2C85EEB}" type="parTrans" cxnId="{86891ABE-E55C-4C98-A83C-944A4D6565FA}">
      <dgm:prSet/>
      <dgm:spPr/>
      <dgm:t>
        <a:bodyPr/>
        <a:lstStyle/>
        <a:p>
          <a:pPr algn="just"/>
          <a:endParaRPr lang="en-IN"/>
        </a:p>
      </dgm:t>
    </dgm:pt>
    <dgm:pt modelId="{4E2A4292-8A35-4B13-813E-819D9163E996}" type="sibTrans" cxnId="{86891ABE-E55C-4C98-A83C-944A4D6565FA}">
      <dgm:prSet/>
      <dgm:spPr/>
      <dgm:t>
        <a:bodyPr/>
        <a:lstStyle/>
        <a:p>
          <a:pPr algn="just"/>
          <a:endParaRPr lang="en-IN"/>
        </a:p>
      </dgm:t>
    </dgm:pt>
    <dgm:pt modelId="{874EC550-C442-499E-BB55-3CB27CA82A4F}">
      <dgm:prSet phldrT="[Text]"/>
      <dgm:spPr/>
      <dgm:t>
        <a:bodyPr/>
        <a:lstStyle/>
        <a:p>
          <a:pPr algn="just"/>
          <a:r>
            <a:rPr lang="en-US" b="0" i="0" dirty="0"/>
            <a:t>Assessing medical accuracy while giving care to a patient</a:t>
          </a:r>
          <a:endParaRPr lang="en-IN" dirty="0"/>
        </a:p>
      </dgm:t>
    </dgm:pt>
    <dgm:pt modelId="{44C0B86C-010D-4621-AE36-93C511B573AC}" type="parTrans" cxnId="{5987510A-6989-4483-B01B-4902C00B7D71}">
      <dgm:prSet/>
      <dgm:spPr/>
      <dgm:t>
        <a:bodyPr/>
        <a:lstStyle/>
        <a:p>
          <a:pPr algn="just"/>
          <a:endParaRPr lang="en-IN"/>
        </a:p>
      </dgm:t>
    </dgm:pt>
    <dgm:pt modelId="{CA3A8444-BB59-447E-9132-8091875BFC84}" type="sibTrans" cxnId="{5987510A-6989-4483-B01B-4902C00B7D71}">
      <dgm:prSet/>
      <dgm:spPr/>
      <dgm:t>
        <a:bodyPr/>
        <a:lstStyle/>
        <a:p>
          <a:pPr algn="just"/>
          <a:endParaRPr lang="en-IN"/>
        </a:p>
      </dgm:t>
    </dgm:pt>
    <dgm:pt modelId="{3996B916-79F4-49E5-9DF6-7C36BF45F4E5}">
      <dgm:prSet phldrT="[Text]"/>
      <dgm:spPr/>
      <dgm:t>
        <a:bodyPr/>
        <a:lstStyle/>
        <a:p>
          <a:pPr algn="just"/>
          <a:r>
            <a:rPr lang="en-US" b="0" i="0" dirty="0"/>
            <a:t>Performance of correct procedure at correct body site</a:t>
          </a:r>
          <a:endParaRPr lang="en-IN" dirty="0"/>
        </a:p>
      </dgm:t>
    </dgm:pt>
    <dgm:pt modelId="{0B34DF19-AC00-43B6-8DFE-0D6655C46C82}" type="parTrans" cxnId="{8EA77D79-3B3D-47F9-8A3E-3ACD06A0609A}">
      <dgm:prSet/>
      <dgm:spPr/>
      <dgm:t>
        <a:bodyPr/>
        <a:lstStyle/>
        <a:p>
          <a:pPr algn="just"/>
          <a:endParaRPr lang="en-IN"/>
        </a:p>
      </dgm:t>
    </dgm:pt>
    <dgm:pt modelId="{BFDE4B42-5DF9-4833-8F55-8E39EE96A041}" type="sibTrans" cxnId="{8EA77D79-3B3D-47F9-8A3E-3ACD06A0609A}">
      <dgm:prSet/>
      <dgm:spPr/>
      <dgm:t>
        <a:bodyPr/>
        <a:lstStyle/>
        <a:p>
          <a:pPr algn="just"/>
          <a:endParaRPr lang="en-IN"/>
        </a:p>
      </dgm:t>
    </dgm:pt>
    <dgm:pt modelId="{D2AE2C2D-E29A-4D61-9F2F-C58F329E459A}">
      <dgm:prSet phldrT="[Text]"/>
      <dgm:spPr/>
      <dgm:t>
        <a:bodyPr/>
        <a:lstStyle/>
        <a:p>
          <a:pPr algn="just"/>
          <a:r>
            <a:rPr lang="en-US" b="0" i="0" dirty="0"/>
            <a:t>Take appropriate precautionary measures to avoid infection</a:t>
          </a:r>
          <a:endParaRPr lang="en-IN" dirty="0"/>
        </a:p>
      </dgm:t>
    </dgm:pt>
    <dgm:pt modelId="{1FDD6F95-A9E8-4784-9DB1-5D3B1D019896}" type="parTrans" cxnId="{05AE479E-4660-45BC-B1DA-26E9B9B0235D}">
      <dgm:prSet/>
      <dgm:spPr/>
      <dgm:t>
        <a:bodyPr/>
        <a:lstStyle/>
        <a:p>
          <a:pPr algn="just"/>
          <a:endParaRPr lang="en-IN"/>
        </a:p>
      </dgm:t>
    </dgm:pt>
    <dgm:pt modelId="{3E534DEE-0759-4C9D-978E-DF6EDCCBE1E4}" type="sibTrans" cxnId="{05AE479E-4660-45BC-B1DA-26E9B9B0235D}">
      <dgm:prSet/>
      <dgm:spPr/>
      <dgm:t>
        <a:bodyPr/>
        <a:lstStyle/>
        <a:p>
          <a:pPr algn="just"/>
          <a:endParaRPr lang="en-IN"/>
        </a:p>
      </dgm:t>
    </dgm:pt>
    <dgm:pt modelId="{8622467B-5D3B-4296-9788-C47CCA91CD58}" type="pres">
      <dgm:prSet presAssocID="{75D18383-E241-4AD8-843C-E85ECFCD64C1}" presName="linear" presStyleCnt="0">
        <dgm:presLayoutVars>
          <dgm:dir/>
          <dgm:animLvl val="lvl"/>
          <dgm:resizeHandles val="exact"/>
        </dgm:presLayoutVars>
      </dgm:prSet>
      <dgm:spPr/>
      <dgm:t>
        <a:bodyPr/>
        <a:lstStyle/>
        <a:p>
          <a:endParaRPr lang="en-IN"/>
        </a:p>
      </dgm:t>
    </dgm:pt>
    <dgm:pt modelId="{55AC4A08-23B4-436E-87F3-A7799677E429}" type="pres">
      <dgm:prSet presAssocID="{9D960F35-398E-4818-921D-C3D69434C6C4}" presName="parentLin" presStyleCnt="0"/>
      <dgm:spPr/>
    </dgm:pt>
    <dgm:pt modelId="{BD4D223D-4FB2-4108-873E-944DAC7C094B}" type="pres">
      <dgm:prSet presAssocID="{9D960F35-398E-4818-921D-C3D69434C6C4}" presName="parentLeftMargin" presStyleLbl="node1" presStyleIdx="0" presStyleCnt="1"/>
      <dgm:spPr/>
      <dgm:t>
        <a:bodyPr/>
        <a:lstStyle/>
        <a:p>
          <a:endParaRPr lang="en-IN"/>
        </a:p>
      </dgm:t>
    </dgm:pt>
    <dgm:pt modelId="{A030165A-F0AF-4C49-96C1-EFE3BD0572C4}" type="pres">
      <dgm:prSet presAssocID="{9D960F35-398E-4818-921D-C3D69434C6C4}" presName="parentText" presStyleLbl="node1" presStyleIdx="0" presStyleCnt="1">
        <dgm:presLayoutVars>
          <dgm:chMax val="0"/>
          <dgm:bulletEnabled val="1"/>
        </dgm:presLayoutVars>
      </dgm:prSet>
      <dgm:spPr/>
      <dgm:t>
        <a:bodyPr/>
        <a:lstStyle/>
        <a:p>
          <a:endParaRPr lang="en-IN"/>
        </a:p>
      </dgm:t>
    </dgm:pt>
    <dgm:pt modelId="{C780883D-59F3-4442-865B-06EE2DD64042}" type="pres">
      <dgm:prSet presAssocID="{9D960F35-398E-4818-921D-C3D69434C6C4}" presName="negativeSpace" presStyleCnt="0"/>
      <dgm:spPr/>
    </dgm:pt>
    <dgm:pt modelId="{3F8AD3D4-8164-49F0-87AE-8D999460E912}" type="pres">
      <dgm:prSet presAssocID="{9D960F35-398E-4818-921D-C3D69434C6C4}" presName="childText" presStyleLbl="conFgAcc1" presStyleIdx="0" presStyleCnt="1">
        <dgm:presLayoutVars>
          <dgm:bulletEnabled val="1"/>
        </dgm:presLayoutVars>
      </dgm:prSet>
      <dgm:spPr/>
      <dgm:t>
        <a:bodyPr/>
        <a:lstStyle/>
        <a:p>
          <a:endParaRPr lang="en-IN"/>
        </a:p>
      </dgm:t>
    </dgm:pt>
  </dgm:ptLst>
  <dgm:cxnLst>
    <dgm:cxn modelId="{F1B24FD6-2A77-4912-A2EC-E487C452B1FA}" srcId="{9D960F35-398E-4818-921D-C3D69434C6C4}" destId="{106FD998-41B1-4895-B1DD-5C1B2BD18F74}" srcOrd="0" destOrd="0" parTransId="{15227F15-6E05-4A6D-ACB5-97191AF971E7}" sibTransId="{3BF32316-5A27-4FA3-86BC-FF675C8BCC45}"/>
    <dgm:cxn modelId="{86891ABE-E55C-4C98-A83C-944A4D6565FA}" srcId="{9D960F35-398E-4818-921D-C3D69434C6C4}" destId="{F45977F7-BAC3-4743-843F-FE234848B127}" srcOrd="1" destOrd="0" parTransId="{26418F5B-C84B-4BEC-ADDD-181EF2C85EEB}" sibTransId="{4E2A4292-8A35-4B13-813E-819D9163E996}"/>
    <dgm:cxn modelId="{EDC26881-B0CB-476D-8000-8F692E01CBCC}" srcId="{75D18383-E241-4AD8-843C-E85ECFCD64C1}" destId="{9D960F35-398E-4818-921D-C3D69434C6C4}" srcOrd="0" destOrd="0" parTransId="{5FBC40F2-9555-4C28-ACC9-DB519413AA46}" sibTransId="{AB3265B3-1AE6-4F15-805D-6EB81E54F6EC}"/>
    <dgm:cxn modelId="{8EA77D79-3B3D-47F9-8A3E-3ACD06A0609A}" srcId="{9D960F35-398E-4818-921D-C3D69434C6C4}" destId="{3996B916-79F4-49E5-9DF6-7C36BF45F4E5}" srcOrd="3" destOrd="0" parTransId="{0B34DF19-AC00-43B6-8DFE-0D6655C46C82}" sibTransId="{BFDE4B42-5DF9-4833-8F55-8E39EE96A041}"/>
    <dgm:cxn modelId="{51F6C39A-6B75-42F4-B97D-DB58CF736556}" type="presOf" srcId="{75D18383-E241-4AD8-843C-E85ECFCD64C1}" destId="{8622467B-5D3B-4296-9788-C47CCA91CD58}" srcOrd="0" destOrd="0" presId="urn:microsoft.com/office/officeart/2005/8/layout/list1"/>
    <dgm:cxn modelId="{C10403AE-816A-45D4-8AB0-1AE6278D88FF}" type="presOf" srcId="{D2AE2C2D-E29A-4D61-9F2F-C58F329E459A}" destId="{3F8AD3D4-8164-49F0-87AE-8D999460E912}" srcOrd="0" destOrd="4" presId="urn:microsoft.com/office/officeart/2005/8/layout/list1"/>
    <dgm:cxn modelId="{D15B86D8-9E77-4E64-85D2-9405F7E3A2C5}" type="presOf" srcId="{F45977F7-BAC3-4743-843F-FE234848B127}" destId="{3F8AD3D4-8164-49F0-87AE-8D999460E912}" srcOrd="0" destOrd="1" presId="urn:microsoft.com/office/officeart/2005/8/layout/list1"/>
    <dgm:cxn modelId="{AB363DD8-DF3A-4814-B103-0930205C64F6}" type="presOf" srcId="{9D960F35-398E-4818-921D-C3D69434C6C4}" destId="{A030165A-F0AF-4C49-96C1-EFE3BD0572C4}" srcOrd="1" destOrd="0" presId="urn:microsoft.com/office/officeart/2005/8/layout/list1"/>
    <dgm:cxn modelId="{8B6E3163-46E0-47E2-89D3-23A1C5AB0E50}" type="presOf" srcId="{9D960F35-398E-4818-921D-C3D69434C6C4}" destId="{BD4D223D-4FB2-4108-873E-944DAC7C094B}" srcOrd="0" destOrd="0" presId="urn:microsoft.com/office/officeart/2005/8/layout/list1"/>
    <dgm:cxn modelId="{5987510A-6989-4483-B01B-4902C00B7D71}" srcId="{9D960F35-398E-4818-921D-C3D69434C6C4}" destId="{874EC550-C442-499E-BB55-3CB27CA82A4F}" srcOrd="2" destOrd="0" parTransId="{44C0B86C-010D-4621-AE36-93C511B573AC}" sibTransId="{CA3A8444-BB59-447E-9132-8091875BFC84}"/>
    <dgm:cxn modelId="{F3AA4401-18DB-472F-87BA-9E9E1B15EEFE}" type="presOf" srcId="{874EC550-C442-499E-BB55-3CB27CA82A4F}" destId="{3F8AD3D4-8164-49F0-87AE-8D999460E912}" srcOrd="0" destOrd="2" presId="urn:microsoft.com/office/officeart/2005/8/layout/list1"/>
    <dgm:cxn modelId="{8C6DD335-4F07-494F-81A2-FE8EE0C59203}" type="presOf" srcId="{3996B916-79F4-49E5-9DF6-7C36BF45F4E5}" destId="{3F8AD3D4-8164-49F0-87AE-8D999460E912}" srcOrd="0" destOrd="3" presId="urn:microsoft.com/office/officeart/2005/8/layout/list1"/>
    <dgm:cxn modelId="{05AE479E-4660-45BC-B1DA-26E9B9B0235D}" srcId="{9D960F35-398E-4818-921D-C3D69434C6C4}" destId="{D2AE2C2D-E29A-4D61-9F2F-C58F329E459A}" srcOrd="4" destOrd="0" parTransId="{1FDD6F95-A9E8-4784-9DB1-5D3B1D019896}" sibTransId="{3E534DEE-0759-4C9D-978E-DF6EDCCBE1E4}"/>
    <dgm:cxn modelId="{3BD068E3-43DF-4021-BF78-502983474575}" type="presOf" srcId="{106FD998-41B1-4895-B1DD-5C1B2BD18F74}" destId="{3F8AD3D4-8164-49F0-87AE-8D999460E912}" srcOrd="0" destOrd="0" presId="urn:microsoft.com/office/officeart/2005/8/layout/list1"/>
    <dgm:cxn modelId="{B39B5931-8452-4AA5-859E-178D165367A5}" type="presParOf" srcId="{8622467B-5D3B-4296-9788-C47CCA91CD58}" destId="{55AC4A08-23B4-436E-87F3-A7799677E429}" srcOrd="0" destOrd="0" presId="urn:microsoft.com/office/officeart/2005/8/layout/list1"/>
    <dgm:cxn modelId="{F28B41DF-1C89-484B-9485-EA5230A9AEF6}" type="presParOf" srcId="{55AC4A08-23B4-436E-87F3-A7799677E429}" destId="{BD4D223D-4FB2-4108-873E-944DAC7C094B}" srcOrd="0" destOrd="0" presId="urn:microsoft.com/office/officeart/2005/8/layout/list1"/>
    <dgm:cxn modelId="{D6A4C7CA-3907-4F9A-8996-097471243D97}" type="presParOf" srcId="{55AC4A08-23B4-436E-87F3-A7799677E429}" destId="{A030165A-F0AF-4C49-96C1-EFE3BD0572C4}" srcOrd="1" destOrd="0" presId="urn:microsoft.com/office/officeart/2005/8/layout/list1"/>
    <dgm:cxn modelId="{2483D801-B353-4957-8631-2B514F18A34F}" type="presParOf" srcId="{8622467B-5D3B-4296-9788-C47CCA91CD58}" destId="{C780883D-59F3-4442-865B-06EE2DD64042}" srcOrd="1" destOrd="0" presId="urn:microsoft.com/office/officeart/2005/8/layout/list1"/>
    <dgm:cxn modelId="{B6314A52-B6FA-41C5-8B12-CF6660A94B2E}" type="presParOf" srcId="{8622467B-5D3B-4296-9788-C47CCA91CD58}" destId="{3F8AD3D4-8164-49F0-87AE-8D999460E912}"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CA587D3-92AA-4D4D-A69F-63BA7428C79C}" type="doc">
      <dgm:prSet loTypeId="urn:microsoft.com/office/officeart/2005/8/layout/radial3" loCatId="cycle" qsTypeId="urn:microsoft.com/office/officeart/2005/8/quickstyle/simple1" qsCatId="simple" csTypeId="urn:microsoft.com/office/officeart/2005/8/colors/accent1_2" csCatId="accent1" phldr="1"/>
      <dgm:spPr/>
      <dgm:t>
        <a:bodyPr/>
        <a:lstStyle/>
        <a:p>
          <a:endParaRPr lang="en-IN"/>
        </a:p>
      </dgm:t>
    </dgm:pt>
    <dgm:pt modelId="{17A786F1-8BCB-44CD-8CBB-140A3E855BBD}">
      <dgm:prSet phldrT="[Text]" custT="1"/>
      <dgm:spPr/>
      <dgm:t>
        <a:bodyPr/>
        <a:lstStyle/>
        <a:p>
          <a:r>
            <a:rPr lang="en-US" sz="4800" dirty="0"/>
            <a:t>Patient Safety</a:t>
          </a:r>
          <a:endParaRPr lang="en-IN" sz="4800" dirty="0"/>
        </a:p>
      </dgm:t>
    </dgm:pt>
    <dgm:pt modelId="{E8D998CB-0C8A-4DF4-994E-B9519F8DEB75}" type="parTrans" cxnId="{3EBA2842-FB05-4923-9032-C975AD1A2298}">
      <dgm:prSet/>
      <dgm:spPr/>
      <dgm:t>
        <a:bodyPr/>
        <a:lstStyle/>
        <a:p>
          <a:endParaRPr lang="en-IN"/>
        </a:p>
      </dgm:t>
    </dgm:pt>
    <dgm:pt modelId="{21425B72-D38A-47D0-925A-D2F17E139260}" type="sibTrans" cxnId="{3EBA2842-FB05-4923-9032-C975AD1A2298}">
      <dgm:prSet/>
      <dgm:spPr/>
      <dgm:t>
        <a:bodyPr/>
        <a:lstStyle/>
        <a:p>
          <a:endParaRPr lang="en-IN"/>
        </a:p>
      </dgm:t>
    </dgm:pt>
    <dgm:pt modelId="{ED8BB5AA-FB8B-43EA-92AC-4B15DD0ED846}">
      <dgm:prSet phldrT="[Text]" custT="1"/>
      <dgm:spPr/>
      <dgm:t>
        <a:bodyPr/>
        <a:lstStyle/>
        <a:p>
          <a:r>
            <a:rPr lang="en-US" sz="1800" dirty="0"/>
            <a:t>Medical Safety</a:t>
          </a:r>
          <a:endParaRPr lang="en-IN" sz="1800" dirty="0"/>
        </a:p>
      </dgm:t>
    </dgm:pt>
    <dgm:pt modelId="{DED5FDB0-E56E-4EDD-B75E-D4D56261670F}" type="parTrans" cxnId="{3DB460F7-1822-4B07-A1EF-DE8E1AD92510}">
      <dgm:prSet/>
      <dgm:spPr/>
      <dgm:t>
        <a:bodyPr/>
        <a:lstStyle/>
        <a:p>
          <a:endParaRPr lang="en-IN"/>
        </a:p>
      </dgm:t>
    </dgm:pt>
    <dgm:pt modelId="{BB04A817-F34B-4116-95D6-E9601B2C19E9}" type="sibTrans" cxnId="{3DB460F7-1822-4B07-A1EF-DE8E1AD92510}">
      <dgm:prSet/>
      <dgm:spPr/>
      <dgm:t>
        <a:bodyPr/>
        <a:lstStyle/>
        <a:p>
          <a:endParaRPr lang="en-IN"/>
        </a:p>
      </dgm:t>
    </dgm:pt>
    <dgm:pt modelId="{B57CFB2F-7D9E-45E2-90FD-CE207CE4B4A3}">
      <dgm:prSet phldrT="[Text]" custT="1"/>
      <dgm:spPr/>
      <dgm:t>
        <a:bodyPr/>
        <a:lstStyle/>
        <a:p>
          <a:r>
            <a:rPr lang="en-US" sz="1800" dirty="0"/>
            <a:t>Surgical Safety</a:t>
          </a:r>
          <a:endParaRPr lang="en-IN" sz="1800" dirty="0"/>
        </a:p>
      </dgm:t>
    </dgm:pt>
    <dgm:pt modelId="{58228A81-C553-467D-8739-2BE34B783BA0}" type="parTrans" cxnId="{2FD4AE8E-E4CD-4267-9266-A157E3750677}">
      <dgm:prSet/>
      <dgm:spPr/>
      <dgm:t>
        <a:bodyPr/>
        <a:lstStyle/>
        <a:p>
          <a:endParaRPr lang="en-IN"/>
        </a:p>
      </dgm:t>
    </dgm:pt>
    <dgm:pt modelId="{CEAAC319-5D3C-40FA-B0C8-A88032D0AD4A}" type="sibTrans" cxnId="{2FD4AE8E-E4CD-4267-9266-A157E3750677}">
      <dgm:prSet/>
      <dgm:spPr/>
      <dgm:t>
        <a:bodyPr/>
        <a:lstStyle/>
        <a:p>
          <a:endParaRPr lang="en-IN"/>
        </a:p>
      </dgm:t>
    </dgm:pt>
    <dgm:pt modelId="{D150CCFB-ECB0-4F18-9133-27DE74B808FC}">
      <dgm:prSet phldrT="[Text]" custT="1"/>
      <dgm:spPr/>
      <dgm:t>
        <a:bodyPr/>
        <a:lstStyle/>
        <a:p>
          <a:r>
            <a:rPr lang="en-US" sz="1800" dirty="0"/>
            <a:t>Electrical Safety</a:t>
          </a:r>
          <a:endParaRPr lang="en-IN" sz="1800" dirty="0"/>
        </a:p>
      </dgm:t>
    </dgm:pt>
    <dgm:pt modelId="{32CBC104-A761-4525-9A9C-9611E2E3ABBD}" type="parTrans" cxnId="{E86BCE0C-D490-4D7D-AFC7-A7F9692F1ED2}">
      <dgm:prSet/>
      <dgm:spPr/>
      <dgm:t>
        <a:bodyPr/>
        <a:lstStyle/>
        <a:p>
          <a:endParaRPr lang="en-IN"/>
        </a:p>
      </dgm:t>
    </dgm:pt>
    <dgm:pt modelId="{C81034E9-6AC5-427E-8601-B8B575052526}" type="sibTrans" cxnId="{E86BCE0C-D490-4D7D-AFC7-A7F9692F1ED2}">
      <dgm:prSet/>
      <dgm:spPr/>
      <dgm:t>
        <a:bodyPr/>
        <a:lstStyle/>
        <a:p>
          <a:endParaRPr lang="en-IN"/>
        </a:p>
      </dgm:t>
    </dgm:pt>
    <dgm:pt modelId="{3210E4F3-BF39-4E3A-9458-7EB06E9A8AEB}">
      <dgm:prSet phldrT="[Text]" custT="1"/>
      <dgm:spPr/>
      <dgm:t>
        <a:bodyPr/>
        <a:lstStyle/>
        <a:p>
          <a:r>
            <a:rPr lang="en-US" sz="1800" dirty="0"/>
            <a:t>Laboratory Safety</a:t>
          </a:r>
          <a:endParaRPr lang="en-IN" sz="1800" dirty="0"/>
        </a:p>
      </dgm:t>
    </dgm:pt>
    <dgm:pt modelId="{741F88E9-82C4-4A24-93C1-C9FB32ECDC8E}" type="parTrans" cxnId="{4404152C-192E-4A9A-8A67-2583E13924D7}">
      <dgm:prSet/>
      <dgm:spPr/>
      <dgm:t>
        <a:bodyPr/>
        <a:lstStyle/>
        <a:p>
          <a:endParaRPr lang="en-IN"/>
        </a:p>
      </dgm:t>
    </dgm:pt>
    <dgm:pt modelId="{11385EAF-FEFA-424C-A3AB-0B901D5758F9}" type="sibTrans" cxnId="{4404152C-192E-4A9A-8A67-2583E13924D7}">
      <dgm:prSet/>
      <dgm:spPr/>
      <dgm:t>
        <a:bodyPr/>
        <a:lstStyle/>
        <a:p>
          <a:endParaRPr lang="en-IN"/>
        </a:p>
      </dgm:t>
    </dgm:pt>
    <dgm:pt modelId="{E8D01A19-FA5F-4320-956B-326A58A91227}">
      <dgm:prSet phldrT="[Text]" custT="1"/>
      <dgm:spPr/>
      <dgm:t>
        <a:bodyPr/>
        <a:lstStyle/>
        <a:p>
          <a:r>
            <a:rPr lang="en-US" sz="1800" dirty="0"/>
            <a:t>Sanitation Infection Control</a:t>
          </a:r>
          <a:endParaRPr lang="en-IN" sz="1800" dirty="0"/>
        </a:p>
      </dgm:t>
    </dgm:pt>
    <dgm:pt modelId="{FFC6167D-1B2B-4965-9E8B-C3E37628ECD4}" type="parTrans" cxnId="{0A4DA575-2A57-44BF-AC2D-75129BF93DDC}">
      <dgm:prSet/>
      <dgm:spPr/>
      <dgm:t>
        <a:bodyPr/>
        <a:lstStyle/>
        <a:p>
          <a:endParaRPr lang="en-IN"/>
        </a:p>
      </dgm:t>
    </dgm:pt>
    <dgm:pt modelId="{7B07007B-00B8-4D7A-8863-FA38A533E96F}" type="sibTrans" cxnId="{0A4DA575-2A57-44BF-AC2D-75129BF93DDC}">
      <dgm:prSet/>
      <dgm:spPr/>
      <dgm:t>
        <a:bodyPr/>
        <a:lstStyle/>
        <a:p>
          <a:endParaRPr lang="en-IN"/>
        </a:p>
      </dgm:t>
    </dgm:pt>
    <dgm:pt modelId="{8426DFAB-05F4-4315-8BE8-A9C5414ACB93}">
      <dgm:prSet phldrT="[Text]" custT="1"/>
      <dgm:spPr/>
      <dgm:t>
        <a:bodyPr/>
        <a:lstStyle/>
        <a:p>
          <a:r>
            <a:rPr lang="en-US" sz="1800" dirty="0"/>
            <a:t>Blood Safety</a:t>
          </a:r>
          <a:endParaRPr lang="en-IN" sz="1800" dirty="0"/>
        </a:p>
      </dgm:t>
    </dgm:pt>
    <dgm:pt modelId="{14A23BF4-DFA5-45FA-9576-92005855036B}" type="parTrans" cxnId="{319F7D1F-2C56-4AAF-B72A-7A9B916E1C6E}">
      <dgm:prSet/>
      <dgm:spPr/>
      <dgm:t>
        <a:bodyPr/>
        <a:lstStyle/>
        <a:p>
          <a:endParaRPr lang="en-IN"/>
        </a:p>
      </dgm:t>
    </dgm:pt>
    <dgm:pt modelId="{D7D44B43-2777-4BEA-977B-B9BB057F3CD6}" type="sibTrans" cxnId="{319F7D1F-2C56-4AAF-B72A-7A9B916E1C6E}">
      <dgm:prSet/>
      <dgm:spPr/>
      <dgm:t>
        <a:bodyPr/>
        <a:lstStyle/>
        <a:p>
          <a:endParaRPr lang="en-IN"/>
        </a:p>
      </dgm:t>
    </dgm:pt>
    <dgm:pt modelId="{7ED5ACEE-A03D-4897-AA8C-3DDC6B319195}">
      <dgm:prSet phldrT="[Text]" custT="1"/>
      <dgm:spPr/>
      <dgm:t>
        <a:bodyPr/>
        <a:lstStyle/>
        <a:p>
          <a:r>
            <a:rPr lang="en-US" sz="1800" dirty="0"/>
            <a:t>Equipment Installation Safety</a:t>
          </a:r>
          <a:endParaRPr lang="en-IN" sz="1800" dirty="0"/>
        </a:p>
      </dgm:t>
    </dgm:pt>
    <dgm:pt modelId="{6FA59787-9996-4F0B-A83D-7C8BAB50148D}" type="parTrans" cxnId="{DE86FA9E-3FE7-4D8E-9DD9-65E12CF3BA46}">
      <dgm:prSet/>
      <dgm:spPr/>
      <dgm:t>
        <a:bodyPr/>
        <a:lstStyle/>
        <a:p>
          <a:endParaRPr lang="en-IN"/>
        </a:p>
      </dgm:t>
    </dgm:pt>
    <dgm:pt modelId="{378D9797-5058-48E0-A2CE-9DC9FB55639C}" type="sibTrans" cxnId="{DE86FA9E-3FE7-4D8E-9DD9-65E12CF3BA46}">
      <dgm:prSet/>
      <dgm:spPr/>
      <dgm:t>
        <a:bodyPr/>
        <a:lstStyle/>
        <a:p>
          <a:endParaRPr lang="en-IN"/>
        </a:p>
      </dgm:t>
    </dgm:pt>
    <dgm:pt modelId="{0DC94AA6-0619-476C-8EEB-76F782655B4A}">
      <dgm:prSet phldrT="[Text]" custT="1"/>
      <dgm:spPr/>
      <dgm:t>
        <a:bodyPr/>
        <a:lstStyle/>
        <a:p>
          <a:pPr marL="0" indent="0"/>
          <a:r>
            <a:rPr lang="en-US" sz="1700" dirty="0"/>
            <a:t>Environmental Safety</a:t>
          </a:r>
          <a:endParaRPr lang="en-IN" sz="1700" dirty="0"/>
        </a:p>
      </dgm:t>
    </dgm:pt>
    <dgm:pt modelId="{AD507C24-29DE-4D08-B6BE-5B795A1CA577}" type="parTrans" cxnId="{8A479D69-BEE2-4937-A95C-2B1AC97BE970}">
      <dgm:prSet/>
      <dgm:spPr/>
      <dgm:t>
        <a:bodyPr/>
        <a:lstStyle/>
        <a:p>
          <a:endParaRPr lang="en-IN"/>
        </a:p>
      </dgm:t>
    </dgm:pt>
    <dgm:pt modelId="{32FC5208-995C-4AA5-8DD2-BBBC8DC3CADD}" type="sibTrans" cxnId="{8A479D69-BEE2-4937-A95C-2B1AC97BE970}">
      <dgm:prSet/>
      <dgm:spPr/>
      <dgm:t>
        <a:bodyPr/>
        <a:lstStyle/>
        <a:p>
          <a:endParaRPr lang="en-IN"/>
        </a:p>
      </dgm:t>
    </dgm:pt>
    <dgm:pt modelId="{A30CC61D-D5EE-4FFF-B5F5-2094F007EBDB}" type="pres">
      <dgm:prSet presAssocID="{DCA587D3-92AA-4D4D-A69F-63BA7428C79C}" presName="composite" presStyleCnt="0">
        <dgm:presLayoutVars>
          <dgm:chMax val="1"/>
          <dgm:dir/>
          <dgm:resizeHandles val="exact"/>
        </dgm:presLayoutVars>
      </dgm:prSet>
      <dgm:spPr/>
      <dgm:t>
        <a:bodyPr/>
        <a:lstStyle/>
        <a:p>
          <a:endParaRPr lang="en-IN"/>
        </a:p>
      </dgm:t>
    </dgm:pt>
    <dgm:pt modelId="{399A6133-5A3F-49E6-A990-5A16D69212BD}" type="pres">
      <dgm:prSet presAssocID="{DCA587D3-92AA-4D4D-A69F-63BA7428C79C}" presName="radial" presStyleCnt="0">
        <dgm:presLayoutVars>
          <dgm:animLvl val="ctr"/>
        </dgm:presLayoutVars>
      </dgm:prSet>
      <dgm:spPr/>
    </dgm:pt>
    <dgm:pt modelId="{9B39B683-8476-4761-8D74-F543C22160F6}" type="pres">
      <dgm:prSet presAssocID="{17A786F1-8BCB-44CD-8CBB-140A3E855BBD}" presName="centerShape" presStyleLbl="vennNode1" presStyleIdx="0" presStyleCnt="9"/>
      <dgm:spPr/>
      <dgm:t>
        <a:bodyPr/>
        <a:lstStyle/>
        <a:p>
          <a:endParaRPr lang="en-IN"/>
        </a:p>
      </dgm:t>
    </dgm:pt>
    <dgm:pt modelId="{7FAB1239-69D0-46F3-841A-D43CE0576398}" type="pres">
      <dgm:prSet presAssocID="{ED8BB5AA-FB8B-43EA-92AC-4B15DD0ED846}" presName="node" presStyleLbl="vennNode1" presStyleIdx="1" presStyleCnt="9" custRadScaleRad="101727" custRadScaleInc="-1827">
        <dgm:presLayoutVars>
          <dgm:bulletEnabled val="1"/>
        </dgm:presLayoutVars>
      </dgm:prSet>
      <dgm:spPr/>
      <dgm:t>
        <a:bodyPr/>
        <a:lstStyle/>
        <a:p>
          <a:endParaRPr lang="en-IN"/>
        </a:p>
      </dgm:t>
    </dgm:pt>
    <dgm:pt modelId="{80092E26-09C0-4A28-9C01-3980D6E69003}" type="pres">
      <dgm:prSet presAssocID="{B57CFB2F-7D9E-45E2-90FD-CE207CE4B4A3}" presName="node" presStyleLbl="vennNode1" presStyleIdx="2" presStyleCnt="9" custRadScaleRad="100206" custRadScaleInc="-2854">
        <dgm:presLayoutVars>
          <dgm:bulletEnabled val="1"/>
        </dgm:presLayoutVars>
      </dgm:prSet>
      <dgm:spPr/>
      <dgm:t>
        <a:bodyPr/>
        <a:lstStyle/>
        <a:p>
          <a:endParaRPr lang="en-IN"/>
        </a:p>
      </dgm:t>
    </dgm:pt>
    <dgm:pt modelId="{AF18959E-E85F-4EFF-A9D0-1CD5725945C2}" type="pres">
      <dgm:prSet presAssocID="{D150CCFB-ECB0-4F18-9133-27DE74B808FC}" presName="node" presStyleLbl="vennNode1" presStyleIdx="3" presStyleCnt="9" custRadScaleRad="98556" custRadScaleInc="-2217">
        <dgm:presLayoutVars>
          <dgm:bulletEnabled val="1"/>
        </dgm:presLayoutVars>
      </dgm:prSet>
      <dgm:spPr/>
      <dgm:t>
        <a:bodyPr/>
        <a:lstStyle/>
        <a:p>
          <a:endParaRPr lang="en-IN"/>
        </a:p>
      </dgm:t>
    </dgm:pt>
    <dgm:pt modelId="{B3A2ED2C-B6AA-41BC-8A6A-FFFF5847E2AA}" type="pres">
      <dgm:prSet presAssocID="{3210E4F3-BF39-4E3A-9458-7EB06E9A8AEB}" presName="node" presStyleLbl="vennNode1" presStyleIdx="4" presStyleCnt="9" custRadScaleRad="97754" custRadScaleInc="-236">
        <dgm:presLayoutVars>
          <dgm:bulletEnabled val="1"/>
        </dgm:presLayoutVars>
      </dgm:prSet>
      <dgm:spPr/>
      <dgm:t>
        <a:bodyPr/>
        <a:lstStyle/>
        <a:p>
          <a:endParaRPr lang="en-IN"/>
        </a:p>
      </dgm:t>
    </dgm:pt>
    <dgm:pt modelId="{6560F91B-D820-4D6F-A46D-ED2CD8CA34C9}" type="pres">
      <dgm:prSet presAssocID="{E8D01A19-FA5F-4320-956B-326A58A91227}" presName="node" presStyleLbl="vennNode1" presStyleIdx="5" presStyleCnt="9" custRadScaleRad="98295" custRadScaleInc="1890">
        <dgm:presLayoutVars>
          <dgm:bulletEnabled val="1"/>
        </dgm:presLayoutVars>
      </dgm:prSet>
      <dgm:spPr/>
      <dgm:t>
        <a:bodyPr/>
        <a:lstStyle/>
        <a:p>
          <a:endParaRPr lang="en-IN"/>
        </a:p>
      </dgm:t>
    </dgm:pt>
    <dgm:pt modelId="{0CCA4AC1-9639-42BE-8253-FA18E07295C4}" type="pres">
      <dgm:prSet presAssocID="{8426DFAB-05F4-4315-8BE8-A9C5414ACB93}" presName="node" presStyleLbl="vennNode1" presStyleIdx="6" presStyleCnt="9" custRadScaleRad="99843" custRadScaleInc="2863">
        <dgm:presLayoutVars>
          <dgm:bulletEnabled val="1"/>
        </dgm:presLayoutVars>
      </dgm:prSet>
      <dgm:spPr/>
      <dgm:t>
        <a:bodyPr/>
        <a:lstStyle/>
        <a:p>
          <a:endParaRPr lang="en-IN"/>
        </a:p>
      </dgm:t>
    </dgm:pt>
    <dgm:pt modelId="{D6289A10-3248-4085-A2AC-1C6F1BA648E6}" type="pres">
      <dgm:prSet presAssocID="{7ED5ACEE-A03D-4897-AA8C-3DDC6B319195}" presName="node" presStyleLbl="vennNode1" presStyleIdx="7" presStyleCnt="9" custRadScaleRad="100015" custRadScaleInc="2185">
        <dgm:presLayoutVars>
          <dgm:bulletEnabled val="1"/>
        </dgm:presLayoutVars>
      </dgm:prSet>
      <dgm:spPr/>
      <dgm:t>
        <a:bodyPr/>
        <a:lstStyle/>
        <a:p>
          <a:endParaRPr lang="en-IN"/>
        </a:p>
      </dgm:t>
    </dgm:pt>
    <dgm:pt modelId="{2A7BF843-37D2-4345-9140-4FA9704E8FD0}" type="pres">
      <dgm:prSet presAssocID="{0DC94AA6-0619-476C-8EEB-76F782655B4A}" presName="node" presStyleLbl="vennNode1" presStyleIdx="8" presStyleCnt="9">
        <dgm:presLayoutVars>
          <dgm:bulletEnabled val="1"/>
        </dgm:presLayoutVars>
      </dgm:prSet>
      <dgm:spPr/>
      <dgm:t>
        <a:bodyPr/>
        <a:lstStyle/>
        <a:p>
          <a:endParaRPr lang="en-IN"/>
        </a:p>
      </dgm:t>
    </dgm:pt>
  </dgm:ptLst>
  <dgm:cxnLst>
    <dgm:cxn modelId="{8A479D69-BEE2-4937-A95C-2B1AC97BE970}" srcId="{17A786F1-8BCB-44CD-8CBB-140A3E855BBD}" destId="{0DC94AA6-0619-476C-8EEB-76F782655B4A}" srcOrd="7" destOrd="0" parTransId="{AD507C24-29DE-4D08-B6BE-5B795A1CA577}" sibTransId="{32FC5208-995C-4AA5-8DD2-BBBC8DC3CADD}"/>
    <dgm:cxn modelId="{5691584A-C3D6-46DE-B2AA-36EF63DA36E0}" type="presOf" srcId="{3210E4F3-BF39-4E3A-9458-7EB06E9A8AEB}" destId="{B3A2ED2C-B6AA-41BC-8A6A-FFFF5847E2AA}" srcOrd="0" destOrd="0" presId="urn:microsoft.com/office/officeart/2005/8/layout/radial3"/>
    <dgm:cxn modelId="{4526AA3A-70B1-46CF-9441-5B228444FB62}" type="presOf" srcId="{17A786F1-8BCB-44CD-8CBB-140A3E855BBD}" destId="{9B39B683-8476-4761-8D74-F543C22160F6}" srcOrd="0" destOrd="0" presId="urn:microsoft.com/office/officeart/2005/8/layout/radial3"/>
    <dgm:cxn modelId="{2FD4AE8E-E4CD-4267-9266-A157E3750677}" srcId="{17A786F1-8BCB-44CD-8CBB-140A3E855BBD}" destId="{B57CFB2F-7D9E-45E2-90FD-CE207CE4B4A3}" srcOrd="1" destOrd="0" parTransId="{58228A81-C553-467D-8739-2BE34B783BA0}" sibTransId="{CEAAC319-5D3C-40FA-B0C8-A88032D0AD4A}"/>
    <dgm:cxn modelId="{DE86FA9E-3FE7-4D8E-9DD9-65E12CF3BA46}" srcId="{17A786F1-8BCB-44CD-8CBB-140A3E855BBD}" destId="{7ED5ACEE-A03D-4897-AA8C-3DDC6B319195}" srcOrd="6" destOrd="0" parTransId="{6FA59787-9996-4F0B-A83D-7C8BAB50148D}" sibTransId="{378D9797-5058-48E0-A2CE-9DC9FB55639C}"/>
    <dgm:cxn modelId="{2AA4F55F-4247-4A64-BEBF-147678908A7A}" type="presOf" srcId="{8426DFAB-05F4-4315-8BE8-A9C5414ACB93}" destId="{0CCA4AC1-9639-42BE-8253-FA18E07295C4}" srcOrd="0" destOrd="0" presId="urn:microsoft.com/office/officeart/2005/8/layout/radial3"/>
    <dgm:cxn modelId="{54C91159-5CD3-4BD8-8FE5-73FCD808D369}" type="presOf" srcId="{0DC94AA6-0619-476C-8EEB-76F782655B4A}" destId="{2A7BF843-37D2-4345-9140-4FA9704E8FD0}" srcOrd="0" destOrd="0" presId="urn:microsoft.com/office/officeart/2005/8/layout/radial3"/>
    <dgm:cxn modelId="{0A4DA575-2A57-44BF-AC2D-75129BF93DDC}" srcId="{17A786F1-8BCB-44CD-8CBB-140A3E855BBD}" destId="{E8D01A19-FA5F-4320-956B-326A58A91227}" srcOrd="4" destOrd="0" parTransId="{FFC6167D-1B2B-4965-9E8B-C3E37628ECD4}" sibTransId="{7B07007B-00B8-4D7A-8863-FA38A533E96F}"/>
    <dgm:cxn modelId="{3EBA2842-FB05-4923-9032-C975AD1A2298}" srcId="{DCA587D3-92AA-4D4D-A69F-63BA7428C79C}" destId="{17A786F1-8BCB-44CD-8CBB-140A3E855BBD}" srcOrd="0" destOrd="0" parTransId="{E8D998CB-0C8A-4DF4-994E-B9519F8DEB75}" sibTransId="{21425B72-D38A-47D0-925A-D2F17E139260}"/>
    <dgm:cxn modelId="{DB40C20C-04AD-44E9-98F3-399A1762B71B}" type="presOf" srcId="{DCA587D3-92AA-4D4D-A69F-63BA7428C79C}" destId="{A30CC61D-D5EE-4FFF-B5F5-2094F007EBDB}" srcOrd="0" destOrd="0" presId="urn:microsoft.com/office/officeart/2005/8/layout/radial3"/>
    <dgm:cxn modelId="{74F50D7B-7538-4D9D-AD66-7EAF53BFF60A}" type="presOf" srcId="{7ED5ACEE-A03D-4897-AA8C-3DDC6B319195}" destId="{D6289A10-3248-4085-A2AC-1C6F1BA648E6}" srcOrd="0" destOrd="0" presId="urn:microsoft.com/office/officeart/2005/8/layout/radial3"/>
    <dgm:cxn modelId="{E86BCE0C-D490-4D7D-AFC7-A7F9692F1ED2}" srcId="{17A786F1-8BCB-44CD-8CBB-140A3E855BBD}" destId="{D150CCFB-ECB0-4F18-9133-27DE74B808FC}" srcOrd="2" destOrd="0" parTransId="{32CBC104-A761-4525-9A9C-9611E2E3ABBD}" sibTransId="{C81034E9-6AC5-427E-8601-B8B575052526}"/>
    <dgm:cxn modelId="{83B99A52-8AAE-4153-B925-F46EDBA57B6C}" type="presOf" srcId="{D150CCFB-ECB0-4F18-9133-27DE74B808FC}" destId="{AF18959E-E85F-4EFF-A9D0-1CD5725945C2}" srcOrd="0" destOrd="0" presId="urn:microsoft.com/office/officeart/2005/8/layout/radial3"/>
    <dgm:cxn modelId="{319F7D1F-2C56-4AAF-B72A-7A9B916E1C6E}" srcId="{17A786F1-8BCB-44CD-8CBB-140A3E855BBD}" destId="{8426DFAB-05F4-4315-8BE8-A9C5414ACB93}" srcOrd="5" destOrd="0" parTransId="{14A23BF4-DFA5-45FA-9576-92005855036B}" sibTransId="{D7D44B43-2777-4BEA-977B-B9BB057F3CD6}"/>
    <dgm:cxn modelId="{DB663F23-9DB3-4CAB-8E23-688621DCD968}" type="presOf" srcId="{ED8BB5AA-FB8B-43EA-92AC-4B15DD0ED846}" destId="{7FAB1239-69D0-46F3-841A-D43CE0576398}" srcOrd="0" destOrd="0" presId="urn:microsoft.com/office/officeart/2005/8/layout/radial3"/>
    <dgm:cxn modelId="{3DB460F7-1822-4B07-A1EF-DE8E1AD92510}" srcId="{17A786F1-8BCB-44CD-8CBB-140A3E855BBD}" destId="{ED8BB5AA-FB8B-43EA-92AC-4B15DD0ED846}" srcOrd="0" destOrd="0" parTransId="{DED5FDB0-E56E-4EDD-B75E-D4D56261670F}" sibTransId="{BB04A817-F34B-4116-95D6-E9601B2C19E9}"/>
    <dgm:cxn modelId="{4404152C-192E-4A9A-8A67-2583E13924D7}" srcId="{17A786F1-8BCB-44CD-8CBB-140A3E855BBD}" destId="{3210E4F3-BF39-4E3A-9458-7EB06E9A8AEB}" srcOrd="3" destOrd="0" parTransId="{741F88E9-82C4-4A24-93C1-C9FB32ECDC8E}" sibTransId="{11385EAF-FEFA-424C-A3AB-0B901D5758F9}"/>
    <dgm:cxn modelId="{1AD57A45-8F3C-4D00-8C9A-27AC88B210F7}" type="presOf" srcId="{B57CFB2F-7D9E-45E2-90FD-CE207CE4B4A3}" destId="{80092E26-09C0-4A28-9C01-3980D6E69003}" srcOrd="0" destOrd="0" presId="urn:microsoft.com/office/officeart/2005/8/layout/radial3"/>
    <dgm:cxn modelId="{36D17251-906A-418A-BD30-1FF311A923DE}" type="presOf" srcId="{E8D01A19-FA5F-4320-956B-326A58A91227}" destId="{6560F91B-D820-4D6F-A46D-ED2CD8CA34C9}" srcOrd="0" destOrd="0" presId="urn:microsoft.com/office/officeart/2005/8/layout/radial3"/>
    <dgm:cxn modelId="{E4402F4A-F8EA-49B1-B200-0366CD2D08F0}" type="presParOf" srcId="{A30CC61D-D5EE-4FFF-B5F5-2094F007EBDB}" destId="{399A6133-5A3F-49E6-A990-5A16D69212BD}" srcOrd="0" destOrd="0" presId="urn:microsoft.com/office/officeart/2005/8/layout/radial3"/>
    <dgm:cxn modelId="{D97E2A5E-FD5C-423E-8FCF-F1454DFBE2B7}" type="presParOf" srcId="{399A6133-5A3F-49E6-A990-5A16D69212BD}" destId="{9B39B683-8476-4761-8D74-F543C22160F6}" srcOrd="0" destOrd="0" presId="urn:microsoft.com/office/officeart/2005/8/layout/radial3"/>
    <dgm:cxn modelId="{6FF11DA2-64A0-45F2-AEBB-4B8CAA48DFE2}" type="presParOf" srcId="{399A6133-5A3F-49E6-A990-5A16D69212BD}" destId="{7FAB1239-69D0-46F3-841A-D43CE0576398}" srcOrd="1" destOrd="0" presId="urn:microsoft.com/office/officeart/2005/8/layout/radial3"/>
    <dgm:cxn modelId="{22496502-8CF7-499B-B612-19747A2D96F8}" type="presParOf" srcId="{399A6133-5A3F-49E6-A990-5A16D69212BD}" destId="{80092E26-09C0-4A28-9C01-3980D6E69003}" srcOrd="2" destOrd="0" presId="urn:microsoft.com/office/officeart/2005/8/layout/radial3"/>
    <dgm:cxn modelId="{9F824253-8FCC-4FA7-97AE-2DFBD0610185}" type="presParOf" srcId="{399A6133-5A3F-49E6-A990-5A16D69212BD}" destId="{AF18959E-E85F-4EFF-A9D0-1CD5725945C2}" srcOrd="3" destOrd="0" presId="urn:microsoft.com/office/officeart/2005/8/layout/radial3"/>
    <dgm:cxn modelId="{CB0D16A0-0280-44D0-A5B6-95D8A77F91F2}" type="presParOf" srcId="{399A6133-5A3F-49E6-A990-5A16D69212BD}" destId="{B3A2ED2C-B6AA-41BC-8A6A-FFFF5847E2AA}" srcOrd="4" destOrd="0" presId="urn:microsoft.com/office/officeart/2005/8/layout/radial3"/>
    <dgm:cxn modelId="{F7B9F12D-468C-44EB-9E60-D2CC6B39B98C}" type="presParOf" srcId="{399A6133-5A3F-49E6-A990-5A16D69212BD}" destId="{6560F91B-D820-4D6F-A46D-ED2CD8CA34C9}" srcOrd="5" destOrd="0" presId="urn:microsoft.com/office/officeart/2005/8/layout/radial3"/>
    <dgm:cxn modelId="{31B94279-1475-46B3-A8F3-89F73728A06A}" type="presParOf" srcId="{399A6133-5A3F-49E6-A990-5A16D69212BD}" destId="{0CCA4AC1-9639-42BE-8253-FA18E07295C4}" srcOrd="6" destOrd="0" presId="urn:microsoft.com/office/officeart/2005/8/layout/radial3"/>
    <dgm:cxn modelId="{80038A83-5D85-4E25-8DD9-C0AC80CEDC92}" type="presParOf" srcId="{399A6133-5A3F-49E6-A990-5A16D69212BD}" destId="{D6289A10-3248-4085-A2AC-1C6F1BA648E6}" srcOrd="7" destOrd="0" presId="urn:microsoft.com/office/officeart/2005/8/layout/radial3"/>
    <dgm:cxn modelId="{AB3B2987-F642-421F-B8C0-D675BEEF4D74}" type="presParOf" srcId="{399A6133-5A3F-49E6-A990-5A16D69212BD}" destId="{2A7BF843-37D2-4345-9140-4FA9704E8FD0}" srcOrd="8" destOrd="0" presId="urn:microsoft.com/office/officeart/2005/8/layout/radial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5B6D716A-6B07-4066-AB5A-F265CF99CFA9}"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IN"/>
        </a:p>
      </dgm:t>
    </dgm:pt>
    <dgm:pt modelId="{9A7D1FAE-9B05-4C63-88B5-B387428D2A05}">
      <dgm:prSet phldrT="[Text]" custT="1"/>
      <dgm:spPr/>
      <dgm:t>
        <a:bodyPr/>
        <a:lstStyle/>
        <a:p>
          <a:r>
            <a:rPr lang="en-IN" sz="4000" dirty="0"/>
            <a:t>Safe Medical Technology Development</a:t>
          </a:r>
        </a:p>
      </dgm:t>
    </dgm:pt>
    <dgm:pt modelId="{1364DF6F-DF7A-4154-A0E0-09A417581C74}" type="parTrans" cxnId="{788ED716-38A9-4014-9762-DCD2050245C5}">
      <dgm:prSet/>
      <dgm:spPr/>
      <dgm:t>
        <a:bodyPr/>
        <a:lstStyle/>
        <a:p>
          <a:endParaRPr lang="en-IN"/>
        </a:p>
      </dgm:t>
    </dgm:pt>
    <dgm:pt modelId="{B4C5B473-0D82-4809-B91F-0A0B2E4F08D4}" type="sibTrans" cxnId="{788ED716-38A9-4014-9762-DCD2050245C5}">
      <dgm:prSet/>
      <dgm:spPr/>
      <dgm:t>
        <a:bodyPr/>
        <a:lstStyle/>
        <a:p>
          <a:endParaRPr lang="en-IN"/>
        </a:p>
      </dgm:t>
    </dgm:pt>
    <dgm:pt modelId="{2B99EE99-253F-44E1-AE4C-3F07CD82C610}">
      <dgm:prSet phldrT="[Text]" custT="1"/>
      <dgm:spPr/>
      <dgm:t>
        <a:bodyPr/>
        <a:lstStyle/>
        <a:p>
          <a:pPr algn="just">
            <a:spcBef>
              <a:spcPts val="600"/>
            </a:spcBef>
            <a:spcAft>
              <a:spcPts val="1200"/>
            </a:spcAft>
          </a:pPr>
          <a:r>
            <a:rPr lang="en-US" sz="3200" dirty="0"/>
            <a:t>Electrical MT security is considered:</a:t>
          </a:r>
          <a:endParaRPr lang="en-IN" sz="3200" dirty="0"/>
        </a:p>
      </dgm:t>
    </dgm:pt>
    <dgm:pt modelId="{CD7C0744-F418-4DC7-B618-EF3006703F5B}" type="parTrans" cxnId="{AA0B7676-CF72-45FD-A091-4B814D226FDE}">
      <dgm:prSet/>
      <dgm:spPr/>
      <dgm:t>
        <a:bodyPr/>
        <a:lstStyle/>
        <a:p>
          <a:endParaRPr lang="en-IN"/>
        </a:p>
      </dgm:t>
    </dgm:pt>
    <dgm:pt modelId="{9A6ECF32-A001-4BD0-913D-A2FC22724E85}" type="sibTrans" cxnId="{AA0B7676-CF72-45FD-A091-4B814D226FDE}">
      <dgm:prSet/>
      <dgm:spPr/>
      <dgm:t>
        <a:bodyPr/>
        <a:lstStyle/>
        <a:p>
          <a:endParaRPr lang="en-IN"/>
        </a:p>
      </dgm:t>
    </dgm:pt>
    <dgm:pt modelId="{DC3D6DBC-A11A-4A1A-BEAE-0A55C06BEA60}">
      <dgm:prSet phldrT="[Text]" custT="1"/>
      <dgm:spPr/>
      <dgm:t>
        <a:bodyPr/>
        <a:lstStyle/>
        <a:p>
          <a:pPr algn="just">
            <a:spcBef>
              <a:spcPts val="600"/>
            </a:spcBef>
            <a:spcAft>
              <a:spcPts val="1200"/>
            </a:spcAft>
          </a:pPr>
          <a:r>
            <a:rPr lang="en-US" sz="2800" dirty="0"/>
            <a:t>Physiological effects of electricity</a:t>
          </a:r>
          <a:endParaRPr lang="en-IN" sz="2800" dirty="0"/>
        </a:p>
      </dgm:t>
    </dgm:pt>
    <dgm:pt modelId="{83BDAEDA-76D2-491A-B934-285F1DF9C935}" type="parTrans" cxnId="{AFB7CB81-67C4-4563-8099-584A9771DC3C}">
      <dgm:prSet/>
      <dgm:spPr/>
      <dgm:t>
        <a:bodyPr/>
        <a:lstStyle/>
        <a:p>
          <a:endParaRPr lang="en-IN"/>
        </a:p>
      </dgm:t>
    </dgm:pt>
    <dgm:pt modelId="{9A2C24A5-09A2-4021-9842-487A92E466D9}" type="sibTrans" cxnId="{AFB7CB81-67C4-4563-8099-584A9771DC3C}">
      <dgm:prSet/>
      <dgm:spPr/>
      <dgm:t>
        <a:bodyPr/>
        <a:lstStyle/>
        <a:p>
          <a:endParaRPr lang="en-IN"/>
        </a:p>
      </dgm:t>
    </dgm:pt>
    <dgm:pt modelId="{1A304AFE-7125-44AF-A86C-D1D474AB4BBC}">
      <dgm:prSet phldrT="[Text]" custT="1"/>
      <dgm:spPr/>
      <dgm:t>
        <a:bodyPr/>
        <a:lstStyle/>
        <a:p>
          <a:pPr algn="just">
            <a:spcBef>
              <a:spcPts val="600"/>
            </a:spcBef>
            <a:spcAft>
              <a:spcPts val="1200"/>
            </a:spcAft>
          </a:pPr>
          <a:r>
            <a:rPr lang="en-US" sz="2800" dirty="0"/>
            <a:t>Possibility (risk) of failures and their consequences</a:t>
          </a:r>
          <a:endParaRPr lang="en-IN" sz="2800" dirty="0"/>
        </a:p>
      </dgm:t>
    </dgm:pt>
    <dgm:pt modelId="{21A6CFE7-1015-4636-B32D-B94BC49BD7F4}" type="parTrans" cxnId="{84524525-7418-4980-A01B-BC4528F3E315}">
      <dgm:prSet/>
      <dgm:spPr/>
      <dgm:t>
        <a:bodyPr/>
        <a:lstStyle/>
        <a:p>
          <a:endParaRPr lang="en-IN"/>
        </a:p>
      </dgm:t>
    </dgm:pt>
    <dgm:pt modelId="{9D5558B4-51A6-498F-BC69-115951A48B52}" type="sibTrans" cxnId="{84524525-7418-4980-A01B-BC4528F3E315}">
      <dgm:prSet/>
      <dgm:spPr/>
      <dgm:t>
        <a:bodyPr/>
        <a:lstStyle/>
        <a:p>
          <a:endParaRPr lang="en-IN"/>
        </a:p>
      </dgm:t>
    </dgm:pt>
    <dgm:pt modelId="{0F71426C-D94E-4378-98C1-1175964E33C7}">
      <dgm:prSet phldrT="[Text]" custT="1"/>
      <dgm:spPr/>
      <dgm:t>
        <a:bodyPr/>
        <a:lstStyle/>
        <a:p>
          <a:pPr algn="just">
            <a:spcBef>
              <a:spcPts val="600"/>
            </a:spcBef>
            <a:spcAft>
              <a:spcPts val="1200"/>
            </a:spcAft>
          </a:pPr>
          <a:r>
            <a:rPr lang="en-US" sz="2800" dirty="0"/>
            <a:t>Methods of patients and staff protection</a:t>
          </a:r>
          <a:endParaRPr lang="en-IN" sz="2800" dirty="0"/>
        </a:p>
      </dgm:t>
    </dgm:pt>
    <dgm:pt modelId="{A16DAE0E-A42E-4F99-8241-B17DFDF55C76}" type="parTrans" cxnId="{D6B4F32A-10A7-4F35-9EDE-05438885E9EC}">
      <dgm:prSet/>
      <dgm:spPr/>
      <dgm:t>
        <a:bodyPr/>
        <a:lstStyle/>
        <a:p>
          <a:endParaRPr lang="en-IN"/>
        </a:p>
      </dgm:t>
    </dgm:pt>
    <dgm:pt modelId="{269C587C-2218-45C6-97A8-21274B94AEAB}" type="sibTrans" cxnId="{D6B4F32A-10A7-4F35-9EDE-05438885E9EC}">
      <dgm:prSet/>
      <dgm:spPr/>
      <dgm:t>
        <a:bodyPr/>
        <a:lstStyle/>
        <a:p>
          <a:endParaRPr lang="en-IN"/>
        </a:p>
      </dgm:t>
    </dgm:pt>
    <dgm:pt modelId="{2AC7741E-030D-4EAA-97A6-A207EB2C7CD3}">
      <dgm:prSet phldrT="[Text]" custT="1"/>
      <dgm:spPr/>
      <dgm:t>
        <a:bodyPr/>
        <a:lstStyle/>
        <a:p>
          <a:pPr algn="just">
            <a:spcBef>
              <a:spcPts val="600"/>
            </a:spcBef>
            <a:spcAft>
              <a:spcPts val="1200"/>
            </a:spcAft>
          </a:pPr>
          <a:r>
            <a:rPr lang="en-US" sz="2800" dirty="0"/>
            <a:t>Standards describing electrical safety</a:t>
          </a:r>
          <a:endParaRPr lang="en-IN" sz="2800" dirty="0"/>
        </a:p>
      </dgm:t>
    </dgm:pt>
    <dgm:pt modelId="{0D14B875-CF39-4C9A-8E7D-2297F4E9B231}" type="parTrans" cxnId="{82F9E62F-BE65-457C-B2C9-DAE47F321C6F}">
      <dgm:prSet/>
      <dgm:spPr/>
      <dgm:t>
        <a:bodyPr/>
        <a:lstStyle/>
        <a:p>
          <a:endParaRPr lang="en-IN"/>
        </a:p>
      </dgm:t>
    </dgm:pt>
    <dgm:pt modelId="{DA8DD9F9-0ECA-4951-9278-4B5B2F27F643}" type="sibTrans" cxnId="{82F9E62F-BE65-457C-B2C9-DAE47F321C6F}">
      <dgm:prSet/>
      <dgm:spPr/>
      <dgm:t>
        <a:bodyPr/>
        <a:lstStyle/>
        <a:p>
          <a:endParaRPr lang="en-IN"/>
        </a:p>
      </dgm:t>
    </dgm:pt>
    <dgm:pt modelId="{6C76CAE6-DB41-46AB-A37E-F49ED83AA097}">
      <dgm:prSet phldrT="[Text]" custT="1"/>
      <dgm:spPr/>
      <dgm:t>
        <a:bodyPr/>
        <a:lstStyle/>
        <a:p>
          <a:pPr algn="just">
            <a:spcBef>
              <a:spcPts val="600"/>
            </a:spcBef>
            <a:spcAft>
              <a:spcPts val="1200"/>
            </a:spcAft>
          </a:pPr>
          <a:r>
            <a:rPr lang="en-US" sz="2800" dirty="0"/>
            <a:t>Electrical safety testing modes</a:t>
          </a:r>
          <a:endParaRPr lang="en-IN" sz="2800" dirty="0"/>
        </a:p>
      </dgm:t>
    </dgm:pt>
    <dgm:pt modelId="{49EA283B-3E22-4923-9E3C-C672FB1715E0}" type="parTrans" cxnId="{3B4F101B-745B-4E79-A0A0-DB15CF1F8387}">
      <dgm:prSet/>
      <dgm:spPr/>
      <dgm:t>
        <a:bodyPr/>
        <a:lstStyle/>
        <a:p>
          <a:endParaRPr lang="en-IN"/>
        </a:p>
      </dgm:t>
    </dgm:pt>
    <dgm:pt modelId="{C21FCCDC-A19E-4CC8-BD6E-7F96B9721D1D}" type="sibTrans" cxnId="{3B4F101B-745B-4E79-A0A0-DB15CF1F8387}">
      <dgm:prSet/>
      <dgm:spPr/>
      <dgm:t>
        <a:bodyPr/>
        <a:lstStyle/>
        <a:p>
          <a:endParaRPr lang="en-IN"/>
        </a:p>
      </dgm:t>
    </dgm:pt>
    <dgm:pt modelId="{4C8C5931-5194-4400-9091-D49D7557AD12}">
      <dgm:prSet phldrT="[Text]" custT="1"/>
      <dgm:spPr/>
      <dgm:t>
        <a:bodyPr/>
        <a:lstStyle/>
        <a:p>
          <a:pPr algn="just">
            <a:spcBef>
              <a:spcPts val="600"/>
            </a:spcBef>
            <a:spcAft>
              <a:spcPts val="1200"/>
            </a:spcAft>
          </a:pPr>
          <a:r>
            <a:rPr lang="en-US" sz="3200" dirty="0"/>
            <a:t>Understanding the possible dangers and risks</a:t>
          </a:r>
          <a:endParaRPr lang="en-IN" sz="3200" dirty="0"/>
        </a:p>
      </dgm:t>
    </dgm:pt>
    <dgm:pt modelId="{1DF3C286-927B-4911-A2CE-88E257972DB8}" type="parTrans" cxnId="{966F9D16-9EFF-4076-9795-D706DA50F40D}">
      <dgm:prSet/>
      <dgm:spPr/>
      <dgm:t>
        <a:bodyPr/>
        <a:lstStyle/>
        <a:p>
          <a:endParaRPr lang="en-IN"/>
        </a:p>
      </dgm:t>
    </dgm:pt>
    <dgm:pt modelId="{54AF70B9-1AD0-4612-B093-1F2FC872C62F}" type="sibTrans" cxnId="{966F9D16-9EFF-4076-9795-D706DA50F40D}">
      <dgm:prSet/>
      <dgm:spPr/>
      <dgm:t>
        <a:bodyPr/>
        <a:lstStyle/>
        <a:p>
          <a:endParaRPr lang="en-IN"/>
        </a:p>
      </dgm:t>
    </dgm:pt>
    <dgm:pt modelId="{4DD66A96-716D-4DB6-9399-A38C47496105}">
      <dgm:prSet phldrT="[Text]" custT="1"/>
      <dgm:spPr/>
      <dgm:t>
        <a:bodyPr/>
        <a:lstStyle/>
        <a:p>
          <a:pPr algn="just">
            <a:spcBef>
              <a:spcPts val="600"/>
            </a:spcBef>
            <a:spcAft>
              <a:spcPts val="1200"/>
            </a:spcAft>
          </a:pPr>
          <a:r>
            <a:rPr lang="en-US" sz="3200" dirty="0"/>
            <a:t>Implementation in achieving security</a:t>
          </a:r>
          <a:endParaRPr lang="en-IN" sz="3200" dirty="0"/>
        </a:p>
      </dgm:t>
    </dgm:pt>
    <dgm:pt modelId="{A9C79BB6-BBDE-46E5-9CFF-927A8E3BB4A8}" type="parTrans" cxnId="{FA9C4C51-6F77-432D-9B2B-C85AD18DFBD8}">
      <dgm:prSet/>
      <dgm:spPr/>
      <dgm:t>
        <a:bodyPr/>
        <a:lstStyle/>
        <a:p>
          <a:endParaRPr lang="en-IN"/>
        </a:p>
      </dgm:t>
    </dgm:pt>
    <dgm:pt modelId="{74DD8997-839A-427C-A9B3-72EE365A9A11}" type="sibTrans" cxnId="{FA9C4C51-6F77-432D-9B2B-C85AD18DFBD8}">
      <dgm:prSet/>
      <dgm:spPr/>
      <dgm:t>
        <a:bodyPr/>
        <a:lstStyle/>
        <a:p>
          <a:endParaRPr lang="en-IN"/>
        </a:p>
      </dgm:t>
    </dgm:pt>
    <dgm:pt modelId="{DAC59957-83BE-44A9-AC4F-BF96C51EC0F8}" type="pres">
      <dgm:prSet presAssocID="{5B6D716A-6B07-4066-AB5A-F265CF99CFA9}" presName="linear" presStyleCnt="0">
        <dgm:presLayoutVars>
          <dgm:animLvl val="lvl"/>
          <dgm:resizeHandles val="exact"/>
        </dgm:presLayoutVars>
      </dgm:prSet>
      <dgm:spPr/>
      <dgm:t>
        <a:bodyPr/>
        <a:lstStyle/>
        <a:p>
          <a:endParaRPr lang="en-IN"/>
        </a:p>
      </dgm:t>
    </dgm:pt>
    <dgm:pt modelId="{0365D332-4E90-4230-A450-A29F0EC78515}" type="pres">
      <dgm:prSet presAssocID="{9A7D1FAE-9B05-4C63-88B5-B387428D2A05}" presName="parentText" presStyleLbl="node1" presStyleIdx="0" presStyleCnt="1" custLinFactNeighborY="-5454">
        <dgm:presLayoutVars>
          <dgm:chMax val="0"/>
          <dgm:bulletEnabled val="1"/>
        </dgm:presLayoutVars>
      </dgm:prSet>
      <dgm:spPr/>
      <dgm:t>
        <a:bodyPr/>
        <a:lstStyle/>
        <a:p>
          <a:endParaRPr lang="en-IN"/>
        </a:p>
      </dgm:t>
    </dgm:pt>
    <dgm:pt modelId="{A4B28F15-42B2-4D69-887A-529CFE404C5F}" type="pres">
      <dgm:prSet presAssocID="{9A7D1FAE-9B05-4C63-88B5-B387428D2A05}" presName="childText" presStyleLbl="revTx" presStyleIdx="0" presStyleCnt="1">
        <dgm:presLayoutVars>
          <dgm:bulletEnabled val="1"/>
        </dgm:presLayoutVars>
      </dgm:prSet>
      <dgm:spPr/>
      <dgm:t>
        <a:bodyPr/>
        <a:lstStyle/>
        <a:p>
          <a:endParaRPr lang="en-IN"/>
        </a:p>
      </dgm:t>
    </dgm:pt>
  </dgm:ptLst>
  <dgm:cxnLst>
    <dgm:cxn modelId="{DD7C21DC-98CB-4B75-A049-D475814E4A18}" type="presOf" srcId="{0F71426C-D94E-4378-98C1-1175964E33C7}" destId="{A4B28F15-42B2-4D69-887A-529CFE404C5F}" srcOrd="0" destOrd="3" presId="urn:microsoft.com/office/officeart/2005/8/layout/vList2"/>
    <dgm:cxn modelId="{AFB7CB81-67C4-4563-8099-584A9771DC3C}" srcId="{2B99EE99-253F-44E1-AE4C-3F07CD82C610}" destId="{DC3D6DBC-A11A-4A1A-BEAE-0A55C06BEA60}" srcOrd="0" destOrd="0" parTransId="{83BDAEDA-76D2-491A-B934-285F1DF9C935}" sibTransId="{9A2C24A5-09A2-4021-9842-487A92E466D9}"/>
    <dgm:cxn modelId="{C1627871-06C6-40BC-917D-8DA894E4FCA0}" type="presOf" srcId="{DC3D6DBC-A11A-4A1A-BEAE-0A55C06BEA60}" destId="{A4B28F15-42B2-4D69-887A-529CFE404C5F}" srcOrd="0" destOrd="1" presId="urn:microsoft.com/office/officeart/2005/8/layout/vList2"/>
    <dgm:cxn modelId="{3B4F101B-745B-4E79-A0A0-DB15CF1F8387}" srcId="{2B99EE99-253F-44E1-AE4C-3F07CD82C610}" destId="{6C76CAE6-DB41-46AB-A37E-F49ED83AA097}" srcOrd="4" destOrd="0" parTransId="{49EA283B-3E22-4923-9E3C-C672FB1715E0}" sibTransId="{C21FCCDC-A19E-4CC8-BD6E-7F96B9721D1D}"/>
    <dgm:cxn modelId="{84AB4357-94F4-4C48-BA44-3A1BFD31D413}" type="presOf" srcId="{9A7D1FAE-9B05-4C63-88B5-B387428D2A05}" destId="{0365D332-4E90-4230-A450-A29F0EC78515}" srcOrd="0" destOrd="0" presId="urn:microsoft.com/office/officeart/2005/8/layout/vList2"/>
    <dgm:cxn modelId="{FA9C4C51-6F77-432D-9B2B-C85AD18DFBD8}" srcId="{9A7D1FAE-9B05-4C63-88B5-B387428D2A05}" destId="{4DD66A96-716D-4DB6-9399-A38C47496105}" srcOrd="2" destOrd="0" parTransId="{A9C79BB6-BBDE-46E5-9CFF-927A8E3BB4A8}" sibTransId="{74DD8997-839A-427C-A9B3-72EE365A9A11}"/>
    <dgm:cxn modelId="{82F9E62F-BE65-457C-B2C9-DAE47F321C6F}" srcId="{2B99EE99-253F-44E1-AE4C-3F07CD82C610}" destId="{2AC7741E-030D-4EAA-97A6-A207EB2C7CD3}" srcOrd="3" destOrd="0" parTransId="{0D14B875-CF39-4C9A-8E7D-2297F4E9B231}" sibTransId="{DA8DD9F9-0ECA-4951-9278-4B5B2F27F643}"/>
    <dgm:cxn modelId="{4B2A2404-2797-4F96-81BE-6AC553D875BF}" type="presOf" srcId="{2B99EE99-253F-44E1-AE4C-3F07CD82C610}" destId="{A4B28F15-42B2-4D69-887A-529CFE404C5F}" srcOrd="0" destOrd="0" presId="urn:microsoft.com/office/officeart/2005/8/layout/vList2"/>
    <dgm:cxn modelId="{788ED716-38A9-4014-9762-DCD2050245C5}" srcId="{5B6D716A-6B07-4066-AB5A-F265CF99CFA9}" destId="{9A7D1FAE-9B05-4C63-88B5-B387428D2A05}" srcOrd="0" destOrd="0" parTransId="{1364DF6F-DF7A-4154-A0E0-09A417581C74}" sibTransId="{B4C5B473-0D82-4809-B91F-0A0B2E4F08D4}"/>
    <dgm:cxn modelId="{D6B4F32A-10A7-4F35-9EDE-05438885E9EC}" srcId="{2B99EE99-253F-44E1-AE4C-3F07CD82C610}" destId="{0F71426C-D94E-4378-98C1-1175964E33C7}" srcOrd="2" destOrd="0" parTransId="{A16DAE0E-A42E-4F99-8241-B17DFDF55C76}" sibTransId="{269C587C-2218-45C6-97A8-21274B94AEAB}"/>
    <dgm:cxn modelId="{6438E26D-1AF3-45AC-ADC3-0FFEB0AB271C}" type="presOf" srcId="{2AC7741E-030D-4EAA-97A6-A207EB2C7CD3}" destId="{A4B28F15-42B2-4D69-887A-529CFE404C5F}" srcOrd="0" destOrd="4" presId="urn:microsoft.com/office/officeart/2005/8/layout/vList2"/>
    <dgm:cxn modelId="{5F512ACB-BB8F-4882-AE8E-0C9F416ABA74}" type="presOf" srcId="{1A304AFE-7125-44AF-A86C-D1D474AB4BBC}" destId="{A4B28F15-42B2-4D69-887A-529CFE404C5F}" srcOrd="0" destOrd="2" presId="urn:microsoft.com/office/officeart/2005/8/layout/vList2"/>
    <dgm:cxn modelId="{966F9D16-9EFF-4076-9795-D706DA50F40D}" srcId="{9A7D1FAE-9B05-4C63-88B5-B387428D2A05}" destId="{4C8C5931-5194-4400-9091-D49D7557AD12}" srcOrd="1" destOrd="0" parTransId="{1DF3C286-927B-4911-A2CE-88E257972DB8}" sibTransId="{54AF70B9-1AD0-4612-B093-1F2FC872C62F}"/>
    <dgm:cxn modelId="{AA0B7676-CF72-45FD-A091-4B814D226FDE}" srcId="{9A7D1FAE-9B05-4C63-88B5-B387428D2A05}" destId="{2B99EE99-253F-44E1-AE4C-3F07CD82C610}" srcOrd="0" destOrd="0" parTransId="{CD7C0744-F418-4DC7-B618-EF3006703F5B}" sibTransId="{9A6ECF32-A001-4BD0-913D-A2FC22724E85}"/>
    <dgm:cxn modelId="{84524525-7418-4980-A01B-BC4528F3E315}" srcId="{2B99EE99-253F-44E1-AE4C-3F07CD82C610}" destId="{1A304AFE-7125-44AF-A86C-D1D474AB4BBC}" srcOrd="1" destOrd="0" parTransId="{21A6CFE7-1015-4636-B32D-B94BC49BD7F4}" sibTransId="{9D5558B4-51A6-498F-BC69-115951A48B52}"/>
    <dgm:cxn modelId="{D4DDC9D5-0886-44CA-8F40-C33E02816849}" type="presOf" srcId="{4DD66A96-716D-4DB6-9399-A38C47496105}" destId="{A4B28F15-42B2-4D69-887A-529CFE404C5F}" srcOrd="0" destOrd="7" presId="urn:microsoft.com/office/officeart/2005/8/layout/vList2"/>
    <dgm:cxn modelId="{6EE14697-42A8-4CE1-BA09-F02BDC1B8B4C}" type="presOf" srcId="{4C8C5931-5194-4400-9091-D49D7557AD12}" destId="{A4B28F15-42B2-4D69-887A-529CFE404C5F}" srcOrd="0" destOrd="6" presId="urn:microsoft.com/office/officeart/2005/8/layout/vList2"/>
    <dgm:cxn modelId="{7DBA57FC-8CAC-4CEF-A2AC-DD0BB059E9C6}" type="presOf" srcId="{6C76CAE6-DB41-46AB-A37E-F49ED83AA097}" destId="{A4B28F15-42B2-4D69-887A-529CFE404C5F}" srcOrd="0" destOrd="5" presId="urn:microsoft.com/office/officeart/2005/8/layout/vList2"/>
    <dgm:cxn modelId="{E5A6EA01-653C-4416-8ED4-ACCADB7222AF}" type="presOf" srcId="{5B6D716A-6B07-4066-AB5A-F265CF99CFA9}" destId="{DAC59957-83BE-44A9-AC4F-BF96C51EC0F8}" srcOrd="0" destOrd="0" presId="urn:microsoft.com/office/officeart/2005/8/layout/vList2"/>
    <dgm:cxn modelId="{4FEB0E51-427E-4AF3-9C26-43391C50EAFF}" type="presParOf" srcId="{DAC59957-83BE-44A9-AC4F-BF96C51EC0F8}" destId="{0365D332-4E90-4230-A450-A29F0EC78515}" srcOrd="0" destOrd="0" presId="urn:microsoft.com/office/officeart/2005/8/layout/vList2"/>
    <dgm:cxn modelId="{AE987E2F-89D8-42F6-BEAE-E30D4326C6B7}" type="presParOf" srcId="{DAC59957-83BE-44A9-AC4F-BF96C51EC0F8}" destId="{A4B28F15-42B2-4D69-887A-529CFE404C5F}"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7DB62D96-4856-4C1D-8702-EE88186AD32C}"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DDDC9558-5C3F-4631-B853-07A923E6777F}">
      <dgm:prSet phldrT="[Text]"/>
      <dgm:spPr/>
      <dgm:t>
        <a:bodyPr/>
        <a:lstStyle/>
        <a:p>
          <a:pPr algn="just"/>
          <a:r>
            <a:rPr lang="en-GB" altLang="en-US" u="sng" dirty="0">
              <a:solidFill>
                <a:schemeClr val="tx1"/>
              </a:solidFill>
              <a:latin typeface="+mn-lt"/>
              <a:ea typeface="Montserrat" charset="0"/>
              <a:cs typeface="Montserrat" charset="0"/>
            </a:rPr>
            <a:t>Electrical Current:</a:t>
          </a:r>
          <a:endParaRPr lang="en-IN" dirty="0">
            <a:solidFill>
              <a:schemeClr val="tx1"/>
            </a:solidFill>
            <a:latin typeface="+mn-lt"/>
          </a:endParaRPr>
        </a:p>
      </dgm:t>
    </dgm:pt>
    <dgm:pt modelId="{774C81D0-0076-4987-B22C-BBB7CCCF9760}" type="parTrans" cxnId="{4A39FCD3-E65F-4B55-8D16-DBAD895EE213}">
      <dgm:prSet/>
      <dgm:spPr/>
      <dgm:t>
        <a:bodyPr/>
        <a:lstStyle/>
        <a:p>
          <a:pPr algn="just"/>
          <a:endParaRPr lang="en-IN">
            <a:solidFill>
              <a:schemeClr val="tx1"/>
            </a:solidFill>
            <a:latin typeface="+mn-lt"/>
          </a:endParaRPr>
        </a:p>
      </dgm:t>
    </dgm:pt>
    <dgm:pt modelId="{4BB1E2FE-2E7D-493C-8837-11F6019AF283}" type="sibTrans" cxnId="{4A39FCD3-E65F-4B55-8D16-DBAD895EE213}">
      <dgm:prSet/>
      <dgm:spPr/>
      <dgm:t>
        <a:bodyPr/>
        <a:lstStyle/>
        <a:p>
          <a:pPr algn="just"/>
          <a:endParaRPr lang="en-IN">
            <a:solidFill>
              <a:schemeClr val="tx1"/>
            </a:solidFill>
            <a:latin typeface="+mn-lt"/>
          </a:endParaRPr>
        </a:p>
      </dgm:t>
    </dgm:pt>
    <dgm:pt modelId="{399651A9-3808-49EC-A0B6-AD0463665ED0}">
      <dgm:prSet/>
      <dgm:spPr/>
      <dgm:t>
        <a:bodyPr/>
        <a:lstStyle/>
        <a:p>
          <a:pPr algn="ctr"/>
          <a:r>
            <a:rPr lang="en-GB" b="1" dirty="0">
              <a:solidFill>
                <a:schemeClr val="bg1"/>
              </a:solidFill>
              <a:latin typeface="+mn-lt"/>
              <a:ea typeface="Montserrat" charset="0"/>
              <a:cs typeface="Montserrat" charset="0"/>
            </a:rPr>
            <a:t>Electrical Current</a:t>
          </a:r>
          <a:endParaRPr lang="en-GB" altLang="en-US" dirty="0">
            <a:solidFill>
              <a:schemeClr val="tx1"/>
            </a:solidFill>
            <a:latin typeface="+mn-lt"/>
            <a:ea typeface="Montserrat" charset="0"/>
            <a:cs typeface="Montserrat" charset="0"/>
          </a:endParaRPr>
        </a:p>
      </dgm:t>
    </dgm:pt>
    <dgm:pt modelId="{A7F8911F-7463-4818-B4C1-3528815D1DF1}" type="parTrans" cxnId="{BB82F2EA-33BD-4E24-A8A9-EED97AC3B6BA}">
      <dgm:prSet/>
      <dgm:spPr/>
      <dgm:t>
        <a:bodyPr/>
        <a:lstStyle/>
        <a:p>
          <a:pPr algn="just"/>
          <a:endParaRPr lang="en-IN">
            <a:solidFill>
              <a:schemeClr val="tx1"/>
            </a:solidFill>
            <a:latin typeface="+mn-lt"/>
          </a:endParaRPr>
        </a:p>
      </dgm:t>
    </dgm:pt>
    <dgm:pt modelId="{4020957D-E69F-4644-813D-904632E9C41E}" type="sibTrans" cxnId="{BB82F2EA-33BD-4E24-A8A9-EED97AC3B6BA}">
      <dgm:prSet/>
      <dgm:spPr/>
      <dgm:t>
        <a:bodyPr/>
        <a:lstStyle/>
        <a:p>
          <a:pPr algn="just"/>
          <a:endParaRPr lang="en-IN">
            <a:solidFill>
              <a:schemeClr val="tx1"/>
            </a:solidFill>
            <a:latin typeface="+mn-lt"/>
          </a:endParaRPr>
        </a:p>
      </dgm:t>
    </dgm:pt>
    <dgm:pt modelId="{F22A342C-DEAF-41E5-9DB9-5D2D8B9F0BF8}">
      <dgm:prSet/>
      <dgm:spPr/>
      <dgm:t>
        <a:bodyPr/>
        <a:lstStyle/>
        <a:p>
          <a:pPr algn="just"/>
          <a:r>
            <a:rPr lang="en-GB" altLang="en-US" dirty="0">
              <a:solidFill>
                <a:schemeClr val="tx1"/>
              </a:solidFill>
              <a:latin typeface="+mn-lt"/>
              <a:ea typeface="Montserrat" charset="0"/>
              <a:cs typeface="Montserrat" charset="0"/>
            </a:rPr>
            <a:t>Requires a closed circuit</a:t>
          </a:r>
        </a:p>
      </dgm:t>
    </dgm:pt>
    <dgm:pt modelId="{35DE7EA7-CCB5-4103-926D-08F56DE1DCBE}" type="parTrans" cxnId="{62400086-ECC9-4729-9A5E-3BF92E15F26D}">
      <dgm:prSet/>
      <dgm:spPr/>
      <dgm:t>
        <a:bodyPr/>
        <a:lstStyle/>
        <a:p>
          <a:pPr algn="just"/>
          <a:endParaRPr lang="en-IN">
            <a:solidFill>
              <a:schemeClr val="tx1"/>
            </a:solidFill>
            <a:latin typeface="+mn-lt"/>
          </a:endParaRPr>
        </a:p>
      </dgm:t>
    </dgm:pt>
    <dgm:pt modelId="{C8AD6E3B-027C-42C7-A6D4-BE1C196C717B}" type="sibTrans" cxnId="{62400086-ECC9-4729-9A5E-3BF92E15F26D}">
      <dgm:prSet/>
      <dgm:spPr/>
      <dgm:t>
        <a:bodyPr/>
        <a:lstStyle/>
        <a:p>
          <a:pPr algn="just"/>
          <a:endParaRPr lang="en-IN">
            <a:solidFill>
              <a:schemeClr val="tx1"/>
            </a:solidFill>
            <a:latin typeface="+mn-lt"/>
          </a:endParaRPr>
        </a:p>
      </dgm:t>
    </dgm:pt>
    <dgm:pt modelId="{16A51284-D64C-4295-9380-EFBB18ADD49D}">
      <dgm:prSet/>
      <dgm:spPr/>
      <dgm:t>
        <a:bodyPr/>
        <a:lstStyle/>
        <a:p>
          <a:pPr algn="just"/>
          <a:r>
            <a:rPr lang="en-GB" altLang="en-US">
              <a:solidFill>
                <a:schemeClr val="tx1"/>
              </a:solidFill>
              <a:latin typeface="+mn-lt"/>
              <a:ea typeface="Montserrat" charset="0"/>
              <a:cs typeface="Montserrat" charset="0"/>
            </a:rPr>
            <a:t>Follows the path of least resistance (much like water)</a:t>
          </a:r>
          <a:endParaRPr lang="en-GB" altLang="en-US" dirty="0">
            <a:solidFill>
              <a:schemeClr val="tx1"/>
            </a:solidFill>
            <a:latin typeface="+mn-lt"/>
            <a:ea typeface="Montserrat" charset="0"/>
            <a:cs typeface="Montserrat" charset="0"/>
          </a:endParaRPr>
        </a:p>
      </dgm:t>
    </dgm:pt>
    <dgm:pt modelId="{F9BD786A-F73D-4E83-B540-BB08C7155E03}" type="parTrans" cxnId="{4DEC8427-4207-4687-B0A0-0C89F38C928C}">
      <dgm:prSet/>
      <dgm:spPr/>
      <dgm:t>
        <a:bodyPr/>
        <a:lstStyle/>
        <a:p>
          <a:pPr algn="just"/>
          <a:endParaRPr lang="en-IN">
            <a:solidFill>
              <a:schemeClr val="tx1"/>
            </a:solidFill>
            <a:latin typeface="+mn-lt"/>
          </a:endParaRPr>
        </a:p>
      </dgm:t>
    </dgm:pt>
    <dgm:pt modelId="{394ACEF2-7741-4AD7-9EB8-BCAAB52BCBDB}" type="sibTrans" cxnId="{4DEC8427-4207-4687-B0A0-0C89F38C928C}">
      <dgm:prSet/>
      <dgm:spPr/>
      <dgm:t>
        <a:bodyPr/>
        <a:lstStyle/>
        <a:p>
          <a:pPr algn="just"/>
          <a:endParaRPr lang="en-IN">
            <a:solidFill>
              <a:schemeClr val="tx1"/>
            </a:solidFill>
            <a:latin typeface="+mn-lt"/>
          </a:endParaRPr>
        </a:p>
      </dgm:t>
    </dgm:pt>
    <dgm:pt modelId="{A234918A-2C1B-4256-9A9C-E11F27E8FF1B}">
      <dgm:prSet/>
      <dgm:spPr/>
      <dgm:t>
        <a:bodyPr/>
        <a:lstStyle/>
        <a:p>
          <a:pPr algn="just"/>
          <a:r>
            <a:rPr lang="en-GB" altLang="en-US">
              <a:solidFill>
                <a:schemeClr val="tx1"/>
              </a:solidFill>
              <a:latin typeface="+mn-lt"/>
              <a:ea typeface="Montserrat" charset="0"/>
              <a:cs typeface="Montserrat" charset="0"/>
            </a:rPr>
            <a:t>Electrical (functional) currents form an integral part during monitoring, treatment and diagnosis of patients</a:t>
          </a:r>
          <a:endParaRPr lang="en-GB" altLang="en-US" dirty="0">
            <a:solidFill>
              <a:schemeClr val="tx1"/>
            </a:solidFill>
            <a:latin typeface="+mn-lt"/>
            <a:ea typeface="Montserrat" charset="0"/>
            <a:cs typeface="Montserrat" charset="0"/>
          </a:endParaRPr>
        </a:p>
      </dgm:t>
    </dgm:pt>
    <dgm:pt modelId="{A4FFD34F-D083-4D1C-BB55-F5753B20D7C1}" type="parTrans" cxnId="{92263548-8FE3-4EC4-82E4-D5D7380ADF58}">
      <dgm:prSet/>
      <dgm:spPr/>
      <dgm:t>
        <a:bodyPr/>
        <a:lstStyle/>
        <a:p>
          <a:pPr algn="just"/>
          <a:endParaRPr lang="en-IN">
            <a:solidFill>
              <a:schemeClr val="tx1"/>
            </a:solidFill>
            <a:latin typeface="+mn-lt"/>
          </a:endParaRPr>
        </a:p>
      </dgm:t>
    </dgm:pt>
    <dgm:pt modelId="{86F82188-261B-49B3-B050-A902F1EF959E}" type="sibTrans" cxnId="{92263548-8FE3-4EC4-82E4-D5D7380ADF58}">
      <dgm:prSet/>
      <dgm:spPr/>
      <dgm:t>
        <a:bodyPr/>
        <a:lstStyle/>
        <a:p>
          <a:pPr algn="just"/>
          <a:endParaRPr lang="en-IN">
            <a:solidFill>
              <a:schemeClr val="tx1"/>
            </a:solidFill>
            <a:latin typeface="+mn-lt"/>
          </a:endParaRPr>
        </a:p>
      </dgm:t>
    </dgm:pt>
    <dgm:pt modelId="{76F66FB2-AAB5-41F0-9094-0A78395CB18C}">
      <dgm:prSet/>
      <dgm:spPr/>
      <dgm:t>
        <a:bodyPr/>
        <a:lstStyle/>
        <a:p>
          <a:pPr algn="just"/>
          <a:r>
            <a:rPr lang="en-GB" altLang="en-US">
              <a:solidFill>
                <a:schemeClr val="tx1"/>
              </a:solidFill>
              <a:latin typeface="+mn-lt"/>
              <a:ea typeface="Montserrat" charset="0"/>
              <a:cs typeface="Montserrat" charset="0"/>
            </a:rPr>
            <a:t>But can cause </a:t>
          </a:r>
          <a:r>
            <a:rPr lang="en-GB" altLang="en-US" u="sng">
              <a:solidFill>
                <a:schemeClr val="tx1"/>
              </a:solidFill>
              <a:latin typeface="+mn-lt"/>
              <a:ea typeface="Montserrat" charset="0"/>
              <a:cs typeface="Montserrat" charset="0"/>
            </a:rPr>
            <a:t>injury</a:t>
          </a:r>
          <a:r>
            <a:rPr lang="en-GB" altLang="en-US">
              <a:solidFill>
                <a:schemeClr val="tx1"/>
              </a:solidFill>
              <a:latin typeface="+mn-lt"/>
              <a:ea typeface="Montserrat" charset="0"/>
              <a:cs typeface="Montserrat" charset="0"/>
            </a:rPr>
            <a:t> or even result in </a:t>
          </a:r>
          <a:r>
            <a:rPr lang="en-GB" altLang="en-US" u="sng">
              <a:solidFill>
                <a:schemeClr val="tx1"/>
              </a:solidFill>
              <a:latin typeface="+mn-lt"/>
              <a:ea typeface="Montserrat" charset="0"/>
              <a:cs typeface="Montserrat" charset="0"/>
            </a:rPr>
            <a:t>death</a:t>
          </a:r>
          <a:r>
            <a:rPr lang="en-GB" altLang="en-US">
              <a:solidFill>
                <a:schemeClr val="tx1"/>
              </a:solidFill>
              <a:latin typeface="+mn-lt"/>
              <a:ea typeface="Montserrat" charset="0"/>
              <a:cs typeface="Montserrat" charset="0"/>
            </a:rPr>
            <a:t> as a result of muscle stimulation, tissue burns or trigger other events (e.g., ignition of pure oxygen)</a:t>
          </a:r>
          <a:endParaRPr lang="en-GB" altLang="en-US" u="sng" dirty="0">
            <a:solidFill>
              <a:schemeClr val="tx1"/>
            </a:solidFill>
            <a:latin typeface="+mn-lt"/>
            <a:ea typeface="Montserrat" charset="0"/>
            <a:cs typeface="Montserrat" charset="0"/>
          </a:endParaRPr>
        </a:p>
      </dgm:t>
    </dgm:pt>
    <dgm:pt modelId="{2CDDDA1E-AFB0-4E48-AC9A-25DD8A4A5465}" type="parTrans" cxnId="{D364B7B0-F0DF-4924-82AE-85777E468DB4}">
      <dgm:prSet/>
      <dgm:spPr/>
      <dgm:t>
        <a:bodyPr/>
        <a:lstStyle/>
        <a:p>
          <a:pPr algn="just"/>
          <a:endParaRPr lang="en-IN">
            <a:solidFill>
              <a:schemeClr val="tx1"/>
            </a:solidFill>
            <a:latin typeface="+mn-lt"/>
          </a:endParaRPr>
        </a:p>
      </dgm:t>
    </dgm:pt>
    <dgm:pt modelId="{2914FD74-69F7-4C98-9D0F-3C378B34F59F}" type="sibTrans" cxnId="{D364B7B0-F0DF-4924-82AE-85777E468DB4}">
      <dgm:prSet/>
      <dgm:spPr/>
      <dgm:t>
        <a:bodyPr/>
        <a:lstStyle/>
        <a:p>
          <a:pPr algn="just"/>
          <a:endParaRPr lang="en-IN">
            <a:solidFill>
              <a:schemeClr val="tx1"/>
            </a:solidFill>
            <a:latin typeface="+mn-lt"/>
          </a:endParaRPr>
        </a:p>
      </dgm:t>
    </dgm:pt>
    <dgm:pt modelId="{F0682583-80FE-4942-9CA6-78E68D889012}">
      <dgm:prSet/>
      <dgm:spPr/>
      <dgm:t>
        <a:bodyPr/>
        <a:lstStyle/>
        <a:p>
          <a:pPr algn="just"/>
          <a:r>
            <a:rPr lang="en-GB" altLang="en-US">
              <a:solidFill>
                <a:schemeClr val="tx1"/>
              </a:solidFill>
              <a:latin typeface="+mn-lt"/>
              <a:ea typeface="Montserrat" charset="0"/>
              <a:cs typeface="Montserrat" charset="0"/>
            </a:rPr>
            <a:t>Risk of (non-functional) electrical leakage is relatively small but always present.</a:t>
          </a:r>
          <a:endParaRPr lang="en-GB" altLang="en-US" dirty="0">
            <a:solidFill>
              <a:schemeClr val="tx1"/>
            </a:solidFill>
            <a:latin typeface="+mn-lt"/>
            <a:ea typeface="Montserrat" charset="0"/>
            <a:cs typeface="Montserrat" charset="0"/>
          </a:endParaRPr>
        </a:p>
      </dgm:t>
    </dgm:pt>
    <dgm:pt modelId="{14F5C14C-6A7C-4AA2-AF9B-FE55DC6B5E3E}" type="parTrans" cxnId="{90383774-8A07-425F-A5E4-DB9CD3D2935A}">
      <dgm:prSet/>
      <dgm:spPr/>
      <dgm:t>
        <a:bodyPr/>
        <a:lstStyle/>
        <a:p>
          <a:pPr algn="just"/>
          <a:endParaRPr lang="en-IN">
            <a:solidFill>
              <a:schemeClr val="tx1"/>
            </a:solidFill>
            <a:latin typeface="+mn-lt"/>
          </a:endParaRPr>
        </a:p>
      </dgm:t>
    </dgm:pt>
    <dgm:pt modelId="{0E73BCAE-147C-4F3C-AE2C-AE0BEECA42BD}" type="sibTrans" cxnId="{90383774-8A07-425F-A5E4-DB9CD3D2935A}">
      <dgm:prSet/>
      <dgm:spPr/>
      <dgm:t>
        <a:bodyPr/>
        <a:lstStyle/>
        <a:p>
          <a:pPr algn="just"/>
          <a:endParaRPr lang="en-IN">
            <a:solidFill>
              <a:schemeClr val="tx1"/>
            </a:solidFill>
            <a:latin typeface="+mn-lt"/>
          </a:endParaRPr>
        </a:p>
      </dgm:t>
    </dgm:pt>
    <dgm:pt modelId="{74CEAFAE-C305-47E9-BF5B-5CADF3D23CD1}">
      <dgm:prSet/>
      <dgm:spPr/>
      <dgm:t>
        <a:bodyPr/>
        <a:lstStyle/>
        <a:p>
          <a:pPr algn="just"/>
          <a:r>
            <a:rPr lang="en-GB" altLang="en-US" dirty="0">
              <a:solidFill>
                <a:schemeClr val="tx1"/>
              </a:solidFill>
              <a:latin typeface="+mn-lt"/>
              <a:ea typeface="Montserrat" charset="0"/>
              <a:cs typeface="Montserrat" charset="0"/>
            </a:rPr>
            <a:t>Life saver in defibrillators (functional current)</a:t>
          </a:r>
        </a:p>
      </dgm:t>
    </dgm:pt>
    <dgm:pt modelId="{45B196F8-CC5C-4C9D-92BA-A321A2E8279E}" type="parTrans" cxnId="{D4CC15AE-F0C7-472B-A651-9922248E86F4}">
      <dgm:prSet/>
      <dgm:spPr/>
      <dgm:t>
        <a:bodyPr/>
        <a:lstStyle/>
        <a:p>
          <a:pPr algn="just"/>
          <a:endParaRPr lang="en-IN">
            <a:solidFill>
              <a:schemeClr val="tx1"/>
            </a:solidFill>
            <a:latin typeface="+mn-lt"/>
          </a:endParaRPr>
        </a:p>
      </dgm:t>
    </dgm:pt>
    <dgm:pt modelId="{F900C766-A83D-4FE7-A874-0FEB9C1C981C}" type="sibTrans" cxnId="{D4CC15AE-F0C7-472B-A651-9922248E86F4}">
      <dgm:prSet/>
      <dgm:spPr/>
      <dgm:t>
        <a:bodyPr/>
        <a:lstStyle/>
        <a:p>
          <a:pPr algn="just"/>
          <a:endParaRPr lang="en-IN">
            <a:solidFill>
              <a:schemeClr val="tx1"/>
            </a:solidFill>
            <a:latin typeface="+mn-lt"/>
          </a:endParaRPr>
        </a:p>
      </dgm:t>
    </dgm:pt>
    <dgm:pt modelId="{5884B387-DCB1-487E-A8D0-98ACCD622A6C}">
      <dgm:prSet phldrT="[Text]"/>
      <dgm:spPr/>
      <dgm:t>
        <a:bodyPr/>
        <a:lstStyle/>
        <a:p>
          <a:pPr algn="ctr"/>
          <a:r>
            <a:rPr lang="en-GB" b="1" dirty="0">
              <a:solidFill>
                <a:schemeClr val="bg1"/>
              </a:solidFill>
              <a:latin typeface="+mn-lt"/>
              <a:ea typeface="Montserrat" charset="0"/>
              <a:cs typeface="Montserrat" charset="0"/>
            </a:rPr>
            <a:t>Preventative Maintenance </a:t>
          </a:r>
          <a:endParaRPr lang="en-GB" altLang="en-US" dirty="0">
            <a:solidFill>
              <a:schemeClr val="tx1"/>
            </a:solidFill>
            <a:latin typeface="+mn-lt"/>
            <a:ea typeface="Montserrat" charset="0"/>
            <a:cs typeface="Montserrat" charset="0"/>
          </a:endParaRPr>
        </a:p>
      </dgm:t>
    </dgm:pt>
    <dgm:pt modelId="{DFF193C1-A447-4F3D-84CC-9D999315B63A}" type="parTrans" cxnId="{7FD493C0-E468-42ED-B854-FA6C3C9797E1}">
      <dgm:prSet/>
      <dgm:spPr/>
      <dgm:t>
        <a:bodyPr/>
        <a:lstStyle/>
        <a:p>
          <a:endParaRPr lang="en-IN"/>
        </a:p>
      </dgm:t>
    </dgm:pt>
    <dgm:pt modelId="{38B55E9B-B927-430B-BA20-446AAF1CCE1B}" type="sibTrans" cxnId="{7FD493C0-E468-42ED-B854-FA6C3C9797E1}">
      <dgm:prSet/>
      <dgm:spPr/>
      <dgm:t>
        <a:bodyPr/>
        <a:lstStyle/>
        <a:p>
          <a:endParaRPr lang="en-IN"/>
        </a:p>
      </dgm:t>
    </dgm:pt>
    <dgm:pt modelId="{0B7FAA59-09AA-4FD8-B4C3-B66CC1787793}">
      <dgm:prSet phldrT="[Text]"/>
      <dgm:spPr/>
      <dgm:t>
        <a:bodyPr/>
        <a:lstStyle/>
        <a:p>
          <a:pPr algn="just"/>
          <a:r>
            <a:rPr lang="en-GB" altLang="en-US">
              <a:solidFill>
                <a:schemeClr val="tx1"/>
              </a:solidFill>
              <a:latin typeface="+mn-lt"/>
              <a:ea typeface="Montserrat" charset="0"/>
              <a:cs typeface="Montserrat" charset="0"/>
            </a:rPr>
            <a:t>Objective is to prevent or find potential faults</a:t>
          </a:r>
          <a:endParaRPr lang="en-GB" altLang="en-US" dirty="0">
            <a:solidFill>
              <a:schemeClr val="tx1"/>
            </a:solidFill>
            <a:latin typeface="+mn-lt"/>
            <a:ea typeface="Montserrat" charset="0"/>
            <a:cs typeface="Montserrat" charset="0"/>
          </a:endParaRPr>
        </a:p>
      </dgm:t>
    </dgm:pt>
    <dgm:pt modelId="{B0A23FED-1B7A-4C44-9516-AC8BFDFEA601}" type="parTrans" cxnId="{30129082-D54B-40B1-B1F1-53124A381C53}">
      <dgm:prSet/>
      <dgm:spPr/>
      <dgm:t>
        <a:bodyPr/>
        <a:lstStyle/>
        <a:p>
          <a:endParaRPr lang="en-IN"/>
        </a:p>
      </dgm:t>
    </dgm:pt>
    <dgm:pt modelId="{98663347-8546-47D8-ADDC-D06846ABFA95}" type="sibTrans" cxnId="{30129082-D54B-40B1-B1F1-53124A381C53}">
      <dgm:prSet/>
      <dgm:spPr/>
      <dgm:t>
        <a:bodyPr/>
        <a:lstStyle/>
        <a:p>
          <a:endParaRPr lang="en-IN"/>
        </a:p>
      </dgm:t>
    </dgm:pt>
    <dgm:pt modelId="{9F5ADC20-A3EE-4E53-BD4D-18BA167CE3EE}">
      <dgm:prSet/>
      <dgm:spPr/>
      <dgm:t>
        <a:bodyPr/>
        <a:lstStyle/>
        <a:p>
          <a:r>
            <a:rPr lang="en-GB" altLang="en-US" dirty="0">
              <a:solidFill>
                <a:schemeClr val="tx1"/>
              </a:solidFill>
              <a:latin typeface="+mn-lt"/>
              <a:ea typeface="Montserrat" charset="0"/>
              <a:cs typeface="Montserrat" charset="0"/>
            </a:rPr>
            <a:t>Visual Inspection</a:t>
          </a:r>
        </a:p>
      </dgm:t>
    </dgm:pt>
    <dgm:pt modelId="{26B403A8-0EA7-42A5-B4B2-493CB326EA83}" type="parTrans" cxnId="{E397412E-97F3-4253-BEAB-0092A3F32AE2}">
      <dgm:prSet/>
      <dgm:spPr/>
      <dgm:t>
        <a:bodyPr/>
        <a:lstStyle/>
        <a:p>
          <a:endParaRPr lang="en-IN"/>
        </a:p>
      </dgm:t>
    </dgm:pt>
    <dgm:pt modelId="{CE842CBF-27EA-414D-A787-4910B8143199}" type="sibTrans" cxnId="{E397412E-97F3-4253-BEAB-0092A3F32AE2}">
      <dgm:prSet/>
      <dgm:spPr/>
      <dgm:t>
        <a:bodyPr/>
        <a:lstStyle/>
        <a:p>
          <a:endParaRPr lang="en-IN"/>
        </a:p>
      </dgm:t>
    </dgm:pt>
    <dgm:pt modelId="{B178B53C-FCE3-4B38-BE6B-E9711D6565D9}">
      <dgm:prSet/>
      <dgm:spPr/>
      <dgm:t>
        <a:bodyPr/>
        <a:lstStyle/>
        <a:p>
          <a:r>
            <a:rPr lang="en-GB" altLang="en-US" dirty="0">
              <a:solidFill>
                <a:schemeClr val="tx1"/>
              </a:solidFill>
              <a:latin typeface="+mn-lt"/>
              <a:ea typeface="Montserrat" charset="0"/>
              <a:cs typeface="Montserrat" charset="0"/>
            </a:rPr>
            <a:t>Testing means of protection</a:t>
          </a:r>
        </a:p>
      </dgm:t>
    </dgm:pt>
    <dgm:pt modelId="{617B230C-A884-4D3C-A1D0-FB565D2E127C}" type="parTrans" cxnId="{822BE1EF-AE7F-4AEC-B615-114B5311B728}">
      <dgm:prSet/>
      <dgm:spPr/>
      <dgm:t>
        <a:bodyPr/>
        <a:lstStyle/>
        <a:p>
          <a:endParaRPr lang="en-IN"/>
        </a:p>
      </dgm:t>
    </dgm:pt>
    <dgm:pt modelId="{7037B003-AE65-4BB6-908A-18C1FF99F47C}" type="sibTrans" cxnId="{822BE1EF-AE7F-4AEC-B615-114B5311B728}">
      <dgm:prSet/>
      <dgm:spPr/>
      <dgm:t>
        <a:bodyPr/>
        <a:lstStyle/>
        <a:p>
          <a:endParaRPr lang="en-IN"/>
        </a:p>
      </dgm:t>
    </dgm:pt>
    <dgm:pt modelId="{378B3DD3-81BC-4DC9-9C22-2DBB27B16F29}">
      <dgm:prSet/>
      <dgm:spPr/>
      <dgm:t>
        <a:bodyPr/>
        <a:lstStyle/>
        <a:p>
          <a:r>
            <a:rPr lang="en-US" altLang="en-US" dirty="0">
              <a:solidFill>
                <a:schemeClr val="tx1"/>
              </a:solidFill>
              <a:latin typeface="+mn-lt"/>
              <a:ea typeface="Montserrat" charset="0"/>
              <a:cs typeface="Montserrat" charset="0"/>
            </a:rPr>
            <a:t>Line cord</a:t>
          </a:r>
          <a:endParaRPr lang="en-GB" altLang="en-US" dirty="0">
            <a:solidFill>
              <a:schemeClr val="tx1"/>
            </a:solidFill>
            <a:latin typeface="+mn-lt"/>
            <a:ea typeface="Montserrat" charset="0"/>
            <a:cs typeface="Montserrat" charset="0"/>
          </a:endParaRPr>
        </a:p>
      </dgm:t>
    </dgm:pt>
    <dgm:pt modelId="{1AA58737-42EE-4608-AAB1-1BF6A5F3D30D}" type="parTrans" cxnId="{7243117A-8BA2-4276-9FBA-B1A705E376A0}">
      <dgm:prSet/>
      <dgm:spPr/>
      <dgm:t>
        <a:bodyPr/>
        <a:lstStyle/>
        <a:p>
          <a:endParaRPr lang="en-IN"/>
        </a:p>
      </dgm:t>
    </dgm:pt>
    <dgm:pt modelId="{055543CC-65B9-4506-84FF-8CA57A54ABE8}" type="sibTrans" cxnId="{7243117A-8BA2-4276-9FBA-B1A705E376A0}">
      <dgm:prSet/>
      <dgm:spPr/>
      <dgm:t>
        <a:bodyPr/>
        <a:lstStyle/>
        <a:p>
          <a:endParaRPr lang="en-IN"/>
        </a:p>
      </dgm:t>
    </dgm:pt>
    <dgm:pt modelId="{3B9465D3-D97E-4148-A613-522F2F16FD36}">
      <dgm:prSet/>
      <dgm:spPr/>
      <dgm:t>
        <a:bodyPr/>
        <a:lstStyle/>
        <a:p>
          <a:r>
            <a:rPr lang="en-GB" altLang="en-US" dirty="0">
              <a:solidFill>
                <a:schemeClr val="tx1"/>
              </a:solidFill>
              <a:latin typeface="+mn-lt"/>
              <a:ea typeface="Montserrat" charset="0"/>
              <a:cs typeface="Montserrat" charset="0"/>
            </a:rPr>
            <a:t>Ground continuity</a:t>
          </a:r>
        </a:p>
      </dgm:t>
    </dgm:pt>
    <dgm:pt modelId="{A8F75381-805B-474A-B717-432170E82704}" type="parTrans" cxnId="{146387E1-613E-4F9D-9415-7F6ABA78A449}">
      <dgm:prSet/>
      <dgm:spPr/>
      <dgm:t>
        <a:bodyPr/>
        <a:lstStyle/>
        <a:p>
          <a:endParaRPr lang="en-IN"/>
        </a:p>
      </dgm:t>
    </dgm:pt>
    <dgm:pt modelId="{9051D423-96F3-48BD-8BD9-AECFC5EEB64D}" type="sibTrans" cxnId="{146387E1-613E-4F9D-9415-7F6ABA78A449}">
      <dgm:prSet/>
      <dgm:spPr/>
      <dgm:t>
        <a:bodyPr/>
        <a:lstStyle/>
        <a:p>
          <a:endParaRPr lang="en-IN"/>
        </a:p>
      </dgm:t>
    </dgm:pt>
    <dgm:pt modelId="{7885021F-B41E-4B46-B337-34D36AAD5F75}">
      <dgm:prSet/>
      <dgm:spPr/>
      <dgm:t>
        <a:bodyPr/>
        <a:lstStyle/>
        <a:p>
          <a:r>
            <a:rPr lang="en-GB" altLang="en-US">
              <a:solidFill>
                <a:schemeClr val="tx1"/>
              </a:solidFill>
              <a:latin typeface="+mn-lt"/>
              <a:ea typeface="Montserrat" charset="0"/>
              <a:cs typeface="Montserrat" charset="0"/>
            </a:rPr>
            <a:t>Insulation</a:t>
          </a:r>
          <a:endParaRPr lang="en-GB" altLang="en-US" dirty="0">
            <a:solidFill>
              <a:schemeClr val="tx1"/>
            </a:solidFill>
            <a:latin typeface="+mn-lt"/>
            <a:ea typeface="Montserrat" charset="0"/>
            <a:cs typeface="Montserrat" charset="0"/>
          </a:endParaRPr>
        </a:p>
      </dgm:t>
    </dgm:pt>
    <dgm:pt modelId="{AA48A604-A994-4430-BD7B-7A350F29F4DD}" type="parTrans" cxnId="{4E3196AB-39FC-49F7-A8C9-8D20B2306F79}">
      <dgm:prSet/>
      <dgm:spPr/>
      <dgm:t>
        <a:bodyPr/>
        <a:lstStyle/>
        <a:p>
          <a:endParaRPr lang="en-IN"/>
        </a:p>
      </dgm:t>
    </dgm:pt>
    <dgm:pt modelId="{63FFD480-897F-4F98-AEC9-1F7BDD4C4B78}" type="sibTrans" cxnId="{4E3196AB-39FC-49F7-A8C9-8D20B2306F79}">
      <dgm:prSet/>
      <dgm:spPr/>
      <dgm:t>
        <a:bodyPr/>
        <a:lstStyle/>
        <a:p>
          <a:endParaRPr lang="en-IN"/>
        </a:p>
      </dgm:t>
    </dgm:pt>
    <dgm:pt modelId="{599F7806-71C3-40E0-938D-A16A9C6566EF}">
      <dgm:prSet/>
      <dgm:spPr/>
      <dgm:t>
        <a:bodyPr/>
        <a:lstStyle/>
        <a:p>
          <a:r>
            <a:rPr lang="en-GB" altLang="en-US" dirty="0">
              <a:solidFill>
                <a:schemeClr val="tx1"/>
              </a:solidFill>
              <a:latin typeface="+mn-lt"/>
              <a:ea typeface="Montserrat" charset="0"/>
              <a:cs typeface="Montserrat" charset="0"/>
            </a:rPr>
            <a:t>Leakage currents </a:t>
          </a:r>
        </a:p>
      </dgm:t>
    </dgm:pt>
    <dgm:pt modelId="{7E905175-4B4F-44F0-A40C-E5B8B6F8C66E}" type="parTrans" cxnId="{14E01BFA-DDF4-487F-80F6-76E25557F17C}">
      <dgm:prSet/>
      <dgm:spPr/>
      <dgm:t>
        <a:bodyPr/>
        <a:lstStyle/>
        <a:p>
          <a:endParaRPr lang="en-IN"/>
        </a:p>
      </dgm:t>
    </dgm:pt>
    <dgm:pt modelId="{B94F74DE-47AF-4427-A22F-357B14FFF996}" type="sibTrans" cxnId="{14E01BFA-DDF4-487F-80F6-76E25557F17C}">
      <dgm:prSet/>
      <dgm:spPr/>
      <dgm:t>
        <a:bodyPr/>
        <a:lstStyle/>
        <a:p>
          <a:endParaRPr lang="en-IN"/>
        </a:p>
      </dgm:t>
    </dgm:pt>
    <dgm:pt modelId="{5B8B635E-7321-4B56-9FDC-5119B2F553C0}">
      <dgm:prSet/>
      <dgm:spPr/>
      <dgm:t>
        <a:bodyPr/>
        <a:lstStyle/>
        <a:p>
          <a:r>
            <a:rPr lang="en-GB" altLang="en-US" dirty="0">
              <a:solidFill>
                <a:schemeClr val="tx1"/>
              </a:solidFill>
              <a:latin typeface="+mn-lt"/>
              <a:ea typeface="Montserrat" charset="0"/>
              <a:cs typeface="Montserrat" charset="0"/>
            </a:rPr>
            <a:t>Performance testing </a:t>
          </a:r>
        </a:p>
      </dgm:t>
    </dgm:pt>
    <dgm:pt modelId="{46316BAA-904F-4D0E-83EA-B323D7A9A947}" type="parTrans" cxnId="{FAB3BDCE-EC6F-45B0-B169-E88108E94E73}">
      <dgm:prSet/>
      <dgm:spPr/>
      <dgm:t>
        <a:bodyPr/>
        <a:lstStyle/>
        <a:p>
          <a:endParaRPr lang="en-IN"/>
        </a:p>
      </dgm:t>
    </dgm:pt>
    <dgm:pt modelId="{3852F420-C9AA-452B-B953-F8C53CACF388}" type="sibTrans" cxnId="{FAB3BDCE-EC6F-45B0-B169-E88108E94E73}">
      <dgm:prSet/>
      <dgm:spPr/>
      <dgm:t>
        <a:bodyPr/>
        <a:lstStyle/>
        <a:p>
          <a:endParaRPr lang="en-IN"/>
        </a:p>
      </dgm:t>
    </dgm:pt>
    <dgm:pt modelId="{0475B503-9AA4-43FF-A43F-92F9F1FE8328}">
      <dgm:prSet/>
      <dgm:spPr/>
      <dgm:t>
        <a:bodyPr/>
        <a:lstStyle/>
        <a:p>
          <a:r>
            <a:rPr lang="en-US" altLang="en-US" dirty="0">
              <a:solidFill>
                <a:schemeClr val="tx1"/>
              </a:solidFill>
              <a:latin typeface="+mn-lt"/>
              <a:ea typeface="Montserrat" charset="0"/>
              <a:cs typeface="Montserrat" charset="0"/>
            </a:rPr>
            <a:t>Data capture and management</a:t>
          </a:r>
          <a:endParaRPr lang="en-IN"/>
        </a:p>
      </dgm:t>
    </dgm:pt>
    <dgm:pt modelId="{6365E967-6CDD-4459-A2FD-7B2644747449}" type="parTrans" cxnId="{6F62656B-7E30-4BD0-A203-FF5E7FBDFA02}">
      <dgm:prSet/>
      <dgm:spPr/>
      <dgm:t>
        <a:bodyPr/>
        <a:lstStyle/>
        <a:p>
          <a:endParaRPr lang="en-IN"/>
        </a:p>
      </dgm:t>
    </dgm:pt>
    <dgm:pt modelId="{0A8E550B-B190-45E7-87C8-2D9E161270B1}" type="sibTrans" cxnId="{6F62656B-7E30-4BD0-A203-FF5E7FBDFA02}">
      <dgm:prSet/>
      <dgm:spPr/>
      <dgm:t>
        <a:bodyPr/>
        <a:lstStyle/>
        <a:p>
          <a:endParaRPr lang="en-IN"/>
        </a:p>
      </dgm:t>
    </dgm:pt>
    <dgm:pt modelId="{F3FD6BD3-56C3-4C55-BED6-32209D50372F}" type="pres">
      <dgm:prSet presAssocID="{7DB62D96-4856-4C1D-8702-EE88186AD32C}" presName="Name0" presStyleCnt="0">
        <dgm:presLayoutVars>
          <dgm:dir/>
          <dgm:animLvl val="lvl"/>
          <dgm:resizeHandles val="exact"/>
        </dgm:presLayoutVars>
      </dgm:prSet>
      <dgm:spPr/>
      <dgm:t>
        <a:bodyPr/>
        <a:lstStyle/>
        <a:p>
          <a:endParaRPr lang="en-IN"/>
        </a:p>
      </dgm:t>
    </dgm:pt>
    <dgm:pt modelId="{3A7CA039-691C-4B78-8F91-0E4B3E654E49}" type="pres">
      <dgm:prSet presAssocID="{399651A9-3808-49EC-A0B6-AD0463665ED0}" presName="composite" presStyleCnt="0"/>
      <dgm:spPr/>
    </dgm:pt>
    <dgm:pt modelId="{2B480E1C-A398-4C3B-ACE9-2BDD9DB7A701}" type="pres">
      <dgm:prSet presAssocID="{399651A9-3808-49EC-A0B6-AD0463665ED0}" presName="parTx" presStyleLbl="alignNode1" presStyleIdx="0" presStyleCnt="2">
        <dgm:presLayoutVars>
          <dgm:chMax val="0"/>
          <dgm:chPref val="0"/>
          <dgm:bulletEnabled val="1"/>
        </dgm:presLayoutVars>
      </dgm:prSet>
      <dgm:spPr/>
      <dgm:t>
        <a:bodyPr/>
        <a:lstStyle/>
        <a:p>
          <a:endParaRPr lang="en-IN"/>
        </a:p>
      </dgm:t>
    </dgm:pt>
    <dgm:pt modelId="{1A3364B6-24F5-444A-89DB-6C59E25B4AFE}" type="pres">
      <dgm:prSet presAssocID="{399651A9-3808-49EC-A0B6-AD0463665ED0}" presName="desTx" presStyleLbl="alignAccFollowNode1" presStyleIdx="0" presStyleCnt="2">
        <dgm:presLayoutVars>
          <dgm:bulletEnabled val="1"/>
        </dgm:presLayoutVars>
      </dgm:prSet>
      <dgm:spPr/>
      <dgm:t>
        <a:bodyPr/>
        <a:lstStyle/>
        <a:p>
          <a:endParaRPr lang="en-IN"/>
        </a:p>
      </dgm:t>
    </dgm:pt>
    <dgm:pt modelId="{3C6CC99F-848C-4D4D-A4EE-F81605D99662}" type="pres">
      <dgm:prSet presAssocID="{4020957D-E69F-4644-813D-904632E9C41E}" presName="space" presStyleCnt="0"/>
      <dgm:spPr/>
    </dgm:pt>
    <dgm:pt modelId="{11AB24E8-CFA7-45FA-9B98-A8126186F18C}" type="pres">
      <dgm:prSet presAssocID="{5884B387-DCB1-487E-A8D0-98ACCD622A6C}" presName="composite" presStyleCnt="0"/>
      <dgm:spPr/>
    </dgm:pt>
    <dgm:pt modelId="{74ABB3F7-023D-4470-808F-F47686E2F9B3}" type="pres">
      <dgm:prSet presAssocID="{5884B387-DCB1-487E-A8D0-98ACCD622A6C}" presName="parTx" presStyleLbl="alignNode1" presStyleIdx="1" presStyleCnt="2">
        <dgm:presLayoutVars>
          <dgm:chMax val="0"/>
          <dgm:chPref val="0"/>
          <dgm:bulletEnabled val="1"/>
        </dgm:presLayoutVars>
      </dgm:prSet>
      <dgm:spPr/>
      <dgm:t>
        <a:bodyPr/>
        <a:lstStyle/>
        <a:p>
          <a:endParaRPr lang="en-IN"/>
        </a:p>
      </dgm:t>
    </dgm:pt>
    <dgm:pt modelId="{92F71E35-B144-4511-B5C4-BA344451C3E2}" type="pres">
      <dgm:prSet presAssocID="{5884B387-DCB1-487E-A8D0-98ACCD622A6C}" presName="desTx" presStyleLbl="alignAccFollowNode1" presStyleIdx="1" presStyleCnt="2">
        <dgm:presLayoutVars>
          <dgm:bulletEnabled val="1"/>
        </dgm:presLayoutVars>
      </dgm:prSet>
      <dgm:spPr/>
      <dgm:t>
        <a:bodyPr/>
        <a:lstStyle/>
        <a:p>
          <a:endParaRPr lang="en-IN"/>
        </a:p>
      </dgm:t>
    </dgm:pt>
  </dgm:ptLst>
  <dgm:cxnLst>
    <dgm:cxn modelId="{CED737D2-5912-42F3-81B3-FCF80043CFBF}" type="presOf" srcId="{0B7FAA59-09AA-4FD8-B4C3-B66CC1787793}" destId="{92F71E35-B144-4511-B5C4-BA344451C3E2}" srcOrd="0" destOrd="0" presId="urn:microsoft.com/office/officeart/2005/8/layout/hList1"/>
    <dgm:cxn modelId="{4E3196AB-39FC-49F7-A8C9-8D20B2306F79}" srcId="{B178B53C-FCE3-4B38-BE6B-E9711D6565D9}" destId="{7885021F-B41E-4B46-B337-34D36AAD5F75}" srcOrd="2" destOrd="0" parTransId="{AA48A604-A994-4430-BD7B-7A350F29F4DD}" sibTransId="{63FFD480-897F-4F98-AEC9-1F7BDD4C4B78}"/>
    <dgm:cxn modelId="{30129082-D54B-40B1-B1F1-53124A381C53}" srcId="{5884B387-DCB1-487E-A8D0-98ACCD622A6C}" destId="{0B7FAA59-09AA-4FD8-B4C3-B66CC1787793}" srcOrd="0" destOrd="0" parTransId="{B0A23FED-1B7A-4C44-9516-AC8BFDFEA601}" sibTransId="{98663347-8546-47D8-ADDC-D06846ABFA95}"/>
    <dgm:cxn modelId="{7243117A-8BA2-4276-9FBA-B1A705E376A0}" srcId="{B178B53C-FCE3-4B38-BE6B-E9711D6565D9}" destId="{378B3DD3-81BC-4DC9-9C22-2DBB27B16F29}" srcOrd="0" destOrd="0" parTransId="{1AA58737-42EE-4608-AAB1-1BF6A5F3D30D}" sibTransId="{055543CC-65B9-4506-84FF-8CA57A54ABE8}"/>
    <dgm:cxn modelId="{858FAFF4-C5C3-4560-9F48-2C5BFCA53AD3}" type="presOf" srcId="{9F5ADC20-A3EE-4E53-BD4D-18BA167CE3EE}" destId="{92F71E35-B144-4511-B5C4-BA344451C3E2}" srcOrd="0" destOrd="1" presId="urn:microsoft.com/office/officeart/2005/8/layout/hList1"/>
    <dgm:cxn modelId="{07740B88-4CCD-463F-92F4-903EB2994CA0}" type="presOf" srcId="{74CEAFAE-C305-47E9-BF5B-5CADF3D23CD1}" destId="{1A3364B6-24F5-444A-89DB-6C59E25B4AFE}" srcOrd="0" destOrd="6" presId="urn:microsoft.com/office/officeart/2005/8/layout/hList1"/>
    <dgm:cxn modelId="{FAB3BDCE-EC6F-45B0-B169-E88108E94E73}" srcId="{B178B53C-FCE3-4B38-BE6B-E9711D6565D9}" destId="{5B8B635E-7321-4B56-9FDC-5119B2F553C0}" srcOrd="4" destOrd="0" parTransId="{46316BAA-904F-4D0E-83EA-B323D7A9A947}" sibTransId="{3852F420-C9AA-452B-B953-F8C53CACF388}"/>
    <dgm:cxn modelId="{BD9289DC-B894-4537-B17D-6C51712DEFA4}" type="presOf" srcId="{7DB62D96-4856-4C1D-8702-EE88186AD32C}" destId="{F3FD6BD3-56C3-4C55-BED6-32209D50372F}" srcOrd="0" destOrd="0" presId="urn:microsoft.com/office/officeart/2005/8/layout/hList1"/>
    <dgm:cxn modelId="{6F62656B-7E30-4BD0-A203-FF5E7FBDFA02}" srcId="{0B7FAA59-09AA-4FD8-B4C3-B66CC1787793}" destId="{0475B503-9AA4-43FF-A43F-92F9F1FE8328}" srcOrd="2" destOrd="0" parTransId="{6365E967-6CDD-4459-A2FD-7B2644747449}" sibTransId="{0A8E550B-B190-45E7-87C8-2D9E161270B1}"/>
    <dgm:cxn modelId="{E60B89BE-8271-4891-9189-06D730BB3DA4}" type="presOf" srcId="{F0682583-80FE-4942-9CA6-78E68D889012}" destId="{1A3364B6-24F5-444A-89DB-6C59E25B4AFE}" srcOrd="0" destOrd="5" presId="urn:microsoft.com/office/officeart/2005/8/layout/hList1"/>
    <dgm:cxn modelId="{A9495A5F-F9F6-49F5-B1AA-86DFBB50DBE3}" type="presOf" srcId="{F22A342C-DEAF-41E5-9DB9-5D2D8B9F0BF8}" destId="{1A3364B6-24F5-444A-89DB-6C59E25B4AFE}" srcOrd="0" destOrd="1" presId="urn:microsoft.com/office/officeart/2005/8/layout/hList1"/>
    <dgm:cxn modelId="{4DEC8427-4207-4687-B0A0-0C89F38C928C}" srcId="{DDDC9558-5C3F-4631-B853-07A923E6777F}" destId="{16A51284-D64C-4295-9380-EFBB18ADD49D}" srcOrd="1" destOrd="0" parTransId="{F9BD786A-F73D-4E83-B540-BB08C7155E03}" sibTransId="{394ACEF2-7741-4AD7-9EB8-BCAAB52BCBDB}"/>
    <dgm:cxn modelId="{E0E687D6-2593-46B2-9939-5FE905C3BD0E}" type="presOf" srcId="{DDDC9558-5C3F-4631-B853-07A923E6777F}" destId="{1A3364B6-24F5-444A-89DB-6C59E25B4AFE}" srcOrd="0" destOrd="0" presId="urn:microsoft.com/office/officeart/2005/8/layout/hList1"/>
    <dgm:cxn modelId="{359BF4B6-F965-44D8-8D83-5611BE89599E}" type="presOf" srcId="{A234918A-2C1B-4256-9A9C-E11F27E8FF1B}" destId="{1A3364B6-24F5-444A-89DB-6C59E25B4AFE}" srcOrd="0" destOrd="3" presId="urn:microsoft.com/office/officeart/2005/8/layout/hList1"/>
    <dgm:cxn modelId="{146387E1-613E-4F9D-9415-7F6ABA78A449}" srcId="{B178B53C-FCE3-4B38-BE6B-E9711D6565D9}" destId="{3B9465D3-D97E-4148-A613-522F2F16FD36}" srcOrd="1" destOrd="0" parTransId="{A8F75381-805B-474A-B717-432170E82704}" sibTransId="{9051D423-96F3-48BD-8BD9-AECFC5EEB64D}"/>
    <dgm:cxn modelId="{D96ABFD1-90DD-4F6A-AC3C-1DAABC252574}" type="presOf" srcId="{B178B53C-FCE3-4B38-BE6B-E9711D6565D9}" destId="{92F71E35-B144-4511-B5C4-BA344451C3E2}" srcOrd="0" destOrd="2" presId="urn:microsoft.com/office/officeart/2005/8/layout/hList1"/>
    <dgm:cxn modelId="{BB82F2EA-33BD-4E24-A8A9-EED97AC3B6BA}" srcId="{7DB62D96-4856-4C1D-8702-EE88186AD32C}" destId="{399651A9-3808-49EC-A0B6-AD0463665ED0}" srcOrd="0" destOrd="0" parTransId="{A7F8911F-7463-4818-B4C1-3528815D1DF1}" sibTransId="{4020957D-E69F-4644-813D-904632E9C41E}"/>
    <dgm:cxn modelId="{15E519B8-12A2-4451-8F63-19D6A8855114}" type="presOf" srcId="{5B8B635E-7321-4B56-9FDC-5119B2F553C0}" destId="{92F71E35-B144-4511-B5C4-BA344451C3E2}" srcOrd="0" destOrd="7" presId="urn:microsoft.com/office/officeart/2005/8/layout/hList1"/>
    <dgm:cxn modelId="{77F415AA-F0CA-4C7C-941C-52F732C4F299}" type="presOf" srcId="{7885021F-B41E-4B46-B337-34D36AAD5F75}" destId="{92F71E35-B144-4511-B5C4-BA344451C3E2}" srcOrd="0" destOrd="5" presId="urn:microsoft.com/office/officeart/2005/8/layout/hList1"/>
    <dgm:cxn modelId="{90383774-8A07-425F-A5E4-DB9CD3D2935A}" srcId="{399651A9-3808-49EC-A0B6-AD0463665ED0}" destId="{F0682583-80FE-4942-9CA6-78E68D889012}" srcOrd="2" destOrd="0" parTransId="{14F5C14C-6A7C-4AA2-AF9B-FE55DC6B5E3E}" sibTransId="{0E73BCAE-147C-4F3C-AE2C-AE0BEECA42BD}"/>
    <dgm:cxn modelId="{92263548-8FE3-4EC4-82E4-D5D7380ADF58}" srcId="{DDDC9558-5C3F-4631-B853-07A923E6777F}" destId="{A234918A-2C1B-4256-9A9C-E11F27E8FF1B}" srcOrd="2" destOrd="0" parTransId="{A4FFD34F-D083-4D1C-BB55-F5753B20D7C1}" sibTransId="{86F82188-261B-49B3-B050-A902F1EF959E}"/>
    <dgm:cxn modelId="{D4CC15AE-F0C7-472B-A651-9922248E86F4}" srcId="{399651A9-3808-49EC-A0B6-AD0463665ED0}" destId="{74CEAFAE-C305-47E9-BF5B-5CADF3D23CD1}" srcOrd="3" destOrd="0" parTransId="{45B196F8-CC5C-4C9D-92BA-A321A2E8279E}" sibTransId="{F900C766-A83D-4FE7-A874-0FEB9C1C981C}"/>
    <dgm:cxn modelId="{E5B88D1D-AB5D-4F25-BDB5-FCD896AC10B7}" type="presOf" srcId="{76F66FB2-AAB5-41F0-9094-0A78395CB18C}" destId="{1A3364B6-24F5-444A-89DB-6C59E25B4AFE}" srcOrd="0" destOrd="4" presId="urn:microsoft.com/office/officeart/2005/8/layout/hList1"/>
    <dgm:cxn modelId="{D364B7B0-F0DF-4924-82AE-85777E468DB4}" srcId="{399651A9-3808-49EC-A0B6-AD0463665ED0}" destId="{76F66FB2-AAB5-41F0-9094-0A78395CB18C}" srcOrd="1" destOrd="0" parTransId="{2CDDDA1E-AFB0-4E48-AC9A-25DD8A4A5465}" sibTransId="{2914FD74-69F7-4C98-9D0F-3C378B34F59F}"/>
    <dgm:cxn modelId="{14E01BFA-DDF4-487F-80F6-76E25557F17C}" srcId="{B178B53C-FCE3-4B38-BE6B-E9711D6565D9}" destId="{599F7806-71C3-40E0-938D-A16A9C6566EF}" srcOrd="3" destOrd="0" parTransId="{7E905175-4B4F-44F0-A40C-E5B8B6F8C66E}" sibTransId="{B94F74DE-47AF-4427-A22F-357B14FFF996}"/>
    <dgm:cxn modelId="{7FD493C0-E468-42ED-B854-FA6C3C9797E1}" srcId="{7DB62D96-4856-4C1D-8702-EE88186AD32C}" destId="{5884B387-DCB1-487E-A8D0-98ACCD622A6C}" srcOrd="1" destOrd="0" parTransId="{DFF193C1-A447-4F3D-84CC-9D999315B63A}" sibTransId="{38B55E9B-B927-430B-BA20-446AAF1CCE1B}"/>
    <dgm:cxn modelId="{4A39FCD3-E65F-4B55-8D16-DBAD895EE213}" srcId="{399651A9-3808-49EC-A0B6-AD0463665ED0}" destId="{DDDC9558-5C3F-4631-B853-07A923E6777F}" srcOrd="0" destOrd="0" parTransId="{774C81D0-0076-4987-B22C-BBB7CCCF9760}" sibTransId="{4BB1E2FE-2E7D-493C-8837-11F6019AF283}"/>
    <dgm:cxn modelId="{0A586FF0-79BF-4C81-BBEB-C253790EF6A7}" type="presOf" srcId="{599F7806-71C3-40E0-938D-A16A9C6566EF}" destId="{92F71E35-B144-4511-B5C4-BA344451C3E2}" srcOrd="0" destOrd="6" presId="urn:microsoft.com/office/officeart/2005/8/layout/hList1"/>
    <dgm:cxn modelId="{A3F27C3B-F6DF-4A77-BD23-3354BDE218D1}" type="presOf" srcId="{0475B503-9AA4-43FF-A43F-92F9F1FE8328}" destId="{92F71E35-B144-4511-B5C4-BA344451C3E2}" srcOrd="0" destOrd="8" presId="urn:microsoft.com/office/officeart/2005/8/layout/hList1"/>
    <dgm:cxn modelId="{26639BD1-B15A-4452-BA79-BE45F8077D2A}" type="presOf" srcId="{378B3DD3-81BC-4DC9-9C22-2DBB27B16F29}" destId="{92F71E35-B144-4511-B5C4-BA344451C3E2}" srcOrd="0" destOrd="3" presId="urn:microsoft.com/office/officeart/2005/8/layout/hList1"/>
    <dgm:cxn modelId="{62400086-ECC9-4729-9A5E-3BF92E15F26D}" srcId="{DDDC9558-5C3F-4631-B853-07A923E6777F}" destId="{F22A342C-DEAF-41E5-9DB9-5D2D8B9F0BF8}" srcOrd="0" destOrd="0" parTransId="{35DE7EA7-CCB5-4103-926D-08F56DE1DCBE}" sibTransId="{C8AD6E3B-027C-42C7-A6D4-BE1C196C717B}"/>
    <dgm:cxn modelId="{29EF4136-A5F7-4A0B-88AB-7CB5F87C4E6D}" type="presOf" srcId="{16A51284-D64C-4295-9380-EFBB18ADD49D}" destId="{1A3364B6-24F5-444A-89DB-6C59E25B4AFE}" srcOrd="0" destOrd="2" presId="urn:microsoft.com/office/officeart/2005/8/layout/hList1"/>
    <dgm:cxn modelId="{E397412E-97F3-4253-BEAB-0092A3F32AE2}" srcId="{0B7FAA59-09AA-4FD8-B4C3-B66CC1787793}" destId="{9F5ADC20-A3EE-4E53-BD4D-18BA167CE3EE}" srcOrd="0" destOrd="0" parTransId="{26B403A8-0EA7-42A5-B4B2-493CB326EA83}" sibTransId="{CE842CBF-27EA-414D-A787-4910B8143199}"/>
    <dgm:cxn modelId="{48EE38F7-CD34-4E66-B20F-8A518E68EC89}" type="presOf" srcId="{399651A9-3808-49EC-A0B6-AD0463665ED0}" destId="{2B480E1C-A398-4C3B-ACE9-2BDD9DB7A701}" srcOrd="0" destOrd="0" presId="urn:microsoft.com/office/officeart/2005/8/layout/hList1"/>
    <dgm:cxn modelId="{822BE1EF-AE7F-4AEC-B615-114B5311B728}" srcId="{0B7FAA59-09AA-4FD8-B4C3-B66CC1787793}" destId="{B178B53C-FCE3-4B38-BE6B-E9711D6565D9}" srcOrd="1" destOrd="0" parTransId="{617B230C-A884-4D3C-A1D0-FB565D2E127C}" sibTransId="{7037B003-AE65-4BB6-908A-18C1FF99F47C}"/>
    <dgm:cxn modelId="{07603AD9-AF82-4AD7-B540-85D84CBE39AE}" type="presOf" srcId="{5884B387-DCB1-487E-A8D0-98ACCD622A6C}" destId="{74ABB3F7-023D-4470-808F-F47686E2F9B3}" srcOrd="0" destOrd="0" presId="urn:microsoft.com/office/officeart/2005/8/layout/hList1"/>
    <dgm:cxn modelId="{401ACAFC-BF1B-484C-988F-8A9319772F89}" type="presOf" srcId="{3B9465D3-D97E-4148-A613-522F2F16FD36}" destId="{92F71E35-B144-4511-B5C4-BA344451C3E2}" srcOrd="0" destOrd="4" presId="urn:microsoft.com/office/officeart/2005/8/layout/hList1"/>
    <dgm:cxn modelId="{57C119A1-3589-402C-955B-B7FBE4FD6CDC}" type="presParOf" srcId="{F3FD6BD3-56C3-4C55-BED6-32209D50372F}" destId="{3A7CA039-691C-4B78-8F91-0E4B3E654E49}" srcOrd="0" destOrd="0" presId="urn:microsoft.com/office/officeart/2005/8/layout/hList1"/>
    <dgm:cxn modelId="{9257D34D-B361-47D4-B964-B68AE2B90728}" type="presParOf" srcId="{3A7CA039-691C-4B78-8F91-0E4B3E654E49}" destId="{2B480E1C-A398-4C3B-ACE9-2BDD9DB7A701}" srcOrd="0" destOrd="0" presId="urn:microsoft.com/office/officeart/2005/8/layout/hList1"/>
    <dgm:cxn modelId="{034F9092-EDF5-49E8-8627-91EC8873CA42}" type="presParOf" srcId="{3A7CA039-691C-4B78-8F91-0E4B3E654E49}" destId="{1A3364B6-24F5-444A-89DB-6C59E25B4AFE}" srcOrd="1" destOrd="0" presId="urn:microsoft.com/office/officeart/2005/8/layout/hList1"/>
    <dgm:cxn modelId="{1939452C-83BD-4143-8A94-191859EE88EC}" type="presParOf" srcId="{F3FD6BD3-56C3-4C55-BED6-32209D50372F}" destId="{3C6CC99F-848C-4D4D-A4EE-F81605D99662}" srcOrd="1" destOrd="0" presId="urn:microsoft.com/office/officeart/2005/8/layout/hList1"/>
    <dgm:cxn modelId="{D4846865-C4D8-4CD3-BF3E-18CEB885E8BD}" type="presParOf" srcId="{F3FD6BD3-56C3-4C55-BED6-32209D50372F}" destId="{11AB24E8-CFA7-45FA-9B98-A8126186F18C}" srcOrd="2" destOrd="0" presId="urn:microsoft.com/office/officeart/2005/8/layout/hList1"/>
    <dgm:cxn modelId="{79C74ECF-86B6-4FC2-9A90-18F5E8072576}" type="presParOf" srcId="{11AB24E8-CFA7-45FA-9B98-A8126186F18C}" destId="{74ABB3F7-023D-4470-808F-F47686E2F9B3}" srcOrd="0" destOrd="0" presId="urn:microsoft.com/office/officeart/2005/8/layout/hList1"/>
    <dgm:cxn modelId="{E5736CAA-9807-482D-9589-3E3DD81C3A35}" type="presParOf" srcId="{11AB24E8-CFA7-45FA-9B98-A8126186F18C}" destId="{92F71E35-B144-4511-B5C4-BA344451C3E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B8B31D6-D5CB-4083-928F-F94210DD9A18}"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472E58B5-2C1F-45B8-BD0E-69ADD1A295BB}">
      <dgm:prSet phldrT="[Text]" custT="1"/>
      <dgm:spPr/>
      <dgm:t>
        <a:bodyPr/>
        <a:lstStyle/>
        <a:p>
          <a:r>
            <a:rPr lang="en-US" sz="2400" b="1" dirty="0">
              <a:solidFill>
                <a:schemeClr val="bg1"/>
              </a:solidFill>
              <a:effectLst>
                <a:outerShdw blurRad="38100" dist="38100" dir="2700000" algn="tl">
                  <a:srgbClr val="000000">
                    <a:alpha val="43137"/>
                  </a:srgbClr>
                </a:outerShdw>
              </a:effectLst>
              <a:latin typeface="Arial" panose="020B0604020202020204" pitchFamily="34" charset="0"/>
              <a:ea typeface="+mn-ea"/>
              <a:cs typeface="+mn-cs"/>
            </a:rPr>
            <a:t>Leakage Current</a:t>
          </a:r>
          <a:endParaRPr lang="en-IN" sz="2400" b="1" dirty="0">
            <a:solidFill>
              <a:schemeClr val="bg1"/>
            </a:solidFill>
            <a:effectLst>
              <a:outerShdw blurRad="38100" dist="38100" dir="2700000" algn="tl">
                <a:srgbClr val="000000">
                  <a:alpha val="43137"/>
                </a:srgbClr>
              </a:outerShdw>
            </a:effectLst>
          </a:endParaRPr>
        </a:p>
      </dgm:t>
    </dgm:pt>
    <dgm:pt modelId="{7555AE2C-9869-4E26-B709-F925FBFFBD12}" type="parTrans" cxnId="{81B74B73-47A4-4CF1-B683-330BAE201EF5}">
      <dgm:prSet/>
      <dgm:spPr/>
      <dgm:t>
        <a:bodyPr/>
        <a:lstStyle/>
        <a:p>
          <a:endParaRPr lang="en-IN"/>
        </a:p>
      </dgm:t>
    </dgm:pt>
    <dgm:pt modelId="{A2F04646-00D2-4DBA-B07E-329CB4934FD2}" type="sibTrans" cxnId="{81B74B73-47A4-4CF1-B683-330BAE201EF5}">
      <dgm:prSet/>
      <dgm:spPr/>
      <dgm:t>
        <a:bodyPr/>
        <a:lstStyle/>
        <a:p>
          <a:endParaRPr lang="en-IN"/>
        </a:p>
      </dgm:t>
    </dgm:pt>
    <dgm:pt modelId="{E907C1DB-38A2-4989-88C3-182F637DD9F6}">
      <dgm:prSet phldrT="[Text]"/>
      <dgm:spPr/>
      <dgm:t>
        <a:bodyPr/>
        <a:lstStyle/>
        <a:p>
          <a:pPr algn="just"/>
          <a:r>
            <a:rPr lang="en-US" b="1" i="0" dirty="0"/>
            <a:t>The leakage consists of any current</a:t>
          </a:r>
          <a:r>
            <a:rPr lang="en-US" b="0" i="0" dirty="0"/>
            <a:t>, including capacitively coupled current, not intended to be applied to a patient, but </a:t>
          </a:r>
          <a:r>
            <a:rPr lang="en-US" b="1" i="0" dirty="0"/>
            <a:t>which may pass from exposed metal parts of an appliance to the ground or to other accessible parts of an appliance</a:t>
          </a:r>
          <a:r>
            <a:rPr lang="en-US" b="0" i="0" dirty="0"/>
            <a:t>.</a:t>
          </a:r>
          <a:endParaRPr lang="en-IN" dirty="0"/>
        </a:p>
      </dgm:t>
    </dgm:pt>
    <dgm:pt modelId="{5E6D9B32-4CE3-4091-92E4-05C6A15CA376}" type="parTrans" cxnId="{82087146-7E8D-40BD-BD70-0D0B94E5F86A}">
      <dgm:prSet/>
      <dgm:spPr/>
      <dgm:t>
        <a:bodyPr/>
        <a:lstStyle/>
        <a:p>
          <a:endParaRPr lang="en-IN"/>
        </a:p>
      </dgm:t>
    </dgm:pt>
    <dgm:pt modelId="{8E634214-83B7-475F-8DAE-C4A4C93D6D27}" type="sibTrans" cxnId="{82087146-7E8D-40BD-BD70-0D0B94E5F86A}">
      <dgm:prSet/>
      <dgm:spPr/>
      <dgm:t>
        <a:bodyPr/>
        <a:lstStyle/>
        <a:p>
          <a:endParaRPr lang="en-IN"/>
        </a:p>
      </dgm:t>
    </dgm:pt>
    <dgm:pt modelId="{5CF7152E-8F58-4CC7-9BB8-58AC9E16E98A}">
      <dgm:prSet/>
      <dgm:spPr/>
      <dgm:t>
        <a:bodyPr/>
        <a:lstStyle/>
        <a:p>
          <a:pPr algn="just"/>
          <a:r>
            <a:rPr lang="en-US" b="0" i="0" dirty="0"/>
            <a:t>Normally, this current is shunted around the patient via the ground conductor in the power cord. However, as this current increases, it can become a hazard to the patient.</a:t>
          </a:r>
        </a:p>
      </dgm:t>
    </dgm:pt>
    <dgm:pt modelId="{4A9C3CDD-261A-4FBC-B679-01AB1D7016CD}" type="parTrans" cxnId="{4B8E78A7-BF2B-40F1-95E3-6C71CE8578F8}">
      <dgm:prSet/>
      <dgm:spPr/>
      <dgm:t>
        <a:bodyPr/>
        <a:lstStyle/>
        <a:p>
          <a:endParaRPr lang="en-IN"/>
        </a:p>
      </dgm:t>
    </dgm:pt>
    <dgm:pt modelId="{99F9FF16-1211-4491-A075-A35B63D16203}" type="sibTrans" cxnId="{4B8E78A7-BF2B-40F1-95E3-6C71CE8578F8}">
      <dgm:prSet/>
      <dgm:spPr/>
      <dgm:t>
        <a:bodyPr/>
        <a:lstStyle/>
        <a:p>
          <a:endParaRPr lang="en-IN"/>
        </a:p>
      </dgm:t>
    </dgm:pt>
    <dgm:pt modelId="{2C6DFBB0-6210-43A7-AB13-420ED0F0A746}">
      <dgm:prSet/>
      <dgm:spPr/>
      <dgm:t>
        <a:bodyPr/>
        <a:lstStyle/>
        <a:p>
          <a:pPr algn="just"/>
          <a:r>
            <a:rPr lang="en-US" b="0" i="0" dirty="0"/>
            <a:t>Without proper use of grounding, leakage currents could reach values of 1,000 </a:t>
          </a:r>
          <a:r>
            <a:rPr lang="en-US" b="0" i="0" dirty="0" err="1"/>
            <a:t>μA</a:t>
          </a:r>
          <a:r>
            <a:rPr lang="en-US" b="0" i="0" dirty="0"/>
            <a:t> before the problem is perceived. </a:t>
          </a:r>
        </a:p>
      </dgm:t>
    </dgm:pt>
    <dgm:pt modelId="{431D6229-C9AB-4D79-898A-3AE9DA38BF6E}" type="parTrans" cxnId="{FF7B7540-6032-4FD1-81E4-9F27324A1BCE}">
      <dgm:prSet/>
      <dgm:spPr/>
      <dgm:t>
        <a:bodyPr/>
        <a:lstStyle/>
        <a:p>
          <a:endParaRPr lang="en-IN"/>
        </a:p>
      </dgm:t>
    </dgm:pt>
    <dgm:pt modelId="{4724BC94-8DF2-4FA9-891E-0F3779DA7D08}" type="sibTrans" cxnId="{FF7B7540-6032-4FD1-81E4-9F27324A1BCE}">
      <dgm:prSet/>
      <dgm:spPr/>
      <dgm:t>
        <a:bodyPr/>
        <a:lstStyle/>
        <a:p>
          <a:endParaRPr lang="en-IN"/>
        </a:p>
      </dgm:t>
    </dgm:pt>
    <dgm:pt modelId="{1023C342-707D-4B50-8B2C-1C17A048B145}">
      <dgm:prSet phldrT="[Text]"/>
      <dgm:spPr/>
      <dgm:t>
        <a:bodyPr/>
        <a:lstStyle/>
        <a:p>
          <a:pPr algn="just"/>
          <a:r>
            <a:rPr lang="en-US" b="1" i="0" dirty="0"/>
            <a:t>Leakage currents are involuntary currents that flow when a resource or electrical medical device is operating in a normal, faultless state</a:t>
          </a:r>
          <a:r>
            <a:rPr lang="en-US" b="0" i="0" dirty="0"/>
            <a:t>. </a:t>
          </a:r>
          <a:endParaRPr lang="en-IN" dirty="0"/>
        </a:p>
      </dgm:t>
    </dgm:pt>
    <dgm:pt modelId="{7F8FCC4B-3944-441C-9B0F-6EBD8AB9F85A}" type="parTrans" cxnId="{0B5EA05A-0737-4586-B1FE-7B3B512419FB}">
      <dgm:prSet/>
      <dgm:spPr/>
      <dgm:t>
        <a:bodyPr/>
        <a:lstStyle/>
        <a:p>
          <a:endParaRPr lang="en-IN"/>
        </a:p>
      </dgm:t>
    </dgm:pt>
    <dgm:pt modelId="{E510FB75-3214-46E6-A029-8ABF8F5E599A}" type="sibTrans" cxnId="{0B5EA05A-0737-4586-B1FE-7B3B512419FB}">
      <dgm:prSet/>
      <dgm:spPr/>
      <dgm:t>
        <a:bodyPr/>
        <a:lstStyle/>
        <a:p>
          <a:endParaRPr lang="en-IN"/>
        </a:p>
      </dgm:t>
    </dgm:pt>
    <dgm:pt modelId="{8B15A912-0244-4192-AACA-2657EDA7DA75}">
      <dgm:prSet phldrT="[Text]"/>
      <dgm:spPr/>
      <dgm:t>
        <a:bodyPr/>
        <a:lstStyle/>
        <a:p>
          <a:pPr algn="just"/>
          <a:r>
            <a:rPr lang="en-US" b="0" i="0" dirty="0"/>
            <a:t>Therefore, leakage currents are not fault currents. Fault currents only occur in the event of a fault (e.g., defective insulation). </a:t>
          </a:r>
          <a:endParaRPr lang="en-IN" dirty="0"/>
        </a:p>
      </dgm:t>
    </dgm:pt>
    <dgm:pt modelId="{9B1E8E9C-BFDB-40DE-A037-85BB2020B8DD}" type="parTrans" cxnId="{AF6ACFE1-5738-442B-9CCA-E992C111451E}">
      <dgm:prSet/>
      <dgm:spPr/>
      <dgm:t>
        <a:bodyPr/>
        <a:lstStyle/>
        <a:p>
          <a:endParaRPr lang="en-IN"/>
        </a:p>
      </dgm:t>
    </dgm:pt>
    <dgm:pt modelId="{D0DFDF19-9970-488D-8DBF-3F8B2B69AF44}" type="sibTrans" cxnId="{AF6ACFE1-5738-442B-9CCA-E992C111451E}">
      <dgm:prSet/>
      <dgm:spPr/>
      <dgm:t>
        <a:bodyPr/>
        <a:lstStyle/>
        <a:p>
          <a:endParaRPr lang="en-IN"/>
        </a:p>
      </dgm:t>
    </dgm:pt>
    <dgm:pt modelId="{F5C614C4-2EF3-46F7-B153-072204A601A2}">
      <dgm:prSet phldrT="[Text]"/>
      <dgm:spPr/>
      <dgm:t>
        <a:bodyPr/>
        <a:lstStyle/>
        <a:p>
          <a:pPr algn="just"/>
          <a:r>
            <a:rPr lang="en-US" b="0" i="0" dirty="0"/>
            <a:t>Medical electrical equipment, even though operating perfectly, may still be hazardous to the patient. </a:t>
          </a:r>
          <a:endParaRPr lang="en-IN" dirty="0"/>
        </a:p>
      </dgm:t>
    </dgm:pt>
    <dgm:pt modelId="{2D539854-F85E-43D9-9857-7F29B3FE8589}" type="parTrans" cxnId="{EE8CE37B-4299-4FC5-9B3F-DA75381DE30A}">
      <dgm:prSet/>
      <dgm:spPr/>
      <dgm:t>
        <a:bodyPr/>
        <a:lstStyle/>
        <a:p>
          <a:endParaRPr lang="en-IN"/>
        </a:p>
      </dgm:t>
    </dgm:pt>
    <dgm:pt modelId="{7F8BF69C-5524-48DC-8090-16B5F39F3F7D}" type="sibTrans" cxnId="{EE8CE37B-4299-4FC5-9B3F-DA75381DE30A}">
      <dgm:prSet/>
      <dgm:spPr/>
      <dgm:t>
        <a:bodyPr/>
        <a:lstStyle/>
        <a:p>
          <a:endParaRPr lang="en-IN"/>
        </a:p>
      </dgm:t>
    </dgm:pt>
    <dgm:pt modelId="{24534420-995C-4D38-B015-7BB0B9293AE2}">
      <dgm:prSet/>
      <dgm:spPr/>
      <dgm:t>
        <a:bodyPr/>
        <a:lstStyle/>
        <a:p>
          <a:pPr algn="just"/>
          <a:r>
            <a:rPr lang="en-US" b="0" i="0" dirty="0"/>
            <a:t>This is because every piece of electrical equipment produces a </a:t>
          </a:r>
          <a:r>
            <a:rPr lang="en-US" b="1" i="0" dirty="0"/>
            <a:t>leakage current</a:t>
          </a:r>
          <a:r>
            <a:rPr lang="en-US" b="0" i="0" dirty="0"/>
            <a:t>.</a:t>
          </a:r>
          <a:endParaRPr lang="en-IN" dirty="0"/>
        </a:p>
      </dgm:t>
    </dgm:pt>
    <dgm:pt modelId="{EBAE9101-E365-4A00-B38E-1A426CC05853}" type="parTrans" cxnId="{51E44337-C4E1-454A-8497-A9793281D363}">
      <dgm:prSet/>
      <dgm:spPr/>
      <dgm:t>
        <a:bodyPr/>
        <a:lstStyle/>
        <a:p>
          <a:endParaRPr lang="en-IN"/>
        </a:p>
      </dgm:t>
    </dgm:pt>
    <dgm:pt modelId="{08CD9656-463B-40A7-998F-FC34D91A9A7E}" type="sibTrans" cxnId="{51E44337-C4E1-454A-8497-A9793281D363}">
      <dgm:prSet/>
      <dgm:spPr/>
      <dgm:t>
        <a:bodyPr/>
        <a:lstStyle/>
        <a:p>
          <a:endParaRPr lang="en-IN"/>
        </a:p>
      </dgm:t>
    </dgm:pt>
    <dgm:pt modelId="{D8B91E12-4B1E-4167-8431-2331108F0ED9}">
      <dgm:prSet/>
      <dgm:spPr/>
      <dgm:t>
        <a:bodyPr/>
        <a:lstStyle/>
        <a:p>
          <a:pPr algn="just"/>
          <a:r>
            <a:rPr lang="en-US" b="0" i="0" dirty="0"/>
            <a:t>A patient can be injured by a leakage current of as little as 10 to 180 </a:t>
          </a:r>
          <a:r>
            <a:rPr lang="en-US" b="0" i="0" dirty="0" err="1"/>
            <a:t>μA</a:t>
          </a:r>
          <a:r>
            <a:rPr lang="en-US" b="0" i="0" dirty="0"/>
            <a:t>. Ventricular fibrillation can also occur from exposure to this leakage current.</a:t>
          </a:r>
        </a:p>
      </dgm:t>
    </dgm:pt>
    <dgm:pt modelId="{009BBF4A-AA8A-4D50-8CBC-17E892E7FB8A}" type="parTrans" cxnId="{4D40E656-CCFA-4E4E-9D64-98C6587D8718}">
      <dgm:prSet/>
      <dgm:spPr/>
      <dgm:t>
        <a:bodyPr/>
        <a:lstStyle/>
        <a:p>
          <a:endParaRPr lang="en-IN"/>
        </a:p>
      </dgm:t>
    </dgm:pt>
    <dgm:pt modelId="{883176DB-59DD-4A22-A5C3-D78F3D59F457}" type="sibTrans" cxnId="{4D40E656-CCFA-4E4E-9D64-98C6587D8718}">
      <dgm:prSet/>
      <dgm:spPr/>
      <dgm:t>
        <a:bodyPr/>
        <a:lstStyle/>
        <a:p>
          <a:endParaRPr lang="en-IN"/>
        </a:p>
      </dgm:t>
    </dgm:pt>
    <dgm:pt modelId="{830807D5-6BF2-4E7F-90DC-CB08F3137401}" type="pres">
      <dgm:prSet presAssocID="{DB8B31D6-D5CB-4083-928F-F94210DD9A18}" presName="Name0" presStyleCnt="0">
        <dgm:presLayoutVars>
          <dgm:dir/>
          <dgm:animLvl val="lvl"/>
          <dgm:resizeHandles val="exact"/>
        </dgm:presLayoutVars>
      </dgm:prSet>
      <dgm:spPr/>
      <dgm:t>
        <a:bodyPr/>
        <a:lstStyle/>
        <a:p>
          <a:endParaRPr lang="en-IN"/>
        </a:p>
      </dgm:t>
    </dgm:pt>
    <dgm:pt modelId="{67EE6163-28E6-41AF-A9AA-A49902AAA808}" type="pres">
      <dgm:prSet presAssocID="{472E58B5-2C1F-45B8-BD0E-69ADD1A295BB}" presName="composite" presStyleCnt="0"/>
      <dgm:spPr/>
    </dgm:pt>
    <dgm:pt modelId="{976668C2-6799-4387-8169-7BC6F15C3845}" type="pres">
      <dgm:prSet presAssocID="{472E58B5-2C1F-45B8-BD0E-69ADD1A295BB}" presName="parTx" presStyleLbl="alignNode1" presStyleIdx="0" presStyleCnt="1">
        <dgm:presLayoutVars>
          <dgm:chMax val="0"/>
          <dgm:chPref val="0"/>
          <dgm:bulletEnabled val="1"/>
        </dgm:presLayoutVars>
      </dgm:prSet>
      <dgm:spPr/>
      <dgm:t>
        <a:bodyPr/>
        <a:lstStyle/>
        <a:p>
          <a:endParaRPr lang="en-IN"/>
        </a:p>
      </dgm:t>
    </dgm:pt>
    <dgm:pt modelId="{29C52585-CAD8-4C9F-B208-AD0AA7B43A4F}" type="pres">
      <dgm:prSet presAssocID="{472E58B5-2C1F-45B8-BD0E-69ADD1A295BB}" presName="desTx" presStyleLbl="alignAccFollowNode1" presStyleIdx="0" presStyleCnt="1">
        <dgm:presLayoutVars>
          <dgm:bulletEnabled val="1"/>
        </dgm:presLayoutVars>
      </dgm:prSet>
      <dgm:spPr/>
      <dgm:t>
        <a:bodyPr/>
        <a:lstStyle/>
        <a:p>
          <a:endParaRPr lang="en-IN"/>
        </a:p>
      </dgm:t>
    </dgm:pt>
  </dgm:ptLst>
  <dgm:cxnLst>
    <dgm:cxn modelId="{EE8CE37B-4299-4FC5-9B3F-DA75381DE30A}" srcId="{472E58B5-2C1F-45B8-BD0E-69ADD1A295BB}" destId="{F5C614C4-2EF3-46F7-B153-072204A601A2}" srcOrd="0" destOrd="0" parTransId="{2D539854-F85E-43D9-9857-7F29B3FE8589}" sibTransId="{7F8BF69C-5524-48DC-8090-16B5F39F3F7D}"/>
    <dgm:cxn modelId="{FF7B7540-6032-4FD1-81E4-9F27324A1BCE}" srcId="{472E58B5-2C1F-45B8-BD0E-69ADD1A295BB}" destId="{2C6DFBB0-6210-43A7-AB13-420ED0F0A746}" srcOrd="6" destOrd="0" parTransId="{431D6229-C9AB-4D79-898A-3AE9DA38BF6E}" sibTransId="{4724BC94-8DF2-4FA9-891E-0F3779DA7D08}"/>
    <dgm:cxn modelId="{B70B7CFE-23AB-4D55-BE90-8107C8F70D3C}" type="presOf" srcId="{E907C1DB-38A2-4989-88C3-182F637DD9F6}" destId="{29C52585-CAD8-4C9F-B208-AD0AA7B43A4F}" srcOrd="0" destOrd="4" presId="urn:microsoft.com/office/officeart/2005/8/layout/hList1"/>
    <dgm:cxn modelId="{53A1546E-63F8-4EFD-B155-099D8489C1A4}" type="presOf" srcId="{1023C342-707D-4B50-8B2C-1C17A048B145}" destId="{29C52585-CAD8-4C9F-B208-AD0AA7B43A4F}" srcOrd="0" destOrd="2" presId="urn:microsoft.com/office/officeart/2005/8/layout/hList1"/>
    <dgm:cxn modelId="{81B74B73-47A4-4CF1-B683-330BAE201EF5}" srcId="{DB8B31D6-D5CB-4083-928F-F94210DD9A18}" destId="{472E58B5-2C1F-45B8-BD0E-69ADD1A295BB}" srcOrd="0" destOrd="0" parTransId="{7555AE2C-9869-4E26-B709-F925FBFFBD12}" sibTransId="{A2F04646-00D2-4DBA-B07E-329CB4934FD2}"/>
    <dgm:cxn modelId="{62E98C8E-1B81-4B6F-94B2-46A34037EC65}" type="presOf" srcId="{F5C614C4-2EF3-46F7-B153-072204A601A2}" destId="{29C52585-CAD8-4C9F-B208-AD0AA7B43A4F}" srcOrd="0" destOrd="0" presId="urn:microsoft.com/office/officeart/2005/8/layout/hList1"/>
    <dgm:cxn modelId="{51E44337-C4E1-454A-8497-A9793281D363}" srcId="{472E58B5-2C1F-45B8-BD0E-69ADD1A295BB}" destId="{24534420-995C-4D38-B015-7BB0B9293AE2}" srcOrd="1" destOrd="0" parTransId="{EBAE9101-E365-4A00-B38E-1A426CC05853}" sibTransId="{08CD9656-463B-40A7-998F-FC34D91A9A7E}"/>
    <dgm:cxn modelId="{0B5EA05A-0737-4586-B1FE-7B3B512419FB}" srcId="{472E58B5-2C1F-45B8-BD0E-69ADD1A295BB}" destId="{1023C342-707D-4B50-8B2C-1C17A048B145}" srcOrd="2" destOrd="0" parTransId="{7F8FCC4B-3944-441C-9B0F-6EBD8AB9F85A}" sibTransId="{E510FB75-3214-46E6-A029-8ABF8F5E599A}"/>
    <dgm:cxn modelId="{0CEC4882-5313-4AEA-BDB7-17047366952B}" type="presOf" srcId="{2C6DFBB0-6210-43A7-AB13-420ED0F0A746}" destId="{29C52585-CAD8-4C9F-B208-AD0AA7B43A4F}" srcOrd="0" destOrd="6" presId="urn:microsoft.com/office/officeart/2005/8/layout/hList1"/>
    <dgm:cxn modelId="{ADC42865-45A2-409C-844B-56A51270E9B4}" type="presOf" srcId="{D8B91E12-4B1E-4167-8431-2331108F0ED9}" destId="{29C52585-CAD8-4C9F-B208-AD0AA7B43A4F}" srcOrd="0" destOrd="7" presId="urn:microsoft.com/office/officeart/2005/8/layout/hList1"/>
    <dgm:cxn modelId="{4B8E78A7-BF2B-40F1-95E3-6C71CE8578F8}" srcId="{472E58B5-2C1F-45B8-BD0E-69ADD1A295BB}" destId="{5CF7152E-8F58-4CC7-9BB8-58AC9E16E98A}" srcOrd="5" destOrd="0" parTransId="{4A9C3CDD-261A-4FBC-B679-01AB1D7016CD}" sibTransId="{99F9FF16-1211-4491-A075-A35B63D16203}"/>
    <dgm:cxn modelId="{050CD084-87A0-4DC0-A2D1-6A1593502B45}" type="presOf" srcId="{DB8B31D6-D5CB-4083-928F-F94210DD9A18}" destId="{830807D5-6BF2-4E7F-90DC-CB08F3137401}" srcOrd="0" destOrd="0" presId="urn:microsoft.com/office/officeart/2005/8/layout/hList1"/>
    <dgm:cxn modelId="{292A0A81-D0D5-4133-AFB7-712058458049}" type="presOf" srcId="{8B15A912-0244-4192-AACA-2657EDA7DA75}" destId="{29C52585-CAD8-4C9F-B208-AD0AA7B43A4F}" srcOrd="0" destOrd="3" presId="urn:microsoft.com/office/officeart/2005/8/layout/hList1"/>
    <dgm:cxn modelId="{19EABEC5-1386-415F-98BD-07D137D45453}" type="presOf" srcId="{472E58B5-2C1F-45B8-BD0E-69ADD1A295BB}" destId="{976668C2-6799-4387-8169-7BC6F15C3845}" srcOrd="0" destOrd="0" presId="urn:microsoft.com/office/officeart/2005/8/layout/hList1"/>
    <dgm:cxn modelId="{DAD03BA5-B4D8-4756-BE88-038C0E8AF4AB}" type="presOf" srcId="{5CF7152E-8F58-4CC7-9BB8-58AC9E16E98A}" destId="{29C52585-CAD8-4C9F-B208-AD0AA7B43A4F}" srcOrd="0" destOrd="5" presId="urn:microsoft.com/office/officeart/2005/8/layout/hList1"/>
    <dgm:cxn modelId="{EF951948-CEEA-4898-8E53-1140A21C2140}" type="presOf" srcId="{24534420-995C-4D38-B015-7BB0B9293AE2}" destId="{29C52585-CAD8-4C9F-B208-AD0AA7B43A4F}" srcOrd="0" destOrd="1" presId="urn:microsoft.com/office/officeart/2005/8/layout/hList1"/>
    <dgm:cxn modelId="{AF6ACFE1-5738-442B-9CCA-E992C111451E}" srcId="{472E58B5-2C1F-45B8-BD0E-69ADD1A295BB}" destId="{8B15A912-0244-4192-AACA-2657EDA7DA75}" srcOrd="3" destOrd="0" parTransId="{9B1E8E9C-BFDB-40DE-A037-85BB2020B8DD}" sibTransId="{D0DFDF19-9970-488D-8DBF-3F8B2B69AF44}"/>
    <dgm:cxn modelId="{82087146-7E8D-40BD-BD70-0D0B94E5F86A}" srcId="{472E58B5-2C1F-45B8-BD0E-69ADD1A295BB}" destId="{E907C1DB-38A2-4989-88C3-182F637DD9F6}" srcOrd="4" destOrd="0" parTransId="{5E6D9B32-4CE3-4091-92E4-05C6A15CA376}" sibTransId="{8E634214-83B7-475F-8DAE-C4A4C93D6D27}"/>
    <dgm:cxn modelId="{4D40E656-CCFA-4E4E-9D64-98C6587D8718}" srcId="{2C6DFBB0-6210-43A7-AB13-420ED0F0A746}" destId="{D8B91E12-4B1E-4167-8431-2331108F0ED9}" srcOrd="0" destOrd="0" parTransId="{009BBF4A-AA8A-4D50-8CBC-17E892E7FB8A}" sibTransId="{883176DB-59DD-4A22-A5C3-D78F3D59F457}"/>
    <dgm:cxn modelId="{DA1B65DF-D452-4449-8318-3D97E9ED0681}" type="presParOf" srcId="{830807D5-6BF2-4E7F-90DC-CB08F3137401}" destId="{67EE6163-28E6-41AF-A9AA-A49902AAA808}" srcOrd="0" destOrd="0" presId="urn:microsoft.com/office/officeart/2005/8/layout/hList1"/>
    <dgm:cxn modelId="{561CB82B-EB71-400A-9AA1-1E639BAE281E}" type="presParOf" srcId="{67EE6163-28E6-41AF-A9AA-A49902AAA808}" destId="{976668C2-6799-4387-8169-7BC6F15C3845}" srcOrd="0" destOrd="0" presId="urn:microsoft.com/office/officeart/2005/8/layout/hList1"/>
    <dgm:cxn modelId="{9ECBD08D-C888-49F8-BAD8-868841653792}" type="presParOf" srcId="{67EE6163-28E6-41AF-A9AA-A49902AAA808}" destId="{29C52585-CAD8-4C9F-B208-AD0AA7B43A4F}"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13CFB90-2893-4780-8F3C-85D1EC44686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869F71A9-90B5-4C45-B070-B9507C97D6CC}">
      <dgm:prSet phldrT="[Text]" custT="1"/>
      <dgm:spPr/>
      <dgm:t>
        <a:bodyPr/>
        <a:lstStyle/>
        <a:p>
          <a:r>
            <a:rPr lang="en-IN" sz="2800" b="1" i="0" dirty="0"/>
            <a:t>Electrical Shock Hazards</a:t>
          </a:r>
          <a:endParaRPr lang="en-IN" sz="2800" b="1" dirty="0"/>
        </a:p>
      </dgm:t>
    </dgm:pt>
    <dgm:pt modelId="{AC289625-6317-47D5-827D-D38B2654A22D}" type="parTrans" cxnId="{C8D85C89-60A2-42F1-921C-8D0B3035E631}">
      <dgm:prSet/>
      <dgm:spPr/>
      <dgm:t>
        <a:bodyPr/>
        <a:lstStyle/>
        <a:p>
          <a:endParaRPr lang="en-IN"/>
        </a:p>
      </dgm:t>
    </dgm:pt>
    <dgm:pt modelId="{E76F2798-74CA-4EF0-B490-76441FB1B16F}" type="sibTrans" cxnId="{C8D85C89-60A2-42F1-921C-8D0B3035E631}">
      <dgm:prSet/>
      <dgm:spPr/>
      <dgm:t>
        <a:bodyPr/>
        <a:lstStyle/>
        <a:p>
          <a:endParaRPr lang="en-IN"/>
        </a:p>
      </dgm:t>
    </dgm:pt>
    <dgm:pt modelId="{8689B4CC-D237-465F-B058-094BDE7D36AC}">
      <dgm:prSet custT="1"/>
      <dgm:spPr/>
      <dgm:t>
        <a:bodyPr/>
        <a:lstStyle/>
        <a:p>
          <a:pPr algn="just"/>
          <a:r>
            <a:rPr lang="en-US" sz="2200" b="0" i="0" dirty="0"/>
            <a:t>The </a:t>
          </a:r>
          <a:r>
            <a:rPr lang="en-US" sz="2200" b="1" i="0" dirty="0"/>
            <a:t>severity and effects </a:t>
          </a:r>
          <a:r>
            <a:rPr lang="en-US" sz="2200" b="0" i="0" dirty="0"/>
            <a:t>of an electrical shock depend on a number of factors, such as the </a:t>
          </a:r>
          <a:r>
            <a:rPr lang="en-US" sz="2200" b="1" i="0" dirty="0"/>
            <a:t>pathway through the body, the amount of current, the length of time of the exposure, and whether the skin is wet or dry</a:t>
          </a:r>
          <a:r>
            <a:rPr lang="en-US" sz="2200" b="0" i="0" dirty="0"/>
            <a:t>.  Water is a great conductor of electricity, allowing current to flow more easily in wet conditions and through wet skin.</a:t>
          </a:r>
        </a:p>
      </dgm:t>
    </dgm:pt>
    <dgm:pt modelId="{5527C2AA-E34C-4BF2-A3B8-1D746A750F80}" type="parTrans" cxnId="{B07718F7-E77F-4EB2-9384-0F58C4D25BFB}">
      <dgm:prSet/>
      <dgm:spPr/>
      <dgm:t>
        <a:bodyPr/>
        <a:lstStyle/>
        <a:p>
          <a:endParaRPr lang="en-IN"/>
        </a:p>
      </dgm:t>
    </dgm:pt>
    <dgm:pt modelId="{2C210E99-3476-4BE2-9A42-666437AF9C69}" type="sibTrans" cxnId="{B07718F7-E77F-4EB2-9384-0F58C4D25BFB}">
      <dgm:prSet/>
      <dgm:spPr/>
      <dgm:t>
        <a:bodyPr/>
        <a:lstStyle/>
        <a:p>
          <a:endParaRPr lang="en-IN"/>
        </a:p>
      </dgm:t>
    </dgm:pt>
    <dgm:pt modelId="{090B9570-80CC-4EE6-A370-71CC162123D1}">
      <dgm:prSet custT="1"/>
      <dgm:spPr/>
      <dgm:t>
        <a:bodyPr/>
        <a:lstStyle/>
        <a:p>
          <a:pPr algn="just"/>
          <a:r>
            <a:rPr lang="en-US" sz="2200" b="0" i="0" dirty="0"/>
            <a:t>The effect of the shock may range from a slight tingle to severe burns to cardiac arrest. </a:t>
          </a:r>
        </a:p>
      </dgm:t>
    </dgm:pt>
    <dgm:pt modelId="{BF0476CE-D932-453C-960C-AD3B51677CB5}" type="parTrans" cxnId="{F4491083-4E79-4BD5-9103-CC5AD5BBFFE8}">
      <dgm:prSet/>
      <dgm:spPr/>
      <dgm:t>
        <a:bodyPr/>
        <a:lstStyle/>
        <a:p>
          <a:endParaRPr lang="en-IN"/>
        </a:p>
      </dgm:t>
    </dgm:pt>
    <dgm:pt modelId="{FD6C721A-905E-4CAC-8B8E-4A8FA5891131}" type="sibTrans" cxnId="{F4491083-4E79-4BD5-9103-CC5AD5BBFFE8}">
      <dgm:prSet/>
      <dgm:spPr/>
      <dgm:t>
        <a:bodyPr/>
        <a:lstStyle/>
        <a:p>
          <a:endParaRPr lang="en-IN"/>
        </a:p>
      </dgm:t>
    </dgm:pt>
    <dgm:pt modelId="{11F11615-05B3-4560-830D-3E98728286FC}">
      <dgm:prSet phldrT="[Text]" custT="1"/>
      <dgm:spPr/>
      <dgm:t>
        <a:bodyPr/>
        <a:lstStyle/>
        <a:p>
          <a:pPr algn="just"/>
          <a:r>
            <a:rPr lang="en-US" sz="2200" b="1" i="0" dirty="0"/>
            <a:t>Electrical shock occurs when the body becomes part of the electric circuit</a:t>
          </a:r>
          <a:r>
            <a:rPr lang="en-US" sz="2200" b="0" i="0" dirty="0"/>
            <a:t>, either when an individual comes in contact with both wires of an electrical circuit, one wire of an energized circuit and the ground, or a metallic part that has become energized by contact with an electrical conductor.</a:t>
          </a:r>
          <a:endParaRPr lang="en-IN" sz="2200" b="1" dirty="0"/>
        </a:p>
      </dgm:t>
    </dgm:pt>
    <dgm:pt modelId="{ED465C4B-FC8D-4F6C-852A-CD12E882F753}" type="parTrans" cxnId="{11F1B25C-8ABC-4F43-A9DB-6BB22A2EAB83}">
      <dgm:prSet/>
      <dgm:spPr/>
      <dgm:t>
        <a:bodyPr/>
        <a:lstStyle/>
        <a:p>
          <a:endParaRPr lang="en-IN"/>
        </a:p>
      </dgm:t>
    </dgm:pt>
    <dgm:pt modelId="{501B5123-D606-4EBD-88E6-1C5238CED5AA}" type="sibTrans" cxnId="{11F1B25C-8ABC-4F43-A9DB-6BB22A2EAB83}">
      <dgm:prSet/>
      <dgm:spPr/>
      <dgm:t>
        <a:bodyPr/>
        <a:lstStyle/>
        <a:p>
          <a:endParaRPr lang="en-IN"/>
        </a:p>
      </dgm:t>
    </dgm:pt>
    <dgm:pt modelId="{7B94190A-8C7A-4B4C-8A02-A66BABE02C6E}">
      <dgm:prSet custT="1"/>
      <dgm:spPr/>
      <dgm:t>
        <a:bodyPr/>
        <a:lstStyle/>
        <a:p>
          <a:pPr algn="just"/>
          <a:r>
            <a:rPr lang="en-US" sz="2200" b="0" i="0" dirty="0"/>
            <a:t>Potential places where this can happen include:</a:t>
          </a:r>
        </a:p>
      </dgm:t>
    </dgm:pt>
    <dgm:pt modelId="{3DD91E47-4364-42DE-B1A0-95D9187AA026}" type="parTrans" cxnId="{F87F5C6E-2036-4890-8B91-ADD94F861D49}">
      <dgm:prSet/>
      <dgm:spPr/>
      <dgm:t>
        <a:bodyPr/>
        <a:lstStyle/>
        <a:p>
          <a:endParaRPr lang="en-IN"/>
        </a:p>
      </dgm:t>
    </dgm:pt>
    <dgm:pt modelId="{E6BB6B06-277B-4586-AB24-245A581BA1EA}" type="sibTrans" cxnId="{F87F5C6E-2036-4890-8B91-ADD94F861D49}">
      <dgm:prSet/>
      <dgm:spPr/>
      <dgm:t>
        <a:bodyPr/>
        <a:lstStyle/>
        <a:p>
          <a:endParaRPr lang="en-IN"/>
        </a:p>
      </dgm:t>
    </dgm:pt>
    <dgm:pt modelId="{4136E9C1-C58A-41CC-BAB5-8C9A5F06B6FC}">
      <dgm:prSet custT="1"/>
      <dgm:spPr/>
      <dgm:t>
        <a:bodyPr/>
        <a:lstStyle/>
        <a:p>
          <a:pPr algn="just">
            <a:buFont typeface="Arial" panose="020B0604020202020204" pitchFamily="34" charset="0"/>
            <a:buChar char="•"/>
          </a:pPr>
          <a:r>
            <a:rPr lang="en-IN" sz="2200" b="0" i="0" dirty="0"/>
            <a:t>Panel boards and switchboards</a:t>
          </a:r>
        </a:p>
      </dgm:t>
    </dgm:pt>
    <dgm:pt modelId="{C40A7C86-C2C1-4089-BF8E-A267F75E99F3}" type="parTrans" cxnId="{77B55993-400C-4CCC-8C32-B65BDE719CBA}">
      <dgm:prSet/>
      <dgm:spPr/>
      <dgm:t>
        <a:bodyPr/>
        <a:lstStyle/>
        <a:p>
          <a:endParaRPr lang="en-IN"/>
        </a:p>
      </dgm:t>
    </dgm:pt>
    <dgm:pt modelId="{175CE706-794D-441B-8689-9CB61DBCF2CF}" type="sibTrans" cxnId="{77B55993-400C-4CCC-8C32-B65BDE719CBA}">
      <dgm:prSet/>
      <dgm:spPr/>
      <dgm:t>
        <a:bodyPr/>
        <a:lstStyle/>
        <a:p>
          <a:endParaRPr lang="en-IN"/>
        </a:p>
      </dgm:t>
    </dgm:pt>
    <dgm:pt modelId="{61A53B5D-A584-4AC6-B88F-BD4BCD7B8C0E}">
      <dgm:prSet custT="1"/>
      <dgm:spPr/>
      <dgm:t>
        <a:bodyPr/>
        <a:lstStyle/>
        <a:p>
          <a:pPr algn="just">
            <a:buFont typeface="Arial" panose="020B0604020202020204" pitchFamily="34" charset="0"/>
            <a:buChar char="•"/>
          </a:pPr>
          <a:r>
            <a:rPr lang="en-IN" sz="2200" b="0" i="0" dirty="0"/>
            <a:t>Motor control </a:t>
          </a:r>
          <a:r>
            <a:rPr lang="en-IN" sz="2200" b="0" i="0" dirty="0" err="1"/>
            <a:t>centers</a:t>
          </a:r>
          <a:endParaRPr lang="en-IN" sz="2200" b="0" i="0" dirty="0"/>
        </a:p>
      </dgm:t>
    </dgm:pt>
    <dgm:pt modelId="{5D1CD7B6-72A8-492E-8634-6E04976D98F5}" type="parTrans" cxnId="{1C22D1C9-6234-4B1F-8BD2-27710A707E8D}">
      <dgm:prSet/>
      <dgm:spPr/>
      <dgm:t>
        <a:bodyPr/>
        <a:lstStyle/>
        <a:p>
          <a:endParaRPr lang="en-IN"/>
        </a:p>
      </dgm:t>
    </dgm:pt>
    <dgm:pt modelId="{6E28E2A3-597C-42DA-923F-8997BA734F7B}" type="sibTrans" cxnId="{1C22D1C9-6234-4B1F-8BD2-27710A707E8D}">
      <dgm:prSet/>
      <dgm:spPr/>
      <dgm:t>
        <a:bodyPr/>
        <a:lstStyle/>
        <a:p>
          <a:endParaRPr lang="en-IN"/>
        </a:p>
      </dgm:t>
    </dgm:pt>
    <dgm:pt modelId="{491EADE5-B6BF-4C30-9BD2-106C28CE0920}">
      <dgm:prSet custT="1"/>
      <dgm:spPr/>
      <dgm:t>
        <a:bodyPr/>
        <a:lstStyle/>
        <a:p>
          <a:pPr algn="just">
            <a:buFont typeface="Arial" panose="020B0604020202020204" pitchFamily="34" charset="0"/>
            <a:buChar char="•"/>
          </a:pPr>
          <a:r>
            <a:rPr lang="en-IN" sz="2200" b="0" i="0" dirty="0"/>
            <a:t> Metal-clad switchgear</a:t>
          </a:r>
        </a:p>
      </dgm:t>
    </dgm:pt>
    <dgm:pt modelId="{CCCBAB66-33E4-4497-A45C-68415CDBB6E2}" type="parTrans" cxnId="{6F77861B-35AE-45E5-B18C-5B4883DD2365}">
      <dgm:prSet/>
      <dgm:spPr/>
      <dgm:t>
        <a:bodyPr/>
        <a:lstStyle/>
        <a:p>
          <a:endParaRPr lang="en-IN"/>
        </a:p>
      </dgm:t>
    </dgm:pt>
    <dgm:pt modelId="{3B995B1D-23B3-4C57-AC16-F39CAEA5AA37}" type="sibTrans" cxnId="{6F77861B-35AE-45E5-B18C-5B4883DD2365}">
      <dgm:prSet/>
      <dgm:spPr/>
      <dgm:t>
        <a:bodyPr/>
        <a:lstStyle/>
        <a:p>
          <a:endParaRPr lang="en-IN"/>
        </a:p>
      </dgm:t>
    </dgm:pt>
    <dgm:pt modelId="{8B88B180-F30A-4F67-A2CF-B2EDC6AAC65A}">
      <dgm:prSet custT="1"/>
      <dgm:spPr/>
      <dgm:t>
        <a:bodyPr/>
        <a:lstStyle/>
        <a:p>
          <a:pPr algn="just">
            <a:buFont typeface="Arial" panose="020B0604020202020204" pitchFamily="34" charset="0"/>
            <a:buChar char="•"/>
          </a:pPr>
          <a:r>
            <a:rPr lang="en-IN" sz="2200" b="0" i="0" dirty="0"/>
            <a:t>Transformers</a:t>
          </a:r>
        </a:p>
      </dgm:t>
    </dgm:pt>
    <dgm:pt modelId="{BF684103-6F9E-4605-9783-E185A0CB47E3}" type="parTrans" cxnId="{11C25E0C-5344-4B7F-B3A9-A55145F9A620}">
      <dgm:prSet/>
      <dgm:spPr/>
      <dgm:t>
        <a:bodyPr/>
        <a:lstStyle/>
        <a:p>
          <a:endParaRPr lang="en-IN"/>
        </a:p>
      </dgm:t>
    </dgm:pt>
    <dgm:pt modelId="{91BB5C25-EE58-46B1-96C7-CB7BB413E060}" type="sibTrans" cxnId="{11C25E0C-5344-4B7F-B3A9-A55145F9A620}">
      <dgm:prSet/>
      <dgm:spPr/>
      <dgm:t>
        <a:bodyPr/>
        <a:lstStyle/>
        <a:p>
          <a:endParaRPr lang="en-IN"/>
        </a:p>
      </dgm:t>
    </dgm:pt>
    <dgm:pt modelId="{81B3968B-7C35-4165-9DC1-BAC6F772E34F}">
      <dgm:prSet custT="1"/>
      <dgm:spPr/>
      <dgm:t>
        <a:bodyPr/>
        <a:lstStyle/>
        <a:p>
          <a:pPr algn="just">
            <a:buFont typeface="Arial" panose="020B0604020202020204" pitchFamily="34" charset="0"/>
            <a:buChar char="•"/>
          </a:pPr>
          <a:r>
            <a:rPr lang="en-US" sz="2200" b="0" i="0" dirty="0"/>
            <a:t>Motor starters and drive cabinets</a:t>
          </a:r>
        </a:p>
      </dgm:t>
    </dgm:pt>
    <dgm:pt modelId="{E7DA9DC4-B2E7-4D79-A914-D0C96085C4F8}" type="parTrans" cxnId="{C3787774-5DBD-4BBC-8CC5-16465987ADD9}">
      <dgm:prSet/>
      <dgm:spPr/>
      <dgm:t>
        <a:bodyPr/>
        <a:lstStyle/>
        <a:p>
          <a:endParaRPr lang="en-IN"/>
        </a:p>
      </dgm:t>
    </dgm:pt>
    <dgm:pt modelId="{8E1D2E01-8BB6-48E1-9FDA-B57573C27A0B}" type="sibTrans" cxnId="{C3787774-5DBD-4BBC-8CC5-16465987ADD9}">
      <dgm:prSet/>
      <dgm:spPr/>
      <dgm:t>
        <a:bodyPr/>
        <a:lstStyle/>
        <a:p>
          <a:endParaRPr lang="en-IN"/>
        </a:p>
      </dgm:t>
    </dgm:pt>
    <dgm:pt modelId="{3F9C6B00-D7BA-4429-85E2-3410B075C107}">
      <dgm:prSet custT="1"/>
      <dgm:spPr/>
      <dgm:t>
        <a:bodyPr/>
        <a:lstStyle/>
        <a:p>
          <a:pPr algn="just">
            <a:buFont typeface="Arial" panose="020B0604020202020204" pitchFamily="34" charset="0"/>
            <a:buChar char="•"/>
          </a:pPr>
          <a:r>
            <a:rPr lang="en-IN" sz="2200" b="0" i="0" dirty="0"/>
            <a:t>Fused disconnects</a:t>
          </a:r>
        </a:p>
      </dgm:t>
    </dgm:pt>
    <dgm:pt modelId="{9558BDE0-AFFD-4C37-AD3B-CDE4CECD3386}" type="parTrans" cxnId="{3627C911-BB27-49FF-A9E1-0991D8899F56}">
      <dgm:prSet/>
      <dgm:spPr/>
      <dgm:t>
        <a:bodyPr/>
        <a:lstStyle/>
        <a:p>
          <a:endParaRPr lang="en-IN"/>
        </a:p>
      </dgm:t>
    </dgm:pt>
    <dgm:pt modelId="{0E021CEC-60EC-4EBA-8240-2C2000527139}" type="sibTrans" cxnId="{3627C911-BB27-49FF-A9E1-0991D8899F56}">
      <dgm:prSet/>
      <dgm:spPr/>
      <dgm:t>
        <a:bodyPr/>
        <a:lstStyle/>
        <a:p>
          <a:endParaRPr lang="en-IN"/>
        </a:p>
      </dgm:t>
    </dgm:pt>
    <dgm:pt modelId="{D6C34766-1836-4A0F-889F-50F9D2E25872}">
      <dgm:prSet custT="1"/>
      <dgm:spPr/>
      <dgm:t>
        <a:bodyPr/>
        <a:lstStyle/>
        <a:p>
          <a:pPr algn="just">
            <a:buFont typeface="Arial" panose="020B0604020202020204" pitchFamily="34" charset="0"/>
            <a:buChar char="•"/>
          </a:pPr>
          <a:r>
            <a:rPr lang="en-US" sz="2200" b="0" i="0" dirty="0"/>
            <a:t>Any place that can have equipment failure</a:t>
          </a:r>
        </a:p>
      </dgm:t>
    </dgm:pt>
    <dgm:pt modelId="{DCA1CDA5-912A-44FD-9785-211B79B521EE}" type="parTrans" cxnId="{A064B7F8-24CF-41F9-B897-4CE9CE7CE57B}">
      <dgm:prSet/>
      <dgm:spPr/>
      <dgm:t>
        <a:bodyPr/>
        <a:lstStyle/>
        <a:p>
          <a:endParaRPr lang="en-IN"/>
        </a:p>
      </dgm:t>
    </dgm:pt>
    <dgm:pt modelId="{8A907F53-71C7-4BA9-958A-AE245D312C05}" type="sibTrans" cxnId="{A064B7F8-24CF-41F9-B897-4CE9CE7CE57B}">
      <dgm:prSet/>
      <dgm:spPr/>
      <dgm:t>
        <a:bodyPr/>
        <a:lstStyle/>
        <a:p>
          <a:endParaRPr lang="en-IN"/>
        </a:p>
      </dgm:t>
    </dgm:pt>
    <dgm:pt modelId="{FED4CB4A-81BF-41E8-933A-68E51E795C31}" type="pres">
      <dgm:prSet presAssocID="{013CFB90-2893-4780-8F3C-85D1EC446866}" presName="Name0" presStyleCnt="0">
        <dgm:presLayoutVars>
          <dgm:dir/>
          <dgm:animLvl val="lvl"/>
          <dgm:resizeHandles val="exact"/>
        </dgm:presLayoutVars>
      </dgm:prSet>
      <dgm:spPr/>
      <dgm:t>
        <a:bodyPr/>
        <a:lstStyle/>
        <a:p>
          <a:endParaRPr lang="en-IN"/>
        </a:p>
      </dgm:t>
    </dgm:pt>
    <dgm:pt modelId="{3349EAD1-C9F5-44D5-8F56-9D727A6A2C7A}" type="pres">
      <dgm:prSet presAssocID="{869F71A9-90B5-4C45-B070-B9507C97D6CC}" presName="composite" presStyleCnt="0"/>
      <dgm:spPr/>
    </dgm:pt>
    <dgm:pt modelId="{061D7674-ED81-40EE-84B0-B6AA952F5424}" type="pres">
      <dgm:prSet presAssocID="{869F71A9-90B5-4C45-B070-B9507C97D6CC}" presName="parTx" presStyleLbl="alignNode1" presStyleIdx="0" presStyleCnt="1" custScaleY="104023" custLinFactNeighborY="-40095">
        <dgm:presLayoutVars>
          <dgm:chMax val="0"/>
          <dgm:chPref val="0"/>
          <dgm:bulletEnabled val="1"/>
        </dgm:presLayoutVars>
      </dgm:prSet>
      <dgm:spPr/>
      <dgm:t>
        <a:bodyPr/>
        <a:lstStyle/>
        <a:p>
          <a:endParaRPr lang="en-IN"/>
        </a:p>
      </dgm:t>
    </dgm:pt>
    <dgm:pt modelId="{D5F7E5A6-924A-433F-91B4-6B6F3F34E102}" type="pres">
      <dgm:prSet presAssocID="{869F71A9-90B5-4C45-B070-B9507C97D6CC}" presName="desTx" presStyleLbl="alignAccFollowNode1" presStyleIdx="0" presStyleCnt="1" custScaleY="100000">
        <dgm:presLayoutVars>
          <dgm:bulletEnabled val="1"/>
        </dgm:presLayoutVars>
      </dgm:prSet>
      <dgm:spPr/>
      <dgm:t>
        <a:bodyPr/>
        <a:lstStyle/>
        <a:p>
          <a:endParaRPr lang="en-IN"/>
        </a:p>
      </dgm:t>
    </dgm:pt>
  </dgm:ptLst>
  <dgm:cxnLst>
    <dgm:cxn modelId="{A7E53715-8320-4254-932D-863BD56DB718}" type="presOf" srcId="{4136E9C1-C58A-41CC-BAB5-8C9A5F06B6FC}" destId="{D5F7E5A6-924A-433F-91B4-6B6F3F34E102}" srcOrd="0" destOrd="4" presId="urn:microsoft.com/office/officeart/2005/8/layout/hList1"/>
    <dgm:cxn modelId="{11F1B25C-8ABC-4F43-A9DB-6BB22A2EAB83}" srcId="{869F71A9-90B5-4C45-B070-B9507C97D6CC}" destId="{11F11615-05B3-4560-830D-3E98728286FC}" srcOrd="0" destOrd="0" parTransId="{ED465C4B-FC8D-4F6C-852A-CD12E882F753}" sibTransId="{501B5123-D606-4EBD-88E6-1C5238CED5AA}"/>
    <dgm:cxn modelId="{3627C911-BB27-49FF-A9E1-0991D8899F56}" srcId="{7B94190A-8C7A-4B4C-8A02-A66BABE02C6E}" destId="{3F9C6B00-D7BA-4429-85E2-3410B075C107}" srcOrd="5" destOrd="0" parTransId="{9558BDE0-AFFD-4C37-AD3B-CDE4CECD3386}" sibTransId="{0E021CEC-60EC-4EBA-8240-2C2000527139}"/>
    <dgm:cxn modelId="{F6AE11C3-5FC4-406A-9AB3-840F1E74D87E}" type="presOf" srcId="{7B94190A-8C7A-4B4C-8A02-A66BABE02C6E}" destId="{D5F7E5A6-924A-433F-91B4-6B6F3F34E102}" srcOrd="0" destOrd="3" presId="urn:microsoft.com/office/officeart/2005/8/layout/hList1"/>
    <dgm:cxn modelId="{C8D85C89-60A2-42F1-921C-8D0B3035E631}" srcId="{013CFB90-2893-4780-8F3C-85D1EC446866}" destId="{869F71A9-90B5-4C45-B070-B9507C97D6CC}" srcOrd="0" destOrd="0" parTransId="{AC289625-6317-47D5-827D-D38B2654A22D}" sibTransId="{E76F2798-74CA-4EF0-B490-76441FB1B16F}"/>
    <dgm:cxn modelId="{1C22D1C9-6234-4B1F-8BD2-27710A707E8D}" srcId="{7B94190A-8C7A-4B4C-8A02-A66BABE02C6E}" destId="{61A53B5D-A584-4AC6-B88F-BD4BCD7B8C0E}" srcOrd="1" destOrd="0" parTransId="{5D1CD7B6-72A8-492E-8634-6E04976D98F5}" sibTransId="{6E28E2A3-597C-42DA-923F-8997BA734F7B}"/>
    <dgm:cxn modelId="{F4491083-4E79-4BD5-9103-CC5AD5BBFFE8}" srcId="{869F71A9-90B5-4C45-B070-B9507C97D6CC}" destId="{090B9570-80CC-4EE6-A370-71CC162123D1}" srcOrd="2" destOrd="0" parTransId="{BF0476CE-D932-453C-960C-AD3B51677CB5}" sibTransId="{FD6C721A-905E-4CAC-8B8E-4A8FA5891131}"/>
    <dgm:cxn modelId="{79093CD1-E9C3-48D9-A2E1-5204757F3E3D}" type="presOf" srcId="{81B3968B-7C35-4165-9DC1-BAC6F772E34F}" destId="{D5F7E5A6-924A-433F-91B4-6B6F3F34E102}" srcOrd="0" destOrd="8" presId="urn:microsoft.com/office/officeart/2005/8/layout/hList1"/>
    <dgm:cxn modelId="{C3787774-5DBD-4BBC-8CC5-16465987ADD9}" srcId="{7B94190A-8C7A-4B4C-8A02-A66BABE02C6E}" destId="{81B3968B-7C35-4165-9DC1-BAC6F772E34F}" srcOrd="4" destOrd="0" parTransId="{E7DA9DC4-B2E7-4D79-A914-D0C96085C4F8}" sibTransId="{8E1D2E01-8BB6-48E1-9FDA-B57573C27A0B}"/>
    <dgm:cxn modelId="{18953769-01CC-4EAA-A80C-E2516510A80A}" type="presOf" srcId="{090B9570-80CC-4EE6-A370-71CC162123D1}" destId="{D5F7E5A6-924A-433F-91B4-6B6F3F34E102}" srcOrd="0" destOrd="2" presId="urn:microsoft.com/office/officeart/2005/8/layout/hList1"/>
    <dgm:cxn modelId="{153627E0-C07D-4D6A-9367-3C87777F3359}" type="presOf" srcId="{013CFB90-2893-4780-8F3C-85D1EC446866}" destId="{FED4CB4A-81BF-41E8-933A-68E51E795C31}" srcOrd="0" destOrd="0" presId="urn:microsoft.com/office/officeart/2005/8/layout/hList1"/>
    <dgm:cxn modelId="{F87F5C6E-2036-4890-8B91-ADD94F861D49}" srcId="{869F71A9-90B5-4C45-B070-B9507C97D6CC}" destId="{7B94190A-8C7A-4B4C-8A02-A66BABE02C6E}" srcOrd="3" destOrd="0" parTransId="{3DD91E47-4364-42DE-B1A0-95D9187AA026}" sibTransId="{E6BB6B06-277B-4586-AB24-245A581BA1EA}"/>
    <dgm:cxn modelId="{1D89D1B7-B16A-4EF1-817A-2D50A898CBDA}" type="presOf" srcId="{8B88B180-F30A-4F67-A2CF-B2EDC6AAC65A}" destId="{D5F7E5A6-924A-433F-91B4-6B6F3F34E102}" srcOrd="0" destOrd="7" presId="urn:microsoft.com/office/officeart/2005/8/layout/hList1"/>
    <dgm:cxn modelId="{77B55993-400C-4CCC-8C32-B65BDE719CBA}" srcId="{7B94190A-8C7A-4B4C-8A02-A66BABE02C6E}" destId="{4136E9C1-C58A-41CC-BAB5-8C9A5F06B6FC}" srcOrd="0" destOrd="0" parTransId="{C40A7C86-C2C1-4089-BF8E-A267F75E99F3}" sibTransId="{175CE706-794D-441B-8689-9CB61DBCF2CF}"/>
    <dgm:cxn modelId="{15BB1B73-E2A4-4AA4-AE69-B0E8365377DD}" type="presOf" srcId="{11F11615-05B3-4560-830D-3E98728286FC}" destId="{D5F7E5A6-924A-433F-91B4-6B6F3F34E102}" srcOrd="0" destOrd="0" presId="urn:microsoft.com/office/officeart/2005/8/layout/hList1"/>
    <dgm:cxn modelId="{71619C3C-7D70-4BF3-80E9-C19EE5B6ABDB}" type="presOf" srcId="{8689B4CC-D237-465F-B058-094BDE7D36AC}" destId="{D5F7E5A6-924A-433F-91B4-6B6F3F34E102}" srcOrd="0" destOrd="1" presId="urn:microsoft.com/office/officeart/2005/8/layout/hList1"/>
    <dgm:cxn modelId="{B07718F7-E77F-4EB2-9384-0F58C4D25BFB}" srcId="{869F71A9-90B5-4C45-B070-B9507C97D6CC}" destId="{8689B4CC-D237-465F-B058-094BDE7D36AC}" srcOrd="1" destOrd="0" parTransId="{5527C2AA-E34C-4BF2-A3B8-1D746A750F80}" sibTransId="{2C210E99-3476-4BE2-9A42-666437AF9C69}"/>
    <dgm:cxn modelId="{80EB9D28-FB56-4F84-BEED-01997C810C20}" type="presOf" srcId="{3F9C6B00-D7BA-4429-85E2-3410B075C107}" destId="{D5F7E5A6-924A-433F-91B4-6B6F3F34E102}" srcOrd="0" destOrd="9" presId="urn:microsoft.com/office/officeart/2005/8/layout/hList1"/>
    <dgm:cxn modelId="{9B1993E8-BD03-4B02-8530-F13BDE53A8B4}" type="presOf" srcId="{491EADE5-B6BF-4C30-9BD2-106C28CE0920}" destId="{D5F7E5A6-924A-433F-91B4-6B6F3F34E102}" srcOrd="0" destOrd="6" presId="urn:microsoft.com/office/officeart/2005/8/layout/hList1"/>
    <dgm:cxn modelId="{A064B7F8-24CF-41F9-B897-4CE9CE7CE57B}" srcId="{7B94190A-8C7A-4B4C-8A02-A66BABE02C6E}" destId="{D6C34766-1836-4A0F-889F-50F9D2E25872}" srcOrd="6" destOrd="0" parTransId="{DCA1CDA5-912A-44FD-9785-211B79B521EE}" sibTransId="{8A907F53-71C7-4BA9-958A-AE245D312C05}"/>
    <dgm:cxn modelId="{6F77861B-35AE-45E5-B18C-5B4883DD2365}" srcId="{7B94190A-8C7A-4B4C-8A02-A66BABE02C6E}" destId="{491EADE5-B6BF-4C30-9BD2-106C28CE0920}" srcOrd="2" destOrd="0" parTransId="{CCCBAB66-33E4-4497-A45C-68415CDBB6E2}" sibTransId="{3B995B1D-23B3-4C57-AC16-F39CAEA5AA37}"/>
    <dgm:cxn modelId="{D1717C36-53AA-434E-96F9-40C9C1912292}" type="presOf" srcId="{D6C34766-1836-4A0F-889F-50F9D2E25872}" destId="{D5F7E5A6-924A-433F-91B4-6B6F3F34E102}" srcOrd="0" destOrd="10" presId="urn:microsoft.com/office/officeart/2005/8/layout/hList1"/>
    <dgm:cxn modelId="{11C25E0C-5344-4B7F-B3A9-A55145F9A620}" srcId="{7B94190A-8C7A-4B4C-8A02-A66BABE02C6E}" destId="{8B88B180-F30A-4F67-A2CF-B2EDC6AAC65A}" srcOrd="3" destOrd="0" parTransId="{BF684103-6F9E-4605-9783-E185A0CB47E3}" sibTransId="{91BB5C25-EE58-46B1-96C7-CB7BB413E060}"/>
    <dgm:cxn modelId="{B68CE1BC-DBF2-40E5-B744-D2B850438E52}" type="presOf" srcId="{869F71A9-90B5-4C45-B070-B9507C97D6CC}" destId="{061D7674-ED81-40EE-84B0-B6AA952F5424}" srcOrd="0" destOrd="0" presId="urn:microsoft.com/office/officeart/2005/8/layout/hList1"/>
    <dgm:cxn modelId="{3F554512-E7B7-4D23-8DD4-29ED445ACC76}" type="presOf" srcId="{61A53B5D-A584-4AC6-B88F-BD4BCD7B8C0E}" destId="{D5F7E5A6-924A-433F-91B4-6B6F3F34E102}" srcOrd="0" destOrd="5" presId="urn:microsoft.com/office/officeart/2005/8/layout/hList1"/>
    <dgm:cxn modelId="{9E210E01-82B2-498A-8FE4-EDFE5731B8BF}" type="presParOf" srcId="{FED4CB4A-81BF-41E8-933A-68E51E795C31}" destId="{3349EAD1-C9F5-44D5-8F56-9D727A6A2C7A}" srcOrd="0" destOrd="0" presId="urn:microsoft.com/office/officeart/2005/8/layout/hList1"/>
    <dgm:cxn modelId="{C74BB060-62AB-4412-9C0B-A20D87BA27C0}" type="presParOf" srcId="{3349EAD1-C9F5-44D5-8F56-9D727A6A2C7A}" destId="{061D7674-ED81-40EE-84B0-B6AA952F5424}" srcOrd="0" destOrd="0" presId="urn:microsoft.com/office/officeart/2005/8/layout/hList1"/>
    <dgm:cxn modelId="{02B36E3A-CFC3-4DCA-AAEE-B54878C38763}" type="presParOf" srcId="{3349EAD1-C9F5-44D5-8F56-9D727A6A2C7A}" destId="{D5F7E5A6-924A-433F-91B4-6B6F3F34E10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13CFB90-2893-4780-8F3C-85D1EC446866}"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869F71A9-90B5-4C45-B070-B9507C97D6CC}">
      <dgm:prSet phldrT="[Text]"/>
      <dgm:spPr/>
      <dgm:t>
        <a:bodyPr/>
        <a:lstStyle/>
        <a:p>
          <a:r>
            <a:rPr lang="en-IN" b="1" i="0" dirty="0"/>
            <a:t>Electrical Shock Hazards</a:t>
          </a:r>
          <a:endParaRPr lang="en-IN" b="1" dirty="0"/>
        </a:p>
      </dgm:t>
    </dgm:pt>
    <dgm:pt modelId="{AC289625-6317-47D5-827D-D38B2654A22D}" type="parTrans" cxnId="{C8D85C89-60A2-42F1-921C-8D0B3035E631}">
      <dgm:prSet/>
      <dgm:spPr/>
      <dgm:t>
        <a:bodyPr/>
        <a:lstStyle/>
        <a:p>
          <a:endParaRPr lang="en-IN"/>
        </a:p>
      </dgm:t>
    </dgm:pt>
    <dgm:pt modelId="{E76F2798-74CA-4EF0-B490-76441FB1B16F}" type="sibTrans" cxnId="{C8D85C89-60A2-42F1-921C-8D0B3035E631}">
      <dgm:prSet/>
      <dgm:spPr/>
      <dgm:t>
        <a:bodyPr/>
        <a:lstStyle/>
        <a:p>
          <a:endParaRPr lang="en-IN"/>
        </a:p>
      </dgm:t>
    </dgm:pt>
    <dgm:pt modelId="{C2540F68-150A-4038-8208-A08738575467}">
      <dgm:prSet phldrT="[Text]"/>
      <dgm:spPr/>
      <dgm:t>
        <a:bodyPr/>
        <a:lstStyle/>
        <a:p>
          <a:pPr algn="just"/>
          <a:r>
            <a:rPr lang="en-US" dirty="0"/>
            <a:t>Body (tissue) becoming a part of an electrical circuit</a:t>
          </a:r>
          <a:endParaRPr lang="en-IN" dirty="0"/>
        </a:p>
      </dgm:t>
    </dgm:pt>
    <dgm:pt modelId="{A9347ED0-590C-43A5-8BFD-5E6490B0DA38}" type="parTrans" cxnId="{6651B0EF-6C69-40F2-9A75-AC2626172CF2}">
      <dgm:prSet/>
      <dgm:spPr/>
      <dgm:t>
        <a:bodyPr/>
        <a:lstStyle/>
        <a:p>
          <a:endParaRPr lang="en-IN"/>
        </a:p>
      </dgm:t>
    </dgm:pt>
    <dgm:pt modelId="{D70025DD-D762-4A49-AC30-79962F931E8D}" type="sibTrans" cxnId="{6651B0EF-6C69-40F2-9A75-AC2626172CF2}">
      <dgm:prSet/>
      <dgm:spPr/>
      <dgm:t>
        <a:bodyPr/>
        <a:lstStyle/>
        <a:p>
          <a:endParaRPr lang="en-IN"/>
        </a:p>
      </dgm:t>
    </dgm:pt>
    <dgm:pt modelId="{A2110D6D-79FD-4F19-99AF-6002FB361837}">
      <dgm:prSet phldrT="[Text]"/>
      <dgm:spPr/>
      <dgm:t>
        <a:bodyPr/>
        <a:lstStyle/>
        <a:p>
          <a:pPr algn="just"/>
          <a:r>
            <a:rPr lang="en-US" dirty="0"/>
            <a:t>The amount (amplitude) of electricity often depends on the ratio of voltage present and the sum of all (serially connected) impedance</a:t>
          </a:r>
          <a:endParaRPr lang="en-IN" dirty="0"/>
        </a:p>
      </dgm:t>
    </dgm:pt>
    <dgm:pt modelId="{9BB8336D-F052-4F30-8FD7-3B1DA495EEE2}" type="parTrans" cxnId="{D4DD5AA1-8639-4953-8DA2-C64BD771E49F}">
      <dgm:prSet/>
      <dgm:spPr/>
      <dgm:t>
        <a:bodyPr/>
        <a:lstStyle/>
        <a:p>
          <a:endParaRPr lang="en-IN"/>
        </a:p>
      </dgm:t>
    </dgm:pt>
    <dgm:pt modelId="{41BF5C9A-1DF8-40F7-B8CC-91D95BF184A7}" type="sibTrans" cxnId="{D4DD5AA1-8639-4953-8DA2-C64BD771E49F}">
      <dgm:prSet/>
      <dgm:spPr/>
      <dgm:t>
        <a:bodyPr/>
        <a:lstStyle/>
        <a:p>
          <a:endParaRPr lang="en-IN"/>
        </a:p>
      </dgm:t>
    </dgm:pt>
    <dgm:pt modelId="{9F4D4B93-3C7E-4E49-B3BD-D086A7D17BF8}">
      <dgm:prSet phldrT="[Text]"/>
      <dgm:spPr/>
      <dgm:t>
        <a:bodyPr/>
        <a:lstStyle/>
        <a:p>
          <a:pPr algn="just"/>
          <a:r>
            <a:rPr lang="en-US" dirty="0"/>
            <a:t>Usually, the highest impedance is the impedance of the skin</a:t>
          </a:r>
          <a:endParaRPr lang="en-IN" dirty="0"/>
        </a:p>
      </dgm:t>
    </dgm:pt>
    <dgm:pt modelId="{E5010737-CD2B-44CF-B91F-48D964BC7B01}" type="parTrans" cxnId="{95FA83D5-D16B-492A-94DD-FA10DB3595E1}">
      <dgm:prSet/>
      <dgm:spPr/>
      <dgm:t>
        <a:bodyPr/>
        <a:lstStyle/>
        <a:p>
          <a:endParaRPr lang="en-IN"/>
        </a:p>
      </dgm:t>
    </dgm:pt>
    <dgm:pt modelId="{B635A17F-F6C0-48A8-B85B-88D9C91DC3AB}" type="sibTrans" cxnId="{95FA83D5-D16B-492A-94DD-FA10DB3595E1}">
      <dgm:prSet/>
      <dgm:spPr/>
      <dgm:t>
        <a:bodyPr/>
        <a:lstStyle/>
        <a:p>
          <a:endParaRPr lang="en-IN"/>
        </a:p>
      </dgm:t>
    </dgm:pt>
    <dgm:pt modelId="{78BCCE01-CC9D-4C27-90BB-273518BA8581}">
      <dgm:prSet phldrT="[Text]"/>
      <dgm:spPr/>
      <dgm:t>
        <a:bodyPr/>
        <a:lstStyle/>
        <a:p>
          <a:pPr algn="just"/>
          <a:r>
            <a:rPr lang="en-US" dirty="0"/>
            <a:t>The consequence of current flow:</a:t>
          </a:r>
          <a:endParaRPr lang="en-IN" dirty="0"/>
        </a:p>
      </dgm:t>
    </dgm:pt>
    <dgm:pt modelId="{CF0E4756-5B13-4CC9-BBE4-1CAC2655CB86}" type="parTrans" cxnId="{2D7731C6-CCE9-4F1A-9846-460771B25B9A}">
      <dgm:prSet/>
      <dgm:spPr/>
      <dgm:t>
        <a:bodyPr/>
        <a:lstStyle/>
        <a:p>
          <a:endParaRPr lang="en-IN"/>
        </a:p>
      </dgm:t>
    </dgm:pt>
    <dgm:pt modelId="{EA9AEA25-B99C-4346-91B0-58282D73F387}" type="sibTrans" cxnId="{2D7731C6-CCE9-4F1A-9846-460771B25B9A}">
      <dgm:prSet/>
      <dgm:spPr/>
      <dgm:t>
        <a:bodyPr/>
        <a:lstStyle/>
        <a:p>
          <a:endParaRPr lang="en-IN"/>
        </a:p>
      </dgm:t>
    </dgm:pt>
    <dgm:pt modelId="{5DA70E9B-FF55-4E57-8A53-F8D1C5CD8250}">
      <dgm:prSet phldrT="[Text]"/>
      <dgm:spPr/>
      <dgm:t>
        <a:bodyPr/>
        <a:lstStyle/>
        <a:p>
          <a:pPr algn="just"/>
          <a:r>
            <a:rPr lang="en-US" dirty="0"/>
            <a:t>Electric stimulation of excitable tissue (nerve and muscle)</a:t>
          </a:r>
          <a:endParaRPr lang="en-IN" dirty="0"/>
        </a:p>
      </dgm:t>
    </dgm:pt>
    <dgm:pt modelId="{75BD7926-9644-453A-AAD5-30C7EF7CA462}" type="parTrans" cxnId="{310BAF16-66E2-4FAF-B223-8504C714457A}">
      <dgm:prSet/>
      <dgm:spPr/>
      <dgm:t>
        <a:bodyPr/>
        <a:lstStyle/>
        <a:p>
          <a:endParaRPr lang="en-IN"/>
        </a:p>
      </dgm:t>
    </dgm:pt>
    <dgm:pt modelId="{0050424D-18D0-4C84-A51C-BF3E7AA6424A}" type="sibTrans" cxnId="{310BAF16-66E2-4FAF-B223-8504C714457A}">
      <dgm:prSet/>
      <dgm:spPr/>
      <dgm:t>
        <a:bodyPr/>
        <a:lstStyle/>
        <a:p>
          <a:endParaRPr lang="en-IN"/>
        </a:p>
      </dgm:t>
    </dgm:pt>
    <dgm:pt modelId="{60A7552E-936F-4FF3-B4E2-1AD275D182F0}">
      <dgm:prSet phldrT="[Text]"/>
      <dgm:spPr/>
      <dgm:t>
        <a:bodyPr/>
        <a:lstStyle/>
        <a:p>
          <a:pPr algn="just"/>
          <a:r>
            <a:rPr lang="en-US" dirty="0"/>
            <a:t>Heating of tissues (a result of tissue resistance)</a:t>
          </a:r>
          <a:endParaRPr lang="en-IN" dirty="0"/>
        </a:p>
      </dgm:t>
    </dgm:pt>
    <dgm:pt modelId="{DF20724E-F18D-4940-9E93-857CF7BE62D2}" type="parTrans" cxnId="{3DA69337-24D0-4782-AA18-BC6F6CE70482}">
      <dgm:prSet/>
      <dgm:spPr/>
      <dgm:t>
        <a:bodyPr/>
        <a:lstStyle/>
        <a:p>
          <a:endParaRPr lang="en-IN"/>
        </a:p>
      </dgm:t>
    </dgm:pt>
    <dgm:pt modelId="{8420B88A-F360-4EB5-9FDE-433D02E1CF14}" type="sibTrans" cxnId="{3DA69337-24D0-4782-AA18-BC6F6CE70482}">
      <dgm:prSet/>
      <dgm:spPr/>
      <dgm:t>
        <a:bodyPr/>
        <a:lstStyle/>
        <a:p>
          <a:endParaRPr lang="en-IN"/>
        </a:p>
      </dgm:t>
    </dgm:pt>
    <dgm:pt modelId="{C67031E6-5F93-40E0-A373-C3A36FFE3808}">
      <dgm:prSet phldrT="[Text]"/>
      <dgm:spPr/>
      <dgm:t>
        <a:bodyPr/>
        <a:lstStyle/>
        <a:p>
          <a:pPr algn="just"/>
          <a:r>
            <a:rPr lang="en-US" dirty="0"/>
            <a:t>Electrochemical burns and tissue damage for DC current and very high voltage </a:t>
          </a:r>
          <a:endParaRPr lang="en-IN" dirty="0"/>
        </a:p>
      </dgm:t>
    </dgm:pt>
    <dgm:pt modelId="{50B65E37-A64C-4CE6-BC91-974D1B417031}" type="parTrans" cxnId="{76216245-B8F9-4F68-9719-C55AE4373C4F}">
      <dgm:prSet/>
      <dgm:spPr/>
      <dgm:t>
        <a:bodyPr/>
        <a:lstStyle/>
        <a:p>
          <a:endParaRPr lang="en-IN"/>
        </a:p>
      </dgm:t>
    </dgm:pt>
    <dgm:pt modelId="{A4585B72-26FC-476F-8E44-F7226598BF81}" type="sibTrans" cxnId="{76216245-B8F9-4F68-9719-C55AE4373C4F}">
      <dgm:prSet/>
      <dgm:spPr/>
      <dgm:t>
        <a:bodyPr/>
        <a:lstStyle/>
        <a:p>
          <a:endParaRPr lang="en-IN"/>
        </a:p>
      </dgm:t>
    </dgm:pt>
    <dgm:pt modelId="{27A23C05-FF62-481F-9382-728A319B4498}">
      <dgm:prSet phldrT="[Text]"/>
      <dgm:spPr/>
      <dgm:t>
        <a:bodyPr/>
        <a:lstStyle/>
        <a:p>
          <a:pPr algn="just"/>
          <a:r>
            <a:rPr lang="en-US" dirty="0"/>
            <a:t>Before placing the electrodes the skin should be dry.</a:t>
          </a:r>
          <a:endParaRPr lang="en-IN" dirty="0"/>
        </a:p>
      </dgm:t>
    </dgm:pt>
    <dgm:pt modelId="{2E91E0F7-9C1F-4CD2-8739-089B68E5EEFC}" type="parTrans" cxnId="{F6FDB173-2526-4F44-8047-D9BA00A3EADD}">
      <dgm:prSet/>
      <dgm:spPr/>
      <dgm:t>
        <a:bodyPr/>
        <a:lstStyle/>
        <a:p>
          <a:endParaRPr lang="en-IN"/>
        </a:p>
      </dgm:t>
    </dgm:pt>
    <dgm:pt modelId="{DBBB6A26-E891-48C4-B1B1-11D4D88E3AA2}" type="sibTrans" cxnId="{F6FDB173-2526-4F44-8047-D9BA00A3EADD}">
      <dgm:prSet/>
      <dgm:spPr/>
      <dgm:t>
        <a:bodyPr/>
        <a:lstStyle/>
        <a:p>
          <a:endParaRPr lang="en-IN"/>
        </a:p>
      </dgm:t>
    </dgm:pt>
    <dgm:pt modelId="{5BF02C05-FFB7-4D66-8312-AC782AF7281F}">
      <dgm:prSet phldrT="[Text]"/>
      <dgm:spPr/>
      <dgm:t>
        <a:bodyPr/>
        <a:lstStyle/>
        <a:p>
          <a:pPr algn="just"/>
          <a:r>
            <a:rPr lang="en-US" dirty="0"/>
            <a:t>Buffer amplifier converts low impedance signals to high impedance signals.</a:t>
          </a:r>
          <a:endParaRPr lang="en-IN" dirty="0"/>
        </a:p>
      </dgm:t>
    </dgm:pt>
    <dgm:pt modelId="{9565B742-F975-4759-A85D-B66AD4450763}" type="parTrans" cxnId="{8E9C5B30-9B6B-474C-9782-854494B3129B}">
      <dgm:prSet/>
      <dgm:spPr/>
      <dgm:t>
        <a:bodyPr/>
        <a:lstStyle/>
        <a:p>
          <a:endParaRPr lang="en-IN"/>
        </a:p>
      </dgm:t>
    </dgm:pt>
    <dgm:pt modelId="{EC72E85A-8F83-4105-9154-54A273BA1FF6}" type="sibTrans" cxnId="{8E9C5B30-9B6B-474C-9782-854494B3129B}">
      <dgm:prSet/>
      <dgm:spPr/>
      <dgm:t>
        <a:bodyPr/>
        <a:lstStyle/>
        <a:p>
          <a:endParaRPr lang="en-IN"/>
        </a:p>
      </dgm:t>
    </dgm:pt>
    <dgm:pt modelId="{FED4CB4A-81BF-41E8-933A-68E51E795C31}" type="pres">
      <dgm:prSet presAssocID="{013CFB90-2893-4780-8F3C-85D1EC446866}" presName="Name0" presStyleCnt="0">
        <dgm:presLayoutVars>
          <dgm:dir/>
          <dgm:animLvl val="lvl"/>
          <dgm:resizeHandles val="exact"/>
        </dgm:presLayoutVars>
      </dgm:prSet>
      <dgm:spPr/>
      <dgm:t>
        <a:bodyPr/>
        <a:lstStyle/>
        <a:p>
          <a:endParaRPr lang="en-IN"/>
        </a:p>
      </dgm:t>
    </dgm:pt>
    <dgm:pt modelId="{3349EAD1-C9F5-44D5-8F56-9D727A6A2C7A}" type="pres">
      <dgm:prSet presAssocID="{869F71A9-90B5-4C45-B070-B9507C97D6CC}" presName="composite" presStyleCnt="0"/>
      <dgm:spPr/>
    </dgm:pt>
    <dgm:pt modelId="{061D7674-ED81-40EE-84B0-B6AA952F5424}" type="pres">
      <dgm:prSet presAssocID="{869F71A9-90B5-4C45-B070-B9507C97D6CC}" presName="parTx" presStyleLbl="alignNode1" presStyleIdx="0" presStyleCnt="1" custLinFactNeighborX="8420" custLinFactNeighborY="-13635">
        <dgm:presLayoutVars>
          <dgm:chMax val="0"/>
          <dgm:chPref val="0"/>
          <dgm:bulletEnabled val="1"/>
        </dgm:presLayoutVars>
      </dgm:prSet>
      <dgm:spPr/>
      <dgm:t>
        <a:bodyPr/>
        <a:lstStyle/>
        <a:p>
          <a:endParaRPr lang="en-IN"/>
        </a:p>
      </dgm:t>
    </dgm:pt>
    <dgm:pt modelId="{D5F7E5A6-924A-433F-91B4-6B6F3F34E102}" type="pres">
      <dgm:prSet presAssocID="{869F71A9-90B5-4C45-B070-B9507C97D6CC}" presName="desTx" presStyleLbl="alignAccFollowNode1" presStyleIdx="0" presStyleCnt="1">
        <dgm:presLayoutVars>
          <dgm:bulletEnabled val="1"/>
        </dgm:presLayoutVars>
      </dgm:prSet>
      <dgm:spPr/>
      <dgm:t>
        <a:bodyPr/>
        <a:lstStyle/>
        <a:p>
          <a:endParaRPr lang="en-IN"/>
        </a:p>
      </dgm:t>
    </dgm:pt>
  </dgm:ptLst>
  <dgm:cxnLst>
    <dgm:cxn modelId="{2D7731C6-CCE9-4F1A-9846-460771B25B9A}" srcId="{869F71A9-90B5-4C45-B070-B9507C97D6CC}" destId="{78BCCE01-CC9D-4C27-90BB-273518BA8581}" srcOrd="3" destOrd="0" parTransId="{CF0E4756-5B13-4CC9-BBE4-1CAC2655CB86}" sibTransId="{EA9AEA25-B99C-4346-91B0-58282D73F387}"/>
    <dgm:cxn modelId="{7F5DC2D9-BC7A-4AED-A6EE-B6CBD1E9593F}" type="presOf" srcId="{C2540F68-150A-4038-8208-A08738575467}" destId="{D5F7E5A6-924A-433F-91B4-6B6F3F34E102}" srcOrd="0" destOrd="0" presId="urn:microsoft.com/office/officeart/2005/8/layout/hList1"/>
    <dgm:cxn modelId="{B68CE1BC-DBF2-40E5-B744-D2B850438E52}" type="presOf" srcId="{869F71A9-90B5-4C45-B070-B9507C97D6CC}" destId="{061D7674-ED81-40EE-84B0-B6AA952F5424}" srcOrd="0" destOrd="0" presId="urn:microsoft.com/office/officeart/2005/8/layout/hList1"/>
    <dgm:cxn modelId="{C36BD233-DF10-4DCB-8D8A-6D11B047F60B}" type="presOf" srcId="{78BCCE01-CC9D-4C27-90BB-273518BA8581}" destId="{D5F7E5A6-924A-433F-91B4-6B6F3F34E102}" srcOrd="0" destOrd="5" presId="urn:microsoft.com/office/officeart/2005/8/layout/hList1"/>
    <dgm:cxn modelId="{76216245-B8F9-4F68-9719-C55AE4373C4F}" srcId="{78BCCE01-CC9D-4C27-90BB-273518BA8581}" destId="{C67031E6-5F93-40E0-A373-C3A36FFE3808}" srcOrd="2" destOrd="0" parTransId="{50B65E37-A64C-4CE6-BC91-974D1B417031}" sibTransId="{A4585B72-26FC-476F-8E44-F7226598BF81}"/>
    <dgm:cxn modelId="{F6FDB173-2526-4F44-8047-D9BA00A3EADD}" srcId="{9F4D4B93-3C7E-4E49-B3BD-D086A7D17BF8}" destId="{27A23C05-FF62-481F-9382-728A319B4498}" srcOrd="1" destOrd="0" parTransId="{2E91E0F7-9C1F-4CD2-8739-089B68E5EEFC}" sibTransId="{DBBB6A26-E891-48C4-B1B1-11D4D88E3AA2}"/>
    <dgm:cxn modelId="{0EB55D65-6717-4762-9359-DD300774DF6E}" type="presOf" srcId="{27A23C05-FF62-481F-9382-728A319B4498}" destId="{D5F7E5A6-924A-433F-91B4-6B6F3F34E102}" srcOrd="0" destOrd="4" presId="urn:microsoft.com/office/officeart/2005/8/layout/hList1"/>
    <dgm:cxn modelId="{310BAF16-66E2-4FAF-B223-8504C714457A}" srcId="{78BCCE01-CC9D-4C27-90BB-273518BA8581}" destId="{5DA70E9B-FF55-4E57-8A53-F8D1C5CD8250}" srcOrd="0" destOrd="0" parTransId="{75BD7926-9644-453A-AAD5-30C7EF7CA462}" sibTransId="{0050424D-18D0-4C84-A51C-BF3E7AA6424A}"/>
    <dgm:cxn modelId="{A7728B8B-CDE8-4362-B41C-E3D2FF4C4569}" type="presOf" srcId="{5BF02C05-FFB7-4D66-8312-AC782AF7281F}" destId="{D5F7E5A6-924A-433F-91B4-6B6F3F34E102}" srcOrd="0" destOrd="3" presId="urn:microsoft.com/office/officeart/2005/8/layout/hList1"/>
    <dgm:cxn modelId="{FBD186A6-7789-4F8F-92CC-F2A1C2246A2A}" type="presOf" srcId="{C67031E6-5F93-40E0-A373-C3A36FFE3808}" destId="{D5F7E5A6-924A-433F-91B4-6B6F3F34E102}" srcOrd="0" destOrd="8" presId="urn:microsoft.com/office/officeart/2005/8/layout/hList1"/>
    <dgm:cxn modelId="{261137BF-BAFD-4D83-87B9-EF138C64B9D7}" type="presOf" srcId="{9F4D4B93-3C7E-4E49-B3BD-D086A7D17BF8}" destId="{D5F7E5A6-924A-433F-91B4-6B6F3F34E102}" srcOrd="0" destOrd="2" presId="urn:microsoft.com/office/officeart/2005/8/layout/hList1"/>
    <dgm:cxn modelId="{95FA83D5-D16B-492A-94DD-FA10DB3595E1}" srcId="{869F71A9-90B5-4C45-B070-B9507C97D6CC}" destId="{9F4D4B93-3C7E-4E49-B3BD-D086A7D17BF8}" srcOrd="2" destOrd="0" parTransId="{E5010737-CD2B-44CF-B91F-48D964BC7B01}" sibTransId="{B635A17F-F6C0-48A8-B85B-88D9C91DC3AB}"/>
    <dgm:cxn modelId="{6569FD8D-749A-4F07-B431-DC32A95951E3}" type="presOf" srcId="{60A7552E-936F-4FF3-B4E2-1AD275D182F0}" destId="{D5F7E5A6-924A-433F-91B4-6B6F3F34E102}" srcOrd="0" destOrd="7" presId="urn:microsoft.com/office/officeart/2005/8/layout/hList1"/>
    <dgm:cxn modelId="{153627E0-C07D-4D6A-9367-3C87777F3359}" type="presOf" srcId="{013CFB90-2893-4780-8F3C-85D1EC446866}" destId="{FED4CB4A-81BF-41E8-933A-68E51E795C31}" srcOrd="0" destOrd="0" presId="urn:microsoft.com/office/officeart/2005/8/layout/hList1"/>
    <dgm:cxn modelId="{3DA69337-24D0-4782-AA18-BC6F6CE70482}" srcId="{78BCCE01-CC9D-4C27-90BB-273518BA8581}" destId="{60A7552E-936F-4FF3-B4E2-1AD275D182F0}" srcOrd="1" destOrd="0" parTransId="{DF20724E-F18D-4940-9E93-857CF7BE62D2}" sibTransId="{8420B88A-F360-4EB5-9FDE-433D02E1CF14}"/>
    <dgm:cxn modelId="{D4DD5AA1-8639-4953-8DA2-C64BD771E49F}" srcId="{869F71A9-90B5-4C45-B070-B9507C97D6CC}" destId="{A2110D6D-79FD-4F19-99AF-6002FB361837}" srcOrd="1" destOrd="0" parTransId="{9BB8336D-F052-4F30-8FD7-3B1DA495EEE2}" sibTransId="{41BF5C9A-1DF8-40F7-B8CC-91D95BF184A7}"/>
    <dgm:cxn modelId="{3EAC1D19-0ECF-4BBC-924D-E8989EEB47AE}" type="presOf" srcId="{5DA70E9B-FF55-4E57-8A53-F8D1C5CD8250}" destId="{D5F7E5A6-924A-433F-91B4-6B6F3F34E102}" srcOrd="0" destOrd="6" presId="urn:microsoft.com/office/officeart/2005/8/layout/hList1"/>
    <dgm:cxn modelId="{C8D85C89-60A2-42F1-921C-8D0B3035E631}" srcId="{013CFB90-2893-4780-8F3C-85D1EC446866}" destId="{869F71A9-90B5-4C45-B070-B9507C97D6CC}" srcOrd="0" destOrd="0" parTransId="{AC289625-6317-47D5-827D-D38B2654A22D}" sibTransId="{E76F2798-74CA-4EF0-B490-76441FB1B16F}"/>
    <dgm:cxn modelId="{39912144-4DB3-4897-9FD6-39E87CF51822}" type="presOf" srcId="{A2110D6D-79FD-4F19-99AF-6002FB361837}" destId="{D5F7E5A6-924A-433F-91B4-6B6F3F34E102}" srcOrd="0" destOrd="1" presId="urn:microsoft.com/office/officeart/2005/8/layout/hList1"/>
    <dgm:cxn modelId="{6651B0EF-6C69-40F2-9A75-AC2626172CF2}" srcId="{869F71A9-90B5-4C45-B070-B9507C97D6CC}" destId="{C2540F68-150A-4038-8208-A08738575467}" srcOrd="0" destOrd="0" parTransId="{A9347ED0-590C-43A5-8BFD-5E6490B0DA38}" sibTransId="{D70025DD-D762-4A49-AC30-79962F931E8D}"/>
    <dgm:cxn modelId="{8E9C5B30-9B6B-474C-9782-854494B3129B}" srcId="{9F4D4B93-3C7E-4E49-B3BD-D086A7D17BF8}" destId="{5BF02C05-FFB7-4D66-8312-AC782AF7281F}" srcOrd="0" destOrd="0" parTransId="{9565B742-F975-4759-A85D-B66AD4450763}" sibTransId="{EC72E85A-8F83-4105-9154-54A273BA1FF6}"/>
    <dgm:cxn modelId="{9E210E01-82B2-498A-8FE4-EDFE5731B8BF}" type="presParOf" srcId="{FED4CB4A-81BF-41E8-933A-68E51E795C31}" destId="{3349EAD1-C9F5-44D5-8F56-9D727A6A2C7A}" srcOrd="0" destOrd="0" presId="urn:microsoft.com/office/officeart/2005/8/layout/hList1"/>
    <dgm:cxn modelId="{C74BB060-62AB-4412-9C0B-A20D87BA27C0}" type="presParOf" srcId="{3349EAD1-C9F5-44D5-8F56-9D727A6A2C7A}" destId="{061D7674-ED81-40EE-84B0-B6AA952F5424}" srcOrd="0" destOrd="0" presId="urn:microsoft.com/office/officeart/2005/8/layout/hList1"/>
    <dgm:cxn modelId="{02B36E3A-CFC3-4DCA-AAEE-B54878C38763}" type="presParOf" srcId="{3349EAD1-C9F5-44D5-8F56-9D727A6A2C7A}" destId="{D5F7E5A6-924A-433F-91B4-6B6F3F34E102}"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BD75D8C-11AD-440E-9BFE-F1DC6E0E74C3}"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039E2869-F33F-4A0C-94B1-F3BD2DFB8F44}">
      <dgm:prSet phldrT="[Text]" custT="1"/>
      <dgm:spPr/>
      <dgm:t>
        <a:bodyPr/>
        <a:lstStyle/>
        <a:p>
          <a:r>
            <a:rPr lang="en-IN" sz="2800" b="1" dirty="0"/>
            <a:t>Protective Grounding</a:t>
          </a:r>
        </a:p>
      </dgm:t>
    </dgm:pt>
    <dgm:pt modelId="{9AFF78CD-EEA0-4AF3-B5E7-DEC39566AAA5}" type="parTrans" cxnId="{4F4BB3D5-CF02-433D-836D-6D353DA37F48}">
      <dgm:prSet/>
      <dgm:spPr/>
      <dgm:t>
        <a:bodyPr/>
        <a:lstStyle/>
        <a:p>
          <a:endParaRPr lang="en-IN"/>
        </a:p>
      </dgm:t>
    </dgm:pt>
    <dgm:pt modelId="{1C11159C-ABAA-4CA5-A926-B6C0F3EE4CBC}" type="sibTrans" cxnId="{4F4BB3D5-CF02-433D-836D-6D353DA37F48}">
      <dgm:prSet/>
      <dgm:spPr/>
      <dgm:t>
        <a:bodyPr/>
        <a:lstStyle/>
        <a:p>
          <a:endParaRPr lang="en-IN"/>
        </a:p>
      </dgm:t>
    </dgm:pt>
    <dgm:pt modelId="{B7EF7756-9380-42BC-9AA0-28A372086B4E}">
      <dgm:prSet phldrT="[Text]"/>
      <dgm:spPr/>
      <dgm:t>
        <a:bodyPr/>
        <a:lstStyle/>
        <a:p>
          <a:pPr algn="just"/>
          <a:r>
            <a:rPr lang="en-US" dirty="0"/>
            <a:t>Generally, patients are only occasionally and accidentally exposed to risk of getting in touching with devices whose conductive parts may be energized</a:t>
          </a:r>
          <a:endParaRPr lang="en-IN" dirty="0"/>
        </a:p>
      </dgm:t>
    </dgm:pt>
    <dgm:pt modelId="{E6D6CF35-186B-4BC1-8394-0E9B7AD45109}" type="parTrans" cxnId="{3C275A90-1469-4E98-B9E2-EE46828BCB49}">
      <dgm:prSet/>
      <dgm:spPr/>
      <dgm:t>
        <a:bodyPr/>
        <a:lstStyle/>
        <a:p>
          <a:endParaRPr lang="en-IN"/>
        </a:p>
      </dgm:t>
    </dgm:pt>
    <dgm:pt modelId="{D26EB8AC-649B-488C-B387-117DFA49BE34}" type="sibTrans" cxnId="{3C275A90-1469-4E98-B9E2-EE46828BCB49}">
      <dgm:prSet/>
      <dgm:spPr/>
      <dgm:t>
        <a:bodyPr/>
        <a:lstStyle/>
        <a:p>
          <a:endParaRPr lang="en-IN"/>
        </a:p>
      </dgm:t>
    </dgm:pt>
    <dgm:pt modelId="{D4C2FE0B-BC53-4F10-9A47-60308BA9CA40}">
      <dgm:prSet phldrT="[Text]"/>
      <dgm:spPr/>
      <dgm:t>
        <a:bodyPr/>
        <a:lstStyle/>
        <a:p>
          <a:pPr algn="just"/>
          <a:r>
            <a:rPr lang="en-US" dirty="0"/>
            <a:t>In hospitals, especially in intensive care units, patients are deliberately connected to the diagnostic and/or therapeutic electrical devices/equipment</a:t>
          </a:r>
          <a:endParaRPr lang="en-IN" dirty="0"/>
        </a:p>
      </dgm:t>
    </dgm:pt>
    <dgm:pt modelId="{A71BF8EB-57D2-4976-A45D-5E2E97CC79C3}" type="parTrans" cxnId="{AB34D0E4-C307-43C8-A54E-E43EFD421E6D}">
      <dgm:prSet/>
      <dgm:spPr/>
      <dgm:t>
        <a:bodyPr/>
        <a:lstStyle/>
        <a:p>
          <a:endParaRPr lang="en-IN"/>
        </a:p>
      </dgm:t>
    </dgm:pt>
    <dgm:pt modelId="{6DC7FA48-EA99-4D53-8DF9-05CDCC936500}" type="sibTrans" cxnId="{AB34D0E4-C307-43C8-A54E-E43EFD421E6D}">
      <dgm:prSet/>
      <dgm:spPr/>
      <dgm:t>
        <a:bodyPr/>
        <a:lstStyle/>
        <a:p>
          <a:endParaRPr lang="en-IN"/>
        </a:p>
      </dgm:t>
    </dgm:pt>
    <dgm:pt modelId="{1E2CC658-6D78-4923-9A09-801E82A18BFF}">
      <dgm:prSet phldrT="[Text]"/>
      <dgm:spPr/>
      <dgm:t>
        <a:bodyPr/>
        <a:lstStyle/>
        <a:p>
          <a:pPr algn="just"/>
          <a:r>
            <a:rPr lang="en-US" dirty="0"/>
            <a:t>Particularly careful with the </a:t>
          </a:r>
          <a:r>
            <a:rPr lang="en-US" b="1" dirty="0"/>
            <a:t>isolation of any conductive parts </a:t>
          </a:r>
          <a:r>
            <a:rPr lang="en-US" dirty="0"/>
            <a:t>connected to the heart or its vicinity from all other conductive parts</a:t>
          </a:r>
          <a:endParaRPr lang="en-IN" dirty="0"/>
        </a:p>
      </dgm:t>
    </dgm:pt>
    <dgm:pt modelId="{06B2C53A-716D-4994-B191-E74454E984A2}" type="parTrans" cxnId="{CFA69A99-6D5A-4FF4-A70D-6C64DAC2C314}">
      <dgm:prSet/>
      <dgm:spPr/>
      <dgm:t>
        <a:bodyPr/>
        <a:lstStyle/>
        <a:p>
          <a:endParaRPr lang="en-IN"/>
        </a:p>
      </dgm:t>
    </dgm:pt>
    <dgm:pt modelId="{9096F150-C0A3-4CD6-9609-B4CAA1F2974A}" type="sibTrans" cxnId="{CFA69A99-6D5A-4FF4-A70D-6C64DAC2C314}">
      <dgm:prSet/>
      <dgm:spPr/>
      <dgm:t>
        <a:bodyPr/>
        <a:lstStyle/>
        <a:p>
          <a:endParaRPr lang="en-IN"/>
        </a:p>
      </dgm:t>
    </dgm:pt>
    <dgm:pt modelId="{8CC0F402-74E8-47A3-BA34-B8C3D9B43B4D}">
      <dgm:prSet phldrT="[Text]"/>
      <dgm:spPr/>
      <dgm:t>
        <a:bodyPr/>
        <a:lstStyle/>
        <a:p>
          <a:pPr algn="just"/>
          <a:r>
            <a:rPr lang="en-US" dirty="0"/>
            <a:t>All conductive parts in the vicinity of the patient must be connected to a </a:t>
          </a:r>
          <a:r>
            <a:rPr lang="en-US" b="1" dirty="0"/>
            <a:t>single point grounding </a:t>
          </a:r>
          <a:r>
            <a:rPr lang="en-US" dirty="0"/>
            <a:t>(</a:t>
          </a:r>
          <a:r>
            <a:rPr lang="en-US" dirty="0" err="1"/>
            <a:t>eg</a:t>
          </a:r>
          <a:r>
            <a:rPr lang="en-US" dirty="0"/>
            <a:t>, metal bed, cupboard, etc.)</a:t>
          </a:r>
          <a:endParaRPr lang="en-IN" dirty="0"/>
        </a:p>
      </dgm:t>
    </dgm:pt>
    <dgm:pt modelId="{E2A284E4-225A-47DC-BC0E-04477A2E1D75}" type="parTrans" cxnId="{610FC157-56D7-4558-A32B-1D2F5AC0B559}">
      <dgm:prSet/>
      <dgm:spPr/>
      <dgm:t>
        <a:bodyPr/>
        <a:lstStyle/>
        <a:p>
          <a:endParaRPr lang="en-IN"/>
        </a:p>
      </dgm:t>
    </dgm:pt>
    <dgm:pt modelId="{8D42E6E3-E0DC-4B10-857D-18DCAAAB33F7}" type="sibTrans" cxnId="{610FC157-56D7-4558-A32B-1D2F5AC0B559}">
      <dgm:prSet/>
      <dgm:spPr/>
      <dgm:t>
        <a:bodyPr/>
        <a:lstStyle/>
        <a:p>
          <a:endParaRPr lang="en-IN"/>
        </a:p>
      </dgm:t>
    </dgm:pt>
    <dgm:pt modelId="{27FBB891-0280-4D65-8B0B-AFC2B46D25B5}">
      <dgm:prSet phldrT="[Text]"/>
      <dgm:spPr/>
      <dgm:t>
        <a:bodyPr/>
        <a:lstStyle/>
        <a:p>
          <a:pPr algn="just"/>
          <a:r>
            <a:rPr lang="en-US" b="1" dirty="0"/>
            <a:t>Periodic testing of the grounding impedance </a:t>
          </a:r>
          <a:r>
            <a:rPr lang="en-US" dirty="0"/>
            <a:t>must be provided</a:t>
          </a:r>
          <a:endParaRPr lang="en-IN" dirty="0"/>
        </a:p>
      </dgm:t>
    </dgm:pt>
    <dgm:pt modelId="{F9D5ABEC-5195-4C79-98E5-D94BF547D443}" type="parTrans" cxnId="{AF991CA3-D5F3-46F4-BD23-4C56D79F041F}">
      <dgm:prSet/>
      <dgm:spPr/>
      <dgm:t>
        <a:bodyPr/>
        <a:lstStyle/>
        <a:p>
          <a:endParaRPr lang="en-IN"/>
        </a:p>
      </dgm:t>
    </dgm:pt>
    <dgm:pt modelId="{161AE3A7-04AA-47DF-AF38-C6693976FC32}" type="sibTrans" cxnId="{AF991CA3-D5F3-46F4-BD23-4C56D79F041F}">
      <dgm:prSet/>
      <dgm:spPr/>
      <dgm:t>
        <a:bodyPr/>
        <a:lstStyle/>
        <a:p>
          <a:endParaRPr lang="en-IN"/>
        </a:p>
      </dgm:t>
    </dgm:pt>
    <dgm:pt modelId="{9B8B5420-1711-4ACA-BBC9-C983D1230239}">
      <dgm:prSet phldrT="[Text]"/>
      <dgm:spPr/>
      <dgm:t>
        <a:bodyPr/>
        <a:lstStyle/>
        <a:p>
          <a:pPr algn="just"/>
          <a:r>
            <a:rPr lang="en-US" dirty="0"/>
            <a:t>Tolerable difference in potential between the grounded conductive parts in clinical areas:</a:t>
          </a:r>
          <a:endParaRPr lang="en-IN" dirty="0"/>
        </a:p>
      </dgm:t>
    </dgm:pt>
    <dgm:pt modelId="{781E6359-9597-41C3-BE31-5D974C28576A}" type="parTrans" cxnId="{B634BD50-0D7E-4850-B273-7469D6BDA724}">
      <dgm:prSet/>
      <dgm:spPr/>
      <dgm:t>
        <a:bodyPr/>
        <a:lstStyle/>
        <a:p>
          <a:endParaRPr lang="en-IN"/>
        </a:p>
      </dgm:t>
    </dgm:pt>
    <dgm:pt modelId="{60AFE1AD-DE36-4503-873B-63647692B3D4}" type="sibTrans" cxnId="{B634BD50-0D7E-4850-B273-7469D6BDA724}">
      <dgm:prSet/>
      <dgm:spPr/>
      <dgm:t>
        <a:bodyPr/>
        <a:lstStyle/>
        <a:p>
          <a:endParaRPr lang="en-IN"/>
        </a:p>
      </dgm:t>
    </dgm:pt>
    <dgm:pt modelId="{46C96E8F-5961-49CF-8D24-07B9731F88E2}">
      <dgm:prSet phldrT="[Text]"/>
      <dgm:spPr/>
      <dgm:t>
        <a:bodyPr/>
        <a:lstStyle/>
        <a:p>
          <a:pPr algn="just"/>
          <a:r>
            <a:rPr lang="en-US" dirty="0"/>
            <a:t>In the general - of 500 mV – intensive care and other critical cases- of 40 mV</a:t>
          </a:r>
          <a:endParaRPr lang="en-IN" dirty="0"/>
        </a:p>
      </dgm:t>
    </dgm:pt>
    <dgm:pt modelId="{A1FD5553-98CC-4B12-83ED-C96C7B54ECB3}" type="parTrans" cxnId="{65407592-6048-485E-B284-AE551D6B1AF0}">
      <dgm:prSet/>
      <dgm:spPr/>
      <dgm:t>
        <a:bodyPr/>
        <a:lstStyle/>
        <a:p>
          <a:endParaRPr lang="en-IN"/>
        </a:p>
      </dgm:t>
    </dgm:pt>
    <dgm:pt modelId="{6C190C3A-0D18-44EA-BD19-D341B07699A7}" type="sibTrans" cxnId="{65407592-6048-485E-B284-AE551D6B1AF0}">
      <dgm:prSet/>
      <dgm:spPr/>
      <dgm:t>
        <a:bodyPr/>
        <a:lstStyle/>
        <a:p>
          <a:endParaRPr lang="en-IN"/>
        </a:p>
      </dgm:t>
    </dgm:pt>
    <dgm:pt modelId="{AB33219C-519A-43B2-9C52-C012C696A8AE}" type="pres">
      <dgm:prSet presAssocID="{CBD75D8C-11AD-440E-9BFE-F1DC6E0E74C3}" presName="Name0" presStyleCnt="0">
        <dgm:presLayoutVars>
          <dgm:dir/>
          <dgm:animLvl val="lvl"/>
          <dgm:resizeHandles val="exact"/>
        </dgm:presLayoutVars>
      </dgm:prSet>
      <dgm:spPr/>
      <dgm:t>
        <a:bodyPr/>
        <a:lstStyle/>
        <a:p>
          <a:endParaRPr lang="en-IN"/>
        </a:p>
      </dgm:t>
    </dgm:pt>
    <dgm:pt modelId="{F902A5F5-7BDD-4D3C-A486-2A92E35025CC}" type="pres">
      <dgm:prSet presAssocID="{039E2869-F33F-4A0C-94B1-F3BD2DFB8F44}" presName="composite" presStyleCnt="0"/>
      <dgm:spPr/>
    </dgm:pt>
    <dgm:pt modelId="{516D5D36-7BB7-487D-A0BD-A7434BF4F81B}" type="pres">
      <dgm:prSet presAssocID="{039E2869-F33F-4A0C-94B1-F3BD2DFB8F44}" presName="parTx" presStyleLbl="alignNode1" presStyleIdx="0" presStyleCnt="1">
        <dgm:presLayoutVars>
          <dgm:chMax val="0"/>
          <dgm:chPref val="0"/>
          <dgm:bulletEnabled val="1"/>
        </dgm:presLayoutVars>
      </dgm:prSet>
      <dgm:spPr/>
      <dgm:t>
        <a:bodyPr/>
        <a:lstStyle/>
        <a:p>
          <a:endParaRPr lang="en-IN"/>
        </a:p>
      </dgm:t>
    </dgm:pt>
    <dgm:pt modelId="{8EE6C722-8BDD-4C99-833B-3FB87E07FC16}" type="pres">
      <dgm:prSet presAssocID="{039E2869-F33F-4A0C-94B1-F3BD2DFB8F44}" presName="desTx" presStyleLbl="alignAccFollowNode1" presStyleIdx="0" presStyleCnt="1">
        <dgm:presLayoutVars>
          <dgm:bulletEnabled val="1"/>
        </dgm:presLayoutVars>
      </dgm:prSet>
      <dgm:spPr/>
      <dgm:t>
        <a:bodyPr/>
        <a:lstStyle/>
        <a:p>
          <a:endParaRPr lang="en-IN"/>
        </a:p>
      </dgm:t>
    </dgm:pt>
  </dgm:ptLst>
  <dgm:cxnLst>
    <dgm:cxn modelId="{70C49C88-6901-4161-8F4D-1CC45E6BA5DF}" type="presOf" srcId="{CBD75D8C-11AD-440E-9BFE-F1DC6E0E74C3}" destId="{AB33219C-519A-43B2-9C52-C012C696A8AE}" srcOrd="0" destOrd="0" presId="urn:microsoft.com/office/officeart/2005/8/layout/hList1"/>
    <dgm:cxn modelId="{CF4C88EF-436F-4A52-9979-610F2C9D5E3F}" type="presOf" srcId="{D4C2FE0B-BC53-4F10-9A47-60308BA9CA40}" destId="{8EE6C722-8BDD-4C99-833B-3FB87E07FC16}" srcOrd="0" destOrd="1" presId="urn:microsoft.com/office/officeart/2005/8/layout/hList1"/>
    <dgm:cxn modelId="{092267B8-B5C6-48AA-A42E-1ADEB2485DCE}" type="presOf" srcId="{27FBB891-0280-4D65-8B0B-AFC2B46D25B5}" destId="{8EE6C722-8BDD-4C99-833B-3FB87E07FC16}" srcOrd="0" destOrd="4" presId="urn:microsoft.com/office/officeart/2005/8/layout/hList1"/>
    <dgm:cxn modelId="{FB362DD2-D202-4402-B7DD-DC7CBC66BF9F}" type="presOf" srcId="{B7EF7756-9380-42BC-9AA0-28A372086B4E}" destId="{8EE6C722-8BDD-4C99-833B-3FB87E07FC16}" srcOrd="0" destOrd="0" presId="urn:microsoft.com/office/officeart/2005/8/layout/hList1"/>
    <dgm:cxn modelId="{7735F39E-4B0D-48CC-A6AC-AA7AD6D1237E}" type="presOf" srcId="{1E2CC658-6D78-4923-9A09-801E82A18BFF}" destId="{8EE6C722-8BDD-4C99-833B-3FB87E07FC16}" srcOrd="0" destOrd="2" presId="urn:microsoft.com/office/officeart/2005/8/layout/hList1"/>
    <dgm:cxn modelId="{AF991CA3-D5F3-46F4-BD23-4C56D79F041F}" srcId="{D4C2FE0B-BC53-4F10-9A47-60308BA9CA40}" destId="{27FBB891-0280-4D65-8B0B-AFC2B46D25B5}" srcOrd="2" destOrd="0" parTransId="{F9D5ABEC-5195-4C79-98E5-D94BF547D443}" sibTransId="{161AE3A7-04AA-47DF-AF38-C6693976FC32}"/>
    <dgm:cxn modelId="{3C275A90-1469-4E98-B9E2-EE46828BCB49}" srcId="{039E2869-F33F-4A0C-94B1-F3BD2DFB8F44}" destId="{B7EF7756-9380-42BC-9AA0-28A372086B4E}" srcOrd="0" destOrd="0" parTransId="{E6D6CF35-186B-4BC1-8394-0E9B7AD45109}" sibTransId="{D26EB8AC-649B-488C-B387-117DFA49BE34}"/>
    <dgm:cxn modelId="{B634BD50-0D7E-4850-B273-7469D6BDA724}" srcId="{039E2869-F33F-4A0C-94B1-F3BD2DFB8F44}" destId="{9B8B5420-1711-4ACA-BBC9-C983D1230239}" srcOrd="2" destOrd="0" parTransId="{781E6359-9597-41C3-BE31-5D974C28576A}" sibTransId="{60AFE1AD-DE36-4503-873B-63647692B3D4}"/>
    <dgm:cxn modelId="{610FC157-56D7-4558-A32B-1D2F5AC0B559}" srcId="{D4C2FE0B-BC53-4F10-9A47-60308BA9CA40}" destId="{8CC0F402-74E8-47A3-BA34-B8C3D9B43B4D}" srcOrd="1" destOrd="0" parTransId="{E2A284E4-225A-47DC-BC0E-04477A2E1D75}" sibTransId="{8D42E6E3-E0DC-4B10-857D-18DCAAAB33F7}"/>
    <dgm:cxn modelId="{D2380D15-35CF-4596-87E6-90234BF5F784}" type="presOf" srcId="{8CC0F402-74E8-47A3-BA34-B8C3D9B43B4D}" destId="{8EE6C722-8BDD-4C99-833B-3FB87E07FC16}" srcOrd="0" destOrd="3" presId="urn:microsoft.com/office/officeart/2005/8/layout/hList1"/>
    <dgm:cxn modelId="{CFA69A99-6D5A-4FF4-A70D-6C64DAC2C314}" srcId="{D4C2FE0B-BC53-4F10-9A47-60308BA9CA40}" destId="{1E2CC658-6D78-4923-9A09-801E82A18BFF}" srcOrd="0" destOrd="0" parTransId="{06B2C53A-716D-4994-B191-E74454E984A2}" sibTransId="{9096F150-C0A3-4CD6-9609-B4CAA1F2974A}"/>
    <dgm:cxn modelId="{05154A51-1501-40A7-B7C9-639018EE56D5}" type="presOf" srcId="{9B8B5420-1711-4ACA-BBC9-C983D1230239}" destId="{8EE6C722-8BDD-4C99-833B-3FB87E07FC16}" srcOrd="0" destOrd="5" presId="urn:microsoft.com/office/officeart/2005/8/layout/hList1"/>
    <dgm:cxn modelId="{4F4BB3D5-CF02-433D-836D-6D353DA37F48}" srcId="{CBD75D8C-11AD-440E-9BFE-F1DC6E0E74C3}" destId="{039E2869-F33F-4A0C-94B1-F3BD2DFB8F44}" srcOrd="0" destOrd="0" parTransId="{9AFF78CD-EEA0-4AF3-B5E7-DEC39566AAA5}" sibTransId="{1C11159C-ABAA-4CA5-A926-B6C0F3EE4CBC}"/>
    <dgm:cxn modelId="{65407592-6048-485E-B284-AE551D6B1AF0}" srcId="{9B8B5420-1711-4ACA-BBC9-C983D1230239}" destId="{46C96E8F-5961-49CF-8D24-07B9731F88E2}" srcOrd="0" destOrd="0" parTransId="{A1FD5553-98CC-4B12-83ED-C96C7B54ECB3}" sibTransId="{6C190C3A-0D18-44EA-BD19-D341B07699A7}"/>
    <dgm:cxn modelId="{AB34D0E4-C307-43C8-A54E-E43EFD421E6D}" srcId="{039E2869-F33F-4A0C-94B1-F3BD2DFB8F44}" destId="{D4C2FE0B-BC53-4F10-9A47-60308BA9CA40}" srcOrd="1" destOrd="0" parTransId="{A71BF8EB-57D2-4976-A45D-5E2E97CC79C3}" sibTransId="{6DC7FA48-EA99-4D53-8DF9-05CDCC936500}"/>
    <dgm:cxn modelId="{F7D80D9F-0B18-4546-A8CD-6800FF35ACCA}" type="presOf" srcId="{039E2869-F33F-4A0C-94B1-F3BD2DFB8F44}" destId="{516D5D36-7BB7-487D-A0BD-A7434BF4F81B}" srcOrd="0" destOrd="0" presId="urn:microsoft.com/office/officeart/2005/8/layout/hList1"/>
    <dgm:cxn modelId="{7C4E07D3-7493-4AF4-A09A-AF8B731E8FD2}" type="presOf" srcId="{46C96E8F-5961-49CF-8D24-07B9731F88E2}" destId="{8EE6C722-8BDD-4C99-833B-3FB87E07FC16}" srcOrd="0" destOrd="6" presId="urn:microsoft.com/office/officeart/2005/8/layout/hList1"/>
    <dgm:cxn modelId="{74209382-ECBA-4AAC-A996-989CE07888CE}" type="presParOf" srcId="{AB33219C-519A-43B2-9C52-C012C696A8AE}" destId="{F902A5F5-7BDD-4D3C-A486-2A92E35025CC}" srcOrd="0" destOrd="0" presId="urn:microsoft.com/office/officeart/2005/8/layout/hList1"/>
    <dgm:cxn modelId="{D501C59F-3502-49FA-988F-E2FA2830103B}" type="presParOf" srcId="{F902A5F5-7BDD-4D3C-A486-2A92E35025CC}" destId="{516D5D36-7BB7-487D-A0BD-A7434BF4F81B}" srcOrd="0" destOrd="0" presId="urn:microsoft.com/office/officeart/2005/8/layout/hList1"/>
    <dgm:cxn modelId="{0C6C8AE4-B4E6-4A55-8AC9-2E114974754A}" type="presParOf" srcId="{F902A5F5-7BDD-4D3C-A486-2A92E35025CC}" destId="{8EE6C722-8BDD-4C99-833B-3FB87E07FC16}"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2406315E-ED50-4456-A072-3D7735857A2B}" type="doc">
      <dgm:prSet loTypeId="urn:microsoft.com/office/officeart/2005/8/layout/hList1" loCatId="list" qsTypeId="urn:microsoft.com/office/officeart/2005/8/quickstyle/simple1" qsCatId="simple" csTypeId="urn:microsoft.com/office/officeart/2005/8/colors/accent1_2" csCatId="accent1" phldr="1"/>
      <dgm:spPr/>
      <dgm:t>
        <a:bodyPr/>
        <a:lstStyle/>
        <a:p>
          <a:endParaRPr lang="en-IN"/>
        </a:p>
      </dgm:t>
    </dgm:pt>
    <dgm:pt modelId="{6BCA3AFE-6F46-497C-81A6-4032E8BFB0C4}">
      <dgm:prSet phldrT="[Text]"/>
      <dgm:spPr/>
      <dgm:t>
        <a:bodyPr/>
        <a:lstStyle/>
        <a:p>
          <a:r>
            <a:rPr lang="en-US" b="1" dirty="0"/>
            <a:t>Patient isolation</a:t>
          </a:r>
          <a:endParaRPr lang="en-IN" dirty="0"/>
        </a:p>
      </dgm:t>
    </dgm:pt>
    <dgm:pt modelId="{C7E3107B-1571-44B8-94B2-D98014FCA55B}" type="parTrans" cxnId="{1584EA9F-CA26-44AE-8D42-C866E3ADCBC6}">
      <dgm:prSet/>
      <dgm:spPr/>
      <dgm:t>
        <a:bodyPr/>
        <a:lstStyle/>
        <a:p>
          <a:endParaRPr lang="en-IN"/>
        </a:p>
      </dgm:t>
    </dgm:pt>
    <dgm:pt modelId="{C34D32B9-C6E8-4D96-9102-19A0CCE083CB}" type="sibTrans" cxnId="{1584EA9F-CA26-44AE-8D42-C866E3ADCBC6}">
      <dgm:prSet/>
      <dgm:spPr/>
      <dgm:t>
        <a:bodyPr/>
        <a:lstStyle/>
        <a:p>
          <a:endParaRPr lang="en-IN"/>
        </a:p>
      </dgm:t>
    </dgm:pt>
    <dgm:pt modelId="{23A61A9C-B6DD-4198-8C13-F90D83C9631B}">
      <dgm:prSet phldrT="[Text]"/>
      <dgm:spPr/>
      <dgm:t>
        <a:bodyPr/>
        <a:lstStyle/>
        <a:p>
          <a:pPr algn="just">
            <a:buNone/>
          </a:pPr>
          <a:r>
            <a:rPr lang="en-US" dirty="0">
              <a:latin typeface="+mn-lt"/>
            </a:rPr>
            <a:t>Following instructions should be followed if person comes in contact with electric shock;</a:t>
          </a:r>
          <a:endParaRPr lang="en-IN" dirty="0">
            <a:latin typeface="+mn-lt"/>
          </a:endParaRPr>
        </a:p>
      </dgm:t>
    </dgm:pt>
    <dgm:pt modelId="{9DE1B485-0701-4CA7-89D8-32E30AF07E25}" type="parTrans" cxnId="{BB57E2B9-CB97-48AE-B650-F2417CF171D9}">
      <dgm:prSet/>
      <dgm:spPr/>
      <dgm:t>
        <a:bodyPr/>
        <a:lstStyle/>
        <a:p>
          <a:endParaRPr lang="en-IN"/>
        </a:p>
      </dgm:t>
    </dgm:pt>
    <dgm:pt modelId="{CCDEC173-C6EA-40F6-AB4B-8C31709E3EA0}" type="sibTrans" cxnId="{BB57E2B9-CB97-48AE-B650-F2417CF171D9}">
      <dgm:prSet/>
      <dgm:spPr/>
      <dgm:t>
        <a:bodyPr/>
        <a:lstStyle/>
        <a:p>
          <a:endParaRPr lang="en-IN"/>
        </a:p>
      </dgm:t>
    </dgm:pt>
    <dgm:pt modelId="{C2F4C8AC-892C-4866-AEC0-6A56198452CF}">
      <dgm:prSet/>
      <dgm:spPr/>
      <dgm:t>
        <a:bodyPr/>
        <a:lstStyle/>
        <a:p>
          <a:pPr algn="just"/>
          <a:r>
            <a:rPr lang="en-US" b="0" i="0" dirty="0">
              <a:effectLst/>
              <a:latin typeface="+mn-lt"/>
            </a:rPr>
            <a:t>To turn off power.</a:t>
          </a:r>
        </a:p>
      </dgm:t>
    </dgm:pt>
    <dgm:pt modelId="{C1996D8D-90C5-4F08-AA5A-484A2C939AE2}" type="parTrans" cxnId="{15C6805F-33C9-41D3-A1B5-BD677C677B9B}">
      <dgm:prSet/>
      <dgm:spPr/>
      <dgm:t>
        <a:bodyPr/>
        <a:lstStyle/>
        <a:p>
          <a:endParaRPr lang="en-IN"/>
        </a:p>
      </dgm:t>
    </dgm:pt>
    <dgm:pt modelId="{F47DCA35-F23A-4F96-A752-37F729032E44}" type="sibTrans" cxnId="{15C6805F-33C9-41D3-A1B5-BD677C677B9B}">
      <dgm:prSet/>
      <dgm:spPr/>
      <dgm:t>
        <a:bodyPr/>
        <a:lstStyle/>
        <a:p>
          <a:endParaRPr lang="en-IN"/>
        </a:p>
      </dgm:t>
    </dgm:pt>
    <dgm:pt modelId="{D9F45CEB-2870-4B48-BAD6-4713AF07EEEC}">
      <dgm:prSet/>
      <dgm:spPr/>
      <dgm:t>
        <a:bodyPr/>
        <a:lstStyle/>
        <a:p>
          <a:pPr algn="just"/>
          <a:r>
            <a:rPr lang="en-US" b="0" i="0" dirty="0">
              <a:effectLst/>
              <a:latin typeface="+mn-lt"/>
            </a:rPr>
            <a:t>Unplug an appliance if plug is undamaged or shut off power via circuit breaker, fuse box, or outside switch.</a:t>
          </a:r>
        </a:p>
      </dgm:t>
    </dgm:pt>
    <dgm:pt modelId="{07F72C50-AABC-46BC-BDA1-3944D9E097E8}" type="parTrans" cxnId="{7CCC4534-7D0C-4FD4-A9FA-B6BECD42189B}">
      <dgm:prSet/>
      <dgm:spPr/>
      <dgm:t>
        <a:bodyPr/>
        <a:lstStyle/>
        <a:p>
          <a:endParaRPr lang="en-IN"/>
        </a:p>
      </dgm:t>
    </dgm:pt>
    <dgm:pt modelId="{76DD8EB5-F513-4288-A010-6D2987C999F7}" type="sibTrans" cxnId="{7CCC4534-7D0C-4FD4-A9FA-B6BECD42189B}">
      <dgm:prSet/>
      <dgm:spPr/>
      <dgm:t>
        <a:bodyPr/>
        <a:lstStyle/>
        <a:p>
          <a:endParaRPr lang="en-IN"/>
        </a:p>
      </dgm:t>
    </dgm:pt>
    <dgm:pt modelId="{0F6C9F50-B455-4051-A3B7-FE9526E3A142}">
      <dgm:prSet/>
      <dgm:spPr/>
      <dgm:t>
        <a:bodyPr/>
        <a:lstStyle/>
        <a:p>
          <a:pPr algn="just"/>
          <a:r>
            <a:rPr lang="en-US" b="0" i="0" dirty="0">
              <a:effectLst/>
              <a:latin typeface="+mn-lt"/>
            </a:rPr>
            <a:t>If you can't turn off power:</a:t>
          </a:r>
        </a:p>
      </dgm:t>
    </dgm:pt>
    <dgm:pt modelId="{4B9B38CB-0758-4D3A-A27E-FF3378758B6A}" type="parTrans" cxnId="{133A2009-2F98-4F50-BD3E-19F1F22F770D}">
      <dgm:prSet/>
      <dgm:spPr/>
      <dgm:t>
        <a:bodyPr/>
        <a:lstStyle/>
        <a:p>
          <a:endParaRPr lang="en-IN"/>
        </a:p>
      </dgm:t>
    </dgm:pt>
    <dgm:pt modelId="{99118965-4B7C-44DB-8B48-0A6D02681B81}" type="sibTrans" cxnId="{133A2009-2F98-4F50-BD3E-19F1F22F770D}">
      <dgm:prSet/>
      <dgm:spPr/>
      <dgm:t>
        <a:bodyPr/>
        <a:lstStyle/>
        <a:p>
          <a:endParaRPr lang="en-IN"/>
        </a:p>
      </dgm:t>
    </dgm:pt>
    <dgm:pt modelId="{DAB5C9F8-47EC-489B-8CB3-082485F8EFE3}">
      <dgm:prSet/>
      <dgm:spPr/>
      <dgm:t>
        <a:bodyPr/>
        <a:lstStyle/>
        <a:p>
          <a:pPr algn="just"/>
          <a:r>
            <a:rPr lang="en-US" b="0" i="0">
              <a:effectLst/>
              <a:latin typeface="+mn-lt"/>
            </a:rPr>
            <a:t>Stand on something dry and non-conductive, such as dry newspapers, telephone book, or wooden board.</a:t>
          </a:r>
          <a:endParaRPr lang="en-US" b="0" i="0" dirty="0">
            <a:effectLst/>
            <a:latin typeface="+mn-lt"/>
          </a:endParaRPr>
        </a:p>
      </dgm:t>
    </dgm:pt>
    <dgm:pt modelId="{6FDA2A22-F599-435D-9B2F-F6DE23E0A94D}" type="parTrans" cxnId="{932B28C2-9681-4428-A026-63788249E46E}">
      <dgm:prSet/>
      <dgm:spPr/>
      <dgm:t>
        <a:bodyPr/>
        <a:lstStyle/>
        <a:p>
          <a:endParaRPr lang="en-IN"/>
        </a:p>
      </dgm:t>
    </dgm:pt>
    <dgm:pt modelId="{BD4BBC97-D27C-4B46-98F8-3A63F9B4AA6D}" type="sibTrans" cxnId="{932B28C2-9681-4428-A026-63788249E46E}">
      <dgm:prSet/>
      <dgm:spPr/>
      <dgm:t>
        <a:bodyPr/>
        <a:lstStyle/>
        <a:p>
          <a:endParaRPr lang="en-IN"/>
        </a:p>
      </dgm:t>
    </dgm:pt>
    <dgm:pt modelId="{FB984F15-35BB-4F98-B478-584966E1F75E}">
      <dgm:prSet/>
      <dgm:spPr/>
      <dgm:t>
        <a:bodyPr/>
        <a:lstStyle/>
        <a:p>
          <a:pPr algn="just"/>
          <a:r>
            <a:rPr lang="en-US" b="0" i="0" dirty="0">
              <a:effectLst/>
              <a:latin typeface="+mn-lt"/>
            </a:rPr>
            <a:t>Try to separate the person from current using non-conductive object such as wooden or plastic broom handle, chair, or rubber doormat.</a:t>
          </a:r>
        </a:p>
      </dgm:t>
    </dgm:pt>
    <dgm:pt modelId="{0ADE1F6C-389F-4437-898F-DF6B50103790}" type="parTrans" cxnId="{0880F783-F62D-4681-8B80-6DC8C01BE3F8}">
      <dgm:prSet/>
      <dgm:spPr/>
      <dgm:t>
        <a:bodyPr/>
        <a:lstStyle/>
        <a:p>
          <a:endParaRPr lang="en-IN"/>
        </a:p>
      </dgm:t>
    </dgm:pt>
    <dgm:pt modelId="{3CAC71B7-16D8-421E-BD39-DFB345D52D76}" type="sibTrans" cxnId="{0880F783-F62D-4681-8B80-6DC8C01BE3F8}">
      <dgm:prSet/>
      <dgm:spPr/>
      <dgm:t>
        <a:bodyPr/>
        <a:lstStyle/>
        <a:p>
          <a:endParaRPr lang="en-IN"/>
        </a:p>
      </dgm:t>
    </dgm:pt>
    <dgm:pt modelId="{3879E6FD-CC0E-4DCF-BEFD-8AD855427DF2}">
      <dgm:prSet/>
      <dgm:spPr/>
      <dgm:t>
        <a:bodyPr/>
        <a:lstStyle/>
        <a:p>
          <a:pPr algn="just"/>
          <a:r>
            <a:rPr lang="en-US" b="0" i="0">
              <a:effectLst/>
              <a:latin typeface="+mn-lt"/>
            </a:rPr>
            <a:t>If high voltage lines are involved:</a:t>
          </a:r>
          <a:endParaRPr lang="en-US" b="0" i="0" dirty="0">
            <a:effectLst/>
            <a:latin typeface="+mn-lt"/>
          </a:endParaRPr>
        </a:p>
      </dgm:t>
    </dgm:pt>
    <dgm:pt modelId="{9B4A752A-ACE2-4D19-BFD8-4E968F25AC95}" type="parTrans" cxnId="{A763C23A-E3CA-44E7-91D9-74BD8F7BC6D4}">
      <dgm:prSet/>
      <dgm:spPr/>
      <dgm:t>
        <a:bodyPr/>
        <a:lstStyle/>
        <a:p>
          <a:endParaRPr lang="en-IN"/>
        </a:p>
      </dgm:t>
    </dgm:pt>
    <dgm:pt modelId="{F9E3165E-3AAB-43E3-A23B-6ADA37865BCB}" type="sibTrans" cxnId="{A763C23A-E3CA-44E7-91D9-74BD8F7BC6D4}">
      <dgm:prSet/>
      <dgm:spPr/>
      <dgm:t>
        <a:bodyPr/>
        <a:lstStyle/>
        <a:p>
          <a:endParaRPr lang="en-IN"/>
        </a:p>
      </dgm:t>
    </dgm:pt>
    <dgm:pt modelId="{A73370BA-BFB9-4929-814B-54BBD386F1EE}">
      <dgm:prSet/>
      <dgm:spPr/>
      <dgm:t>
        <a:bodyPr/>
        <a:lstStyle/>
        <a:p>
          <a:pPr algn="just"/>
          <a:r>
            <a:rPr lang="en-US" b="0" i="0">
              <a:effectLst/>
              <a:latin typeface="+mn-lt"/>
            </a:rPr>
            <a:t>The local power company must shut them off.</a:t>
          </a:r>
          <a:endParaRPr lang="en-US" b="0" i="0" dirty="0">
            <a:effectLst/>
            <a:latin typeface="+mn-lt"/>
          </a:endParaRPr>
        </a:p>
      </dgm:t>
    </dgm:pt>
    <dgm:pt modelId="{653A55BB-83F5-4CDB-A88C-CEF65E50B5DF}" type="parTrans" cxnId="{88A2085C-0536-484C-A385-93890772DA43}">
      <dgm:prSet/>
      <dgm:spPr/>
      <dgm:t>
        <a:bodyPr/>
        <a:lstStyle/>
        <a:p>
          <a:endParaRPr lang="en-IN"/>
        </a:p>
      </dgm:t>
    </dgm:pt>
    <dgm:pt modelId="{276688DF-61E7-4D03-8344-399DAED28688}" type="sibTrans" cxnId="{88A2085C-0536-484C-A385-93890772DA43}">
      <dgm:prSet/>
      <dgm:spPr/>
      <dgm:t>
        <a:bodyPr/>
        <a:lstStyle/>
        <a:p>
          <a:endParaRPr lang="en-IN"/>
        </a:p>
      </dgm:t>
    </dgm:pt>
    <dgm:pt modelId="{0F0BD305-AF7B-4C99-B427-DE5DA2D0EF82}">
      <dgm:prSet/>
      <dgm:spPr/>
      <dgm:t>
        <a:bodyPr/>
        <a:lstStyle/>
        <a:p>
          <a:pPr algn="just"/>
          <a:r>
            <a:rPr lang="en-US" b="0" i="0" dirty="0">
              <a:effectLst/>
              <a:latin typeface="+mn-lt"/>
            </a:rPr>
            <a:t>Do not try to separate the person from current if you feel a tingling sensation in your legs and lower body. Hop on one foot to a safe place where you can wait for lines to be disconnected.</a:t>
          </a:r>
        </a:p>
      </dgm:t>
    </dgm:pt>
    <dgm:pt modelId="{7829EB61-FE07-4675-881A-8A9BAA7EF65F}" type="parTrans" cxnId="{B73EAD05-0C8C-4471-8540-D9F9A7B5D72C}">
      <dgm:prSet/>
      <dgm:spPr/>
      <dgm:t>
        <a:bodyPr/>
        <a:lstStyle/>
        <a:p>
          <a:endParaRPr lang="en-IN"/>
        </a:p>
      </dgm:t>
    </dgm:pt>
    <dgm:pt modelId="{A63A6FDD-7BC5-46A5-A82B-9E7A8188BB6B}" type="sibTrans" cxnId="{B73EAD05-0C8C-4471-8540-D9F9A7B5D72C}">
      <dgm:prSet/>
      <dgm:spPr/>
      <dgm:t>
        <a:bodyPr/>
        <a:lstStyle/>
        <a:p>
          <a:endParaRPr lang="en-IN"/>
        </a:p>
      </dgm:t>
    </dgm:pt>
    <dgm:pt modelId="{D2ADAFA7-A00E-4B2F-84FF-14EE6E94B13E}" type="pres">
      <dgm:prSet presAssocID="{2406315E-ED50-4456-A072-3D7735857A2B}" presName="Name0" presStyleCnt="0">
        <dgm:presLayoutVars>
          <dgm:dir/>
          <dgm:animLvl val="lvl"/>
          <dgm:resizeHandles val="exact"/>
        </dgm:presLayoutVars>
      </dgm:prSet>
      <dgm:spPr/>
      <dgm:t>
        <a:bodyPr/>
        <a:lstStyle/>
        <a:p>
          <a:endParaRPr lang="en-IN"/>
        </a:p>
      </dgm:t>
    </dgm:pt>
    <dgm:pt modelId="{65C9F6D9-DAD8-4164-96CB-6B046A5C621C}" type="pres">
      <dgm:prSet presAssocID="{6BCA3AFE-6F46-497C-81A6-4032E8BFB0C4}" presName="composite" presStyleCnt="0"/>
      <dgm:spPr/>
    </dgm:pt>
    <dgm:pt modelId="{6DCA9EE5-13E4-49E9-814F-621C67CAE6F5}" type="pres">
      <dgm:prSet presAssocID="{6BCA3AFE-6F46-497C-81A6-4032E8BFB0C4}" presName="parTx" presStyleLbl="alignNode1" presStyleIdx="0" presStyleCnt="1" custLinFactNeighborX="353" custLinFactNeighborY="-5590">
        <dgm:presLayoutVars>
          <dgm:chMax val="0"/>
          <dgm:chPref val="0"/>
          <dgm:bulletEnabled val="1"/>
        </dgm:presLayoutVars>
      </dgm:prSet>
      <dgm:spPr/>
      <dgm:t>
        <a:bodyPr/>
        <a:lstStyle/>
        <a:p>
          <a:endParaRPr lang="en-IN"/>
        </a:p>
      </dgm:t>
    </dgm:pt>
    <dgm:pt modelId="{930FD1A4-D657-4FCD-9FDB-1FCF46B10848}" type="pres">
      <dgm:prSet presAssocID="{6BCA3AFE-6F46-497C-81A6-4032E8BFB0C4}" presName="desTx" presStyleLbl="alignAccFollowNode1" presStyleIdx="0" presStyleCnt="1">
        <dgm:presLayoutVars>
          <dgm:bulletEnabled val="1"/>
        </dgm:presLayoutVars>
      </dgm:prSet>
      <dgm:spPr/>
      <dgm:t>
        <a:bodyPr/>
        <a:lstStyle/>
        <a:p>
          <a:endParaRPr lang="en-IN"/>
        </a:p>
      </dgm:t>
    </dgm:pt>
  </dgm:ptLst>
  <dgm:cxnLst>
    <dgm:cxn modelId="{9EC94326-34BF-4376-A7F6-441218C92FA1}" type="presOf" srcId="{6BCA3AFE-6F46-497C-81A6-4032E8BFB0C4}" destId="{6DCA9EE5-13E4-49E9-814F-621C67CAE6F5}" srcOrd="0" destOrd="0" presId="urn:microsoft.com/office/officeart/2005/8/layout/hList1"/>
    <dgm:cxn modelId="{BB57E2B9-CB97-48AE-B650-F2417CF171D9}" srcId="{6BCA3AFE-6F46-497C-81A6-4032E8BFB0C4}" destId="{23A61A9C-B6DD-4198-8C13-F90D83C9631B}" srcOrd="0" destOrd="0" parTransId="{9DE1B485-0701-4CA7-89D8-32E30AF07E25}" sibTransId="{CCDEC173-C6EA-40F6-AB4B-8C31709E3EA0}"/>
    <dgm:cxn modelId="{AC1F2F40-2AC9-4259-91F9-B65CE69BC4F8}" type="presOf" srcId="{D9F45CEB-2870-4B48-BAD6-4713AF07EEEC}" destId="{930FD1A4-D657-4FCD-9FDB-1FCF46B10848}" srcOrd="0" destOrd="2" presId="urn:microsoft.com/office/officeart/2005/8/layout/hList1"/>
    <dgm:cxn modelId="{1584EA9F-CA26-44AE-8D42-C866E3ADCBC6}" srcId="{2406315E-ED50-4456-A072-3D7735857A2B}" destId="{6BCA3AFE-6F46-497C-81A6-4032E8BFB0C4}" srcOrd="0" destOrd="0" parTransId="{C7E3107B-1571-44B8-94B2-D98014FCA55B}" sibTransId="{C34D32B9-C6E8-4D96-9102-19A0CCE083CB}"/>
    <dgm:cxn modelId="{6115C66B-ECC7-4B63-A52B-B850E3096B38}" type="presOf" srcId="{0F0BD305-AF7B-4C99-B427-DE5DA2D0EF82}" destId="{930FD1A4-D657-4FCD-9FDB-1FCF46B10848}" srcOrd="0" destOrd="8" presId="urn:microsoft.com/office/officeart/2005/8/layout/hList1"/>
    <dgm:cxn modelId="{648DC11D-2860-41E7-8601-ACC29C8E17FC}" type="presOf" srcId="{DAB5C9F8-47EC-489B-8CB3-082485F8EFE3}" destId="{930FD1A4-D657-4FCD-9FDB-1FCF46B10848}" srcOrd="0" destOrd="4" presId="urn:microsoft.com/office/officeart/2005/8/layout/hList1"/>
    <dgm:cxn modelId="{4C6D695B-B440-4B49-AF1D-F68D04333EE8}" type="presOf" srcId="{23A61A9C-B6DD-4198-8C13-F90D83C9631B}" destId="{930FD1A4-D657-4FCD-9FDB-1FCF46B10848}" srcOrd="0" destOrd="0" presId="urn:microsoft.com/office/officeart/2005/8/layout/hList1"/>
    <dgm:cxn modelId="{932B28C2-9681-4428-A026-63788249E46E}" srcId="{6BCA3AFE-6F46-497C-81A6-4032E8BFB0C4}" destId="{DAB5C9F8-47EC-489B-8CB3-082485F8EFE3}" srcOrd="4" destOrd="0" parTransId="{6FDA2A22-F599-435D-9B2F-F6DE23E0A94D}" sibTransId="{BD4BBC97-D27C-4B46-98F8-3A63F9B4AA6D}"/>
    <dgm:cxn modelId="{A763C23A-E3CA-44E7-91D9-74BD8F7BC6D4}" srcId="{6BCA3AFE-6F46-497C-81A6-4032E8BFB0C4}" destId="{3879E6FD-CC0E-4DCF-BEFD-8AD855427DF2}" srcOrd="6" destOrd="0" parTransId="{9B4A752A-ACE2-4D19-BFD8-4E968F25AC95}" sibTransId="{F9E3165E-3AAB-43E3-A23B-6ADA37865BCB}"/>
    <dgm:cxn modelId="{72260ECE-9D4A-441D-B7F8-E9454529ECA2}" type="presOf" srcId="{0F6C9F50-B455-4051-A3B7-FE9526E3A142}" destId="{930FD1A4-D657-4FCD-9FDB-1FCF46B10848}" srcOrd="0" destOrd="3" presId="urn:microsoft.com/office/officeart/2005/8/layout/hList1"/>
    <dgm:cxn modelId="{88A2085C-0536-484C-A385-93890772DA43}" srcId="{6BCA3AFE-6F46-497C-81A6-4032E8BFB0C4}" destId="{A73370BA-BFB9-4929-814B-54BBD386F1EE}" srcOrd="7" destOrd="0" parTransId="{653A55BB-83F5-4CDB-A88C-CEF65E50B5DF}" sibTransId="{276688DF-61E7-4D03-8344-399DAED28688}"/>
    <dgm:cxn modelId="{133A2009-2F98-4F50-BD3E-19F1F22F770D}" srcId="{6BCA3AFE-6F46-497C-81A6-4032E8BFB0C4}" destId="{0F6C9F50-B455-4051-A3B7-FE9526E3A142}" srcOrd="3" destOrd="0" parTransId="{4B9B38CB-0758-4D3A-A27E-FF3378758B6A}" sibTransId="{99118965-4B7C-44DB-8B48-0A6D02681B81}"/>
    <dgm:cxn modelId="{DE96A36E-E473-47CD-BD39-D28E97E2901F}" type="presOf" srcId="{3879E6FD-CC0E-4DCF-BEFD-8AD855427DF2}" destId="{930FD1A4-D657-4FCD-9FDB-1FCF46B10848}" srcOrd="0" destOrd="6" presId="urn:microsoft.com/office/officeart/2005/8/layout/hList1"/>
    <dgm:cxn modelId="{C721AE4B-FB71-4A7B-9981-1158C80BD224}" type="presOf" srcId="{C2F4C8AC-892C-4866-AEC0-6A56198452CF}" destId="{930FD1A4-D657-4FCD-9FDB-1FCF46B10848}" srcOrd="0" destOrd="1" presId="urn:microsoft.com/office/officeart/2005/8/layout/hList1"/>
    <dgm:cxn modelId="{15C6805F-33C9-41D3-A1B5-BD677C677B9B}" srcId="{6BCA3AFE-6F46-497C-81A6-4032E8BFB0C4}" destId="{C2F4C8AC-892C-4866-AEC0-6A56198452CF}" srcOrd="1" destOrd="0" parTransId="{C1996D8D-90C5-4F08-AA5A-484A2C939AE2}" sibTransId="{F47DCA35-F23A-4F96-A752-37F729032E44}"/>
    <dgm:cxn modelId="{B73EAD05-0C8C-4471-8540-D9F9A7B5D72C}" srcId="{6BCA3AFE-6F46-497C-81A6-4032E8BFB0C4}" destId="{0F0BD305-AF7B-4C99-B427-DE5DA2D0EF82}" srcOrd="8" destOrd="0" parTransId="{7829EB61-FE07-4675-881A-8A9BAA7EF65F}" sibTransId="{A63A6FDD-7BC5-46A5-A82B-9E7A8188BB6B}"/>
    <dgm:cxn modelId="{631ED58F-3600-4127-AA98-D034BCA9AEDC}" type="presOf" srcId="{FB984F15-35BB-4F98-B478-584966E1F75E}" destId="{930FD1A4-D657-4FCD-9FDB-1FCF46B10848}" srcOrd="0" destOrd="5" presId="urn:microsoft.com/office/officeart/2005/8/layout/hList1"/>
    <dgm:cxn modelId="{80951170-02B5-447B-B49D-170148CA091C}" type="presOf" srcId="{2406315E-ED50-4456-A072-3D7735857A2B}" destId="{D2ADAFA7-A00E-4B2F-84FF-14EE6E94B13E}" srcOrd="0" destOrd="0" presId="urn:microsoft.com/office/officeart/2005/8/layout/hList1"/>
    <dgm:cxn modelId="{A5AAD06A-D0C6-4CED-966A-8BA2BB6BB500}" type="presOf" srcId="{A73370BA-BFB9-4929-814B-54BBD386F1EE}" destId="{930FD1A4-D657-4FCD-9FDB-1FCF46B10848}" srcOrd="0" destOrd="7" presId="urn:microsoft.com/office/officeart/2005/8/layout/hList1"/>
    <dgm:cxn modelId="{7CCC4534-7D0C-4FD4-A9FA-B6BECD42189B}" srcId="{6BCA3AFE-6F46-497C-81A6-4032E8BFB0C4}" destId="{D9F45CEB-2870-4B48-BAD6-4713AF07EEEC}" srcOrd="2" destOrd="0" parTransId="{07F72C50-AABC-46BC-BDA1-3944D9E097E8}" sibTransId="{76DD8EB5-F513-4288-A010-6D2987C999F7}"/>
    <dgm:cxn modelId="{0880F783-F62D-4681-8B80-6DC8C01BE3F8}" srcId="{6BCA3AFE-6F46-497C-81A6-4032E8BFB0C4}" destId="{FB984F15-35BB-4F98-B478-584966E1F75E}" srcOrd="5" destOrd="0" parTransId="{0ADE1F6C-389F-4437-898F-DF6B50103790}" sibTransId="{3CAC71B7-16D8-421E-BD39-DFB345D52D76}"/>
    <dgm:cxn modelId="{705B63F2-A25E-402B-AEAE-107C0091A555}" type="presParOf" srcId="{D2ADAFA7-A00E-4B2F-84FF-14EE6E94B13E}" destId="{65C9F6D9-DAD8-4164-96CB-6B046A5C621C}" srcOrd="0" destOrd="0" presId="urn:microsoft.com/office/officeart/2005/8/layout/hList1"/>
    <dgm:cxn modelId="{0BE9BD2B-2F93-4F9D-8E4E-8799586891E6}" type="presParOf" srcId="{65C9F6D9-DAD8-4164-96CB-6B046A5C621C}" destId="{6DCA9EE5-13E4-49E9-814F-621C67CAE6F5}" srcOrd="0" destOrd="0" presId="urn:microsoft.com/office/officeart/2005/8/layout/hList1"/>
    <dgm:cxn modelId="{228F5CC1-3642-4EDB-B796-CD4CCCD0A60E}" type="presParOf" srcId="{65C9F6D9-DAD8-4164-96CB-6B046A5C621C}" destId="{930FD1A4-D657-4FCD-9FDB-1FCF46B10848}" srcOrd="1" destOrd="0" presId="urn:microsoft.com/office/officeart/2005/8/layout/h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EE639B-763F-4499-B3FE-7A5FA44C0ED1}">
      <dsp:nvSpPr>
        <dsp:cNvPr id="0" name=""/>
        <dsp:cNvSpPr/>
      </dsp:nvSpPr>
      <dsp:spPr>
        <a:xfrm>
          <a:off x="0" y="537124"/>
          <a:ext cx="10851707" cy="5953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2213" tIns="624840" rIns="842213" bIns="213360" numCol="1" spcCol="1270" anchor="t" anchorCtr="0">
          <a:noAutofit/>
        </a:bodyPr>
        <a:lstStyle/>
        <a:p>
          <a:pPr marL="285750" lvl="1" indent="-285750" algn="just" defTabSz="1333500">
            <a:lnSpc>
              <a:spcPct val="90000"/>
            </a:lnSpc>
            <a:spcBef>
              <a:spcPct val="0"/>
            </a:spcBef>
            <a:spcAft>
              <a:spcPct val="15000"/>
            </a:spcAft>
            <a:buChar char="••"/>
          </a:pPr>
          <a:r>
            <a:rPr lang="en-US" sz="3000" kern="1200" dirty="0"/>
            <a:t>In a clinical environment patient is exposed to various risks, more than a typical workplace or at home</a:t>
          </a:r>
          <a:endParaRPr lang="en-IN" sz="3000" kern="1200" dirty="0"/>
        </a:p>
        <a:p>
          <a:pPr marL="571500" lvl="2" indent="-285750" algn="just" defTabSz="1333500">
            <a:lnSpc>
              <a:spcPct val="90000"/>
            </a:lnSpc>
            <a:spcBef>
              <a:spcPct val="0"/>
            </a:spcBef>
            <a:spcAft>
              <a:spcPct val="15000"/>
            </a:spcAft>
            <a:buChar char="••"/>
          </a:pPr>
          <a:r>
            <a:rPr lang="en-US" sz="3000" kern="1200" dirty="0"/>
            <a:t>Frequent invasive (blood) operations</a:t>
          </a:r>
          <a:endParaRPr lang="en-IN" sz="3000" kern="1200" dirty="0"/>
        </a:p>
        <a:p>
          <a:pPr marL="571500" lvl="2" indent="-285750" algn="just" defTabSz="1333500">
            <a:lnSpc>
              <a:spcPct val="90000"/>
            </a:lnSpc>
            <a:spcBef>
              <a:spcPct val="0"/>
            </a:spcBef>
            <a:spcAft>
              <a:spcPct val="15000"/>
            </a:spcAft>
            <a:buChar char="••"/>
          </a:pPr>
          <a:r>
            <a:rPr lang="en-US" sz="3000" kern="1200" dirty="0"/>
            <a:t>Penetration through skin or mucous membranes</a:t>
          </a:r>
          <a:endParaRPr lang="en-IN" sz="3000" kern="1200" dirty="0"/>
        </a:p>
        <a:p>
          <a:pPr marL="571500" lvl="2" indent="-285750" algn="just" defTabSz="1333500">
            <a:lnSpc>
              <a:spcPct val="90000"/>
            </a:lnSpc>
            <a:spcBef>
              <a:spcPct val="0"/>
            </a:spcBef>
            <a:spcAft>
              <a:spcPct val="15000"/>
            </a:spcAft>
            <a:buChar char="••"/>
          </a:pPr>
          <a:r>
            <a:rPr lang="en-US" sz="3000" kern="1200" dirty="0"/>
            <a:t>Presence of potentially hazardous chemicals and substances - anesthetics, medicines, medical gases</a:t>
          </a:r>
          <a:endParaRPr lang="en-IN" sz="3000" kern="1200" dirty="0"/>
        </a:p>
        <a:p>
          <a:pPr marL="571500" lvl="2" indent="-285750" algn="just" defTabSz="1333500">
            <a:lnSpc>
              <a:spcPct val="90000"/>
            </a:lnSpc>
            <a:spcBef>
              <a:spcPct val="0"/>
            </a:spcBef>
            <a:spcAft>
              <a:spcPct val="15000"/>
            </a:spcAft>
            <a:buChar char="••"/>
          </a:pPr>
          <a:r>
            <a:rPr lang="en-US" sz="3000" kern="1200" dirty="0"/>
            <a:t>Sources of infection - particularly "hospital infection"</a:t>
          </a:r>
          <a:endParaRPr lang="en-IN" sz="3000" kern="1200" dirty="0"/>
        </a:p>
        <a:p>
          <a:pPr marL="571500" lvl="2" indent="-285750" algn="just" defTabSz="1333500">
            <a:lnSpc>
              <a:spcPct val="90000"/>
            </a:lnSpc>
            <a:spcBef>
              <a:spcPct val="0"/>
            </a:spcBef>
            <a:spcAft>
              <a:spcPct val="15000"/>
            </a:spcAft>
            <a:buChar char="••"/>
          </a:pPr>
          <a:r>
            <a:rPr lang="en-US" sz="3000" kern="1200" dirty="0"/>
            <a:t>Various sources of energy that penetrate into or through the patient: current, voltage, ionizing and non-ionizing radiation, sound and ultrasound, electric and magnetic field, UV radiation, lasers, microwave radiation, mechanical stress, etc.</a:t>
          </a:r>
          <a:endParaRPr lang="en-IN" sz="3000" kern="1200" dirty="0"/>
        </a:p>
      </dsp:txBody>
      <dsp:txXfrm>
        <a:off x="0" y="537124"/>
        <a:ext cx="10851707" cy="5953500"/>
      </dsp:txXfrm>
    </dsp:sp>
    <dsp:sp modelId="{1B5F1A4C-5200-48C6-93A3-9B120878DED1}">
      <dsp:nvSpPr>
        <dsp:cNvPr id="0" name=""/>
        <dsp:cNvSpPr/>
      </dsp:nvSpPr>
      <dsp:spPr>
        <a:xfrm>
          <a:off x="542585" y="94324"/>
          <a:ext cx="7596194" cy="8856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7118" tIns="0" rIns="287118" bIns="0" numCol="1" spcCol="1270" anchor="ctr" anchorCtr="0">
          <a:noAutofit/>
        </a:bodyPr>
        <a:lstStyle/>
        <a:p>
          <a:pPr lvl="0" algn="l" defTabSz="1600200">
            <a:lnSpc>
              <a:spcPct val="90000"/>
            </a:lnSpc>
            <a:spcBef>
              <a:spcPct val="0"/>
            </a:spcBef>
            <a:spcAft>
              <a:spcPct val="35000"/>
            </a:spcAft>
          </a:pPr>
          <a:r>
            <a:rPr lang="en-IN" sz="3600" b="1" kern="1200" dirty="0"/>
            <a:t>Danger to Patients</a:t>
          </a:r>
        </a:p>
      </dsp:txBody>
      <dsp:txXfrm>
        <a:off x="585816" y="137555"/>
        <a:ext cx="7509732" cy="79913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9FAC728-AB78-4BFA-997A-F9B9E89053E1}">
      <dsp:nvSpPr>
        <dsp:cNvPr id="0" name=""/>
        <dsp:cNvSpPr/>
      </dsp:nvSpPr>
      <dsp:spPr>
        <a:xfrm>
          <a:off x="0" y="648576"/>
          <a:ext cx="7227569" cy="18720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4048" tIns="219456" rIns="384048" bIns="219456" numCol="1" spcCol="1270" anchor="ctr" anchorCtr="0">
          <a:noAutofit/>
        </a:bodyPr>
        <a:lstStyle/>
        <a:p>
          <a:pPr lvl="0" algn="ctr" defTabSz="2400300">
            <a:lnSpc>
              <a:spcPct val="90000"/>
            </a:lnSpc>
            <a:spcBef>
              <a:spcPct val="0"/>
            </a:spcBef>
            <a:spcAft>
              <a:spcPct val="35000"/>
            </a:spcAft>
          </a:pPr>
          <a:r>
            <a:rPr lang="en-IN" sz="5400" b="0" i="0" kern="1200" dirty="0"/>
            <a:t>WHAT IS SAFETY</a:t>
          </a:r>
          <a:endParaRPr lang="en-IN" sz="5400" kern="1200" dirty="0"/>
        </a:p>
      </dsp:txBody>
      <dsp:txXfrm>
        <a:off x="0" y="648576"/>
        <a:ext cx="7227569" cy="1872000"/>
      </dsp:txXfrm>
    </dsp:sp>
    <dsp:sp modelId="{F35F6EBD-3DBE-4A8C-B2BF-EA4DECD87D08}">
      <dsp:nvSpPr>
        <dsp:cNvPr id="0" name=""/>
        <dsp:cNvSpPr/>
      </dsp:nvSpPr>
      <dsp:spPr>
        <a:xfrm>
          <a:off x="0" y="2520576"/>
          <a:ext cx="7227569" cy="3300862"/>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70688" tIns="170688" rIns="227584" bIns="256032" numCol="1" spcCol="1270" anchor="t" anchorCtr="0">
          <a:noAutofit/>
        </a:bodyPr>
        <a:lstStyle/>
        <a:p>
          <a:pPr marL="285750" lvl="1" indent="-285750" algn="l" defTabSz="1422400">
            <a:lnSpc>
              <a:spcPct val="90000"/>
            </a:lnSpc>
            <a:spcBef>
              <a:spcPct val="0"/>
            </a:spcBef>
            <a:spcAft>
              <a:spcPct val="15000"/>
            </a:spcAft>
            <a:buChar char="••"/>
          </a:pPr>
          <a:r>
            <a:rPr lang="en-US" sz="3200" b="0" i="0" kern="1200" dirty="0"/>
            <a:t>S – Sense the error</a:t>
          </a:r>
          <a:endParaRPr lang="en-IN" sz="3200" kern="1200" dirty="0"/>
        </a:p>
        <a:p>
          <a:pPr marL="285750" lvl="1" indent="-285750" algn="l" defTabSz="1422400">
            <a:lnSpc>
              <a:spcPct val="90000"/>
            </a:lnSpc>
            <a:spcBef>
              <a:spcPct val="0"/>
            </a:spcBef>
            <a:spcAft>
              <a:spcPct val="15000"/>
            </a:spcAft>
            <a:buChar char="••"/>
          </a:pPr>
          <a:r>
            <a:rPr lang="en-US" sz="3200" b="0" i="0" kern="1200" dirty="0"/>
            <a:t>A – Act to prevent it</a:t>
          </a:r>
          <a:endParaRPr lang="en-IN" sz="3200" kern="1200" dirty="0"/>
        </a:p>
        <a:p>
          <a:pPr marL="285750" lvl="1" indent="-285750" algn="l" defTabSz="1422400">
            <a:lnSpc>
              <a:spcPct val="90000"/>
            </a:lnSpc>
            <a:spcBef>
              <a:spcPct val="0"/>
            </a:spcBef>
            <a:spcAft>
              <a:spcPct val="15000"/>
            </a:spcAft>
            <a:buChar char="••"/>
          </a:pPr>
          <a:r>
            <a:rPr lang="en-US" sz="3200" b="0" i="0" kern="1200" dirty="0"/>
            <a:t>F – Follow Safety Guidelines</a:t>
          </a:r>
          <a:endParaRPr lang="en-IN" sz="3200" kern="1200" dirty="0"/>
        </a:p>
        <a:p>
          <a:pPr marL="285750" lvl="1" indent="-285750" algn="l" defTabSz="1422400">
            <a:lnSpc>
              <a:spcPct val="90000"/>
            </a:lnSpc>
            <a:spcBef>
              <a:spcPct val="0"/>
            </a:spcBef>
            <a:spcAft>
              <a:spcPct val="15000"/>
            </a:spcAft>
            <a:buChar char="••"/>
          </a:pPr>
          <a:r>
            <a:rPr lang="en-US" sz="3200" b="0" i="0" kern="1200" dirty="0"/>
            <a:t>E – Enquire into accidents/Deaths</a:t>
          </a:r>
          <a:endParaRPr lang="en-IN" sz="3200" kern="1200" dirty="0"/>
        </a:p>
        <a:p>
          <a:pPr marL="285750" lvl="1" indent="-285750" algn="l" defTabSz="1422400">
            <a:lnSpc>
              <a:spcPct val="90000"/>
            </a:lnSpc>
            <a:spcBef>
              <a:spcPct val="0"/>
            </a:spcBef>
            <a:spcAft>
              <a:spcPct val="15000"/>
            </a:spcAft>
            <a:buChar char="••"/>
          </a:pPr>
          <a:r>
            <a:rPr lang="en-US" sz="3200" b="0" i="0" kern="1200" dirty="0"/>
            <a:t>T – Take appropriate remedial measure</a:t>
          </a:r>
          <a:endParaRPr lang="en-IN" sz="3200" kern="1200" dirty="0"/>
        </a:p>
        <a:p>
          <a:pPr marL="285750" lvl="1" indent="-285750" algn="l" defTabSz="1422400">
            <a:lnSpc>
              <a:spcPct val="90000"/>
            </a:lnSpc>
            <a:spcBef>
              <a:spcPct val="0"/>
            </a:spcBef>
            <a:spcAft>
              <a:spcPct val="15000"/>
            </a:spcAft>
            <a:buChar char="••"/>
          </a:pPr>
          <a:r>
            <a:rPr lang="en-US" sz="3200" b="0" i="0" kern="1200" dirty="0"/>
            <a:t>Y – Your responsibility</a:t>
          </a:r>
          <a:endParaRPr lang="en-IN" sz="3200" kern="1200" dirty="0"/>
        </a:p>
      </dsp:txBody>
      <dsp:txXfrm>
        <a:off x="0" y="2520576"/>
        <a:ext cx="7227569" cy="330086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BBE272E-25FB-492E-8315-2A958F91BEB8}">
      <dsp:nvSpPr>
        <dsp:cNvPr id="0" name=""/>
        <dsp:cNvSpPr/>
      </dsp:nvSpPr>
      <dsp:spPr>
        <a:xfrm>
          <a:off x="0" y="312934"/>
          <a:ext cx="11021060" cy="63000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55357" tIns="416560" rIns="855357" bIns="192024" numCol="1" spcCol="1270" anchor="t" anchorCtr="0">
          <a:noAutofit/>
        </a:bodyPr>
        <a:lstStyle/>
        <a:p>
          <a:pPr marL="228600" lvl="1" indent="-228600" algn="just" defTabSz="1200150">
            <a:lnSpc>
              <a:spcPct val="90000"/>
            </a:lnSpc>
            <a:spcBef>
              <a:spcPct val="0"/>
            </a:spcBef>
            <a:spcAft>
              <a:spcPct val="15000"/>
            </a:spcAft>
            <a:buChar char="••"/>
          </a:pPr>
          <a:r>
            <a:rPr lang="en-US" sz="2700" b="0" i="0" kern="1200" dirty="0"/>
            <a:t>Patient safety is the absence of preventable harm to a patient during the process of health care.</a:t>
          </a:r>
          <a:endParaRPr lang="en-IN" sz="2700" kern="1200" dirty="0"/>
        </a:p>
        <a:p>
          <a:pPr marL="228600" lvl="1" indent="-228600" algn="just" defTabSz="1200150">
            <a:lnSpc>
              <a:spcPct val="90000"/>
            </a:lnSpc>
            <a:spcBef>
              <a:spcPct val="0"/>
            </a:spcBef>
            <a:spcAft>
              <a:spcPct val="15000"/>
            </a:spcAft>
            <a:buChar char="••"/>
          </a:pPr>
          <a:r>
            <a:rPr lang="en-US" sz="2700" b="0" i="0" kern="1200" dirty="0"/>
            <a:t>The discipline of patient safety is the coordinated efforts to prevent harm to patients, caused by the process of health care itself.</a:t>
          </a:r>
          <a:endParaRPr lang="en-IN" sz="2700" kern="1200" dirty="0"/>
        </a:p>
        <a:p>
          <a:pPr marL="228600" lvl="1" indent="-228600" algn="just" defTabSz="1200150">
            <a:lnSpc>
              <a:spcPct val="90000"/>
            </a:lnSpc>
            <a:spcBef>
              <a:spcPct val="0"/>
            </a:spcBef>
            <a:spcAft>
              <a:spcPct val="15000"/>
            </a:spcAft>
            <a:buChar char="••"/>
          </a:pPr>
          <a:r>
            <a:rPr lang="en-US" sz="2700" b="0" i="0" kern="1200" dirty="0"/>
            <a:t>It is generally agreed upon that the meaning of patient safety is…“Please do no harm”.</a:t>
          </a:r>
          <a:endParaRPr lang="en-IN" sz="2700" kern="1200" dirty="0"/>
        </a:p>
        <a:p>
          <a:pPr marL="228600" lvl="1" indent="-228600" algn="just" defTabSz="1200150">
            <a:lnSpc>
              <a:spcPct val="90000"/>
            </a:lnSpc>
            <a:spcBef>
              <a:spcPct val="0"/>
            </a:spcBef>
            <a:spcAft>
              <a:spcPct val="15000"/>
            </a:spcAft>
            <a:buChar char="••"/>
          </a:pPr>
          <a:r>
            <a:rPr lang="en-US" sz="2700" b="0" i="0" kern="1200" dirty="0"/>
            <a:t>The concept of patient safety comes from the HIPPOCRATIC OATH “I will prescribe regimens for the good of my patients according to my ability and my judgment and ”never do harm” to anyone.” </a:t>
          </a:r>
          <a:endParaRPr lang="en-IN" sz="2700" kern="1200" dirty="0"/>
        </a:p>
        <a:p>
          <a:pPr marL="228600" lvl="1" indent="-228600" algn="just" defTabSz="1200150">
            <a:lnSpc>
              <a:spcPct val="90000"/>
            </a:lnSpc>
            <a:spcBef>
              <a:spcPct val="0"/>
            </a:spcBef>
            <a:spcAft>
              <a:spcPct val="15000"/>
            </a:spcAft>
            <a:buChar char="••"/>
          </a:pPr>
          <a:r>
            <a:rPr lang="en-US" sz="2700" b="0" i="0" kern="1200" dirty="0"/>
            <a:t>Improving Patient Safety means reducing patient harm.</a:t>
          </a:r>
          <a:endParaRPr lang="en-IN" sz="2700" kern="1200" dirty="0"/>
        </a:p>
        <a:p>
          <a:pPr marL="228600" lvl="1" indent="-228600" algn="just" defTabSz="1200150">
            <a:lnSpc>
              <a:spcPct val="90000"/>
            </a:lnSpc>
            <a:spcBef>
              <a:spcPct val="0"/>
            </a:spcBef>
            <a:spcAft>
              <a:spcPct val="15000"/>
            </a:spcAft>
            <a:buChar char="••"/>
          </a:pPr>
          <a:r>
            <a:rPr lang="en-US" sz="2700" b="0" i="0" kern="1200" dirty="0"/>
            <a:t>Hospitals were founded to give care to those who need it and to keep patients safe is their moral duty</a:t>
          </a:r>
          <a:endParaRPr lang="en-IN" sz="2700" kern="1200" dirty="0"/>
        </a:p>
        <a:p>
          <a:pPr marL="228600" lvl="1" indent="-228600" algn="l" defTabSz="1155700">
            <a:lnSpc>
              <a:spcPct val="90000"/>
            </a:lnSpc>
            <a:spcBef>
              <a:spcPct val="0"/>
            </a:spcBef>
            <a:spcAft>
              <a:spcPct val="15000"/>
            </a:spcAft>
            <a:buChar char="••"/>
          </a:pPr>
          <a:endParaRPr lang="en-IN" sz="2600" kern="1200" dirty="0"/>
        </a:p>
      </dsp:txBody>
      <dsp:txXfrm>
        <a:off x="0" y="312934"/>
        <a:ext cx="11021060" cy="6300000"/>
      </dsp:txXfrm>
    </dsp:sp>
    <dsp:sp modelId="{E15131BC-A671-4178-9619-A6C7E77DBC04}">
      <dsp:nvSpPr>
        <dsp:cNvPr id="0" name=""/>
        <dsp:cNvSpPr/>
      </dsp:nvSpPr>
      <dsp:spPr>
        <a:xfrm>
          <a:off x="551053" y="17734"/>
          <a:ext cx="7714742" cy="5904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1599" tIns="0" rIns="291599" bIns="0" numCol="1" spcCol="1270" anchor="ctr" anchorCtr="0">
          <a:noAutofit/>
        </a:bodyPr>
        <a:lstStyle/>
        <a:p>
          <a:pPr lvl="0" algn="l" defTabSz="1244600">
            <a:lnSpc>
              <a:spcPct val="90000"/>
            </a:lnSpc>
            <a:spcBef>
              <a:spcPct val="0"/>
            </a:spcBef>
            <a:spcAft>
              <a:spcPct val="35000"/>
            </a:spcAft>
          </a:pPr>
          <a:r>
            <a:rPr lang="en-IN" sz="2800" b="1" i="0" kern="1200" dirty="0">
              <a:effectLst>
                <a:outerShdw blurRad="38100" dist="38100" dir="2700000" algn="tl">
                  <a:srgbClr val="000000">
                    <a:alpha val="43137"/>
                  </a:srgbClr>
                </a:outerShdw>
              </a:effectLst>
              <a:latin typeface="+mj-lt"/>
            </a:rPr>
            <a:t>PATIENT SAFETY</a:t>
          </a:r>
          <a:endParaRPr lang="en-IN" sz="2800" b="1" kern="1200" dirty="0">
            <a:effectLst>
              <a:outerShdw blurRad="38100" dist="38100" dir="2700000" algn="tl">
                <a:srgbClr val="000000">
                  <a:alpha val="43137"/>
                </a:srgbClr>
              </a:outerShdw>
            </a:effectLst>
            <a:latin typeface="+mj-lt"/>
          </a:endParaRPr>
        </a:p>
      </dsp:txBody>
      <dsp:txXfrm>
        <a:off x="579874" y="46555"/>
        <a:ext cx="7657100" cy="53275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8AD3D4-8164-49F0-87AE-8D999460E912}">
      <dsp:nvSpPr>
        <dsp:cNvPr id="0" name=""/>
        <dsp:cNvSpPr/>
      </dsp:nvSpPr>
      <dsp:spPr>
        <a:xfrm>
          <a:off x="0" y="574024"/>
          <a:ext cx="10900410" cy="595350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45993" tIns="728980" rIns="845993" bIns="248920" numCol="1" spcCol="1270" anchor="t" anchorCtr="0">
          <a:noAutofit/>
        </a:bodyPr>
        <a:lstStyle/>
        <a:p>
          <a:pPr marL="285750" lvl="1" indent="-285750" algn="just" defTabSz="1555750">
            <a:lnSpc>
              <a:spcPct val="90000"/>
            </a:lnSpc>
            <a:spcBef>
              <a:spcPct val="0"/>
            </a:spcBef>
            <a:spcAft>
              <a:spcPct val="15000"/>
            </a:spcAft>
            <a:buChar char="••"/>
          </a:pPr>
          <a:r>
            <a:rPr lang="en-US" sz="3500" b="0" i="0" kern="1200" dirty="0"/>
            <a:t>Proper identification of patient and matching to their care elements</a:t>
          </a:r>
          <a:endParaRPr lang="en-IN" sz="3500" kern="1200" dirty="0"/>
        </a:p>
        <a:p>
          <a:pPr marL="285750" lvl="1" indent="-285750" algn="just" defTabSz="1555750">
            <a:lnSpc>
              <a:spcPct val="90000"/>
            </a:lnSpc>
            <a:spcBef>
              <a:spcPct val="0"/>
            </a:spcBef>
            <a:spcAft>
              <a:spcPct val="15000"/>
            </a:spcAft>
            <a:buChar char="••"/>
          </a:pPr>
          <a:r>
            <a:rPr lang="en-US" sz="3500" b="0" i="0" kern="1200" dirty="0"/>
            <a:t>Prevention of patient hand over error and safety during transition</a:t>
          </a:r>
          <a:endParaRPr lang="en-IN" sz="3500" kern="1200" dirty="0"/>
        </a:p>
        <a:p>
          <a:pPr marL="285750" lvl="1" indent="-285750" algn="just" defTabSz="1555750">
            <a:lnSpc>
              <a:spcPct val="90000"/>
            </a:lnSpc>
            <a:spcBef>
              <a:spcPct val="0"/>
            </a:spcBef>
            <a:spcAft>
              <a:spcPct val="15000"/>
            </a:spcAft>
            <a:buChar char="••"/>
          </a:pPr>
          <a:r>
            <a:rPr lang="en-US" sz="3500" b="0" i="0" kern="1200" dirty="0"/>
            <a:t>Assessing medical accuracy while giving care to a patient</a:t>
          </a:r>
          <a:endParaRPr lang="en-IN" sz="3500" kern="1200" dirty="0"/>
        </a:p>
        <a:p>
          <a:pPr marL="285750" lvl="1" indent="-285750" algn="just" defTabSz="1555750">
            <a:lnSpc>
              <a:spcPct val="90000"/>
            </a:lnSpc>
            <a:spcBef>
              <a:spcPct val="0"/>
            </a:spcBef>
            <a:spcAft>
              <a:spcPct val="15000"/>
            </a:spcAft>
            <a:buChar char="••"/>
          </a:pPr>
          <a:r>
            <a:rPr lang="en-US" sz="3500" b="0" i="0" kern="1200" dirty="0"/>
            <a:t>Performance of correct procedure at correct body site</a:t>
          </a:r>
          <a:endParaRPr lang="en-IN" sz="3500" kern="1200" dirty="0"/>
        </a:p>
        <a:p>
          <a:pPr marL="285750" lvl="1" indent="-285750" algn="just" defTabSz="1555750">
            <a:lnSpc>
              <a:spcPct val="90000"/>
            </a:lnSpc>
            <a:spcBef>
              <a:spcPct val="0"/>
            </a:spcBef>
            <a:spcAft>
              <a:spcPct val="15000"/>
            </a:spcAft>
            <a:buChar char="••"/>
          </a:pPr>
          <a:r>
            <a:rPr lang="en-US" sz="3500" b="0" i="0" kern="1200" dirty="0"/>
            <a:t>Take appropriate precautionary measures to avoid infection</a:t>
          </a:r>
          <a:endParaRPr lang="en-IN" sz="3500" kern="1200" dirty="0"/>
        </a:p>
      </dsp:txBody>
      <dsp:txXfrm>
        <a:off x="0" y="574024"/>
        <a:ext cx="10900410" cy="5953500"/>
      </dsp:txXfrm>
    </dsp:sp>
    <dsp:sp modelId="{A030165A-F0AF-4C49-96C1-EFE3BD0572C4}">
      <dsp:nvSpPr>
        <dsp:cNvPr id="0" name=""/>
        <dsp:cNvSpPr/>
      </dsp:nvSpPr>
      <dsp:spPr>
        <a:xfrm>
          <a:off x="545020" y="57424"/>
          <a:ext cx="7630287" cy="10332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88407" tIns="0" rIns="288407" bIns="0" numCol="1" spcCol="1270" anchor="ctr" anchorCtr="0">
          <a:noAutofit/>
        </a:bodyPr>
        <a:lstStyle/>
        <a:p>
          <a:pPr lvl="0" algn="just" defTabSz="1555750">
            <a:lnSpc>
              <a:spcPct val="90000"/>
            </a:lnSpc>
            <a:spcBef>
              <a:spcPct val="0"/>
            </a:spcBef>
            <a:spcAft>
              <a:spcPct val="35000"/>
            </a:spcAft>
          </a:pPr>
          <a:r>
            <a:rPr lang="en-US" sz="3500" kern="1200" dirty="0"/>
            <a:t>Principle of Patient Safety</a:t>
          </a:r>
          <a:endParaRPr lang="en-IN" sz="3500" kern="1200" dirty="0"/>
        </a:p>
      </dsp:txBody>
      <dsp:txXfrm>
        <a:off x="595457" y="107861"/>
        <a:ext cx="7529413" cy="93232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39B683-8476-4761-8D74-F543C22160F6}">
      <dsp:nvSpPr>
        <dsp:cNvPr id="0" name=""/>
        <dsp:cNvSpPr/>
      </dsp:nvSpPr>
      <dsp:spPr>
        <a:xfrm>
          <a:off x="4187626" y="1526976"/>
          <a:ext cx="3804046" cy="3804046"/>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60960" tIns="60960" rIns="60960" bIns="60960" numCol="1" spcCol="1270" anchor="ctr" anchorCtr="0">
          <a:noAutofit/>
        </a:bodyPr>
        <a:lstStyle/>
        <a:p>
          <a:pPr lvl="0" algn="ctr" defTabSz="2133600">
            <a:lnSpc>
              <a:spcPct val="90000"/>
            </a:lnSpc>
            <a:spcBef>
              <a:spcPct val="0"/>
            </a:spcBef>
            <a:spcAft>
              <a:spcPct val="35000"/>
            </a:spcAft>
          </a:pPr>
          <a:r>
            <a:rPr lang="en-US" sz="4800" kern="1200" dirty="0"/>
            <a:t>Patient Safety</a:t>
          </a:r>
          <a:endParaRPr lang="en-IN" sz="4800" kern="1200" dirty="0"/>
        </a:p>
      </dsp:txBody>
      <dsp:txXfrm>
        <a:off x="4744716" y="2084066"/>
        <a:ext cx="2689866" cy="2689866"/>
      </dsp:txXfrm>
    </dsp:sp>
    <dsp:sp modelId="{7FAB1239-69D0-46F3-841A-D43CE0576398}">
      <dsp:nvSpPr>
        <dsp:cNvPr id="0" name=""/>
        <dsp:cNvSpPr/>
      </dsp:nvSpPr>
      <dsp:spPr>
        <a:xfrm>
          <a:off x="5102478" y="0"/>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Medical Safety</a:t>
          </a:r>
          <a:endParaRPr lang="en-IN" sz="1800" kern="1200" dirty="0"/>
        </a:p>
      </dsp:txBody>
      <dsp:txXfrm>
        <a:off x="5381023" y="278545"/>
        <a:ext cx="1344933" cy="1344933"/>
      </dsp:txXfrm>
    </dsp:sp>
    <dsp:sp modelId="{80092E26-09C0-4A28-9C01-3980D6E69003}">
      <dsp:nvSpPr>
        <dsp:cNvPr id="0" name=""/>
        <dsp:cNvSpPr/>
      </dsp:nvSpPr>
      <dsp:spPr>
        <a:xfrm>
          <a:off x="6854185" y="683755"/>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Surgical Safety</a:t>
          </a:r>
          <a:endParaRPr lang="en-IN" sz="1800" kern="1200" dirty="0"/>
        </a:p>
      </dsp:txBody>
      <dsp:txXfrm>
        <a:off x="7132730" y="962300"/>
        <a:ext cx="1344933" cy="1344933"/>
      </dsp:txXfrm>
    </dsp:sp>
    <dsp:sp modelId="{AF18959E-E85F-4EFF-A9D0-1CD5725945C2}">
      <dsp:nvSpPr>
        <dsp:cNvPr id="0" name=""/>
        <dsp:cNvSpPr/>
      </dsp:nvSpPr>
      <dsp:spPr>
        <a:xfrm>
          <a:off x="7579805" y="2435477"/>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Electrical Safety</a:t>
          </a:r>
          <a:endParaRPr lang="en-IN" sz="1800" kern="1200" dirty="0"/>
        </a:p>
      </dsp:txBody>
      <dsp:txXfrm>
        <a:off x="7858350" y="2714022"/>
        <a:ext cx="1344933" cy="1344933"/>
      </dsp:txXfrm>
    </dsp:sp>
    <dsp:sp modelId="{B3A2ED2C-B6AA-41BC-8A6A-FFFF5847E2AA}">
      <dsp:nvSpPr>
        <dsp:cNvPr id="0" name=""/>
        <dsp:cNvSpPr/>
      </dsp:nvSpPr>
      <dsp:spPr>
        <a:xfrm>
          <a:off x="6854187" y="4187189"/>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Laboratory Safety</a:t>
          </a:r>
          <a:endParaRPr lang="en-IN" sz="1800" kern="1200" dirty="0"/>
        </a:p>
      </dsp:txBody>
      <dsp:txXfrm>
        <a:off x="7132732" y="4465734"/>
        <a:ext cx="1344933" cy="1344933"/>
      </dsp:txXfrm>
    </dsp:sp>
    <dsp:sp modelId="{6560F91B-D820-4D6F-A46D-ED2CD8CA34C9}">
      <dsp:nvSpPr>
        <dsp:cNvPr id="0" name=""/>
        <dsp:cNvSpPr/>
      </dsp:nvSpPr>
      <dsp:spPr>
        <a:xfrm>
          <a:off x="5102493" y="4912791"/>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Sanitation Infection Control</a:t>
          </a:r>
          <a:endParaRPr lang="en-IN" sz="1800" kern="1200" dirty="0"/>
        </a:p>
      </dsp:txBody>
      <dsp:txXfrm>
        <a:off x="5381038" y="5191336"/>
        <a:ext cx="1344933" cy="1344933"/>
      </dsp:txXfrm>
    </dsp:sp>
    <dsp:sp modelId="{0CCA4AC1-9639-42BE-8253-FA18E07295C4}">
      <dsp:nvSpPr>
        <dsp:cNvPr id="0" name=""/>
        <dsp:cNvSpPr/>
      </dsp:nvSpPr>
      <dsp:spPr>
        <a:xfrm>
          <a:off x="3350784" y="4187194"/>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Blood Safety</a:t>
          </a:r>
          <a:endParaRPr lang="en-IN" sz="1800" kern="1200" dirty="0"/>
        </a:p>
      </dsp:txBody>
      <dsp:txXfrm>
        <a:off x="3629329" y="4465739"/>
        <a:ext cx="1344933" cy="1344933"/>
      </dsp:txXfrm>
    </dsp:sp>
    <dsp:sp modelId="{D6289A10-3248-4085-A2AC-1C6F1BA648E6}">
      <dsp:nvSpPr>
        <dsp:cNvPr id="0" name=""/>
        <dsp:cNvSpPr/>
      </dsp:nvSpPr>
      <dsp:spPr>
        <a:xfrm>
          <a:off x="2661322" y="2435471"/>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2860" tIns="22860" rIns="22860" bIns="22860" numCol="1" spcCol="1270" anchor="ctr" anchorCtr="0">
          <a:noAutofit/>
        </a:bodyPr>
        <a:lstStyle/>
        <a:p>
          <a:pPr lvl="0" algn="ctr" defTabSz="800100">
            <a:lnSpc>
              <a:spcPct val="90000"/>
            </a:lnSpc>
            <a:spcBef>
              <a:spcPct val="0"/>
            </a:spcBef>
            <a:spcAft>
              <a:spcPct val="35000"/>
            </a:spcAft>
          </a:pPr>
          <a:r>
            <a:rPr lang="en-US" sz="1800" kern="1200" dirty="0"/>
            <a:t>Equipment Installation Safety</a:t>
          </a:r>
          <a:endParaRPr lang="en-IN" sz="1800" kern="1200" dirty="0"/>
        </a:p>
      </dsp:txBody>
      <dsp:txXfrm>
        <a:off x="2939867" y="2714016"/>
        <a:ext cx="1344933" cy="1344933"/>
      </dsp:txXfrm>
    </dsp:sp>
    <dsp:sp modelId="{2A7BF843-37D2-4345-9140-4FA9704E8FD0}">
      <dsp:nvSpPr>
        <dsp:cNvPr id="0" name=""/>
        <dsp:cNvSpPr/>
      </dsp:nvSpPr>
      <dsp:spPr>
        <a:xfrm>
          <a:off x="3386916" y="726266"/>
          <a:ext cx="1902023" cy="1902023"/>
        </a:xfrm>
        <a:prstGeom prst="ellipse">
          <a:avLst/>
        </a:prstGeom>
        <a:solidFill>
          <a:schemeClr val="accent1">
            <a:alpha val="50000"/>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tx1"/>
        </a:fontRef>
      </dsp:style>
      <dsp:txBody>
        <a:bodyPr spcFirstLastPara="0" vert="horz" wrap="square" lIns="21590" tIns="21590" rIns="21590" bIns="21590" numCol="1" spcCol="1270" anchor="ctr" anchorCtr="0">
          <a:noAutofit/>
        </a:bodyPr>
        <a:lstStyle/>
        <a:p>
          <a:pPr marL="0" lvl="0" indent="0" algn="ctr" defTabSz="755650">
            <a:lnSpc>
              <a:spcPct val="90000"/>
            </a:lnSpc>
            <a:spcBef>
              <a:spcPct val="0"/>
            </a:spcBef>
            <a:spcAft>
              <a:spcPct val="35000"/>
            </a:spcAft>
          </a:pPr>
          <a:r>
            <a:rPr lang="en-US" sz="1700" kern="1200" dirty="0"/>
            <a:t>Environmental Safety</a:t>
          </a:r>
          <a:endParaRPr lang="en-IN" sz="1700" kern="1200" dirty="0"/>
        </a:p>
      </dsp:txBody>
      <dsp:txXfrm>
        <a:off x="3665461" y="1004811"/>
        <a:ext cx="1344933" cy="134493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365D332-4E90-4230-A450-A29F0EC78515}">
      <dsp:nvSpPr>
        <dsp:cNvPr id="0" name=""/>
        <dsp:cNvSpPr/>
      </dsp:nvSpPr>
      <dsp:spPr>
        <a:xfrm>
          <a:off x="0" y="113144"/>
          <a:ext cx="10735310" cy="121680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a:lnSpc>
              <a:spcPct val="90000"/>
            </a:lnSpc>
            <a:spcBef>
              <a:spcPct val="0"/>
            </a:spcBef>
            <a:spcAft>
              <a:spcPct val="35000"/>
            </a:spcAft>
          </a:pPr>
          <a:r>
            <a:rPr lang="en-IN" sz="4000" kern="1200" dirty="0"/>
            <a:t>Safe Medical Technology Development</a:t>
          </a:r>
        </a:p>
      </dsp:txBody>
      <dsp:txXfrm>
        <a:off x="59399" y="172543"/>
        <a:ext cx="10616512" cy="1098002"/>
      </dsp:txXfrm>
    </dsp:sp>
    <dsp:sp modelId="{A4B28F15-42B2-4D69-887A-529CFE404C5F}">
      <dsp:nvSpPr>
        <dsp:cNvPr id="0" name=""/>
        <dsp:cNvSpPr/>
      </dsp:nvSpPr>
      <dsp:spPr>
        <a:xfrm>
          <a:off x="0" y="1564772"/>
          <a:ext cx="10735310" cy="43056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0846" tIns="40640" rIns="227584" bIns="40640" numCol="1" spcCol="1270" anchor="t" anchorCtr="0">
          <a:noAutofit/>
        </a:bodyPr>
        <a:lstStyle/>
        <a:p>
          <a:pPr marL="285750" lvl="1" indent="-285750" algn="just" defTabSz="1422400">
            <a:lnSpc>
              <a:spcPct val="90000"/>
            </a:lnSpc>
            <a:spcBef>
              <a:spcPct val="0"/>
            </a:spcBef>
            <a:spcAft>
              <a:spcPts val="1200"/>
            </a:spcAft>
            <a:buChar char="••"/>
          </a:pPr>
          <a:r>
            <a:rPr lang="en-US" sz="3200" kern="1200" dirty="0"/>
            <a:t>Electrical MT security is considered:</a:t>
          </a:r>
          <a:endParaRPr lang="en-IN" sz="3200" kern="1200" dirty="0"/>
        </a:p>
        <a:p>
          <a:pPr marL="571500" lvl="2" indent="-285750" algn="just" defTabSz="1244600">
            <a:lnSpc>
              <a:spcPct val="90000"/>
            </a:lnSpc>
            <a:spcBef>
              <a:spcPct val="0"/>
            </a:spcBef>
            <a:spcAft>
              <a:spcPts val="1200"/>
            </a:spcAft>
            <a:buChar char="••"/>
          </a:pPr>
          <a:r>
            <a:rPr lang="en-US" sz="2800" kern="1200" dirty="0"/>
            <a:t>Physiological effects of electricity</a:t>
          </a:r>
          <a:endParaRPr lang="en-IN" sz="2800" kern="1200" dirty="0"/>
        </a:p>
        <a:p>
          <a:pPr marL="571500" lvl="2" indent="-285750" algn="just" defTabSz="1244600">
            <a:lnSpc>
              <a:spcPct val="90000"/>
            </a:lnSpc>
            <a:spcBef>
              <a:spcPct val="0"/>
            </a:spcBef>
            <a:spcAft>
              <a:spcPts val="1200"/>
            </a:spcAft>
            <a:buChar char="••"/>
          </a:pPr>
          <a:r>
            <a:rPr lang="en-US" sz="2800" kern="1200" dirty="0"/>
            <a:t>Possibility (risk) of failures and their consequences</a:t>
          </a:r>
          <a:endParaRPr lang="en-IN" sz="2800" kern="1200" dirty="0"/>
        </a:p>
        <a:p>
          <a:pPr marL="571500" lvl="2" indent="-285750" algn="just" defTabSz="1244600">
            <a:lnSpc>
              <a:spcPct val="90000"/>
            </a:lnSpc>
            <a:spcBef>
              <a:spcPct val="0"/>
            </a:spcBef>
            <a:spcAft>
              <a:spcPts val="1200"/>
            </a:spcAft>
            <a:buChar char="••"/>
          </a:pPr>
          <a:r>
            <a:rPr lang="en-US" sz="2800" kern="1200" dirty="0"/>
            <a:t>Methods of patients and staff protection</a:t>
          </a:r>
          <a:endParaRPr lang="en-IN" sz="2800" kern="1200" dirty="0"/>
        </a:p>
        <a:p>
          <a:pPr marL="571500" lvl="2" indent="-285750" algn="just" defTabSz="1244600">
            <a:lnSpc>
              <a:spcPct val="90000"/>
            </a:lnSpc>
            <a:spcBef>
              <a:spcPct val="0"/>
            </a:spcBef>
            <a:spcAft>
              <a:spcPts val="1200"/>
            </a:spcAft>
            <a:buChar char="••"/>
          </a:pPr>
          <a:r>
            <a:rPr lang="en-US" sz="2800" kern="1200" dirty="0"/>
            <a:t>Standards describing electrical safety</a:t>
          </a:r>
          <a:endParaRPr lang="en-IN" sz="2800" kern="1200" dirty="0"/>
        </a:p>
        <a:p>
          <a:pPr marL="571500" lvl="2" indent="-285750" algn="just" defTabSz="1244600">
            <a:lnSpc>
              <a:spcPct val="90000"/>
            </a:lnSpc>
            <a:spcBef>
              <a:spcPct val="0"/>
            </a:spcBef>
            <a:spcAft>
              <a:spcPts val="1200"/>
            </a:spcAft>
            <a:buChar char="••"/>
          </a:pPr>
          <a:r>
            <a:rPr lang="en-US" sz="2800" kern="1200" dirty="0"/>
            <a:t>Electrical safety testing modes</a:t>
          </a:r>
          <a:endParaRPr lang="en-IN" sz="2800" kern="1200" dirty="0"/>
        </a:p>
        <a:p>
          <a:pPr marL="285750" lvl="1" indent="-285750" algn="just" defTabSz="1422400">
            <a:lnSpc>
              <a:spcPct val="90000"/>
            </a:lnSpc>
            <a:spcBef>
              <a:spcPct val="0"/>
            </a:spcBef>
            <a:spcAft>
              <a:spcPts val="1200"/>
            </a:spcAft>
            <a:buChar char="••"/>
          </a:pPr>
          <a:r>
            <a:rPr lang="en-US" sz="3200" kern="1200" dirty="0"/>
            <a:t>Understanding the possible dangers and risks</a:t>
          </a:r>
          <a:endParaRPr lang="en-IN" sz="3200" kern="1200" dirty="0"/>
        </a:p>
        <a:p>
          <a:pPr marL="285750" lvl="1" indent="-285750" algn="just" defTabSz="1422400">
            <a:lnSpc>
              <a:spcPct val="90000"/>
            </a:lnSpc>
            <a:spcBef>
              <a:spcPct val="0"/>
            </a:spcBef>
            <a:spcAft>
              <a:spcPts val="1200"/>
            </a:spcAft>
            <a:buChar char="••"/>
          </a:pPr>
          <a:r>
            <a:rPr lang="en-US" sz="3200" kern="1200" dirty="0"/>
            <a:t>Implementation in achieving security</a:t>
          </a:r>
          <a:endParaRPr lang="en-IN" sz="3200" kern="1200" dirty="0"/>
        </a:p>
      </dsp:txBody>
      <dsp:txXfrm>
        <a:off x="0" y="1564772"/>
        <a:ext cx="10735310" cy="430560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B480E1C-A398-4C3B-ACE9-2BDD9DB7A701}">
      <dsp:nvSpPr>
        <dsp:cNvPr id="0" name=""/>
        <dsp:cNvSpPr/>
      </dsp:nvSpPr>
      <dsp:spPr>
        <a:xfrm>
          <a:off x="53" y="183335"/>
          <a:ext cx="5098444"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a:lnSpc>
              <a:spcPct val="90000"/>
            </a:lnSpc>
            <a:spcBef>
              <a:spcPct val="0"/>
            </a:spcBef>
            <a:spcAft>
              <a:spcPct val="35000"/>
            </a:spcAft>
          </a:pPr>
          <a:r>
            <a:rPr lang="en-GB" sz="2300" b="1" kern="1200" dirty="0">
              <a:solidFill>
                <a:schemeClr val="bg1"/>
              </a:solidFill>
              <a:latin typeface="+mn-lt"/>
              <a:ea typeface="Montserrat" charset="0"/>
              <a:cs typeface="Montserrat" charset="0"/>
            </a:rPr>
            <a:t>Electrical Current</a:t>
          </a:r>
          <a:endParaRPr lang="en-GB" altLang="en-US" sz="2300" kern="1200" dirty="0">
            <a:solidFill>
              <a:schemeClr val="tx1"/>
            </a:solidFill>
            <a:latin typeface="+mn-lt"/>
            <a:ea typeface="Montserrat" charset="0"/>
            <a:cs typeface="Montserrat" charset="0"/>
          </a:endParaRPr>
        </a:p>
      </dsp:txBody>
      <dsp:txXfrm>
        <a:off x="53" y="183335"/>
        <a:ext cx="5098444" cy="662400"/>
      </dsp:txXfrm>
    </dsp:sp>
    <dsp:sp modelId="{1A3364B6-24F5-444A-89DB-6C59E25B4AFE}">
      <dsp:nvSpPr>
        <dsp:cNvPr id="0" name=""/>
        <dsp:cNvSpPr/>
      </dsp:nvSpPr>
      <dsp:spPr>
        <a:xfrm>
          <a:off x="53" y="845735"/>
          <a:ext cx="5098444" cy="55558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just" defTabSz="1022350">
            <a:lnSpc>
              <a:spcPct val="90000"/>
            </a:lnSpc>
            <a:spcBef>
              <a:spcPct val="0"/>
            </a:spcBef>
            <a:spcAft>
              <a:spcPct val="15000"/>
            </a:spcAft>
            <a:buChar char="••"/>
          </a:pPr>
          <a:r>
            <a:rPr lang="en-GB" altLang="en-US" sz="2300" u="sng" kern="1200" dirty="0">
              <a:solidFill>
                <a:schemeClr val="tx1"/>
              </a:solidFill>
              <a:latin typeface="+mn-lt"/>
              <a:ea typeface="Montserrat" charset="0"/>
              <a:cs typeface="Montserrat" charset="0"/>
            </a:rPr>
            <a:t>Electrical Current:</a:t>
          </a:r>
          <a:endParaRPr lang="en-IN" sz="2300" kern="1200" dirty="0">
            <a:solidFill>
              <a:schemeClr val="tx1"/>
            </a:solidFill>
            <a:latin typeface="+mn-lt"/>
          </a:endParaRPr>
        </a:p>
        <a:p>
          <a:pPr marL="457200" lvl="2" indent="-228600" algn="just"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Requires a closed circuit</a:t>
          </a:r>
        </a:p>
        <a:p>
          <a:pPr marL="457200" lvl="2" indent="-228600" algn="just" defTabSz="1022350">
            <a:lnSpc>
              <a:spcPct val="90000"/>
            </a:lnSpc>
            <a:spcBef>
              <a:spcPct val="0"/>
            </a:spcBef>
            <a:spcAft>
              <a:spcPct val="15000"/>
            </a:spcAft>
            <a:buChar char="••"/>
          </a:pPr>
          <a:r>
            <a:rPr lang="en-GB" altLang="en-US" sz="2300" kern="1200">
              <a:solidFill>
                <a:schemeClr val="tx1"/>
              </a:solidFill>
              <a:latin typeface="+mn-lt"/>
              <a:ea typeface="Montserrat" charset="0"/>
              <a:cs typeface="Montserrat" charset="0"/>
            </a:rPr>
            <a:t>Follows the path of least resistance (much like water)</a:t>
          </a:r>
          <a:endParaRPr lang="en-GB" altLang="en-US" sz="2300" kern="1200" dirty="0">
            <a:solidFill>
              <a:schemeClr val="tx1"/>
            </a:solidFill>
            <a:latin typeface="+mn-lt"/>
            <a:ea typeface="Montserrat" charset="0"/>
            <a:cs typeface="Montserrat" charset="0"/>
          </a:endParaRPr>
        </a:p>
        <a:p>
          <a:pPr marL="457200" lvl="2" indent="-228600" algn="just" defTabSz="1022350">
            <a:lnSpc>
              <a:spcPct val="90000"/>
            </a:lnSpc>
            <a:spcBef>
              <a:spcPct val="0"/>
            </a:spcBef>
            <a:spcAft>
              <a:spcPct val="15000"/>
            </a:spcAft>
            <a:buChar char="••"/>
          </a:pPr>
          <a:r>
            <a:rPr lang="en-GB" altLang="en-US" sz="2300" kern="1200">
              <a:solidFill>
                <a:schemeClr val="tx1"/>
              </a:solidFill>
              <a:latin typeface="+mn-lt"/>
              <a:ea typeface="Montserrat" charset="0"/>
              <a:cs typeface="Montserrat" charset="0"/>
            </a:rPr>
            <a:t>Electrical (functional) currents form an integral part during monitoring, treatment and diagnosis of patients</a:t>
          </a:r>
          <a:endParaRPr lang="en-GB" altLang="en-US" sz="2300" kern="1200" dirty="0">
            <a:solidFill>
              <a:schemeClr val="tx1"/>
            </a:solidFill>
            <a:latin typeface="+mn-lt"/>
            <a:ea typeface="Montserrat" charset="0"/>
            <a:cs typeface="Montserrat" charset="0"/>
          </a:endParaRPr>
        </a:p>
        <a:p>
          <a:pPr marL="228600" lvl="1" indent="-228600" algn="just" defTabSz="1022350">
            <a:lnSpc>
              <a:spcPct val="90000"/>
            </a:lnSpc>
            <a:spcBef>
              <a:spcPct val="0"/>
            </a:spcBef>
            <a:spcAft>
              <a:spcPct val="15000"/>
            </a:spcAft>
            <a:buChar char="••"/>
          </a:pPr>
          <a:r>
            <a:rPr lang="en-GB" altLang="en-US" sz="2300" kern="1200">
              <a:solidFill>
                <a:schemeClr val="tx1"/>
              </a:solidFill>
              <a:latin typeface="+mn-lt"/>
              <a:ea typeface="Montserrat" charset="0"/>
              <a:cs typeface="Montserrat" charset="0"/>
            </a:rPr>
            <a:t>But can cause </a:t>
          </a:r>
          <a:r>
            <a:rPr lang="en-GB" altLang="en-US" sz="2300" u="sng" kern="1200">
              <a:solidFill>
                <a:schemeClr val="tx1"/>
              </a:solidFill>
              <a:latin typeface="+mn-lt"/>
              <a:ea typeface="Montserrat" charset="0"/>
              <a:cs typeface="Montserrat" charset="0"/>
            </a:rPr>
            <a:t>injury</a:t>
          </a:r>
          <a:r>
            <a:rPr lang="en-GB" altLang="en-US" sz="2300" kern="1200">
              <a:solidFill>
                <a:schemeClr val="tx1"/>
              </a:solidFill>
              <a:latin typeface="+mn-lt"/>
              <a:ea typeface="Montserrat" charset="0"/>
              <a:cs typeface="Montserrat" charset="0"/>
            </a:rPr>
            <a:t> or even result in </a:t>
          </a:r>
          <a:r>
            <a:rPr lang="en-GB" altLang="en-US" sz="2300" u="sng" kern="1200">
              <a:solidFill>
                <a:schemeClr val="tx1"/>
              </a:solidFill>
              <a:latin typeface="+mn-lt"/>
              <a:ea typeface="Montserrat" charset="0"/>
              <a:cs typeface="Montserrat" charset="0"/>
            </a:rPr>
            <a:t>death</a:t>
          </a:r>
          <a:r>
            <a:rPr lang="en-GB" altLang="en-US" sz="2300" kern="1200">
              <a:solidFill>
                <a:schemeClr val="tx1"/>
              </a:solidFill>
              <a:latin typeface="+mn-lt"/>
              <a:ea typeface="Montserrat" charset="0"/>
              <a:cs typeface="Montserrat" charset="0"/>
            </a:rPr>
            <a:t> as a result of muscle stimulation, tissue burns or trigger other events (e.g., ignition of pure oxygen)</a:t>
          </a:r>
          <a:endParaRPr lang="en-GB" altLang="en-US" sz="2300" u="sng" kern="1200" dirty="0">
            <a:solidFill>
              <a:schemeClr val="tx1"/>
            </a:solidFill>
            <a:latin typeface="+mn-lt"/>
            <a:ea typeface="Montserrat" charset="0"/>
            <a:cs typeface="Montserrat" charset="0"/>
          </a:endParaRPr>
        </a:p>
        <a:p>
          <a:pPr marL="228600" lvl="1" indent="-228600" algn="just" defTabSz="1022350">
            <a:lnSpc>
              <a:spcPct val="90000"/>
            </a:lnSpc>
            <a:spcBef>
              <a:spcPct val="0"/>
            </a:spcBef>
            <a:spcAft>
              <a:spcPct val="15000"/>
            </a:spcAft>
            <a:buChar char="••"/>
          </a:pPr>
          <a:r>
            <a:rPr lang="en-GB" altLang="en-US" sz="2300" kern="1200">
              <a:solidFill>
                <a:schemeClr val="tx1"/>
              </a:solidFill>
              <a:latin typeface="+mn-lt"/>
              <a:ea typeface="Montserrat" charset="0"/>
              <a:cs typeface="Montserrat" charset="0"/>
            </a:rPr>
            <a:t>Risk of (non-functional) electrical leakage is relatively small but always present.</a:t>
          </a:r>
          <a:endParaRPr lang="en-GB" altLang="en-US" sz="2300" kern="1200" dirty="0">
            <a:solidFill>
              <a:schemeClr val="tx1"/>
            </a:solidFill>
            <a:latin typeface="+mn-lt"/>
            <a:ea typeface="Montserrat" charset="0"/>
            <a:cs typeface="Montserrat" charset="0"/>
          </a:endParaRPr>
        </a:p>
        <a:p>
          <a:pPr marL="228600" lvl="1" indent="-228600" algn="just"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Life saver in defibrillators (functional current)</a:t>
          </a:r>
        </a:p>
      </dsp:txBody>
      <dsp:txXfrm>
        <a:off x="53" y="845735"/>
        <a:ext cx="5098444" cy="5555879"/>
      </dsp:txXfrm>
    </dsp:sp>
    <dsp:sp modelId="{74ABB3F7-023D-4470-808F-F47686E2F9B3}">
      <dsp:nvSpPr>
        <dsp:cNvPr id="0" name=""/>
        <dsp:cNvSpPr/>
      </dsp:nvSpPr>
      <dsp:spPr>
        <a:xfrm>
          <a:off x="5812279" y="183335"/>
          <a:ext cx="5098444"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576" tIns="93472" rIns="163576" bIns="93472" numCol="1" spcCol="1270" anchor="ctr" anchorCtr="0">
          <a:noAutofit/>
        </a:bodyPr>
        <a:lstStyle/>
        <a:p>
          <a:pPr lvl="0" algn="ctr" defTabSz="1022350">
            <a:lnSpc>
              <a:spcPct val="90000"/>
            </a:lnSpc>
            <a:spcBef>
              <a:spcPct val="0"/>
            </a:spcBef>
            <a:spcAft>
              <a:spcPct val="35000"/>
            </a:spcAft>
          </a:pPr>
          <a:r>
            <a:rPr lang="en-GB" sz="2300" b="1" kern="1200" dirty="0">
              <a:solidFill>
                <a:schemeClr val="bg1"/>
              </a:solidFill>
              <a:latin typeface="+mn-lt"/>
              <a:ea typeface="Montserrat" charset="0"/>
              <a:cs typeface="Montserrat" charset="0"/>
            </a:rPr>
            <a:t>Preventative Maintenance </a:t>
          </a:r>
          <a:endParaRPr lang="en-GB" altLang="en-US" sz="2300" kern="1200" dirty="0">
            <a:solidFill>
              <a:schemeClr val="tx1"/>
            </a:solidFill>
            <a:latin typeface="+mn-lt"/>
            <a:ea typeface="Montserrat" charset="0"/>
            <a:cs typeface="Montserrat" charset="0"/>
          </a:endParaRPr>
        </a:p>
      </dsp:txBody>
      <dsp:txXfrm>
        <a:off x="5812279" y="183335"/>
        <a:ext cx="5098444" cy="662400"/>
      </dsp:txXfrm>
    </dsp:sp>
    <dsp:sp modelId="{92F71E35-B144-4511-B5C4-BA344451C3E2}">
      <dsp:nvSpPr>
        <dsp:cNvPr id="0" name=""/>
        <dsp:cNvSpPr/>
      </dsp:nvSpPr>
      <dsp:spPr>
        <a:xfrm>
          <a:off x="5812279" y="845735"/>
          <a:ext cx="5098444" cy="55558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just" defTabSz="1022350">
            <a:lnSpc>
              <a:spcPct val="90000"/>
            </a:lnSpc>
            <a:spcBef>
              <a:spcPct val="0"/>
            </a:spcBef>
            <a:spcAft>
              <a:spcPct val="15000"/>
            </a:spcAft>
            <a:buChar char="••"/>
          </a:pPr>
          <a:r>
            <a:rPr lang="en-GB" altLang="en-US" sz="2300" kern="1200">
              <a:solidFill>
                <a:schemeClr val="tx1"/>
              </a:solidFill>
              <a:latin typeface="+mn-lt"/>
              <a:ea typeface="Montserrat" charset="0"/>
              <a:cs typeface="Montserrat" charset="0"/>
            </a:rPr>
            <a:t>Objective is to prevent or find potential faults</a:t>
          </a:r>
          <a:endParaRPr lang="en-GB" altLang="en-US" sz="2300" kern="1200" dirty="0">
            <a:solidFill>
              <a:schemeClr val="tx1"/>
            </a:solidFill>
            <a:latin typeface="+mn-lt"/>
            <a:ea typeface="Montserrat" charset="0"/>
            <a:cs typeface="Montserrat" charset="0"/>
          </a:endParaRPr>
        </a:p>
        <a:p>
          <a:pPr marL="457200" lvl="2" indent="-228600" algn="l"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Visual Inspection</a:t>
          </a:r>
        </a:p>
        <a:p>
          <a:pPr marL="457200" lvl="2" indent="-228600" algn="l"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Testing means of protection</a:t>
          </a:r>
        </a:p>
        <a:p>
          <a:pPr marL="685800" lvl="3" indent="-228600" algn="l" defTabSz="1022350">
            <a:lnSpc>
              <a:spcPct val="90000"/>
            </a:lnSpc>
            <a:spcBef>
              <a:spcPct val="0"/>
            </a:spcBef>
            <a:spcAft>
              <a:spcPct val="15000"/>
            </a:spcAft>
            <a:buChar char="••"/>
          </a:pPr>
          <a:r>
            <a:rPr lang="en-US" altLang="en-US" sz="2300" kern="1200" dirty="0">
              <a:solidFill>
                <a:schemeClr val="tx1"/>
              </a:solidFill>
              <a:latin typeface="+mn-lt"/>
              <a:ea typeface="Montserrat" charset="0"/>
              <a:cs typeface="Montserrat" charset="0"/>
            </a:rPr>
            <a:t>Line cord</a:t>
          </a:r>
          <a:endParaRPr lang="en-GB" altLang="en-US" sz="2300" kern="1200" dirty="0">
            <a:solidFill>
              <a:schemeClr val="tx1"/>
            </a:solidFill>
            <a:latin typeface="+mn-lt"/>
            <a:ea typeface="Montserrat" charset="0"/>
            <a:cs typeface="Montserrat" charset="0"/>
          </a:endParaRPr>
        </a:p>
        <a:p>
          <a:pPr marL="685800" lvl="3" indent="-228600" algn="l"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Ground continuity</a:t>
          </a:r>
        </a:p>
        <a:p>
          <a:pPr marL="685800" lvl="3" indent="-228600" algn="l" defTabSz="1022350">
            <a:lnSpc>
              <a:spcPct val="90000"/>
            </a:lnSpc>
            <a:spcBef>
              <a:spcPct val="0"/>
            </a:spcBef>
            <a:spcAft>
              <a:spcPct val="15000"/>
            </a:spcAft>
            <a:buChar char="••"/>
          </a:pPr>
          <a:r>
            <a:rPr lang="en-GB" altLang="en-US" sz="2300" kern="1200">
              <a:solidFill>
                <a:schemeClr val="tx1"/>
              </a:solidFill>
              <a:latin typeface="+mn-lt"/>
              <a:ea typeface="Montserrat" charset="0"/>
              <a:cs typeface="Montserrat" charset="0"/>
            </a:rPr>
            <a:t>Insulation</a:t>
          </a:r>
          <a:endParaRPr lang="en-GB" altLang="en-US" sz="2300" kern="1200" dirty="0">
            <a:solidFill>
              <a:schemeClr val="tx1"/>
            </a:solidFill>
            <a:latin typeface="+mn-lt"/>
            <a:ea typeface="Montserrat" charset="0"/>
            <a:cs typeface="Montserrat" charset="0"/>
          </a:endParaRPr>
        </a:p>
        <a:p>
          <a:pPr marL="685800" lvl="3" indent="-228600" algn="l"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Leakage currents </a:t>
          </a:r>
        </a:p>
        <a:p>
          <a:pPr marL="685800" lvl="3" indent="-228600" algn="l" defTabSz="1022350">
            <a:lnSpc>
              <a:spcPct val="90000"/>
            </a:lnSpc>
            <a:spcBef>
              <a:spcPct val="0"/>
            </a:spcBef>
            <a:spcAft>
              <a:spcPct val="15000"/>
            </a:spcAft>
            <a:buChar char="••"/>
          </a:pPr>
          <a:r>
            <a:rPr lang="en-GB" altLang="en-US" sz="2300" kern="1200" dirty="0">
              <a:solidFill>
                <a:schemeClr val="tx1"/>
              </a:solidFill>
              <a:latin typeface="+mn-lt"/>
              <a:ea typeface="Montserrat" charset="0"/>
              <a:cs typeface="Montserrat" charset="0"/>
            </a:rPr>
            <a:t>Performance testing </a:t>
          </a:r>
        </a:p>
        <a:p>
          <a:pPr marL="457200" lvl="2" indent="-228600" algn="l" defTabSz="1022350">
            <a:lnSpc>
              <a:spcPct val="90000"/>
            </a:lnSpc>
            <a:spcBef>
              <a:spcPct val="0"/>
            </a:spcBef>
            <a:spcAft>
              <a:spcPct val="15000"/>
            </a:spcAft>
            <a:buChar char="••"/>
          </a:pPr>
          <a:r>
            <a:rPr lang="en-US" altLang="en-US" sz="2300" kern="1200" dirty="0">
              <a:solidFill>
                <a:schemeClr val="tx1"/>
              </a:solidFill>
              <a:latin typeface="+mn-lt"/>
              <a:ea typeface="Montserrat" charset="0"/>
              <a:cs typeface="Montserrat" charset="0"/>
            </a:rPr>
            <a:t>Data capture and management</a:t>
          </a:r>
          <a:endParaRPr lang="en-IN" sz="2300" kern="1200"/>
        </a:p>
      </dsp:txBody>
      <dsp:txXfrm>
        <a:off x="5812279" y="845735"/>
        <a:ext cx="5098444" cy="5555879"/>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6668C2-6799-4387-8169-7BC6F15C3845}">
      <dsp:nvSpPr>
        <dsp:cNvPr id="0" name=""/>
        <dsp:cNvSpPr/>
      </dsp:nvSpPr>
      <dsp:spPr>
        <a:xfrm>
          <a:off x="0" y="251597"/>
          <a:ext cx="10878879"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sz="2400" b="1" kern="1200" dirty="0">
              <a:solidFill>
                <a:schemeClr val="bg1"/>
              </a:solidFill>
              <a:effectLst>
                <a:outerShdw blurRad="38100" dist="38100" dir="2700000" algn="tl">
                  <a:srgbClr val="000000">
                    <a:alpha val="43137"/>
                  </a:srgbClr>
                </a:outerShdw>
              </a:effectLst>
              <a:latin typeface="Arial" panose="020B0604020202020204" pitchFamily="34" charset="0"/>
              <a:ea typeface="+mn-ea"/>
              <a:cs typeface="+mn-cs"/>
            </a:rPr>
            <a:t>Leakage Current</a:t>
          </a:r>
          <a:endParaRPr lang="en-IN" sz="2400" b="1" kern="1200" dirty="0">
            <a:solidFill>
              <a:schemeClr val="bg1"/>
            </a:solidFill>
            <a:effectLst>
              <a:outerShdw blurRad="38100" dist="38100" dir="2700000" algn="tl">
                <a:srgbClr val="000000">
                  <a:alpha val="43137"/>
                </a:srgbClr>
              </a:outerShdw>
            </a:effectLst>
          </a:endParaRPr>
        </a:p>
      </dsp:txBody>
      <dsp:txXfrm>
        <a:off x="0" y="251597"/>
        <a:ext cx="10878879" cy="662400"/>
      </dsp:txXfrm>
    </dsp:sp>
    <dsp:sp modelId="{29C52585-CAD8-4C9F-B208-AD0AA7B43A4F}">
      <dsp:nvSpPr>
        <dsp:cNvPr id="0" name=""/>
        <dsp:cNvSpPr/>
      </dsp:nvSpPr>
      <dsp:spPr>
        <a:xfrm>
          <a:off x="0" y="913997"/>
          <a:ext cx="10878879" cy="555587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just" defTabSz="1022350">
            <a:lnSpc>
              <a:spcPct val="90000"/>
            </a:lnSpc>
            <a:spcBef>
              <a:spcPct val="0"/>
            </a:spcBef>
            <a:spcAft>
              <a:spcPct val="15000"/>
            </a:spcAft>
            <a:buChar char="••"/>
          </a:pPr>
          <a:r>
            <a:rPr lang="en-US" sz="2300" b="0" i="0" kern="1200" dirty="0"/>
            <a:t>Medical electrical equipment, even though operating perfectly, may still be hazardous to the patient. </a:t>
          </a:r>
          <a:endParaRPr lang="en-IN" sz="2300" kern="1200" dirty="0"/>
        </a:p>
        <a:p>
          <a:pPr marL="228600" lvl="1" indent="-228600" algn="just" defTabSz="1022350">
            <a:lnSpc>
              <a:spcPct val="90000"/>
            </a:lnSpc>
            <a:spcBef>
              <a:spcPct val="0"/>
            </a:spcBef>
            <a:spcAft>
              <a:spcPct val="15000"/>
            </a:spcAft>
            <a:buChar char="••"/>
          </a:pPr>
          <a:r>
            <a:rPr lang="en-US" sz="2300" b="0" i="0" kern="1200" dirty="0"/>
            <a:t>This is because every piece of electrical equipment produces a </a:t>
          </a:r>
          <a:r>
            <a:rPr lang="en-US" sz="2300" b="1" i="0" kern="1200" dirty="0"/>
            <a:t>leakage current</a:t>
          </a:r>
          <a:r>
            <a:rPr lang="en-US" sz="2300" b="0" i="0" kern="1200" dirty="0"/>
            <a:t>.</a:t>
          </a:r>
          <a:endParaRPr lang="en-IN" sz="2300" kern="1200" dirty="0"/>
        </a:p>
        <a:p>
          <a:pPr marL="228600" lvl="1" indent="-228600" algn="just" defTabSz="1022350">
            <a:lnSpc>
              <a:spcPct val="90000"/>
            </a:lnSpc>
            <a:spcBef>
              <a:spcPct val="0"/>
            </a:spcBef>
            <a:spcAft>
              <a:spcPct val="15000"/>
            </a:spcAft>
            <a:buChar char="••"/>
          </a:pPr>
          <a:r>
            <a:rPr lang="en-US" sz="2300" b="1" i="0" kern="1200" dirty="0"/>
            <a:t>Leakage currents are involuntary currents that flow when a resource or electrical medical device is operating in a normal, faultless state</a:t>
          </a:r>
          <a:r>
            <a:rPr lang="en-US" sz="2300" b="0" i="0" kern="1200" dirty="0"/>
            <a:t>. </a:t>
          </a:r>
          <a:endParaRPr lang="en-IN" sz="2300" kern="1200" dirty="0"/>
        </a:p>
        <a:p>
          <a:pPr marL="228600" lvl="1" indent="-228600" algn="just" defTabSz="1022350">
            <a:lnSpc>
              <a:spcPct val="90000"/>
            </a:lnSpc>
            <a:spcBef>
              <a:spcPct val="0"/>
            </a:spcBef>
            <a:spcAft>
              <a:spcPct val="15000"/>
            </a:spcAft>
            <a:buChar char="••"/>
          </a:pPr>
          <a:r>
            <a:rPr lang="en-US" sz="2300" b="0" i="0" kern="1200" dirty="0"/>
            <a:t>Therefore, leakage currents are not fault currents. Fault currents only occur in the event of a fault (e.g., defective insulation). </a:t>
          </a:r>
          <a:endParaRPr lang="en-IN" sz="2300" kern="1200" dirty="0"/>
        </a:p>
        <a:p>
          <a:pPr marL="228600" lvl="1" indent="-228600" algn="just" defTabSz="1022350">
            <a:lnSpc>
              <a:spcPct val="90000"/>
            </a:lnSpc>
            <a:spcBef>
              <a:spcPct val="0"/>
            </a:spcBef>
            <a:spcAft>
              <a:spcPct val="15000"/>
            </a:spcAft>
            <a:buChar char="••"/>
          </a:pPr>
          <a:r>
            <a:rPr lang="en-US" sz="2300" b="1" i="0" kern="1200" dirty="0"/>
            <a:t>The leakage consists of any current</a:t>
          </a:r>
          <a:r>
            <a:rPr lang="en-US" sz="2300" b="0" i="0" kern="1200" dirty="0"/>
            <a:t>, including capacitively coupled current, not intended to be applied to a patient, but </a:t>
          </a:r>
          <a:r>
            <a:rPr lang="en-US" sz="2300" b="1" i="0" kern="1200" dirty="0"/>
            <a:t>which may pass from exposed metal parts of an appliance to the ground or to other accessible parts of an appliance</a:t>
          </a:r>
          <a:r>
            <a:rPr lang="en-US" sz="2300" b="0" i="0" kern="1200" dirty="0"/>
            <a:t>.</a:t>
          </a:r>
          <a:endParaRPr lang="en-IN" sz="2300" kern="1200" dirty="0"/>
        </a:p>
        <a:p>
          <a:pPr marL="228600" lvl="1" indent="-228600" algn="just" defTabSz="1022350">
            <a:lnSpc>
              <a:spcPct val="90000"/>
            </a:lnSpc>
            <a:spcBef>
              <a:spcPct val="0"/>
            </a:spcBef>
            <a:spcAft>
              <a:spcPct val="15000"/>
            </a:spcAft>
            <a:buChar char="••"/>
          </a:pPr>
          <a:r>
            <a:rPr lang="en-US" sz="2300" b="0" i="0" kern="1200" dirty="0"/>
            <a:t>Normally, this current is shunted around the patient via the ground conductor in the power cord. However, as this current increases, it can become a hazard to the patient.</a:t>
          </a:r>
        </a:p>
        <a:p>
          <a:pPr marL="228600" lvl="1" indent="-228600" algn="just" defTabSz="1022350">
            <a:lnSpc>
              <a:spcPct val="90000"/>
            </a:lnSpc>
            <a:spcBef>
              <a:spcPct val="0"/>
            </a:spcBef>
            <a:spcAft>
              <a:spcPct val="15000"/>
            </a:spcAft>
            <a:buChar char="••"/>
          </a:pPr>
          <a:r>
            <a:rPr lang="en-US" sz="2300" b="0" i="0" kern="1200" dirty="0"/>
            <a:t>Without proper use of grounding, leakage currents could reach values of 1,000 </a:t>
          </a:r>
          <a:r>
            <a:rPr lang="en-US" sz="2300" b="0" i="0" kern="1200" dirty="0" err="1"/>
            <a:t>μA</a:t>
          </a:r>
          <a:r>
            <a:rPr lang="en-US" sz="2300" b="0" i="0" kern="1200" dirty="0"/>
            <a:t> before the problem is perceived. </a:t>
          </a:r>
        </a:p>
        <a:p>
          <a:pPr marL="457200" lvl="2" indent="-228600" algn="just" defTabSz="1022350">
            <a:lnSpc>
              <a:spcPct val="90000"/>
            </a:lnSpc>
            <a:spcBef>
              <a:spcPct val="0"/>
            </a:spcBef>
            <a:spcAft>
              <a:spcPct val="15000"/>
            </a:spcAft>
            <a:buChar char="••"/>
          </a:pPr>
          <a:r>
            <a:rPr lang="en-US" sz="2300" b="0" i="0" kern="1200" dirty="0"/>
            <a:t>A patient can be injured by a leakage current of as little as 10 to 180 </a:t>
          </a:r>
          <a:r>
            <a:rPr lang="en-US" sz="2300" b="0" i="0" kern="1200" dirty="0" err="1"/>
            <a:t>μA</a:t>
          </a:r>
          <a:r>
            <a:rPr lang="en-US" sz="2300" b="0" i="0" kern="1200" dirty="0"/>
            <a:t>. Ventricular fibrillation can also occur from exposure to this leakage current.</a:t>
          </a:r>
        </a:p>
      </dsp:txBody>
      <dsp:txXfrm>
        <a:off x="0" y="913997"/>
        <a:ext cx="10878879" cy="555587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1D7674-ED81-40EE-84B0-B6AA952F5424}">
      <dsp:nvSpPr>
        <dsp:cNvPr id="0" name=""/>
        <dsp:cNvSpPr/>
      </dsp:nvSpPr>
      <dsp:spPr>
        <a:xfrm>
          <a:off x="5370" y="-15339"/>
          <a:ext cx="10987096" cy="726387"/>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IN" sz="2800" b="1" i="0" kern="1200" dirty="0"/>
            <a:t>Electrical Shock Hazards</a:t>
          </a:r>
          <a:endParaRPr lang="en-IN" sz="2800" b="1" kern="1200" dirty="0"/>
        </a:p>
      </dsp:txBody>
      <dsp:txXfrm>
        <a:off x="5370" y="-15339"/>
        <a:ext cx="10987096" cy="726387"/>
      </dsp:txXfrm>
    </dsp:sp>
    <dsp:sp modelId="{D5F7E5A6-924A-433F-91B4-6B6F3F34E102}">
      <dsp:nvSpPr>
        <dsp:cNvPr id="0" name=""/>
        <dsp:cNvSpPr/>
      </dsp:nvSpPr>
      <dsp:spPr>
        <a:xfrm>
          <a:off x="5370" y="697000"/>
          <a:ext cx="10987096" cy="570960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17348" tIns="117348" rIns="156464" bIns="176022" numCol="1" spcCol="1270" anchor="t" anchorCtr="0">
          <a:noAutofit/>
        </a:bodyPr>
        <a:lstStyle/>
        <a:p>
          <a:pPr marL="228600" lvl="1" indent="-228600" algn="just" defTabSz="977900">
            <a:lnSpc>
              <a:spcPct val="90000"/>
            </a:lnSpc>
            <a:spcBef>
              <a:spcPct val="0"/>
            </a:spcBef>
            <a:spcAft>
              <a:spcPct val="15000"/>
            </a:spcAft>
            <a:buChar char="••"/>
          </a:pPr>
          <a:r>
            <a:rPr lang="en-US" sz="2200" b="1" i="0" kern="1200" dirty="0"/>
            <a:t>Electrical shock occurs when the body becomes part of the electric circuit</a:t>
          </a:r>
          <a:r>
            <a:rPr lang="en-US" sz="2200" b="0" i="0" kern="1200" dirty="0"/>
            <a:t>, either when an individual comes in contact with both wires of an electrical circuit, one wire of an energized circuit and the ground, or a metallic part that has become energized by contact with an electrical conductor.</a:t>
          </a:r>
          <a:endParaRPr lang="en-IN" sz="2200" b="1" kern="1200" dirty="0"/>
        </a:p>
        <a:p>
          <a:pPr marL="228600" lvl="1" indent="-228600" algn="just" defTabSz="977900">
            <a:lnSpc>
              <a:spcPct val="90000"/>
            </a:lnSpc>
            <a:spcBef>
              <a:spcPct val="0"/>
            </a:spcBef>
            <a:spcAft>
              <a:spcPct val="15000"/>
            </a:spcAft>
            <a:buChar char="••"/>
          </a:pPr>
          <a:r>
            <a:rPr lang="en-US" sz="2200" b="0" i="0" kern="1200" dirty="0"/>
            <a:t>The </a:t>
          </a:r>
          <a:r>
            <a:rPr lang="en-US" sz="2200" b="1" i="0" kern="1200" dirty="0"/>
            <a:t>severity and effects </a:t>
          </a:r>
          <a:r>
            <a:rPr lang="en-US" sz="2200" b="0" i="0" kern="1200" dirty="0"/>
            <a:t>of an electrical shock depend on a number of factors, such as the </a:t>
          </a:r>
          <a:r>
            <a:rPr lang="en-US" sz="2200" b="1" i="0" kern="1200" dirty="0"/>
            <a:t>pathway through the body, the amount of current, the length of time of the exposure, and whether the skin is wet or dry</a:t>
          </a:r>
          <a:r>
            <a:rPr lang="en-US" sz="2200" b="0" i="0" kern="1200" dirty="0"/>
            <a:t>.  Water is a great conductor of electricity, allowing current to flow more easily in wet conditions and through wet skin.</a:t>
          </a:r>
        </a:p>
        <a:p>
          <a:pPr marL="228600" lvl="1" indent="-228600" algn="just" defTabSz="977900">
            <a:lnSpc>
              <a:spcPct val="90000"/>
            </a:lnSpc>
            <a:spcBef>
              <a:spcPct val="0"/>
            </a:spcBef>
            <a:spcAft>
              <a:spcPct val="15000"/>
            </a:spcAft>
            <a:buChar char="••"/>
          </a:pPr>
          <a:r>
            <a:rPr lang="en-US" sz="2200" b="0" i="0" kern="1200" dirty="0"/>
            <a:t>The effect of the shock may range from a slight tingle to severe burns to cardiac arrest. </a:t>
          </a:r>
        </a:p>
        <a:p>
          <a:pPr marL="228600" lvl="1" indent="-228600" algn="just" defTabSz="977900">
            <a:lnSpc>
              <a:spcPct val="90000"/>
            </a:lnSpc>
            <a:spcBef>
              <a:spcPct val="0"/>
            </a:spcBef>
            <a:spcAft>
              <a:spcPct val="15000"/>
            </a:spcAft>
            <a:buChar char="••"/>
          </a:pPr>
          <a:r>
            <a:rPr lang="en-US" sz="2200" b="0" i="0" kern="1200" dirty="0"/>
            <a:t>Potential places where this can happen include:</a:t>
          </a:r>
        </a:p>
        <a:p>
          <a:pPr marL="457200" lvl="2" indent="-228600" algn="just" defTabSz="977900">
            <a:lnSpc>
              <a:spcPct val="90000"/>
            </a:lnSpc>
            <a:spcBef>
              <a:spcPct val="0"/>
            </a:spcBef>
            <a:spcAft>
              <a:spcPct val="15000"/>
            </a:spcAft>
            <a:buFont typeface="Arial" panose="020B0604020202020204" pitchFamily="34" charset="0"/>
            <a:buChar char="••"/>
          </a:pPr>
          <a:r>
            <a:rPr lang="en-IN" sz="2200" b="0" i="0" kern="1200" dirty="0"/>
            <a:t>Panel boards and switchboards</a:t>
          </a:r>
        </a:p>
        <a:p>
          <a:pPr marL="457200" lvl="2" indent="-228600" algn="just" defTabSz="977900">
            <a:lnSpc>
              <a:spcPct val="90000"/>
            </a:lnSpc>
            <a:spcBef>
              <a:spcPct val="0"/>
            </a:spcBef>
            <a:spcAft>
              <a:spcPct val="15000"/>
            </a:spcAft>
            <a:buFont typeface="Arial" panose="020B0604020202020204" pitchFamily="34" charset="0"/>
            <a:buChar char="••"/>
          </a:pPr>
          <a:r>
            <a:rPr lang="en-IN" sz="2200" b="0" i="0" kern="1200" dirty="0"/>
            <a:t>Motor control </a:t>
          </a:r>
          <a:r>
            <a:rPr lang="en-IN" sz="2200" b="0" i="0" kern="1200" dirty="0" err="1"/>
            <a:t>centers</a:t>
          </a:r>
          <a:endParaRPr lang="en-IN" sz="2200" b="0" i="0" kern="1200" dirty="0"/>
        </a:p>
        <a:p>
          <a:pPr marL="457200" lvl="2" indent="-228600" algn="just" defTabSz="977900">
            <a:lnSpc>
              <a:spcPct val="90000"/>
            </a:lnSpc>
            <a:spcBef>
              <a:spcPct val="0"/>
            </a:spcBef>
            <a:spcAft>
              <a:spcPct val="15000"/>
            </a:spcAft>
            <a:buFont typeface="Arial" panose="020B0604020202020204" pitchFamily="34" charset="0"/>
            <a:buChar char="••"/>
          </a:pPr>
          <a:r>
            <a:rPr lang="en-IN" sz="2200" b="0" i="0" kern="1200" dirty="0"/>
            <a:t> Metal-clad switchgear</a:t>
          </a:r>
        </a:p>
        <a:p>
          <a:pPr marL="457200" lvl="2" indent="-228600" algn="just" defTabSz="977900">
            <a:lnSpc>
              <a:spcPct val="90000"/>
            </a:lnSpc>
            <a:spcBef>
              <a:spcPct val="0"/>
            </a:spcBef>
            <a:spcAft>
              <a:spcPct val="15000"/>
            </a:spcAft>
            <a:buFont typeface="Arial" panose="020B0604020202020204" pitchFamily="34" charset="0"/>
            <a:buChar char="••"/>
          </a:pPr>
          <a:r>
            <a:rPr lang="en-IN" sz="2200" b="0" i="0" kern="1200" dirty="0"/>
            <a:t>Transformers</a:t>
          </a:r>
        </a:p>
        <a:p>
          <a:pPr marL="457200" lvl="2" indent="-228600" algn="just" defTabSz="977900">
            <a:lnSpc>
              <a:spcPct val="90000"/>
            </a:lnSpc>
            <a:spcBef>
              <a:spcPct val="0"/>
            </a:spcBef>
            <a:spcAft>
              <a:spcPct val="15000"/>
            </a:spcAft>
            <a:buFont typeface="Arial" panose="020B0604020202020204" pitchFamily="34" charset="0"/>
            <a:buChar char="••"/>
          </a:pPr>
          <a:r>
            <a:rPr lang="en-US" sz="2200" b="0" i="0" kern="1200" dirty="0"/>
            <a:t>Motor starters and drive cabinets</a:t>
          </a:r>
        </a:p>
        <a:p>
          <a:pPr marL="457200" lvl="2" indent="-228600" algn="just" defTabSz="977900">
            <a:lnSpc>
              <a:spcPct val="90000"/>
            </a:lnSpc>
            <a:spcBef>
              <a:spcPct val="0"/>
            </a:spcBef>
            <a:spcAft>
              <a:spcPct val="15000"/>
            </a:spcAft>
            <a:buFont typeface="Arial" panose="020B0604020202020204" pitchFamily="34" charset="0"/>
            <a:buChar char="••"/>
          </a:pPr>
          <a:r>
            <a:rPr lang="en-IN" sz="2200" b="0" i="0" kern="1200" dirty="0"/>
            <a:t>Fused disconnects</a:t>
          </a:r>
        </a:p>
        <a:p>
          <a:pPr marL="457200" lvl="2" indent="-228600" algn="just" defTabSz="977900">
            <a:lnSpc>
              <a:spcPct val="90000"/>
            </a:lnSpc>
            <a:spcBef>
              <a:spcPct val="0"/>
            </a:spcBef>
            <a:spcAft>
              <a:spcPct val="15000"/>
            </a:spcAft>
            <a:buFont typeface="Arial" panose="020B0604020202020204" pitchFamily="34" charset="0"/>
            <a:buChar char="••"/>
          </a:pPr>
          <a:r>
            <a:rPr lang="en-US" sz="2200" b="0" i="0" kern="1200" dirty="0"/>
            <a:t>Any place that can have equipment failure</a:t>
          </a:r>
        </a:p>
      </dsp:txBody>
      <dsp:txXfrm>
        <a:off x="5370" y="697000"/>
        <a:ext cx="10987096" cy="570960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1D7674-ED81-40EE-84B0-B6AA952F5424}">
      <dsp:nvSpPr>
        <dsp:cNvPr id="0" name=""/>
        <dsp:cNvSpPr/>
      </dsp:nvSpPr>
      <dsp:spPr>
        <a:xfrm>
          <a:off x="0" y="0"/>
          <a:ext cx="10997837" cy="835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117856" rIns="206248" bIns="117856" numCol="1" spcCol="1270" anchor="ctr" anchorCtr="0">
          <a:noAutofit/>
        </a:bodyPr>
        <a:lstStyle/>
        <a:p>
          <a:pPr lvl="0" algn="ctr" defTabSz="1289050">
            <a:lnSpc>
              <a:spcPct val="90000"/>
            </a:lnSpc>
            <a:spcBef>
              <a:spcPct val="0"/>
            </a:spcBef>
            <a:spcAft>
              <a:spcPct val="35000"/>
            </a:spcAft>
          </a:pPr>
          <a:r>
            <a:rPr lang="en-IN" sz="2900" b="1" i="0" kern="1200" dirty="0"/>
            <a:t>Electrical Shock Hazards</a:t>
          </a:r>
          <a:endParaRPr lang="en-IN" sz="2900" b="1" kern="1200" dirty="0"/>
        </a:p>
      </dsp:txBody>
      <dsp:txXfrm>
        <a:off x="0" y="0"/>
        <a:ext cx="10997837" cy="835200"/>
      </dsp:txXfrm>
    </dsp:sp>
    <dsp:sp modelId="{D5F7E5A6-924A-433F-91B4-6B6F3F34E102}">
      <dsp:nvSpPr>
        <dsp:cNvPr id="0" name=""/>
        <dsp:cNvSpPr/>
      </dsp:nvSpPr>
      <dsp:spPr>
        <a:xfrm>
          <a:off x="0" y="943849"/>
          <a:ext cx="10997837" cy="557235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4686" tIns="154686" rIns="206248" bIns="232029" numCol="1" spcCol="1270" anchor="t" anchorCtr="0">
          <a:noAutofit/>
        </a:bodyPr>
        <a:lstStyle/>
        <a:p>
          <a:pPr marL="285750" lvl="1" indent="-285750" algn="just" defTabSz="1289050">
            <a:lnSpc>
              <a:spcPct val="90000"/>
            </a:lnSpc>
            <a:spcBef>
              <a:spcPct val="0"/>
            </a:spcBef>
            <a:spcAft>
              <a:spcPct val="15000"/>
            </a:spcAft>
            <a:buChar char="••"/>
          </a:pPr>
          <a:r>
            <a:rPr lang="en-US" sz="2900" kern="1200" dirty="0"/>
            <a:t>Body (tissue) becoming a part of an electrical circuit</a:t>
          </a:r>
          <a:endParaRPr lang="en-IN" sz="2900" kern="1200" dirty="0"/>
        </a:p>
        <a:p>
          <a:pPr marL="285750" lvl="1" indent="-285750" algn="just" defTabSz="1289050">
            <a:lnSpc>
              <a:spcPct val="90000"/>
            </a:lnSpc>
            <a:spcBef>
              <a:spcPct val="0"/>
            </a:spcBef>
            <a:spcAft>
              <a:spcPct val="15000"/>
            </a:spcAft>
            <a:buChar char="••"/>
          </a:pPr>
          <a:r>
            <a:rPr lang="en-US" sz="2900" kern="1200" dirty="0"/>
            <a:t>The amount (amplitude) of electricity often depends on the ratio of voltage present and the sum of all (serially connected) impedance</a:t>
          </a:r>
          <a:endParaRPr lang="en-IN" sz="2900" kern="1200" dirty="0"/>
        </a:p>
        <a:p>
          <a:pPr marL="285750" lvl="1" indent="-285750" algn="just" defTabSz="1289050">
            <a:lnSpc>
              <a:spcPct val="90000"/>
            </a:lnSpc>
            <a:spcBef>
              <a:spcPct val="0"/>
            </a:spcBef>
            <a:spcAft>
              <a:spcPct val="15000"/>
            </a:spcAft>
            <a:buChar char="••"/>
          </a:pPr>
          <a:r>
            <a:rPr lang="en-US" sz="2900" kern="1200" dirty="0"/>
            <a:t>Usually, the highest impedance is the impedance of the skin</a:t>
          </a:r>
          <a:endParaRPr lang="en-IN" sz="2900" kern="1200" dirty="0"/>
        </a:p>
        <a:p>
          <a:pPr marL="571500" lvl="2" indent="-285750" algn="just" defTabSz="1289050">
            <a:lnSpc>
              <a:spcPct val="90000"/>
            </a:lnSpc>
            <a:spcBef>
              <a:spcPct val="0"/>
            </a:spcBef>
            <a:spcAft>
              <a:spcPct val="15000"/>
            </a:spcAft>
            <a:buChar char="••"/>
          </a:pPr>
          <a:r>
            <a:rPr lang="en-US" sz="2900" kern="1200" dirty="0"/>
            <a:t>Buffer amplifier converts low impedance signals to high impedance signals.</a:t>
          </a:r>
          <a:endParaRPr lang="en-IN" sz="2900" kern="1200" dirty="0"/>
        </a:p>
        <a:p>
          <a:pPr marL="571500" lvl="2" indent="-285750" algn="just" defTabSz="1289050">
            <a:lnSpc>
              <a:spcPct val="90000"/>
            </a:lnSpc>
            <a:spcBef>
              <a:spcPct val="0"/>
            </a:spcBef>
            <a:spcAft>
              <a:spcPct val="15000"/>
            </a:spcAft>
            <a:buChar char="••"/>
          </a:pPr>
          <a:r>
            <a:rPr lang="en-US" sz="2900" kern="1200" dirty="0"/>
            <a:t>Before placing the electrodes the skin should be dry.</a:t>
          </a:r>
          <a:endParaRPr lang="en-IN" sz="2900" kern="1200" dirty="0"/>
        </a:p>
        <a:p>
          <a:pPr marL="285750" lvl="1" indent="-285750" algn="just" defTabSz="1289050">
            <a:lnSpc>
              <a:spcPct val="90000"/>
            </a:lnSpc>
            <a:spcBef>
              <a:spcPct val="0"/>
            </a:spcBef>
            <a:spcAft>
              <a:spcPct val="15000"/>
            </a:spcAft>
            <a:buChar char="••"/>
          </a:pPr>
          <a:r>
            <a:rPr lang="en-US" sz="2900" kern="1200" dirty="0"/>
            <a:t>The consequence of current flow:</a:t>
          </a:r>
          <a:endParaRPr lang="en-IN" sz="2900" kern="1200" dirty="0"/>
        </a:p>
        <a:p>
          <a:pPr marL="571500" lvl="2" indent="-285750" algn="just" defTabSz="1289050">
            <a:lnSpc>
              <a:spcPct val="90000"/>
            </a:lnSpc>
            <a:spcBef>
              <a:spcPct val="0"/>
            </a:spcBef>
            <a:spcAft>
              <a:spcPct val="15000"/>
            </a:spcAft>
            <a:buChar char="••"/>
          </a:pPr>
          <a:r>
            <a:rPr lang="en-US" sz="2900" kern="1200" dirty="0"/>
            <a:t>Electric stimulation of excitable tissue (nerve and muscle)</a:t>
          </a:r>
          <a:endParaRPr lang="en-IN" sz="2900" kern="1200" dirty="0"/>
        </a:p>
        <a:p>
          <a:pPr marL="571500" lvl="2" indent="-285750" algn="just" defTabSz="1289050">
            <a:lnSpc>
              <a:spcPct val="90000"/>
            </a:lnSpc>
            <a:spcBef>
              <a:spcPct val="0"/>
            </a:spcBef>
            <a:spcAft>
              <a:spcPct val="15000"/>
            </a:spcAft>
            <a:buChar char="••"/>
          </a:pPr>
          <a:r>
            <a:rPr lang="en-US" sz="2900" kern="1200" dirty="0"/>
            <a:t>Heating of tissues (a result of tissue resistance)</a:t>
          </a:r>
          <a:endParaRPr lang="en-IN" sz="2900" kern="1200" dirty="0"/>
        </a:p>
        <a:p>
          <a:pPr marL="571500" lvl="2" indent="-285750" algn="just" defTabSz="1289050">
            <a:lnSpc>
              <a:spcPct val="90000"/>
            </a:lnSpc>
            <a:spcBef>
              <a:spcPct val="0"/>
            </a:spcBef>
            <a:spcAft>
              <a:spcPct val="15000"/>
            </a:spcAft>
            <a:buChar char="••"/>
          </a:pPr>
          <a:r>
            <a:rPr lang="en-US" sz="2900" kern="1200" dirty="0"/>
            <a:t>Electrochemical burns and tissue damage for DC current and very high voltage </a:t>
          </a:r>
          <a:endParaRPr lang="en-IN" sz="2900" kern="1200" dirty="0"/>
        </a:p>
      </dsp:txBody>
      <dsp:txXfrm>
        <a:off x="0" y="943849"/>
        <a:ext cx="10997837" cy="557235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6D5D36-7BB7-487D-A0BD-A7434BF4F81B}">
      <dsp:nvSpPr>
        <dsp:cNvPr id="0" name=""/>
        <dsp:cNvSpPr/>
      </dsp:nvSpPr>
      <dsp:spPr>
        <a:xfrm>
          <a:off x="0" y="57065"/>
          <a:ext cx="8599714" cy="6624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99136" tIns="113792" rIns="199136" bIns="113792" numCol="1" spcCol="1270" anchor="ctr" anchorCtr="0">
          <a:noAutofit/>
        </a:bodyPr>
        <a:lstStyle/>
        <a:p>
          <a:pPr lvl="0" algn="ctr" defTabSz="1244600">
            <a:lnSpc>
              <a:spcPct val="90000"/>
            </a:lnSpc>
            <a:spcBef>
              <a:spcPct val="0"/>
            </a:spcBef>
            <a:spcAft>
              <a:spcPct val="35000"/>
            </a:spcAft>
          </a:pPr>
          <a:r>
            <a:rPr lang="en-IN" sz="2800" b="1" kern="1200" dirty="0"/>
            <a:t>Protective Grounding</a:t>
          </a:r>
        </a:p>
      </dsp:txBody>
      <dsp:txXfrm>
        <a:off x="0" y="57065"/>
        <a:ext cx="8599714" cy="662400"/>
      </dsp:txXfrm>
    </dsp:sp>
    <dsp:sp modelId="{8EE6C722-8BDD-4C99-833B-3FB87E07FC16}">
      <dsp:nvSpPr>
        <dsp:cNvPr id="0" name=""/>
        <dsp:cNvSpPr/>
      </dsp:nvSpPr>
      <dsp:spPr>
        <a:xfrm>
          <a:off x="0" y="719465"/>
          <a:ext cx="8599714" cy="5808419"/>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2682" tIns="122682" rIns="163576" bIns="184023" numCol="1" spcCol="1270" anchor="t" anchorCtr="0">
          <a:noAutofit/>
        </a:bodyPr>
        <a:lstStyle/>
        <a:p>
          <a:pPr marL="228600" lvl="1" indent="-228600" algn="just" defTabSz="1022350">
            <a:lnSpc>
              <a:spcPct val="90000"/>
            </a:lnSpc>
            <a:spcBef>
              <a:spcPct val="0"/>
            </a:spcBef>
            <a:spcAft>
              <a:spcPct val="15000"/>
            </a:spcAft>
            <a:buChar char="••"/>
          </a:pPr>
          <a:r>
            <a:rPr lang="en-US" sz="2300" kern="1200" dirty="0"/>
            <a:t>Generally, patients are only occasionally and accidentally exposed to risk of getting in touching with devices whose conductive parts may be energized</a:t>
          </a:r>
          <a:endParaRPr lang="en-IN" sz="2300" kern="1200" dirty="0"/>
        </a:p>
        <a:p>
          <a:pPr marL="228600" lvl="1" indent="-228600" algn="just" defTabSz="1022350">
            <a:lnSpc>
              <a:spcPct val="90000"/>
            </a:lnSpc>
            <a:spcBef>
              <a:spcPct val="0"/>
            </a:spcBef>
            <a:spcAft>
              <a:spcPct val="15000"/>
            </a:spcAft>
            <a:buChar char="••"/>
          </a:pPr>
          <a:r>
            <a:rPr lang="en-US" sz="2300" kern="1200" dirty="0"/>
            <a:t>In hospitals, especially in intensive care units, patients are deliberately connected to the diagnostic and/or therapeutic electrical devices/equipment</a:t>
          </a:r>
          <a:endParaRPr lang="en-IN" sz="2300" kern="1200" dirty="0"/>
        </a:p>
        <a:p>
          <a:pPr marL="457200" lvl="2" indent="-228600" algn="just" defTabSz="1022350">
            <a:lnSpc>
              <a:spcPct val="90000"/>
            </a:lnSpc>
            <a:spcBef>
              <a:spcPct val="0"/>
            </a:spcBef>
            <a:spcAft>
              <a:spcPct val="15000"/>
            </a:spcAft>
            <a:buChar char="••"/>
          </a:pPr>
          <a:r>
            <a:rPr lang="en-US" sz="2300" kern="1200" dirty="0"/>
            <a:t>Particularly careful with the </a:t>
          </a:r>
          <a:r>
            <a:rPr lang="en-US" sz="2300" b="1" kern="1200" dirty="0"/>
            <a:t>isolation of any conductive parts </a:t>
          </a:r>
          <a:r>
            <a:rPr lang="en-US" sz="2300" kern="1200" dirty="0"/>
            <a:t>connected to the heart or its vicinity from all other conductive parts</a:t>
          </a:r>
          <a:endParaRPr lang="en-IN" sz="2300" kern="1200" dirty="0"/>
        </a:p>
        <a:p>
          <a:pPr marL="457200" lvl="2" indent="-228600" algn="just" defTabSz="1022350">
            <a:lnSpc>
              <a:spcPct val="90000"/>
            </a:lnSpc>
            <a:spcBef>
              <a:spcPct val="0"/>
            </a:spcBef>
            <a:spcAft>
              <a:spcPct val="15000"/>
            </a:spcAft>
            <a:buChar char="••"/>
          </a:pPr>
          <a:r>
            <a:rPr lang="en-US" sz="2300" kern="1200" dirty="0"/>
            <a:t>All conductive parts in the vicinity of the patient must be connected to a </a:t>
          </a:r>
          <a:r>
            <a:rPr lang="en-US" sz="2300" b="1" kern="1200" dirty="0"/>
            <a:t>single point grounding </a:t>
          </a:r>
          <a:r>
            <a:rPr lang="en-US" sz="2300" kern="1200" dirty="0"/>
            <a:t>(</a:t>
          </a:r>
          <a:r>
            <a:rPr lang="en-US" sz="2300" kern="1200" dirty="0" err="1"/>
            <a:t>eg</a:t>
          </a:r>
          <a:r>
            <a:rPr lang="en-US" sz="2300" kern="1200" dirty="0"/>
            <a:t>, metal bed, cupboard, etc.)</a:t>
          </a:r>
          <a:endParaRPr lang="en-IN" sz="2300" kern="1200" dirty="0"/>
        </a:p>
        <a:p>
          <a:pPr marL="457200" lvl="2" indent="-228600" algn="just" defTabSz="1022350">
            <a:lnSpc>
              <a:spcPct val="90000"/>
            </a:lnSpc>
            <a:spcBef>
              <a:spcPct val="0"/>
            </a:spcBef>
            <a:spcAft>
              <a:spcPct val="15000"/>
            </a:spcAft>
            <a:buChar char="••"/>
          </a:pPr>
          <a:r>
            <a:rPr lang="en-US" sz="2300" b="1" kern="1200" dirty="0"/>
            <a:t>Periodic testing of the grounding impedance </a:t>
          </a:r>
          <a:r>
            <a:rPr lang="en-US" sz="2300" kern="1200" dirty="0"/>
            <a:t>must be provided</a:t>
          </a:r>
          <a:endParaRPr lang="en-IN" sz="2300" kern="1200" dirty="0"/>
        </a:p>
        <a:p>
          <a:pPr marL="228600" lvl="1" indent="-228600" algn="just" defTabSz="1022350">
            <a:lnSpc>
              <a:spcPct val="90000"/>
            </a:lnSpc>
            <a:spcBef>
              <a:spcPct val="0"/>
            </a:spcBef>
            <a:spcAft>
              <a:spcPct val="15000"/>
            </a:spcAft>
            <a:buChar char="••"/>
          </a:pPr>
          <a:r>
            <a:rPr lang="en-US" sz="2300" kern="1200" dirty="0"/>
            <a:t>Tolerable difference in potential between the grounded conductive parts in clinical areas:</a:t>
          </a:r>
          <a:endParaRPr lang="en-IN" sz="2300" kern="1200" dirty="0"/>
        </a:p>
        <a:p>
          <a:pPr marL="457200" lvl="2" indent="-228600" algn="just" defTabSz="1022350">
            <a:lnSpc>
              <a:spcPct val="90000"/>
            </a:lnSpc>
            <a:spcBef>
              <a:spcPct val="0"/>
            </a:spcBef>
            <a:spcAft>
              <a:spcPct val="15000"/>
            </a:spcAft>
            <a:buChar char="••"/>
          </a:pPr>
          <a:r>
            <a:rPr lang="en-US" sz="2300" kern="1200" dirty="0"/>
            <a:t>In the general - of 500 mV – intensive care and other critical cases- of 40 mV</a:t>
          </a:r>
          <a:endParaRPr lang="en-IN" sz="2300" kern="1200" dirty="0"/>
        </a:p>
      </dsp:txBody>
      <dsp:txXfrm>
        <a:off x="0" y="719465"/>
        <a:ext cx="8599714" cy="5808419"/>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DCA9EE5-13E4-49E9-814F-621C67CAE6F5}">
      <dsp:nvSpPr>
        <dsp:cNvPr id="0" name=""/>
        <dsp:cNvSpPr/>
      </dsp:nvSpPr>
      <dsp:spPr>
        <a:xfrm>
          <a:off x="0" y="57138"/>
          <a:ext cx="10940142" cy="691200"/>
        </a:xfrm>
        <a:prstGeom prst="rect">
          <a:avLst/>
        </a:prstGeom>
        <a:solidFill>
          <a:schemeClr val="accent1">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70688" tIns="97536" rIns="170688" bIns="97536" numCol="1" spcCol="1270" anchor="ctr" anchorCtr="0">
          <a:noAutofit/>
        </a:bodyPr>
        <a:lstStyle/>
        <a:p>
          <a:pPr lvl="0" algn="ctr" defTabSz="1066800">
            <a:lnSpc>
              <a:spcPct val="90000"/>
            </a:lnSpc>
            <a:spcBef>
              <a:spcPct val="0"/>
            </a:spcBef>
            <a:spcAft>
              <a:spcPct val="35000"/>
            </a:spcAft>
          </a:pPr>
          <a:r>
            <a:rPr lang="en-US" sz="2400" b="1" kern="1200" dirty="0"/>
            <a:t>Patient isolation</a:t>
          </a:r>
          <a:endParaRPr lang="en-IN" sz="2400" kern="1200" dirty="0"/>
        </a:p>
      </dsp:txBody>
      <dsp:txXfrm>
        <a:off x="0" y="57138"/>
        <a:ext cx="10940142" cy="691200"/>
      </dsp:txXfrm>
    </dsp:sp>
    <dsp:sp modelId="{930FD1A4-D657-4FCD-9FDB-1FCF46B10848}">
      <dsp:nvSpPr>
        <dsp:cNvPr id="0" name=""/>
        <dsp:cNvSpPr/>
      </dsp:nvSpPr>
      <dsp:spPr>
        <a:xfrm>
          <a:off x="0" y="786976"/>
          <a:ext cx="10940142" cy="5533920"/>
        </a:xfrm>
        <a:prstGeom prst="rect">
          <a:avLst/>
        </a:prstGeom>
        <a:solidFill>
          <a:schemeClr val="accent1">
            <a:alpha val="90000"/>
            <a:tint val="40000"/>
            <a:hueOff val="0"/>
            <a:satOff val="0"/>
            <a:lumOff val="0"/>
            <a:alphaOff val="0"/>
          </a:schemeClr>
        </a:solidFill>
        <a:ln w="1270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28016" tIns="128016" rIns="170688" bIns="192024" numCol="1" spcCol="1270" anchor="t" anchorCtr="0">
          <a:noAutofit/>
        </a:bodyPr>
        <a:lstStyle/>
        <a:p>
          <a:pPr marL="228600" lvl="1" indent="-228600" algn="just" defTabSz="1066800">
            <a:lnSpc>
              <a:spcPct val="90000"/>
            </a:lnSpc>
            <a:spcBef>
              <a:spcPct val="0"/>
            </a:spcBef>
            <a:spcAft>
              <a:spcPct val="15000"/>
            </a:spcAft>
            <a:buChar char="••"/>
          </a:pPr>
          <a:r>
            <a:rPr lang="en-US" sz="2400" kern="1200" dirty="0">
              <a:latin typeface="+mn-lt"/>
            </a:rPr>
            <a:t>Following instructions should be followed if person comes in contact with electric shock;</a:t>
          </a:r>
          <a:endParaRPr lang="en-IN" sz="2400" kern="1200" dirty="0">
            <a:latin typeface="+mn-lt"/>
          </a:endParaRPr>
        </a:p>
        <a:p>
          <a:pPr marL="228600" lvl="1" indent="-228600" algn="just" defTabSz="1066800">
            <a:lnSpc>
              <a:spcPct val="90000"/>
            </a:lnSpc>
            <a:spcBef>
              <a:spcPct val="0"/>
            </a:spcBef>
            <a:spcAft>
              <a:spcPct val="15000"/>
            </a:spcAft>
            <a:buChar char="••"/>
          </a:pPr>
          <a:r>
            <a:rPr lang="en-US" sz="2400" b="0" i="0" kern="1200" dirty="0">
              <a:effectLst/>
              <a:latin typeface="+mn-lt"/>
            </a:rPr>
            <a:t>To turn off power.</a:t>
          </a:r>
        </a:p>
        <a:p>
          <a:pPr marL="228600" lvl="1" indent="-228600" algn="just" defTabSz="1066800">
            <a:lnSpc>
              <a:spcPct val="90000"/>
            </a:lnSpc>
            <a:spcBef>
              <a:spcPct val="0"/>
            </a:spcBef>
            <a:spcAft>
              <a:spcPct val="15000"/>
            </a:spcAft>
            <a:buChar char="••"/>
          </a:pPr>
          <a:r>
            <a:rPr lang="en-US" sz="2400" b="0" i="0" kern="1200" dirty="0">
              <a:effectLst/>
              <a:latin typeface="+mn-lt"/>
            </a:rPr>
            <a:t>Unplug an appliance if plug is undamaged or shut off power via circuit breaker, fuse box, or outside switch.</a:t>
          </a:r>
        </a:p>
        <a:p>
          <a:pPr marL="228600" lvl="1" indent="-228600" algn="just" defTabSz="1066800">
            <a:lnSpc>
              <a:spcPct val="90000"/>
            </a:lnSpc>
            <a:spcBef>
              <a:spcPct val="0"/>
            </a:spcBef>
            <a:spcAft>
              <a:spcPct val="15000"/>
            </a:spcAft>
            <a:buChar char="••"/>
          </a:pPr>
          <a:r>
            <a:rPr lang="en-US" sz="2400" b="0" i="0" kern="1200" dirty="0">
              <a:effectLst/>
              <a:latin typeface="+mn-lt"/>
            </a:rPr>
            <a:t>If you can't turn off power:</a:t>
          </a:r>
        </a:p>
        <a:p>
          <a:pPr marL="228600" lvl="1" indent="-228600" algn="just" defTabSz="1066800">
            <a:lnSpc>
              <a:spcPct val="90000"/>
            </a:lnSpc>
            <a:spcBef>
              <a:spcPct val="0"/>
            </a:spcBef>
            <a:spcAft>
              <a:spcPct val="15000"/>
            </a:spcAft>
            <a:buChar char="••"/>
          </a:pPr>
          <a:r>
            <a:rPr lang="en-US" sz="2400" b="0" i="0" kern="1200">
              <a:effectLst/>
              <a:latin typeface="+mn-lt"/>
            </a:rPr>
            <a:t>Stand on something dry and non-conductive, such as dry newspapers, telephone book, or wooden board.</a:t>
          </a:r>
          <a:endParaRPr lang="en-US" sz="2400" b="0" i="0" kern="1200" dirty="0">
            <a:effectLst/>
            <a:latin typeface="+mn-lt"/>
          </a:endParaRPr>
        </a:p>
        <a:p>
          <a:pPr marL="228600" lvl="1" indent="-228600" algn="just" defTabSz="1066800">
            <a:lnSpc>
              <a:spcPct val="90000"/>
            </a:lnSpc>
            <a:spcBef>
              <a:spcPct val="0"/>
            </a:spcBef>
            <a:spcAft>
              <a:spcPct val="15000"/>
            </a:spcAft>
            <a:buChar char="••"/>
          </a:pPr>
          <a:r>
            <a:rPr lang="en-US" sz="2400" b="0" i="0" kern="1200" dirty="0">
              <a:effectLst/>
              <a:latin typeface="+mn-lt"/>
            </a:rPr>
            <a:t>Try to separate the person from current using non-conductive object such as wooden or plastic broom handle, chair, or rubber doormat.</a:t>
          </a:r>
        </a:p>
        <a:p>
          <a:pPr marL="228600" lvl="1" indent="-228600" algn="just" defTabSz="1066800">
            <a:lnSpc>
              <a:spcPct val="90000"/>
            </a:lnSpc>
            <a:spcBef>
              <a:spcPct val="0"/>
            </a:spcBef>
            <a:spcAft>
              <a:spcPct val="15000"/>
            </a:spcAft>
            <a:buChar char="••"/>
          </a:pPr>
          <a:r>
            <a:rPr lang="en-US" sz="2400" b="0" i="0" kern="1200">
              <a:effectLst/>
              <a:latin typeface="+mn-lt"/>
            </a:rPr>
            <a:t>If high voltage lines are involved:</a:t>
          </a:r>
          <a:endParaRPr lang="en-US" sz="2400" b="0" i="0" kern="1200" dirty="0">
            <a:effectLst/>
            <a:latin typeface="+mn-lt"/>
          </a:endParaRPr>
        </a:p>
        <a:p>
          <a:pPr marL="228600" lvl="1" indent="-228600" algn="just" defTabSz="1066800">
            <a:lnSpc>
              <a:spcPct val="90000"/>
            </a:lnSpc>
            <a:spcBef>
              <a:spcPct val="0"/>
            </a:spcBef>
            <a:spcAft>
              <a:spcPct val="15000"/>
            </a:spcAft>
            <a:buChar char="••"/>
          </a:pPr>
          <a:r>
            <a:rPr lang="en-US" sz="2400" b="0" i="0" kern="1200">
              <a:effectLst/>
              <a:latin typeface="+mn-lt"/>
            </a:rPr>
            <a:t>The local power company must shut them off.</a:t>
          </a:r>
          <a:endParaRPr lang="en-US" sz="2400" b="0" i="0" kern="1200" dirty="0">
            <a:effectLst/>
            <a:latin typeface="+mn-lt"/>
          </a:endParaRPr>
        </a:p>
        <a:p>
          <a:pPr marL="228600" lvl="1" indent="-228600" algn="just" defTabSz="1066800">
            <a:lnSpc>
              <a:spcPct val="90000"/>
            </a:lnSpc>
            <a:spcBef>
              <a:spcPct val="0"/>
            </a:spcBef>
            <a:spcAft>
              <a:spcPct val="15000"/>
            </a:spcAft>
            <a:buChar char="••"/>
          </a:pPr>
          <a:r>
            <a:rPr lang="en-US" sz="2400" b="0" i="0" kern="1200" dirty="0">
              <a:effectLst/>
              <a:latin typeface="+mn-lt"/>
            </a:rPr>
            <a:t>Do not try to separate the person from current if you feel a tingling sensation in your legs and lower body. Hop on one foot to a safe place where you can wait for lines to be disconnected.</a:t>
          </a:r>
        </a:p>
      </dsp:txBody>
      <dsp:txXfrm>
        <a:off x="0" y="786976"/>
        <a:ext cx="10940142" cy="55339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radial3">
  <dgm:title val=""/>
  <dgm:desc val=""/>
  <dgm:catLst>
    <dgm:cat type="relationship" pri="31000"/>
    <dgm:cat type="cycle" pri="12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omposite">
    <dgm:varLst>
      <dgm:chMax val="1"/>
      <dgm:dir/>
      <dgm:resizeHandles val="exact"/>
    </dgm:varLst>
    <dgm:alg type="composite">
      <dgm:param type="ar" val="1"/>
    </dgm:alg>
    <dgm:shape xmlns:r="http://schemas.openxmlformats.org/officeDocument/2006/relationships" r:blip="">
      <dgm:adjLst/>
    </dgm:shape>
    <dgm:presOf/>
    <dgm:constrLst/>
    <dgm:ruleLst/>
    <dgm:layoutNode name="radial">
      <dgm:varLst>
        <dgm:animLvl val="ctr"/>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h" for="ch" forName="centerShape" refType="h"/>
        <dgm:constr type="w" for="ch" forName="node" refType="w" fact="0.5"/>
        <dgm:constr type="h" for="ch" forName="node" refType="h" fact="0.5"/>
        <dgm:constr type="sp" refType="w" refFor="ch" refForName="node" fact="-0.2"/>
        <dgm:constr type="sibSp" refType="w" refFor="ch" refForName="node" fact="-0.2"/>
        <dgm:constr type="primFontSz" for="ch" forName="centerShape" val="65"/>
        <dgm:constr type="primFontSz" for="des" forName="node" val="65"/>
        <dgm:constr type="primFontSz" for="ch" forName="node" refType="primFontSz" refFor="ch" refForName="centerShape" op="lte"/>
      </dgm:constrLst>
      <dgm:ruleLst/>
      <dgm:forEach name="Name6" axis="ch" ptType="node" cnt="1">
        <dgm:layoutNode name="centerShape" styleLbl="vennNode1">
          <dgm:alg type="tx"/>
          <dgm:shape xmlns:r="http://schemas.openxmlformats.org/officeDocument/2006/relationships" type="ellipse"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7" axis="ch" ptType="node">
          <dgm:layoutNode name="node" styleLbl="vennNode1">
            <dgm:varLst>
              <dgm:bulletEnabled val="1"/>
            </dgm:varLst>
            <dgm:alg type="tx">
              <dgm:param type="txAnchorVertCh" val="mid"/>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dgm:forEach>
    </dgm:layoutNode>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2CDA8E9-9948-4BC7-A1DE-415AE6D34228}" type="datetimeFigureOut">
              <a:rPr lang="en-US" smtClean="0"/>
              <a:pPr/>
              <a:t>7/5/2023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9B5F544-A886-482E-AF73-1D6364AAC657}" type="slidenum">
              <a:rPr lang="en-US" smtClean="0"/>
              <a:pPr/>
              <a:t>‹#›</a:t>
            </a:fld>
            <a:endParaRPr lang="en-US"/>
          </a:p>
        </p:txBody>
      </p:sp>
    </p:spTree>
    <p:extLst>
      <p:ext uri="{BB962C8B-B14F-4D97-AF65-F5344CB8AC3E}">
        <p14:creationId xmlns:p14="http://schemas.microsoft.com/office/powerpoint/2010/main" val="225191961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A4AE53-78AB-4E30-A376-70F5FA87A326}" type="datetimeFigureOut">
              <a:rPr lang="en-US" smtClean="0"/>
              <a:pPr/>
              <a:t>7/5/2023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0732FBC-CC67-4B17-8935-02F23E3364AC}" type="slidenum">
              <a:rPr lang="en-US" smtClean="0"/>
              <a:pPr/>
              <a:t>‹#›</a:t>
            </a:fld>
            <a:endParaRPr lang="en-US"/>
          </a:p>
        </p:txBody>
      </p:sp>
    </p:spTree>
    <p:extLst>
      <p:ext uri="{BB962C8B-B14F-4D97-AF65-F5344CB8AC3E}">
        <p14:creationId xmlns:p14="http://schemas.microsoft.com/office/powerpoint/2010/main" val="254055582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37221975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atin typeface="+mn-lt"/>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mn-lt"/>
              </a:defRPr>
            </a:lvl1pPr>
            <a:lvl2pPr>
              <a:defRPr sz="2400">
                <a:latin typeface="+mn-lt"/>
              </a:defRPr>
            </a:lvl2pPr>
            <a:lvl3pPr>
              <a:defRPr sz="2400">
                <a:latin typeface="+mn-lt"/>
              </a:defRPr>
            </a:lvl3pPr>
            <a:lvl4pPr>
              <a:defRPr sz="2400">
                <a:latin typeface="+mn-lt"/>
              </a:defRPr>
            </a:lvl4pPr>
            <a:lvl5pPr>
              <a:defRPr sz="2400">
                <a:latin typeface="+mn-lt"/>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45136952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117143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dirty="0"/>
              <a:t>Click to edit Master title style</a:t>
            </a:r>
          </a:p>
        </p:txBody>
      </p:sp>
      <p:sp>
        <p:nvSpPr>
          <p:cNvPr id="3" name="Content Placeholder 2"/>
          <p:cNvSpPr>
            <a:spLocks noGrp="1"/>
          </p:cNvSpPr>
          <p:nvPr>
            <p:ph sz="half" idx="1"/>
          </p:nvPr>
        </p:nvSpPr>
        <p:spPr>
          <a:xfrm>
            <a:off x="838200" y="1825625"/>
            <a:ext cx="5181600" cy="4351338"/>
          </a:xfrm>
        </p:spPr>
        <p:txBody>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6172200" y="1825625"/>
            <a:ext cx="5181600" cy="4351338"/>
          </a:xfrm>
        </p:spPr>
        <p:txBody>
          <a:bodyPr>
            <a:normAutofit/>
          </a:bodyPr>
          <a:lstStyle>
            <a:lvl1pPr>
              <a:defRPr sz="2400"/>
            </a:lvl1pPr>
            <a:lvl2pPr>
              <a:defRPr sz="2400"/>
            </a:lvl2pPr>
            <a:lvl3pPr>
              <a:defRPr sz="2400"/>
            </a:lvl3pPr>
            <a:lvl4pPr>
              <a:defRPr sz="2400"/>
            </a:lvl4pPr>
            <a:lvl5pPr>
              <a:defRPr sz="2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71220167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1801216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88120412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783193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69186090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52476270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405081576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CDBBEF-AA6C-4BA6-85B2-A17D7F280E38}" type="slidenum">
              <a:rPr lang="en-US" smtClean="0"/>
              <a:pPr/>
              <a:t>‹#›</a:t>
            </a:fld>
            <a:endParaRPr lang="en-US"/>
          </a:p>
        </p:txBody>
      </p:sp>
    </p:spTree>
    <p:extLst>
      <p:ext uri="{BB962C8B-B14F-4D97-AF65-F5344CB8AC3E}">
        <p14:creationId xmlns:p14="http://schemas.microsoft.com/office/powerpoint/2010/main" val="213449416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39740816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302043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7090964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5" name="Rectangle 4"/>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22715955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2_Basic Layout">
    <p:bg>
      <p:bgPr>
        <a:solidFill>
          <a:schemeClr val="bg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dirty="0"/>
              <a:t>BASIC LAYOUT</a:t>
            </a:r>
          </a:p>
        </p:txBody>
      </p:sp>
      <p:sp>
        <p:nvSpPr>
          <p:cNvPr id="11" name="Text Placeholder 9"/>
          <p:cNvSpPr>
            <a:spLocks noGrp="1"/>
          </p:cNvSpPr>
          <p:nvPr>
            <p:ph type="body" sz="quarter" idx="11" hasCustomPrompt="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5" name="Rectangle 4"/>
          <p:cNvSpPr/>
          <p:nvPr userDrawn="1"/>
        </p:nvSpPr>
        <p:spPr>
          <a:xfrm>
            <a:off x="0" y="1"/>
            <a:ext cx="2543605" cy="686418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38043781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0" y="2276872"/>
            <a:ext cx="12192000" cy="24002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3" name="Isosceles Triangle 2"/>
          <p:cNvSpPr/>
          <p:nvPr userDrawn="1"/>
        </p:nvSpPr>
        <p:spPr>
          <a:xfrm rot="10800000">
            <a:off x="158339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2" name="Isosceles Triangle 11"/>
          <p:cNvSpPr/>
          <p:nvPr userDrawn="1"/>
        </p:nvSpPr>
        <p:spPr>
          <a:xfrm rot="10800000">
            <a:off x="446371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3" name="Isosceles Triangle 12"/>
          <p:cNvSpPr/>
          <p:nvPr userDrawn="1"/>
        </p:nvSpPr>
        <p:spPr>
          <a:xfrm rot="10800000">
            <a:off x="7344032"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4" name="Isosceles Triangle 13"/>
          <p:cNvSpPr/>
          <p:nvPr userDrawn="1"/>
        </p:nvSpPr>
        <p:spPr>
          <a:xfrm rot="10800000">
            <a:off x="10224348" y="4677509"/>
            <a:ext cx="384043" cy="331071"/>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white"/>
              </a:solidFill>
            </a:endParaRPr>
          </a:p>
        </p:txBody>
      </p:sp>
      <p:sp>
        <p:nvSpPr>
          <p:cNvPr id="15" name="Rectangle 14"/>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6" name="Rectangle 15"/>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Picture Placeholder 2"/>
          <p:cNvSpPr>
            <a:spLocks noGrp="1"/>
          </p:cNvSpPr>
          <p:nvPr>
            <p:ph type="pic" idx="1" hasCustomPrompt="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2" hasCustomPrompt="1"/>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3" hasCustomPrompt="1"/>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4" hasCustomPrompt="1"/>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7721753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2" name="Rectangle 1"/>
          <p:cNvSpPr/>
          <p:nvPr userDrawn="1"/>
        </p:nvSpPr>
        <p:spPr>
          <a:xfrm>
            <a:off x="5231904" y="2276872"/>
            <a:ext cx="5711957" cy="3936437"/>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2400">
              <a:solidFill>
                <a:prstClr val="black">
                  <a:lumMod val="75000"/>
                  <a:lumOff val="25000"/>
                </a:prstClr>
              </a:solidFill>
            </a:endParaRPr>
          </a:p>
        </p:txBody>
      </p:sp>
      <p:sp>
        <p:nvSpPr>
          <p:cNvPr id="7" name="Picture Placeholder 2"/>
          <p:cNvSpPr>
            <a:spLocks noGrp="1"/>
          </p:cNvSpPr>
          <p:nvPr>
            <p:ph type="pic" idx="1" hasCustomPrompt="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56200522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hasCustomPrompt="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Picture Placeholder 2"/>
          <p:cNvSpPr>
            <a:spLocks noGrp="1"/>
          </p:cNvSpPr>
          <p:nvPr>
            <p:ph type="pic" idx="11" hasCustomPrompt="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15957474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hasCustomPrompt="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2" name="Picture Placeholder 2"/>
          <p:cNvSpPr>
            <a:spLocks noGrp="1"/>
          </p:cNvSpPr>
          <p:nvPr>
            <p:ph type="pic" idx="10" hasCustomPrompt="1"/>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3" name="Picture Placeholder 2"/>
          <p:cNvSpPr>
            <a:spLocks noGrp="1"/>
          </p:cNvSpPr>
          <p:nvPr>
            <p:ph type="pic" idx="11" hasCustomPrompt="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394759519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sp>
        <p:nvSpPr>
          <p:cNvPr id="2" name="Rectangle 1"/>
          <p:cNvSpPr/>
          <p:nvPr userDrawn="1"/>
        </p:nvSpPr>
        <p:spPr>
          <a:xfrm>
            <a:off x="595027" y="4101331"/>
            <a:ext cx="2400000" cy="230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2" name="Rectangle 11"/>
          <p:cNvSpPr/>
          <p:nvPr userDrawn="1"/>
        </p:nvSpPr>
        <p:spPr>
          <a:xfrm>
            <a:off x="9196973" y="1700808"/>
            <a:ext cx="2400000" cy="2304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latinLnBrk="1"/>
            <a:endParaRPr lang="ko-KR" altLang="en-US" sz="1600">
              <a:solidFill>
                <a:prstClr val="black">
                  <a:lumMod val="75000"/>
                  <a:lumOff val="25000"/>
                </a:prstClr>
              </a:solidFill>
            </a:endParaRPr>
          </a:p>
        </p:txBody>
      </p:sp>
      <p:sp>
        <p:nvSpPr>
          <p:cNvPr id="13" name="Picture Placeholder 2"/>
          <p:cNvSpPr>
            <a:spLocks noGrp="1"/>
          </p:cNvSpPr>
          <p:nvPr>
            <p:ph type="pic" idx="12" hasCustomPrompt="1"/>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3" hasCustomPrompt="1"/>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4" hasCustomPrompt="1"/>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Picture Placeholder 2"/>
          <p:cNvSpPr>
            <a:spLocks noGrp="1"/>
          </p:cNvSpPr>
          <p:nvPr>
            <p:ph type="pic" idx="15" hasCustomPrompt="1"/>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427835944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hasCustomPrompt="1"/>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7" name="Picture Placeholder 2"/>
          <p:cNvSpPr>
            <a:spLocks noGrp="1"/>
          </p:cNvSpPr>
          <p:nvPr>
            <p:ph type="pic" idx="13" hasCustomPrompt="1"/>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8" name="Picture Placeholder 2"/>
          <p:cNvSpPr>
            <a:spLocks noGrp="1"/>
          </p:cNvSpPr>
          <p:nvPr>
            <p:ph type="pic" idx="14" hasCustomPrompt="1"/>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9" name="Picture Placeholder 2"/>
          <p:cNvSpPr>
            <a:spLocks noGrp="1"/>
          </p:cNvSpPr>
          <p:nvPr>
            <p:ph type="pic" idx="16" hasCustomPrompt="1"/>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20" name="Picture Placeholder 2"/>
          <p:cNvSpPr>
            <a:spLocks noGrp="1"/>
          </p:cNvSpPr>
          <p:nvPr>
            <p:ph type="pic" idx="17" hasCustomPrompt="1"/>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7023021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그림 1"/>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4546767" y="2276873"/>
            <a:ext cx="7238124" cy="3966041"/>
          </a:xfrm>
          <a:prstGeom prst="rect">
            <a:avLst/>
          </a:prstGeom>
        </p:spPr>
      </p:pic>
      <p:sp>
        <p:nvSpPr>
          <p:cNvPr id="7" name="Picture Placeholder 2"/>
          <p:cNvSpPr>
            <a:spLocks noGrp="1"/>
          </p:cNvSpPr>
          <p:nvPr>
            <p:ph type="pic" idx="1" hasCustomPrompt="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8" name="Rectangle 7"/>
          <p:cNvSpPr/>
          <p:nvPr userDrawn="1"/>
        </p:nvSpPr>
        <p:spPr>
          <a:xfrm>
            <a:off x="4037371" y="1"/>
            <a:ext cx="4128459" cy="60959"/>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9" name="Rectangle 8"/>
          <p:cNvSpPr/>
          <p:nvPr userDrawn="1"/>
        </p:nvSpPr>
        <p:spPr>
          <a:xfrm>
            <a:off x="0" y="6753308"/>
            <a:ext cx="12192000" cy="11087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221804153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dirty="0"/>
              <a:t>IMAGES &amp; CONTENTS</a:t>
            </a:r>
          </a:p>
        </p:txBody>
      </p:sp>
      <p:sp>
        <p:nvSpPr>
          <p:cNvPr id="11" name="Text Placeholder 9"/>
          <p:cNvSpPr>
            <a:spLocks noGrp="1"/>
          </p:cNvSpPr>
          <p:nvPr>
            <p:ph type="body" sz="quarter" idx="11" hasCustomPrompt="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dirty="0"/>
              <a:t>Insert the title of your subtitle Here</a:t>
            </a:r>
          </a:p>
        </p:txBody>
      </p:sp>
      <p:pic>
        <p:nvPicPr>
          <p:cNvPr id="5" name="Picture 4"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400"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826"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251" y="1815747"/>
            <a:ext cx="3360373" cy="3350541"/>
          </a:xfrm>
          <a:prstGeom prst="rect">
            <a:avLst/>
          </a:prstGeom>
          <a:noFill/>
          <a:extLst>
            <a:ext uri="{909E8E84-426E-40DD-AFC4-6F175D3DCCD1}">
              <a14:hiddenFill xmlns:a14="http://schemas.microsoft.com/office/drawing/2010/main">
                <a:solidFill>
                  <a:srgbClr val="FFFFFF"/>
                </a:solidFill>
              </a14:hiddenFill>
            </a:ext>
          </a:extLst>
        </p:spPr>
      </p:pic>
      <p:sp>
        <p:nvSpPr>
          <p:cNvPr id="13" name="Picture Placeholder 2"/>
          <p:cNvSpPr>
            <a:spLocks noGrp="1"/>
          </p:cNvSpPr>
          <p:nvPr>
            <p:ph type="pic" idx="1" hasCustomPrompt="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4" name="Picture Placeholder 2"/>
          <p:cNvSpPr>
            <a:spLocks noGrp="1"/>
          </p:cNvSpPr>
          <p:nvPr>
            <p:ph type="pic" idx="12" hasCustomPrompt="1"/>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5" name="Picture Placeholder 2"/>
          <p:cNvSpPr>
            <a:spLocks noGrp="1"/>
          </p:cNvSpPr>
          <p:nvPr>
            <p:ph type="pic" idx="13" hasCustomPrompt="1"/>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
        <p:nvSpPr>
          <p:cNvPr id="16" name="Rectangle 15"/>
          <p:cNvSpPr/>
          <p:nvPr userDrawn="1"/>
        </p:nvSpPr>
        <p:spPr>
          <a:xfrm>
            <a:off x="4037371" y="1"/>
            <a:ext cx="4128459" cy="6095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
        <p:nvSpPr>
          <p:cNvPr id="17" name="Rectangle 16"/>
          <p:cNvSpPr/>
          <p:nvPr userDrawn="1"/>
        </p:nvSpPr>
        <p:spPr>
          <a:xfrm>
            <a:off x="0" y="6753308"/>
            <a:ext cx="12192000" cy="110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en-US" sz="2400">
              <a:solidFill>
                <a:prstClr val="white"/>
              </a:solidFill>
            </a:endParaRPr>
          </a:p>
        </p:txBody>
      </p:sp>
    </p:spTree>
    <p:extLst>
      <p:ext uri="{BB962C8B-B14F-4D97-AF65-F5344CB8AC3E}">
        <p14:creationId xmlns:p14="http://schemas.microsoft.com/office/powerpoint/2010/main" val="407940683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hasCustomPrompt="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ltLang="ko-KR" dirty="0"/>
              <a:t>Your Picture Here</a:t>
            </a:r>
            <a:endParaRPr lang="ko-KR" altLang="en-US" dirty="0"/>
          </a:p>
        </p:txBody>
      </p:sp>
    </p:spTree>
    <p:extLst>
      <p:ext uri="{BB962C8B-B14F-4D97-AF65-F5344CB8AC3E}">
        <p14:creationId xmlns:p14="http://schemas.microsoft.com/office/powerpoint/2010/main" val="201465714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sp>
        <p:nvSpPr>
          <p:cNvPr id="10" name="Text Placeholder 9"/>
          <p:cNvSpPr>
            <a:spLocks noGrp="1"/>
          </p:cNvSpPr>
          <p:nvPr>
            <p:ph type="body" sz="quarter" idx="10" hasCustomPrompt="1"/>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dirty="0"/>
              <a:t>ICON SETS LAYOUT</a:t>
            </a:r>
          </a:p>
        </p:txBody>
      </p:sp>
      <p:grpSp>
        <p:nvGrpSpPr>
          <p:cNvPr id="5" name="Group 4"/>
          <p:cNvGrpSpPr/>
          <p:nvPr userDrawn="1"/>
        </p:nvGrpSpPr>
        <p:grpSpPr>
          <a:xfrm>
            <a:off x="472011" y="1508786"/>
            <a:ext cx="3799787" cy="4865561"/>
            <a:chOff x="354008" y="1131589"/>
            <a:chExt cx="2849840" cy="3649171"/>
          </a:xfrm>
        </p:grpSpPr>
        <p:sp>
          <p:nvSpPr>
            <p:cNvPr id="6" name="Rounded Rectangle 5"/>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dirty="0">
                <a:solidFill>
                  <a:prstClr val="white"/>
                </a:solidFill>
              </a:endParaRPr>
            </a:p>
          </p:txBody>
        </p:sp>
        <p:sp>
          <p:nvSpPr>
            <p:cNvPr id="9" name="Rounded Rectangle 8"/>
            <p:cNvSpPr/>
            <p:nvPr/>
          </p:nvSpPr>
          <p:spPr>
            <a:xfrm>
              <a:off x="531932" y="1347500"/>
              <a:ext cx="108520" cy="3240473"/>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white"/>
                </a:solidFill>
              </a:endParaRPr>
            </a:p>
          </p:txBody>
        </p:sp>
        <p:sp>
          <p:nvSpPr>
            <p:cNvPr id="12" name="Half Frame 11"/>
            <p:cNvSpPr/>
            <p:nvPr/>
          </p:nvSpPr>
          <p:spPr>
            <a:xfrm rot="5400000">
              <a:off x="2592642" y="1238201"/>
              <a:ext cx="502331" cy="502331"/>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latinLnBrk="1"/>
              <a:endParaRPr lang="ko-KR" altLang="en-US" sz="2400">
                <a:solidFill>
                  <a:prstClr val="black"/>
                </a:solidFill>
              </a:endParaRPr>
            </a:p>
          </p:txBody>
        </p:sp>
      </p:grpSp>
    </p:spTree>
    <p:extLst>
      <p:ext uri="{BB962C8B-B14F-4D97-AF65-F5344CB8AC3E}">
        <p14:creationId xmlns:p14="http://schemas.microsoft.com/office/powerpoint/2010/main" val="262197813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theme" Target="../theme/theme2.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1000" t="-1000" r="1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CDBBEF-AA6C-4BA6-85B2-A17D7F280E38}" type="slidenum">
              <a:rPr lang="en-US" smtClean="0"/>
              <a:pPr/>
              <a:t>‹#›</a:t>
            </a:fld>
            <a:endParaRPr lang="en-US"/>
          </a:p>
        </p:txBody>
      </p:sp>
    </p:spTree>
    <p:extLst>
      <p:ext uri="{BB962C8B-B14F-4D97-AF65-F5344CB8AC3E}">
        <p14:creationId xmlns:p14="http://schemas.microsoft.com/office/powerpoint/2010/main" val="3333391393"/>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60" r:id="rId12"/>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48544627"/>
      </p:ext>
    </p:extLst>
  </p:cSld>
  <p:clrMap bg1="lt1" tx1="dk1" bg2="lt2" tx2="dk2" accent1="accent1" accent2="accent2" accent3="accent3" accent4="accent4" accent5="accent5" accent6="accent6" hlink="hlink" folHlink="folHlink"/>
  <p:sldLayoutIdLst>
    <p:sldLayoutId id="2147483687" r:id="rId1"/>
    <p:sldLayoutId id="2147483688" r:id="rId2"/>
    <p:sldLayoutId id="2147483689" r:id="rId3"/>
    <p:sldLayoutId id="2147483690" r:id="rId4"/>
    <p:sldLayoutId id="2147483691" r:id="rId5"/>
    <p:sldLayoutId id="2147483692" r:id="rId6"/>
    <p:sldLayoutId id="2147483693" r:id="rId7"/>
    <p:sldLayoutId id="2147483694" r:id="rId8"/>
    <p:sldLayoutId id="2147483695" r:id="rId9"/>
    <p:sldLayoutId id="2147483696" r:id="rId10"/>
    <p:sldLayoutId id="2147483697" r:id="rId11"/>
    <p:sldLayoutId id="2147483698" r:id="rId12"/>
    <p:sldLayoutId id="2147483699" r:id="rId13"/>
    <p:sldLayoutId id="2147483700" r:id="rId14"/>
  </p:sldLayoutIdLst>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txStyles>
    <p:titleStyle>
      <a:lvl1pPr algn="ctr" defTabSz="1219170" rtl="0" eaLnBrk="1" latinLnBrk="1"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1"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1"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1"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microsoft.com/office/2007/relationships/hdphoto" Target="../media/hdphoto1.wdp"/><Relationship Id="rId5" Type="http://schemas.openxmlformats.org/officeDocument/2006/relationships/image" Target="../media/image7.png"/><Relationship Id="rId4" Type="http://schemas.openxmlformats.org/officeDocument/2006/relationships/image" Target="../media/image6.emf"/></Relationships>
</file>

<file path=ppt/slides/_rels/slide2.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hyperlink" Target="https://images.app.goo.gl/5obqqxo93P2UBmdU6" TargetMode="External"/><Relationship Id="rId1" Type="http://schemas.openxmlformats.org/officeDocument/2006/relationships/slideLayout" Target="../slideLayouts/slideLayout6.xml"/><Relationship Id="rId4" Type="http://schemas.openxmlformats.org/officeDocument/2006/relationships/image" Target="../media/image9.jpeg"/></Relationships>
</file>

<file path=ppt/slides/_rels/slide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diagramLayout" Target="../diagrams/layout2.xml"/><Relationship Id="rId7" Type="http://schemas.openxmlformats.org/officeDocument/2006/relationships/image" Target="../media/image10.png"/><Relationship Id="rId2" Type="http://schemas.openxmlformats.org/officeDocument/2006/relationships/diagramData" Target="../diagrams/data2.xml"/><Relationship Id="rId1" Type="http://schemas.openxmlformats.org/officeDocument/2006/relationships/slideLayout" Target="../slideLayouts/slideLayout7.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7.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7.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6.xml"/><Relationship Id="rId2" Type="http://schemas.openxmlformats.org/officeDocument/2006/relationships/diagramData" Target="../diagrams/data6.xml"/><Relationship Id="rId1" Type="http://schemas.openxmlformats.org/officeDocument/2006/relationships/slideLayout" Target="../slideLayouts/slideLayout7.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7.xml"/><Relationship Id="rId2" Type="http://schemas.openxmlformats.org/officeDocument/2006/relationships/diagramData" Target="../diagrams/data7.xml"/><Relationship Id="rId1" Type="http://schemas.openxmlformats.org/officeDocument/2006/relationships/slideLayout" Target="../slideLayouts/slideLayout7.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8.xml"/><Relationship Id="rId2" Type="http://schemas.openxmlformats.org/officeDocument/2006/relationships/diagramData" Target="../diagrams/data8.xml"/><Relationship Id="rId1" Type="http://schemas.openxmlformats.org/officeDocument/2006/relationships/slideLayout" Target="../slideLayouts/slideLayout7.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7.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7.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15.png"/><Relationship Id="rId2" Type="http://schemas.openxmlformats.org/officeDocument/2006/relationships/diagramData" Target="../diagrams/data11.xml"/><Relationship Id="rId1" Type="http://schemas.openxmlformats.org/officeDocument/2006/relationships/slideLayout" Target="../slideLayouts/slideLayout7.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7.xml.rels><?xml version="1.0" encoding="UTF-8" standalone="yes"?>
<Relationships xmlns="http://schemas.openxmlformats.org/package/2006/relationships"><Relationship Id="rId3" Type="http://schemas.openxmlformats.org/officeDocument/2006/relationships/diagramLayout" Target="../diagrams/layout12.xml"/><Relationship Id="rId2" Type="http://schemas.openxmlformats.org/officeDocument/2006/relationships/diagramData" Target="../diagrams/data12.xml"/><Relationship Id="rId1" Type="http://schemas.openxmlformats.org/officeDocument/2006/relationships/slideLayout" Target="../slideLayouts/slideLayout7.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p:cNvSpPr/>
          <p:nvPr/>
        </p:nvSpPr>
        <p:spPr>
          <a:xfrm>
            <a:off x="-4421" y="5324148"/>
            <a:ext cx="12196420" cy="151855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302197" y="5901985"/>
            <a:ext cx="45719" cy="613881"/>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Slide Number Placeholder 2"/>
          <p:cNvSpPr txBox="1">
            <a:spLocks/>
          </p:cNvSpPr>
          <p:nvPr/>
        </p:nvSpPr>
        <p:spPr>
          <a:xfrm>
            <a:off x="8763000" y="65087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US" dirty="0"/>
          </a:p>
        </p:txBody>
      </p:sp>
      <p:sp>
        <p:nvSpPr>
          <p:cNvPr id="46" name="Right Triangle 45">
            <a:extLst>
              <a:ext uri="{FF2B5EF4-FFF2-40B4-BE49-F238E27FC236}">
                <a16:creationId xmlns:a16="http://schemas.microsoft.com/office/drawing/2014/main" xmlns="" id="{0983CA01-DED8-4A8A-82CA-5B1BE1DADB0C}"/>
              </a:ext>
            </a:extLst>
          </p:cNvPr>
          <p:cNvSpPr/>
          <p:nvPr/>
        </p:nvSpPr>
        <p:spPr>
          <a:xfrm flipV="1">
            <a:off x="9506857" y="5939880"/>
            <a:ext cx="1291772" cy="1157606"/>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graphicFrame>
        <p:nvGraphicFramePr>
          <p:cNvPr id="48" name="Object 47">
            <a:extLst>
              <a:ext uri="{FF2B5EF4-FFF2-40B4-BE49-F238E27FC236}">
                <a16:creationId xmlns:a16="http://schemas.microsoft.com/office/drawing/2014/main" xmlns="" id="{CAD0D7B8-E462-453C-B296-CA0154FA54AE}"/>
              </a:ext>
            </a:extLst>
          </p:cNvPr>
          <p:cNvGraphicFramePr>
            <a:graphicFrameLocks noChangeAspect="1"/>
          </p:cNvGraphicFramePr>
          <p:nvPr>
            <p:extLst>
              <p:ext uri="{D42A27DB-BD31-4B8C-83A1-F6EECF244321}">
                <p14:modId xmlns:p14="http://schemas.microsoft.com/office/powerpoint/2010/main" val="3091331938"/>
              </p:ext>
            </p:extLst>
          </p:nvPr>
        </p:nvGraphicFramePr>
        <p:xfrm>
          <a:off x="350879" y="3348440"/>
          <a:ext cx="3303056" cy="3148059"/>
        </p:xfrm>
        <a:graphic>
          <a:graphicData uri="http://schemas.openxmlformats.org/presentationml/2006/ole">
            <mc:AlternateContent xmlns:mc="http://schemas.openxmlformats.org/markup-compatibility/2006">
              <mc:Choice xmlns:v="urn:schemas-microsoft-com:vml" Requires="v">
                <p:oleObj spid="_x0000_s1027" name="CorelDRAW" r:id="rId3" imgW="2169000" imgH="2169360" progId="">
                  <p:embed/>
                </p:oleObj>
              </mc:Choice>
              <mc:Fallback>
                <p:oleObj name="CorelDRAW" r:id="rId3" imgW="2169000" imgH="2169360" progId="">
                  <p:embed/>
                  <p:pic>
                    <p:nvPicPr>
                      <p:cNvPr id="48" name="Object 47">
                        <a:extLst>
                          <a:ext uri="{FF2B5EF4-FFF2-40B4-BE49-F238E27FC236}">
                            <a16:creationId xmlns:a16="http://schemas.microsoft.com/office/drawing/2014/main" xmlns="" id="{CAD0D7B8-E462-453C-B296-CA0154FA54AE}"/>
                          </a:ext>
                        </a:extLst>
                      </p:cNvPr>
                      <p:cNvPicPr>
                        <a:picLocks noChangeAspect="1" noChangeArrowheads="1"/>
                      </p:cNvPicPr>
                      <p:nvPr/>
                    </p:nvPicPr>
                    <p:blipFill>
                      <a:blip r:embed="rId4">
                        <a:lum bright="76000"/>
                        <a:extLst>
                          <a:ext uri="{28A0092B-C50C-407E-A947-70E740481C1C}">
                            <a14:useLocalDpi xmlns:a14="http://schemas.microsoft.com/office/drawing/2010/main" val="0"/>
                          </a:ext>
                        </a:extLst>
                      </a:blip>
                      <a:srcRect/>
                      <a:stretch>
                        <a:fillRect/>
                      </a:stretch>
                    </p:blipFill>
                    <p:spPr bwMode="auto">
                      <a:xfrm>
                        <a:off x="350879" y="3348440"/>
                        <a:ext cx="3303056" cy="31480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 name="Right Triangle 36">
            <a:extLst>
              <a:ext uri="{FF2B5EF4-FFF2-40B4-BE49-F238E27FC236}">
                <a16:creationId xmlns:a16="http://schemas.microsoft.com/office/drawing/2014/main" xmlns="" id="{0983CA01-DED8-4A8A-82CA-5B1BE1DADB0C}"/>
              </a:ext>
            </a:extLst>
          </p:cNvPr>
          <p:cNvSpPr/>
          <p:nvPr/>
        </p:nvSpPr>
        <p:spPr>
          <a:xfrm flipH="1">
            <a:off x="7045437" y="-64960"/>
            <a:ext cx="5146562" cy="5852440"/>
          </a:xfrm>
          <a:prstGeom prst="rtTriangle">
            <a:avLst/>
          </a:prstGeom>
          <a:solidFill>
            <a:srgbClr val="FFFFFF">
              <a:lumMod val="95000"/>
              <a:alpha val="17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ID" sz="1800" b="0" i="0" u="none" strike="noStrike" kern="0" cap="none" spc="0" normalizeH="0" baseline="0" noProof="0">
              <a:ln>
                <a:noFill/>
              </a:ln>
              <a:solidFill>
                <a:srgbClr val="FFFFFF"/>
              </a:solidFill>
              <a:effectLst/>
              <a:uLnTx/>
              <a:uFillTx/>
              <a:latin typeface="Calibri" panose="020F0502020204030204"/>
            </a:endParaRPr>
          </a:p>
        </p:txBody>
      </p:sp>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0" name="Picture 29" descr="This is a logo of chandigarh University" title="chandigarh university"/>
          <p:cNvPicPr>
            <a:picLocks noChangeAspect="1"/>
          </p:cNvPicPr>
          <p:nvPr/>
        </p:nvPicPr>
        <p:blipFill>
          <a:blip r:embed="rId5">
            <a:extLst>
              <a:ext uri="{BEBA8EAE-BF5A-486C-A8C5-ECC9F3942E4B}">
                <a14:imgProps xmlns:a14="http://schemas.microsoft.com/office/drawing/2010/main">
                  <a14:imgLayer r:embed="rId6">
                    <a14:imgEffect>
                      <a14:colorTemperature colorTemp="5742"/>
                    </a14:imgEffect>
                    <a14:imgEffect>
                      <a14:saturation sat="238000"/>
                    </a14:imgEffect>
                  </a14:imgLayer>
                </a14:imgProps>
              </a:ext>
              <a:ext uri="{28A0092B-C50C-407E-A947-70E740481C1C}">
                <a14:useLocalDpi xmlns:a14="http://schemas.microsoft.com/office/drawing/2010/main" val="0"/>
              </a:ext>
            </a:extLst>
          </a:blip>
          <a:stretch>
            <a:fillRect/>
          </a:stretch>
        </p:blipFill>
        <p:spPr>
          <a:xfrm>
            <a:off x="12104" y="24501"/>
            <a:ext cx="3859753" cy="1538254"/>
          </a:xfrm>
          <a:prstGeom prst="rect">
            <a:avLst/>
          </a:prstGeom>
        </p:spPr>
      </p:pic>
      <p:sp>
        <p:nvSpPr>
          <p:cNvPr id="43" name="Right Triangle 42"/>
          <p:cNvSpPr/>
          <p:nvPr/>
        </p:nvSpPr>
        <p:spPr>
          <a:xfrm rot="10800000" flipV="1">
            <a:off x="9829797" y="5333999"/>
            <a:ext cx="2366623" cy="1600201"/>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p:cNvSpPr txBox="1">
            <a:spLocks noChangeArrowheads="1"/>
          </p:cNvSpPr>
          <p:nvPr/>
        </p:nvSpPr>
        <p:spPr bwMode="auto">
          <a:xfrm>
            <a:off x="6881359" y="6019560"/>
            <a:ext cx="4928608"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r>
              <a:rPr lang="en-US" sz="2000" b="1" dirty="0">
                <a:solidFill>
                  <a:prstClr val="black">
                    <a:lumMod val="65000"/>
                    <a:lumOff val="35000"/>
                  </a:prstClr>
                </a:solidFill>
                <a:latin typeface="Casper" panose="02000506000000020004" pitchFamily="2" charset="0"/>
                <a:ea typeface="Karla" pitchFamily="2" charset="0"/>
                <a:cs typeface="Karla" pitchFamily="2" charset="0"/>
              </a:rPr>
              <a:t>DISCOVER . </a:t>
            </a:r>
            <a:r>
              <a:rPr lang="en-US" sz="2000" b="1" dirty="0">
                <a:solidFill>
                  <a:srgbClr val="C00000"/>
                </a:solidFill>
                <a:latin typeface="Casper" panose="02000506000000020004" pitchFamily="2" charset="0"/>
                <a:ea typeface="Karla" pitchFamily="2" charset="0"/>
                <a:cs typeface="Karla" pitchFamily="2" charset="0"/>
              </a:rPr>
              <a:t>LEARN</a:t>
            </a:r>
            <a:r>
              <a:rPr lang="en-US" sz="2000" b="1" dirty="0">
                <a:solidFill>
                  <a:prstClr val="black">
                    <a:lumMod val="65000"/>
                    <a:lumOff val="35000"/>
                  </a:prstClr>
                </a:solidFill>
                <a:latin typeface="Casper" panose="02000506000000020004" pitchFamily="2" charset="0"/>
                <a:ea typeface="Karla" pitchFamily="2" charset="0"/>
                <a:cs typeface="Karla" pitchFamily="2" charset="0"/>
              </a:rPr>
              <a:t> . EMPOWER</a:t>
            </a:r>
            <a:endParaRPr lang="en-US" sz="1200" b="1" dirty="0">
              <a:solidFill>
                <a:prstClr val="black"/>
              </a:solidFill>
              <a:latin typeface="Casper" panose="02000506000000020004" pitchFamily="2" charset="0"/>
            </a:endParaRPr>
          </a:p>
          <a:p>
            <a:pPr eaLnBrk="1" hangingPunct="1"/>
            <a:endParaRPr lang="en-US" sz="1600" b="1" dirty="0">
              <a:latin typeface="Casper" panose="02000506000000020004" pitchFamily="2" charset="0"/>
            </a:endParaRPr>
          </a:p>
        </p:txBody>
      </p:sp>
      <p:sp>
        <p:nvSpPr>
          <p:cNvPr id="52" name="Rectangle 51"/>
          <p:cNvSpPr/>
          <p:nvPr/>
        </p:nvSpPr>
        <p:spPr>
          <a:xfrm>
            <a:off x="6885780" y="6043646"/>
            <a:ext cx="45719" cy="370620"/>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a:spLocks noChangeArrowheads="1"/>
          </p:cNvSpPr>
          <p:nvPr/>
        </p:nvSpPr>
        <p:spPr bwMode="auto">
          <a:xfrm>
            <a:off x="2604322" y="1463040"/>
            <a:ext cx="8126357" cy="3708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UNIVERSITY INSTITUTE OF SCIENCES</a:t>
            </a:r>
          </a:p>
          <a:p>
            <a:pPr lvl="0" algn="ctr" defTabSz="622300">
              <a:lnSpc>
                <a:spcPct val="90000"/>
              </a:lnSpc>
              <a:spcBef>
                <a:spcPct val="0"/>
              </a:spcBef>
              <a:spcAft>
                <a:spcPct val="35000"/>
              </a:spcAft>
            </a:pPr>
            <a:r>
              <a:rPr lang="en-US" sz="2800" b="1" dirty="0">
                <a:latin typeface="Times New Roman" pitchFamily="18" charset="0"/>
                <a:ea typeface="Karla" pitchFamily="2" charset="0"/>
                <a:cs typeface="Times New Roman" pitchFamily="18" charset="0"/>
              </a:rPr>
              <a:t>Academic Unit </a:t>
            </a:r>
            <a:r>
              <a:rPr lang="en-US" sz="2800" b="1" dirty="0" smtClean="0">
                <a:latin typeface="Times New Roman" pitchFamily="18" charset="0"/>
                <a:ea typeface="Karla" pitchFamily="2" charset="0"/>
                <a:cs typeface="Times New Roman" pitchFamily="18" charset="0"/>
              </a:rPr>
              <a:t>V</a:t>
            </a:r>
            <a:endParaRPr lang="en-US" sz="2800" b="1" dirty="0">
              <a:latin typeface="Times New Roman" pitchFamily="18" charset="0"/>
              <a:ea typeface="Karla" pitchFamily="2" charset="0"/>
              <a:cs typeface="Times New Roman" pitchFamily="18" charset="0"/>
            </a:endParaRP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Biology For Engineers </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23SZT148</a:t>
            </a:r>
            <a:r>
              <a:rPr lang="en-US" sz="3200" b="1" dirty="0" smtClean="0">
                <a:solidFill>
                  <a:prstClr val="black">
                    <a:lumMod val="85000"/>
                    <a:lumOff val="15000"/>
                  </a:prstClr>
                </a:solidFill>
                <a:latin typeface="Times New Roman" panose="02020603050405020304" pitchFamily="18" charset="0"/>
                <a:cs typeface="Times New Roman" panose="02020603050405020304" pitchFamily="18" charset="0"/>
              </a:rPr>
              <a:t> </a:t>
            </a:r>
            <a:endParaRPr lang="en-US" sz="3200" b="1" dirty="0">
              <a:solidFill>
                <a:prstClr val="black">
                  <a:lumMod val="85000"/>
                  <a:lumOff val="15000"/>
                </a:prstClr>
              </a:solidFill>
              <a:latin typeface="Times New Roman" panose="02020603050405020304" pitchFamily="18" charset="0"/>
              <a:cs typeface="Times New Roman" panose="02020603050405020304" pitchFamily="18" charset="0"/>
            </a:endParaRPr>
          </a:p>
          <a:p>
            <a:r>
              <a:rPr lang="en-US" sz="1600" b="1" dirty="0" smtClean="0">
                <a:latin typeface="Arial" panose="020B0604020202020204" pitchFamily="34" charset="0"/>
              </a:rPr>
              <a:t>Patient </a:t>
            </a:r>
            <a:r>
              <a:rPr lang="en-US" sz="1600" b="1" dirty="0">
                <a:latin typeface="Arial" panose="020B0604020202020204" pitchFamily="34" charset="0"/>
              </a:rPr>
              <a:t>isolation, and accident prevention</a:t>
            </a:r>
            <a:endParaRPr lang="en-US" sz="1600" b="1" dirty="0">
              <a:latin typeface="Raleway ExtraBold" pitchFamily="34" charset="-52"/>
            </a:endParaRPr>
          </a:p>
        </p:txBody>
      </p:sp>
    </p:spTree>
    <p:extLst>
      <p:ext uri="{BB962C8B-B14F-4D97-AF65-F5344CB8AC3E}">
        <p14:creationId xmlns:p14="http://schemas.microsoft.com/office/powerpoint/2010/main" val="3585577689"/>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844A225-0C39-41B8-8156-52FA829B56EA}"/>
              </a:ext>
            </a:extLst>
          </p:cNvPr>
          <p:cNvSpPr>
            <a:spLocks noGrp="1"/>
          </p:cNvSpPr>
          <p:nvPr>
            <p:ph type="title"/>
          </p:nvPr>
        </p:nvSpPr>
        <p:spPr>
          <a:xfrm>
            <a:off x="1205327" y="921373"/>
            <a:ext cx="6056313" cy="715962"/>
          </a:xfrm>
        </p:spPr>
        <p:txBody>
          <a:bodyPr>
            <a:normAutofit/>
          </a:bodyPr>
          <a:lstStyle/>
          <a:p>
            <a:pPr algn="ctr" eaLnBrk="1" fontAlgn="auto" hangingPunct="1">
              <a:spcAft>
                <a:spcPts val="0"/>
              </a:spcAft>
              <a:defRPr/>
            </a:pPr>
            <a:r>
              <a:rPr lang="en-US" b="1" dirty="0">
                <a:solidFill>
                  <a:schemeClr val="tx1">
                    <a:lumMod val="75000"/>
                    <a:lumOff val="25000"/>
                  </a:schemeClr>
                </a:solidFill>
                <a:cs typeface="Times New Roman" panose="02020603050405020304" pitchFamily="18" charset="0"/>
              </a:rPr>
              <a:t>Course Outcome </a:t>
            </a:r>
            <a:endParaRPr lang="en-IN" dirty="0">
              <a:solidFill>
                <a:schemeClr val="tx1">
                  <a:lumMod val="75000"/>
                  <a:lumOff val="25000"/>
                </a:schemeClr>
              </a:solidFill>
            </a:endParaRPr>
          </a:p>
        </p:txBody>
      </p:sp>
      <p:graphicFrame>
        <p:nvGraphicFramePr>
          <p:cNvPr id="6" name="Table 5">
            <a:extLst>
              <a:ext uri="{FF2B5EF4-FFF2-40B4-BE49-F238E27FC236}">
                <a16:creationId xmlns:a16="http://schemas.microsoft.com/office/drawing/2014/main" xmlns="" id="{6F774966-ABEE-421A-86C4-FF2E9BD06FAB}"/>
              </a:ext>
            </a:extLst>
          </p:cNvPr>
          <p:cNvGraphicFramePr>
            <a:graphicFrameLocks noGrp="1"/>
          </p:cNvGraphicFramePr>
          <p:nvPr/>
        </p:nvGraphicFramePr>
        <p:xfrm>
          <a:off x="628650" y="1748790"/>
          <a:ext cx="6793327" cy="4336096"/>
        </p:xfrm>
        <a:graphic>
          <a:graphicData uri="http://schemas.openxmlformats.org/drawingml/2006/table">
            <a:tbl>
              <a:tblPr/>
              <a:tblGrid>
                <a:gridCol w="1045127">
                  <a:extLst>
                    <a:ext uri="{9D8B030D-6E8A-4147-A177-3AD203B41FA5}">
                      <a16:colId xmlns:a16="http://schemas.microsoft.com/office/drawing/2014/main" xmlns="" val="20000"/>
                    </a:ext>
                  </a:extLst>
                </a:gridCol>
                <a:gridCol w="4281977">
                  <a:extLst>
                    <a:ext uri="{9D8B030D-6E8A-4147-A177-3AD203B41FA5}">
                      <a16:colId xmlns:a16="http://schemas.microsoft.com/office/drawing/2014/main" xmlns="" val="20001"/>
                    </a:ext>
                  </a:extLst>
                </a:gridCol>
                <a:gridCol w="1466223">
                  <a:extLst>
                    <a:ext uri="{9D8B030D-6E8A-4147-A177-3AD203B41FA5}">
                      <a16:colId xmlns:a16="http://schemas.microsoft.com/office/drawing/2014/main" xmlns="" val="20002"/>
                    </a:ext>
                  </a:extLst>
                </a:gridCol>
              </a:tblGrid>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 Number</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Title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Level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CO1</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Identify the biological concepts from an engineering perspective.</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Remember</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CO2</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Development of artificial systems mimicking human action.</a:t>
                      </a:r>
                      <a:endPar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 </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615007">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CO3</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Explain the basic of genetics that helps to identify and formulate problems</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1255693">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CO4</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just" defTabSz="914400" rtl="0" eaLnBrk="1" fontAlgn="base" latinLnBrk="0" hangingPunct="1">
                        <a:lnSpc>
                          <a:spcPct val="115000"/>
                        </a:lnSpc>
                        <a:spcBef>
                          <a:spcPct val="0"/>
                        </a:spcBef>
                        <a:spcAft>
                          <a:spcPts val="100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Apply knowledge of measurement system, biomedical recording system and biosensors to excel in areas such as entrepreneurship, medicine, government, and education.</a:t>
                      </a:r>
                    </a:p>
                  </a:txBody>
                  <a:tcPr marL="114300" marR="1143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anose="020F0502020204030204" pitchFamily="34" charset="0"/>
                        <a:defRPr>
                          <a:solidFill>
                            <a:srgbClr val="404040"/>
                          </a:solidFill>
                          <a:latin typeface="Arial" panose="020B0604020202020204" pitchFamily="34" charset="0"/>
                        </a:defRPr>
                      </a:lvl1pPr>
                      <a:lvl2pPr marL="742950" indent="-285750">
                        <a:lnSpc>
                          <a:spcPct val="90000"/>
                        </a:lnSpc>
                        <a:spcBef>
                          <a:spcPts val="200"/>
                        </a:spcBef>
                        <a:spcAft>
                          <a:spcPts val="400"/>
                        </a:spcAft>
                        <a:buClr>
                          <a:schemeClr val="accent1"/>
                        </a:buClr>
                        <a:buFont typeface="Calibri" panose="020F0502020204030204" pitchFamily="34" charset="0"/>
                        <a:defRPr sz="1600">
                          <a:solidFill>
                            <a:srgbClr val="404040"/>
                          </a:solidFill>
                          <a:latin typeface="Arial" panose="020B0604020202020204" pitchFamily="34" charset="0"/>
                        </a:defRPr>
                      </a:lvl2pPr>
                      <a:lvl3pPr marL="11430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3pPr>
                      <a:lvl4pPr marL="16002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4pPr>
                      <a:lvl5pPr marL="2057400" indent="-228600">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5pPr>
                      <a:lvl6pPr marL="25146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6pPr>
                      <a:lvl7pPr marL="29718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7pPr>
                      <a:lvl8pPr marL="34290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8pPr>
                      <a:lvl9pPr marL="3886200" indent="-228600" fontAlgn="base">
                        <a:lnSpc>
                          <a:spcPct val="90000"/>
                        </a:lnSpc>
                        <a:spcBef>
                          <a:spcPts val="200"/>
                        </a:spcBef>
                        <a:spcAft>
                          <a:spcPts val="400"/>
                        </a:spcAft>
                        <a:buClr>
                          <a:schemeClr val="accent1"/>
                        </a:buClr>
                        <a:buFont typeface="Calibri" panose="020F0502020204030204" pitchFamily="34" charset="0"/>
                        <a:defRPr sz="1200">
                          <a:solidFill>
                            <a:srgbClr val="404040"/>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rgbClr val="FF0000"/>
                          </a:solidFill>
                          <a:effectLst/>
                          <a:latin typeface="Times New Roman" panose="02020603050405020304" pitchFamily="18" charset="0"/>
                          <a:cs typeface="Times New Roman" panose="02020603050405020304" pitchFamily="18" charset="0"/>
                        </a:rPr>
                        <a:t>Understand</a:t>
                      </a:r>
                    </a:p>
                    <a:p>
                      <a:pPr marL="0" marR="0" lvl="0" indent="0" algn="ctr" defTabSz="914400" rtl="0" eaLnBrk="1" fontAlgn="base" latinLnBrk="0" hangingPunct="1">
                        <a:lnSpc>
                          <a:spcPct val="115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620375">
                <a:tc>
                  <a:txBody>
                    <a:bodyPr/>
                    <a:lstStyle/>
                    <a:p>
                      <a:pPr marR="53975" algn="ctr">
                        <a:lnSpc>
                          <a:spcPct val="115000"/>
                        </a:lnSpc>
                        <a:spcAft>
                          <a:spcPts val="1000"/>
                        </a:spcAft>
                      </a:pPr>
                      <a:r>
                        <a:rPr lang="en-US" sz="1600" b="1" dirty="0">
                          <a:effectLst/>
                          <a:latin typeface="Times New Roman" panose="02020603050405020304" pitchFamily="18" charset="0"/>
                          <a:ea typeface="SimSun" panose="02010600030101010101" pitchFamily="2" charset="-122"/>
                          <a:cs typeface="SimSun" panose="02010600030101010101" pitchFamily="2" charset="-122"/>
                        </a:rPr>
                        <a:t>CO5</a:t>
                      </a:r>
                      <a:endParaRPr lang="en-IN" sz="1600" b="1"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R="53975" algn="just">
                        <a:lnSpc>
                          <a:spcPct val="115000"/>
                        </a:lnSpc>
                        <a:spcAft>
                          <a:spcPts val="1000"/>
                        </a:spcAft>
                      </a:pPr>
                      <a:r>
                        <a:rPr lang="en-US" sz="1600" dirty="0">
                          <a:solidFill>
                            <a:srgbClr val="222222"/>
                          </a:solidFill>
                          <a:effectLst/>
                          <a:latin typeface="Times New Roman" panose="02020603050405020304" pitchFamily="18" charset="0"/>
                          <a:ea typeface="Times New Roman" panose="02020603050405020304" pitchFamily="18" charset="0"/>
                          <a:cs typeface="SimSun" panose="02010600030101010101" pitchFamily="2" charset="-122"/>
                        </a:rPr>
                        <a:t>Integrate biological principles for developing next generation technologies</a:t>
                      </a:r>
                      <a:endParaRPr lang="en-IN" sz="1600" dirty="0">
                        <a:effectLst/>
                        <a:latin typeface="Calibri" panose="020F0502020204030204" pitchFamily="34" charset="0"/>
                        <a:ea typeface="SimSun" panose="02010600030101010101" pitchFamily="2" charset="-122"/>
                        <a:cs typeface="SimSun" panose="02010600030101010101" pitchFamily="2" charset="-122"/>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15000"/>
                        </a:lnSpc>
                        <a:spcBef>
                          <a:spcPct val="0"/>
                        </a:spcBef>
                        <a:spcAft>
                          <a:spcPct val="0"/>
                        </a:spcAft>
                        <a:buClrTx/>
                        <a:buSzTx/>
                        <a:buFontTx/>
                        <a:buNone/>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txBody>
                  <a:tcPr marL="68580" marR="6858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071748465"/>
                  </a:ext>
                </a:extLst>
              </a:tr>
            </a:tbl>
          </a:graphicData>
        </a:graphic>
      </p:graphicFrame>
      <p:sp>
        <p:nvSpPr>
          <p:cNvPr id="7" name="Rectangle 6">
            <a:extLst>
              <a:ext uri="{FF2B5EF4-FFF2-40B4-BE49-F238E27FC236}">
                <a16:creationId xmlns:a16="http://schemas.microsoft.com/office/drawing/2014/main" xmlns="" id="{A95C3D83-8F2E-42AB-9062-CA4D5D042D8B}"/>
              </a:ext>
            </a:extLst>
          </p:cNvPr>
          <p:cNvSpPr/>
          <p:nvPr/>
        </p:nvSpPr>
        <p:spPr>
          <a:xfrm>
            <a:off x="8169275" y="5022850"/>
            <a:ext cx="3300413" cy="673100"/>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solidFill>
                  <a:schemeClr val="tx1"/>
                </a:solidFill>
                <a:latin typeface="Times New Roman" panose="02020603050405020304" pitchFamily="18" charset="0"/>
                <a:cs typeface="Times New Roman" panose="02020603050405020304" pitchFamily="18" charset="0"/>
              </a:rPr>
              <a:t>Will be covered in this lecture</a:t>
            </a:r>
          </a:p>
        </p:txBody>
      </p:sp>
      <p:cxnSp>
        <p:nvCxnSpPr>
          <p:cNvPr id="8" name="Straight Arrow Connector 7">
            <a:extLst>
              <a:ext uri="{FF2B5EF4-FFF2-40B4-BE49-F238E27FC236}">
                <a16:creationId xmlns:a16="http://schemas.microsoft.com/office/drawing/2014/main" xmlns="" id="{65EE6DA7-3F8E-46CE-A5B7-337A4278EAE8}"/>
              </a:ext>
            </a:extLst>
          </p:cNvPr>
          <p:cNvCxnSpPr>
            <a:cxnSpLocks/>
          </p:cNvCxnSpPr>
          <p:nvPr/>
        </p:nvCxnSpPr>
        <p:spPr>
          <a:xfrm>
            <a:off x="7052310" y="4838700"/>
            <a:ext cx="1009015" cy="26035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271" name="Rectangle 9">
            <a:extLst>
              <a:ext uri="{FF2B5EF4-FFF2-40B4-BE49-F238E27FC236}">
                <a16:creationId xmlns:a16="http://schemas.microsoft.com/office/drawing/2014/main" xmlns="" id="{7D66934D-516E-4810-AFFC-286DF459E0F8}"/>
              </a:ext>
            </a:extLst>
          </p:cNvPr>
          <p:cNvSpPr>
            <a:spLocks noChangeArrowheads="1"/>
          </p:cNvSpPr>
          <p:nvPr/>
        </p:nvSpPr>
        <p:spPr bwMode="auto">
          <a:xfrm>
            <a:off x="7440613" y="5808663"/>
            <a:ext cx="4757737" cy="276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Franklin Gothic Book" panose="020B0503020102020204" pitchFamily="34" charset="0"/>
              </a:defRPr>
            </a:lvl1pPr>
            <a:lvl2pPr marL="742950" indent="-285750">
              <a:defRPr>
                <a:solidFill>
                  <a:schemeClr val="tx1"/>
                </a:solidFill>
                <a:latin typeface="Franklin Gothic Book" panose="020B0503020102020204" pitchFamily="34" charset="0"/>
              </a:defRPr>
            </a:lvl2pPr>
            <a:lvl3pPr marL="1143000" indent="-228600">
              <a:defRPr>
                <a:solidFill>
                  <a:schemeClr val="tx1"/>
                </a:solidFill>
                <a:latin typeface="Franklin Gothic Book" panose="020B0503020102020204" pitchFamily="34" charset="0"/>
              </a:defRPr>
            </a:lvl3pPr>
            <a:lvl4pPr marL="1600200" indent="-228600">
              <a:defRPr>
                <a:solidFill>
                  <a:schemeClr val="tx1"/>
                </a:solidFill>
                <a:latin typeface="Franklin Gothic Book" panose="020B0503020102020204" pitchFamily="34" charset="0"/>
              </a:defRPr>
            </a:lvl4pPr>
            <a:lvl5pPr marL="2057400" indent="-228600">
              <a:defRPr>
                <a:solidFill>
                  <a:schemeClr val="tx1"/>
                </a:solidFill>
                <a:latin typeface="Franklin Gothic Book" panose="020B0503020102020204" pitchFamily="34" charset="0"/>
              </a:defRPr>
            </a:lvl5pPr>
            <a:lvl6pPr marL="2514600" indent="-228600" defTabSz="457200" eaLnBrk="0" fontAlgn="base" hangingPunct="0">
              <a:spcBef>
                <a:spcPct val="0"/>
              </a:spcBef>
              <a:spcAft>
                <a:spcPct val="0"/>
              </a:spcAft>
              <a:defRPr>
                <a:solidFill>
                  <a:schemeClr val="tx1"/>
                </a:solidFill>
                <a:latin typeface="Franklin Gothic Book" panose="020B0503020102020204" pitchFamily="34" charset="0"/>
              </a:defRPr>
            </a:lvl6pPr>
            <a:lvl7pPr marL="2971800" indent="-228600" defTabSz="457200" eaLnBrk="0" fontAlgn="base" hangingPunct="0">
              <a:spcBef>
                <a:spcPct val="0"/>
              </a:spcBef>
              <a:spcAft>
                <a:spcPct val="0"/>
              </a:spcAft>
              <a:defRPr>
                <a:solidFill>
                  <a:schemeClr val="tx1"/>
                </a:solidFill>
                <a:latin typeface="Franklin Gothic Book" panose="020B0503020102020204" pitchFamily="34" charset="0"/>
              </a:defRPr>
            </a:lvl7pPr>
            <a:lvl8pPr marL="3429000" indent="-228600" defTabSz="457200" eaLnBrk="0" fontAlgn="base" hangingPunct="0">
              <a:spcBef>
                <a:spcPct val="0"/>
              </a:spcBef>
              <a:spcAft>
                <a:spcPct val="0"/>
              </a:spcAft>
              <a:defRPr>
                <a:solidFill>
                  <a:schemeClr val="tx1"/>
                </a:solidFill>
                <a:latin typeface="Franklin Gothic Book" panose="020B0503020102020204" pitchFamily="34" charset="0"/>
              </a:defRPr>
            </a:lvl8pPr>
            <a:lvl9pPr marL="3886200" indent="-228600" defTabSz="457200" eaLnBrk="0" fontAlgn="base" hangingPunct="0">
              <a:spcBef>
                <a:spcPct val="0"/>
              </a:spcBef>
              <a:spcAft>
                <a:spcPct val="0"/>
              </a:spcAft>
              <a:defRPr>
                <a:solidFill>
                  <a:schemeClr val="tx1"/>
                </a:solidFill>
                <a:latin typeface="Franklin Gothic Book" panose="020B0503020102020204" pitchFamily="34" charset="0"/>
              </a:defRPr>
            </a:lvl9pPr>
          </a:lstStyle>
          <a:p>
            <a:pPr algn="ctr" eaLnBrk="1" hangingPunct="1"/>
            <a:r>
              <a:rPr lang="en-IN" altLang="en-US" sz="1200">
                <a:latin typeface="Times New Roman" panose="02020603050405020304" pitchFamily="18" charset="0"/>
                <a:cs typeface="Times New Roman" panose="02020603050405020304" pitchFamily="18" charset="0"/>
                <a:hlinkClick r:id="rId2"/>
              </a:rPr>
              <a:t>https://images.app.goo.gl/5obqqxo93P2UBmdU6</a:t>
            </a:r>
            <a:r>
              <a:rPr lang="en-IN" altLang="en-US" sz="1200">
                <a:latin typeface="Times New Roman" panose="02020603050405020304" pitchFamily="18" charset="0"/>
                <a:cs typeface="Times New Roman" panose="02020603050405020304" pitchFamily="18" charset="0"/>
              </a:rPr>
              <a:t> </a:t>
            </a:r>
          </a:p>
        </p:txBody>
      </p:sp>
      <p:pic>
        <p:nvPicPr>
          <p:cNvPr id="11" name="Picture 10">
            <a:extLst>
              <a:ext uri="{FF2B5EF4-FFF2-40B4-BE49-F238E27FC236}">
                <a16:creationId xmlns:a16="http://schemas.microsoft.com/office/drawing/2014/main" xmlns="" id="{C32C3D93-BD98-4C3E-83EC-BA125ECA14B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pic>
        <p:nvPicPr>
          <p:cNvPr id="11266" name="Picture 2" descr="Embedded-Electronics: High CMRR Instrumentation Amplifier (Schematic and  Layout) design for biomedical applications">
            <a:extLst>
              <a:ext uri="{FF2B5EF4-FFF2-40B4-BE49-F238E27FC236}">
                <a16:creationId xmlns:a16="http://schemas.microsoft.com/office/drawing/2014/main" xmlns="" id="{5F5BDA82-0BDB-4168-970A-C43691EC1F11}"/>
              </a:ext>
            </a:extLst>
          </p:cNvPr>
          <p:cNvPicPr>
            <a:picLocks noChangeAspect="1" noChangeArrowheads="1"/>
          </p:cNvPicPr>
          <p:nvPr/>
        </p:nvPicPr>
        <p:blipFill>
          <a:blip r:embed="rId4">
            <a:duotone>
              <a:prstClr val="black"/>
              <a:schemeClr val="accent1">
                <a:tint val="45000"/>
                <a:satMod val="400000"/>
              </a:schemeClr>
            </a:duotone>
            <a:extLst>
              <a:ext uri="{28A0092B-C50C-407E-A947-70E740481C1C}">
                <a14:useLocalDpi xmlns:a14="http://schemas.microsoft.com/office/drawing/2010/main" val="0"/>
              </a:ext>
            </a:extLst>
          </a:blip>
          <a:srcRect/>
          <a:stretch>
            <a:fillRect/>
          </a:stretch>
        </p:blipFill>
        <p:spPr bwMode="auto">
          <a:xfrm>
            <a:off x="7493019" y="1748790"/>
            <a:ext cx="4532404" cy="316134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86CAAAA-1DAB-4779-A8F8-3B8B853C067E}"/>
              </a:ext>
            </a:extLst>
          </p:cNvPr>
          <p:cNvSpPr>
            <a:spLocks noGrp="1"/>
          </p:cNvSpPr>
          <p:nvPr>
            <p:ph type="title"/>
          </p:nvPr>
        </p:nvSpPr>
        <p:spPr>
          <a:xfrm>
            <a:off x="1134649" y="187577"/>
            <a:ext cx="10018712" cy="964649"/>
          </a:xfrm>
        </p:spPr>
        <p:txBody>
          <a:bodyPr/>
          <a:lstStyle/>
          <a:p>
            <a:pPr algn="ctr">
              <a:defRPr/>
            </a:pPr>
            <a:r>
              <a:rPr lang="en-US" sz="4400" b="1" dirty="0">
                <a:solidFill>
                  <a:schemeClr val="tx1">
                    <a:lumMod val="75000"/>
                    <a:lumOff val="25000"/>
                  </a:schemeClr>
                </a:solidFill>
                <a:cs typeface="Times New Roman" panose="02020603050405020304" pitchFamily="18" charset="0"/>
              </a:rPr>
              <a:t>SYLLABUS</a:t>
            </a:r>
            <a:endParaRPr lang="en-IN" dirty="0"/>
          </a:p>
        </p:txBody>
      </p:sp>
      <p:sp>
        <p:nvSpPr>
          <p:cNvPr id="11267" name="Content Placeholder 2">
            <a:extLst>
              <a:ext uri="{FF2B5EF4-FFF2-40B4-BE49-F238E27FC236}">
                <a16:creationId xmlns:a16="http://schemas.microsoft.com/office/drawing/2014/main" xmlns="" id="{F2A3BAA2-2588-43A9-8606-0FB507D22537}"/>
              </a:ext>
            </a:extLst>
          </p:cNvPr>
          <p:cNvSpPr>
            <a:spLocks noGrp="1" noChangeArrowheads="1"/>
          </p:cNvSpPr>
          <p:nvPr>
            <p:ph idx="1"/>
          </p:nvPr>
        </p:nvSpPr>
        <p:spPr/>
        <p:txBody>
          <a:bodyPr/>
          <a:lstStyle/>
          <a:p>
            <a:endParaRPr lang="en-IN" altLang="en-US"/>
          </a:p>
        </p:txBody>
      </p:sp>
      <p:graphicFrame>
        <p:nvGraphicFramePr>
          <p:cNvPr id="4" name="Content Placeholder 9">
            <a:extLst>
              <a:ext uri="{FF2B5EF4-FFF2-40B4-BE49-F238E27FC236}">
                <a16:creationId xmlns:a16="http://schemas.microsoft.com/office/drawing/2014/main" xmlns="" id="{133B9873-0D72-4F00-B232-68A50C2F664D}"/>
              </a:ext>
            </a:extLst>
          </p:cNvPr>
          <p:cNvGraphicFramePr>
            <a:graphicFrameLocks noGrp="1"/>
          </p:cNvGraphicFramePr>
          <p:nvPr/>
        </p:nvGraphicFramePr>
        <p:xfrm>
          <a:off x="901382" y="1109245"/>
          <a:ext cx="10485247" cy="5033736"/>
        </p:xfrm>
        <a:graphic>
          <a:graphicData uri="http://schemas.openxmlformats.org/drawingml/2006/table">
            <a:tbl>
              <a:tblPr/>
              <a:tblGrid>
                <a:gridCol w="2375218">
                  <a:extLst>
                    <a:ext uri="{9D8B030D-6E8A-4147-A177-3AD203B41FA5}">
                      <a16:colId xmlns:a16="http://schemas.microsoft.com/office/drawing/2014/main" xmlns="" val="20000"/>
                    </a:ext>
                  </a:extLst>
                </a:gridCol>
                <a:gridCol w="5772406">
                  <a:extLst>
                    <a:ext uri="{9D8B030D-6E8A-4147-A177-3AD203B41FA5}">
                      <a16:colId xmlns:a16="http://schemas.microsoft.com/office/drawing/2014/main" xmlns="" val="20001"/>
                    </a:ext>
                  </a:extLst>
                </a:gridCol>
                <a:gridCol w="2337623">
                  <a:extLst>
                    <a:ext uri="{9D8B030D-6E8A-4147-A177-3AD203B41FA5}">
                      <a16:colId xmlns:a16="http://schemas.microsoft.com/office/drawing/2014/main" xmlns="" val="20002"/>
                    </a:ext>
                  </a:extLst>
                </a:gridCol>
              </a:tblGrid>
              <a:tr h="433161">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Unit-3</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Bio Medical Instrumentation</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ctr" defTabSz="9144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rgbClr val="FFFFFF"/>
                          </a:solidFill>
                          <a:effectLst/>
                          <a:latin typeface="Arial" panose="020B0604020202020204" pitchFamily="34" charset="0"/>
                        </a:rPr>
                        <a:t>Contact Hours: 15</a:t>
                      </a:r>
                      <a:endParaRPr kumimoji="0" lang="en-IN" altLang="en-US" sz="1800" b="1" i="0" u="none" strike="noStrike" cap="none" normalizeH="0" baseline="0" dirty="0">
                        <a:ln>
                          <a:noFill/>
                        </a:ln>
                        <a:solidFill>
                          <a:srgbClr val="FFFFFF"/>
                        </a:solidFill>
                        <a:effectLst/>
                        <a:latin typeface="Arial" panose="020B0604020202020204" pitchFamily="34" charset="0"/>
                      </a:endParaRPr>
                    </a:p>
                  </a:txBody>
                  <a:tcPr marL="68580" marR="68580" marT="0" marB="0" anchor="ctr"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xmlns="" val="10000"/>
                  </a:ext>
                </a:extLst>
              </a:tr>
              <a:tr h="4013016">
                <a:tc>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1</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Electrical stimulus and biophysical activity</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2</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Biomedical recording system</a:t>
                      </a: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endParaRPr kumimoji="0" lang="en-US" altLang="en-US" sz="1050" b="1" i="0" u="none" strike="noStrike" cap="none" normalizeH="0" baseline="0" dirty="0">
                        <a:ln>
                          <a:noFill/>
                        </a:ln>
                        <a:solidFill>
                          <a:schemeClr val="bg1"/>
                        </a:solidFill>
                        <a:effectLst/>
                        <a:latin typeface="Arial" panose="020B0604020202020204" pitchFamily="34" charset="0"/>
                        <a:ea typeface="SimSun" panose="02010600030101010101" pitchFamily="2" charset="-122"/>
                      </a:endParaRP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Chapter 3</a:t>
                      </a:r>
                    </a:p>
                    <a:p>
                      <a:pPr marL="0" marR="0" lvl="0" indent="0" algn="l" defTabSz="457200" rtl="0" eaLnBrk="1" fontAlgn="base" latinLnBrk="0" hangingPunct="1">
                        <a:lnSpc>
                          <a:spcPct val="115000"/>
                        </a:lnSpc>
                        <a:spcBef>
                          <a:spcPct val="0"/>
                        </a:spcBef>
                        <a:spcAft>
                          <a:spcPct val="0"/>
                        </a:spcAft>
                        <a:buClrTx/>
                        <a:buSzTx/>
                        <a:buFontTx/>
                        <a:buNone/>
                        <a:tabLst/>
                      </a:pPr>
                      <a:r>
                        <a:rPr kumimoji="0" lang="en-US" altLang="en-US" sz="1800" b="1" i="0" u="none" strike="noStrike" cap="none" normalizeH="0" baseline="0" dirty="0">
                          <a:ln>
                            <a:noFill/>
                          </a:ln>
                          <a:solidFill>
                            <a:schemeClr val="bg1"/>
                          </a:solidFill>
                          <a:effectLst/>
                          <a:latin typeface="Arial" panose="020B0604020202020204" pitchFamily="34" charset="0"/>
                          <a:ea typeface="SimSun" panose="02010600030101010101" pitchFamily="2" charset="-122"/>
                        </a:rPr>
                        <a:t>Tissue Engineering</a:t>
                      </a:r>
                    </a:p>
                    <a:p>
                      <a:pPr marL="0" marR="0" lvl="0" indent="0" algn="just" defTabSz="457200" rtl="0" eaLnBrk="1" fontAlgn="base" latinLnBrk="0" hangingPunct="1">
                        <a:lnSpc>
                          <a:spcPct val="115000"/>
                        </a:lnSpc>
                        <a:spcBef>
                          <a:spcPct val="0"/>
                        </a:spcBef>
                        <a:spcAft>
                          <a:spcPts val="1000"/>
                        </a:spcAft>
                        <a:buClrTx/>
                        <a:buSzTx/>
                        <a:buFontTx/>
                        <a:buNone/>
                        <a:tabLst/>
                      </a:pPr>
                      <a:r>
                        <a:rPr kumimoji="0" lang="en-US" altLang="en-US" sz="1800" b="1" i="0" u="none" strike="noStrike" cap="none" normalizeH="0" baseline="0" dirty="0">
                          <a:ln>
                            <a:noFill/>
                          </a:ln>
                          <a:solidFill>
                            <a:schemeClr val="tx1"/>
                          </a:solidFill>
                          <a:effectLst/>
                          <a:latin typeface="Arial" panose="020B0604020202020204" pitchFamily="34" charset="0"/>
                          <a:ea typeface="SimSun" panose="02010600030101010101" pitchFamily="2" charset="-122"/>
                        </a:rPr>
                        <a:t> </a:t>
                      </a:r>
                      <a:endParaRPr kumimoji="0" lang="en-IN" altLang="en-US" sz="1600" b="0" i="0" u="none" strike="noStrike" cap="none" normalizeH="0" baseline="0" dirty="0">
                        <a:ln>
                          <a:noFill/>
                        </a:ln>
                        <a:solidFill>
                          <a:schemeClr val="tx1"/>
                        </a:solidFill>
                        <a:effectLst/>
                        <a:latin typeface="Arial" panose="020B0604020202020204" pitchFamily="34" charset="0"/>
                        <a:ea typeface="SimSun" panose="02010600030101010101" pitchFamily="2" charset="-122"/>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chemeClr val="accent1"/>
                    </a:solidFill>
                  </a:tcPr>
                </a:tc>
                <a:tc gridSpan="2">
                  <a:txBody>
                    <a:bodyPr/>
                    <a:lstStyle>
                      <a:lvl1pPr>
                        <a:spcBef>
                          <a:spcPct val="20000"/>
                        </a:spcBef>
                        <a:spcAft>
                          <a:spcPts val="600"/>
                        </a:spcAft>
                        <a:buClr>
                          <a:srgbClr val="8D1515"/>
                        </a:buClr>
                        <a:buSzPct val="145000"/>
                        <a:buFont typeface="Arial" panose="020B0604020202020204" pitchFamily="34" charset="0"/>
                        <a:defRPr sz="2000">
                          <a:solidFill>
                            <a:schemeClr val="tx1"/>
                          </a:solidFill>
                          <a:latin typeface="Arial" panose="020B0604020202020204" pitchFamily="34" charset="0"/>
                        </a:defRPr>
                      </a:lvl1pPr>
                      <a:lvl2pPr marL="742950" indent="-285750">
                        <a:spcBef>
                          <a:spcPct val="20000"/>
                        </a:spcBef>
                        <a:spcAft>
                          <a:spcPts val="600"/>
                        </a:spcAft>
                        <a:buClr>
                          <a:srgbClr val="8D1515"/>
                        </a:buClr>
                        <a:buSzPct val="145000"/>
                        <a:buFont typeface="Arial" panose="020B0604020202020204" pitchFamily="34" charset="0"/>
                        <a:defRPr>
                          <a:solidFill>
                            <a:schemeClr val="tx1"/>
                          </a:solidFill>
                          <a:latin typeface="Arial" panose="020B0604020202020204" pitchFamily="34" charset="0"/>
                        </a:defRPr>
                      </a:lvl2pPr>
                      <a:lvl3pPr marL="1143000" indent="-228600">
                        <a:spcBef>
                          <a:spcPct val="20000"/>
                        </a:spcBef>
                        <a:spcAft>
                          <a:spcPts val="600"/>
                        </a:spcAft>
                        <a:buClr>
                          <a:srgbClr val="8D1515"/>
                        </a:buClr>
                        <a:buSzPct val="145000"/>
                        <a:buFont typeface="Arial" panose="020B0604020202020204" pitchFamily="34" charset="0"/>
                        <a:defRPr sz="1600">
                          <a:solidFill>
                            <a:schemeClr val="tx1"/>
                          </a:solidFill>
                          <a:latin typeface="Arial" panose="020B0604020202020204" pitchFamily="34" charset="0"/>
                        </a:defRPr>
                      </a:lvl3pPr>
                      <a:lvl4pPr marL="1600200" indent="-228600">
                        <a:spcBef>
                          <a:spcPct val="20000"/>
                        </a:spcBef>
                        <a:spcAft>
                          <a:spcPts val="600"/>
                        </a:spcAft>
                        <a:buClr>
                          <a:srgbClr val="8D1515"/>
                        </a:buClr>
                        <a:buSzPct val="145000"/>
                        <a:buFont typeface="Arial" panose="020B0604020202020204" pitchFamily="34" charset="0"/>
                        <a:defRPr sz="1400">
                          <a:solidFill>
                            <a:schemeClr val="tx1"/>
                          </a:solidFill>
                          <a:latin typeface="Arial" panose="020B0604020202020204" pitchFamily="34" charset="0"/>
                        </a:defRPr>
                      </a:lvl4pPr>
                      <a:lvl5pPr marL="2057400" indent="-22860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5pPr>
                      <a:lvl6pPr marL="25146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6pPr>
                      <a:lvl7pPr marL="29718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7pPr>
                      <a:lvl8pPr marL="34290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8pPr>
                      <a:lvl9pPr marL="3886200" indent="-228600" defTabSz="457200" eaLnBrk="0" fontAlgn="base" hangingPunct="0">
                        <a:spcBef>
                          <a:spcPct val="20000"/>
                        </a:spcBef>
                        <a:spcAft>
                          <a:spcPts val="600"/>
                        </a:spcAft>
                        <a:buClr>
                          <a:srgbClr val="8D1515"/>
                        </a:buClr>
                        <a:buSzPct val="145000"/>
                        <a:buFont typeface="Arial" panose="020B0604020202020204" pitchFamily="34" charset="0"/>
                        <a:defRPr sz="1200">
                          <a:solidFill>
                            <a:schemeClr val="tx1"/>
                          </a:solidFill>
                          <a:latin typeface="Arial" panose="020B0604020202020204" pitchFamily="34" charset="0"/>
                        </a:defRPr>
                      </a:lvl9pPr>
                    </a:lstStyle>
                    <a:p>
                      <a:pPr marL="0" marR="0" lvl="0" indent="0" algn="just" defTabSz="457200" rtl="0" eaLnBrk="1" fontAlgn="base" latinLnBrk="0" hangingPunct="1">
                        <a:lnSpc>
                          <a:spcPct val="90000"/>
                        </a:lnSpc>
                        <a:spcBef>
                          <a:spcPts val="600"/>
                        </a:spcBef>
                        <a:spcAft>
                          <a:spcPct val="0"/>
                        </a:spcAft>
                        <a:buClr>
                          <a:schemeClr val="accent1"/>
                        </a:buClr>
                        <a:buSzPct val="100000"/>
                        <a:buFont typeface="Calibri" panose="020F0502020204030204" pitchFamily="34" charset="0"/>
                        <a:buNone/>
                        <a:tabLst/>
                      </a:pPr>
                      <a:endParaRPr kumimoji="0" lang="en-US" altLang="en-US" sz="100" b="1" i="0" u="none" strike="noStrike" cap="none" normalizeH="0" baseline="0" dirty="0">
                        <a:ln>
                          <a:noFill/>
                        </a:ln>
                        <a:solidFill>
                          <a:srgbClr val="404040"/>
                        </a:solidFill>
                        <a:effectLst/>
                        <a:latin typeface="Arial" panose="020B0604020202020204" pitchFamily="34" charset="0"/>
                      </a:endParaRPr>
                    </a:p>
                    <a:p>
                      <a:pPr algn="just"/>
                      <a:r>
                        <a:rPr lang="en-US" sz="2000" b="1" kern="1200" dirty="0">
                          <a:solidFill>
                            <a:schemeClr val="tx1"/>
                          </a:solidFill>
                          <a:effectLst/>
                          <a:latin typeface="Arial" panose="020B0604020202020204" pitchFamily="34" charset="0"/>
                          <a:ea typeface="+mn-ea"/>
                          <a:cs typeface="+mn-cs"/>
                        </a:rPr>
                        <a:t>Electrical stimulus and biophysical activity: </a:t>
                      </a:r>
                      <a:r>
                        <a:rPr lang="en-US" sz="2000" kern="1200" dirty="0">
                          <a:solidFill>
                            <a:schemeClr val="tx1"/>
                          </a:solidFill>
                          <a:effectLst/>
                          <a:latin typeface="Arial" panose="020B0604020202020204" pitchFamily="34" charset="0"/>
                          <a:ea typeface="+mn-ea"/>
                          <a:cs typeface="+mn-cs"/>
                        </a:rPr>
                        <a:t>Patient, electrical shock and hazards, leakage current, Electrical activity of heart (ECG), Electrical activity of brain (EEG), </a:t>
                      </a:r>
                      <a:r>
                        <a:rPr lang="en-US" sz="2000" kern="1200" dirty="0" err="1">
                          <a:solidFill>
                            <a:schemeClr val="tx1"/>
                          </a:solidFill>
                          <a:effectLst/>
                          <a:latin typeface="Arial" panose="020B0604020202020204" pitchFamily="34" charset="0"/>
                          <a:ea typeface="+mn-ea"/>
                          <a:cs typeface="+mn-cs"/>
                        </a:rPr>
                        <a:t>Electrorentinogram</a:t>
                      </a:r>
                      <a:r>
                        <a:rPr lang="en-US" sz="2000" kern="1200" dirty="0">
                          <a:solidFill>
                            <a:schemeClr val="tx1"/>
                          </a:solidFill>
                          <a:effectLst/>
                          <a:latin typeface="Arial" panose="020B0604020202020204" pitchFamily="34" charset="0"/>
                          <a:ea typeface="+mn-ea"/>
                          <a:cs typeface="+mn-cs"/>
                        </a:rPr>
                        <a:t> (ERG), Electro-</a:t>
                      </a:r>
                      <a:r>
                        <a:rPr lang="en-US" sz="2000" kern="1200" dirty="0" err="1">
                          <a:solidFill>
                            <a:schemeClr val="tx1"/>
                          </a:solidFill>
                          <a:effectLst/>
                          <a:latin typeface="Arial" panose="020B0604020202020204" pitchFamily="34" charset="0"/>
                          <a:ea typeface="+mn-ea"/>
                          <a:cs typeface="+mn-cs"/>
                        </a:rPr>
                        <a:t>occologram</a:t>
                      </a:r>
                      <a:r>
                        <a:rPr lang="en-US" sz="2000" kern="1200" dirty="0">
                          <a:solidFill>
                            <a:schemeClr val="tx1"/>
                          </a:solidFill>
                          <a:effectLst/>
                          <a:latin typeface="Arial" panose="020B0604020202020204" pitchFamily="34" charset="0"/>
                          <a:ea typeface="+mn-ea"/>
                          <a:cs typeface="+mn-cs"/>
                        </a:rPr>
                        <a:t> (EOG), Electromyogram (EMG).</a:t>
                      </a:r>
                      <a:endParaRPr lang="en-IN" sz="2000" kern="1200" dirty="0">
                        <a:solidFill>
                          <a:schemeClr val="tx1"/>
                        </a:solidFill>
                        <a:effectLst/>
                        <a:latin typeface="Arial" panose="020B0604020202020204" pitchFamily="34" charset="0"/>
                        <a:ea typeface="+mn-ea"/>
                        <a:cs typeface="+mn-cs"/>
                      </a:endParaRPr>
                    </a:p>
                    <a:p>
                      <a:pPr algn="just"/>
                      <a:endParaRPr lang="en-US" sz="2000" b="1" kern="1200" dirty="0">
                        <a:solidFill>
                          <a:schemeClr val="tx1"/>
                        </a:solidFill>
                        <a:effectLst/>
                        <a:latin typeface="Arial" panose="020B0604020202020204" pitchFamily="34" charset="0"/>
                        <a:ea typeface="+mn-ea"/>
                        <a:cs typeface="+mn-cs"/>
                      </a:endParaRPr>
                    </a:p>
                    <a:p>
                      <a:pPr algn="just"/>
                      <a:r>
                        <a:rPr lang="en-US" sz="2000" b="1" kern="1200" dirty="0">
                          <a:solidFill>
                            <a:schemeClr val="tx1"/>
                          </a:solidFill>
                          <a:effectLst/>
                          <a:latin typeface="Arial" panose="020B0604020202020204" pitchFamily="34" charset="0"/>
                          <a:ea typeface="+mn-ea"/>
                          <a:cs typeface="+mn-cs"/>
                        </a:rPr>
                        <a:t>Biomedical recording systems</a:t>
                      </a:r>
                      <a:r>
                        <a:rPr lang="en-US" sz="2000" kern="1200" dirty="0">
                          <a:solidFill>
                            <a:schemeClr val="tx1"/>
                          </a:solidFill>
                          <a:effectLst/>
                          <a:latin typeface="Arial" panose="020B0604020202020204" pitchFamily="34" charset="0"/>
                          <a:ea typeface="+mn-ea"/>
                          <a:cs typeface="+mn-cs"/>
                        </a:rPr>
                        <a:t>:  Basic Recording system, General consideration for signal conditioners Preamplifiers, Differential Amplifier, Isolation Amplifier, </a:t>
                      </a:r>
                      <a:r>
                        <a:rPr lang="en-US" sz="2000" kern="1200" dirty="0" err="1">
                          <a:solidFill>
                            <a:schemeClr val="tx1"/>
                          </a:solidFill>
                          <a:effectLst/>
                          <a:latin typeface="Arial" panose="020B0604020202020204" pitchFamily="34" charset="0"/>
                          <a:ea typeface="+mn-ea"/>
                          <a:cs typeface="+mn-cs"/>
                        </a:rPr>
                        <a:t>Vectorcardiograph</a:t>
                      </a:r>
                      <a:r>
                        <a:rPr lang="en-US" sz="2000" kern="1200" dirty="0">
                          <a:solidFill>
                            <a:schemeClr val="tx1"/>
                          </a:solidFill>
                          <a:effectLst/>
                          <a:latin typeface="Arial" panose="020B0604020202020204" pitchFamily="34" charset="0"/>
                          <a:ea typeface="+mn-ea"/>
                          <a:cs typeface="+mn-cs"/>
                        </a:rPr>
                        <a:t>, Phonocardiograph,  Other biomedical records, Patient isolation, and accident prevention.</a:t>
                      </a:r>
                    </a:p>
                    <a:p>
                      <a:pPr algn="just"/>
                      <a:endParaRPr kumimoji="0" lang="en-US" altLang="en-US" sz="2000" b="1" i="0" u="none" strike="noStrike" cap="none" normalizeH="0" baseline="0" dirty="0">
                        <a:ln>
                          <a:noFill/>
                        </a:ln>
                        <a:solidFill>
                          <a:srgbClr val="000000"/>
                        </a:solidFill>
                        <a:effectLst/>
                        <a:latin typeface="Arial" panose="020B0604020202020204" pitchFamily="34" charset="0"/>
                      </a:endParaRPr>
                    </a:p>
                    <a:p>
                      <a:pPr algn="just"/>
                      <a:r>
                        <a:rPr kumimoji="0" lang="en-US" altLang="en-US" sz="2000" b="1" i="0" u="none" strike="noStrike" cap="none" normalizeH="0" baseline="0" dirty="0">
                          <a:ln>
                            <a:noFill/>
                          </a:ln>
                          <a:solidFill>
                            <a:srgbClr val="000000"/>
                          </a:solidFill>
                          <a:effectLst/>
                          <a:latin typeface="Arial" panose="020B0604020202020204" pitchFamily="34" charset="0"/>
                        </a:rPr>
                        <a:t>Tissue Engineering: </a:t>
                      </a:r>
                      <a:r>
                        <a:rPr kumimoji="0" lang="en-US" altLang="en-US" sz="2000" b="0" i="0" u="none" strike="noStrike" cap="none" normalizeH="0" baseline="0" dirty="0">
                          <a:ln>
                            <a:noFill/>
                          </a:ln>
                          <a:solidFill>
                            <a:srgbClr val="000000"/>
                          </a:solidFill>
                          <a:effectLst/>
                          <a:latin typeface="Arial" panose="020B0604020202020204" pitchFamily="34" charset="0"/>
                        </a:rPr>
                        <a:t>Recombinant DNA technology, Stem cell biology &amp; Tissue Engineering.</a:t>
                      </a:r>
                      <a:endParaRPr kumimoji="0" lang="en-IN" altLang="en-US" sz="2000" b="0" i="0" u="none" strike="noStrike" cap="none" normalizeH="0" baseline="0" dirty="0">
                        <a:ln>
                          <a:noFill/>
                        </a:ln>
                        <a:solidFill>
                          <a:srgbClr val="000000"/>
                        </a:solidFill>
                        <a:effectLst/>
                        <a:latin typeface="Arial" panose="020B0604020202020204" pitchFamily="34" charset="0"/>
                      </a:endParaRPr>
                    </a:p>
                  </a:txBody>
                  <a:tcPr marL="68580" marR="68580" marT="0" marB="0"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FCFCC"/>
                    </a:solidFill>
                  </a:tcPr>
                </a:tc>
                <a:tc hMerge="1">
                  <a:txBody>
                    <a:bodyPr/>
                    <a:lstStyle/>
                    <a:p>
                      <a:endParaRPr lang="en-IN"/>
                    </a:p>
                  </a:txBody>
                  <a:tcPr/>
                </a:tc>
                <a:extLst>
                  <a:ext uri="{0D108BD9-81ED-4DB2-BD59-A6C34878D82A}">
                    <a16:rowId xmlns:a16="http://schemas.microsoft.com/office/drawing/2014/main" xmlns="" val="10001"/>
                  </a:ext>
                </a:extLst>
              </a:tr>
            </a:tbl>
          </a:graphicData>
        </a:graphic>
      </p:graphicFrame>
      <p:pic>
        <p:nvPicPr>
          <p:cNvPr id="6" name="Picture 5">
            <a:extLst>
              <a:ext uri="{FF2B5EF4-FFF2-40B4-BE49-F238E27FC236}">
                <a16:creationId xmlns:a16="http://schemas.microsoft.com/office/drawing/2014/main" xmlns="" id="{886743DF-A2AA-40B4-9D51-6578F86F63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63375" y="5219700"/>
            <a:ext cx="428625" cy="1638300"/>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D9BF78F-FE31-4602-962F-AF0650079619}"/>
              </a:ext>
            </a:extLst>
          </p:cNvPr>
          <p:cNvSpPr>
            <a:spLocks noGrp="1"/>
          </p:cNvSpPr>
          <p:nvPr>
            <p:ph type="ctrTitle"/>
          </p:nvPr>
        </p:nvSpPr>
        <p:spPr>
          <a:xfrm>
            <a:off x="1524000" y="1122363"/>
            <a:ext cx="9144000" cy="1792287"/>
          </a:xfrm>
        </p:spPr>
        <p:txBody>
          <a:bodyPr>
            <a:normAutofit/>
          </a:bodyPr>
          <a:lstStyle/>
          <a:p>
            <a:r>
              <a:rPr lang="en-IN" b="1" dirty="0">
                <a:solidFill>
                  <a:schemeClr val="accent2"/>
                </a:solidFill>
                <a:effectLst>
                  <a:outerShdw blurRad="38100" dist="38100" dir="2700000" algn="tl">
                    <a:srgbClr val="000000">
                      <a:alpha val="43137"/>
                    </a:srgbClr>
                  </a:outerShdw>
                </a:effectLst>
              </a:rPr>
              <a:t>Patient Safety</a:t>
            </a:r>
          </a:p>
        </p:txBody>
      </p:sp>
      <p:sp>
        <p:nvSpPr>
          <p:cNvPr id="4" name="Slide Number Placeholder 3">
            <a:extLst>
              <a:ext uri="{FF2B5EF4-FFF2-40B4-BE49-F238E27FC236}">
                <a16:creationId xmlns:a16="http://schemas.microsoft.com/office/drawing/2014/main" xmlns="" id="{13587ED1-765C-43BE-9B03-E727509E9616}"/>
              </a:ext>
            </a:extLst>
          </p:cNvPr>
          <p:cNvSpPr>
            <a:spLocks noGrp="1"/>
          </p:cNvSpPr>
          <p:nvPr>
            <p:ph type="sldNum" sz="quarter" idx="12"/>
          </p:nvPr>
        </p:nvSpPr>
        <p:spPr/>
        <p:txBody>
          <a:bodyPr/>
          <a:lstStyle/>
          <a:p>
            <a:fld id="{BDCDBBEF-AA6C-4BA6-85B2-A17D7F280E38}" type="slidenum">
              <a:rPr lang="en-US" smtClean="0"/>
              <a:pPr/>
              <a:t>4</a:t>
            </a:fld>
            <a:endParaRPr lang="en-US"/>
          </a:p>
        </p:txBody>
      </p:sp>
    </p:spTree>
    <p:extLst>
      <p:ext uri="{BB962C8B-B14F-4D97-AF65-F5344CB8AC3E}">
        <p14:creationId xmlns:p14="http://schemas.microsoft.com/office/powerpoint/2010/main" val="262943395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BA07EB5-5762-43CD-A37A-0258A90C5409}"/>
              </a:ext>
            </a:extLst>
          </p:cNvPr>
          <p:cNvSpPr>
            <a:spLocks noGrp="1"/>
          </p:cNvSpPr>
          <p:nvPr>
            <p:ph type="sldNum" sz="quarter" idx="12"/>
          </p:nvPr>
        </p:nvSpPr>
        <p:spPr/>
        <p:txBody>
          <a:bodyPr/>
          <a:lstStyle/>
          <a:p>
            <a:fld id="{BDCDBBEF-AA6C-4BA6-85B2-A17D7F280E38}" type="slidenum">
              <a:rPr lang="en-US" smtClean="0"/>
              <a:pPr/>
              <a:t>5</a:t>
            </a:fld>
            <a:endParaRPr lang="en-US"/>
          </a:p>
        </p:txBody>
      </p:sp>
      <p:graphicFrame>
        <p:nvGraphicFramePr>
          <p:cNvPr id="3" name="Diagram 2">
            <a:extLst>
              <a:ext uri="{FF2B5EF4-FFF2-40B4-BE49-F238E27FC236}">
                <a16:creationId xmlns:a16="http://schemas.microsoft.com/office/drawing/2014/main" xmlns="" id="{1DA7C113-304B-4631-B5F8-5103F817606B}"/>
              </a:ext>
            </a:extLst>
          </p:cNvPr>
          <p:cNvGraphicFramePr/>
          <p:nvPr/>
        </p:nvGraphicFramePr>
        <p:xfrm>
          <a:off x="790943" y="136525"/>
          <a:ext cx="10851707"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009044222"/>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8FBEB02C-65C5-4B06-A68B-7B530CE41835}"/>
              </a:ext>
            </a:extLst>
          </p:cNvPr>
          <p:cNvSpPr>
            <a:spLocks noGrp="1"/>
          </p:cNvSpPr>
          <p:nvPr>
            <p:ph type="sldNum" sz="quarter" idx="12"/>
          </p:nvPr>
        </p:nvSpPr>
        <p:spPr/>
        <p:txBody>
          <a:bodyPr/>
          <a:lstStyle/>
          <a:p>
            <a:fld id="{BDCDBBEF-AA6C-4BA6-85B2-A17D7F280E38}" type="slidenum">
              <a:rPr lang="en-US" smtClean="0"/>
              <a:pPr/>
              <a:t>6</a:t>
            </a:fld>
            <a:endParaRPr lang="en-US"/>
          </a:p>
        </p:txBody>
      </p:sp>
      <p:graphicFrame>
        <p:nvGraphicFramePr>
          <p:cNvPr id="3" name="Diagram 2">
            <a:extLst>
              <a:ext uri="{FF2B5EF4-FFF2-40B4-BE49-F238E27FC236}">
                <a16:creationId xmlns:a16="http://schemas.microsoft.com/office/drawing/2014/main" xmlns="" id="{23DACFA7-04F1-4493-9B15-1F0D3FCF0780}"/>
              </a:ext>
            </a:extLst>
          </p:cNvPr>
          <p:cNvGraphicFramePr/>
          <p:nvPr>
            <p:extLst>
              <p:ext uri="{D42A27DB-BD31-4B8C-83A1-F6EECF244321}">
                <p14:modId xmlns:p14="http://schemas.microsoft.com/office/powerpoint/2010/main" val="3910201728"/>
              </p:ext>
            </p:extLst>
          </p:nvPr>
        </p:nvGraphicFramePr>
        <p:xfrm>
          <a:off x="864870" y="0"/>
          <a:ext cx="7227569" cy="647001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xmlns="" id="{A4874F09-7F57-4263-AD79-68878C41ABDB}"/>
              </a:ext>
            </a:extLst>
          </p:cNvPr>
          <p:cNvPicPr>
            <a:picLocks noChangeAspect="1"/>
          </p:cNvPicPr>
          <p:nvPr/>
        </p:nvPicPr>
        <p:blipFill>
          <a:blip r:embed="rId7">
            <a:extLst>
              <a:ext uri="{BEBA8EAE-BF5A-486C-A8C5-ECC9F3942E4B}">
                <a14:imgProps xmlns:a14="http://schemas.microsoft.com/office/drawing/2010/main">
                  <a14:imgLayer r:embed="rId8">
                    <a14:imgEffect>
                      <a14:saturation sat="33000"/>
                    </a14:imgEffect>
                  </a14:imgLayer>
                </a14:imgProps>
              </a:ext>
            </a:extLst>
          </a:blip>
          <a:stretch>
            <a:fillRect/>
          </a:stretch>
        </p:blipFill>
        <p:spPr>
          <a:xfrm>
            <a:off x="8149589" y="2331423"/>
            <a:ext cx="3917076" cy="2937807"/>
          </a:xfrm>
          <a:prstGeom prst="rect">
            <a:avLst/>
          </a:prstGeom>
        </p:spPr>
      </p:pic>
    </p:spTree>
    <p:extLst>
      <p:ext uri="{BB962C8B-B14F-4D97-AF65-F5344CB8AC3E}">
        <p14:creationId xmlns:p14="http://schemas.microsoft.com/office/powerpoint/2010/main" val="3586755785"/>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94A17E5-C5DA-42BA-8C36-2E04E16944E1}"/>
              </a:ext>
            </a:extLst>
          </p:cNvPr>
          <p:cNvSpPr>
            <a:spLocks noGrp="1"/>
          </p:cNvSpPr>
          <p:nvPr>
            <p:ph type="sldNum" sz="quarter" idx="12"/>
          </p:nvPr>
        </p:nvSpPr>
        <p:spPr/>
        <p:txBody>
          <a:bodyPr/>
          <a:lstStyle/>
          <a:p>
            <a:fld id="{BDCDBBEF-AA6C-4BA6-85B2-A17D7F280E38}" type="slidenum">
              <a:rPr lang="en-US" smtClean="0"/>
              <a:pPr/>
              <a:t>7</a:t>
            </a:fld>
            <a:endParaRPr lang="en-US"/>
          </a:p>
        </p:txBody>
      </p:sp>
      <p:pic>
        <p:nvPicPr>
          <p:cNvPr id="3" name="Picture 2">
            <a:extLst>
              <a:ext uri="{FF2B5EF4-FFF2-40B4-BE49-F238E27FC236}">
                <a16:creationId xmlns:a16="http://schemas.microsoft.com/office/drawing/2014/main" xmlns="" id="{2C0D1286-638A-4419-835C-0E0CA7C1CB81}"/>
              </a:ext>
            </a:extLst>
          </p:cNvPr>
          <p:cNvPicPr>
            <a:picLocks noChangeAspect="1"/>
          </p:cNvPicPr>
          <p:nvPr/>
        </p:nvPicPr>
        <p:blipFill rotWithShape="1">
          <a:blip r:embed="rId2"/>
          <a:srcRect l="22583" r="22363" b="8242"/>
          <a:stretch/>
        </p:blipFill>
        <p:spPr>
          <a:xfrm>
            <a:off x="822960" y="1042987"/>
            <a:ext cx="3817620" cy="4772025"/>
          </a:xfrm>
          <a:prstGeom prst="rect">
            <a:avLst/>
          </a:prstGeom>
        </p:spPr>
      </p:pic>
      <p:pic>
        <p:nvPicPr>
          <p:cNvPr id="4" name="Picture 3">
            <a:extLst>
              <a:ext uri="{FF2B5EF4-FFF2-40B4-BE49-F238E27FC236}">
                <a16:creationId xmlns:a16="http://schemas.microsoft.com/office/drawing/2014/main" xmlns="" id="{943C422C-7DCF-4CDE-8DB4-DCB700EF6C2D}"/>
              </a:ext>
            </a:extLst>
          </p:cNvPr>
          <p:cNvPicPr>
            <a:picLocks noChangeAspect="1"/>
          </p:cNvPicPr>
          <p:nvPr/>
        </p:nvPicPr>
        <p:blipFill rotWithShape="1">
          <a:blip r:embed="rId3"/>
          <a:srcRect l="22583" t="5604" r="20385" b="11320"/>
          <a:stretch/>
        </p:blipFill>
        <p:spPr>
          <a:xfrm>
            <a:off x="5617028" y="3631368"/>
            <a:ext cx="2993571" cy="2937826"/>
          </a:xfrm>
          <a:prstGeom prst="rect">
            <a:avLst/>
          </a:prstGeom>
        </p:spPr>
      </p:pic>
      <p:pic>
        <p:nvPicPr>
          <p:cNvPr id="5" name="Picture 4">
            <a:extLst>
              <a:ext uri="{FF2B5EF4-FFF2-40B4-BE49-F238E27FC236}">
                <a16:creationId xmlns:a16="http://schemas.microsoft.com/office/drawing/2014/main" xmlns="" id="{239A7812-341F-4FD8-9B1D-07BA3A275266}"/>
              </a:ext>
            </a:extLst>
          </p:cNvPr>
          <p:cNvPicPr>
            <a:picLocks noChangeAspect="1"/>
          </p:cNvPicPr>
          <p:nvPr/>
        </p:nvPicPr>
        <p:blipFill rotWithShape="1">
          <a:blip r:embed="rId4"/>
          <a:srcRect l="23407" t="6721" r="21538" b="10660"/>
          <a:stretch/>
        </p:blipFill>
        <p:spPr>
          <a:xfrm>
            <a:off x="8662035" y="3646489"/>
            <a:ext cx="2888198" cy="2937826"/>
          </a:xfrm>
          <a:prstGeom prst="rect">
            <a:avLst/>
          </a:prstGeom>
        </p:spPr>
      </p:pic>
      <p:pic>
        <p:nvPicPr>
          <p:cNvPr id="6" name="Picture 5">
            <a:extLst>
              <a:ext uri="{FF2B5EF4-FFF2-40B4-BE49-F238E27FC236}">
                <a16:creationId xmlns:a16="http://schemas.microsoft.com/office/drawing/2014/main" xmlns="" id="{B18EEBEA-7242-4CDD-A97F-7A42F457E74D}"/>
              </a:ext>
            </a:extLst>
          </p:cNvPr>
          <p:cNvPicPr>
            <a:picLocks noChangeAspect="1"/>
          </p:cNvPicPr>
          <p:nvPr/>
        </p:nvPicPr>
        <p:blipFill rotWithShape="1">
          <a:blip r:embed="rId5"/>
          <a:srcRect l="24342" t="4121" r="16777" b="8242"/>
          <a:stretch/>
        </p:blipFill>
        <p:spPr>
          <a:xfrm>
            <a:off x="7181088" y="503730"/>
            <a:ext cx="2888198" cy="3042005"/>
          </a:xfrm>
          <a:prstGeom prst="rect">
            <a:avLst/>
          </a:prstGeom>
        </p:spPr>
      </p:pic>
    </p:spTree>
    <p:extLst>
      <p:ext uri="{BB962C8B-B14F-4D97-AF65-F5344CB8AC3E}">
        <p14:creationId xmlns:p14="http://schemas.microsoft.com/office/powerpoint/2010/main" val="69253976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F4D473B-1301-4BB5-BCCD-80E660CEE0FA}"/>
              </a:ext>
            </a:extLst>
          </p:cNvPr>
          <p:cNvSpPr>
            <a:spLocks noGrp="1"/>
          </p:cNvSpPr>
          <p:nvPr>
            <p:ph type="sldNum" sz="quarter" idx="12"/>
          </p:nvPr>
        </p:nvSpPr>
        <p:spPr/>
        <p:txBody>
          <a:bodyPr/>
          <a:lstStyle/>
          <a:p>
            <a:fld id="{BDCDBBEF-AA6C-4BA6-85B2-A17D7F280E38}" type="slidenum">
              <a:rPr lang="en-US" smtClean="0"/>
              <a:pPr/>
              <a:t>8</a:t>
            </a:fld>
            <a:endParaRPr lang="en-US"/>
          </a:p>
        </p:txBody>
      </p:sp>
      <p:graphicFrame>
        <p:nvGraphicFramePr>
          <p:cNvPr id="3" name="Diagram 2">
            <a:extLst>
              <a:ext uri="{FF2B5EF4-FFF2-40B4-BE49-F238E27FC236}">
                <a16:creationId xmlns:a16="http://schemas.microsoft.com/office/drawing/2014/main" xmlns="" id="{58350B1B-8BA8-4B5E-A2A2-759698FD0627}"/>
              </a:ext>
            </a:extLst>
          </p:cNvPr>
          <p:cNvGraphicFramePr/>
          <p:nvPr>
            <p:extLst>
              <p:ext uri="{D42A27DB-BD31-4B8C-83A1-F6EECF244321}">
                <p14:modId xmlns:p14="http://schemas.microsoft.com/office/powerpoint/2010/main" val="2573451614"/>
              </p:ext>
            </p:extLst>
          </p:nvPr>
        </p:nvGraphicFramePr>
        <p:xfrm>
          <a:off x="774700" y="136526"/>
          <a:ext cx="11021060" cy="66306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4540926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4A89ED1-4F8C-4439-B656-CA313A89FA7E}"/>
              </a:ext>
            </a:extLst>
          </p:cNvPr>
          <p:cNvSpPr>
            <a:spLocks noGrp="1"/>
          </p:cNvSpPr>
          <p:nvPr>
            <p:ph type="sldNum" sz="quarter" idx="12"/>
          </p:nvPr>
        </p:nvSpPr>
        <p:spPr/>
        <p:txBody>
          <a:bodyPr/>
          <a:lstStyle/>
          <a:p>
            <a:fld id="{BDCDBBEF-AA6C-4BA6-85B2-A17D7F280E38}" type="slidenum">
              <a:rPr lang="en-US" smtClean="0"/>
              <a:pPr/>
              <a:t>9</a:t>
            </a:fld>
            <a:endParaRPr lang="en-US"/>
          </a:p>
        </p:txBody>
      </p:sp>
      <p:graphicFrame>
        <p:nvGraphicFramePr>
          <p:cNvPr id="3" name="Diagram 2">
            <a:extLst>
              <a:ext uri="{FF2B5EF4-FFF2-40B4-BE49-F238E27FC236}">
                <a16:creationId xmlns:a16="http://schemas.microsoft.com/office/drawing/2014/main" xmlns="" id="{072D128E-61E6-404C-870C-99C2D3080631}"/>
              </a:ext>
            </a:extLst>
          </p:cNvPr>
          <p:cNvGraphicFramePr/>
          <p:nvPr>
            <p:extLst>
              <p:ext uri="{D42A27DB-BD31-4B8C-83A1-F6EECF244321}">
                <p14:modId xmlns:p14="http://schemas.microsoft.com/office/powerpoint/2010/main" val="959963877"/>
              </p:ext>
            </p:extLst>
          </p:nvPr>
        </p:nvGraphicFramePr>
        <p:xfrm>
          <a:off x="838200" y="136526"/>
          <a:ext cx="10900410"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52669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05FA603C-7507-4C52-88C5-1DD542B82F41}"/>
              </a:ext>
            </a:extLst>
          </p:cNvPr>
          <p:cNvSpPr>
            <a:spLocks noGrp="1"/>
          </p:cNvSpPr>
          <p:nvPr>
            <p:ph type="sldNum" sz="quarter" idx="12"/>
          </p:nvPr>
        </p:nvSpPr>
        <p:spPr/>
        <p:txBody>
          <a:bodyPr/>
          <a:lstStyle/>
          <a:p>
            <a:fld id="{BDCDBBEF-AA6C-4BA6-85B2-A17D7F280E38}" type="slidenum">
              <a:rPr lang="en-US" smtClean="0"/>
              <a:pPr/>
              <a:t>10</a:t>
            </a:fld>
            <a:endParaRPr lang="en-US"/>
          </a:p>
        </p:txBody>
      </p:sp>
      <p:graphicFrame>
        <p:nvGraphicFramePr>
          <p:cNvPr id="4" name="Diagram 3">
            <a:extLst>
              <a:ext uri="{FF2B5EF4-FFF2-40B4-BE49-F238E27FC236}">
                <a16:creationId xmlns:a16="http://schemas.microsoft.com/office/drawing/2014/main" xmlns="" id="{4D096293-99EA-484A-870C-9ECD39ADCA03}"/>
              </a:ext>
            </a:extLst>
          </p:cNvPr>
          <p:cNvGraphicFramePr/>
          <p:nvPr>
            <p:extLst>
              <p:ext uri="{D42A27DB-BD31-4B8C-83A1-F6EECF244321}">
                <p14:modId xmlns:p14="http://schemas.microsoft.com/office/powerpoint/2010/main" val="699016780"/>
              </p:ext>
            </p:extLst>
          </p:nvPr>
        </p:nvGraphicFramePr>
        <p:xfrm>
          <a:off x="12700" y="0"/>
          <a:ext cx="12179300" cy="6858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75309336"/>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9F8D127E-19EC-451C-96A2-03FDF2FC2994}"/>
              </a:ext>
            </a:extLst>
          </p:cNvPr>
          <p:cNvSpPr>
            <a:spLocks noGrp="1"/>
          </p:cNvSpPr>
          <p:nvPr>
            <p:ph type="sldNum" sz="quarter" idx="12"/>
          </p:nvPr>
        </p:nvSpPr>
        <p:spPr/>
        <p:txBody>
          <a:bodyPr/>
          <a:lstStyle/>
          <a:p>
            <a:fld id="{BDCDBBEF-AA6C-4BA6-85B2-A17D7F280E38}" type="slidenum">
              <a:rPr lang="en-US" smtClean="0"/>
              <a:pPr/>
              <a:t>11</a:t>
            </a:fld>
            <a:endParaRPr lang="en-US"/>
          </a:p>
        </p:txBody>
      </p:sp>
      <p:graphicFrame>
        <p:nvGraphicFramePr>
          <p:cNvPr id="3" name="Diagram 2">
            <a:extLst>
              <a:ext uri="{FF2B5EF4-FFF2-40B4-BE49-F238E27FC236}">
                <a16:creationId xmlns:a16="http://schemas.microsoft.com/office/drawing/2014/main" xmlns="" id="{DD19BD1A-9583-4B5F-BAE5-42903F0DA10C}"/>
              </a:ext>
            </a:extLst>
          </p:cNvPr>
          <p:cNvGraphicFramePr/>
          <p:nvPr/>
        </p:nvGraphicFramePr>
        <p:xfrm>
          <a:off x="838200" y="319828"/>
          <a:ext cx="10735310" cy="621834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057802568"/>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42BCA45D-BF66-4B2C-A9A0-137F8FF7D970}"/>
              </a:ext>
            </a:extLst>
          </p:cNvPr>
          <p:cNvSpPr>
            <a:spLocks noGrp="1"/>
          </p:cNvSpPr>
          <p:nvPr>
            <p:ph type="sldNum" sz="quarter" idx="12"/>
          </p:nvPr>
        </p:nvSpPr>
        <p:spPr/>
        <p:txBody>
          <a:bodyPr/>
          <a:lstStyle/>
          <a:p>
            <a:fld id="{BDCDBBEF-AA6C-4BA6-85B2-A17D7F280E38}" type="slidenum">
              <a:rPr lang="en-US" smtClean="0"/>
              <a:pPr/>
              <a:t>12</a:t>
            </a:fld>
            <a:endParaRPr lang="en-US"/>
          </a:p>
        </p:txBody>
      </p:sp>
      <p:graphicFrame>
        <p:nvGraphicFramePr>
          <p:cNvPr id="3" name="Diagram 2">
            <a:extLst>
              <a:ext uri="{FF2B5EF4-FFF2-40B4-BE49-F238E27FC236}">
                <a16:creationId xmlns:a16="http://schemas.microsoft.com/office/drawing/2014/main" xmlns="" id="{D85CC86D-BF0A-4AB6-83A8-D63A6A673784}"/>
              </a:ext>
            </a:extLst>
          </p:cNvPr>
          <p:cNvGraphicFramePr/>
          <p:nvPr/>
        </p:nvGraphicFramePr>
        <p:xfrm>
          <a:off x="838200" y="136525"/>
          <a:ext cx="10910777"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72015524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8F339B13-EC3F-4B31-9632-018CEB765864}"/>
              </a:ext>
            </a:extLst>
          </p:cNvPr>
          <p:cNvSpPr>
            <a:spLocks noGrp="1"/>
          </p:cNvSpPr>
          <p:nvPr>
            <p:ph type="sldNum" sz="quarter" idx="12"/>
          </p:nvPr>
        </p:nvSpPr>
        <p:spPr/>
        <p:txBody>
          <a:bodyPr/>
          <a:lstStyle/>
          <a:p>
            <a:fld id="{BDCDBBEF-AA6C-4BA6-85B2-A17D7F280E38}" type="slidenum">
              <a:rPr lang="en-US" smtClean="0"/>
              <a:pPr/>
              <a:t>13</a:t>
            </a:fld>
            <a:endParaRPr lang="en-US"/>
          </a:p>
        </p:txBody>
      </p:sp>
      <p:graphicFrame>
        <p:nvGraphicFramePr>
          <p:cNvPr id="3" name="Diagram 2">
            <a:extLst>
              <a:ext uri="{FF2B5EF4-FFF2-40B4-BE49-F238E27FC236}">
                <a16:creationId xmlns:a16="http://schemas.microsoft.com/office/drawing/2014/main" xmlns="" id="{A9643CD8-F2FA-4D94-9877-73CE28316AD4}"/>
              </a:ext>
            </a:extLst>
          </p:cNvPr>
          <p:cNvGraphicFramePr/>
          <p:nvPr>
            <p:extLst>
              <p:ext uri="{D42A27DB-BD31-4B8C-83A1-F6EECF244321}">
                <p14:modId xmlns:p14="http://schemas.microsoft.com/office/powerpoint/2010/main" val="134592037"/>
              </p:ext>
            </p:extLst>
          </p:nvPr>
        </p:nvGraphicFramePr>
        <p:xfrm>
          <a:off x="838200" y="68262"/>
          <a:ext cx="10878879" cy="67214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006888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C20176D7-56C6-B90F-94DF-EC9A6632132C}"/>
              </a:ext>
            </a:extLst>
          </p:cNvPr>
          <p:cNvSpPr>
            <a:spLocks noGrp="1"/>
          </p:cNvSpPr>
          <p:nvPr>
            <p:ph type="sldNum" sz="quarter" idx="12"/>
          </p:nvPr>
        </p:nvSpPr>
        <p:spPr/>
        <p:txBody>
          <a:bodyPr/>
          <a:lstStyle/>
          <a:p>
            <a:fld id="{BDCDBBEF-AA6C-4BA6-85B2-A17D7F280E38}" type="slidenum">
              <a:rPr lang="en-US" smtClean="0"/>
              <a:pPr/>
              <a:t>14</a:t>
            </a:fld>
            <a:endParaRPr lang="en-US"/>
          </a:p>
        </p:txBody>
      </p:sp>
      <p:graphicFrame>
        <p:nvGraphicFramePr>
          <p:cNvPr id="3" name="Diagram 2">
            <a:extLst>
              <a:ext uri="{FF2B5EF4-FFF2-40B4-BE49-F238E27FC236}">
                <a16:creationId xmlns:a16="http://schemas.microsoft.com/office/drawing/2014/main" xmlns="" id="{9AFB51FF-998D-4DE4-427C-0DC6F31D6A02}"/>
              </a:ext>
            </a:extLst>
          </p:cNvPr>
          <p:cNvGraphicFramePr/>
          <p:nvPr>
            <p:extLst>
              <p:ext uri="{D42A27DB-BD31-4B8C-83A1-F6EECF244321}">
                <p14:modId xmlns:p14="http://schemas.microsoft.com/office/powerpoint/2010/main" val="2070756081"/>
              </p:ext>
            </p:extLst>
          </p:nvPr>
        </p:nvGraphicFramePr>
        <p:xfrm>
          <a:off x="769619" y="96625"/>
          <a:ext cx="10997837" cy="639126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658314907"/>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36F60186-BC7D-4DA5-945C-5119F1EF844D}"/>
              </a:ext>
            </a:extLst>
          </p:cNvPr>
          <p:cNvSpPr>
            <a:spLocks noGrp="1"/>
          </p:cNvSpPr>
          <p:nvPr>
            <p:ph type="sldNum" sz="quarter" idx="12"/>
          </p:nvPr>
        </p:nvSpPr>
        <p:spPr/>
        <p:txBody>
          <a:bodyPr/>
          <a:lstStyle/>
          <a:p>
            <a:fld id="{BDCDBBEF-AA6C-4BA6-85B2-A17D7F280E38}" type="slidenum">
              <a:rPr lang="en-US" smtClean="0"/>
              <a:pPr/>
              <a:t>15</a:t>
            </a:fld>
            <a:endParaRPr lang="en-US"/>
          </a:p>
        </p:txBody>
      </p:sp>
      <p:graphicFrame>
        <p:nvGraphicFramePr>
          <p:cNvPr id="3" name="Diagram 2">
            <a:extLst>
              <a:ext uri="{FF2B5EF4-FFF2-40B4-BE49-F238E27FC236}">
                <a16:creationId xmlns:a16="http://schemas.microsoft.com/office/drawing/2014/main" xmlns="" id="{FD9583F2-F0E9-40C9-8342-D12BE91E5ACE}"/>
              </a:ext>
            </a:extLst>
          </p:cNvPr>
          <p:cNvGraphicFramePr/>
          <p:nvPr>
            <p:extLst>
              <p:ext uri="{D42A27DB-BD31-4B8C-83A1-F6EECF244321}">
                <p14:modId xmlns:p14="http://schemas.microsoft.com/office/powerpoint/2010/main" val="674265295"/>
              </p:ext>
            </p:extLst>
          </p:nvPr>
        </p:nvGraphicFramePr>
        <p:xfrm>
          <a:off x="769619" y="96625"/>
          <a:ext cx="10997837" cy="6624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64978313"/>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DC71D5CC-484C-40E2-B3CC-3D3F2BFE3011}"/>
              </a:ext>
            </a:extLst>
          </p:cNvPr>
          <p:cNvSpPr>
            <a:spLocks noGrp="1"/>
          </p:cNvSpPr>
          <p:nvPr>
            <p:ph type="sldNum" sz="quarter" idx="12"/>
          </p:nvPr>
        </p:nvSpPr>
        <p:spPr/>
        <p:txBody>
          <a:bodyPr/>
          <a:lstStyle/>
          <a:p>
            <a:fld id="{BDCDBBEF-AA6C-4BA6-85B2-A17D7F280E38}" type="slidenum">
              <a:rPr lang="en-US" smtClean="0"/>
              <a:pPr/>
              <a:t>16</a:t>
            </a:fld>
            <a:endParaRPr lang="en-US"/>
          </a:p>
        </p:txBody>
      </p:sp>
      <p:graphicFrame>
        <p:nvGraphicFramePr>
          <p:cNvPr id="3" name="Diagram 2">
            <a:extLst>
              <a:ext uri="{FF2B5EF4-FFF2-40B4-BE49-F238E27FC236}">
                <a16:creationId xmlns:a16="http://schemas.microsoft.com/office/drawing/2014/main" xmlns="" id="{A430482E-24EB-4DC5-885E-DD5AC080B71F}"/>
              </a:ext>
            </a:extLst>
          </p:cNvPr>
          <p:cNvGraphicFramePr/>
          <p:nvPr>
            <p:extLst>
              <p:ext uri="{D42A27DB-BD31-4B8C-83A1-F6EECF244321}">
                <p14:modId xmlns:p14="http://schemas.microsoft.com/office/powerpoint/2010/main" val="562816411"/>
              </p:ext>
            </p:extLst>
          </p:nvPr>
        </p:nvGraphicFramePr>
        <p:xfrm>
          <a:off x="838199" y="136525"/>
          <a:ext cx="8599714" cy="65849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a:extLst>
              <a:ext uri="{FF2B5EF4-FFF2-40B4-BE49-F238E27FC236}">
                <a16:creationId xmlns:a16="http://schemas.microsoft.com/office/drawing/2014/main" xmlns="" id="{067FC6A9-E278-735E-DC06-1959F7FD4A34}"/>
              </a:ext>
            </a:extLst>
          </p:cNvPr>
          <p:cNvPicPr>
            <a:picLocks noChangeAspect="1"/>
          </p:cNvPicPr>
          <p:nvPr/>
        </p:nvPicPr>
        <p:blipFill>
          <a:blip r:embed="rId7"/>
          <a:stretch>
            <a:fillRect/>
          </a:stretch>
        </p:blipFill>
        <p:spPr>
          <a:xfrm>
            <a:off x="9437913" y="733425"/>
            <a:ext cx="2611071" cy="3694665"/>
          </a:xfrm>
          <a:prstGeom prst="rect">
            <a:avLst/>
          </a:prstGeom>
        </p:spPr>
      </p:pic>
    </p:spTree>
    <p:extLst>
      <p:ext uri="{BB962C8B-B14F-4D97-AF65-F5344CB8AC3E}">
        <p14:creationId xmlns:p14="http://schemas.microsoft.com/office/powerpoint/2010/main" val="3248160990"/>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70ACF557-8371-4D02-0F9B-E0268CFA5497}"/>
              </a:ext>
            </a:extLst>
          </p:cNvPr>
          <p:cNvSpPr>
            <a:spLocks noGrp="1"/>
          </p:cNvSpPr>
          <p:nvPr>
            <p:ph type="sldNum" sz="quarter" idx="12"/>
          </p:nvPr>
        </p:nvSpPr>
        <p:spPr/>
        <p:txBody>
          <a:bodyPr/>
          <a:lstStyle/>
          <a:p>
            <a:fld id="{BDCDBBEF-AA6C-4BA6-85B2-A17D7F280E38}" type="slidenum">
              <a:rPr lang="en-US" smtClean="0"/>
              <a:pPr/>
              <a:t>17</a:t>
            </a:fld>
            <a:endParaRPr lang="en-US"/>
          </a:p>
        </p:txBody>
      </p:sp>
      <p:graphicFrame>
        <p:nvGraphicFramePr>
          <p:cNvPr id="3" name="Diagram 2">
            <a:extLst>
              <a:ext uri="{FF2B5EF4-FFF2-40B4-BE49-F238E27FC236}">
                <a16:creationId xmlns:a16="http://schemas.microsoft.com/office/drawing/2014/main" xmlns="" id="{58476AED-4099-71EF-54FF-40EF5E406977}"/>
              </a:ext>
            </a:extLst>
          </p:cNvPr>
          <p:cNvGraphicFramePr/>
          <p:nvPr>
            <p:extLst>
              <p:ext uri="{D42A27DB-BD31-4B8C-83A1-F6EECF244321}">
                <p14:modId xmlns:p14="http://schemas.microsoft.com/office/powerpoint/2010/main" val="2764301062"/>
              </p:ext>
            </p:extLst>
          </p:nvPr>
        </p:nvGraphicFramePr>
        <p:xfrm>
          <a:off x="838201" y="136526"/>
          <a:ext cx="10940142" cy="641667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199456291"/>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xmlns="" id="{EDC59F10-0469-41D9-A47C-F060815BBF23}"/>
              </a:ext>
            </a:extLst>
          </p:cNvPr>
          <p:cNvSpPr>
            <a:spLocks noGrp="1"/>
          </p:cNvSpPr>
          <p:nvPr>
            <p:ph type="sldNum" sz="quarter" idx="12"/>
          </p:nvPr>
        </p:nvSpPr>
        <p:spPr/>
        <p:txBody>
          <a:bodyPr/>
          <a:lstStyle/>
          <a:p>
            <a:fld id="{BDCDBBEF-AA6C-4BA6-85B2-A17D7F280E38}" type="slidenum">
              <a:rPr lang="en-US" smtClean="0"/>
              <a:pPr/>
              <a:t>18</a:t>
            </a:fld>
            <a:endParaRPr lang="en-US"/>
          </a:p>
        </p:txBody>
      </p:sp>
      <p:sp>
        <p:nvSpPr>
          <p:cNvPr id="3" name="Rectangle 2">
            <a:extLst>
              <a:ext uri="{FF2B5EF4-FFF2-40B4-BE49-F238E27FC236}">
                <a16:creationId xmlns:a16="http://schemas.microsoft.com/office/drawing/2014/main" xmlns="" id="{E540A539-1310-4D21-9FC1-E792ADB6FF91}"/>
              </a:ext>
            </a:extLst>
          </p:cNvPr>
          <p:cNvSpPr/>
          <p:nvPr/>
        </p:nvSpPr>
        <p:spPr>
          <a:xfrm>
            <a:off x="0" y="0"/>
            <a:ext cx="12192000" cy="4686918"/>
          </a:xfrm>
          <a:prstGeom prst="rect">
            <a:avLst/>
          </a:prstGeom>
          <a:solidFill>
            <a:schemeClr val="accent6">
              <a:lumMod val="50000"/>
              <a:alpha val="60000"/>
            </a:scheme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Light"/>
              </a:rPr>
              <a:t> </a:t>
            </a:r>
          </a:p>
        </p:txBody>
      </p:sp>
      <p:cxnSp>
        <p:nvCxnSpPr>
          <p:cNvPr id="4" name="Straight Connector 3">
            <a:extLst>
              <a:ext uri="{FF2B5EF4-FFF2-40B4-BE49-F238E27FC236}">
                <a16:creationId xmlns:a16="http://schemas.microsoft.com/office/drawing/2014/main" xmlns="" id="{ACF7F0C1-FE0E-4E84-A272-84F7546F2642}"/>
              </a:ext>
            </a:extLst>
          </p:cNvPr>
          <p:cNvCxnSpPr>
            <a:cxnSpLocks/>
          </p:cNvCxnSpPr>
          <p:nvPr/>
        </p:nvCxnSpPr>
        <p:spPr>
          <a:xfrm>
            <a:off x="9347200" y="0"/>
            <a:ext cx="1828800" cy="182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5" name="Straight Connector 4">
            <a:extLst>
              <a:ext uri="{FF2B5EF4-FFF2-40B4-BE49-F238E27FC236}">
                <a16:creationId xmlns:a16="http://schemas.microsoft.com/office/drawing/2014/main" xmlns="" id="{9DD00CC3-55E7-4469-98E5-1A8A78152859}"/>
              </a:ext>
            </a:extLst>
          </p:cNvPr>
          <p:cNvCxnSpPr>
            <a:cxnSpLocks/>
          </p:cNvCxnSpPr>
          <p:nvPr/>
        </p:nvCxnSpPr>
        <p:spPr>
          <a:xfrm>
            <a:off x="10169128" y="0"/>
            <a:ext cx="663972" cy="66397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xmlns="" id="{BB9CF1A8-335C-4318-A62F-D8B26CCFE9EA}"/>
              </a:ext>
            </a:extLst>
          </p:cNvPr>
          <p:cNvCxnSpPr>
            <a:cxnSpLocks/>
          </p:cNvCxnSpPr>
          <p:nvPr/>
        </p:nvCxnSpPr>
        <p:spPr>
          <a:xfrm>
            <a:off x="733426" y="6294597"/>
            <a:ext cx="558345" cy="55834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xmlns="" id="{C29D7ACC-7173-4DA8-AD85-0F4CC72A567A}"/>
              </a:ext>
            </a:extLst>
          </p:cNvPr>
          <p:cNvCxnSpPr>
            <a:cxnSpLocks/>
          </p:cNvCxnSpPr>
          <p:nvPr/>
        </p:nvCxnSpPr>
        <p:spPr>
          <a:xfrm>
            <a:off x="390526" y="5129689"/>
            <a:ext cx="1728311" cy="1728311"/>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8" name="Title 1">
            <a:extLst>
              <a:ext uri="{FF2B5EF4-FFF2-40B4-BE49-F238E27FC236}">
                <a16:creationId xmlns:a16="http://schemas.microsoft.com/office/drawing/2014/main" xmlns="" id="{BCEF22BB-5CC6-4042-B1A9-67C1E7A75123}"/>
              </a:ext>
            </a:extLst>
          </p:cNvPr>
          <p:cNvSpPr txBox="1">
            <a:spLocks/>
          </p:cNvSpPr>
          <p:nvPr/>
        </p:nvSpPr>
        <p:spPr>
          <a:xfrm>
            <a:off x="1485902" y="2249080"/>
            <a:ext cx="10725148" cy="1231106"/>
          </a:xfrm>
          <a:prstGeom prst="rect">
            <a:avLst/>
          </a:prstGeom>
        </p:spPr>
        <p:txBody>
          <a:bodyPr wrap="square" lIns="0" tIns="0" rIns="0" bIns="0" anchor="ctr">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8000" b="0" i="0" u="none" strike="noStrike" kern="1200" cap="none" spc="0" normalizeH="0" baseline="0" noProof="0" dirty="0">
                <a:ln>
                  <a:noFill/>
                </a:ln>
                <a:solidFill>
                  <a:prstClr val="white"/>
                </a:solidFill>
                <a:effectLst/>
                <a:uLnTx/>
                <a:uFillTx/>
                <a:latin typeface="Times New Roman" panose="02020603050405020304" pitchFamily="18" charset="0"/>
                <a:ea typeface="Segoe UI" panose="020B0502040204020203" pitchFamily="34" charset="0"/>
                <a:cs typeface="Times New Roman" panose="02020603050405020304" pitchFamily="18" charset="0"/>
              </a:rPr>
              <a:t>THANK YOU</a:t>
            </a:r>
          </a:p>
        </p:txBody>
      </p:sp>
      <p:sp>
        <p:nvSpPr>
          <p:cNvPr id="9" name="Diamond 6">
            <a:extLst>
              <a:ext uri="{FF2B5EF4-FFF2-40B4-BE49-F238E27FC236}">
                <a16:creationId xmlns:a16="http://schemas.microsoft.com/office/drawing/2014/main" xmlns="" id="{746AE031-6D5F-4A9E-AE33-411F488922CC}"/>
              </a:ext>
            </a:extLst>
          </p:cNvPr>
          <p:cNvSpPr/>
          <p:nvPr/>
        </p:nvSpPr>
        <p:spPr>
          <a:xfrm>
            <a:off x="2641599"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chemeClr val="bg1"/>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
        <p:nvSpPr>
          <p:cNvPr id="10" name="Diamond 6">
            <a:extLst>
              <a:ext uri="{FF2B5EF4-FFF2-40B4-BE49-F238E27FC236}">
                <a16:creationId xmlns:a16="http://schemas.microsoft.com/office/drawing/2014/main" xmlns="" id="{CBC164E6-23F9-4682-84A0-3D4F5573EDDD}"/>
              </a:ext>
            </a:extLst>
          </p:cNvPr>
          <p:cNvSpPr/>
          <p:nvPr/>
        </p:nvSpPr>
        <p:spPr>
          <a:xfrm>
            <a:off x="2898774" y="1214279"/>
            <a:ext cx="2430463" cy="3225800"/>
          </a:xfrm>
          <a:custGeom>
            <a:avLst/>
            <a:gdLst>
              <a:gd name="connsiteX0" fmla="*/ 0 w 3225800"/>
              <a:gd name="connsiteY0" fmla="*/ 1612900 h 3225800"/>
              <a:gd name="connsiteX1" fmla="*/ 1612900 w 3225800"/>
              <a:gd name="connsiteY1" fmla="*/ 0 h 3225800"/>
              <a:gd name="connsiteX2" fmla="*/ 3225800 w 3225800"/>
              <a:gd name="connsiteY2" fmla="*/ 1612900 h 3225800"/>
              <a:gd name="connsiteX3" fmla="*/ 1612900 w 3225800"/>
              <a:gd name="connsiteY3" fmla="*/ 3225800 h 3225800"/>
              <a:gd name="connsiteX4" fmla="*/ 0 w 3225800"/>
              <a:gd name="connsiteY4"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1612900 w 3225800"/>
              <a:gd name="connsiteY4" fmla="*/ 3225800 h 3225800"/>
              <a:gd name="connsiteX5" fmla="*/ 0 w 3225800"/>
              <a:gd name="connsiteY5" fmla="*/ 1612900 h 3225800"/>
              <a:gd name="connsiteX0" fmla="*/ 0 w 3225800"/>
              <a:gd name="connsiteY0" fmla="*/ 1612900 h 3225800"/>
              <a:gd name="connsiteX1" fmla="*/ 1612900 w 3225800"/>
              <a:gd name="connsiteY1" fmla="*/ 0 h 3225800"/>
              <a:gd name="connsiteX2" fmla="*/ 2430463 w 3225800"/>
              <a:gd name="connsiteY2" fmla="*/ 817563 h 3225800"/>
              <a:gd name="connsiteX3" fmla="*/ 3225800 w 3225800"/>
              <a:gd name="connsiteY3" fmla="*/ 1612900 h 3225800"/>
              <a:gd name="connsiteX4" fmla="*/ 2430463 w 3225800"/>
              <a:gd name="connsiteY4" fmla="*/ 2413000 h 3225800"/>
              <a:gd name="connsiteX5" fmla="*/ 1612900 w 3225800"/>
              <a:gd name="connsiteY5" fmla="*/ 3225800 h 3225800"/>
              <a:gd name="connsiteX6" fmla="*/ 0 w 3225800"/>
              <a:gd name="connsiteY6" fmla="*/ 1612900 h 3225800"/>
              <a:gd name="connsiteX0" fmla="*/ 3225800 w 3317240"/>
              <a:gd name="connsiteY0" fmla="*/ 1612900 h 3225800"/>
              <a:gd name="connsiteX1" fmla="*/ 2430463 w 3317240"/>
              <a:gd name="connsiteY1" fmla="*/ 2413000 h 3225800"/>
              <a:gd name="connsiteX2" fmla="*/ 1612900 w 3317240"/>
              <a:gd name="connsiteY2" fmla="*/ 3225800 h 3225800"/>
              <a:gd name="connsiteX3" fmla="*/ 0 w 3317240"/>
              <a:gd name="connsiteY3" fmla="*/ 1612900 h 3225800"/>
              <a:gd name="connsiteX4" fmla="*/ 1612900 w 3317240"/>
              <a:gd name="connsiteY4" fmla="*/ 0 h 3225800"/>
              <a:gd name="connsiteX5" fmla="*/ 2430463 w 3317240"/>
              <a:gd name="connsiteY5" fmla="*/ 817563 h 3225800"/>
              <a:gd name="connsiteX6" fmla="*/ 3317240 w 3317240"/>
              <a:gd name="connsiteY6" fmla="*/ 1704340 h 3225800"/>
              <a:gd name="connsiteX0" fmla="*/ 2430463 w 3317240"/>
              <a:gd name="connsiteY0" fmla="*/ 2413000 h 3225800"/>
              <a:gd name="connsiteX1" fmla="*/ 1612900 w 3317240"/>
              <a:gd name="connsiteY1" fmla="*/ 3225800 h 3225800"/>
              <a:gd name="connsiteX2" fmla="*/ 0 w 3317240"/>
              <a:gd name="connsiteY2" fmla="*/ 1612900 h 3225800"/>
              <a:gd name="connsiteX3" fmla="*/ 1612900 w 3317240"/>
              <a:gd name="connsiteY3" fmla="*/ 0 h 3225800"/>
              <a:gd name="connsiteX4" fmla="*/ 2430463 w 3317240"/>
              <a:gd name="connsiteY4" fmla="*/ 817563 h 3225800"/>
              <a:gd name="connsiteX5" fmla="*/ 3317240 w 3317240"/>
              <a:gd name="connsiteY5" fmla="*/ 1704340 h 3225800"/>
              <a:gd name="connsiteX0" fmla="*/ 2430463 w 2430463"/>
              <a:gd name="connsiteY0" fmla="*/ 2413000 h 3225800"/>
              <a:gd name="connsiteX1" fmla="*/ 1612900 w 2430463"/>
              <a:gd name="connsiteY1" fmla="*/ 3225800 h 3225800"/>
              <a:gd name="connsiteX2" fmla="*/ 0 w 2430463"/>
              <a:gd name="connsiteY2" fmla="*/ 1612900 h 3225800"/>
              <a:gd name="connsiteX3" fmla="*/ 1612900 w 2430463"/>
              <a:gd name="connsiteY3" fmla="*/ 0 h 3225800"/>
              <a:gd name="connsiteX4" fmla="*/ 2430463 w 2430463"/>
              <a:gd name="connsiteY4" fmla="*/ 817563 h 32258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30463" h="3225800">
                <a:moveTo>
                  <a:pt x="2430463" y="2413000"/>
                </a:moveTo>
                <a:lnTo>
                  <a:pt x="1612900" y="3225800"/>
                </a:lnTo>
                <a:lnTo>
                  <a:pt x="0" y="1612900"/>
                </a:lnTo>
                <a:lnTo>
                  <a:pt x="1612900" y="0"/>
                </a:lnTo>
                <a:lnTo>
                  <a:pt x="2430463" y="817563"/>
                </a:lnTo>
              </a:path>
            </a:pathLst>
          </a:custGeom>
          <a:noFill/>
          <a:ln w="38100" cap="flat" cmpd="sng" algn="ctr">
            <a:solidFill>
              <a:sysClr val="window" lastClr="FFFFFF"/>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Light"/>
            </a:endParaRPr>
          </a:p>
        </p:txBody>
      </p:sp>
    </p:spTree>
    <p:extLst>
      <p:ext uri="{BB962C8B-B14F-4D97-AF65-F5344CB8AC3E}">
        <p14:creationId xmlns:p14="http://schemas.microsoft.com/office/powerpoint/2010/main" val="2429871484"/>
      </p:ext>
    </p:extLst>
  </p:cSld>
  <p:clrMapOvr>
    <a:masterClrMapping/>
  </p:clrMapOvr>
  <mc:AlternateContent xmlns:mc="http://schemas.openxmlformats.org/markup-compatibility/2006" xmlns:p14="http://schemas.microsoft.com/office/powerpoint/2010/main">
    <mc:Choice Requires="p14">
      <p:transition spd="med" p14:dur="700" advTm="5661">
        <p:fade/>
      </p:transition>
    </mc:Choice>
    <mc:Fallback xmlns="">
      <p:transition spd="med" advTm="5661">
        <p:fade/>
      </p:transition>
    </mc:Fallback>
  </mc:AlternateContent>
</p:sld>
</file>

<file path=ppt/theme/theme1.xml><?xml version="1.0" encoding="utf-8"?>
<a:theme xmlns:a="http://schemas.openxmlformats.org/drawingml/2006/main" name="1_Office Theme">
  <a:themeElements>
    <a:clrScheme name="Blue Green">
      <a:dk1>
        <a:sysClr val="windowText" lastClr="000000"/>
      </a:dk1>
      <a:lt1>
        <a:sysClr val="window" lastClr="FFFFFF"/>
      </a:lt1>
      <a:dk2>
        <a:srgbClr val="373545"/>
      </a:dk2>
      <a:lt2>
        <a:srgbClr val="CEDBE6"/>
      </a:lt2>
      <a:accent1>
        <a:srgbClr val="3494BA"/>
      </a:accent1>
      <a:accent2>
        <a:srgbClr val="58B6C0"/>
      </a:accent2>
      <a:accent3>
        <a:srgbClr val="75BDA7"/>
      </a:accent3>
      <a:accent4>
        <a:srgbClr val="7A8C8E"/>
      </a:accent4>
      <a:accent5>
        <a:srgbClr val="84ACB6"/>
      </a:accent5>
      <a:accent6>
        <a:srgbClr val="2683C6"/>
      </a:accent6>
      <a:hlink>
        <a:srgbClr val="6B9F25"/>
      </a:hlink>
      <a:folHlink>
        <a:srgbClr val="9F6715"/>
      </a:folHlink>
    </a:clrScheme>
    <a:fontScheme name="Arial-Times New Roman">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smaple</Template>
  <TotalTime>8207</TotalTime>
  <Words>1499</Words>
  <Application>Microsoft Office PowerPoint</Application>
  <PresentationFormat>Widescreen</PresentationFormat>
  <Paragraphs>183</Paragraphs>
  <Slides>18</Slides>
  <Notes>0</Notes>
  <HiddenSlides>0</HiddenSlides>
  <MMClips>0</MMClips>
  <ScaleCrop>false</ScaleCrop>
  <HeadingPairs>
    <vt:vector size="10" baseType="variant">
      <vt:variant>
        <vt:lpstr>Fonts Used</vt:lpstr>
      </vt:variant>
      <vt:variant>
        <vt:i4>11</vt:i4>
      </vt:variant>
      <vt:variant>
        <vt:lpstr>Theme</vt:lpstr>
      </vt:variant>
      <vt:variant>
        <vt:i4>2</vt:i4>
      </vt:variant>
      <vt:variant>
        <vt:lpstr>Embedded OLE Servers</vt:lpstr>
      </vt:variant>
      <vt:variant>
        <vt:i4>1</vt:i4>
      </vt:variant>
      <vt:variant>
        <vt:lpstr>Slide Titles</vt:lpstr>
      </vt:variant>
      <vt:variant>
        <vt:i4>18</vt:i4>
      </vt:variant>
      <vt:variant>
        <vt:lpstr>Custom Shows</vt:lpstr>
      </vt:variant>
      <vt:variant>
        <vt:i4>1</vt:i4>
      </vt:variant>
    </vt:vector>
  </HeadingPairs>
  <TitlesOfParts>
    <vt:vector size="33" baseType="lpstr">
      <vt:lpstr>Arial Unicode MS</vt:lpstr>
      <vt:lpstr>SimSun</vt:lpstr>
      <vt:lpstr>Arial</vt:lpstr>
      <vt:lpstr>Calibri</vt:lpstr>
      <vt:lpstr>Calibri Light</vt:lpstr>
      <vt:lpstr>Casper</vt:lpstr>
      <vt:lpstr>Karla</vt:lpstr>
      <vt:lpstr>Montserrat</vt:lpstr>
      <vt:lpstr>Raleway ExtraBold</vt:lpstr>
      <vt:lpstr>Segoe UI</vt:lpstr>
      <vt:lpstr>Times New Roman</vt:lpstr>
      <vt:lpstr>1_Office Theme</vt:lpstr>
      <vt:lpstr>Contents Slide Master</vt:lpstr>
      <vt:lpstr>CorelDRAW</vt:lpstr>
      <vt:lpstr>PowerPoint Presentation</vt:lpstr>
      <vt:lpstr>Course Outcome </vt:lpstr>
      <vt:lpstr>SYLLABUS</vt:lpstr>
      <vt:lpstr>Patient Safety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Custom Show 1</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Branding</dc:creator>
  <cp:lastModifiedBy>Microsoft account</cp:lastModifiedBy>
  <cp:revision>674</cp:revision>
  <dcterms:created xsi:type="dcterms:W3CDTF">2019-01-09T10:33:58Z</dcterms:created>
  <dcterms:modified xsi:type="dcterms:W3CDTF">2023-07-05T15:43:18Z</dcterms:modified>
</cp:coreProperties>
</file>