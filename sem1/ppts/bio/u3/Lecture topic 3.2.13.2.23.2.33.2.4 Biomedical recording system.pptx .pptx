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2.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3.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4.xml" ContentType="application/vnd.openxmlformats-officedocument.presentationml.notesSlide+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31"/>
  </p:notesMasterIdLst>
  <p:handoutMasterIdLst>
    <p:handoutMasterId r:id="rId32"/>
  </p:handoutMasterIdLst>
  <p:sldIdLst>
    <p:sldId id="375" r:id="rId3"/>
    <p:sldId id="381" r:id="rId4"/>
    <p:sldId id="430" r:id="rId5"/>
    <p:sldId id="410" r:id="rId6"/>
    <p:sldId id="383" r:id="rId7"/>
    <p:sldId id="384" r:id="rId8"/>
    <p:sldId id="393" r:id="rId9"/>
    <p:sldId id="432" r:id="rId10"/>
    <p:sldId id="394" r:id="rId11"/>
    <p:sldId id="395" r:id="rId12"/>
    <p:sldId id="396" r:id="rId13"/>
    <p:sldId id="397" r:id="rId14"/>
    <p:sldId id="398" r:id="rId15"/>
    <p:sldId id="409" r:id="rId16"/>
    <p:sldId id="399" r:id="rId17"/>
    <p:sldId id="431" r:id="rId18"/>
    <p:sldId id="400" r:id="rId19"/>
    <p:sldId id="401" r:id="rId20"/>
    <p:sldId id="402" r:id="rId21"/>
    <p:sldId id="424" r:id="rId22"/>
    <p:sldId id="403" r:id="rId23"/>
    <p:sldId id="404" r:id="rId24"/>
    <p:sldId id="422" r:id="rId25"/>
    <p:sldId id="405" r:id="rId26"/>
    <p:sldId id="406" r:id="rId27"/>
    <p:sldId id="407" r:id="rId28"/>
    <p:sldId id="308" r:id="rId29"/>
    <p:sldId id="279" r:id="rId30"/>
  </p:sldIdLst>
  <p:sldSz cx="12192000" cy="6858000"/>
  <p:notesSz cx="6858000" cy="9144000"/>
  <p:custShowLst>
    <p:custShow name="Custom Show 1" id="0">
      <p:sldLst/>
    </p:custShow>
  </p:custShow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4" d="100"/>
          <a:sy n="74" d="100"/>
        </p:scale>
        <p:origin x="576"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handoutMaster" Target="handoutMasters/handoutMaster1.xml"/><Relationship Id="rId40"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vinder Kaur" userId="89161a673412ba18" providerId="LiveId" clId="{D437EBD6-E7C5-4692-824E-7A0E4B4620EA}"/>
    <pc:docChg chg="undo redo custSel addSld delSld modSld sldOrd">
      <pc:chgData name="Devinder Kaur" userId="89161a673412ba18" providerId="LiveId" clId="{D437EBD6-E7C5-4692-824E-7A0E4B4620EA}" dt="2022-01-05T05:00:09.847" v="2573" actId="47"/>
      <pc:docMkLst>
        <pc:docMk/>
      </pc:docMkLst>
      <pc:sldChg chg="modSp mod">
        <pc:chgData name="Devinder Kaur" userId="89161a673412ba18" providerId="LiveId" clId="{D437EBD6-E7C5-4692-824E-7A0E4B4620EA}" dt="2022-01-04T18:32:02.581" v="2485" actId="555"/>
        <pc:sldMkLst>
          <pc:docMk/>
          <pc:sldMk cId="2656501266" sldId="279"/>
        </pc:sldMkLst>
        <pc:spChg chg="mod">
          <ac:chgData name="Devinder Kaur" userId="89161a673412ba18" providerId="LiveId" clId="{D437EBD6-E7C5-4692-824E-7A0E4B4620EA}" dt="2022-01-04T18:31:37.353" v="2482" actId="20577"/>
          <ac:spMkLst>
            <pc:docMk/>
            <pc:sldMk cId="2656501266" sldId="279"/>
            <ac:spMk id="2" creationId="{00000000-0000-0000-0000-000000000000}"/>
          </ac:spMkLst>
        </pc:spChg>
        <pc:grpChg chg="mod">
          <ac:chgData name="Devinder Kaur" userId="89161a673412ba18" providerId="LiveId" clId="{D437EBD6-E7C5-4692-824E-7A0E4B4620EA}" dt="2022-01-04T18:32:02.581" v="2485" actId="555"/>
          <ac:grpSpMkLst>
            <pc:docMk/>
            <pc:sldMk cId="2656501266" sldId="279"/>
            <ac:grpSpMk id="29" creationId="{00000000-0000-0000-0000-000000000000}"/>
          </ac:grpSpMkLst>
        </pc:grpChg>
      </pc:sldChg>
      <pc:sldChg chg="del">
        <pc:chgData name="Devinder Kaur" userId="89161a673412ba18" providerId="LiveId" clId="{D437EBD6-E7C5-4692-824E-7A0E4B4620EA}" dt="2022-01-04T10:33:20.325" v="2175" actId="47"/>
        <pc:sldMkLst>
          <pc:docMk/>
          <pc:sldMk cId="2266207558" sldId="281"/>
        </pc:sldMkLst>
      </pc:sldChg>
      <pc:sldChg chg="del">
        <pc:chgData name="Devinder Kaur" userId="89161a673412ba18" providerId="LiveId" clId="{D437EBD6-E7C5-4692-824E-7A0E4B4620EA}" dt="2022-01-04T18:30:25.022" v="2417" actId="47"/>
        <pc:sldMkLst>
          <pc:docMk/>
          <pc:sldMk cId="3916463999" sldId="282"/>
        </pc:sldMkLst>
      </pc:sldChg>
      <pc:sldChg chg="del">
        <pc:chgData name="Devinder Kaur" userId="89161a673412ba18" providerId="LiveId" clId="{D437EBD6-E7C5-4692-824E-7A0E4B4620EA}" dt="2022-01-04T18:30:52.337" v="2422" actId="47"/>
        <pc:sldMkLst>
          <pc:docMk/>
          <pc:sldMk cId="2420312683" sldId="283"/>
        </pc:sldMkLst>
      </pc:sldChg>
      <pc:sldChg chg="del">
        <pc:chgData name="Devinder Kaur" userId="89161a673412ba18" providerId="LiveId" clId="{D437EBD6-E7C5-4692-824E-7A0E4B4620EA}" dt="2022-01-04T18:30:40.857" v="2418" actId="47"/>
        <pc:sldMkLst>
          <pc:docMk/>
          <pc:sldMk cId="1115974807" sldId="284"/>
        </pc:sldMkLst>
      </pc:sldChg>
      <pc:sldChg chg="del">
        <pc:chgData name="Devinder Kaur" userId="89161a673412ba18" providerId="LiveId" clId="{D437EBD6-E7C5-4692-824E-7A0E4B4620EA}" dt="2022-01-04T18:30:49.034" v="2421" actId="47"/>
        <pc:sldMkLst>
          <pc:docMk/>
          <pc:sldMk cId="2596675317" sldId="285"/>
        </pc:sldMkLst>
      </pc:sldChg>
      <pc:sldChg chg="del">
        <pc:chgData name="Devinder Kaur" userId="89161a673412ba18" providerId="LiveId" clId="{D437EBD6-E7C5-4692-824E-7A0E4B4620EA}" dt="2022-01-04T18:30:46.194" v="2420" actId="47"/>
        <pc:sldMkLst>
          <pc:docMk/>
          <pc:sldMk cId="3676534844" sldId="286"/>
        </pc:sldMkLst>
      </pc:sldChg>
      <pc:sldChg chg="del">
        <pc:chgData name="Devinder Kaur" userId="89161a673412ba18" providerId="LiveId" clId="{D437EBD6-E7C5-4692-824E-7A0E4B4620EA}" dt="2022-01-04T18:30:43.635" v="2419" actId="47"/>
        <pc:sldMkLst>
          <pc:docMk/>
          <pc:sldMk cId="1284689878" sldId="287"/>
        </pc:sldMkLst>
      </pc:sldChg>
      <pc:sldChg chg="modSp mod">
        <pc:chgData name="Devinder Kaur" userId="89161a673412ba18" providerId="LiveId" clId="{D437EBD6-E7C5-4692-824E-7A0E4B4620EA}" dt="2022-01-03T09:47:48.134" v="669"/>
        <pc:sldMkLst>
          <pc:docMk/>
          <pc:sldMk cId="1352780058" sldId="384"/>
        </pc:sldMkLst>
        <pc:graphicFrameChg chg="mod">
          <ac:chgData name="Devinder Kaur" userId="89161a673412ba18" providerId="LiveId" clId="{D437EBD6-E7C5-4692-824E-7A0E4B4620EA}" dt="2022-01-03T09:47:48.134" v="669"/>
          <ac:graphicFrameMkLst>
            <pc:docMk/>
            <pc:sldMk cId="1352780058" sldId="384"/>
            <ac:graphicFrameMk id="4" creationId="{BA2DF5AD-DBB8-4F6C-A2AE-E0273C0BE5C7}"/>
          </ac:graphicFrameMkLst>
        </pc:graphicFrameChg>
      </pc:sldChg>
      <pc:sldChg chg="del">
        <pc:chgData name="Devinder Kaur" userId="89161a673412ba18" providerId="LiveId" clId="{D437EBD6-E7C5-4692-824E-7A0E4B4620EA}" dt="2022-01-03T09:43:23.980" v="525" actId="47"/>
        <pc:sldMkLst>
          <pc:docMk/>
          <pc:sldMk cId="896460617" sldId="388"/>
        </pc:sldMkLst>
      </pc:sldChg>
      <pc:sldChg chg="addSp delSp modSp new del mod">
        <pc:chgData name="Devinder Kaur" userId="89161a673412ba18" providerId="LiveId" clId="{D437EBD6-E7C5-4692-824E-7A0E4B4620EA}" dt="2022-01-03T09:43:37.711" v="529" actId="47"/>
        <pc:sldMkLst>
          <pc:docMk/>
          <pc:sldMk cId="1005587946" sldId="389"/>
        </pc:sldMkLst>
        <pc:graphicFrameChg chg="add mod modGraphic">
          <ac:chgData name="Devinder Kaur" userId="89161a673412ba18" providerId="LiveId" clId="{D437EBD6-E7C5-4692-824E-7A0E4B4620EA}" dt="2021-12-30T08:28:13.232" v="66" actId="255"/>
          <ac:graphicFrameMkLst>
            <pc:docMk/>
            <pc:sldMk cId="1005587946" sldId="389"/>
            <ac:graphicFrameMk id="3" creationId="{FD50DDDD-2A18-410C-B43D-C970B7C23D64}"/>
          </ac:graphicFrameMkLst>
        </pc:graphicFrameChg>
        <pc:picChg chg="add mod">
          <ac:chgData name="Devinder Kaur" userId="89161a673412ba18" providerId="LiveId" clId="{D437EBD6-E7C5-4692-824E-7A0E4B4620EA}" dt="2021-12-30T08:29:19.507" v="74" actId="14100"/>
          <ac:picMkLst>
            <pc:docMk/>
            <pc:sldMk cId="1005587946" sldId="389"/>
            <ac:picMk id="4" creationId="{B9A9EF9B-D591-4B17-97E5-3CF98E258875}"/>
          </ac:picMkLst>
        </pc:picChg>
        <pc:picChg chg="add del mod">
          <ac:chgData name="Devinder Kaur" userId="89161a673412ba18" providerId="LiveId" clId="{D437EBD6-E7C5-4692-824E-7A0E4B4620EA}" dt="2021-12-30T08:28:54.294" v="68" actId="478"/>
          <ac:picMkLst>
            <pc:docMk/>
            <pc:sldMk cId="1005587946" sldId="389"/>
            <ac:picMk id="5" creationId="{7E771E45-5504-4FA3-A9A6-6443EEA07344}"/>
          </ac:picMkLst>
        </pc:picChg>
        <pc:picChg chg="add mod">
          <ac:chgData name="Devinder Kaur" userId="89161a673412ba18" providerId="LiveId" clId="{D437EBD6-E7C5-4692-824E-7A0E4B4620EA}" dt="2021-12-30T08:29:07.555" v="72" actId="14100"/>
          <ac:picMkLst>
            <pc:docMk/>
            <pc:sldMk cId="1005587946" sldId="389"/>
            <ac:picMk id="14338" creationId="{F07C730A-5497-4113-BDA3-9CEE57402CB6}"/>
          </ac:picMkLst>
        </pc:picChg>
      </pc:sldChg>
      <pc:sldChg chg="addSp modSp new del mod">
        <pc:chgData name="Devinder Kaur" userId="89161a673412ba18" providerId="LiveId" clId="{D437EBD6-E7C5-4692-824E-7A0E4B4620EA}" dt="2022-01-03T09:43:35.323" v="528" actId="47"/>
        <pc:sldMkLst>
          <pc:docMk/>
          <pc:sldMk cId="3600950664" sldId="390"/>
        </pc:sldMkLst>
        <pc:graphicFrameChg chg="add mod modGraphic">
          <ac:chgData name="Devinder Kaur" userId="89161a673412ba18" providerId="LiveId" clId="{D437EBD6-E7C5-4692-824E-7A0E4B4620EA}" dt="2021-12-30T08:58:53.666" v="130"/>
          <ac:graphicFrameMkLst>
            <pc:docMk/>
            <pc:sldMk cId="3600950664" sldId="390"/>
            <ac:graphicFrameMk id="3" creationId="{F57FD9B7-0F4A-45EF-94EB-A6DE0B794308}"/>
          </ac:graphicFrameMkLst>
        </pc:graphicFrameChg>
        <pc:picChg chg="add mod ord modCrop">
          <ac:chgData name="Devinder Kaur" userId="89161a673412ba18" providerId="LiveId" clId="{D437EBD6-E7C5-4692-824E-7A0E4B4620EA}" dt="2021-12-30T08:58:18.495" v="114" actId="1037"/>
          <ac:picMkLst>
            <pc:docMk/>
            <pc:sldMk cId="3600950664" sldId="390"/>
            <ac:picMk id="4" creationId="{D76ACF92-A6A6-4E5F-BF32-F9E9F8750DE2}"/>
          </ac:picMkLst>
        </pc:picChg>
      </pc:sldChg>
      <pc:sldChg chg="addSp modSp new del mod">
        <pc:chgData name="Devinder Kaur" userId="89161a673412ba18" providerId="LiveId" clId="{D437EBD6-E7C5-4692-824E-7A0E4B4620EA}" dt="2022-01-03T09:43:32.047" v="527" actId="47"/>
        <pc:sldMkLst>
          <pc:docMk/>
          <pc:sldMk cId="208273545" sldId="391"/>
        </pc:sldMkLst>
        <pc:graphicFrameChg chg="add mod modGraphic">
          <ac:chgData name="Devinder Kaur" userId="89161a673412ba18" providerId="LiveId" clId="{D437EBD6-E7C5-4692-824E-7A0E4B4620EA}" dt="2021-12-30T09:03:48.499" v="164" actId="123"/>
          <ac:graphicFrameMkLst>
            <pc:docMk/>
            <pc:sldMk cId="208273545" sldId="391"/>
            <ac:graphicFrameMk id="3" creationId="{25FC42D7-E1DD-4852-AEFC-A9922461DB76}"/>
          </ac:graphicFrameMkLst>
        </pc:graphicFrameChg>
        <pc:picChg chg="add mod modCrop">
          <ac:chgData name="Devinder Kaur" userId="89161a673412ba18" providerId="LiveId" clId="{D437EBD6-E7C5-4692-824E-7A0E4B4620EA}" dt="2021-12-30T09:04:24.739" v="171" actId="14100"/>
          <ac:picMkLst>
            <pc:docMk/>
            <pc:sldMk cId="208273545" sldId="391"/>
            <ac:picMk id="4" creationId="{C408C4D2-45C1-466D-AEB8-DF1A6ADECF38}"/>
          </ac:picMkLst>
        </pc:picChg>
      </pc:sldChg>
      <pc:sldChg chg="addSp modSp new del mod">
        <pc:chgData name="Devinder Kaur" userId="89161a673412ba18" providerId="LiveId" clId="{D437EBD6-E7C5-4692-824E-7A0E4B4620EA}" dt="2022-01-03T09:43:29.928" v="526" actId="47"/>
        <pc:sldMkLst>
          <pc:docMk/>
          <pc:sldMk cId="2401993180" sldId="392"/>
        </pc:sldMkLst>
        <pc:graphicFrameChg chg="add mod modGraphic">
          <ac:chgData name="Devinder Kaur" userId="89161a673412ba18" providerId="LiveId" clId="{D437EBD6-E7C5-4692-824E-7A0E4B4620EA}" dt="2021-12-30T09:10:18.861" v="204" actId="1076"/>
          <ac:graphicFrameMkLst>
            <pc:docMk/>
            <pc:sldMk cId="2401993180" sldId="392"/>
            <ac:graphicFrameMk id="3" creationId="{8A4068DC-F96E-4A5D-B32C-43FEC767AD9F}"/>
          </ac:graphicFrameMkLst>
        </pc:graphicFrameChg>
      </pc:sldChg>
      <pc:sldChg chg="addSp modSp new mod">
        <pc:chgData name="Devinder Kaur" userId="89161a673412ba18" providerId="LiveId" clId="{D437EBD6-E7C5-4692-824E-7A0E4B4620EA}" dt="2022-01-03T09:45:17.769" v="556"/>
        <pc:sldMkLst>
          <pc:docMk/>
          <pc:sldMk cId="2192094936" sldId="393"/>
        </pc:sldMkLst>
        <pc:graphicFrameChg chg="add mod modGraphic">
          <ac:chgData name="Devinder Kaur" userId="89161a673412ba18" providerId="LiveId" clId="{D437EBD6-E7C5-4692-824E-7A0E4B4620EA}" dt="2022-01-03T09:45:17.769" v="556"/>
          <ac:graphicFrameMkLst>
            <pc:docMk/>
            <pc:sldMk cId="2192094936" sldId="393"/>
            <ac:graphicFrameMk id="3" creationId="{8B632F35-A765-4989-BCDD-57B050D390F5}"/>
          </ac:graphicFrameMkLst>
        </pc:graphicFrameChg>
      </pc:sldChg>
      <pc:sldChg chg="addSp modSp new mod">
        <pc:chgData name="Devinder Kaur" userId="89161a673412ba18" providerId="LiveId" clId="{D437EBD6-E7C5-4692-824E-7A0E4B4620EA}" dt="2022-01-03T09:40:27.117" v="513" actId="20577"/>
        <pc:sldMkLst>
          <pc:docMk/>
          <pc:sldMk cId="3614230884" sldId="394"/>
        </pc:sldMkLst>
        <pc:graphicFrameChg chg="add mod modGraphic">
          <ac:chgData name="Devinder Kaur" userId="89161a673412ba18" providerId="LiveId" clId="{D437EBD6-E7C5-4692-824E-7A0E4B4620EA}" dt="2022-01-03T09:40:27.117" v="513" actId="20577"/>
          <ac:graphicFrameMkLst>
            <pc:docMk/>
            <pc:sldMk cId="3614230884" sldId="394"/>
            <ac:graphicFrameMk id="3" creationId="{778D9B96-086E-47D6-9D5B-2BCE27CBD1AF}"/>
          </ac:graphicFrameMkLst>
        </pc:graphicFrameChg>
      </pc:sldChg>
      <pc:sldChg chg="addSp modSp new mod">
        <pc:chgData name="Devinder Kaur" userId="89161a673412ba18" providerId="LiveId" clId="{D437EBD6-E7C5-4692-824E-7A0E4B4620EA}" dt="2021-12-30T10:16:19.820" v="298" actId="1035"/>
        <pc:sldMkLst>
          <pc:docMk/>
          <pc:sldMk cId="147918492" sldId="395"/>
        </pc:sldMkLst>
        <pc:graphicFrameChg chg="add mod modGraphic">
          <ac:chgData name="Devinder Kaur" userId="89161a673412ba18" providerId="LiveId" clId="{D437EBD6-E7C5-4692-824E-7A0E4B4620EA}" dt="2021-12-30T10:16:19.820" v="298" actId="1035"/>
          <ac:graphicFrameMkLst>
            <pc:docMk/>
            <pc:sldMk cId="147918492" sldId="395"/>
            <ac:graphicFrameMk id="3" creationId="{C96A5D8C-11DF-4E6F-9234-C4E7326F1221}"/>
          </ac:graphicFrameMkLst>
        </pc:graphicFrameChg>
      </pc:sldChg>
      <pc:sldChg chg="addSp delSp modSp new mod">
        <pc:chgData name="Devinder Kaur" userId="89161a673412ba18" providerId="LiveId" clId="{D437EBD6-E7C5-4692-824E-7A0E4B4620EA}" dt="2022-01-03T09:44:10.780" v="540"/>
        <pc:sldMkLst>
          <pc:docMk/>
          <pc:sldMk cId="3856306075" sldId="396"/>
        </pc:sldMkLst>
        <pc:spChg chg="add del mod">
          <ac:chgData name="Devinder Kaur" userId="89161a673412ba18" providerId="LiveId" clId="{D437EBD6-E7C5-4692-824E-7A0E4B4620EA}" dt="2021-12-30T10:24:01.802" v="325" actId="478"/>
          <ac:spMkLst>
            <pc:docMk/>
            <pc:sldMk cId="3856306075" sldId="396"/>
            <ac:spMk id="5" creationId="{86434215-6313-4C5C-9DB1-0BBA885F018D}"/>
          </ac:spMkLst>
        </pc:spChg>
        <pc:spChg chg="add del mod">
          <ac:chgData name="Devinder Kaur" userId="89161a673412ba18" providerId="LiveId" clId="{D437EBD6-E7C5-4692-824E-7A0E4B4620EA}" dt="2021-12-30T10:28:15.448" v="376" actId="478"/>
          <ac:spMkLst>
            <pc:docMk/>
            <pc:sldMk cId="3856306075" sldId="396"/>
            <ac:spMk id="7" creationId="{DBDC87F2-D3A4-4EFE-A303-52BFF1E262ED}"/>
          </ac:spMkLst>
        </pc:spChg>
        <pc:graphicFrameChg chg="add mod modGraphic">
          <ac:chgData name="Devinder Kaur" userId="89161a673412ba18" providerId="LiveId" clId="{D437EBD6-E7C5-4692-824E-7A0E4B4620EA}" dt="2022-01-03T09:44:10.780" v="540"/>
          <ac:graphicFrameMkLst>
            <pc:docMk/>
            <pc:sldMk cId="3856306075" sldId="396"/>
            <ac:graphicFrameMk id="3" creationId="{5EF03876-09FB-4960-BCF6-D28322A76EBC}"/>
          </ac:graphicFrameMkLst>
        </pc:graphicFrameChg>
      </pc:sldChg>
      <pc:sldChg chg="addSp modSp new mod">
        <pc:chgData name="Devinder Kaur" userId="89161a673412ba18" providerId="LiveId" clId="{D437EBD6-E7C5-4692-824E-7A0E4B4620EA}" dt="2022-01-04T09:37:35.159" v="2142" actId="113"/>
        <pc:sldMkLst>
          <pc:docMk/>
          <pc:sldMk cId="3167315709" sldId="397"/>
        </pc:sldMkLst>
        <pc:graphicFrameChg chg="add mod modGraphic">
          <ac:chgData name="Devinder Kaur" userId="89161a673412ba18" providerId="LiveId" clId="{D437EBD6-E7C5-4692-824E-7A0E4B4620EA}" dt="2022-01-04T09:37:35.159" v="2142" actId="113"/>
          <ac:graphicFrameMkLst>
            <pc:docMk/>
            <pc:sldMk cId="3167315709" sldId="397"/>
            <ac:graphicFrameMk id="3" creationId="{3275FE63-40A9-447D-A8F0-CBC20D437BF6}"/>
          </ac:graphicFrameMkLst>
        </pc:graphicFrameChg>
      </pc:sldChg>
      <pc:sldChg chg="addSp modSp new mod">
        <pc:chgData name="Devinder Kaur" userId="89161a673412ba18" providerId="LiveId" clId="{D437EBD6-E7C5-4692-824E-7A0E4B4620EA}" dt="2022-01-03T09:43:12.535" v="524"/>
        <pc:sldMkLst>
          <pc:docMk/>
          <pc:sldMk cId="3639549269" sldId="398"/>
        </pc:sldMkLst>
        <pc:graphicFrameChg chg="add mod modGraphic">
          <ac:chgData name="Devinder Kaur" userId="89161a673412ba18" providerId="LiveId" clId="{D437EBD6-E7C5-4692-824E-7A0E4B4620EA}" dt="2022-01-03T09:43:12.535" v="524"/>
          <ac:graphicFrameMkLst>
            <pc:docMk/>
            <pc:sldMk cId="3639549269" sldId="398"/>
            <ac:graphicFrameMk id="3" creationId="{0DFF9344-92F7-4682-9AF5-F049576651F7}"/>
          </ac:graphicFrameMkLst>
        </pc:graphicFrameChg>
      </pc:sldChg>
      <pc:sldChg chg="addSp delSp modSp new mod modNotesTx">
        <pc:chgData name="Devinder Kaur" userId="89161a673412ba18" providerId="LiveId" clId="{D437EBD6-E7C5-4692-824E-7A0E4B4620EA}" dt="2022-01-03T09:56:10.487" v="714" actId="1032"/>
        <pc:sldMkLst>
          <pc:docMk/>
          <pc:sldMk cId="464625897" sldId="399"/>
        </pc:sldMkLst>
        <pc:graphicFrameChg chg="add mod modGraphic">
          <ac:chgData name="Devinder Kaur" userId="89161a673412ba18" providerId="LiveId" clId="{D437EBD6-E7C5-4692-824E-7A0E4B4620EA}" dt="2022-01-03T09:53:27.258" v="707" actId="14100"/>
          <ac:graphicFrameMkLst>
            <pc:docMk/>
            <pc:sldMk cId="464625897" sldId="399"/>
            <ac:graphicFrameMk id="3" creationId="{FA13A556-8E4F-4A65-9846-1F148285D800}"/>
          </ac:graphicFrameMkLst>
        </pc:graphicFrameChg>
        <pc:graphicFrameChg chg="add del modGraphic">
          <ac:chgData name="Devinder Kaur" userId="89161a673412ba18" providerId="LiveId" clId="{D437EBD6-E7C5-4692-824E-7A0E4B4620EA}" dt="2022-01-03T09:56:10.487" v="714" actId="1032"/>
          <ac:graphicFrameMkLst>
            <pc:docMk/>
            <pc:sldMk cId="464625897" sldId="399"/>
            <ac:graphicFrameMk id="4" creationId="{AF9DCAC7-6D9D-4AAD-A92F-50152F4B65A8}"/>
          </ac:graphicFrameMkLst>
        </pc:graphicFrameChg>
      </pc:sldChg>
      <pc:sldChg chg="addSp modSp new mod modNotesTx">
        <pc:chgData name="Devinder Kaur" userId="89161a673412ba18" providerId="LiveId" clId="{D437EBD6-E7C5-4692-824E-7A0E4B4620EA}" dt="2022-01-03T10:39:33.414" v="912" actId="255"/>
        <pc:sldMkLst>
          <pc:docMk/>
          <pc:sldMk cId="227521108" sldId="400"/>
        </pc:sldMkLst>
        <pc:graphicFrameChg chg="add mod modGraphic">
          <ac:chgData name="Devinder Kaur" userId="89161a673412ba18" providerId="LiveId" clId="{D437EBD6-E7C5-4692-824E-7A0E4B4620EA}" dt="2022-01-03T10:39:33.414" v="912" actId="255"/>
          <ac:graphicFrameMkLst>
            <pc:docMk/>
            <pc:sldMk cId="227521108" sldId="400"/>
            <ac:graphicFrameMk id="3" creationId="{0A75EF0A-0EE4-46B0-B346-E4FF073F4FA7}"/>
          </ac:graphicFrameMkLst>
        </pc:graphicFrameChg>
      </pc:sldChg>
      <pc:sldChg chg="addSp modSp new mod">
        <pc:chgData name="Devinder Kaur" userId="89161a673412ba18" providerId="LiveId" clId="{D437EBD6-E7C5-4692-824E-7A0E4B4620EA}" dt="2022-01-03T10:12:57.619" v="802" actId="14100"/>
        <pc:sldMkLst>
          <pc:docMk/>
          <pc:sldMk cId="2249148143" sldId="401"/>
        </pc:sldMkLst>
        <pc:graphicFrameChg chg="add mod modGraphic">
          <ac:chgData name="Devinder Kaur" userId="89161a673412ba18" providerId="LiveId" clId="{D437EBD6-E7C5-4692-824E-7A0E4B4620EA}" dt="2022-01-03T10:12:57.619" v="802" actId="14100"/>
          <ac:graphicFrameMkLst>
            <pc:docMk/>
            <pc:sldMk cId="2249148143" sldId="401"/>
            <ac:graphicFrameMk id="3" creationId="{EA430766-A82E-4BAC-BEBF-83AB9FBE8243}"/>
          </ac:graphicFrameMkLst>
        </pc:graphicFrameChg>
      </pc:sldChg>
      <pc:sldChg chg="addSp modSp new mod">
        <pc:chgData name="Devinder Kaur" userId="89161a673412ba18" providerId="LiveId" clId="{D437EBD6-E7C5-4692-824E-7A0E4B4620EA}" dt="2022-01-03T10:37:37.963" v="907"/>
        <pc:sldMkLst>
          <pc:docMk/>
          <pc:sldMk cId="896897458" sldId="402"/>
        </pc:sldMkLst>
        <pc:graphicFrameChg chg="add mod modGraphic">
          <ac:chgData name="Devinder Kaur" userId="89161a673412ba18" providerId="LiveId" clId="{D437EBD6-E7C5-4692-824E-7A0E4B4620EA}" dt="2022-01-03T10:37:37.963" v="907"/>
          <ac:graphicFrameMkLst>
            <pc:docMk/>
            <pc:sldMk cId="896897458" sldId="402"/>
            <ac:graphicFrameMk id="3" creationId="{82A99B5D-4B56-47E4-97F6-CF7642479297}"/>
          </ac:graphicFrameMkLst>
        </pc:graphicFrameChg>
      </pc:sldChg>
      <pc:sldChg chg="addSp modSp new mod modNotesTx">
        <pc:chgData name="Devinder Kaur" userId="89161a673412ba18" providerId="LiveId" clId="{D437EBD6-E7C5-4692-824E-7A0E4B4620EA}" dt="2022-01-03T10:50:20.282" v="944" actId="20577"/>
        <pc:sldMkLst>
          <pc:docMk/>
          <pc:sldMk cId="370510280" sldId="403"/>
        </pc:sldMkLst>
        <pc:graphicFrameChg chg="add mod modGraphic">
          <ac:chgData name="Devinder Kaur" userId="89161a673412ba18" providerId="LiveId" clId="{D437EBD6-E7C5-4692-824E-7A0E4B4620EA}" dt="2022-01-03T10:50:20.282" v="944" actId="20577"/>
          <ac:graphicFrameMkLst>
            <pc:docMk/>
            <pc:sldMk cId="370510280" sldId="403"/>
            <ac:graphicFrameMk id="3" creationId="{43BAFD15-DD9F-49A5-A0DE-4E81A575A22F}"/>
          </ac:graphicFrameMkLst>
        </pc:graphicFrameChg>
      </pc:sldChg>
      <pc:sldChg chg="addSp modSp new mod modNotesTx">
        <pc:chgData name="Devinder Kaur" userId="89161a673412ba18" providerId="LiveId" clId="{D437EBD6-E7C5-4692-824E-7A0E4B4620EA}" dt="2022-01-05T04:58:45.633" v="2570" actId="403"/>
        <pc:sldMkLst>
          <pc:docMk/>
          <pc:sldMk cId="1758255484" sldId="404"/>
        </pc:sldMkLst>
        <pc:graphicFrameChg chg="add mod modGraphic">
          <ac:chgData name="Devinder Kaur" userId="89161a673412ba18" providerId="LiveId" clId="{D437EBD6-E7C5-4692-824E-7A0E4B4620EA}" dt="2022-01-05T04:58:45.633" v="2570" actId="403"/>
          <ac:graphicFrameMkLst>
            <pc:docMk/>
            <pc:sldMk cId="1758255484" sldId="404"/>
            <ac:graphicFrameMk id="3" creationId="{8A0FCFD4-6670-41BA-9D3D-3BF049E75FED}"/>
          </ac:graphicFrameMkLst>
        </pc:graphicFrameChg>
      </pc:sldChg>
      <pc:sldChg chg="addSp modSp new mod">
        <pc:chgData name="Devinder Kaur" userId="89161a673412ba18" providerId="LiveId" clId="{D437EBD6-E7C5-4692-824E-7A0E4B4620EA}" dt="2022-01-04T05:09:38.414" v="1014" actId="1036"/>
        <pc:sldMkLst>
          <pc:docMk/>
          <pc:sldMk cId="1064749569" sldId="405"/>
        </pc:sldMkLst>
        <pc:graphicFrameChg chg="add mod modGraphic">
          <ac:chgData name="Devinder Kaur" userId="89161a673412ba18" providerId="LiveId" clId="{D437EBD6-E7C5-4692-824E-7A0E4B4620EA}" dt="2022-01-04T05:09:38.414" v="1014" actId="1036"/>
          <ac:graphicFrameMkLst>
            <pc:docMk/>
            <pc:sldMk cId="1064749569" sldId="405"/>
            <ac:graphicFrameMk id="3" creationId="{6FA20453-F70D-427A-BE72-6C1FBBAE2422}"/>
          </ac:graphicFrameMkLst>
        </pc:graphicFrameChg>
      </pc:sldChg>
      <pc:sldChg chg="addSp modSp new mod">
        <pc:chgData name="Devinder Kaur" userId="89161a673412ba18" providerId="LiveId" clId="{D437EBD6-E7C5-4692-824E-7A0E4B4620EA}" dt="2022-01-04T05:27:07.268" v="1170" actId="255"/>
        <pc:sldMkLst>
          <pc:docMk/>
          <pc:sldMk cId="58233747" sldId="406"/>
        </pc:sldMkLst>
        <pc:graphicFrameChg chg="add mod modGraphic">
          <ac:chgData name="Devinder Kaur" userId="89161a673412ba18" providerId="LiveId" clId="{D437EBD6-E7C5-4692-824E-7A0E4B4620EA}" dt="2022-01-04T05:27:07.268" v="1170" actId="255"/>
          <ac:graphicFrameMkLst>
            <pc:docMk/>
            <pc:sldMk cId="58233747" sldId="406"/>
            <ac:graphicFrameMk id="3" creationId="{5FE0A920-CC80-4EB4-95E3-71140833B511}"/>
          </ac:graphicFrameMkLst>
        </pc:graphicFrameChg>
      </pc:sldChg>
      <pc:sldChg chg="addSp modSp new mod">
        <pc:chgData name="Devinder Kaur" userId="89161a673412ba18" providerId="LiveId" clId="{D437EBD6-E7C5-4692-824E-7A0E4B4620EA}" dt="2022-01-04T18:42:21.794" v="2528"/>
        <pc:sldMkLst>
          <pc:docMk/>
          <pc:sldMk cId="3711753767" sldId="407"/>
        </pc:sldMkLst>
        <pc:graphicFrameChg chg="add mod modGraphic">
          <ac:chgData name="Devinder Kaur" userId="89161a673412ba18" providerId="LiveId" clId="{D437EBD6-E7C5-4692-824E-7A0E4B4620EA}" dt="2022-01-04T18:42:21.794" v="2528"/>
          <ac:graphicFrameMkLst>
            <pc:docMk/>
            <pc:sldMk cId="3711753767" sldId="407"/>
            <ac:graphicFrameMk id="3" creationId="{E54F643D-F193-471D-84EE-E2CCBB190C8B}"/>
          </ac:graphicFrameMkLst>
        </pc:graphicFrameChg>
      </pc:sldChg>
      <pc:sldChg chg="addSp delSp modSp new mod">
        <pc:chgData name="Devinder Kaur" userId="89161a673412ba18" providerId="LiveId" clId="{D437EBD6-E7C5-4692-824E-7A0E4B4620EA}" dt="2022-01-04T18:43:47.710" v="2549"/>
        <pc:sldMkLst>
          <pc:docMk/>
          <pc:sldMk cId="2023502325" sldId="408"/>
        </pc:sldMkLst>
        <pc:graphicFrameChg chg="add mod modGraphic">
          <ac:chgData name="Devinder Kaur" userId="89161a673412ba18" providerId="LiveId" clId="{D437EBD6-E7C5-4692-824E-7A0E4B4620EA}" dt="2022-01-04T18:43:47.710" v="2549"/>
          <ac:graphicFrameMkLst>
            <pc:docMk/>
            <pc:sldMk cId="2023502325" sldId="408"/>
            <ac:graphicFrameMk id="3" creationId="{C9BC80E6-6A9D-4F6F-9413-7F6D8A58175F}"/>
          </ac:graphicFrameMkLst>
        </pc:graphicFrameChg>
        <pc:picChg chg="add del">
          <ac:chgData name="Devinder Kaur" userId="89161a673412ba18" providerId="LiveId" clId="{D437EBD6-E7C5-4692-824E-7A0E4B4620EA}" dt="2022-01-04T07:07:59.220" v="1552" actId="478"/>
          <ac:picMkLst>
            <pc:docMk/>
            <pc:sldMk cId="2023502325" sldId="408"/>
            <ac:picMk id="4" creationId="{D8A7A39E-7B25-4AB1-A8DE-CEA077CDEF6F}"/>
          </ac:picMkLst>
        </pc:picChg>
        <pc:picChg chg="add del mod">
          <ac:chgData name="Devinder Kaur" userId="89161a673412ba18" providerId="LiveId" clId="{D437EBD6-E7C5-4692-824E-7A0E4B4620EA}" dt="2022-01-04T07:15:03.778" v="1859" actId="478"/>
          <ac:picMkLst>
            <pc:docMk/>
            <pc:sldMk cId="2023502325" sldId="408"/>
            <ac:picMk id="5" creationId="{0E9055B2-077F-47BF-A957-40E530405595}"/>
          </ac:picMkLst>
        </pc:picChg>
      </pc:sldChg>
      <pc:sldChg chg="new del">
        <pc:chgData name="Devinder Kaur" userId="89161a673412ba18" providerId="LiveId" clId="{D437EBD6-E7C5-4692-824E-7A0E4B4620EA}" dt="2022-01-04T05:35:55.408" v="1211" actId="680"/>
        <pc:sldMkLst>
          <pc:docMk/>
          <pc:sldMk cId="1622905182" sldId="409"/>
        </pc:sldMkLst>
      </pc:sldChg>
      <pc:sldChg chg="modSp new mod">
        <pc:chgData name="Devinder Kaur" userId="89161a673412ba18" providerId="LiveId" clId="{D437EBD6-E7C5-4692-824E-7A0E4B4620EA}" dt="2022-01-04T18:34:11.558" v="2513" actId="14100"/>
        <pc:sldMkLst>
          <pc:docMk/>
          <pc:sldMk cId="4053061567" sldId="409"/>
        </pc:sldMkLst>
        <pc:spChg chg="mod">
          <ac:chgData name="Devinder Kaur" userId="89161a673412ba18" providerId="LiveId" clId="{D437EBD6-E7C5-4692-824E-7A0E4B4620EA}" dt="2022-01-04T05:38:21.574" v="1248" actId="14100"/>
          <ac:spMkLst>
            <pc:docMk/>
            <pc:sldMk cId="4053061567" sldId="409"/>
            <ac:spMk id="2" creationId="{7D11C330-CF8C-476A-86FB-980644B47AD6}"/>
          </ac:spMkLst>
        </pc:spChg>
        <pc:spChg chg="mod">
          <ac:chgData name="Devinder Kaur" userId="89161a673412ba18" providerId="LiveId" clId="{D437EBD6-E7C5-4692-824E-7A0E4B4620EA}" dt="2022-01-04T18:34:11.558" v="2513" actId="14100"/>
          <ac:spMkLst>
            <pc:docMk/>
            <pc:sldMk cId="4053061567" sldId="409"/>
            <ac:spMk id="3" creationId="{7091DE2F-9396-40F7-8441-3F7E82C9F023}"/>
          </ac:spMkLst>
        </pc:spChg>
      </pc:sldChg>
      <pc:sldChg chg="modSp new mod">
        <pc:chgData name="Devinder Kaur" userId="89161a673412ba18" providerId="LiveId" clId="{D437EBD6-E7C5-4692-824E-7A0E4B4620EA}" dt="2022-01-04T05:40:47.750" v="1280" actId="14100"/>
        <pc:sldMkLst>
          <pc:docMk/>
          <pc:sldMk cId="2337382951" sldId="410"/>
        </pc:sldMkLst>
        <pc:spChg chg="mod">
          <ac:chgData name="Devinder Kaur" userId="89161a673412ba18" providerId="LiveId" clId="{D437EBD6-E7C5-4692-824E-7A0E4B4620EA}" dt="2022-01-04T05:40:42.559" v="1279" actId="14100"/>
          <ac:spMkLst>
            <pc:docMk/>
            <pc:sldMk cId="2337382951" sldId="410"/>
            <ac:spMk id="2" creationId="{75DF2864-D4E4-4DA8-BC6E-A8C255929A8D}"/>
          </ac:spMkLst>
        </pc:spChg>
        <pc:spChg chg="mod">
          <ac:chgData name="Devinder Kaur" userId="89161a673412ba18" providerId="LiveId" clId="{D437EBD6-E7C5-4692-824E-7A0E4B4620EA}" dt="2022-01-04T05:40:47.750" v="1280" actId="14100"/>
          <ac:spMkLst>
            <pc:docMk/>
            <pc:sldMk cId="2337382951" sldId="410"/>
            <ac:spMk id="3" creationId="{5D6D8C70-B24F-4276-A3F1-20A30D6FF537}"/>
          </ac:spMkLst>
        </pc:spChg>
      </pc:sldChg>
      <pc:sldChg chg="modSp add del mod">
        <pc:chgData name="Devinder Kaur" userId="89161a673412ba18" providerId="LiveId" clId="{D437EBD6-E7C5-4692-824E-7A0E4B4620EA}" dt="2022-01-05T05:00:09.847" v="2573" actId="47"/>
        <pc:sldMkLst>
          <pc:docMk/>
          <pc:sldMk cId="1136771063" sldId="411"/>
        </pc:sldMkLst>
        <pc:spChg chg="mod">
          <ac:chgData name="Devinder Kaur" userId="89161a673412ba18" providerId="LiveId" clId="{D437EBD6-E7C5-4692-824E-7A0E4B4620EA}" dt="2022-01-04T18:37:20.842" v="2516" actId="20577"/>
          <ac:spMkLst>
            <pc:docMk/>
            <pc:sldMk cId="1136771063" sldId="411"/>
            <ac:spMk id="3" creationId="{4811D856-3C8C-4D6C-8911-404843A25A83}"/>
          </ac:spMkLst>
        </pc:spChg>
      </pc:sldChg>
      <pc:sldChg chg="delSp modSp new del mod">
        <pc:chgData name="Devinder Kaur" userId="89161a673412ba18" providerId="LiveId" clId="{D437EBD6-E7C5-4692-824E-7A0E4B4620EA}" dt="2022-01-04T18:34:21.445" v="2514" actId="2696"/>
        <pc:sldMkLst>
          <pc:docMk/>
          <pc:sldMk cId="3669953272" sldId="411"/>
        </pc:sldMkLst>
        <pc:spChg chg="del mod">
          <ac:chgData name="Devinder Kaur" userId="89161a673412ba18" providerId="LiveId" clId="{D437EBD6-E7C5-4692-824E-7A0E4B4620EA}" dt="2022-01-04T18:07:13.444" v="2287" actId="478"/>
          <ac:spMkLst>
            <pc:docMk/>
            <pc:sldMk cId="3669953272" sldId="411"/>
            <ac:spMk id="2" creationId="{B604E40A-43FE-4B8C-A135-608DC066CA66}"/>
          </ac:spMkLst>
        </pc:spChg>
        <pc:spChg chg="mod">
          <ac:chgData name="Devinder Kaur" userId="89161a673412ba18" providerId="LiveId" clId="{D437EBD6-E7C5-4692-824E-7A0E4B4620EA}" dt="2022-01-04T18:33:49.535" v="2508" actId="21"/>
          <ac:spMkLst>
            <pc:docMk/>
            <pc:sldMk cId="3669953272" sldId="411"/>
            <ac:spMk id="3" creationId="{4811D856-3C8C-4D6C-8911-404843A25A83}"/>
          </ac:spMkLst>
        </pc:spChg>
      </pc:sldChg>
      <pc:sldChg chg="addSp modSp new mod">
        <pc:chgData name="Devinder Kaur" userId="89161a673412ba18" providerId="LiveId" clId="{D437EBD6-E7C5-4692-824E-7A0E4B4620EA}" dt="2022-01-04T09:24:56.202" v="2086"/>
        <pc:sldMkLst>
          <pc:docMk/>
          <pc:sldMk cId="1345359177" sldId="412"/>
        </pc:sldMkLst>
        <pc:graphicFrameChg chg="add mod modGraphic">
          <ac:chgData name="Devinder Kaur" userId="89161a673412ba18" providerId="LiveId" clId="{D437EBD6-E7C5-4692-824E-7A0E4B4620EA}" dt="2022-01-04T09:24:56.202" v="2086"/>
          <ac:graphicFrameMkLst>
            <pc:docMk/>
            <pc:sldMk cId="1345359177" sldId="412"/>
            <ac:graphicFrameMk id="3" creationId="{91FB0732-0B5F-46B8-961B-558C53D446B4}"/>
          </ac:graphicFrameMkLst>
        </pc:graphicFrameChg>
      </pc:sldChg>
      <pc:sldChg chg="addSp modSp new mod ord">
        <pc:chgData name="Devinder Kaur" userId="89161a673412ba18" providerId="LiveId" clId="{D437EBD6-E7C5-4692-824E-7A0E4B4620EA}" dt="2022-01-05T04:59:21.737" v="2572" actId="403"/>
        <pc:sldMkLst>
          <pc:docMk/>
          <pc:sldMk cId="1399851306" sldId="413"/>
        </pc:sldMkLst>
        <pc:graphicFrameChg chg="add mod modGraphic">
          <ac:chgData name="Devinder Kaur" userId="89161a673412ba18" providerId="LiveId" clId="{D437EBD6-E7C5-4692-824E-7A0E4B4620EA}" dt="2022-01-05T04:59:21.737" v="2572" actId="403"/>
          <ac:graphicFrameMkLst>
            <pc:docMk/>
            <pc:sldMk cId="1399851306" sldId="413"/>
            <ac:graphicFrameMk id="3" creationId="{B0D304A0-7530-44FB-89C0-2D473262C5A0}"/>
          </ac:graphicFrameMkLst>
        </pc:graphicFrameChg>
      </pc:sldChg>
      <pc:sldChg chg="addSp modSp new mod">
        <pc:chgData name="Devinder Kaur" userId="89161a673412ba18" providerId="LiveId" clId="{D437EBD6-E7C5-4692-824E-7A0E4B4620EA}" dt="2022-01-04T10:32:56.223" v="2174" actId="122"/>
        <pc:sldMkLst>
          <pc:docMk/>
          <pc:sldMk cId="4063930908" sldId="414"/>
        </pc:sldMkLst>
        <pc:graphicFrameChg chg="add mod modGraphic">
          <ac:chgData name="Devinder Kaur" userId="89161a673412ba18" providerId="LiveId" clId="{D437EBD6-E7C5-4692-824E-7A0E4B4620EA}" dt="2022-01-04T10:32:56.223" v="2174" actId="122"/>
          <ac:graphicFrameMkLst>
            <pc:docMk/>
            <pc:sldMk cId="4063930908" sldId="414"/>
            <ac:graphicFrameMk id="3" creationId="{6D024CEA-69A2-4FB9-8156-CDDB63F89750}"/>
          </ac:graphicFrameMkLst>
        </pc:graphicFrameChg>
      </pc:sldChg>
      <pc:sldChg chg="addSp modSp new del mod">
        <pc:chgData name="Devinder Kaur" userId="89161a673412ba18" providerId="LiveId" clId="{D437EBD6-E7C5-4692-824E-7A0E4B4620EA}" dt="2022-01-04T18:30:19.046" v="2416" actId="47"/>
        <pc:sldMkLst>
          <pc:docMk/>
          <pc:sldMk cId="2899828015" sldId="415"/>
        </pc:sldMkLst>
        <pc:graphicFrameChg chg="add modGraphic">
          <ac:chgData name="Devinder Kaur" userId="89161a673412ba18" providerId="LiveId" clId="{D437EBD6-E7C5-4692-824E-7A0E4B4620EA}" dt="2022-01-04T10:29:31.465" v="2157" actId="1032"/>
          <ac:graphicFrameMkLst>
            <pc:docMk/>
            <pc:sldMk cId="2899828015" sldId="415"/>
            <ac:graphicFrameMk id="3" creationId="{8BFCCA66-FB13-40C4-940A-3BB9F84C453E}"/>
          </ac:graphicFrameMkLst>
        </pc:graphicFrameChg>
      </pc:sldChg>
      <pc:sldChg chg="addSp modSp new mod">
        <pc:chgData name="Devinder Kaur" userId="89161a673412ba18" providerId="LiveId" clId="{D437EBD6-E7C5-4692-824E-7A0E4B4620EA}" dt="2022-01-04T18:01:55.639" v="2227" actId="179"/>
        <pc:sldMkLst>
          <pc:docMk/>
          <pc:sldMk cId="3648166895" sldId="416"/>
        </pc:sldMkLst>
        <pc:graphicFrameChg chg="add mod modGraphic">
          <ac:chgData name="Devinder Kaur" userId="89161a673412ba18" providerId="LiveId" clId="{D437EBD6-E7C5-4692-824E-7A0E4B4620EA}" dt="2022-01-04T18:01:55.639" v="2227" actId="179"/>
          <ac:graphicFrameMkLst>
            <pc:docMk/>
            <pc:sldMk cId="3648166895" sldId="416"/>
            <ac:graphicFrameMk id="3" creationId="{DF6E36CB-AA92-4E01-ACA0-C986140179A1}"/>
          </ac:graphicFrameMkLst>
        </pc:graphicFrameChg>
      </pc:sldChg>
      <pc:sldChg chg="addSp modSp new mod">
        <pc:chgData name="Devinder Kaur" userId="89161a673412ba18" providerId="LiveId" clId="{D437EBD6-E7C5-4692-824E-7A0E4B4620EA}" dt="2022-01-04T18:24:20.393" v="2375" actId="403"/>
        <pc:sldMkLst>
          <pc:docMk/>
          <pc:sldMk cId="3035489821" sldId="417"/>
        </pc:sldMkLst>
        <pc:graphicFrameChg chg="add mod modGraphic">
          <ac:chgData name="Devinder Kaur" userId="89161a673412ba18" providerId="LiveId" clId="{D437EBD6-E7C5-4692-824E-7A0E4B4620EA}" dt="2022-01-04T18:24:20.393" v="2375" actId="403"/>
          <ac:graphicFrameMkLst>
            <pc:docMk/>
            <pc:sldMk cId="3035489821" sldId="417"/>
            <ac:graphicFrameMk id="3" creationId="{FAFD3B51-EA03-42EE-BB0B-64BFF2EFA7F1}"/>
          </ac:graphicFrameMkLst>
        </pc:graphicFrameChg>
      </pc:sldChg>
      <pc:sldChg chg="addSp modSp new mod">
        <pc:chgData name="Devinder Kaur" userId="89161a673412ba18" providerId="LiveId" clId="{D437EBD6-E7C5-4692-824E-7A0E4B4620EA}" dt="2022-01-04T18:06:00.623" v="2277" actId="122"/>
        <pc:sldMkLst>
          <pc:docMk/>
          <pc:sldMk cId="1377215463" sldId="418"/>
        </pc:sldMkLst>
        <pc:graphicFrameChg chg="add mod modGraphic">
          <ac:chgData name="Devinder Kaur" userId="89161a673412ba18" providerId="LiveId" clId="{D437EBD6-E7C5-4692-824E-7A0E4B4620EA}" dt="2022-01-04T18:06:00.623" v="2277" actId="122"/>
          <ac:graphicFrameMkLst>
            <pc:docMk/>
            <pc:sldMk cId="1377215463" sldId="418"/>
            <ac:graphicFrameMk id="3" creationId="{5A3FAA10-4350-4CB5-8FE4-8BE89AD633EC}"/>
          </ac:graphicFrameMkLst>
        </pc:graphicFrameChg>
      </pc:sldChg>
      <pc:sldChg chg="addSp modSp new mod">
        <pc:chgData name="Devinder Kaur" userId="89161a673412ba18" providerId="LiveId" clId="{D437EBD6-E7C5-4692-824E-7A0E4B4620EA}" dt="2022-01-04T18:14:30.712" v="2350" actId="20577"/>
        <pc:sldMkLst>
          <pc:docMk/>
          <pc:sldMk cId="1261589088" sldId="419"/>
        </pc:sldMkLst>
        <pc:graphicFrameChg chg="add mod modGraphic">
          <ac:chgData name="Devinder Kaur" userId="89161a673412ba18" providerId="LiveId" clId="{D437EBD6-E7C5-4692-824E-7A0E4B4620EA}" dt="2022-01-04T18:14:30.712" v="2350" actId="20577"/>
          <ac:graphicFrameMkLst>
            <pc:docMk/>
            <pc:sldMk cId="1261589088" sldId="419"/>
            <ac:graphicFrameMk id="3" creationId="{E7630C35-14AA-4A26-87FB-180C984DF3CF}"/>
          </ac:graphicFrameMkLst>
        </pc:graphicFrameChg>
      </pc:sldChg>
      <pc:sldChg chg="addSp modSp new mod">
        <pc:chgData name="Devinder Kaur" userId="89161a673412ba18" providerId="LiveId" clId="{D437EBD6-E7C5-4692-824E-7A0E4B4620EA}" dt="2022-01-04T18:30:08.903" v="2415" actId="14100"/>
        <pc:sldMkLst>
          <pc:docMk/>
          <pc:sldMk cId="3063314571" sldId="420"/>
        </pc:sldMkLst>
        <pc:graphicFrameChg chg="add mod modGraphic">
          <ac:chgData name="Devinder Kaur" userId="89161a673412ba18" providerId="LiveId" clId="{D437EBD6-E7C5-4692-824E-7A0E4B4620EA}" dt="2022-01-04T18:30:08.903" v="2415" actId="14100"/>
          <ac:graphicFrameMkLst>
            <pc:docMk/>
            <pc:sldMk cId="3063314571" sldId="420"/>
            <ac:graphicFrameMk id="3" creationId="{7989309E-54AD-4213-8FFD-3146D82E0B90}"/>
          </ac:graphicFrameMkLst>
        </pc:graphicFrameChg>
      </pc:sldChg>
      <pc:sldChg chg="modSp new mod">
        <pc:chgData name="Devinder Kaur" userId="89161a673412ba18" providerId="LiveId" clId="{D437EBD6-E7C5-4692-824E-7A0E4B4620EA}" dt="2022-01-04T18:33:24.705" v="2507" actId="14100"/>
        <pc:sldMkLst>
          <pc:docMk/>
          <pc:sldMk cId="927496232" sldId="421"/>
        </pc:sldMkLst>
        <pc:spChg chg="mod">
          <ac:chgData name="Devinder Kaur" userId="89161a673412ba18" providerId="LiveId" clId="{D437EBD6-E7C5-4692-824E-7A0E4B4620EA}" dt="2022-01-04T18:32:50.440" v="2500" actId="404"/>
          <ac:spMkLst>
            <pc:docMk/>
            <pc:sldMk cId="927496232" sldId="421"/>
            <ac:spMk id="2" creationId="{1F9F77DD-C0BC-4EE3-9ADD-063E95141D8A}"/>
          </ac:spMkLst>
        </pc:spChg>
        <pc:spChg chg="mod">
          <ac:chgData name="Devinder Kaur" userId="89161a673412ba18" providerId="LiveId" clId="{D437EBD6-E7C5-4692-824E-7A0E4B4620EA}" dt="2022-01-04T18:33:24.705" v="2507" actId="14100"/>
          <ac:spMkLst>
            <pc:docMk/>
            <pc:sldMk cId="927496232" sldId="421"/>
            <ac:spMk id="3" creationId="{A426A7D0-CF40-451E-9A6A-13D96547E957}"/>
          </ac:spMkLst>
        </pc:spChg>
      </pc:sldChg>
      <pc:sldChg chg="addSp modSp new mod">
        <pc:chgData name="Devinder Kaur" userId="89161a673412ba18" providerId="LiveId" clId="{D437EBD6-E7C5-4692-824E-7A0E4B4620EA}" dt="2022-01-04T18:46:36.912" v="2563" actId="14100"/>
        <pc:sldMkLst>
          <pc:docMk/>
          <pc:sldMk cId="879633862" sldId="422"/>
        </pc:sldMkLst>
        <pc:graphicFrameChg chg="add mod modGraphic">
          <ac:chgData name="Devinder Kaur" userId="89161a673412ba18" providerId="LiveId" clId="{D437EBD6-E7C5-4692-824E-7A0E4B4620EA}" dt="2022-01-04T18:46:36.912" v="2563" actId="14100"/>
          <ac:graphicFrameMkLst>
            <pc:docMk/>
            <pc:sldMk cId="879633862" sldId="422"/>
            <ac:graphicFrameMk id="3" creationId="{DDB33DA9-E0FE-4177-9226-C10C36093CDA}"/>
          </ac:graphicFrameMkLst>
        </pc:graphicFrameChg>
      </pc:sldChg>
    </pc:docChg>
  </pc:docChgLst>
  <pc:docChgLst>
    <pc:chgData name="Devinder Kaur" userId="89161a673412ba18" providerId="LiveId" clId="{58AF381C-3989-4DC6-8600-5519E6AE6AD7}"/>
    <pc:docChg chg="addSld modSld">
      <pc:chgData name="Devinder Kaur" userId="89161a673412ba18" providerId="LiveId" clId="{58AF381C-3989-4DC6-8600-5519E6AE6AD7}" dt="2022-12-21T04:09:42.227" v="41" actId="1076"/>
      <pc:docMkLst>
        <pc:docMk/>
      </pc:docMkLst>
      <pc:sldChg chg="modSp mod">
        <pc:chgData name="Devinder Kaur" userId="89161a673412ba18" providerId="LiveId" clId="{58AF381C-3989-4DC6-8600-5519E6AE6AD7}" dt="2022-12-21T04:09:42.227" v="41" actId="1076"/>
        <pc:sldMkLst>
          <pc:docMk/>
          <pc:sldMk cId="3585577689" sldId="375"/>
        </pc:sldMkLst>
        <pc:spChg chg="mod">
          <ac:chgData name="Devinder Kaur" userId="89161a673412ba18" providerId="LiveId" clId="{58AF381C-3989-4DC6-8600-5519E6AE6AD7}" dt="2022-12-21T04:09:42.227" v="41" actId="1076"/>
          <ac:spMkLst>
            <pc:docMk/>
            <pc:sldMk cId="3585577689" sldId="375"/>
            <ac:spMk id="37" creationId="{0983CA01-DED8-4A8A-82CA-5B1BE1DADB0C}"/>
          </ac:spMkLst>
        </pc:spChg>
      </pc:sldChg>
      <pc:sldChg chg="addSp modSp new mod">
        <pc:chgData name="Devinder Kaur" userId="89161a673412ba18" providerId="LiveId" clId="{58AF381C-3989-4DC6-8600-5519E6AE6AD7}" dt="2022-12-20T07:27:51.576" v="8" actId="1076"/>
        <pc:sldMkLst>
          <pc:docMk/>
          <pc:sldMk cId="198484159" sldId="431"/>
        </pc:sldMkLst>
        <pc:picChg chg="add mod">
          <ac:chgData name="Devinder Kaur" userId="89161a673412ba18" providerId="LiveId" clId="{58AF381C-3989-4DC6-8600-5519E6AE6AD7}" dt="2022-12-20T07:27:51.576" v="8" actId="1076"/>
          <ac:picMkLst>
            <pc:docMk/>
            <pc:sldMk cId="198484159" sldId="431"/>
            <ac:picMk id="3" creationId="{F7DC66A8-9E90-309B-3A69-B46E14854EB2}"/>
          </ac:picMkLst>
        </pc:picChg>
      </pc:sldChg>
      <pc:sldChg chg="addSp modSp new mod">
        <pc:chgData name="Devinder Kaur" userId="89161a673412ba18" providerId="LiveId" clId="{58AF381C-3989-4DC6-8600-5519E6AE6AD7}" dt="2022-12-20T07:50:49.704" v="40" actId="20577"/>
        <pc:sldMkLst>
          <pc:docMk/>
          <pc:sldMk cId="2588663887" sldId="432"/>
        </pc:sldMkLst>
        <pc:graphicFrameChg chg="add mod modGraphic">
          <ac:chgData name="Devinder Kaur" userId="89161a673412ba18" providerId="LiveId" clId="{58AF381C-3989-4DC6-8600-5519E6AE6AD7}" dt="2022-12-20T07:50:49.704" v="40" actId="20577"/>
          <ac:graphicFrameMkLst>
            <pc:docMk/>
            <pc:sldMk cId="2588663887" sldId="432"/>
            <ac:graphicFrameMk id="3" creationId="{9824FA00-2F57-68E7-1ACC-C8F8C95D7606}"/>
          </ac:graphicFrameMkLst>
        </pc:graphicFrameChg>
      </pc:sldChg>
    </pc:docChg>
  </pc:docChgLst>
  <pc:docChgLst>
    <pc:chgData name="Devinder Kaur" userId="89161a673412ba18" providerId="LiveId" clId="{395D6A1E-785A-4123-ADFB-06E966D79FC3}"/>
    <pc:docChg chg="delSld modSld">
      <pc:chgData name="Devinder Kaur" userId="89161a673412ba18" providerId="LiveId" clId="{395D6A1E-785A-4123-ADFB-06E966D79FC3}" dt="2022-11-24T08:56:39.134" v="21" actId="47"/>
      <pc:docMkLst>
        <pc:docMk/>
      </pc:docMkLst>
      <pc:sldChg chg="modSp mod">
        <pc:chgData name="Devinder Kaur" userId="89161a673412ba18" providerId="LiveId" clId="{395D6A1E-785A-4123-ADFB-06E966D79FC3}" dt="2022-11-24T08:53:39.474" v="0" actId="20577"/>
        <pc:sldMkLst>
          <pc:docMk/>
          <pc:sldMk cId="3585577689" sldId="375"/>
        </pc:sldMkLst>
        <pc:spChg chg="mod">
          <ac:chgData name="Devinder Kaur" userId="89161a673412ba18" providerId="LiveId" clId="{395D6A1E-785A-4123-ADFB-06E966D79FC3}" dt="2022-11-24T08:53:39.474" v="0" actId="20577"/>
          <ac:spMkLst>
            <pc:docMk/>
            <pc:sldMk cId="3585577689" sldId="375"/>
            <ac:spMk id="26" creationId="{00000000-0000-0000-0000-000000000000}"/>
          </ac:spMkLst>
        </pc:spChg>
      </pc:sldChg>
      <pc:sldChg chg="del">
        <pc:chgData name="Devinder Kaur" userId="89161a673412ba18" providerId="LiveId" clId="{395D6A1E-785A-4123-ADFB-06E966D79FC3}" dt="2022-11-24T08:54:03.965" v="1" actId="47"/>
        <pc:sldMkLst>
          <pc:docMk/>
          <pc:sldMk cId="0" sldId="382"/>
        </pc:sldMkLst>
      </pc:sldChg>
      <pc:sldChg chg="del">
        <pc:chgData name="Devinder Kaur" userId="89161a673412ba18" providerId="LiveId" clId="{395D6A1E-785A-4123-ADFB-06E966D79FC3}" dt="2022-11-24T08:55:56.921" v="6" actId="47"/>
        <pc:sldMkLst>
          <pc:docMk/>
          <pc:sldMk cId="2023502325" sldId="408"/>
        </pc:sldMkLst>
      </pc:sldChg>
      <pc:sldChg chg="modSp mod">
        <pc:chgData name="Devinder Kaur" userId="89161a673412ba18" providerId="LiveId" clId="{395D6A1E-785A-4123-ADFB-06E966D79FC3}" dt="2022-11-24T08:55:41.098" v="5" actId="6549"/>
        <pc:sldMkLst>
          <pc:docMk/>
          <pc:sldMk cId="4053061567" sldId="409"/>
        </pc:sldMkLst>
        <pc:spChg chg="mod">
          <ac:chgData name="Devinder Kaur" userId="89161a673412ba18" providerId="LiveId" clId="{395D6A1E-785A-4123-ADFB-06E966D79FC3}" dt="2022-11-24T08:55:41.098" v="5" actId="6549"/>
          <ac:spMkLst>
            <pc:docMk/>
            <pc:sldMk cId="4053061567" sldId="409"/>
            <ac:spMk id="3" creationId="{7091DE2F-9396-40F7-8441-3F7E82C9F023}"/>
          </ac:spMkLst>
        </pc:spChg>
      </pc:sldChg>
      <pc:sldChg chg="del">
        <pc:chgData name="Devinder Kaur" userId="89161a673412ba18" providerId="LiveId" clId="{395D6A1E-785A-4123-ADFB-06E966D79FC3}" dt="2022-11-24T08:56:05.168" v="9" actId="47"/>
        <pc:sldMkLst>
          <pc:docMk/>
          <pc:sldMk cId="1345359177" sldId="412"/>
        </pc:sldMkLst>
      </pc:sldChg>
      <pc:sldChg chg="del">
        <pc:chgData name="Devinder Kaur" userId="89161a673412ba18" providerId="LiveId" clId="{395D6A1E-785A-4123-ADFB-06E966D79FC3}" dt="2022-11-24T08:56:02.325" v="8" actId="47"/>
        <pc:sldMkLst>
          <pc:docMk/>
          <pc:sldMk cId="1399851306" sldId="413"/>
        </pc:sldMkLst>
      </pc:sldChg>
      <pc:sldChg chg="del">
        <pc:chgData name="Devinder Kaur" userId="89161a673412ba18" providerId="LiveId" clId="{395D6A1E-785A-4123-ADFB-06E966D79FC3}" dt="2022-11-24T08:56:18.574" v="14" actId="47"/>
        <pc:sldMkLst>
          <pc:docMk/>
          <pc:sldMk cId="4063930908" sldId="414"/>
        </pc:sldMkLst>
      </pc:sldChg>
      <pc:sldChg chg="del">
        <pc:chgData name="Devinder Kaur" userId="89161a673412ba18" providerId="LiveId" clId="{395D6A1E-785A-4123-ADFB-06E966D79FC3}" dt="2022-11-24T08:56:28.293" v="16" actId="47"/>
        <pc:sldMkLst>
          <pc:docMk/>
          <pc:sldMk cId="3648166895" sldId="416"/>
        </pc:sldMkLst>
      </pc:sldChg>
      <pc:sldChg chg="del">
        <pc:chgData name="Devinder Kaur" userId="89161a673412ba18" providerId="LiveId" clId="{395D6A1E-785A-4123-ADFB-06E966D79FC3}" dt="2022-11-24T08:56:38.324" v="20" actId="47"/>
        <pc:sldMkLst>
          <pc:docMk/>
          <pc:sldMk cId="3035489821" sldId="417"/>
        </pc:sldMkLst>
      </pc:sldChg>
      <pc:sldChg chg="del">
        <pc:chgData name="Devinder Kaur" userId="89161a673412ba18" providerId="LiveId" clId="{395D6A1E-785A-4123-ADFB-06E966D79FC3}" dt="2022-11-24T08:56:34.426" v="17" actId="47"/>
        <pc:sldMkLst>
          <pc:docMk/>
          <pc:sldMk cId="1377215463" sldId="418"/>
        </pc:sldMkLst>
      </pc:sldChg>
      <pc:sldChg chg="del">
        <pc:chgData name="Devinder Kaur" userId="89161a673412ba18" providerId="LiveId" clId="{395D6A1E-785A-4123-ADFB-06E966D79FC3}" dt="2022-11-24T08:56:36.992" v="19" actId="47"/>
        <pc:sldMkLst>
          <pc:docMk/>
          <pc:sldMk cId="1261589088" sldId="419"/>
        </pc:sldMkLst>
      </pc:sldChg>
      <pc:sldChg chg="del">
        <pc:chgData name="Devinder Kaur" userId="89161a673412ba18" providerId="LiveId" clId="{395D6A1E-785A-4123-ADFB-06E966D79FC3}" dt="2022-11-24T08:56:39.134" v="21" actId="47"/>
        <pc:sldMkLst>
          <pc:docMk/>
          <pc:sldMk cId="3063314571" sldId="420"/>
        </pc:sldMkLst>
      </pc:sldChg>
      <pc:sldChg chg="del">
        <pc:chgData name="Devinder Kaur" userId="89161a673412ba18" providerId="LiveId" clId="{395D6A1E-785A-4123-ADFB-06E966D79FC3}" dt="2022-11-24T08:56:24.683" v="15" actId="47"/>
        <pc:sldMkLst>
          <pc:docMk/>
          <pc:sldMk cId="927496232" sldId="421"/>
        </pc:sldMkLst>
      </pc:sldChg>
      <pc:sldChg chg="del">
        <pc:chgData name="Devinder Kaur" userId="89161a673412ba18" providerId="LiveId" clId="{395D6A1E-785A-4123-ADFB-06E966D79FC3}" dt="2022-11-24T08:56:36.058" v="18" actId="47"/>
        <pc:sldMkLst>
          <pc:docMk/>
          <pc:sldMk cId="1901316891" sldId="423"/>
        </pc:sldMkLst>
      </pc:sldChg>
      <pc:sldChg chg="del">
        <pc:chgData name="Devinder Kaur" userId="89161a673412ba18" providerId="LiveId" clId="{395D6A1E-785A-4123-ADFB-06E966D79FC3}" dt="2022-11-24T08:55:59.754" v="7" actId="47"/>
        <pc:sldMkLst>
          <pc:docMk/>
          <pc:sldMk cId="4084003693" sldId="425"/>
        </pc:sldMkLst>
      </pc:sldChg>
      <pc:sldChg chg="del">
        <pc:chgData name="Devinder Kaur" userId="89161a673412ba18" providerId="LiveId" clId="{395D6A1E-785A-4123-ADFB-06E966D79FC3}" dt="2022-11-24T08:56:08.089" v="10" actId="47"/>
        <pc:sldMkLst>
          <pc:docMk/>
          <pc:sldMk cId="53291262" sldId="426"/>
        </pc:sldMkLst>
      </pc:sldChg>
      <pc:sldChg chg="del">
        <pc:chgData name="Devinder Kaur" userId="89161a673412ba18" providerId="LiveId" clId="{395D6A1E-785A-4123-ADFB-06E966D79FC3}" dt="2022-11-24T08:56:15.830" v="13" actId="47"/>
        <pc:sldMkLst>
          <pc:docMk/>
          <pc:sldMk cId="1272772485" sldId="427"/>
        </pc:sldMkLst>
      </pc:sldChg>
      <pc:sldChg chg="del">
        <pc:chgData name="Devinder Kaur" userId="89161a673412ba18" providerId="LiveId" clId="{395D6A1E-785A-4123-ADFB-06E966D79FC3}" dt="2022-11-24T08:56:10.856" v="11" actId="47"/>
        <pc:sldMkLst>
          <pc:docMk/>
          <pc:sldMk cId="4036931735" sldId="428"/>
        </pc:sldMkLst>
      </pc:sldChg>
      <pc:sldChg chg="del">
        <pc:chgData name="Devinder Kaur" userId="89161a673412ba18" providerId="LiveId" clId="{395D6A1E-785A-4123-ADFB-06E966D79FC3}" dt="2022-11-24T08:56:13.334" v="12" actId="47"/>
        <pc:sldMkLst>
          <pc:docMk/>
          <pc:sldMk cId="4147779359" sldId="429"/>
        </pc:sldMkLst>
      </pc:sldChg>
    </pc:docChg>
  </pc:docChgLst>
  <pc:docChgLst>
    <pc:chgData name="Devinder Kaur" userId="89161a673412ba18" providerId="LiveId" clId="{C26AAAC5-2727-4B7B-8D5B-85A19B87EDF7}"/>
    <pc:docChg chg="undo custSel addSld delSld modSld sldOrd">
      <pc:chgData name="Devinder Kaur" userId="89161a673412ba18" providerId="LiveId" clId="{C26AAAC5-2727-4B7B-8D5B-85A19B87EDF7}" dt="2022-04-25T09:03:29.296" v="853"/>
      <pc:docMkLst>
        <pc:docMk/>
      </pc:docMkLst>
      <pc:sldChg chg="modSp mod">
        <pc:chgData name="Devinder Kaur" userId="89161a673412ba18" providerId="LiveId" clId="{C26AAAC5-2727-4B7B-8D5B-85A19B87EDF7}" dt="2022-04-25T06:23:39.355" v="35" actId="207"/>
        <pc:sldMkLst>
          <pc:docMk/>
          <pc:sldMk cId="2656501266" sldId="279"/>
        </pc:sldMkLst>
        <pc:spChg chg="mod">
          <ac:chgData name="Devinder Kaur" userId="89161a673412ba18" providerId="LiveId" clId="{C26AAAC5-2727-4B7B-8D5B-85A19B87EDF7}" dt="2022-04-25T06:23:39.355" v="35" actId="207"/>
          <ac:spMkLst>
            <pc:docMk/>
            <pc:sldMk cId="2656501266" sldId="279"/>
            <ac:spMk id="17" creationId="{2C813A83-4CF3-4942-8C24-169E11C40466}"/>
          </ac:spMkLst>
        </pc:spChg>
      </pc:sldChg>
      <pc:sldChg chg="modSp mod">
        <pc:chgData name="Devinder Kaur" userId="89161a673412ba18" providerId="LiveId" clId="{C26AAAC5-2727-4B7B-8D5B-85A19B87EDF7}" dt="2022-04-25T08:50:16.441" v="744" actId="20577"/>
        <pc:sldMkLst>
          <pc:docMk/>
          <pc:sldMk cId="3361918424" sldId="308"/>
        </pc:sldMkLst>
        <pc:spChg chg="mod">
          <ac:chgData name="Devinder Kaur" userId="89161a673412ba18" providerId="LiveId" clId="{C26AAAC5-2727-4B7B-8D5B-85A19B87EDF7}" dt="2022-04-25T08:50:16.441" v="744" actId="20577"/>
          <ac:spMkLst>
            <pc:docMk/>
            <pc:sldMk cId="3361918424" sldId="308"/>
            <ac:spMk id="3" creationId="{00000000-0000-0000-0000-000000000000}"/>
          </ac:spMkLst>
        </pc:spChg>
      </pc:sldChg>
      <pc:sldChg chg="modSp mod">
        <pc:chgData name="Devinder Kaur" userId="89161a673412ba18" providerId="LiveId" clId="{C26AAAC5-2727-4B7B-8D5B-85A19B87EDF7}" dt="2022-04-25T06:38:04.621" v="48" actId="14100"/>
        <pc:sldMkLst>
          <pc:docMk/>
          <pc:sldMk cId="687752180" sldId="387"/>
        </pc:sldMkLst>
        <pc:graphicFrameChg chg="mod modGraphic">
          <ac:chgData name="Devinder Kaur" userId="89161a673412ba18" providerId="LiveId" clId="{C26AAAC5-2727-4B7B-8D5B-85A19B87EDF7}" dt="2022-04-25T06:37:58.360" v="47"/>
          <ac:graphicFrameMkLst>
            <pc:docMk/>
            <pc:sldMk cId="687752180" sldId="387"/>
            <ac:graphicFrameMk id="4" creationId="{E88BB22C-216F-4033-B9EE-F478C4E1D433}"/>
          </ac:graphicFrameMkLst>
        </pc:graphicFrameChg>
        <pc:graphicFrameChg chg="mod">
          <ac:chgData name="Devinder Kaur" userId="89161a673412ba18" providerId="LiveId" clId="{C26AAAC5-2727-4B7B-8D5B-85A19B87EDF7}" dt="2022-04-25T06:38:04.621" v="48" actId="14100"/>
          <ac:graphicFrameMkLst>
            <pc:docMk/>
            <pc:sldMk cId="687752180" sldId="387"/>
            <ac:graphicFrameMk id="5" creationId="{DD663D56-6F6A-4E2D-9398-57C45F6BAF9F}"/>
          </ac:graphicFrameMkLst>
        </pc:graphicFrameChg>
      </pc:sldChg>
      <pc:sldChg chg="modSp">
        <pc:chgData name="Devinder Kaur" userId="89161a673412ba18" providerId="LiveId" clId="{C26AAAC5-2727-4B7B-8D5B-85A19B87EDF7}" dt="2022-04-25T06:38:45.443" v="50" actId="179"/>
        <pc:sldMkLst>
          <pc:docMk/>
          <pc:sldMk cId="147918492" sldId="395"/>
        </pc:sldMkLst>
        <pc:graphicFrameChg chg="mod">
          <ac:chgData name="Devinder Kaur" userId="89161a673412ba18" providerId="LiveId" clId="{C26AAAC5-2727-4B7B-8D5B-85A19B87EDF7}" dt="2022-04-25T06:38:45.443" v="50" actId="179"/>
          <ac:graphicFrameMkLst>
            <pc:docMk/>
            <pc:sldMk cId="147918492" sldId="395"/>
            <ac:graphicFrameMk id="3" creationId="{C96A5D8C-11DF-4E6F-9234-C4E7326F1221}"/>
          </ac:graphicFrameMkLst>
        </pc:graphicFrameChg>
      </pc:sldChg>
      <pc:sldChg chg="modSp">
        <pc:chgData name="Devinder Kaur" userId="89161a673412ba18" providerId="LiveId" clId="{C26AAAC5-2727-4B7B-8D5B-85A19B87EDF7}" dt="2022-04-25T06:43:08.232" v="53" actId="20577"/>
        <pc:sldMkLst>
          <pc:docMk/>
          <pc:sldMk cId="3856306075" sldId="396"/>
        </pc:sldMkLst>
        <pc:graphicFrameChg chg="mod">
          <ac:chgData name="Devinder Kaur" userId="89161a673412ba18" providerId="LiveId" clId="{C26AAAC5-2727-4B7B-8D5B-85A19B87EDF7}" dt="2022-04-25T06:43:08.232" v="53" actId="20577"/>
          <ac:graphicFrameMkLst>
            <pc:docMk/>
            <pc:sldMk cId="3856306075" sldId="396"/>
            <ac:graphicFrameMk id="3" creationId="{5EF03876-09FB-4960-BCF6-D28322A76EBC}"/>
          </ac:graphicFrameMkLst>
        </pc:graphicFrameChg>
      </pc:sldChg>
      <pc:sldChg chg="modSp">
        <pc:chgData name="Devinder Kaur" userId="89161a673412ba18" providerId="LiveId" clId="{C26AAAC5-2727-4B7B-8D5B-85A19B87EDF7}" dt="2022-04-25T06:43:30.096" v="71"/>
        <pc:sldMkLst>
          <pc:docMk/>
          <pc:sldMk cId="3167315709" sldId="397"/>
        </pc:sldMkLst>
        <pc:graphicFrameChg chg="mod">
          <ac:chgData name="Devinder Kaur" userId="89161a673412ba18" providerId="LiveId" clId="{C26AAAC5-2727-4B7B-8D5B-85A19B87EDF7}" dt="2022-04-25T06:43:30.096" v="71"/>
          <ac:graphicFrameMkLst>
            <pc:docMk/>
            <pc:sldMk cId="3167315709" sldId="397"/>
            <ac:graphicFrameMk id="3" creationId="{3275FE63-40A9-447D-A8F0-CBC20D437BF6}"/>
          </ac:graphicFrameMkLst>
        </pc:graphicFrameChg>
      </pc:sldChg>
      <pc:sldChg chg="modSp mod">
        <pc:chgData name="Devinder Kaur" userId="89161a673412ba18" providerId="LiveId" clId="{C26AAAC5-2727-4B7B-8D5B-85A19B87EDF7}" dt="2022-04-25T06:45:01.645" v="77" actId="404"/>
        <pc:sldMkLst>
          <pc:docMk/>
          <pc:sldMk cId="3639549269" sldId="398"/>
        </pc:sldMkLst>
        <pc:graphicFrameChg chg="mod modGraphic">
          <ac:chgData name="Devinder Kaur" userId="89161a673412ba18" providerId="LiveId" clId="{C26AAAC5-2727-4B7B-8D5B-85A19B87EDF7}" dt="2022-04-25T06:45:01.645" v="77" actId="404"/>
          <ac:graphicFrameMkLst>
            <pc:docMk/>
            <pc:sldMk cId="3639549269" sldId="398"/>
            <ac:graphicFrameMk id="3" creationId="{0DFF9344-92F7-4682-9AF5-F049576651F7}"/>
          </ac:graphicFrameMkLst>
        </pc:graphicFrameChg>
      </pc:sldChg>
      <pc:sldChg chg="modSp mod modNotesTx">
        <pc:chgData name="Devinder Kaur" userId="89161a673412ba18" providerId="LiveId" clId="{C26AAAC5-2727-4B7B-8D5B-85A19B87EDF7}" dt="2022-04-25T06:52:58.738" v="146" actId="313"/>
        <pc:sldMkLst>
          <pc:docMk/>
          <pc:sldMk cId="227521108" sldId="400"/>
        </pc:sldMkLst>
        <pc:graphicFrameChg chg="mod modGraphic">
          <ac:chgData name="Devinder Kaur" userId="89161a673412ba18" providerId="LiveId" clId="{C26AAAC5-2727-4B7B-8D5B-85A19B87EDF7}" dt="2022-04-25T06:50:59.885" v="145"/>
          <ac:graphicFrameMkLst>
            <pc:docMk/>
            <pc:sldMk cId="227521108" sldId="400"/>
            <ac:graphicFrameMk id="3" creationId="{0A75EF0A-0EE4-46B0-B346-E4FF073F4FA7}"/>
          </ac:graphicFrameMkLst>
        </pc:graphicFrameChg>
      </pc:sldChg>
      <pc:sldChg chg="modSp mod">
        <pc:chgData name="Devinder Kaur" userId="89161a673412ba18" providerId="LiveId" clId="{C26AAAC5-2727-4B7B-8D5B-85A19B87EDF7}" dt="2022-04-25T06:21:48.593" v="29" actId="12789"/>
        <pc:sldMkLst>
          <pc:docMk/>
          <pc:sldMk cId="2023502325" sldId="408"/>
        </pc:sldMkLst>
        <pc:graphicFrameChg chg="mod modGraphic">
          <ac:chgData name="Devinder Kaur" userId="89161a673412ba18" providerId="LiveId" clId="{C26AAAC5-2727-4B7B-8D5B-85A19B87EDF7}" dt="2022-04-25T06:21:48.593" v="29" actId="12789"/>
          <ac:graphicFrameMkLst>
            <pc:docMk/>
            <pc:sldMk cId="2023502325" sldId="408"/>
            <ac:graphicFrameMk id="3" creationId="{C9BC80E6-6A9D-4F6F-9413-7F6D8A58175F}"/>
          </ac:graphicFrameMkLst>
        </pc:graphicFrameChg>
      </pc:sldChg>
      <pc:sldChg chg="modSp mod">
        <pc:chgData name="Devinder Kaur" userId="89161a673412ba18" providerId="LiveId" clId="{C26AAAC5-2727-4B7B-8D5B-85A19B87EDF7}" dt="2022-04-25T08:14:00.762" v="323"/>
        <pc:sldMkLst>
          <pc:docMk/>
          <pc:sldMk cId="1345359177" sldId="412"/>
        </pc:sldMkLst>
        <pc:graphicFrameChg chg="mod modGraphic">
          <ac:chgData name="Devinder Kaur" userId="89161a673412ba18" providerId="LiveId" clId="{C26AAAC5-2727-4B7B-8D5B-85A19B87EDF7}" dt="2022-04-25T08:14:00.762" v="323"/>
          <ac:graphicFrameMkLst>
            <pc:docMk/>
            <pc:sldMk cId="1345359177" sldId="412"/>
            <ac:graphicFrameMk id="3" creationId="{91FB0732-0B5F-46B8-961B-558C53D446B4}"/>
          </ac:graphicFrameMkLst>
        </pc:graphicFrameChg>
      </pc:sldChg>
      <pc:sldChg chg="modSp mod ord">
        <pc:chgData name="Devinder Kaur" userId="89161a673412ba18" providerId="LiveId" clId="{C26AAAC5-2727-4B7B-8D5B-85A19B87EDF7}" dt="2022-04-25T08:57:49.536" v="776" actId="113"/>
        <pc:sldMkLst>
          <pc:docMk/>
          <pc:sldMk cId="4063930908" sldId="414"/>
        </pc:sldMkLst>
        <pc:graphicFrameChg chg="mod modGraphic">
          <ac:chgData name="Devinder Kaur" userId="89161a673412ba18" providerId="LiveId" clId="{C26AAAC5-2727-4B7B-8D5B-85A19B87EDF7}" dt="2022-04-25T08:57:49.536" v="776" actId="113"/>
          <ac:graphicFrameMkLst>
            <pc:docMk/>
            <pc:sldMk cId="4063930908" sldId="414"/>
            <ac:graphicFrameMk id="3" creationId="{6D024CEA-69A2-4FB9-8156-CDDB63F89750}"/>
          </ac:graphicFrameMkLst>
        </pc:graphicFrameChg>
      </pc:sldChg>
      <pc:sldChg chg="addSp modSp new mod">
        <pc:chgData name="Devinder Kaur" userId="89161a673412ba18" providerId="LiveId" clId="{C26AAAC5-2727-4B7B-8D5B-85A19B87EDF7}" dt="2022-04-25T09:02:47.215" v="844" actId="113"/>
        <pc:sldMkLst>
          <pc:docMk/>
          <pc:sldMk cId="4084003693" sldId="425"/>
        </pc:sldMkLst>
        <pc:graphicFrameChg chg="add mod modGraphic">
          <ac:chgData name="Devinder Kaur" userId="89161a673412ba18" providerId="LiveId" clId="{C26AAAC5-2727-4B7B-8D5B-85A19B87EDF7}" dt="2022-04-25T09:02:47.215" v="844" actId="113"/>
          <ac:graphicFrameMkLst>
            <pc:docMk/>
            <pc:sldMk cId="4084003693" sldId="425"/>
            <ac:graphicFrameMk id="3" creationId="{069AE210-88DA-40D2-A343-DA098B7D5D04}"/>
          </ac:graphicFrameMkLst>
        </pc:graphicFrameChg>
      </pc:sldChg>
      <pc:sldChg chg="addSp modSp new mod">
        <pc:chgData name="Devinder Kaur" userId="89161a673412ba18" providerId="LiveId" clId="{C26AAAC5-2727-4B7B-8D5B-85A19B87EDF7}" dt="2022-04-25T09:01:04.761" v="839" actId="404"/>
        <pc:sldMkLst>
          <pc:docMk/>
          <pc:sldMk cId="53291262" sldId="426"/>
        </pc:sldMkLst>
        <pc:graphicFrameChg chg="add mod modGraphic">
          <ac:chgData name="Devinder Kaur" userId="89161a673412ba18" providerId="LiveId" clId="{C26AAAC5-2727-4B7B-8D5B-85A19B87EDF7}" dt="2022-04-25T09:01:04.761" v="839" actId="404"/>
          <ac:graphicFrameMkLst>
            <pc:docMk/>
            <pc:sldMk cId="53291262" sldId="426"/>
            <ac:graphicFrameMk id="3" creationId="{E760BF9C-B86C-42BB-A1A3-16B6B9421AD8}"/>
          </ac:graphicFrameMkLst>
        </pc:graphicFrameChg>
      </pc:sldChg>
      <pc:sldChg chg="addSp modSp new mod ord">
        <pc:chgData name="Devinder Kaur" userId="89161a673412ba18" providerId="LiveId" clId="{C26AAAC5-2727-4B7B-8D5B-85A19B87EDF7}" dt="2022-04-25T09:03:13.105" v="851" actId="20577"/>
        <pc:sldMkLst>
          <pc:docMk/>
          <pc:sldMk cId="1272772485" sldId="427"/>
        </pc:sldMkLst>
        <pc:graphicFrameChg chg="add mod modGraphic">
          <ac:chgData name="Devinder Kaur" userId="89161a673412ba18" providerId="LiveId" clId="{C26AAAC5-2727-4B7B-8D5B-85A19B87EDF7}" dt="2022-04-25T09:03:13.105" v="851" actId="20577"/>
          <ac:graphicFrameMkLst>
            <pc:docMk/>
            <pc:sldMk cId="1272772485" sldId="427"/>
            <ac:graphicFrameMk id="3" creationId="{665F10DF-32DA-4F4D-BA7D-5E373DD3D38F}"/>
          </ac:graphicFrameMkLst>
        </pc:graphicFrameChg>
      </pc:sldChg>
      <pc:sldChg chg="addSp modSp new mod ord">
        <pc:chgData name="Devinder Kaur" userId="89161a673412ba18" providerId="LiveId" clId="{C26AAAC5-2727-4B7B-8D5B-85A19B87EDF7}" dt="2022-04-25T09:00:12.055" v="824" actId="404"/>
        <pc:sldMkLst>
          <pc:docMk/>
          <pc:sldMk cId="4036931735" sldId="428"/>
        </pc:sldMkLst>
        <pc:graphicFrameChg chg="add mod modGraphic">
          <ac:chgData name="Devinder Kaur" userId="89161a673412ba18" providerId="LiveId" clId="{C26AAAC5-2727-4B7B-8D5B-85A19B87EDF7}" dt="2022-04-25T09:00:12.055" v="824" actId="404"/>
          <ac:graphicFrameMkLst>
            <pc:docMk/>
            <pc:sldMk cId="4036931735" sldId="428"/>
            <ac:graphicFrameMk id="3" creationId="{CD3CCC76-8C6A-449D-9E92-C91E43AFF2DE}"/>
          </ac:graphicFrameMkLst>
        </pc:graphicFrameChg>
      </pc:sldChg>
      <pc:sldChg chg="addSp delSp modSp new mod ord">
        <pc:chgData name="Devinder Kaur" userId="89161a673412ba18" providerId="LiveId" clId="{C26AAAC5-2727-4B7B-8D5B-85A19B87EDF7}" dt="2022-04-25T09:03:29.296" v="853"/>
        <pc:sldMkLst>
          <pc:docMk/>
          <pc:sldMk cId="4147779359" sldId="429"/>
        </pc:sldMkLst>
        <pc:grpChg chg="add mod">
          <ac:chgData name="Devinder Kaur" userId="89161a673412ba18" providerId="LiveId" clId="{C26AAAC5-2727-4B7B-8D5B-85A19B87EDF7}" dt="2022-04-25T08:58:38.456" v="778" actId="164"/>
          <ac:grpSpMkLst>
            <pc:docMk/>
            <pc:sldMk cId="4147779359" sldId="429"/>
            <ac:grpSpMk id="10" creationId="{326C3142-BE74-4917-B229-2E36BF927295}"/>
          </ac:grpSpMkLst>
        </pc:grpChg>
        <pc:graphicFrameChg chg="add del modGraphic">
          <ac:chgData name="Devinder Kaur" userId="89161a673412ba18" providerId="LiveId" clId="{C26AAAC5-2727-4B7B-8D5B-85A19B87EDF7}" dt="2022-04-25T08:37:05.496" v="467" actId="1032"/>
          <ac:graphicFrameMkLst>
            <pc:docMk/>
            <pc:sldMk cId="4147779359" sldId="429"/>
            <ac:graphicFrameMk id="3" creationId="{0B9D01E8-2BA3-4B68-8DD0-B3A6C05E6CA6}"/>
          </ac:graphicFrameMkLst>
        </pc:graphicFrameChg>
        <pc:graphicFrameChg chg="add mod modGraphic">
          <ac:chgData name="Devinder Kaur" userId="89161a673412ba18" providerId="LiveId" clId="{C26AAAC5-2727-4B7B-8D5B-85A19B87EDF7}" dt="2022-04-25T08:40:38.996" v="569"/>
          <ac:graphicFrameMkLst>
            <pc:docMk/>
            <pc:sldMk cId="4147779359" sldId="429"/>
            <ac:graphicFrameMk id="6" creationId="{96A3E3F9-AD93-41D2-A061-FF8C0BD86117}"/>
          </ac:graphicFrameMkLst>
        </pc:graphicFrameChg>
        <pc:picChg chg="add del mod modCrop">
          <ac:chgData name="Devinder Kaur" userId="89161a673412ba18" providerId="LiveId" clId="{C26AAAC5-2727-4B7B-8D5B-85A19B87EDF7}" dt="2022-04-25T08:39:09.411" v="502" actId="21"/>
          <ac:picMkLst>
            <pc:docMk/>
            <pc:sldMk cId="4147779359" sldId="429"/>
            <ac:picMk id="5" creationId="{9C2467BD-4446-4F5D-B234-B4943554EDAA}"/>
          </ac:picMkLst>
        </pc:picChg>
        <pc:picChg chg="add mod">
          <ac:chgData name="Devinder Kaur" userId="89161a673412ba18" providerId="LiveId" clId="{C26AAAC5-2727-4B7B-8D5B-85A19B87EDF7}" dt="2022-04-25T08:58:38.456" v="778" actId="164"/>
          <ac:picMkLst>
            <pc:docMk/>
            <pc:sldMk cId="4147779359" sldId="429"/>
            <ac:picMk id="7" creationId="{02428B97-C85C-4FE5-8CB4-DC5E96C1B264}"/>
          </ac:picMkLst>
        </pc:picChg>
        <pc:cxnChg chg="add mod">
          <ac:chgData name="Devinder Kaur" userId="89161a673412ba18" providerId="LiveId" clId="{C26AAAC5-2727-4B7B-8D5B-85A19B87EDF7}" dt="2022-04-25T08:58:38.456" v="778" actId="164"/>
          <ac:cxnSpMkLst>
            <pc:docMk/>
            <pc:sldMk cId="4147779359" sldId="429"/>
            <ac:cxnSpMk id="9" creationId="{BA58259F-8B57-4F97-8C52-273CAE7C1F89}"/>
          </ac:cxnSpMkLst>
        </pc:cxnChg>
      </pc:sldChg>
      <pc:sldChg chg="addSp modSp new del">
        <pc:chgData name="Devinder Kaur" userId="89161a673412ba18" providerId="LiveId" clId="{C26AAAC5-2727-4B7B-8D5B-85A19B87EDF7}" dt="2022-04-25T08:41:48.734" v="597" actId="47"/>
        <pc:sldMkLst>
          <pc:docMk/>
          <pc:sldMk cId="1085324452" sldId="430"/>
        </pc:sldMkLst>
        <pc:picChg chg="add mod">
          <ac:chgData name="Devinder Kaur" userId="89161a673412ba18" providerId="LiveId" clId="{C26AAAC5-2727-4B7B-8D5B-85A19B87EDF7}" dt="2022-04-25T08:39:11.737" v="503"/>
          <ac:picMkLst>
            <pc:docMk/>
            <pc:sldMk cId="1085324452" sldId="430"/>
            <ac:picMk id="3" creationId="{1EE4A2C4-B48B-4C74-875F-F292C095F586}"/>
          </ac:picMkLst>
        </pc:picChg>
      </pc:sldChg>
    </pc:docChg>
  </pc:docChgLst>
  <pc:docChgLst>
    <pc:chgData name="Devinder Kaur" userId="89161a673412ba18" providerId="LiveId" clId="{658CF78F-C1B8-43B0-B5CC-4B8B4BF7E711}"/>
    <pc:docChg chg="undo custSel addSld delSld modSld">
      <pc:chgData name="Devinder Kaur" userId="89161a673412ba18" providerId="LiveId" clId="{658CF78F-C1B8-43B0-B5CC-4B8B4BF7E711}" dt="2022-01-05T09:53:40.604" v="127" actId="123"/>
      <pc:docMkLst>
        <pc:docMk/>
      </pc:docMkLst>
      <pc:sldChg chg="modSp mod">
        <pc:chgData name="Devinder Kaur" userId="89161a673412ba18" providerId="LiveId" clId="{658CF78F-C1B8-43B0-B5CC-4B8B4BF7E711}" dt="2022-01-05T09:52:44.709" v="119"/>
        <pc:sldMkLst>
          <pc:docMk/>
          <pc:sldMk cId="896897458" sldId="402"/>
        </pc:sldMkLst>
        <pc:graphicFrameChg chg="mod modGraphic">
          <ac:chgData name="Devinder Kaur" userId="89161a673412ba18" providerId="LiveId" clId="{658CF78F-C1B8-43B0-B5CC-4B8B4BF7E711}" dt="2022-01-05T09:52:44.709" v="119"/>
          <ac:graphicFrameMkLst>
            <pc:docMk/>
            <pc:sldMk cId="896897458" sldId="402"/>
            <ac:graphicFrameMk id="3" creationId="{82A99B5D-4B56-47E4-97F6-CF7642479297}"/>
          </ac:graphicFrameMkLst>
        </pc:graphicFrameChg>
      </pc:sldChg>
      <pc:sldChg chg="modSp">
        <pc:chgData name="Devinder Kaur" userId="89161a673412ba18" providerId="LiveId" clId="{658CF78F-C1B8-43B0-B5CC-4B8B4BF7E711}" dt="2022-01-05T09:48:54.766" v="83" actId="20577"/>
        <pc:sldMkLst>
          <pc:docMk/>
          <pc:sldMk cId="370510280" sldId="403"/>
        </pc:sldMkLst>
        <pc:graphicFrameChg chg="mod">
          <ac:chgData name="Devinder Kaur" userId="89161a673412ba18" providerId="LiveId" clId="{658CF78F-C1B8-43B0-B5CC-4B8B4BF7E711}" dt="2022-01-05T09:48:54.766" v="83" actId="20577"/>
          <ac:graphicFrameMkLst>
            <pc:docMk/>
            <pc:sldMk cId="370510280" sldId="403"/>
            <ac:graphicFrameMk id="3" creationId="{43BAFD15-DD9F-49A5-A0DE-4E81A575A22F}"/>
          </ac:graphicFrameMkLst>
        </pc:graphicFrameChg>
      </pc:sldChg>
      <pc:sldChg chg="modSp">
        <pc:chgData name="Devinder Kaur" userId="89161a673412ba18" providerId="LiveId" clId="{658CF78F-C1B8-43B0-B5CC-4B8B4BF7E711}" dt="2022-01-05T06:33:34.961" v="40"/>
        <pc:sldMkLst>
          <pc:docMk/>
          <pc:sldMk cId="1377215463" sldId="418"/>
        </pc:sldMkLst>
        <pc:graphicFrameChg chg="mod">
          <ac:chgData name="Devinder Kaur" userId="89161a673412ba18" providerId="LiveId" clId="{658CF78F-C1B8-43B0-B5CC-4B8B4BF7E711}" dt="2022-01-05T06:33:34.961" v="40"/>
          <ac:graphicFrameMkLst>
            <pc:docMk/>
            <pc:sldMk cId="1377215463" sldId="418"/>
            <ac:graphicFrameMk id="3" creationId="{5A3FAA10-4350-4CB5-8FE4-8BE89AD633EC}"/>
          </ac:graphicFrameMkLst>
        </pc:graphicFrameChg>
      </pc:sldChg>
      <pc:sldChg chg="modSp mod">
        <pc:chgData name="Devinder Kaur" userId="89161a673412ba18" providerId="LiveId" clId="{658CF78F-C1B8-43B0-B5CC-4B8B4BF7E711}" dt="2022-01-05T09:53:40.604" v="127" actId="123"/>
        <pc:sldMkLst>
          <pc:docMk/>
          <pc:sldMk cId="879633862" sldId="422"/>
        </pc:sldMkLst>
        <pc:graphicFrameChg chg="mod">
          <ac:chgData name="Devinder Kaur" userId="89161a673412ba18" providerId="LiveId" clId="{658CF78F-C1B8-43B0-B5CC-4B8B4BF7E711}" dt="2022-01-05T09:53:40.604" v="127" actId="123"/>
          <ac:graphicFrameMkLst>
            <pc:docMk/>
            <pc:sldMk cId="879633862" sldId="422"/>
            <ac:graphicFrameMk id="3" creationId="{DDB33DA9-E0FE-4177-9226-C10C36093CDA}"/>
          </ac:graphicFrameMkLst>
        </pc:graphicFrameChg>
      </pc:sldChg>
      <pc:sldChg chg="addSp modSp new mod">
        <pc:chgData name="Devinder Kaur" userId="89161a673412ba18" providerId="LiveId" clId="{658CF78F-C1B8-43B0-B5CC-4B8B4BF7E711}" dt="2022-01-05T06:36:33.254" v="61" actId="1035"/>
        <pc:sldMkLst>
          <pc:docMk/>
          <pc:sldMk cId="1901316891" sldId="423"/>
        </pc:sldMkLst>
        <pc:graphicFrameChg chg="add mod modGraphic">
          <ac:chgData name="Devinder Kaur" userId="89161a673412ba18" providerId="LiveId" clId="{658CF78F-C1B8-43B0-B5CC-4B8B4BF7E711}" dt="2022-01-05T06:36:33.254" v="61" actId="1035"/>
          <ac:graphicFrameMkLst>
            <pc:docMk/>
            <pc:sldMk cId="1901316891" sldId="423"/>
            <ac:graphicFrameMk id="3" creationId="{81109A30-C6C3-489E-83F0-04AB36B628D3}"/>
          </ac:graphicFrameMkLst>
        </pc:graphicFrameChg>
      </pc:sldChg>
      <pc:sldChg chg="new del">
        <pc:chgData name="Devinder Kaur" userId="89161a673412ba18" providerId="LiveId" clId="{658CF78F-C1B8-43B0-B5CC-4B8B4BF7E711}" dt="2022-01-05T06:30:48.647" v="11" actId="680"/>
        <pc:sldMkLst>
          <pc:docMk/>
          <pc:sldMk cId="3168310971" sldId="424"/>
        </pc:sldMkLst>
      </pc:sldChg>
      <pc:sldChg chg="addSp modSp new mod">
        <pc:chgData name="Devinder Kaur" userId="89161a673412ba18" providerId="LiveId" clId="{658CF78F-C1B8-43B0-B5CC-4B8B4BF7E711}" dt="2022-01-05T09:52:09.942" v="100" actId="20577"/>
        <pc:sldMkLst>
          <pc:docMk/>
          <pc:sldMk cId="3658766374" sldId="424"/>
        </pc:sldMkLst>
        <pc:graphicFrameChg chg="add mod modGraphic">
          <ac:chgData name="Devinder Kaur" userId="89161a673412ba18" providerId="LiveId" clId="{658CF78F-C1B8-43B0-B5CC-4B8B4BF7E711}" dt="2022-01-05T09:52:09.942" v="100" actId="20577"/>
          <ac:graphicFrameMkLst>
            <pc:docMk/>
            <pc:sldMk cId="3658766374" sldId="424"/>
            <ac:graphicFrameMk id="3" creationId="{4E05A89E-ADFB-4F0E-A4B2-A46BEA134AB0}"/>
          </ac:graphicFrameMkLst>
        </pc:graphicFrameChg>
      </pc:sldChg>
    </pc:docChg>
  </pc:docChgLst>
</pc:chgInfo>
</file>

<file path=ppt/diagrams/_rels/data4.xml.rels><?xml version="1.0" encoding="UTF-8" standalone="yes"?>
<Relationships xmlns="http://schemas.openxmlformats.org/package/2006/relationships"><Relationship Id="rId1" Type="http://schemas.openxmlformats.org/officeDocument/2006/relationships/hyperlink" Target="https://dewesoft.com/daq/what-is-signal-conditioning" TargetMode="External"/></Relationships>
</file>

<file path=ppt/diagrams/_rels/drawing4.xml.rels><?xml version="1.0" encoding="UTF-8" standalone="yes"?>
<Relationships xmlns="http://schemas.openxmlformats.org/package/2006/relationships"><Relationship Id="rId1" Type="http://schemas.openxmlformats.org/officeDocument/2006/relationships/hyperlink" Target="https://dewesoft.com/daq/what-is-signal-conditioning" TargetMode="Externa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6AEB770-0DC4-4C61-831F-F90CC1F62269}"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IN"/>
        </a:p>
      </dgm:t>
    </dgm:pt>
    <dgm:pt modelId="{193281D3-BF04-41BF-A8E3-E45CF1A590D5}">
      <dgm:prSet phldrT="[Text]" custT="1"/>
      <dgm:spPr/>
      <dgm:t>
        <a:bodyPr/>
        <a:lstStyle/>
        <a:p>
          <a:r>
            <a:rPr lang="en-US" sz="3200" b="1" dirty="0">
              <a:solidFill>
                <a:schemeClr val="bg1"/>
              </a:solidFill>
              <a:effectLst>
                <a:outerShdw blurRad="38100" dist="38100" dir="2700000" algn="tl">
                  <a:srgbClr val="000000">
                    <a:alpha val="43137"/>
                  </a:srgbClr>
                </a:outerShdw>
              </a:effectLst>
              <a:latin typeface="+mj-lt"/>
              <a:ea typeface="+mn-ea"/>
              <a:cs typeface="+mn-cs"/>
            </a:rPr>
            <a:t>Biomedical Recording Systems</a:t>
          </a:r>
          <a:endParaRPr lang="en-IN" sz="3200" dirty="0">
            <a:solidFill>
              <a:schemeClr val="bg1"/>
            </a:solidFill>
            <a:effectLst>
              <a:outerShdw blurRad="38100" dist="38100" dir="2700000" algn="tl">
                <a:srgbClr val="000000">
                  <a:alpha val="43137"/>
                </a:srgbClr>
              </a:outerShdw>
            </a:effectLst>
            <a:latin typeface="+mj-lt"/>
          </a:endParaRPr>
        </a:p>
      </dgm:t>
    </dgm:pt>
    <dgm:pt modelId="{5DC010AC-0DA2-417E-92A4-68A8C21DAC56}" type="parTrans" cxnId="{F28AE270-7703-4377-B063-E46F3CB4AE85}">
      <dgm:prSet/>
      <dgm:spPr/>
      <dgm:t>
        <a:bodyPr/>
        <a:lstStyle/>
        <a:p>
          <a:endParaRPr lang="en-IN"/>
        </a:p>
      </dgm:t>
    </dgm:pt>
    <dgm:pt modelId="{839BC51C-F197-43C4-A813-7039CFBA5093}" type="sibTrans" cxnId="{F28AE270-7703-4377-B063-E46F3CB4AE85}">
      <dgm:prSet/>
      <dgm:spPr/>
      <dgm:t>
        <a:bodyPr/>
        <a:lstStyle/>
        <a:p>
          <a:endParaRPr lang="en-IN"/>
        </a:p>
      </dgm:t>
    </dgm:pt>
    <dgm:pt modelId="{F8174A4C-4A1A-47A3-977F-EA9D3C6B6B0F}">
      <dgm:prSet phldrT="[Text]"/>
      <dgm:spPr/>
      <dgm:t>
        <a:bodyPr/>
        <a:lstStyle/>
        <a:p>
          <a:pPr algn="just"/>
          <a:r>
            <a:rPr lang="en-US" b="1" i="0" dirty="0"/>
            <a:t>Recorders provide permanent visual trace or record of an applied electrical signal. </a:t>
          </a:r>
          <a:endParaRPr lang="en-IN" b="1" dirty="0"/>
        </a:p>
      </dgm:t>
    </dgm:pt>
    <dgm:pt modelId="{18C397F5-0744-4CDC-9541-BD40D9F7E9BD}" type="parTrans" cxnId="{4EE96E11-61C4-453C-9D16-2EC3E9684861}">
      <dgm:prSet/>
      <dgm:spPr/>
      <dgm:t>
        <a:bodyPr/>
        <a:lstStyle/>
        <a:p>
          <a:endParaRPr lang="en-IN"/>
        </a:p>
      </dgm:t>
    </dgm:pt>
    <dgm:pt modelId="{E2009AE9-375B-4496-8BAF-C038E9E98260}" type="sibTrans" cxnId="{4EE96E11-61C4-453C-9D16-2EC3E9684861}">
      <dgm:prSet/>
      <dgm:spPr/>
      <dgm:t>
        <a:bodyPr/>
        <a:lstStyle/>
        <a:p>
          <a:endParaRPr lang="en-IN"/>
        </a:p>
      </dgm:t>
    </dgm:pt>
    <dgm:pt modelId="{AE7EEE31-7CBD-4961-8274-0575D2B84C7E}">
      <dgm:prSet phldrT="[Text]"/>
      <dgm:spPr/>
      <dgm:t>
        <a:bodyPr/>
        <a:lstStyle/>
        <a:p>
          <a:pPr algn="just"/>
          <a:r>
            <a:rPr lang="en-US" b="0" i="0" dirty="0"/>
            <a:t>The most basic electronic recording system consists of 3 important components:</a:t>
          </a:r>
          <a:endParaRPr lang="en-IN" dirty="0"/>
        </a:p>
      </dgm:t>
    </dgm:pt>
    <dgm:pt modelId="{92EBDC1F-2090-45BC-99DB-C23941113DE9}" type="parTrans" cxnId="{D78A79F0-A2C9-4A49-9FEF-2509C52A9C82}">
      <dgm:prSet/>
      <dgm:spPr/>
      <dgm:t>
        <a:bodyPr/>
        <a:lstStyle/>
        <a:p>
          <a:endParaRPr lang="en-IN"/>
        </a:p>
      </dgm:t>
    </dgm:pt>
    <dgm:pt modelId="{B0308ED7-784D-4A4F-BE52-B954F515A026}" type="sibTrans" cxnId="{D78A79F0-A2C9-4A49-9FEF-2509C52A9C82}">
      <dgm:prSet/>
      <dgm:spPr/>
      <dgm:t>
        <a:bodyPr/>
        <a:lstStyle/>
        <a:p>
          <a:endParaRPr lang="en-IN"/>
        </a:p>
      </dgm:t>
    </dgm:pt>
    <dgm:pt modelId="{1D554ADD-AF96-4500-B933-8EAA00DEEBC4}">
      <dgm:prSet/>
      <dgm:spPr/>
      <dgm:t>
        <a:bodyPr/>
        <a:lstStyle/>
        <a:p>
          <a:pPr algn="l">
            <a:buFont typeface="Arial" panose="020B0604020202020204" pitchFamily="34" charset="0"/>
            <a:buChar char="•"/>
          </a:pPr>
          <a:r>
            <a:rPr lang="en-IN" b="1" i="0" dirty="0"/>
            <a:t>Electrodes/Transducer</a:t>
          </a:r>
        </a:p>
      </dgm:t>
    </dgm:pt>
    <dgm:pt modelId="{6C880133-C26F-496E-B919-2628814439C7}" type="parTrans" cxnId="{43C85BF6-CC06-49FD-9035-9325CF0DBE53}">
      <dgm:prSet/>
      <dgm:spPr/>
      <dgm:t>
        <a:bodyPr/>
        <a:lstStyle/>
        <a:p>
          <a:endParaRPr lang="en-IN"/>
        </a:p>
      </dgm:t>
    </dgm:pt>
    <dgm:pt modelId="{67E2887B-69B8-485E-9B87-B3337DA4520F}" type="sibTrans" cxnId="{43C85BF6-CC06-49FD-9035-9325CF0DBE53}">
      <dgm:prSet/>
      <dgm:spPr/>
      <dgm:t>
        <a:bodyPr/>
        <a:lstStyle/>
        <a:p>
          <a:endParaRPr lang="en-IN"/>
        </a:p>
      </dgm:t>
    </dgm:pt>
    <dgm:pt modelId="{F91009DA-9639-40A0-93E9-95DB89C08294}">
      <dgm:prSet/>
      <dgm:spPr/>
      <dgm:t>
        <a:bodyPr/>
        <a:lstStyle/>
        <a:p>
          <a:pPr algn="l">
            <a:buFont typeface="Arial" panose="020B0604020202020204" pitchFamily="34" charset="0"/>
            <a:buChar char="•"/>
          </a:pPr>
          <a:r>
            <a:rPr lang="en-IN" b="1" i="0" dirty="0"/>
            <a:t>Signal conditioner</a:t>
          </a:r>
        </a:p>
      </dgm:t>
    </dgm:pt>
    <dgm:pt modelId="{259E6096-2ABE-46A2-9EBE-361F8A9F4B35}" type="parTrans" cxnId="{CA8E61AB-1430-4F84-B32E-214688F7934E}">
      <dgm:prSet/>
      <dgm:spPr/>
      <dgm:t>
        <a:bodyPr/>
        <a:lstStyle/>
        <a:p>
          <a:endParaRPr lang="en-IN"/>
        </a:p>
      </dgm:t>
    </dgm:pt>
    <dgm:pt modelId="{817B72B2-CE4B-4A72-B2FC-681C53C4CC4F}" type="sibTrans" cxnId="{CA8E61AB-1430-4F84-B32E-214688F7934E}">
      <dgm:prSet/>
      <dgm:spPr/>
      <dgm:t>
        <a:bodyPr/>
        <a:lstStyle/>
        <a:p>
          <a:endParaRPr lang="en-IN"/>
        </a:p>
      </dgm:t>
    </dgm:pt>
    <dgm:pt modelId="{606ECA05-D265-42FB-B71F-31070A773F2D}">
      <dgm:prSet/>
      <dgm:spPr/>
      <dgm:t>
        <a:bodyPr/>
        <a:lstStyle/>
        <a:p>
          <a:pPr algn="l">
            <a:buFont typeface="Arial" panose="020B0604020202020204" pitchFamily="34" charset="0"/>
            <a:buChar char="•"/>
          </a:pPr>
          <a:r>
            <a:rPr lang="en-IN" b="1" i="0" dirty="0"/>
            <a:t>Writing system</a:t>
          </a:r>
        </a:p>
      </dgm:t>
    </dgm:pt>
    <dgm:pt modelId="{A53B04C7-56F3-45F0-A6FB-1021E39CE402}" type="parTrans" cxnId="{40913722-5052-43FA-89BA-60E5F6DBCDD9}">
      <dgm:prSet/>
      <dgm:spPr/>
      <dgm:t>
        <a:bodyPr/>
        <a:lstStyle/>
        <a:p>
          <a:endParaRPr lang="en-IN"/>
        </a:p>
      </dgm:t>
    </dgm:pt>
    <dgm:pt modelId="{63B4A44C-FB1F-4A06-9990-B002F011AE6E}" type="sibTrans" cxnId="{40913722-5052-43FA-89BA-60E5F6DBCDD9}">
      <dgm:prSet/>
      <dgm:spPr/>
      <dgm:t>
        <a:bodyPr/>
        <a:lstStyle/>
        <a:p>
          <a:endParaRPr lang="en-IN"/>
        </a:p>
      </dgm:t>
    </dgm:pt>
    <dgm:pt modelId="{EC27EF12-5653-4527-9817-3A4E83E3E6F9}">
      <dgm:prSet/>
      <dgm:spPr/>
      <dgm:t>
        <a:bodyPr/>
        <a:lstStyle/>
        <a:p>
          <a:pPr algn="just"/>
          <a:r>
            <a:rPr lang="en-US" b="0" i="0" dirty="0"/>
            <a:t>The </a:t>
          </a:r>
          <a:r>
            <a:rPr lang="en-US" b="1" i="0" dirty="0"/>
            <a:t>signal conditioner </a:t>
          </a:r>
          <a:r>
            <a:rPr lang="en-US" b="0" i="0" dirty="0"/>
            <a:t>converts the output of the electrode/transducer into an electrical quantity suitable for operating the writing system.</a:t>
          </a:r>
        </a:p>
      </dgm:t>
    </dgm:pt>
    <dgm:pt modelId="{E72B656A-0037-49CF-BCB7-FC82A75E0731}" type="parTrans" cxnId="{865067CE-BEAB-4BF9-975F-390E5327534B}">
      <dgm:prSet/>
      <dgm:spPr/>
      <dgm:t>
        <a:bodyPr/>
        <a:lstStyle/>
        <a:p>
          <a:endParaRPr lang="en-IN"/>
        </a:p>
      </dgm:t>
    </dgm:pt>
    <dgm:pt modelId="{798759B6-0B2F-460D-A987-44089B7A3F2E}" type="sibTrans" cxnId="{865067CE-BEAB-4BF9-975F-390E5327534B}">
      <dgm:prSet/>
      <dgm:spPr/>
      <dgm:t>
        <a:bodyPr/>
        <a:lstStyle/>
        <a:p>
          <a:endParaRPr lang="en-IN"/>
        </a:p>
      </dgm:t>
    </dgm:pt>
    <dgm:pt modelId="{D1E236A6-69F5-4DAA-B3DF-020A19493B2C}">
      <dgm:prSet/>
      <dgm:spPr/>
      <dgm:t>
        <a:bodyPr/>
        <a:lstStyle/>
        <a:p>
          <a:pPr algn="just"/>
          <a:r>
            <a:rPr lang="en-US" b="0" i="0" dirty="0"/>
            <a:t>The </a:t>
          </a:r>
          <a:r>
            <a:rPr lang="en-US" b="1" i="0" dirty="0"/>
            <a:t>writing system </a:t>
          </a:r>
          <a:r>
            <a:rPr lang="en-US" b="0" i="0" dirty="0"/>
            <a:t>provides a visible graphic representation of the quantity of the physiological variable of interest.</a:t>
          </a:r>
        </a:p>
      </dgm:t>
    </dgm:pt>
    <dgm:pt modelId="{3411C153-A213-460A-BC1A-802E49C5A7B1}" type="parTrans" cxnId="{840B744F-75E1-49FA-B427-7C1ABB178C93}">
      <dgm:prSet/>
      <dgm:spPr/>
      <dgm:t>
        <a:bodyPr/>
        <a:lstStyle/>
        <a:p>
          <a:endParaRPr lang="en-IN"/>
        </a:p>
      </dgm:t>
    </dgm:pt>
    <dgm:pt modelId="{EBE7D134-45E4-452B-8083-EA134779E617}" type="sibTrans" cxnId="{840B744F-75E1-49FA-B427-7C1ABB178C93}">
      <dgm:prSet/>
      <dgm:spPr/>
      <dgm:t>
        <a:bodyPr/>
        <a:lstStyle/>
        <a:p>
          <a:endParaRPr lang="en-IN"/>
        </a:p>
      </dgm:t>
    </dgm:pt>
    <dgm:pt modelId="{595C1DB8-FBC5-4C81-8B86-8D11AD868F81}">
      <dgm:prSet/>
      <dgm:spPr/>
      <dgm:t>
        <a:bodyPr/>
        <a:lstStyle/>
        <a:p>
          <a:pPr algn="just"/>
          <a:endParaRPr lang="en-IN" b="0" i="0" dirty="0"/>
        </a:p>
      </dgm:t>
    </dgm:pt>
    <dgm:pt modelId="{8A6A3565-2027-4E75-8C1B-24AD8682F7AC}" type="parTrans" cxnId="{7258A930-1DD9-40CD-8F63-3C893DB7A822}">
      <dgm:prSet/>
      <dgm:spPr/>
      <dgm:t>
        <a:bodyPr/>
        <a:lstStyle/>
        <a:p>
          <a:endParaRPr lang="en-IN"/>
        </a:p>
      </dgm:t>
    </dgm:pt>
    <dgm:pt modelId="{E9619ECC-8940-4752-9780-9230B1A95499}" type="sibTrans" cxnId="{7258A930-1DD9-40CD-8F63-3C893DB7A822}">
      <dgm:prSet/>
      <dgm:spPr/>
      <dgm:t>
        <a:bodyPr/>
        <a:lstStyle/>
        <a:p>
          <a:endParaRPr lang="en-IN"/>
        </a:p>
      </dgm:t>
    </dgm:pt>
    <dgm:pt modelId="{7B0CCC96-F721-4404-BB90-18FEA414AAE4}">
      <dgm:prSet/>
      <dgm:spPr/>
      <dgm:t>
        <a:bodyPr/>
        <a:lstStyle/>
        <a:p>
          <a:pPr algn="just"/>
          <a:r>
            <a:rPr lang="en-US" b="0" i="0" dirty="0"/>
            <a:t>The </a:t>
          </a:r>
          <a:r>
            <a:rPr lang="en-US" b="1" i="0" dirty="0"/>
            <a:t>electrode </a:t>
          </a:r>
          <a:r>
            <a:rPr lang="en-US" b="0" i="0" dirty="0"/>
            <a:t>picks up the bioelectric potentials whereas the </a:t>
          </a:r>
          <a:r>
            <a:rPr lang="en-US" b="1" i="0" dirty="0"/>
            <a:t>transducer</a:t>
          </a:r>
          <a:r>
            <a:rPr lang="en-US" b="0" i="0" dirty="0"/>
            <a:t> converts the physiological signal to be measured into a usable electrical output.</a:t>
          </a:r>
          <a:endParaRPr lang="en-IN" b="0" i="0" dirty="0"/>
        </a:p>
      </dgm:t>
    </dgm:pt>
    <dgm:pt modelId="{90C50DC7-2964-4D8B-B5F1-1F918BDE218D}" type="parTrans" cxnId="{0DD85245-1C6D-45E3-8E17-2B63658F3904}">
      <dgm:prSet/>
      <dgm:spPr/>
      <dgm:t>
        <a:bodyPr/>
        <a:lstStyle/>
        <a:p>
          <a:endParaRPr lang="en-IN"/>
        </a:p>
      </dgm:t>
    </dgm:pt>
    <dgm:pt modelId="{97D78586-ACE3-41D8-810F-892FD5BF62C7}" type="sibTrans" cxnId="{0DD85245-1C6D-45E3-8E17-2B63658F3904}">
      <dgm:prSet/>
      <dgm:spPr/>
      <dgm:t>
        <a:bodyPr/>
        <a:lstStyle/>
        <a:p>
          <a:endParaRPr lang="en-IN"/>
        </a:p>
      </dgm:t>
    </dgm:pt>
    <dgm:pt modelId="{2CC48460-DB0C-43FD-8980-395E50A25DB3}" type="pres">
      <dgm:prSet presAssocID="{76AEB770-0DC4-4C61-831F-F90CC1F62269}" presName="Name0" presStyleCnt="0">
        <dgm:presLayoutVars>
          <dgm:dir/>
          <dgm:animLvl val="lvl"/>
          <dgm:resizeHandles val="exact"/>
        </dgm:presLayoutVars>
      </dgm:prSet>
      <dgm:spPr/>
      <dgm:t>
        <a:bodyPr/>
        <a:lstStyle/>
        <a:p>
          <a:endParaRPr lang="en-IN"/>
        </a:p>
      </dgm:t>
    </dgm:pt>
    <dgm:pt modelId="{9FDAED2F-626E-4B34-9072-D3695330375B}" type="pres">
      <dgm:prSet presAssocID="{193281D3-BF04-41BF-A8E3-E45CF1A590D5}" presName="composite" presStyleCnt="0"/>
      <dgm:spPr/>
    </dgm:pt>
    <dgm:pt modelId="{5A5B13D5-F826-458C-A232-E26A7E858E43}" type="pres">
      <dgm:prSet presAssocID="{193281D3-BF04-41BF-A8E3-E45CF1A590D5}" presName="parTx" presStyleLbl="alignNode1" presStyleIdx="0" presStyleCnt="1">
        <dgm:presLayoutVars>
          <dgm:chMax val="0"/>
          <dgm:chPref val="0"/>
          <dgm:bulletEnabled val="1"/>
        </dgm:presLayoutVars>
      </dgm:prSet>
      <dgm:spPr/>
      <dgm:t>
        <a:bodyPr/>
        <a:lstStyle/>
        <a:p>
          <a:endParaRPr lang="en-IN"/>
        </a:p>
      </dgm:t>
    </dgm:pt>
    <dgm:pt modelId="{018CAE40-3895-40F1-9849-0028CD0A5F3D}" type="pres">
      <dgm:prSet presAssocID="{193281D3-BF04-41BF-A8E3-E45CF1A590D5}" presName="desTx" presStyleLbl="alignAccFollowNode1" presStyleIdx="0" presStyleCnt="1">
        <dgm:presLayoutVars>
          <dgm:bulletEnabled val="1"/>
        </dgm:presLayoutVars>
      </dgm:prSet>
      <dgm:spPr/>
      <dgm:t>
        <a:bodyPr/>
        <a:lstStyle/>
        <a:p>
          <a:endParaRPr lang="en-IN"/>
        </a:p>
      </dgm:t>
    </dgm:pt>
  </dgm:ptLst>
  <dgm:cxnLst>
    <dgm:cxn modelId="{C6075302-E1AF-4E49-89D4-69EDD1F53B74}" type="presOf" srcId="{193281D3-BF04-41BF-A8E3-E45CF1A590D5}" destId="{5A5B13D5-F826-458C-A232-E26A7E858E43}" srcOrd="0" destOrd="0" presId="urn:microsoft.com/office/officeart/2005/8/layout/hList1"/>
    <dgm:cxn modelId="{CE85412C-B184-4EB8-9127-008AEEAFC06F}" type="presOf" srcId="{1D554ADD-AF96-4500-B933-8EAA00DEEBC4}" destId="{018CAE40-3895-40F1-9849-0028CD0A5F3D}" srcOrd="0" destOrd="2" presId="urn:microsoft.com/office/officeart/2005/8/layout/hList1"/>
    <dgm:cxn modelId="{50126657-8C94-4BF3-965A-05BF1FBCFD09}" type="presOf" srcId="{D1E236A6-69F5-4DAA-B3DF-020A19493B2C}" destId="{018CAE40-3895-40F1-9849-0028CD0A5F3D}" srcOrd="0" destOrd="8" presId="urn:microsoft.com/office/officeart/2005/8/layout/hList1"/>
    <dgm:cxn modelId="{CA8E61AB-1430-4F84-B32E-214688F7934E}" srcId="{AE7EEE31-7CBD-4961-8274-0575D2B84C7E}" destId="{F91009DA-9639-40A0-93E9-95DB89C08294}" srcOrd="1" destOrd="0" parTransId="{259E6096-2ABE-46A2-9EBE-361F8A9F4B35}" sibTransId="{817B72B2-CE4B-4A72-B2FC-681C53C4CC4F}"/>
    <dgm:cxn modelId="{7258A930-1DD9-40CD-8F63-3C893DB7A822}" srcId="{193281D3-BF04-41BF-A8E3-E45CF1A590D5}" destId="{595C1DB8-FBC5-4C81-8B86-8D11AD868F81}" srcOrd="2" destOrd="0" parTransId="{8A6A3565-2027-4E75-8C1B-24AD8682F7AC}" sibTransId="{E9619ECC-8940-4752-9780-9230B1A95499}"/>
    <dgm:cxn modelId="{C56BF9C9-010D-4C8A-8667-26CF404FA1A3}" type="presOf" srcId="{AE7EEE31-7CBD-4961-8274-0575D2B84C7E}" destId="{018CAE40-3895-40F1-9849-0028CD0A5F3D}" srcOrd="0" destOrd="1" presId="urn:microsoft.com/office/officeart/2005/8/layout/hList1"/>
    <dgm:cxn modelId="{4EE96E11-61C4-453C-9D16-2EC3E9684861}" srcId="{193281D3-BF04-41BF-A8E3-E45CF1A590D5}" destId="{F8174A4C-4A1A-47A3-977F-EA9D3C6B6B0F}" srcOrd="0" destOrd="0" parTransId="{18C397F5-0744-4CDC-9541-BD40D9F7E9BD}" sibTransId="{E2009AE9-375B-4496-8BAF-C038E9E98260}"/>
    <dgm:cxn modelId="{0DD85245-1C6D-45E3-8E17-2B63658F3904}" srcId="{193281D3-BF04-41BF-A8E3-E45CF1A590D5}" destId="{7B0CCC96-F721-4404-BB90-18FEA414AAE4}" srcOrd="3" destOrd="0" parTransId="{90C50DC7-2964-4D8B-B5F1-1F918BDE218D}" sibTransId="{97D78586-ACE3-41D8-810F-892FD5BF62C7}"/>
    <dgm:cxn modelId="{B1922A78-0AFF-4611-8F13-106A354AFC17}" type="presOf" srcId="{7B0CCC96-F721-4404-BB90-18FEA414AAE4}" destId="{018CAE40-3895-40F1-9849-0028CD0A5F3D}" srcOrd="0" destOrd="6" presId="urn:microsoft.com/office/officeart/2005/8/layout/hList1"/>
    <dgm:cxn modelId="{865067CE-BEAB-4BF9-975F-390E5327534B}" srcId="{193281D3-BF04-41BF-A8E3-E45CF1A590D5}" destId="{EC27EF12-5653-4527-9817-3A4E83E3E6F9}" srcOrd="4" destOrd="0" parTransId="{E72B656A-0037-49CF-BCB7-FC82A75E0731}" sibTransId="{798759B6-0B2F-460D-A987-44089B7A3F2E}"/>
    <dgm:cxn modelId="{EC95A93E-F224-4931-BC40-47ADF3D6D015}" type="presOf" srcId="{EC27EF12-5653-4527-9817-3A4E83E3E6F9}" destId="{018CAE40-3895-40F1-9849-0028CD0A5F3D}" srcOrd="0" destOrd="7" presId="urn:microsoft.com/office/officeart/2005/8/layout/hList1"/>
    <dgm:cxn modelId="{9E94209F-8FF5-470E-A79F-07D967D17425}" type="presOf" srcId="{595C1DB8-FBC5-4C81-8B86-8D11AD868F81}" destId="{018CAE40-3895-40F1-9849-0028CD0A5F3D}" srcOrd="0" destOrd="5" presId="urn:microsoft.com/office/officeart/2005/8/layout/hList1"/>
    <dgm:cxn modelId="{06CB41D1-26AE-4B54-8394-70FF382F3CEE}" type="presOf" srcId="{F91009DA-9639-40A0-93E9-95DB89C08294}" destId="{018CAE40-3895-40F1-9849-0028CD0A5F3D}" srcOrd="0" destOrd="3" presId="urn:microsoft.com/office/officeart/2005/8/layout/hList1"/>
    <dgm:cxn modelId="{43C85BF6-CC06-49FD-9035-9325CF0DBE53}" srcId="{AE7EEE31-7CBD-4961-8274-0575D2B84C7E}" destId="{1D554ADD-AF96-4500-B933-8EAA00DEEBC4}" srcOrd="0" destOrd="0" parTransId="{6C880133-C26F-496E-B919-2628814439C7}" sibTransId="{67E2887B-69B8-485E-9B87-B3337DA4520F}"/>
    <dgm:cxn modelId="{E21557D0-84ED-4499-BC59-A04B64D87DCB}" type="presOf" srcId="{606ECA05-D265-42FB-B71F-31070A773F2D}" destId="{018CAE40-3895-40F1-9849-0028CD0A5F3D}" srcOrd="0" destOrd="4" presId="urn:microsoft.com/office/officeart/2005/8/layout/hList1"/>
    <dgm:cxn modelId="{AED48F02-DD7B-45FE-88E2-54427E030E05}" type="presOf" srcId="{76AEB770-0DC4-4C61-831F-F90CC1F62269}" destId="{2CC48460-DB0C-43FD-8980-395E50A25DB3}" srcOrd="0" destOrd="0" presId="urn:microsoft.com/office/officeart/2005/8/layout/hList1"/>
    <dgm:cxn modelId="{D78A79F0-A2C9-4A49-9FEF-2509C52A9C82}" srcId="{193281D3-BF04-41BF-A8E3-E45CF1A590D5}" destId="{AE7EEE31-7CBD-4961-8274-0575D2B84C7E}" srcOrd="1" destOrd="0" parTransId="{92EBDC1F-2090-45BC-99DB-C23941113DE9}" sibTransId="{B0308ED7-784D-4A4F-BE52-B954F515A026}"/>
    <dgm:cxn modelId="{8B0108FF-5035-4FF0-BAD5-FA55534517F8}" type="presOf" srcId="{F8174A4C-4A1A-47A3-977F-EA9D3C6B6B0F}" destId="{018CAE40-3895-40F1-9849-0028CD0A5F3D}" srcOrd="0" destOrd="0" presId="urn:microsoft.com/office/officeart/2005/8/layout/hList1"/>
    <dgm:cxn modelId="{40913722-5052-43FA-89BA-60E5F6DBCDD9}" srcId="{AE7EEE31-7CBD-4961-8274-0575D2B84C7E}" destId="{606ECA05-D265-42FB-B71F-31070A773F2D}" srcOrd="2" destOrd="0" parTransId="{A53B04C7-56F3-45F0-A6FB-1021E39CE402}" sibTransId="{63B4A44C-FB1F-4A06-9990-B002F011AE6E}"/>
    <dgm:cxn modelId="{840B744F-75E1-49FA-B427-7C1ABB178C93}" srcId="{193281D3-BF04-41BF-A8E3-E45CF1A590D5}" destId="{D1E236A6-69F5-4DAA-B3DF-020A19493B2C}" srcOrd="5" destOrd="0" parTransId="{3411C153-A213-460A-BC1A-802E49C5A7B1}" sibTransId="{EBE7D134-45E4-452B-8083-EA134779E617}"/>
    <dgm:cxn modelId="{F28AE270-7703-4377-B063-E46F3CB4AE85}" srcId="{76AEB770-0DC4-4C61-831F-F90CC1F62269}" destId="{193281D3-BF04-41BF-A8E3-E45CF1A590D5}" srcOrd="0" destOrd="0" parTransId="{5DC010AC-0DA2-417E-92A4-68A8C21DAC56}" sibTransId="{839BC51C-F197-43C4-A813-7039CFBA5093}"/>
    <dgm:cxn modelId="{AA250E03-AFA0-41E8-9BA0-AC6443A0FE98}" type="presParOf" srcId="{2CC48460-DB0C-43FD-8980-395E50A25DB3}" destId="{9FDAED2F-626E-4B34-9072-D3695330375B}" srcOrd="0" destOrd="0" presId="urn:microsoft.com/office/officeart/2005/8/layout/hList1"/>
    <dgm:cxn modelId="{C0FFFE2A-AC08-4186-B058-809AB97C9B50}" type="presParOf" srcId="{9FDAED2F-626E-4B34-9072-D3695330375B}" destId="{5A5B13D5-F826-458C-A232-E26A7E858E43}" srcOrd="0" destOrd="0" presId="urn:microsoft.com/office/officeart/2005/8/layout/hList1"/>
    <dgm:cxn modelId="{3438024E-1DE5-49A1-9F05-36B6E1405795}" type="presParOf" srcId="{9FDAED2F-626E-4B34-9072-D3695330375B}" destId="{018CAE40-3895-40F1-9849-0028CD0A5F3D}"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B41B1F7-F254-448B-AD5A-ED41656AE39F}"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22533646-A756-4328-808C-857B96FD8C21}">
      <dgm:prSet phldrT="[Text]" custT="1"/>
      <dgm:spPr/>
      <dgm:t>
        <a:bodyPr/>
        <a:lstStyle/>
        <a:p>
          <a:pPr algn="just"/>
          <a:r>
            <a:rPr lang="en-US" sz="2400" b="0" i="0" dirty="0"/>
            <a:t>In medical recorders, the signal conditioner usually consists of a preamplifier and the main amplifier.</a:t>
          </a:r>
          <a:endParaRPr lang="en-IN" sz="2400" dirty="0"/>
        </a:p>
      </dgm:t>
    </dgm:pt>
    <dgm:pt modelId="{717BB0F7-2237-4DAA-A32C-35A0AE1B50E1}" type="parTrans" cxnId="{66241040-5482-4295-B8A6-008DF84E079A}">
      <dgm:prSet/>
      <dgm:spPr/>
      <dgm:t>
        <a:bodyPr/>
        <a:lstStyle/>
        <a:p>
          <a:pPr algn="just"/>
          <a:endParaRPr lang="en-IN" sz="2000"/>
        </a:p>
      </dgm:t>
    </dgm:pt>
    <dgm:pt modelId="{45E92C2E-457D-430A-8AB5-567E9EEF778E}" type="sibTrans" cxnId="{66241040-5482-4295-B8A6-008DF84E079A}">
      <dgm:prSet/>
      <dgm:spPr/>
      <dgm:t>
        <a:bodyPr/>
        <a:lstStyle/>
        <a:p>
          <a:pPr algn="just"/>
          <a:endParaRPr lang="en-IN" sz="2000"/>
        </a:p>
      </dgm:t>
    </dgm:pt>
    <dgm:pt modelId="{FC3F4DAD-5558-4933-A026-22E6FD6AB751}">
      <dgm:prSet phldrT="[Text]" custT="1"/>
      <dgm:spPr/>
      <dgm:t>
        <a:bodyPr/>
        <a:lstStyle/>
        <a:p>
          <a:pPr algn="just"/>
          <a:r>
            <a:rPr lang="en-US" sz="2000" b="0" i="0" dirty="0"/>
            <a:t>Both of these amplifiers must satisfy specific operation requirements such as input impedance, gain and frequency response characteristics for an effective reproduction of the input signal.</a:t>
          </a:r>
          <a:endParaRPr lang="en-IN" sz="2000" dirty="0"/>
        </a:p>
      </dgm:t>
    </dgm:pt>
    <dgm:pt modelId="{A9A091D5-7F23-4A69-B7FA-9E745CC075B1}" type="parTrans" cxnId="{C6271125-5456-445B-87B8-4E907DD33C9F}">
      <dgm:prSet/>
      <dgm:spPr/>
      <dgm:t>
        <a:bodyPr/>
        <a:lstStyle/>
        <a:p>
          <a:pPr algn="just"/>
          <a:endParaRPr lang="en-IN" sz="2000"/>
        </a:p>
      </dgm:t>
    </dgm:pt>
    <dgm:pt modelId="{79190862-FC25-4380-954B-3D254C0382DB}" type="sibTrans" cxnId="{C6271125-5456-445B-87B8-4E907DD33C9F}">
      <dgm:prSet/>
      <dgm:spPr/>
      <dgm:t>
        <a:bodyPr/>
        <a:lstStyle/>
        <a:p>
          <a:pPr algn="just"/>
          <a:endParaRPr lang="en-IN" sz="2000"/>
        </a:p>
      </dgm:t>
    </dgm:pt>
    <dgm:pt modelId="{5F91F7D1-CA8F-4A0D-8B1B-D88C4187BC98}">
      <dgm:prSet phldrT="[Text]" custT="1"/>
      <dgm:spPr/>
      <dgm:t>
        <a:bodyPr/>
        <a:lstStyle/>
        <a:p>
          <a:pPr algn="just"/>
          <a:r>
            <a:rPr lang="en-US" sz="2400" b="0" i="0" dirty="0"/>
            <a:t>To make the signal from any transducer compatible with the input signal required for the driver amplifier of the display or recording system, it is usual to arrange to normalize the electrical signals produced by each transducer. </a:t>
          </a:r>
          <a:endParaRPr lang="en-IN" sz="2400" dirty="0"/>
        </a:p>
      </dgm:t>
    </dgm:pt>
    <dgm:pt modelId="{094B692B-EDEA-4814-B427-09ECB3651ADF}" type="parTrans" cxnId="{F9FED2CC-94C6-4195-A300-CACFDE89E329}">
      <dgm:prSet/>
      <dgm:spPr/>
      <dgm:t>
        <a:bodyPr/>
        <a:lstStyle/>
        <a:p>
          <a:pPr algn="just"/>
          <a:endParaRPr lang="en-IN" sz="2000"/>
        </a:p>
      </dgm:t>
    </dgm:pt>
    <dgm:pt modelId="{3CB5AADF-A1D9-4745-83AA-CC8F6918B8E1}" type="sibTrans" cxnId="{F9FED2CC-94C6-4195-A300-CACFDE89E329}">
      <dgm:prSet/>
      <dgm:spPr/>
      <dgm:t>
        <a:bodyPr/>
        <a:lstStyle/>
        <a:p>
          <a:pPr algn="just"/>
          <a:endParaRPr lang="en-IN" sz="2000"/>
        </a:p>
      </dgm:t>
    </dgm:pt>
    <dgm:pt modelId="{5AA39AD8-AB73-4B5D-B58C-00B414F19E64}">
      <dgm:prSet phldrT="[Text]" custT="1"/>
      <dgm:spPr/>
      <dgm:t>
        <a:bodyPr/>
        <a:lstStyle/>
        <a:p>
          <a:pPr algn="just"/>
          <a:r>
            <a:rPr lang="en-US" sz="2000" b="0" i="0" dirty="0"/>
            <a:t>This is done in the signal conditioner which adjusts its output to a common signal level e.g. one volt. </a:t>
          </a:r>
          <a:endParaRPr lang="en-IN" sz="2000" dirty="0"/>
        </a:p>
      </dgm:t>
    </dgm:pt>
    <dgm:pt modelId="{F36EB7E0-F25D-407C-B911-9E220C7C9C3A}" type="parTrans" cxnId="{8E563177-A8D2-4006-A005-1A6AB81CFA10}">
      <dgm:prSet/>
      <dgm:spPr/>
      <dgm:t>
        <a:bodyPr/>
        <a:lstStyle/>
        <a:p>
          <a:pPr algn="just"/>
          <a:endParaRPr lang="en-IN" sz="2000"/>
        </a:p>
      </dgm:t>
    </dgm:pt>
    <dgm:pt modelId="{01C40AF5-7BB1-4C0C-B26E-A40FC3E3DCA7}" type="sibTrans" cxnId="{8E563177-A8D2-4006-A005-1A6AB81CFA10}">
      <dgm:prSet/>
      <dgm:spPr/>
      <dgm:t>
        <a:bodyPr/>
        <a:lstStyle/>
        <a:p>
          <a:pPr algn="just"/>
          <a:endParaRPr lang="en-IN" sz="2000"/>
        </a:p>
      </dgm:t>
    </dgm:pt>
    <dgm:pt modelId="{0CD34BC3-E0A7-4680-8965-7313F25BC427}">
      <dgm:prSet phldrT="[Text]" custT="1"/>
      <dgm:spPr/>
      <dgm:t>
        <a:bodyPr/>
        <a:lstStyle/>
        <a:p>
          <a:pPr algn="just"/>
          <a:r>
            <a:rPr lang="en-US" sz="2400" b="0" i="0" dirty="0"/>
            <a:t>The necessary adjustments of gain and frequency response are provided by the signal conditioners. </a:t>
          </a:r>
          <a:endParaRPr lang="en-IN" sz="2400" dirty="0"/>
        </a:p>
      </dgm:t>
    </dgm:pt>
    <dgm:pt modelId="{B9C066B0-69B0-4754-9440-88FB7191F350}" type="parTrans" cxnId="{2C4D9701-089F-425A-9BE1-05C9C5646DCA}">
      <dgm:prSet/>
      <dgm:spPr/>
      <dgm:t>
        <a:bodyPr/>
        <a:lstStyle/>
        <a:p>
          <a:pPr algn="just"/>
          <a:endParaRPr lang="en-IN" sz="2000"/>
        </a:p>
      </dgm:t>
    </dgm:pt>
    <dgm:pt modelId="{98A25BFE-DAFC-4FB2-B07B-0F3959D3D861}" type="sibTrans" cxnId="{2C4D9701-089F-425A-9BE1-05C9C5646DCA}">
      <dgm:prSet/>
      <dgm:spPr/>
      <dgm:t>
        <a:bodyPr/>
        <a:lstStyle/>
        <a:p>
          <a:pPr algn="just"/>
          <a:endParaRPr lang="en-IN" sz="2000"/>
        </a:p>
      </dgm:t>
    </dgm:pt>
    <dgm:pt modelId="{7765CC6F-7529-47BF-9AD1-A449163B28DD}">
      <dgm:prSet phldrT="[Text]" custT="1"/>
      <dgm:spPr/>
      <dgm:t>
        <a:bodyPr/>
        <a:lstStyle/>
        <a:p>
          <a:pPr algn="just"/>
          <a:r>
            <a:rPr lang="en-US" sz="2000" b="0" i="0" dirty="0"/>
            <a:t>This means that, it is possible to interchange the signal conditions to record any one of the physical or bioelectric events on the same writing channel.</a:t>
          </a:r>
          <a:endParaRPr lang="en-IN" sz="2000" dirty="0"/>
        </a:p>
      </dgm:t>
    </dgm:pt>
    <dgm:pt modelId="{1C874167-ED7A-4354-B30C-8BCA237B0D5B}" type="parTrans" cxnId="{70E6D6B5-46C1-4F33-8116-E734438C93ED}">
      <dgm:prSet/>
      <dgm:spPr/>
      <dgm:t>
        <a:bodyPr/>
        <a:lstStyle/>
        <a:p>
          <a:pPr algn="just"/>
          <a:endParaRPr lang="en-IN" sz="2000"/>
        </a:p>
      </dgm:t>
    </dgm:pt>
    <dgm:pt modelId="{633316EA-DFEB-4393-84C8-2273D10934B1}" type="sibTrans" cxnId="{70E6D6B5-46C1-4F33-8116-E734438C93ED}">
      <dgm:prSet/>
      <dgm:spPr/>
      <dgm:t>
        <a:bodyPr/>
        <a:lstStyle/>
        <a:p>
          <a:pPr algn="just"/>
          <a:endParaRPr lang="en-IN" sz="2000"/>
        </a:p>
      </dgm:t>
    </dgm:pt>
    <dgm:pt modelId="{78A89ADC-B809-4D4A-8599-A5611438F870}">
      <dgm:prSet phldrT="[Text]" custT="1"/>
      <dgm:spPr/>
      <dgm:t>
        <a:bodyPr/>
        <a:lstStyle/>
        <a:p>
          <a:pPr algn="just"/>
          <a:r>
            <a:rPr lang="en-US" sz="2400" b="0" i="0" dirty="0"/>
            <a:t>The writing systems which are available in many forms constitute the key portion of the recording instrument. </a:t>
          </a:r>
          <a:endParaRPr lang="en-IN" sz="2400" dirty="0"/>
        </a:p>
      </dgm:t>
    </dgm:pt>
    <dgm:pt modelId="{B60CE3D6-1CB3-4D2C-A70C-6A17DF369570}" type="parTrans" cxnId="{52497AE9-7E61-4727-ABD7-7F87346137ED}">
      <dgm:prSet/>
      <dgm:spPr/>
      <dgm:t>
        <a:bodyPr/>
        <a:lstStyle/>
        <a:p>
          <a:pPr algn="just"/>
          <a:endParaRPr lang="en-IN" sz="2000"/>
        </a:p>
      </dgm:t>
    </dgm:pt>
    <dgm:pt modelId="{2825746C-AC08-43AC-93F6-B123077C4AB0}" type="sibTrans" cxnId="{52497AE9-7E61-4727-ABD7-7F87346137ED}">
      <dgm:prSet/>
      <dgm:spPr/>
      <dgm:t>
        <a:bodyPr/>
        <a:lstStyle/>
        <a:p>
          <a:pPr algn="just"/>
          <a:endParaRPr lang="en-IN" sz="2000"/>
        </a:p>
      </dgm:t>
    </dgm:pt>
    <dgm:pt modelId="{FEB90342-B87F-47E4-9A57-5B67CD0DE88A}">
      <dgm:prSet phldrT="[Text]" custT="1"/>
      <dgm:spPr/>
      <dgm:t>
        <a:bodyPr/>
        <a:lstStyle/>
        <a:p>
          <a:pPr algn="just"/>
          <a:r>
            <a:rPr lang="en-US" sz="2000" b="0" i="0" dirty="0"/>
            <a:t>Examples of commonly used writing system include: The Inkjet recorder, Galvanometer type pen recorder, Potentiometric recorder, etc.</a:t>
          </a:r>
          <a:endParaRPr lang="en-IN" sz="2000" dirty="0"/>
        </a:p>
      </dgm:t>
    </dgm:pt>
    <dgm:pt modelId="{88D47D1A-EED0-48F1-AAE4-E3F322DAEBC3}" type="parTrans" cxnId="{C6E6BDAC-D0E8-46D9-882A-12BF8AAF31A1}">
      <dgm:prSet/>
      <dgm:spPr/>
      <dgm:t>
        <a:bodyPr/>
        <a:lstStyle/>
        <a:p>
          <a:pPr algn="just"/>
          <a:endParaRPr lang="en-IN" sz="2000"/>
        </a:p>
      </dgm:t>
    </dgm:pt>
    <dgm:pt modelId="{94850507-12C6-463A-92B0-813A1E410A79}" type="sibTrans" cxnId="{C6E6BDAC-D0E8-46D9-882A-12BF8AAF31A1}">
      <dgm:prSet/>
      <dgm:spPr/>
      <dgm:t>
        <a:bodyPr/>
        <a:lstStyle/>
        <a:p>
          <a:pPr algn="just"/>
          <a:endParaRPr lang="en-IN" sz="2000"/>
        </a:p>
      </dgm:t>
    </dgm:pt>
    <dgm:pt modelId="{B37F13F4-40BC-4360-8E9E-E3341EE9CF49}" type="pres">
      <dgm:prSet presAssocID="{2B41B1F7-F254-448B-AD5A-ED41656AE39F}" presName="linear" presStyleCnt="0">
        <dgm:presLayoutVars>
          <dgm:animLvl val="lvl"/>
          <dgm:resizeHandles val="exact"/>
        </dgm:presLayoutVars>
      </dgm:prSet>
      <dgm:spPr/>
      <dgm:t>
        <a:bodyPr/>
        <a:lstStyle/>
        <a:p>
          <a:endParaRPr lang="en-IN"/>
        </a:p>
      </dgm:t>
    </dgm:pt>
    <dgm:pt modelId="{EAE47609-A372-4E66-AE92-9AD2778E6AA2}" type="pres">
      <dgm:prSet presAssocID="{22533646-A756-4328-808C-857B96FD8C21}" presName="parentText" presStyleLbl="node1" presStyleIdx="0" presStyleCnt="4" custScaleY="62326">
        <dgm:presLayoutVars>
          <dgm:chMax val="0"/>
          <dgm:bulletEnabled val="1"/>
        </dgm:presLayoutVars>
      </dgm:prSet>
      <dgm:spPr/>
      <dgm:t>
        <a:bodyPr/>
        <a:lstStyle/>
        <a:p>
          <a:endParaRPr lang="en-IN"/>
        </a:p>
      </dgm:t>
    </dgm:pt>
    <dgm:pt modelId="{33B32930-E3E3-417A-9C3C-FE9867B9C383}" type="pres">
      <dgm:prSet presAssocID="{22533646-A756-4328-808C-857B96FD8C21}" presName="childText" presStyleLbl="revTx" presStyleIdx="0" presStyleCnt="4" custScaleY="98039" custLinFactNeighborY="2020">
        <dgm:presLayoutVars>
          <dgm:bulletEnabled val="1"/>
        </dgm:presLayoutVars>
      </dgm:prSet>
      <dgm:spPr/>
      <dgm:t>
        <a:bodyPr/>
        <a:lstStyle/>
        <a:p>
          <a:endParaRPr lang="en-IN"/>
        </a:p>
      </dgm:t>
    </dgm:pt>
    <dgm:pt modelId="{F24F8046-943F-457F-83AC-D8F4C003A24D}" type="pres">
      <dgm:prSet presAssocID="{5F91F7D1-CA8F-4A0D-8B1B-D88C4187BC98}" presName="parentText" presStyleLbl="node1" presStyleIdx="1" presStyleCnt="4" custLinFactNeighborY="-16662">
        <dgm:presLayoutVars>
          <dgm:chMax val="0"/>
          <dgm:bulletEnabled val="1"/>
        </dgm:presLayoutVars>
      </dgm:prSet>
      <dgm:spPr/>
      <dgm:t>
        <a:bodyPr/>
        <a:lstStyle/>
        <a:p>
          <a:endParaRPr lang="en-IN"/>
        </a:p>
      </dgm:t>
    </dgm:pt>
    <dgm:pt modelId="{F9C11EAF-33BE-46DE-862E-3CFCB64F5F6A}" type="pres">
      <dgm:prSet presAssocID="{5F91F7D1-CA8F-4A0D-8B1B-D88C4187BC98}" presName="childText" presStyleLbl="revTx" presStyleIdx="1" presStyleCnt="4" custScaleY="52395" custLinFactNeighborY="-10880">
        <dgm:presLayoutVars>
          <dgm:bulletEnabled val="1"/>
        </dgm:presLayoutVars>
      </dgm:prSet>
      <dgm:spPr/>
      <dgm:t>
        <a:bodyPr/>
        <a:lstStyle/>
        <a:p>
          <a:endParaRPr lang="en-IN"/>
        </a:p>
      </dgm:t>
    </dgm:pt>
    <dgm:pt modelId="{F1C8CBBE-DC51-4D36-A12E-F5C048ED96E7}" type="pres">
      <dgm:prSet presAssocID="{0CD34BC3-E0A7-4680-8965-7313F25BC427}" presName="parentText" presStyleLbl="node1" presStyleIdx="2" presStyleCnt="4" custScaleY="51755">
        <dgm:presLayoutVars>
          <dgm:chMax val="0"/>
          <dgm:bulletEnabled val="1"/>
        </dgm:presLayoutVars>
      </dgm:prSet>
      <dgm:spPr/>
      <dgm:t>
        <a:bodyPr/>
        <a:lstStyle/>
        <a:p>
          <a:endParaRPr lang="en-IN"/>
        </a:p>
      </dgm:t>
    </dgm:pt>
    <dgm:pt modelId="{FC38C3ED-F466-456A-8F3D-60FA5C1F31FD}" type="pres">
      <dgm:prSet presAssocID="{0CD34BC3-E0A7-4680-8965-7313F25BC427}" presName="childText" presStyleLbl="revTx" presStyleIdx="2" presStyleCnt="4" custScaleY="76087" custLinFactNeighborY="855">
        <dgm:presLayoutVars>
          <dgm:bulletEnabled val="1"/>
        </dgm:presLayoutVars>
      </dgm:prSet>
      <dgm:spPr/>
      <dgm:t>
        <a:bodyPr/>
        <a:lstStyle/>
        <a:p>
          <a:endParaRPr lang="en-IN"/>
        </a:p>
      </dgm:t>
    </dgm:pt>
    <dgm:pt modelId="{CE50A592-5BBA-4FAC-9845-B2D894D23934}" type="pres">
      <dgm:prSet presAssocID="{78A89ADC-B809-4D4A-8599-A5611438F870}" presName="parentText" presStyleLbl="node1" presStyleIdx="3" presStyleCnt="4" custScaleY="65985">
        <dgm:presLayoutVars>
          <dgm:chMax val="0"/>
          <dgm:bulletEnabled val="1"/>
        </dgm:presLayoutVars>
      </dgm:prSet>
      <dgm:spPr/>
      <dgm:t>
        <a:bodyPr/>
        <a:lstStyle/>
        <a:p>
          <a:endParaRPr lang="en-IN"/>
        </a:p>
      </dgm:t>
    </dgm:pt>
    <dgm:pt modelId="{5B760F2F-7672-4DC3-BB8A-D7AC6077519D}" type="pres">
      <dgm:prSet presAssocID="{78A89ADC-B809-4D4A-8599-A5611438F870}" presName="childText" presStyleLbl="revTx" presStyleIdx="3" presStyleCnt="4" custScaleY="74728">
        <dgm:presLayoutVars>
          <dgm:bulletEnabled val="1"/>
        </dgm:presLayoutVars>
      </dgm:prSet>
      <dgm:spPr/>
      <dgm:t>
        <a:bodyPr/>
        <a:lstStyle/>
        <a:p>
          <a:endParaRPr lang="en-IN"/>
        </a:p>
      </dgm:t>
    </dgm:pt>
  </dgm:ptLst>
  <dgm:cxnLst>
    <dgm:cxn modelId="{DC9C426C-2886-4285-9AF1-90951FFB2FFB}" type="presOf" srcId="{7765CC6F-7529-47BF-9AD1-A449163B28DD}" destId="{FC38C3ED-F466-456A-8F3D-60FA5C1F31FD}" srcOrd="0" destOrd="0" presId="urn:microsoft.com/office/officeart/2005/8/layout/vList2"/>
    <dgm:cxn modelId="{8E563177-A8D2-4006-A005-1A6AB81CFA10}" srcId="{5F91F7D1-CA8F-4A0D-8B1B-D88C4187BC98}" destId="{5AA39AD8-AB73-4B5D-B58C-00B414F19E64}" srcOrd="0" destOrd="0" parTransId="{F36EB7E0-F25D-407C-B911-9E220C7C9C3A}" sibTransId="{01C40AF5-7BB1-4C0C-B26E-A40FC3E3DCA7}"/>
    <dgm:cxn modelId="{890F8CA0-9221-4C58-BA20-5496A10C1CA2}" type="presOf" srcId="{5F91F7D1-CA8F-4A0D-8B1B-D88C4187BC98}" destId="{F24F8046-943F-457F-83AC-D8F4C003A24D}" srcOrd="0" destOrd="0" presId="urn:microsoft.com/office/officeart/2005/8/layout/vList2"/>
    <dgm:cxn modelId="{66241040-5482-4295-B8A6-008DF84E079A}" srcId="{2B41B1F7-F254-448B-AD5A-ED41656AE39F}" destId="{22533646-A756-4328-808C-857B96FD8C21}" srcOrd="0" destOrd="0" parTransId="{717BB0F7-2237-4DAA-A32C-35A0AE1B50E1}" sibTransId="{45E92C2E-457D-430A-8AB5-567E9EEF778E}"/>
    <dgm:cxn modelId="{F9FED2CC-94C6-4195-A300-CACFDE89E329}" srcId="{2B41B1F7-F254-448B-AD5A-ED41656AE39F}" destId="{5F91F7D1-CA8F-4A0D-8B1B-D88C4187BC98}" srcOrd="1" destOrd="0" parTransId="{094B692B-EDEA-4814-B427-09ECB3651ADF}" sibTransId="{3CB5AADF-A1D9-4745-83AA-CC8F6918B8E1}"/>
    <dgm:cxn modelId="{52497AE9-7E61-4727-ABD7-7F87346137ED}" srcId="{2B41B1F7-F254-448B-AD5A-ED41656AE39F}" destId="{78A89ADC-B809-4D4A-8599-A5611438F870}" srcOrd="3" destOrd="0" parTransId="{B60CE3D6-1CB3-4D2C-A70C-6A17DF369570}" sibTransId="{2825746C-AC08-43AC-93F6-B123077C4AB0}"/>
    <dgm:cxn modelId="{AFD6CE41-4BB1-452B-9CEE-2BF7957F9E07}" type="presOf" srcId="{5AA39AD8-AB73-4B5D-B58C-00B414F19E64}" destId="{F9C11EAF-33BE-46DE-862E-3CFCB64F5F6A}" srcOrd="0" destOrd="0" presId="urn:microsoft.com/office/officeart/2005/8/layout/vList2"/>
    <dgm:cxn modelId="{E9887F2A-DD6B-496A-88AB-D7FAA2C2B925}" type="presOf" srcId="{FEB90342-B87F-47E4-9A57-5B67CD0DE88A}" destId="{5B760F2F-7672-4DC3-BB8A-D7AC6077519D}" srcOrd="0" destOrd="0" presId="urn:microsoft.com/office/officeart/2005/8/layout/vList2"/>
    <dgm:cxn modelId="{B454A2CE-ACF0-4820-8548-A1665FF15874}" type="presOf" srcId="{2B41B1F7-F254-448B-AD5A-ED41656AE39F}" destId="{B37F13F4-40BC-4360-8E9E-E3341EE9CF49}" srcOrd="0" destOrd="0" presId="urn:microsoft.com/office/officeart/2005/8/layout/vList2"/>
    <dgm:cxn modelId="{F39DBB7C-2E89-426E-965F-E91A0ACC044E}" type="presOf" srcId="{0CD34BC3-E0A7-4680-8965-7313F25BC427}" destId="{F1C8CBBE-DC51-4D36-A12E-F5C048ED96E7}" srcOrd="0" destOrd="0" presId="urn:microsoft.com/office/officeart/2005/8/layout/vList2"/>
    <dgm:cxn modelId="{A169CC37-FE13-4498-A6DC-C5C0E9555625}" type="presOf" srcId="{22533646-A756-4328-808C-857B96FD8C21}" destId="{EAE47609-A372-4E66-AE92-9AD2778E6AA2}" srcOrd="0" destOrd="0" presId="urn:microsoft.com/office/officeart/2005/8/layout/vList2"/>
    <dgm:cxn modelId="{C6E6BDAC-D0E8-46D9-882A-12BF8AAF31A1}" srcId="{78A89ADC-B809-4D4A-8599-A5611438F870}" destId="{FEB90342-B87F-47E4-9A57-5B67CD0DE88A}" srcOrd="0" destOrd="0" parTransId="{88D47D1A-EED0-48F1-AAE4-E3F322DAEBC3}" sibTransId="{94850507-12C6-463A-92B0-813A1E410A79}"/>
    <dgm:cxn modelId="{70E6D6B5-46C1-4F33-8116-E734438C93ED}" srcId="{0CD34BC3-E0A7-4680-8965-7313F25BC427}" destId="{7765CC6F-7529-47BF-9AD1-A449163B28DD}" srcOrd="0" destOrd="0" parTransId="{1C874167-ED7A-4354-B30C-8BCA237B0D5B}" sibTransId="{633316EA-DFEB-4393-84C8-2273D10934B1}"/>
    <dgm:cxn modelId="{422AC715-8491-442B-8FBD-7816F47899E3}" type="presOf" srcId="{78A89ADC-B809-4D4A-8599-A5611438F870}" destId="{CE50A592-5BBA-4FAC-9845-B2D894D23934}" srcOrd="0" destOrd="0" presId="urn:microsoft.com/office/officeart/2005/8/layout/vList2"/>
    <dgm:cxn modelId="{C6271125-5456-445B-87B8-4E907DD33C9F}" srcId="{22533646-A756-4328-808C-857B96FD8C21}" destId="{FC3F4DAD-5558-4933-A026-22E6FD6AB751}" srcOrd="0" destOrd="0" parTransId="{A9A091D5-7F23-4A69-B7FA-9E745CC075B1}" sibTransId="{79190862-FC25-4380-954B-3D254C0382DB}"/>
    <dgm:cxn modelId="{0206FE1A-5188-4DC7-9831-F558359AD859}" type="presOf" srcId="{FC3F4DAD-5558-4933-A026-22E6FD6AB751}" destId="{33B32930-E3E3-417A-9C3C-FE9867B9C383}" srcOrd="0" destOrd="0" presId="urn:microsoft.com/office/officeart/2005/8/layout/vList2"/>
    <dgm:cxn modelId="{2C4D9701-089F-425A-9BE1-05C9C5646DCA}" srcId="{2B41B1F7-F254-448B-AD5A-ED41656AE39F}" destId="{0CD34BC3-E0A7-4680-8965-7313F25BC427}" srcOrd="2" destOrd="0" parTransId="{B9C066B0-69B0-4754-9440-88FB7191F350}" sibTransId="{98A25BFE-DAFC-4FB2-B07B-0F3959D3D861}"/>
    <dgm:cxn modelId="{3925A8D0-38FD-4C77-9884-31C71B0AB523}" type="presParOf" srcId="{B37F13F4-40BC-4360-8E9E-E3341EE9CF49}" destId="{EAE47609-A372-4E66-AE92-9AD2778E6AA2}" srcOrd="0" destOrd="0" presId="urn:microsoft.com/office/officeart/2005/8/layout/vList2"/>
    <dgm:cxn modelId="{9673CFD7-8D98-4EB6-9CAF-8C1B012B62E8}" type="presParOf" srcId="{B37F13F4-40BC-4360-8E9E-E3341EE9CF49}" destId="{33B32930-E3E3-417A-9C3C-FE9867B9C383}" srcOrd="1" destOrd="0" presId="urn:microsoft.com/office/officeart/2005/8/layout/vList2"/>
    <dgm:cxn modelId="{545D28FD-506E-4D8A-AB65-5EE0D5F9E5D0}" type="presParOf" srcId="{B37F13F4-40BC-4360-8E9E-E3341EE9CF49}" destId="{F24F8046-943F-457F-83AC-D8F4C003A24D}" srcOrd="2" destOrd="0" presId="urn:microsoft.com/office/officeart/2005/8/layout/vList2"/>
    <dgm:cxn modelId="{78928D5D-1F6C-44C5-BA0F-13CE82837EA4}" type="presParOf" srcId="{B37F13F4-40BC-4360-8E9E-E3341EE9CF49}" destId="{F9C11EAF-33BE-46DE-862E-3CFCB64F5F6A}" srcOrd="3" destOrd="0" presId="urn:microsoft.com/office/officeart/2005/8/layout/vList2"/>
    <dgm:cxn modelId="{6DFBA502-5D48-4080-8E82-6042D9D1F495}" type="presParOf" srcId="{B37F13F4-40BC-4360-8E9E-E3341EE9CF49}" destId="{F1C8CBBE-DC51-4D36-A12E-F5C048ED96E7}" srcOrd="4" destOrd="0" presId="urn:microsoft.com/office/officeart/2005/8/layout/vList2"/>
    <dgm:cxn modelId="{33D11504-D530-4144-9522-D50F72A149D0}" type="presParOf" srcId="{B37F13F4-40BC-4360-8E9E-E3341EE9CF49}" destId="{FC38C3ED-F466-456A-8F3D-60FA5C1F31FD}" srcOrd="5" destOrd="0" presId="urn:microsoft.com/office/officeart/2005/8/layout/vList2"/>
    <dgm:cxn modelId="{53C1970F-D0DC-4B64-93DB-CE85A959B896}" type="presParOf" srcId="{B37F13F4-40BC-4360-8E9E-E3341EE9CF49}" destId="{CE50A592-5BBA-4FAC-9845-B2D894D23934}" srcOrd="6" destOrd="0" presId="urn:microsoft.com/office/officeart/2005/8/layout/vList2"/>
    <dgm:cxn modelId="{8432DD02-C3CF-4F1E-805B-206F41256A10}" type="presParOf" srcId="{B37F13F4-40BC-4360-8E9E-E3341EE9CF49}" destId="{5B760F2F-7672-4DC3-BB8A-D7AC6077519D}" srcOrd="7"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1622844-B886-4397-A727-7024791AFD12}"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3C284349-F93A-4BEF-A9A3-B29F605E163B}">
      <dgm:prSet phldrT="[Text]" custT="1"/>
      <dgm:spPr/>
      <dgm:t>
        <a:bodyPr/>
        <a:lstStyle/>
        <a:p>
          <a:pPr algn="ctr"/>
          <a:r>
            <a:rPr lang="en-IN" sz="2800" b="1" i="0" dirty="0"/>
            <a:t>What is Signal Conditioning?</a:t>
          </a:r>
          <a:endParaRPr lang="en-IN" sz="2800" b="1" dirty="0"/>
        </a:p>
      </dgm:t>
    </dgm:pt>
    <dgm:pt modelId="{D892A826-0320-40B9-9139-BF24C77C8858}" type="parTrans" cxnId="{F07A6C1F-635F-4010-BDDD-CD592A9C4637}">
      <dgm:prSet/>
      <dgm:spPr/>
      <dgm:t>
        <a:bodyPr/>
        <a:lstStyle/>
        <a:p>
          <a:endParaRPr lang="en-IN"/>
        </a:p>
      </dgm:t>
    </dgm:pt>
    <dgm:pt modelId="{F4F2F687-049C-48EA-8650-44F893F89C19}" type="sibTrans" cxnId="{F07A6C1F-635F-4010-BDDD-CD592A9C4637}">
      <dgm:prSet/>
      <dgm:spPr/>
      <dgm:t>
        <a:bodyPr/>
        <a:lstStyle/>
        <a:p>
          <a:endParaRPr lang="en-IN"/>
        </a:p>
      </dgm:t>
    </dgm:pt>
    <dgm:pt modelId="{66DCB86C-4A07-4CBD-B339-E90E1C7C8504}">
      <dgm:prSet phldrT="[Text]" custT="1"/>
      <dgm:spPr/>
      <dgm:t>
        <a:bodyPr/>
        <a:lstStyle/>
        <a:p>
          <a:pPr algn="just"/>
          <a:r>
            <a:rPr lang="en-US" sz="2300" b="0" i="0" dirty="0"/>
            <a:t>Analog signals need to be correctly "prepared" before they can be converted into digital form for further processing. </a:t>
          </a:r>
          <a:endParaRPr lang="en-IN" sz="2300" dirty="0"/>
        </a:p>
      </dgm:t>
    </dgm:pt>
    <dgm:pt modelId="{D134783A-5A0C-4442-B456-D53A1E218C41}" type="parTrans" cxnId="{F8F02147-01D4-4954-B781-E3521B8E35F2}">
      <dgm:prSet/>
      <dgm:spPr/>
      <dgm:t>
        <a:bodyPr/>
        <a:lstStyle/>
        <a:p>
          <a:endParaRPr lang="en-IN"/>
        </a:p>
      </dgm:t>
    </dgm:pt>
    <dgm:pt modelId="{D24DD68D-DFFB-4E6F-952D-29DDB7530AE5}" type="sibTrans" cxnId="{F8F02147-01D4-4954-B781-E3521B8E35F2}">
      <dgm:prSet/>
      <dgm:spPr/>
      <dgm:t>
        <a:bodyPr/>
        <a:lstStyle/>
        <a:p>
          <a:endParaRPr lang="en-IN"/>
        </a:p>
      </dgm:t>
    </dgm:pt>
    <dgm:pt modelId="{5ABC4FF4-633A-4586-9641-528B057639C6}">
      <dgm:prSet phldrT="[Text]"/>
      <dgm:spPr/>
      <dgm:t>
        <a:bodyPr/>
        <a:lstStyle/>
        <a:p>
          <a:pPr algn="l"/>
          <a:endParaRPr lang="en-IN" sz="2200" dirty="0"/>
        </a:p>
      </dgm:t>
    </dgm:pt>
    <dgm:pt modelId="{D5F76B3A-48AA-4B84-B0D3-E1FA2F51B9B2}" type="parTrans" cxnId="{DE5299F3-495E-4AC9-B33D-6975F6FAF958}">
      <dgm:prSet/>
      <dgm:spPr/>
      <dgm:t>
        <a:bodyPr/>
        <a:lstStyle/>
        <a:p>
          <a:endParaRPr lang="en-IN"/>
        </a:p>
      </dgm:t>
    </dgm:pt>
    <dgm:pt modelId="{6F0DE9D3-04C9-433B-B393-D0B50E426336}" type="sibTrans" cxnId="{DE5299F3-495E-4AC9-B33D-6975F6FAF958}">
      <dgm:prSet/>
      <dgm:spPr/>
      <dgm:t>
        <a:bodyPr/>
        <a:lstStyle/>
        <a:p>
          <a:endParaRPr lang="en-IN"/>
        </a:p>
      </dgm:t>
    </dgm:pt>
    <dgm:pt modelId="{C70A67AD-C0BD-4A79-BBB0-BE6ACAA756E9}">
      <dgm:prSet custT="1"/>
      <dgm:spPr/>
      <dgm:t>
        <a:bodyPr/>
        <a:lstStyle/>
        <a:p>
          <a:pPr algn="just"/>
          <a:r>
            <a:rPr lang="en-US" sz="2300" b="0" i="0" dirty="0"/>
            <a:t>For example, </a:t>
          </a:r>
          <a:r>
            <a:rPr lang="en-US" sz="2300" b="1" i="0" dirty="0"/>
            <a:t>thermocouple signals have very small voltage levels that must be amplified before they can be digitized</a:t>
          </a:r>
          <a:r>
            <a:rPr lang="en-US" sz="2300" b="0" i="0" dirty="0"/>
            <a:t>. </a:t>
          </a:r>
        </a:p>
      </dgm:t>
    </dgm:pt>
    <dgm:pt modelId="{A1B57D73-A137-4C45-BD31-3134321FE5A0}" type="parTrans" cxnId="{2800D1B6-556A-4FA8-879D-1CE150629BA3}">
      <dgm:prSet/>
      <dgm:spPr/>
      <dgm:t>
        <a:bodyPr/>
        <a:lstStyle/>
        <a:p>
          <a:endParaRPr lang="en-IN"/>
        </a:p>
      </dgm:t>
    </dgm:pt>
    <dgm:pt modelId="{19DBCA19-1E8C-4857-BFC4-62E7F429D8A7}" type="sibTrans" cxnId="{2800D1B6-556A-4FA8-879D-1CE150629BA3}">
      <dgm:prSet/>
      <dgm:spPr/>
      <dgm:t>
        <a:bodyPr/>
        <a:lstStyle/>
        <a:p>
          <a:endParaRPr lang="en-IN"/>
        </a:p>
      </dgm:t>
    </dgm:pt>
    <dgm:pt modelId="{64B2F92C-89FE-4E28-A9A3-768B48BB223E}">
      <dgm:prSet custT="1"/>
      <dgm:spPr/>
      <dgm:t>
        <a:bodyPr/>
        <a:lstStyle/>
        <a:p>
          <a:pPr algn="just"/>
          <a:r>
            <a:rPr lang="en-US" sz="2300" b="0" i="0" dirty="0"/>
            <a:t>Signal conditioning is one of the fundamental building blocks of modern data acquisition (aka DAS or DAQ system). </a:t>
          </a:r>
        </a:p>
      </dgm:t>
    </dgm:pt>
    <dgm:pt modelId="{C001B466-6114-44AC-8C2C-6B19C0367DE8}" type="parTrans" cxnId="{DE107CE8-2257-47F2-93EF-C0C85357A3DD}">
      <dgm:prSet/>
      <dgm:spPr/>
      <dgm:t>
        <a:bodyPr/>
        <a:lstStyle/>
        <a:p>
          <a:endParaRPr lang="en-IN"/>
        </a:p>
      </dgm:t>
    </dgm:pt>
    <dgm:pt modelId="{1E291B7C-AB67-4AF3-AED2-E5DA38F9231B}" type="sibTrans" cxnId="{DE107CE8-2257-47F2-93EF-C0C85357A3DD}">
      <dgm:prSet/>
      <dgm:spPr/>
      <dgm:t>
        <a:bodyPr/>
        <a:lstStyle/>
        <a:p>
          <a:endParaRPr lang="en-IN"/>
        </a:p>
      </dgm:t>
    </dgm:pt>
    <dgm:pt modelId="{0E82E2A6-14DC-4FE7-B471-6AF90690D299}">
      <dgm:prSet phldrT="[Text]" custT="1"/>
      <dgm:spPr/>
      <dgm:t>
        <a:bodyPr/>
        <a:lstStyle/>
        <a:p>
          <a:pPr algn="just"/>
          <a:r>
            <a:rPr lang="en-US" sz="2300" b="1" i="0" dirty="0"/>
            <a:t>Signal conditioning is an electronic circuit that manipulates a signal in a way that prepares it for the next stage of processing. </a:t>
          </a:r>
          <a:endParaRPr lang="en-IN" sz="2300" b="1" dirty="0"/>
        </a:p>
      </dgm:t>
    </dgm:pt>
    <dgm:pt modelId="{9A3F0499-1E7E-42A7-A2E8-CD6AC8151F55}" type="parTrans" cxnId="{B1FB4E6F-52A0-4C93-B46A-1A1B3A021AA1}">
      <dgm:prSet/>
      <dgm:spPr/>
      <dgm:t>
        <a:bodyPr/>
        <a:lstStyle/>
        <a:p>
          <a:endParaRPr lang="en-IN"/>
        </a:p>
      </dgm:t>
    </dgm:pt>
    <dgm:pt modelId="{7BB5DC0E-C65F-419B-ADEB-62AEF03C68EE}" type="sibTrans" cxnId="{B1FB4E6F-52A0-4C93-B46A-1A1B3A021AA1}">
      <dgm:prSet/>
      <dgm:spPr/>
      <dgm:t>
        <a:bodyPr/>
        <a:lstStyle/>
        <a:p>
          <a:endParaRPr lang="en-IN"/>
        </a:p>
      </dgm:t>
    </dgm:pt>
    <dgm:pt modelId="{3CF87421-90BB-41F3-8416-D681D8FC3A42}">
      <dgm:prSet phldrT="[Text]" custT="1"/>
      <dgm:spPr/>
      <dgm:t>
        <a:bodyPr/>
        <a:lstStyle/>
        <a:p>
          <a:pPr algn="just"/>
          <a:r>
            <a:rPr lang="en-US" sz="2300" b="0" i="0" dirty="0"/>
            <a:t>Many data acquisition applications involve environmental or mechanical measurement from sensors, such as temperature and vibration. These sensors require signal conditioning before a data acquisition device can effectively and accurately measure the signal.</a:t>
          </a:r>
          <a:endParaRPr lang="en-IN" sz="2300" dirty="0"/>
        </a:p>
      </dgm:t>
    </dgm:pt>
    <dgm:pt modelId="{6102C5E1-B37A-4F88-A182-DF39175FFC1F}" type="parTrans" cxnId="{72EC435B-59BF-4471-B9FC-EFD38D29B87A}">
      <dgm:prSet/>
      <dgm:spPr/>
      <dgm:t>
        <a:bodyPr/>
        <a:lstStyle/>
        <a:p>
          <a:endParaRPr lang="en-IN"/>
        </a:p>
      </dgm:t>
    </dgm:pt>
    <dgm:pt modelId="{63E1731B-8878-4C69-ADCC-53F9051BE6BF}" type="sibTrans" cxnId="{72EC435B-59BF-4471-B9FC-EFD38D29B87A}">
      <dgm:prSet/>
      <dgm:spPr/>
      <dgm:t>
        <a:bodyPr/>
        <a:lstStyle/>
        <a:p>
          <a:endParaRPr lang="en-IN"/>
        </a:p>
      </dgm:t>
    </dgm:pt>
    <dgm:pt modelId="{0865756B-4970-4E5D-91A6-1FAC1E22429D}">
      <dgm:prSet custT="1"/>
      <dgm:spPr/>
      <dgm:t>
        <a:bodyPr/>
        <a:lstStyle/>
        <a:p>
          <a:pPr algn="just"/>
          <a:r>
            <a:rPr lang="en-US" sz="2300" b="0" i="0" dirty="0"/>
            <a:t>Other sensors, such as resistance temperature detectors (RTDs), accelerometers, and strain gauges require excitation to operate. </a:t>
          </a:r>
        </a:p>
      </dgm:t>
    </dgm:pt>
    <dgm:pt modelId="{D4314353-A310-44BC-A1A6-29231A35F875}" type="parTrans" cxnId="{3855B603-C345-42D0-8BE0-2DD944F678F2}">
      <dgm:prSet/>
      <dgm:spPr/>
      <dgm:t>
        <a:bodyPr/>
        <a:lstStyle/>
        <a:p>
          <a:endParaRPr lang="en-IN"/>
        </a:p>
      </dgm:t>
    </dgm:pt>
    <dgm:pt modelId="{BE5AFCF8-4787-4F8B-A2B3-2CC7834AC5C2}" type="sibTrans" cxnId="{3855B603-C345-42D0-8BE0-2DD944F678F2}">
      <dgm:prSet/>
      <dgm:spPr/>
      <dgm:t>
        <a:bodyPr/>
        <a:lstStyle/>
        <a:p>
          <a:endParaRPr lang="en-IN"/>
        </a:p>
      </dgm:t>
    </dgm:pt>
    <dgm:pt modelId="{0C283555-FA65-4B46-8CB4-6B01BEB09333}">
      <dgm:prSet custT="1"/>
      <dgm:spPr/>
      <dgm:t>
        <a:bodyPr/>
        <a:lstStyle/>
        <a:p>
          <a:pPr algn="just"/>
          <a:r>
            <a:rPr lang="en-US" sz="2300" b="0" i="0" dirty="0"/>
            <a:t>All of these preparation technologies are forms of signal conditioning.</a:t>
          </a:r>
        </a:p>
      </dgm:t>
    </dgm:pt>
    <dgm:pt modelId="{02660FEF-1B77-4F3B-93C7-5B10DBCAEBAB}" type="parTrans" cxnId="{A570A8B5-6C40-40C8-9B48-53008F7A7242}">
      <dgm:prSet/>
      <dgm:spPr/>
      <dgm:t>
        <a:bodyPr/>
        <a:lstStyle/>
        <a:p>
          <a:endParaRPr lang="en-IN"/>
        </a:p>
      </dgm:t>
    </dgm:pt>
    <dgm:pt modelId="{8F3929A2-0981-4F2A-9CDD-1F013C8DA5F7}" type="sibTrans" cxnId="{A570A8B5-6C40-40C8-9B48-53008F7A7242}">
      <dgm:prSet/>
      <dgm:spPr/>
      <dgm:t>
        <a:bodyPr/>
        <a:lstStyle/>
        <a:p>
          <a:endParaRPr lang="en-IN"/>
        </a:p>
      </dgm:t>
    </dgm:pt>
    <dgm:pt modelId="{A0EBE8FA-5370-4C80-90F1-15ECE7C69B21}">
      <dgm:prSet custT="1"/>
      <dgm:spPr/>
      <dgm:t>
        <a:bodyPr/>
        <a:lstStyle/>
        <a:p>
          <a:pPr algn="just"/>
          <a:r>
            <a:rPr lang="en-US" sz="2300" b="1" i="0" dirty="0"/>
            <a:t>The basic purpose of a data acquisition system is to make physical measurements</a:t>
          </a:r>
          <a:r>
            <a:rPr lang="en-US" sz="2300" b="0" i="0" dirty="0"/>
            <a:t>.</a:t>
          </a:r>
        </a:p>
      </dgm:t>
    </dgm:pt>
    <dgm:pt modelId="{D17E460C-16E1-4D26-8B04-98777A265E05}" type="parTrans" cxnId="{AE1C5217-C094-443D-B471-CA87E1B9042B}">
      <dgm:prSet/>
      <dgm:spPr/>
      <dgm:t>
        <a:bodyPr/>
        <a:lstStyle/>
        <a:p>
          <a:endParaRPr lang="en-IN"/>
        </a:p>
      </dgm:t>
    </dgm:pt>
    <dgm:pt modelId="{5033416A-CD78-4671-9FE3-DBDE6B454E57}" type="sibTrans" cxnId="{AE1C5217-C094-443D-B471-CA87E1B9042B}">
      <dgm:prSet/>
      <dgm:spPr/>
      <dgm:t>
        <a:bodyPr/>
        <a:lstStyle/>
        <a:p>
          <a:endParaRPr lang="en-IN"/>
        </a:p>
      </dgm:t>
    </dgm:pt>
    <dgm:pt modelId="{ADFDE681-B3A3-4982-A982-67207B10C51B}" type="pres">
      <dgm:prSet presAssocID="{61622844-B886-4397-A727-7024791AFD12}" presName="linear" presStyleCnt="0">
        <dgm:presLayoutVars>
          <dgm:animLvl val="lvl"/>
          <dgm:resizeHandles val="exact"/>
        </dgm:presLayoutVars>
      </dgm:prSet>
      <dgm:spPr/>
      <dgm:t>
        <a:bodyPr/>
        <a:lstStyle/>
        <a:p>
          <a:endParaRPr lang="en-IN"/>
        </a:p>
      </dgm:t>
    </dgm:pt>
    <dgm:pt modelId="{FEF77876-5276-478A-91D6-9EA6AD0D2DC0}" type="pres">
      <dgm:prSet presAssocID="{3C284349-F93A-4BEF-A9A3-B29F605E163B}" presName="parentText" presStyleLbl="node1" presStyleIdx="0" presStyleCnt="1" custScaleY="59172">
        <dgm:presLayoutVars>
          <dgm:chMax val="0"/>
          <dgm:bulletEnabled val="1"/>
        </dgm:presLayoutVars>
      </dgm:prSet>
      <dgm:spPr/>
      <dgm:t>
        <a:bodyPr/>
        <a:lstStyle/>
        <a:p>
          <a:endParaRPr lang="en-IN"/>
        </a:p>
      </dgm:t>
    </dgm:pt>
    <dgm:pt modelId="{DBCA7072-3AB7-415D-93FF-30E6AA1F654D}" type="pres">
      <dgm:prSet presAssocID="{3C284349-F93A-4BEF-A9A3-B29F605E163B}" presName="childText" presStyleLbl="revTx" presStyleIdx="0" presStyleCnt="1">
        <dgm:presLayoutVars>
          <dgm:bulletEnabled val="1"/>
        </dgm:presLayoutVars>
      </dgm:prSet>
      <dgm:spPr/>
      <dgm:t>
        <a:bodyPr/>
        <a:lstStyle/>
        <a:p>
          <a:endParaRPr lang="en-IN"/>
        </a:p>
      </dgm:t>
    </dgm:pt>
  </dgm:ptLst>
  <dgm:cxnLst>
    <dgm:cxn modelId="{A59AF475-D640-47EE-8B7E-5A57791C49D9}" type="presOf" srcId="{5ABC4FF4-633A-4586-9641-528B057639C6}" destId="{DBCA7072-3AB7-415D-93FF-30E6AA1F654D}" srcOrd="0" destOrd="8" presId="urn:microsoft.com/office/officeart/2005/8/layout/vList2"/>
    <dgm:cxn modelId="{2800D1B6-556A-4FA8-879D-1CE150629BA3}" srcId="{3CF87421-90BB-41F3-8416-D681D8FC3A42}" destId="{C70A67AD-C0BD-4A79-BBB0-BE6ACAA756E9}" srcOrd="0" destOrd="0" parTransId="{A1B57D73-A137-4C45-BD31-3134321FE5A0}" sibTransId="{19DBCA19-1E8C-4857-BFC4-62E7F429D8A7}"/>
    <dgm:cxn modelId="{3855B603-C345-42D0-8BE0-2DD944F678F2}" srcId="{3CF87421-90BB-41F3-8416-D681D8FC3A42}" destId="{0865756B-4970-4E5D-91A6-1FAC1E22429D}" srcOrd="1" destOrd="0" parTransId="{D4314353-A310-44BC-A1A6-29231A35F875}" sibTransId="{BE5AFCF8-4787-4F8B-A2B3-2CC7834AC5C2}"/>
    <dgm:cxn modelId="{69606CA1-4765-4633-8274-3053381E5540}" type="presOf" srcId="{C70A67AD-C0BD-4A79-BBB0-BE6ACAA756E9}" destId="{DBCA7072-3AB7-415D-93FF-30E6AA1F654D}" srcOrd="0" destOrd="3" presId="urn:microsoft.com/office/officeart/2005/8/layout/vList2"/>
    <dgm:cxn modelId="{A570A8B5-6C40-40C8-9B48-53008F7A7242}" srcId="{3C284349-F93A-4BEF-A9A3-B29F605E163B}" destId="{0C283555-FA65-4B46-8CB4-6B01BEB09333}" srcOrd="3" destOrd="0" parTransId="{02660FEF-1B77-4F3B-93C7-5B10DBCAEBAB}" sibTransId="{8F3929A2-0981-4F2A-9CDD-1F013C8DA5F7}"/>
    <dgm:cxn modelId="{F8F02147-01D4-4954-B781-E3521B8E35F2}" srcId="{3C284349-F93A-4BEF-A9A3-B29F605E163B}" destId="{66DCB86C-4A07-4CBD-B339-E90E1C7C8504}" srcOrd="0" destOrd="0" parTransId="{D134783A-5A0C-4442-B456-D53A1E218C41}" sibTransId="{D24DD68D-DFFB-4E6F-952D-29DDB7530AE5}"/>
    <dgm:cxn modelId="{D3A14F62-4920-4041-8184-40D9BE91AF45}" type="presOf" srcId="{A0EBE8FA-5370-4C80-90F1-15ECE7C69B21}" destId="{DBCA7072-3AB7-415D-93FF-30E6AA1F654D}" srcOrd="0" destOrd="7" presId="urn:microsoft.com/office/officeart/2005/8/layout/vList2"/>
    <dgm:cxn modelId="{B1FB4E6F-52A0-4C93-B46A-1A1B3A021AA1}" srcId="{3C284349-F93A-4BEF-A9A3-B29F605E163B}" destId="{0E82E2A6-14DC-4FE7-B471-6AF90690D299}" srcOrd="1" destOrd="0" parTransId="{9A3F0499-1E7E-42A7-A2E8-CD6AC8151F55}" sibTransId="{7BB5DC0E-C65F-419B-ADEB-62AEF03C68EE}"/>
    <dgm:cxn modelId="{F07A6C1F-635F-4010-BDDD-CD592A9C4637}" srcId="{61622844-B886-4397-A727-7024791AFD12}" destId="{3C284349-F93A-4BEF-A9A3-B29F605E163B}" srcOrd="0" destOrd="0" parTransId="{D892A826-0320-40B9-9139-BF24C77C8858}" sibTransId="{F4F2F687-049C-48EA-8650-44F893F89C19}"/>
    <dgm:cxn modelId="{D8723492-FF43-4617-A578-096104A3916D}" type="presOf" srcId="{0E82E2A6-14DC-4FE7-B471-6AF90690D299}" destId="{DBCA7072-3AB7-415D-93FF-30E6AA1F654D}" srcOrd="0" destOrd="1" presId="urn:microsoft.com/office/officeart/2005/8/layout/vList2"/>
    <dgm:cxn modelId="{3518C66D-3C91-4116-AB71-011C34EF4790}" type="presOf" srcId="{64B2F92C-89FE-4E28-A9A3-768B48BB223E}" destId="{DBCA7072-3AB7-415D-93FF-30E6AA1F654D}" srcOrd="0" destOrd="6" presId="urn:microsoft.com/office/officeart/2005/8/layout/vList2"/>
    <dgm:cxn modelId="{3890D471-44BE-43BB-B11A-7647F23A2057}" type="presOf" srcId="{0865756B-4970-4E5D-91A6-1FAC1E22429D}" destId="{DBCA7072-3AB7-415D-93FF-30E6AA1F654D}" srcOrd="0" destOrd="4" presId="urn:microsoft.com/office/officeart/2005/8/layout/vList2"/>
    <dgm:cxn modelId="{72EC435B-59BF-4471-B9FC-EFD38D29B87A}" srcId="{3C284349-F93A-4BEF-A9A3-B29F605E163B}" destId="{3CF87421-90BB-41F3-8416-D681D8FC3A42}" srcOrd="2" destOrd="0" parTransId="{6102C5E1-B37A-4F88-A182-DF39175FFC1F}" sibTransId="{63E1731B-8878-4C69-ADCC-53F9051BE6BF}"/>
    <dgm:cxn modelId="{2BCE2AC5-1127-47F4-9572-5035A13A8FD2}" type="presOf" srcId="{3CF87421-90BB-41F3-8416-D681D8FC3A42}" destId="{DBCA7072-3AB7-415D-93FF-30E6AA1F654D}" srcOrd="0" destOrd="2" presId="urn:microsoft.com/office/officeart/2005/8/layout/vList2"/>
    <dgm:cxn modelId="{DE107CE8-2257-47F2-93EF-C0C85357A3DD}" srcId="{3C284349-F93A-4BEF-A9A3-B29F605E163B}" destId="{64B2F92C-89FE-4E28-A9A3-768B48BB223E}" srcOrd="4" destOrd="0" parTransId="{C001B466-6114-44AC-8C2C-6B19C0367DE8}" sibTransId="{1E291B7C-AB67-4AF3-AED2-E5DA38F9231B}"/>
    <dgm:cxn modelId="{DE5299F3-495E-4AC9-B33D-6975F6FAF958}" srcId="{3C284349-F93A-4BEF-A9A3-B29F605E163B}" destId="{5ABC4FF4-633A-4586-9641-528B057639C6}" srcOrd="6" destOrd="0" parTransId="{D5F76B3A-48AA-4B84-B0D3-E1FA2F51B9B2}" sibTransId="{6F0DE9D3-04C9-433B-B393-D0B50E426336}"/>
    <dgm:cxn modelId="{754A45D6-2146-4A16-B568-A59E43745C89}" type="presOf" srcId="{66DCB86C-4A07-4CBD-B339-E90E1C7C8504}" destId="{DBCA7072-3AB7-415D-93FF-30E6AA1F654D}" srcOrd="0" destOrd="0" presId="urn:microsoft.com/office/officeart/2005/8/layout/vList2"/>
    <dgm:cxn modelId="{E1059FCA-E71E-4BDD-A722-EE4E427AE345}" type="presOf" srcId="{61622844-B886-4397-A727-7024791AFD12}" destId="{ADFDE681-B3A3-4982-A982-67207B10C51B}" srcOrd="0" destOrd="0" presId="urn:microsoft.com/office/officeart/2005/8/layout/vList2"/>
    <dgm:cxn modelId="{4C11D91A-5F07-482C-BA86-7A01C475F794}" type="presOf" srcId="{0C283555-FA65-4B46-8CB4-6B01BEB09333}" destId="{DBCA7072-3AB7-415D-93FF-30E6AA1F654D}" srcOrd="0" destOrd="5" presId="urn:microsoft.com/office/officeart/2005/8/layout/vList2"/>
    <dgm:cxn modelId="{AE1C5217-C094-443D-B471-CA87E1B9042B}" srcId="{3C284349-F93A-4BEF-A9A3-B29F605E163B}" destId="{A0EBE8FA-5370-4C80-90F1-15ECE7C69B21}" srcOrd="5" destOrd="0" parTransId="{D17E460C-16E1-4D26-8B04-98777A265E05}" sibTransId="{5033416A-CD78-4671-9FE3-DBDE6B454E57}"/>
    <dgm:cxn modelId="{AA7C6C04-9796-441C-AB8D-05A376ED8CE6}" type="presOf" srcId="{3C284349-F93A-4BEF-A9A3-B29F605E163B}" destId="{FEF77876-5276-478A-91D6-9EA6AD0D2DC0}" srcOrd="0" destOrd="0" presId="urn:microsoft.com/office/officeart/2005/8/layout/vList2"/>
    <dgm:cxn modelId="{FCB3DDDA-002E-4F06-93CF-465EEC8B903C}" type="presParOf" srcId="{ADFDE681-B3A3-4982-A982-67207B10C51B}" destId="{FEF77876-5276-478A-91D6-9EA6AD0D2DC0}" srcOrd="0" destOrd="0" presId="urn:microsoft.com/office/officeart/2005/8/layout/vList2"/>
    <dgm:cxn modelId="{919CDAA2-57A6-4D61-B83E-98B436343F3A}" type="presParOf" srcId="{ADFDE681-B3A3-4982-A982-67207B10C51B}" destId="{DBCA7072-3AB7-415D-93FF-30E6AA1F654D}"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1622844-B886-4397-A727-7024791AFD12}"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3C284349-F93A-4BEF-A9A3-B29F605E163B}">
      <dgm:prSet phldrT="[Text]" custT="1"/>
      <dgm:spPr/>
      <dgm:t>
        <a:bodyPr/>
        <a:lstStyle/>
        <a:p>
          <a:pPr algn="ctr"/>
          <a:r>
            <a:rPr lang="en-US" sz="3200" b="1" dirty="0">
              <a:latin typeface="+mj-lt"/>
            </a:rPr>
            <a:t>Top Requirements of Signal Conditioners</a:t>
          </a:r>
          <a:endParaRPr lang="en-IN" sz="3200" b="1" dirty="0">
            <a:latin typeface="+mj-lt"/>
          </a:endParaRPr>
        </a:p>
      </dgm:t>
    </dgm:pt>
    <dgm:pt modelId="{D892A826-0320-40B9-9139-BF24C77C8858}" type="parTrans" cxnId="{F07A6C1F-635F-4010-BDDD-CD592A9C4637}">
      <dgm:prSet/>
      <dgm:spPr/>
      <dgm:t>
        <a:bodyPr/>
        <a:lstStyle/>
        <a:p>
          <a:endParaRPr lang="en-IN"/>
        </a:p>
      </dgm:t>
    </dgm:pt>
    <dgm:pt modelId="{F4F2F687-049C-48EA-8650-44F893F89C19}" type="sibTrans" cxnId="{F07A6C1F-635F-4010-BDDD-CD592A9C4637}">
      <dgm:prSet/>
      <dgm:spPr/>
      <dgm:t>
        <a:bodyPr/>
        <a:lstStyle/>
        <a:p>
          <a:endParaRPr lang="en-IN"/>
        </a:p>
      </dgm:t>
    </dgm:pt>
    <dgm:pt modelId="{66DCB86C-4A07-4CBD-B339-E90E1C7C8504}">
      <dgm:prSet phldrT="[Text]" custT="1"/>
      <dgm:spPr/>
      <dgm:t>
        <a:bodyPr/>
        <a:lstStyle/>
        <a:p>
          <a:pPr algn="just"/>
          <a:r>
            <a:rPr lang="en-US" sz="3200" dirty="0">
              <a:latin typeface="+mn-lt"/>
            </a:rPr>
            <a:t>Today signal conditioners include some of the required elements that make them useful for modern data acquisition systems. These elements are:</a:t>
          </a:r>
          <a:endParaRPr lang="en-IN" sz="3200" dirty="0">
            <a:latin typeface="+mn-lt"/>
          </a:endParaRPr>
        </a:p>
      </dgm:t>
    </dgm:pt>
    <dgm:pt modelId="{D134783A-5A0C-4442-B456-D53A1E218C41}" type="parTrans" cxnId="{F8F02147-01D4-4954-B781-E3521B8E35F2}">
      <dgm:prSet/>
      <dgm:spPr/>
      <dgm:t>
        <a:bodyPr/>
        <a:lstStyle/>
        <a:p>
          <a:endParaRPr lang="en-IN"/>
        </a:p>
      </dgm:t>
    </dgm:pt>
    <dgm:pt modelId="{D24DD68D-DFFB-4E6F-952D-29DDB7530AE5}" type="sibTrans" cxnId="{F8F02147-01D4-4954-B781-E3521B8E35F2}">
      <dgm:prSet/>
      <dgm:spPr/>
      <dgm:t>
        <a:bodyPr/>
        <a:lstStyle/>
        <a:p>
          <a:endParaRPr lang="en-IN"/>
        </a:p>
      </dgm:t>
    </dgm:pt>
    <dgm:pt modelId="{5ABC4FF4-633A-4586-9641-528B057639C6}">
      <dgm:prSet phldrT="[Text]"/>
      <dgm:spPr/>
      <dgm:t>
        <a:bodyPr/>
        <a:lstStyle/>
        <a:p>
          <a:pPr algn="l"/>
          <a:endParaRPr lang="en-IN" sz="2200" dirty="0"/>
        </a:p>
      </dgm:t>
    </dgm:pt>
    <dgm:pt modelId="{D5F76B3A-48AA-4B84-B0D3-E1FA2F51B9B2}" type="parTrans" cxnId="{DE5299F3-495E-4AC9-B33D-6975F6FAF958}">
      <dgm:prSet/>
      <dgm:spPr/>
      <dgm:t>
        <a:bodyPr/>
        <a:lstStyle/>
        <a:p>
          <a:endParaRPr lang="en-IN"/>
        </a:p>
      </dgm:t>
    </dgm:pt>
    <dgm:pt modelId="{6F0DE9D3-04C9-433B-B393-D0B50E426336}" type="sibTrans" cxnId="{DE5299F3-495E-4AC9-B33D-6975F6FAF958}">
      <dgm:prSet/>
      <dgm:spPr/>
      <dgm:t>
        <a:bodyPr/>
        <a:lstStyle/>
        <a:p>
          <a:endParaRPr lang="en-IN"/>
        </a:p>
      </dgm:t>
    </dgm:pt>
    <dgm:pt modelId="{5D95F0EC-401B-4A77-8E6B-C441BE9EE0BB}">
      <dgm:prSet custT="1"/>
      <dgm:spPr/>
      <dgm:t>
        <a:bodyPr/>
        <a:lstStyle/>
        <a:p>
          <a:pPr algn="just"/>
          <a:r>
            <a:rPr lang="en-US" sz="3200" dirty="0">
              <a:latin typeface="+mn-lt"/>
              <a:hlinkClick xmlns:r="http://schemas.openxmlformats.org/officeDocument/2006/relationships" r:id="rId1"/>
            </a:rPr>
            <a:t>Electrical isolation</a:t>
          </a:r>
          <a:endParaRPr lang="en-US" sz="3200" dirty="0">
            <a:latin typeface="+mn-lt"/>
          </a:endParaRPr>
        </a:p>
      </dgm:t>
    </dgm:pt>
    <dgm:pt modelId="{D9BE92E0-941E-4861-A514-23DE8A9AD74F}" type="parTrans" cxnId="{E2B9529F-F048-4F58-997F-483AC47F0F3B}">
      <dgm:prSet/>
      <dgm:spPr/>
      <dgm:t>
        <a:bodyPr/>
        <a:lstStyle/>
        <a:p>
          <a:endParaRPr lang="en-IN"/>
        </a:p>
      </dgm:t>
    </dgm:pt>
    <dgm:pt modelId="{1E509988-9C25-48EE-B006-A2EF0700BC24}" type="sibTrans" cxnId="{E2B9529F-F048-4F58-997F-483AC47F0F3B}">
      <dgm:prSet/>
      <dgm:spPr/>
      <dgm:t>
        <a:bodyPr/>
        <a:lstStyle/>
        <a:p>
          <a:endParaRPr lang="en-IN"/>
        </a:p>
      </dgm:t>
    </dgm:pt>
    <dgm:pt modelId="{4B2D9FAC-7E41-4161-819D-06B3A0B40DF2}">
      <dgm:prSet custT="1"/>
      <dgm:spPr/>
      <dgm:t>
        <a:bodyPr/>
        <a:lstStyle/>
        <a:p>
          <a:pPr algn="just"/>
          <a:r>
            <a:rPr lang="en-US" sz="3200" dirty="0">
              <a:latin typeface="+mn-lt"/>
              <a:hlinkClick xmlns:r="http://schemas.openxmlformats.org/officeDocument/2006/relationships" r:id="rId1"/>
            </a:rPr>
            <a:t>The right connectors for sensor connections</a:t>
          </a:r>
          <a:endParaRPr lang="en-US" sz="3200" dirty="0">
            <a:latin typeface="+mn-lt"/>
          </a:endParaRPr>
        </a:p>
      </dgm:t>
    </dgm:pt>
    <dgm:pt modelId="{BF052A13-B49A-46C5-8446-61FEA905F12B}" type="parTrans" cxnId="{89E8CF82-CC1F-47A9-9BDD-F887AB2D672D}">
      <dgm:prSet/>
      <dgm:spPr/>
      <dgm:t>
        <a:bodyPr/>
        <a:lstStyle/>
        <a:p>
          <a:endParaRPr lang="en-IN"/>
        </a:p>
      </dgm:t>
    </dgm:pt>
    <dgm:pt modelId="{421C81D7-C548-4580-81F7-25D54328A63E}" type="sibTrans" cxnId="{89E8CF82-CC1F-47A9-9BDD-F887AB2D672D}">
      <dgm:prSet/>
      <dgm:spPr/>
      <dgm:t>
        <a:bodyPr/>
        <a:lstStyle/>
        <a:p>
          <a:endParaRPr lang="en-IN"/>
        </a:p>
      </dgm:t>
    </dgm:pt>
    <dgm:pt modelId="{6203B855-A857-41D8-95E3-D4FB836C8533}">
      <dgm:prSet custT="1"/>
      <dgm:spPr/>
      <dgm:t>
        <a:bodyPr/>
        <a:lstStyle/>
        <a:p>
          <a:pPr algn="just"/>
          <a:r>
            <a:rPr lang="en-US" sz="3200" dirty="0">
              <a:latin typeface="+mn-lt"/>
              <a:hlinkClick xmlns:r="http://schemas.openxmlformats.org/officeDocument/2006/relationships" r:id="rId1"/>
            </a:rPr>
            <a:t>Measurement range selection</a:t>
          </a:r>
          <a:endParaRPr lang="en-US" sz="3200" dirty="0">
            <a:latin typeface="+mn-lt"/>
          </a:endParaRPr>
        </a:p>
      </dgm:t>
    </dgm:pt>
    <dgm:pt modelId="{8441B574-836A-4E5C-8BBC-B887BE52853E}" type="parTrans" cxnId="{2141E892-E4F5-4695-A393-3A828C18BF99}">
      <dgm:prSet/>
      <dgm:spPr/>
      <dgm:t>
        <a:bodyPr/>
        <a:lstStyle/>
        <a:p>
          <a:endParaRPr lang="en-IN"/>
        </a:p>
      </dgm:t>
    </dgm:pt>
    <dgm:pt modelId="{5DF3184E-E483-41AA-952D-BD6573791829}" type="sibTrans" cxnId="{2141E892-E4F5-4695-A393-3A828C18BF99}">
      <dgm:prSet/>
      <dgm:spPr/>
      <dgm:t>
        <a:bodyPr/>
        <a:lstStyle/>
        <a:p>
          <a:endParaRPr lang="en-IN"/>
        </a:p>
      </dgm:t>
    </dgm:pt>
    <dgm:pt modelId="{6885EA46-8925-4282-BDA8-32601716F188}">
      <dgm:prSet custT="1"/>
      <dgm:spPr/>
      <dgm:t>
        <a:bodyPr/>
        <a:lstStyle/>
        <a:p>
          <a:pPr algn="just"/>
          <a:r>
            <a:rPr lang="en-US" sz="3200" dirty="0">
              <a:latin typeface="+mn-lt"/>
              <a:hlinkClick xmlns:r="http://schemas.openxmlformats.org/officeDocument/2006/relationships" r:id="rId1"/>
            </a:rPr>
            <a:t>Signal filtering</a:t>
          </a:r>
          <a:r>
            <a:rPr lang="en-US" sz="3200" dirty="0">
              <a:latin typeface="+mn-lt"/>
            </a:rPr>
            <a:t> (e.g. anti-aliasing filtering)</a:t>
          </a:r>
        </a:p>
      </dgm:t>
    </dgm:pt>
    <dgm:pt modelId="{26413DA8-62F7-4C9C-8DCA-ACF05BA11C6E}" type="parTrans" cxnId="{C3BAA911-734E-4D35-839B-781FC8A31137}">
      <dgm:prSet/>
      <dgm:spPr/>
      <dgm:t>
        <a:bodyPr/>
        <a:lstStyle/>
        <a:p>
          <a:endParaRPr lang="en-IN"/>
        </a:p>
      </dgm:t>
    </dgm:pt>
    <dgm:pt modelId="{29FBC12A-5EFD-4360-A5C6-86049FA46B62}" type="sibTrans" cxnId="{C3BAA911-734E-4D35-839B-781FC8A31137}">
      <dgm:prSet/>
      <dgm:spPr/>
      <dgm:t>
        <a:bodyPr/>
        <a:lstStyle/>
        <a:p>
          <a:endParaRPr lang="en-IN"/>
        </a:p>
      </dgm:t>
    </dgm:pt>
    <dgm:pt modelId="{F5D9028A-48F7-4F61-BF1F-A1C1CB149221}">
      <dgm:prSet custT="1"/>
      <dgm:spPr/>
      <dgm:t>
        <a:bodyPr/>
        <a:lstStyle/>
        <a:p>
          <a:pPr algn="just"/>
          <a:r>
            <a:rPr lang="en-US" sz="3200" dirty="0">
              <a:latin typeface="+mn-lt"/>
              <a:hlinkClick xmlns:r="http://schemas.openxmlformats.org/officeDocument/2006/relationships" r:id="rId1"/>
            </a:rPr>
            <a:t>Conformance with sensor requirements</a:t>
          </a:r>
          <a:r>
            <a:rPr lang="en-US" sz="3200" dirty="0">
              <a:latin typeface="+mn-lt"/>
            </a:rPr>
            <a:t>.</a:t>
          </a:r>
        </a:p>
      </dgm:t>
    </dgm:pt>
    <dgm:pt modelId="{4DB505A9-07B6-44D5-B729-FF1C3DC776A0}" type="parTrans" cxnId="{1D07F086-8D00-4378-9BE2-DCE125FF9CA3}">
      <dgm:prSet/>
      <dgm:spPr/>
      <dgm:t>
        <a:bodyPr/>
        <a:lstStyle/>
        <a:p>
          <a:endParaRPr lang="en-IN"/>
        </a:p>
      </dgm:t>
    </dgm:pt>
    <dgm:pt modelId="{463F47B6-4BC3-43C2-AE79-7294FDB56F15}" type="sibTrans" cxnId="{1D07F086-8D00-4378-9BE2-DCE125FF9CA3}">
      <dgm:prSet/>
      <dgm:spPr/>
      <dgm:t>
        <a:bodyPr/>
        <a:lstStyle/>
        <a:p>
          <a:endParaRPr lang="en-IN"/>
        </a:p>
      </dgm:t>
    </dgm:pt>
    <dgm:pt modelId="{ADFDE681-B3A3-4982-A982-67207B10C51B}" type="pres">
      <dgm:prSet presAssocID="{61622844-B886-4397-A727-7024791AFD12}" presName="linear" presStyleCnt="0">
        <dgm:presLayoutVars>
          <dgm:animLvl val="lvl"/>
          <dgm:resizeHandles val="exact"/>
        </dgm:presLayoutVars>
      </dgm:prSet>
      <dgm:spPr/>
      <dgm:t>
        <a:bodyPr/>
        <a:lstStyle/>
        <a:p>
          <a:endParaRPr lang="en-IN"/>
        </a:p>
      </dgm:t>
    </dgm:pt>
    <dgm:pt modelId="{FEF77876-5276-478A-91D6-9EA6AD0D2DC0}" type="pres">
      <dgm:prSet presAssocID="{3C284349-F93A-4BEF-A9A3-B29F605E163B}" presName="parentText" presStyleLbl="node1" presStyleIdx="0" presStyleCnt="1" custScaleY="59172" custLinFactNeighborY="-5595">
        <dgm:presLayoutVars>
          <dgm:chMax val="0"/>
          <dgm:bulletEnabled val="1"/>
        </dgm:presLayoutVars>
      </dgm:prSet>
      <dgm:spPr/>
      <dgm:t>
        <a:bodyPr/>
        <a:lstStyle/>
        <a:p>
          <a:endParaRPr lang="en-IN"/>
        </a:p>
      </dgm:t>
    </dgm:pt>
    <dgm:pt modelId="{DBCA7072-3AB7-415D-93FF-30E6AA1F654D}" type="pres">
      <dgm:prSet presAssocID="{3C284349-F93A-4BEF-A9A3-B29F605E163B}" presName="childText" presStyleLbl="revTx" presStyleIdx="0" presStyleCnt="1">
        <dgm:presLayoutVars>
          <dgm:bulletEnabled val="1"/>
        </dgm:presLayoutVars>
      </dgm:prSet>
      <dgm:spPr/>
      <dgm:t>
        <a:bodyPr/>
        <a:lstStyle/>
        <a:p>
          <a:endParaRPr lang="en-IN"/>
        </a:p>
      </dgm:t>
    </dgm:pt>
  </dgm:ptLst>
  <dgm:cxnLst>
    <dgm:cxn modelId="{E1059FCA-E71E-4BDD-A722-EE4E427AE345}" type="presOf" srcId="{61622844-B886-4397-A727-7024791AFD12}" destId="{ADFDE681-B3A3-4982-A982-67207B10C51B}" srcOrd="0" destOrd="0" presId="urn:microsoft.com/office/officeart/2005/8/layout/vList2"/>
    <dgm:cxn modelId="{F07A6C1F-635F-4010-BDDD-CD592A9C4637}" srcId="{61622844-B886-4397-A727-7024791AFD12}" destId="{3C284349-F93A-4BEF-A9A3-B29F605E163B}" srcOrd="0" destOrd="0" parTransId="{D892A826-0320-40B9-9139-BF24C77C8858}" sibTransId="{F4F2F687-049C-48EA-8650-44F893F89C19}"/>
    <dgm:cxn modelId="{38219177-8CA6-4D0B-810E-DD6EE795A49D}" type="presOf" srcId="{6885EA46-8925-4282-BDA8-32601716F188}" destId="{DBCA7072-3AB7-415D-93FF-30E6AA1F654D}" srcOrd="0" destOrd="4" presId="urn:microsoft.com/office/officeart/2005/8/layout/vList2"/>
    <dgm:cxn modelId="{C3BAA911-734E-4D35-839B-781FC8A31137}" srcId="{66DCB86C-4A07-4CBD-B339-E90E1C7C8504}" destId="{6885EA46-8925-4282-BDA8-32601716F188}" srcOrd="3" destOrd="0" parTransId="{26413DA8-62F7-4C9C-8DCA-ACF05BA11C6E}" sibTransId="{29FBC12A-5EFD-4360-A5C6-86049FA46B62}"/>
    <dgm:cxn modelId="{89E8CF82-CC1F-47A9-9BDD-F887AB2D672D}" srcId="{66DCB86C-4A07-4CBD-B339-E90E1C7C8504}" destId="{4B2D9FAC-7E41-4161-819D-06B3A0B40DF2}" srcOrd="1" destOrd="0" parTransId="{BF052A13-B49A-46C5-8446-61FEA905F12B}" sibTransId="{421C81D7-C548-4580-81F7-25D54328A63E}"/>
    <dgm:cxn modelId="{1D07F086-8D00-4378-9BE2-DCE125FF9CA3}" srcId="{66DCB86C-4A07-4CBD-B339-E90E1C7C8504}" destId="{F5D9028A-48F7-4F61-BF1F-A1C1CB149221}" srcOrd="4" destOrd="0" parTransId="{4DB505A9-07B6-44D5-B729-FF1C3DC776A0}" sibTransId="{463F47B6-4BC3-43C2-AE79-7294FDB56F15}"/>
    <dgm:cxn modelId="{CC52E016-E742-411A-8D2B-8F4F288A444C}" type="presOf" srcId="{4B2D9FAC-7E41-4161-819D-06B3A0B40DF2}" destId="{DBCA7072-3AB7-415D-93FF-30E6AA1F654D}" srcOrd="0" destOrd="2" presId="urn:microsoft.com/office/officeart/2005/8/layout/vList2"/>
    <dgm:cxn modelId="{A59AF475-D640-47EE-8B7E-5A57791C49D9}" type="presOf" srcId="{5ABC4FF4-633A-4586-9641-528B057639C6}" destId="{DBCA7072-3AB7-415D-93FF-30E6AA1F654D}" srcOrd="0" destOrd="6" presId="urn:microsoft.com/office/officeart/2005/8/layout/vList2"/>
    <dgm:cxn modelId="{2ECC50C5-A1F8-45A5-BC40-FEA52919CC90}" type="presOf" srcId="{6203B855-A857-41D8-95E3-D4FB836C8533}" destId="{DBCA7072-3AB7-415D-93FF-30E6AA1F654D}" srcOrd="0" destOrd="3" presId="urn:microsoft.com/office/officeart/2005/8/layout/vList2"/>
    <dgm:cxn modelId="{BFF327EC-C2A5-488A-A92C-FA07AE6E5FEF}" type="presOf" srcId="{5D95F0EC-401B-4A77-8E6B-C441BE9EE0BB}" destId="{DBCA7072-3AB7-415D-93FF-30E6AA1F654D}" srcOrd="0" destOrd="1" presId="urn:microsoft.com/office/officeart/2005/8/layout/vList2"/>
    <dgm:cxn modelId="{AA7C6C04-9796-441C-AB8D-05A376ED8CE6}" type="presOf" srcId="{3C284349-F93A-4BEF-A9A3-B29F605E163B}" destId="{FEF77876-5276-478A-91D6-9EA6AD0D2DC0}" srcOrd="0" destOrd="0" presId="urn:microsoft.com/office/officeart/2005/8/layout/vList2"/>
    <dgm:cxn modelId="{F8F02147-01D4-4954-B781-E3521B8E35F2}" srcId="{3C284349-F93A-4BEF-A9A3-B29F605E163B}" destId="{66DCB86C-4A07-4CBD-B339-E90E1C7C8504}" srcOrd="0" destOrd="0" parTransId="{D134783A-5A0C-4442-B456-D53A1E218C41}" sibTransId="{D24DD68D-DFFB-4E6F-952D-29DDB7530AE5}"/>
    <dgm:cxn modelId="{E2B9529F-F048-4F58-997F-483AC47F0F3B}" srcId="{66DCB86C-4A07-4CBD-B339-E90E1C7C8504}" destId="{5D95F0EC-401B-4A77-8E6B-C441BE9EE0BB}" srcOrd="0" destOrd="0" parTransId="{D9BE92E0-941E-4861-A514-23DE8A9AD74F}" sibTransId="{1E509988-9C25-48EE-B006-A2EF0700BC24}"/>
    <dgm:cxn modelId="{4A61BA96-9374-489C-9DEF-FDFEBEBA373B}" type="presOf" srcId="{F5D9028A-48F7-4F61-BF1F-A1C1CB149221}" destId="{DBCA7072-3AB7-415D-93FF-30E6AA1F654D}" srcOrd="0" destOrd="5" presId="urn:microsoft.com/office/officeart/2005/8/layout/vList2"/>
    <dgm:cxn modelId="{DE5299F3-495E-4AC9-B33D-6975F6FAF958}" srcId="{3C284349-F93A-4BEF-A9A3-B29F605E163B}" destId="{5ABC4FF4-633A-4586-9641-528B057639C6}" srcOrd="1" destOrd="0" parTransId="{D5F76B3A-48AA-4B84-B0D3-E1FA2F51B9B2}" sibTransId="{6F0DE9D3-04C9-433B-B393-D0B50E426336}"/>
    <dgm:cxn modelId="{2141E892-E4F5-4695-A393-3A828C18BF99}" srcId="{66DCB86C-4A07-4CBD-B339-E90E1C7C8504}" destId="{6203B855-A857-41D8-95E3-D4FB836C8533}" srcOrd="2" destOrd="0" parTransId="{8441B574-836A-4E5C-8BBC-B887BE52853E}" sibTransId="{5DF3184E-E483-41AA-952D-BD6573791829}"/>
    <dgm:cxn modelId="{754A45D6-2146-4A16-B568-A59E43745C89}" type="presOf" srcId="{66DCB86C-4A07-4CBD-B339-E90E1C7C8504}" destId="{DBCA7072-3AB7-415D-93FF-30E6AA1F654D}" srcOrd="0" destOrd="0" presId="urn:microsoft.com/office/officeart/2005/8/layout/vList2"/>
    <dgm:cxn modelId="{FCB3DDDA-002E-4F06-93CF-465EEC8B903C}" type="presParOf" srcId="{ADFDE681-B3A3-4982-A982-67207B10C51B}" destId="{FEF77876-5276-478A-91D6-9EA6AD0D2DC0}" srcOrd="0" destOrd="0" presId="urn:microsoft.com/office/officeart/2005/8/layout/vList2"/>
    <dgm:cxn modelId="{919CDAA2-57A6-4D61-B83E-98B436343F3A}" type="presParOf" srcId="{ADFDE681-B3A3-4982-A982-67207B10C51B}" destId="{DBCA7072-3AB7-415D-93FF-30E6AA1F654D}"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699BE2A-291D-428C-BE48-3438237F1BFB}"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IN"/>
        </a:p>
      </dgm:t>
    </dgm:pt>
    <dgm:pt modelId="{6AC6967C-B55A-40B0-85A1-755E14D57D00}">
      <dgm:prSet phldrT="[Text]"/>
      <dgm:spPr/>
      <dgm:t>
        <a:bodyPr/>
        <a:lstStyle/>
        <a:p>
          <a:r>
            <a:rPr lang="en-US" b="1" i="0" dirty="0"/>
            <a:t>Biological Amplifiers</a:t>
          </a:r>
          <a:endParaRPr lang="en-IN" dirty="0"/>
        </a:p>
      </dgm:t>
    </dgm:pt>
    <dgm:pt modelId="{7F3B2961-196A-4B60-8FFA-E20DDF8011BE}" type="parTrans" cxnId="{7524E309-C02D-4CF0-86C5-8092FC57513E}">
      <dgm:prSet/>
      <dgm:spPr/>
      <dgm:t>
        <a:bodyPr/>
        <a:lstStyle/>
        <a:p>
          <a:endParaRPr lang="en-IN"/>
        </a:p>
      </dgm:t>
    </dgm:pt>
    <dgm:pt modelId="{8B5B2AB7-9BC7-486A-8852-EE264CF5FBF1}" type="sibTrans" cxnId="{7524E309-C02D-4CF0-86C5-8092FC57513E}">
      <dgm:prSet/>
      <dgm:spPr/>
      <dgm:t>
        <a:bodyPr/>
        <a:lstStyle/>
        <a:p>
          <a:endParaRPr lang="en-IN"/>
        </a:p>
      </dgm:t>
    </dgm:pt>
    <dgm:pt modelId="{1678CCDA-9560-4E41-B1B8-AC77DB7B1FCE}">
      <dgm:prSet phldrT="[Text]"/>
      <dgm:spPr/>
      <dgm:t>
        <a:bodyPr/>
        <a:lstStyle/>
        <a:p>
          <a:pPr algn="just"/>
          <a:r>
            <a:rPr lang="en-US" b="0" i="0" dirty="0"/>
            <a:t>Generally, biological/bioelectric signals have low amplitude and low frequency. </a:t>
          </a:r>
          <a:endParaRPr lang="en-IN" dirty="0"/>
        </a:p>
      </dgm:t>
    </dgm:pt>
    <dgm:pt modelId="{B7C6D73A-F984-4FAD-B12D-BE33460DC6B1}" type="parTrans" cxnId="{A065F8D9-427F-464E-894E-0A31B0E62B56}">
      <dgm:prSet/>
      <dgm:spPr/>
      <dgm:t>
        <a:bodyPr/>
        <a:lstStyle/>
        <a:p>
          <a:endParaRPr lang="en-IN"/>
        </a:p>
      </dgm:t>
    </dgm:pt>
    <dgm:pt modelId="{B60A31D0-1EB6-486F-BBAC-E0A7C70859FE}" type="sibTrans" cxnId="{A065F8D9-427F-464E-894E-0A31B0E62B56}">
      <dgm:prSet/>
      <dgm:spPr/>
      <dgm:t>
        <a:bodyPr/>
        <a:lstStyle/>
        <a:p>
          <a:endParaRPr lang="en-IN"/>
        </a:p>
      </dgm:t>
    </dgm:pt>
    <dgm:pt modelId="{CA54BB3D-F6E3-4AA9-8CE9-90CB6DA48625}">
      <dgm:prSet phldrT="[Text]"/>
      <dgm:spPr/>
      <dgm:t>
        <a:bodyPr/>
        <a:lstStyle/>
        <a:p>
          <a:pPr algn="just"/>
          <a:r>
            <a:rPr lang="en-US" b="0" i="0" dirty="0"/>
            <a:t>Therefore, to increase the amplitude level of </a:t>
          </a:r>
          <a:r>
            <a:rPr lang="en-US" b="0" i="0" dirty="0" err="1"/>
            <a:t>biosignals</a:t>
          </a:r>
          <a:r>
            <a:rPr lang="en-US" b="0" i="0" dirty="0"/>
            <a:t> amplifiers are designed. </a:t>
          </a:r>
          <a:endParaRPr lang="en-IN" dirty="0"/>
        </a:p>
      </dgm:t>
    </dgm:pt>
    <dgm:pt modelId="{6B9186EE-672B-4698-99AF-778BF9ADA1E6}" type="parTrans" cxnId="{15A10E32-0272-4212-A656-B9A3A20C005C}">
      <dgm:prSet/>
      <dgm:spPr/>
      <dgm:t>
        <a:bodyPr/>
        <a:lstStyle/>
        <a:p>
          <a:endParaRPr lang="en-IN"/>
        </a:p>
      </dgm:t>
    </dgm:pt>
    <dgm:pt modelId="{1A4A4709-0C85-448D-B120-8B2479B38D11}" type="sibTrans" cxnId="{15A10E32-0272-4212-A656-B9A3A20C005C}">
      <dgm:prSet/>
      <dgm:spPr/>
      <dgm:t>
        <a:bodyPr/>
        <a:lstStyle/>
        <a:p>
          <a:endParaRPr lang="en-IN"/>
        </a:p>
      </dgm:t>
    </dgm:pt>
    <dgm:pt modelId="{D93E1B81-A55C-4962-AE79-7D568C6B98EC}">
      <dgm:prSet phldrT="[Text]"/>
      <dgm:spPr/>
      <dgm:t>
        <a:bodyPr/>
        <a:lstStyle/>
        <a:p>
          <a:pPr algn="just"/>
          <a:r>
            <a:rPr lang="en-US" b="0" i="0" dirty="0"/>
            <a:t>The outputs from these amplifiers are used for further analysis and they appear as ECG, EMG, or any bioelectric waveforms. </a:t>
          </a:r>
          <a:endParaRPr lang="en-IN" dirty="0"/>
        </a:p>
      </dgm:t>
    </dgm:pt>
    <dgm:pt modelId="{AF55A58E-F23B-44C2-9458-4D3B81B34AF1}" type="parTrans" cxnId="{FBD41408-9C20-49FD-8A12-5534C8EBB2AE}">
      <dgm:prSet/>
      <dgm:spPr/>
      <dgm:t>
        <a:bodyPr/>
        <a:lstStyle/>
        <a:p>
          <a:endParaRPr lang="en-IN"/>
        </a:p>
      </dgm:t>
    </dgm:pt>
    <dgm:pt modelId="{376075DF-A4A2-4DD9-892F-9963636DC0C4}" type="sibTrans" cxnId="{FBD41408-9C20-49FD-8A12-5534C8EBB2AE}">
      <dgm:prSet/>
      <dgm:spPr/>
      <dgm:t>
        <a:bodyPr/>
        <a:lstStyle/>
        <a:p>
          <a:endParaRPr lang="en-IN"/>
        </a:p>
      </dgm:t>
    </dgm:pt>
    <dgm:pt modelId="{8981CA13-3C0D-4822-8673-B540957518A5}">
      <dgm:prSet phldrT="[Text]"/>
      <dgm:spPr/>
      <dgm:t>
        <a:bodyPr/>
        <a:lstStyle/>
        <a:p>
          <a:pPr algn="just"/>
          <a:r>
            <a:rPr lang="en-US" b="0" i="0" dirty="0"/>
            <a:t>Such amplifiers are defined as Bio Amplifiers or Biomedical Amplifiers.</a:t>
          </a:r>
          <a:endParaRPr lang="en-IN" dirty="0"/>
        </a:p>
      </dgm:t>
    </dgm:pt>
    <dgm:pt modelId="{9C343008-47BF-45D6-A11B-8577AB59A125}" type="parTrans" cxnId="{90AF3C21-D8A8-4402-B41F-B6E7E0811DF5}">
      <dgm:prSet/>
      <dgm:spPr/>
      <dgm:t>
        <a:bodyPr/>
        <a:lstStyle/>
        <a:p>
          <a:endParaRPr lang="en-IN"/>
        </a:p>
      </dgm:t>
    </dgm:pt>
    <dgm:pt modelId="{5E063674-02CC-44E6-A914-911D4E659CBE}" type="sibTrans" cxnId="{90AF3C21-D8A8-4402-B41F-B6E7E0811DF5}">
      <dgm:prSet/>
      <dgm:spPr/>
      <dgm:t>
        <a:bodyPr/>
        <a:lstStyle/>
        <a:p>
          <a:endParaRPr lang="en-IN"/>
        </a:p>
      </dgm:t>
    </dgm:pt>
    <dgm:pt modelId="{0FB85A63-76A0-4B1F-9422-51507B5DE498}" type="pres">
      <dgm:prSet presAssocID="{8699BE2A-291D-428C-BE48-3438237F1BFB}" presName="Name0" presStyleCnt="0">
        <dgm:presLayoutVars>
          <dgm:dir/>
          <dgm:animLvl val="lvl"/>
          <dgm:resizeHandles val="exact"/>
        </dgm:presLayoutVars>
      </dgm:prSet>
      <dgm:spPr/>
      <dgm:t>
        <a:bodyPr/>
        <a:lstStyle/>
        <a:p>
          <a:endParaRPr lang="en-IN"/>
        </a:p>
      </dgm:t>
    </dgm:pt>
    <dgm:pt modelId="{BBB0BAC2-7CF0-4D31-8134-022516AF1232}" type="pres">
      <dgm:prSet presAssocID="{6AC6967C-B55A-40B0-85A1-755E14D57D00}" presName="composite" presStyleCnt="0"/>
      <dgm:spPr/>
    </dgm:pt>
    <dgm:pt modelId="{BD075419-3FB5-4FF3-A46C-4FAF88970886}" type="pres">
      <dgm:prSet presAssocID="{6AC6967C-B55A-40B0-85A1-755E14D57D00}" presName="parTx" presStyleLbl="alignNode1" presStyleIdx="0" presStyleCnt="1">
        <dgm:presLayoutVars>
          <dgm:chMax val="0"/>
          <dgm:chPref val="0"/>
          <dgm:bulletEnabled val="1"/>
        </dgm:presLayoutVars>
      </dgm:prSet>
      <dgm:spPr/>
      <dgm:t>
        <a:bodyPr/>
        <a:lstStyle/>
        <a:p>
          <a:endParaRPr lang="en-IN"/>
        </a:p>
      </dgm:t>
    </dgm:pt>
    <dgm:pt modelId="{2B39F4EB-9A57-466D-AF35-80FC08F6DD21}" type="pres">
      <dgm:prSet presAssocID="{6AC6967C-B55A-40B0-85A1-755E14D57D00}" presName="desTx" presStyleLbl="alignAccFollowNode1" presStyleIdx="0" presStyleCnt="1">
        <dgm:presLayoutVars>
          <dgm:bulletEnabled val="1"/>
        </dgm:presLayoutVars>
      </dgm:prSet>
      <dgm:spPr/>
      <dgm:t>
        <a:bodyPr/>
        <a:lstStyle/>
        <a:p>
          <a:endParaRPr lang="en-IN"/>
        </a:p>
      </dgm:t>
    </dgm:pt>
  </dgm:ptLst>
  <dgm:cxnLst>
    <dgm:cxn modelId="{431E3DF6-32B5-4009-ABBB-30A5F63B35D0}" type="presOf" srcId="{1678CCDA-9560-4E41-B1B8-AC77DB7B1FCE}" destId="{2B39F4EB-9A57-466D-AF35-80FC08F6DD21}" srcOrd="0" destOrd="0" presId="urn:microsoft.com/office/officeart/2005/8/layout/hList1"/>
    <dgm:cxn modelId="{A065F8D9-427F-464E-894E-0A31B0E62B56}" srcId="{6AC6967C-B55A-40B0-85A1-755E14D57D00}" destId="{1678CCDA-9560-4E41-B1B8-AC77DB7B1FCE}" srcOrd="0" destOrd="0" parTransId="{B7C6D73A-F984-4FAD-B12D-BE33460DC6B1}" sibTransId="{B60A31D0-1EB6-486F-BBAC-E0A7C70859FE}"/>
    <dgm:cxn modelId="{EEA0FA5E-E8C4-459F-AA77-720FD229B5E0}" type="presOf" srcId="{8981CA13-3C0D-4822-8673-B540957518A5}" destId="{2B39F4EB-9A57-466D-AF35-80FC08F6DD21}" srcOrd="0" destOrd="3" presId="urn:microsoft.com/office/officeart/2005/8/layout/hList1"/>
    <dgm:cxn modelId="{F41CAC66-E524-4E07-9CD5-CE20D0063821}" type="presOf" srcId="{6AC6967C-B55A-40B0-85A1-755E14D57D00}" destId="{BD075419-3FB5-4FF3-A46C-4FAF88970886}" srcOrd="0" destOrd="0" presId="urn:microsoft.com/office/officeart/2005/8/layout/hList1"/>
    <dgm:cxn modelId="{15A10E32-0272-4212-A656-B9A3A20C005C}" srcId="{6AC6967C-B55A-40B0-85A1-755E14D57D00}" destId="{CA54BB3D-F6E3-4AA9-8CE9-90CB6DA48625}" srcOrd="1" destOrd="0" parTransId="{6B9186EE-672B-4698-99AF-778BF9ADA1E6}" sibTransId="{1A4A4709-0C85-448D-B120-8B2479B38D11}"/>
    <dgm:cxn modelId="{97D3BB18-31C2-44DA-A33D-5E69EBCD53A0}" type="presOf" srcId="{CA54BB3D-F6E3-4AA9-8CE9-90CB6DA48625}" destId="{2B39F4EB-9A57-466D-AF35-80FC08F6DD21}" srcOrd="0" destOrd="1" presId="urn:microsoft.com/office/officeart/2005/8/layout/hList1"/>
    <dgm:cxn modelId="{680C5402-1807-4F74-965E-BB47FB1ABA43}" type="presOf" srcId="{8699BE2A-291D-428C-BE48-3438237F1BFB}" destId="{0FB85A63-76A0-4B1F-9422-51507B5DE498}" srcOrd="0" destOrd="0" presId="urn:microsoft.com/office/officeart/2005/8/layout/hList1"/>
    <dgm:cxn modelId="{FBD41408-9C20-49FD-8A12-5534C8EBB2AE}" srcId="{6AC6967C-B55A-40B0-85A1-755E14D57D00}" destId="{D93E1B81-A55C-4962-AE79-7D568C6B98EC}" srcOrd="2" destOrd="0" parTransId="{AF55A58E-F23B-44C2-9458-4D3B81B34AF1}" sibTransId="{376075DF-A4A2-4DD9-892F-9963636DC0C4}"/>
    <dgm:cxn modelId="{B176EE00-B6E7-4BB3-A136-6E4FF86B1CE0}" type="presOf" srcId="{D93E1B81-A55C-4962-AE79-7D568C6B98EC}" destId="{2B39F4EB-9A57-466D-AF35-80FC08F6DD21}" srcOrd="0" destOrd="2" presId="urn:microsoft.com/office/officeart/2005/8/layout/hList1"/>
    <dgm:cxn modelId="{7524E309-C02D-4CF0-86C5-8092FC57513E}" srcId="{8699BE2A-291D-428C-BE48-3438237F1BFB}" destId="{6AC6967C-B55A-40B0-85A1-755E14D57D00}" srcOrd="0" destOrd="0" parTransId="{7F3B2961-196A-4B60-8FFA-E20DDF8011BE}" sibTransId="{8B5B2AB7-9BC7-486A-8852-EE264CF5FBF1}"/>
    <dgm:cxn modelId="{90AF3C21-D8A8-4402-B41F-B6E7E0811DF5}" srcId="{6AC6967C-B55A-40B0-85A1-755E14D57D00}" destId="{8981CA13-3C0D-4822-8673-B540957518A5}" srcOrd="3" destOrd="0" parTransId="{9C343008-47BF-45D6-A11B-8577AB59A125}" sibTransId="{5E063674-02CC-44E6-A914-911D4E659CBE}"/>
    <dgm:cxn modelId="{DE97F3BB-5602-4281-A556-98448D991DAF}" type="presParOf" srcId="{0FB85A63-76A0-4B1F-9422-51507B5DE498}" destId="{BBB0BAC2-7CF0-4D31-8134-022516AF1232}" srcOrd="0" destOrd="0" presId="urn:microsoft.com/office/officeart/2005/8/layout/hList1"/>
    <dgm:cxn modelId="{04323356-676E-41E5-850A-056C6A631665}" type="presParOf" srcId="{BBB0BAC2-7CF0-4D31-8134-022516AF1232}" destId="{BD075419-3FB5-4FF3-A46C-4FAF88970886}" srcOrd="0" destOrd="0" presId="urn:microsoft.com/office/officeart/2005/8/layout/hList1"/>
    <dgm:cxn modelId="{17CA61C3-9933-4B3B-9CD0-6D2EA81550D5}" type="presParOf" srcId="{BBB0BAC2-7CF0-4D31-8134-022516AF1232}" destId="{2B39F4EB-9A57-466D-AF35-80FC08F6DD21}"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2B4E29B4-9033-411E-B6AB-6049A2AB59C4}"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IN"/>
        </a:p>
      </dgm:t>
    </dgm:pt>
    <dgm:pt modelId="{27D7CE1B-B052-4CAC-8E57-27492612B7D0}">
      <dgm:prSet phldrT="[Text]" custT="1"/>
      <dgm:spPr/>
      <dgm:t>
        <a:bodyPr/>
        <a:lstStyle/>
        <a:p>
          <a:r>
            <a:rPr lang="en-US" sz="2800" b="1" i="0" dirty="0"/>
            <a:t>Basic Requirements for Biological Amplifiers</a:t>
          </a:r>
          <a:endParaRPr lang="en-IN" sz="2800" dirty="0"/>
        </a:p>
      </dgm:t>
    </dgm:pt>
    <dgm:pt modelId="{82E685F6-D6E3-416E-89B7-FAFDCBD6BAFE}" type="parTrans" cxnId="{F142F185-B5E7-46FD-BBA2-35218B2368FC}">
      <dgm:prSet/>
      <dgm:spPr/>
      <dgm:t>
        <a:bodyPr/>
        <a:lstStyle/>
        <a:p>
          <a:endParaRPr lang="en-IN"/>
        </a:p>
      </dgm:t>
    </dgm:pt>
    <dgm:pt modelId="{B13DB246-272B-4B7C-8EFE-1BBCC379A86E}" type="sibTrans" cxnId="{F142F185-B5E7-46FD-BBA2-35218B2368FC}">
      <dgm:prSet/>
      <dgm:spPr/>
      <dgm:t>
        <a:bodyPr/>
        <a:lstStyle/>
        <a:p>
          <a:endParaRPr lang="en-IN"/>
        </a:p>
      </dgm:t>
    </dgm:pt>
    <dgm:pt modelId="{DFB6504A-1D8D-4FA0-9506-405E953C03D7}">
      <dgm:prSet phldrT="[Text]" custT="1"/>
      <dgm:spPr/>
      <dgm:t>
        <a:bodyPr/>
        <a:lstStyle/>
        <a:p>
          <a:pPr marL="361950" indent="-361950" algn="just">
            <a:buFont typeface="+mj-lt"/>
            <a:buAutoNum type="arabicPeriod"/>
          </a:pPr>
          <a:r>
            <a:rPr lang="en-US" sz="2400" b="0" i="0" dirty="0"/>
            <a:t>The </a:t>
          </a:r>
          <a:r>
            <a:rPr lang="en-US" sz="2400" b="1" i="0" dirty="0"/>
            <a:t>biological amplifier</a:t>
          </a:r>
          <a:r>
            <a:rPr lang="en-US" sz="2400" b="0" i="0" dirty="0"/>
            <a:t> should have a </a:t>
          </a:r>
          <a:r>
            <a:rPr lang="en-US" sz="2400" b="1" i="0" dirty="0"/>
            <a:t>high input impedance value</a:t>
          </a:r>
          <a:r>
            <a:rPr lang="en-US" sz="2400" b="0" i="0" dirty="0"/>
            <a:t>. The range of value lies between 2 MΩ and 10 MΩ depending on the applications. Higher impedance value reduces distortion of the signal.</a:t>
          </a:r>
          <a:endParaRPr lang="en-IN" sz="2400" dirty="0"/>
        </a:p>
      </dgm:t>
    </dgm:pt>
    <dgm:pt modelId="{6BB31DC2-79BB-4338-A560-594B51F0F148}" type="parTrans" cxnId="{FA857CA9-3B0E-45BD-AB4E-CEC20AA40C6B}">
      <dgm:prSet/>
      <dgm:spPr/>
      <dgm:t>
        <a:bodyPr/>
        <a:lstStyle/>
        <a:p>
          <a:endParaRPr lang="en-IN"/>
        </a:p>
      </dgm:t>
    </dgm:pt>
    <dgm:pt modelId="{3BD60E9B-36BC-4487-BF20-0866763AF898}" type="sibTrans" cxnId="{FA857CA9-3B0E-45BD-AB4E-CEC20AA40C6B}">
      <dgm:prSet/>
      <dgm:spPr/>
      <dgm:t>
        <a:bodyPr/>
        <a:lstStyle/>
        <a:p>
          <a:endParaRPr lang="en-IN"/>
        </a:p>
      </dgm:t>
    </dgm:pt>
    <dgm:pt modelId="{6D624D0F-BFA2-41D4-982C-0730CA843058}">
      <dgm:prSet custT="1"/>
      <dgm:spPr/>
      <dgm:t>
        <a:bodyPr/>
        <a:lstStyle/>
        <a:p>
          <a:pPr marL="361950" indent="-361950" algn="just">
            <a:buFont typeface="+mj-lt"/>
            <a:buAutoNum type="arabicPeriod"/>
          </a:pPr>
          <a:r>
            <a:rPr lang="en-US" sz="2400" b="0" i="0" dirty="0"/>
            <a:t>When electrodes pick up biopotentials from the human body, the input circuit should be protected. </a:t>
          </a:r>
          <a:r>
            <a:rPr lang="en-US" sz="2400" b="1" i="0" dirty="0"/>
            <a:t>Every bio-amplifier should consist of isolation and protection circuits</a:t>
          </a:r>
          <a:r>
            <a:rPr lang="en-US" sz="2400" b="0" i="0" dirty="0"/>
            <a:t>, to prevent the patients from electrical shocks.</a:t>
          </a:r>
        </a:p>
      </dgm:t>
    </dgm:pt>
    <dgm:pt modelId="{A932566F-F621-4ED6-91DE-5247E5685022}" type="parTrans" cxnId="{2FF2A5BB-7FEE-4156-9481-CA7C3E7A94B9}">
      <dgm:prSet/>
      <dgm:spPr/>
      <dgm:t>
        <a:bodyPr/>
        <a:lstStyle/>
        <a:p>
          <a:endParaRPr lang="en-IN"/>
        </a:p>
      </dgm:t>
    </dgm:pt>
    <dgm:pt modelId="{7D9E6E36-2A0A-466A-B0C3-04F99007F0E1}" type="sibTrans" cxnId="{2FF2A5BB-7FEE-4156-9481-CA7C3E7A94B9}">
      <dgm:prSet/>
      <dgm:spPr/>
      <dgm:t>
        <a:bodyPr/>
        <a:lstStyle/>
        <a:p>
          <a:endParaRPr lang="en-IN"/>
        </a:p>
      </dgm:t>
    </dgm:pt>
    <dgm:pt modelId="{8C7C0795-92E9-4AB0-8689-5C196200E9ED}">
      <dgm:prSet custT="1"/>
      <dgm:spPr/>
      <dgm:t>
        <a:bodyPr/>
        <a:lstStyle/>
        <a:p>
          <a:pPr marL="361950" indent="-361950" algn="just">
            <a:buFont typeface="+mj-lt"/>
            <a:buAutoNum type="arabicPeriod"/>
          </a:pPr>
          <a:r>
            <a:rPr lang="en-US" sz="2400" b="0" i="0" dirty="0"/>
            <a:t>Since the output of a bioelectric signal is in millivolts or microvolt range, the voltage gain value of the amplifier should be higher than 100dB.</a:t>
          </a:r>
        </a:p>
      </dgm:t>
    </dgm:pt>
    <dgm:pt modelId="{AFFDF781-5B71-47E5-8BB6-45E895945624}" type="parTrans" cxnId="{559BE861-6A6A-4BF4-B6C8-9C3163672740}">
      <dgm:prSet/>
      <dgm:spPr/>
      <dgm:t>
        <a:bodyPr/>
        <a:lstStyle/>
        <a:p>
          <a:endParaRPr lang="en-IN"/>
        </a:p>
      </dgm:t>
    </dgm:pt>
    <dgm:pt modelId="{17439346-0A77-4150-AE24-E1351FC12ACF}" type="sibTrans" cxnId="{559BE861-6A6A-4BF4-B6C8-9C3163672740}">
      <dgm:prSet/>
      <dgm:spPr/>
      <dgm:t>
        <a:bodyPr/>
        <a:lstStyle/>
        <a:p>
          <a:endParaRPr lang="en-IN"/>
        </a:p>
      </dgm:t>
    </dgm:pt>
    <dgm:pt modelId="{AC6B23E3-E8E0-454E-8632-F443DEDDE35E}">
      <dgm:prSet custT="1"/>
      <dgm:spPr/>
      <dgm:t>
        <a:bodyPr/>
        <a:lstStyle/>
        <a:p>
          <a:pPr marL="361950" indent="-361950" algn="just">
            <a:buFont typeface="+mj-lt"/>
            <a:buAutoNum type="arabicPeriod"/>
          </a:pPr>
          <a:r>
            <a:rPr lang="en-US" sz="2400" b="0" i="0" dirty="0"/>
            <a:t>Throughout the entire bandwidth range, a constant gain should be maintained.</a:t>
          </a:r>
        </a:p>
      </dgm:t>
    </dgm:pt>
    <dgm:pt modelId="{4A0BBAE4-8D9C-47F9-8448-51C8E704410F}" type="parTrans" cxnId="{4A2DB537-3D1C-4DBC-B092-27E8ADE6794A}">
      <dgm:prSet/>
      <dgm:spPr/>
      <dgm:t>
        <a:bodyPr/>
        <a:lstStyle/>
        <a:p>
          <a:endParaRPr lang="en-IN"/>
        </a:p>
      </dgm:t>
    </dgm:pt>
    <dgm:pt modelId="{75BE0FE6-5063-4B23-ACF7-1B86A4E65049}" type="sibTrans" cxnId="{4A2DB537-3D1C-4DBC-B092-27E8ADE6794A}">
      <dgm:prSet/>
      <dgm:spPr/>
      <dgm:t>
        <a:bodyPr/>
        <a:lstStyle/>
        <a:p>
          <a:endParaRPr lang="en-IN"/>
        </a:p>
      </dgm:t>
    </dgm:pt>
    <dgm:pt modelId="{B430D85A-2041-4D93-B2A8-48B4E5EC5B94}">
      <dgm:prSet custT="1"/>
      <dgm:spPr/>
      <dgm:t>
        <a:bodyPr/>
        <a:lstStyle/>
        <a:p>
          <a:pPr marL="361950" indent="-361950" algn="just">
            <a:buFont typeface="+mj-lt"/>
            <a:buAutoNum type="arabicPeriod"/>
          </a:pPr>
          <a:r>
            <a:rPr lang="en-US" sz="2400" b="0" i="0" dirty="0"/>
            <a:t>A bio-amplifier should have a </a:t>
          </a:r>
          <a:r>
            <a:rPr lang="en-US" sz="2400" b="1" i="0" dirty="0"/>
            <a:t>small output impedance.</a:t>
          </a:r>
        </a:p>
      </dgm:t>
    </dgm:pt>
    <dgm:pt modelId="{8EA54A1B-5453-45EC-A9C8-948503F4A7F8}" type="parTrans" cxnId="{F1D23167-A391-4489-A8FF-658D40324713}">
      <dgm:prSet/>
      <dgm:spPr/>
      <dgm:t>
        <a:bodyPr/>
        <a:lstStyle/>
        <a:p>
          <a:endParaRPr lang="en-IN"/>
        </a:p>
      </dgm:t>
    </dgm:pt>
    <dgm:pt modelId="{FF0C51B4-0841-4697-B3D6-B2D4E9CCF136}" type="sibTrans" cxnId="{F1D23167-A391-4489-A8FF-658D40324713}">
      <dgm:prSet/>
      <dgm:spPr/>
      <dgm:t>
        <a:bodyPr/>
        <a:lstStyle/>
        <a:p>
          <a:endParaRPr lang="en-IN"/>
        </a:p>
      </dgm:t>
    </dgm:pt>
    <dgm:pt modelId="{E47F2C5D-AE43-4D84-BD87-12EB1C11D0BF}">
      <dgm:prSet custT="1"/>
      <dgm:spPr/>
      <dgm:t>
        <a:bodyPr/>
        <a:lstStyle/>
        <a:p>
          <a:pPr marL="361950" indent="-361950" algn="just">
            <a:buFont typeface="+mj-lt"/>
            <a:buAutoNum type="arabicPeriod"/>
          </a:pPr>
          <a:r>
            <a:rPr lang="en-US" sz="2400" b="0" i="0" dirty="0"/>
            <a:t>A good bio-amplifier should be </a:t>
          </a:r>
          <a:r>
            <a:rPr lang="en-US" sz="2400" b="1" i="0" dirty="0"/>
            <a:t>free from drift and noise</a:t>
          </a:r>
          <a:r>
            <a:rPr lang="en-US" sz="2400" b="0" i="0" dirty="0"/>
            <a:t>.</a:t>
          </a:r>
        </a:p>
      </dgm:t>
    </dgm:pt>
    <dgm:pt modelId="{FCFD133A-E78C-4656-837A-C230926EB923}" type="parTrans" cxnId="{8BA0DC4E-ED2D-4E96-BDBC-8C9480FA6D40}">
      <dgm:prSet/>
      <dgm:spPr/>
      <dgm:t>
        <a:bodyPr/>
        <a:lstStyle/>
        <a:p>
          <a:endParaRPr lang="en-IN"/>
        </a:p>
      </dgm:t>
    </dgm:pt>
    <dgm:pt modelId="{73490EDF-7A69-4CC0-A88B-F4407B88469E}" type="sibTrans" cxnId="{8BA0DC4E-ED2D-4E96-BDBC-8C9480FA6D40}">
      <dgm:prSet/>
      <dgm:spPr/>
      <dgm:t>
        <a:bodyPr/>
        <a:lstStyle/>
        <a:p>
          <a:endParaRPr lang="en-IN"/>
        </a:p>
      </dgm:t>
    </dgm:pt>
    <dgm:pt modelId="{4D2F94EE-72E8-447B-9612-858E5BD6D9BF}">
      <dgm:prSet custT="1"/>
      <dgm:spPr/>
      <dgm:t>
        <a:bodyPr/>
        <a:lstStyle/>
        <a:p>
          <a:pPr marL="361950" indent="-361950" algn="just">
            <a:buFont typeface="+mj-lt"/>
            <a:buAutoNum type="arabicPeriod"/>
          </a:pPr>
          <a:r>
            <a:rPr lang="en-US" sz="2400" b="0" i="0" dirty="0"/>
            <a:t>Common Mode Rejection Ratio (CMRR) value of amplifier should be greater than 80dB to reduce the interference from common mode signal.</a:t>
          </a:r>
        </a:p>
      </dgm:t>
    </dgm:pt>
    <dgm:pt modelId="{5C03BD5A-C965-49B2-90F6-0D153082768D}" type="parTrans" cxnId="{DFA2115E-DDBF-4A06-9722-DCA033E23EB6}">
      <dgm:prSet/>
      <dgm:spPr/>
      <dgm:t>
        <a:bodyPr/>
        <a:lstStyle/>
        <a:p>
          <a:endParaRPr lang="en-IN"/>
        </a:p>
      </dgm:t>
    </dgm:pt>
    <dgm:pt modelId="{5E07D3AE-ED65-4B9B-9874-E00B219F292A}" type="sibTrans" cxnId="{DFA2115E-DDBF-4A06-9722-DCA033E23EB6}">
      <dgm:prSet/>
      <dgm:spPr/>
      <dgm:t>
        <a:bodyPr/>
        <a:lstStyle/>
        <a:p>
          <a:endParaRPr lang="en-IN"/>
        </a:p>
      </dgm:t>
    </dgm:pt>
    <dgm:pt modelId="{B8F7B59F-5C0C-4CCB-B980-FE6F0AD54954}">
      <dgm:prSet custT="1"/>
      <dgm:spPr/>
      <dgm:t>
        <a:bodyPr/>
        <a:lstStyle/>
        <a:p>
          <a:pPr marL="361950" indent="-361950" algn="just">
            <a:buFont typeface="+mj-lt"/>
            <a:buAutoNum type="arabicPeriod"/>
          </a:pPr>
          <a:r>
            <a:rPr lang="en-US" sz="2400" b="0" i="0" dirty="0"/>
            <a:t>The gain of the </a:t>
          </a:r>
          <a:r>
            <a:rPr lang="en-US" sz="2400" b="1" i="0" dirty="0"/>
            <a:t>bio-amplifier should be calibrated </a:t>
          </a:r>
          <a:r>
            <a:rPr lang="en-US" sz="2400" b="0" i="0" dirty="0"/>
            <a:t>for each measurement.</a:t>
          </a:r>
        </a:p>
      </dgm:t>
    </dgm:pt>
    <dgm:pt modelId="{A45BA914-C8BD-42ED-83A0-B7DB564F8406}" type="parTrans" cxnId="{D20D4A60-F9E6-42ED-919E-635E48BBB2D1}">
      <dgm:prSet/>
      <dgm:spPr/>
      <dgm:t>
        <a:bodyPr/>
        <a:lstStyle/>
        <a:p>
          <a:endParaRPr lang="en-IN"/>
        </a:p>
      </dgm:t>
    </dgm:pt>
    <dgm:pt modelId="{0C04EF15-6BCC-4715-AC79-ED6A8CB7D3FE}" type="sibTrans" cxnId="{D20D4A60-F9E6-42ED-919E-635E48BBB2D1}">
      <dgm:prSet/>
      <dgm:spPr/>
      <dgm:t>
        <a:bodyPr/>
        <a:lstStyle/>
        <a:p>
          <a:endParaRPr lang="en-IN"/>
        </a:p>
      </dgm:t>
    </dgm:pt>
    <dgm:pt modelId="{43A05743-516C-4FB4-BBDA-D154621754D2}" type="pres">
      <dgm:prSet presAssocID="{2B4E29B4-9033-411E-B6AB-6049A2AB59C4}" presName="linear" presStyleCnt="0">
        <dgm:presLayoutVars>
          <dgm:dir/>
          <dgm:animLvl val="lvl"/>
          <dgm:resizeHandles val="exact"/>
        </dgm:presLayoutVars>
      </dgm:prSet>
      <dgm:spPr/>
      <dgm:t>
        <a:bodyPr/>
        <a:lstStyle/>
        <a:p>
          <a:endParaRPr lang="en-IN"/>
        </a:p>
      </dgm:t>
    </dgm:pt>
    <dgm:pt modelId="{3ECB3742-B198-4803-BF64-58FB689EC140}" type="pres">
      <dgm:prSet presAssocID="{27D7CE1B-B052-4CAC-8E57-27492612B7D0}" presName="parentLin" presStyleCnt="0"/>
      <dgm:spPr/>
    </dgm:pt>
    <dgm:pt modelId="{EDDA1207-A0FA-498C-BCBF-48D5EAEA5D61}" type="pres">
      <dgm:prSet presAssocID="{27D7CE1B-B052-4CAC-8E57-27492612B7D0}" presName="parentLeftMargin" presStyleLbl="node1" presStyleIdx="0" presStyleCnt="1"/>
      <dgm:spPr/>
      <dgm:t>
        <a:bodyPr/>
        <a:lstStyle/>
        <a:p>
          <a:endParaRPr lang="en-IN"/>
        </a:p>
      </dgm:t>
    </dgm:pt>
    <dgm:pt modelId="{D0B11442-2E2F-403A-9C93-4D083F0FC20B}" type="pres">
      <dgm:prSet presAssocID="{27D7CE1B-B052-4CAC-8E57-27492612B7D0}" presName="parentText" presStyleLbl="node1" presStyleIdx="0" presStyleCnt="1" custScaleY="342716">
        <dgm:presLayoutVars>
          <dgm:chMax val="0"/>
          <dgm:bulletEnabled val="1"/>
        </dgm:presLayoutVars>
      </dgm:prSet>
      <dgm:spPr/>
      <dgm:t>
        <a:bodyPr/>
        <a:lstStyle/>
        <a:p>
          <a:endParaRPr lang="en-IN"/>
        </a:p>
      </dgm:t>
    </dgm:pt>
    <dgm:pt modelId="{437E2228-9193-4421-906B-D73D576C9C0F}" type="pres">
      <dgm:prSet presAssocID="{27D7CE1B-B052-4CAC-8E57-27492612B7D0}" presName="negativeSpace" presStyleCnt="0"/>
      <dgm:spPr/>
    </dgm:pt>
    <dgm:pt modelId="{4E763363-3835-4908-8BFC-BDC8B420DC08}" type="pres">
      <dgm:prSet presAssocID="{27D7CE1B-B052-4CAC-8E57-27492612B7D0}" presName="childText" presStyleLbl="conFgAcc1" presStyleIdx="0" presStyleCnt="1">
        <dgm:presLayoutVars>
          <dgm:bulletEnabled val="1"/>
        </dgm:presLayoutVars>
      </dgm:prSet>
      <dgm:spPr/>
      <dgm:t>
        <a:bodyPr/>
        <a:lstStyle/>
        <a:p>
          <a:endParaRPr lang="en-IN"/>
        </a:p>
      </dgm:t>
    </dgm:pt>
  </dgm:ptLst>
  <dgm:cxnLst>
    <dgm:cxn modelId="{FA857CA9-3B0E-45BD-AB4E-CEC20AA40C6B}" srcId="{27D7CE1B-B052-4CAC-8E57-27492612B7D0}" destId="{DFB6504A-1D8D-4FA0-9506-405E953C03D7}" srcOrd="0" destOrd="0" parTransId="{6BB31DC2-79BB-4338-A560-594B51F0F148}" sibTransId="{3BD60E9B-36BC-4487-BF20-0866763AF898}"/>
    <dgm:cxn modelId="{21D5EBE4-9894-4AD6-BA69-01228924057E}" type="presOf" srcId="{6D624D0F-BFA2-41D4-982C-0730CA843058}" destId="{4E763363-3835-4908-8BFC-BDC8B420DC08}" srcOrd="0" destOrd="1" presId="urn:microsoft.com/office/officeart/2005/8/layout/list1"/>
    <dgm:cxn modelId="{559BE861-6A6A-4BF4-B6C8-9C3163672740}" srcId="{27D7CE1B-B052-4CAC-8E57-27492612B7D0}" destId="{8C7C0795-92E9-4AB0-8689-5C196200E9ED}" srcOrd="2" destOrd="0" parTransId="{AFFDF781-5B71-47E5-8BB6-45E895945624}" sibTransId="{17439346-0A77-4150-AE24-E1351FC12ACF}"/>
    <dgm:cxn modelId="{F142F185-B5E7-46FD-BBA2-35218B2368FC}" srcId="{2B4E29B4-9033-411E-B6AB-6049A2AB59C4}" destId="{27D7CE1B-B052-4CAC-8E57-27492612B7D0}" srcOrd="0" destOrd="0" parTransId="{82E685F6-D6E3-416E-89B7-FAFDCBD6BAFE}" sibTransId="{B13DB246-272B-4B7C-8EFE-1BBCC379A86E}"/>
    <dgm:cxn modelId="{8C487E67-2973-4811-900C-6AA82622923A}" type="presOf" srcId="{4D2F94EE-72E8-447B-9612-858E5BD6D9BF}" destId="{4E763363-3835-4908-8BFC-BDC8B420DC08}" srcOrd="0" destOrd="6" presId="urn:microsoft.com/office/officeart/2005/8/layout/list1"/>
    <dgm:cxn modelId="{BBAD7C73-E4EE-41D5-94B3-7E7BBFE3CD5C}" type="presOf" srcId="{E47F2C5D-AE43-4D84-BD87-12EB1C11D0BF}" destId="{4E763363-3835-4908-8BFC-BDC8B420DC08}" srcOrd="0" destOrd="5" presId="urn:microsoft.com/office/officeart/2005/8/layout/list1"/>
    <dgm:cxn modelId="{4A2DB537-3D1C-4DBC-B092-27E8ADE6794A}" srcId="{27D7CE1B-B052-4CAC-8E57-27492612B7D0}" destId="{AC6B23E3-E8E0-454E-8632-F443DEDDE35E}" srcOrd="3" destOrd="0" parTransId="{4A0BBAE4-8D9C-47F9-8448-51C8E704410F}" sibTransId="{75BE0FE6-5063-4B23-ACF7-1B86A4E65049}"/>
    <dgm:cxn modelId="{F894457C-6474-4425-826F-9BD3281A6CD2}" type="presOf" srcId="{8C7C0795-92E9-4AB0-8689-5C196200E9ED}" destId="{4E763363-3835-4908-8BFC-BDC8B420DC08}" srcOrd="0" destOrd="2" presId="urn:microsoft.com/office/officeart/2005/8/layout/list1"/>
    <dgm:cxn modelId="{9BCF246E-CEE4-49AE-8349-932AC773CBCE}" type="presOf" srcId="{AC6B23E3-E8E0-454E-8632-F443DEDDE35E}" destId="{4E763363-3835-4908-8BFC-BDC8B420DC08}" srcOrd="0" destOrd="3" presId="urn:microsoft.com/office/officeart/2005/8/layout/list1"/>
    <dgm:cxn modelId="{9B1EEC3B-2B90-4B78-9D0A-FB813D935539}" type="presOf" srcId="{27D7CE1B-B052-4CAC-8E57-27492612B7D0}" destId="{D0B11442-2E2F-403A-9C93-4D083F0FC20B}" srcOrd="1" destOrd="0" presId="urn:microsoft.com/office/officeart/2005/8/layout/list1"/>
    <dgm:cxn modelId="{2FF2A5BB-7FEE-4156-9481-CA7C3E7A94B9}" srcId="{27D7CE1B-B052-4CAC-8E57-27492612B7D0}" destId="{6D624D0F-BFA2-41D4-982C-0730CA843058}" srcOrd="1" destOrd="0" parTransId="{A932566F-F621-4ED6-91DE-5247E5685022}" sibTransId="{7D9E6E36-2A0A-466A-B0C3-04F99007F0E1}"/>
    <dgm:cxn modelId="{15BDE696-0DFB-44E1-A34A-EE8D26AECC01}" type="presOf" srcId="{DFB6504A-1D8D-4FA0-9506-405E953C03D7}" destId="{4E763363-3835-4908-8BFC-BDC8B420DC08}" srcOrd="0" destOrd="0" presId="urn:microsoft.com/office/officeart/2005/8/layout/list1"/>
    <dgm:cxn modelId="{F47CA960-7E6A-4EDC-AEA8-D80C55B47B7F}" type="presOf" srcId="{27D7CE1B-B052-4CAC-8E57-27492612B7D0}" destId="{EDDA1207-A0FA-498C-BCBF-48D5EAEA5D61}" srcOrd="0" destOrd="0" presId="urn:microsoft.com/office/officeart/2005/8/layout/list1"/>
    <dgm:cxn modelId="{D7DC3CD2-1814-47AF-8E04-FC9777B49387}" type="presOf" srcId="{2B4E29B4-9033-411E-B6AB-6049A2AB59C4}" destId="{43A05743-516C-4FB4-BBDA-D154621754D2}" srcOrd="0" destOrd="0" presId="urn:microsoft.com/office/officeart/2005/8/layout/list1"/>
    <dgm:cxn modelId="{8BA0DC4E-ED2D-4E96-BDBC-8C9480FA6D40}" srcId="{27D7CE1B-B052-4CAC-8E57-27492612B7D0}" destId="{E47F2C5D-AE43-4D84-BD87-12EB1C11D0BF}" srcOrd="5" destOrd="0" parTransId="{FCFD133A-E78C-4656-837A-C230926EB923}" sibTransId="{73490EDF-7A69-4CC0-A88B-F4407B88469E}"/>
    <dgm:cxn modelId="{94AC7777-80F3-42E5-A4FA-D65CE3AA015F}" type="presOf" srcId="{B8F7B59F-5C0C-4CCB-B980-FE6F0AD54954}" destId="{4E763363-3835-4908-8BFC-BDC8B420DC08}" srcOrd="0" destOrd="7" presId="urn:microsoft.com/office/officeart/2005/8/layout/list1"/>
    <dgm:cxn modelId="{F1D23167-A391-4489-A8FF-658D40324713}" srcId="{27D7CE1B-B052-4CAC-8E57-27492612B7D0}" destId="{B430D85A-2041-4D93-B2A8-48B4E5EC5B94}" srcOrd="4" destOrd="0" parTransId="{8EA54A1B-5453-45EC-A9C8-948503F4A7F8}" sibTransId="{FF0C51B4-0841-4697-B3D6-B2D4E9CCF136}"/>
    <dgm:cxn modelId="{EFE1B044-3D2F-41D0-AAF3-DCA4D1F31CD4}" type="presOf" srcId="{B430D85A-2041-4D93-B2A8-48B4E5EC5B94}" destId="{4E763363-3835-4908-8BFC-BDC8B420DC08}" srcOrd="0" destOrd="4" presId="urn:microsoft.com/office/officeart/2005/8/layout/list1"/>
    <dgm:cxn modelId="{D20D4A60-F9E6-42ED-919E-635E48BBB2D1}" srcId="{27D7CE1B-B052-4CAC-8E57-27492612B7D0}" destId="{B8F7B59F-5C0C-4CCB-B980-FE6F0AD54954}" srcOrd="7" destOrd="0" parTransId="{A45BA914-C8BD-42ED-83A0-B7DB564F8406}" sibTransId="{0C04EF15-6BCC-4715-AC79-ED6A8CB7D3FE}"/>
    <dgm:cxn modelId="{DFA2115E-DDBF-4A06-9722-DCA033E23EB6}" srcId="{27D7CE1B-B052-4CAC-8E57-27492612B7D0}" destId="{4D2F94EE-72E8-447B-9612-858E5BD6D9BF}" srcOrd="6" destOrd="0" parTransId="{5C03BD5A-C965-49B2-90F6-0D153082768D}" sibTransId="{5E07D3AE-ED65-4B9B-9874-E00B219F292A}"/>
    <dgm:cxn modelId="{4EB2DCCF-FF43-48DA-815B-A7D1C89ECA28}" type="presParOf" srcId="{43A05743-516C-4FB4-BBDA-D154621754D2}" destId="{3ECB3742-B198-4803-BF64-58FB689EC140}" srcOrd="0" destOrd="0" presId="urn:microsoft.com/office/officeart/2005/8/layout/list1"/>
    <dgm:cxn modelId="{38FF0218-B08B-4EC8-8F6E-B2D0C4E1C30F}" type="presParOf" srcId="{3ECB3742-B198-4803-BF64-58FB689EC140}" destId="{EDDA1207-A0FA-498C-BCBF-48D5EAEA5D61}" srcOrd="0" destOrd="0" presId="urn:microsoft.com/office/officeart/2005/8/layout/list1"/>
    <dgm:cxn modelId="{4758F496-BF4F-4B18-944E-5BA9B112F73F}" type="presParOf" srcId="{3ECB3742-B198-4803-BF64-58FB689EC140}" destId="{D0B11442-2E2F-403A-9C93-4D083F0FC20B}" srcOrd="1" destOrd="0" presId="urn:microsoft.com/office/officeart/2005/8/layout/list1"/>
    <dgm:cxn modelId="{840FF3A1-6EBD-4470-8E34-804C624C8820}" type="presParOf" srcId="{43A05743-516C-4FB4-BBDA-D154621754D2}" destId="{437E2228-9193-4421-906B-D73D576C9C0F}" srcOrd="1" destOrd="0" presId="urn:microsoft.com/office/officeart/2005/8/layout/list1"/>
    <dgm:cxn modelId="{9C42BFB5-951C-4870-B459-42BBCE443F83}" type="presParOf" srcId="{43A05743-516C-4FB4-BBDA-D154621754D2}" destId="{4E763363-3835-4908-8BFC-BDC8B420DC08}"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2E0FC595-133A-4145-B752-7E858872C574}"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C97E08EC-B184-4743-A917-AA477EE48452}">
      <dgm:prSet phldrT="[Text]" custT="1"/>
      <dgm:spPr/>
      <dgm:t>
        <a:bodyPr/>
        <a:lstStyle/>
        <a:p>
          <a:pPr algn="ctr"/>
          <a:r>
            <a:rPr lang="en-IN" sz="3600" b="1" i="0" dirty="0"/>
            <a:t>Preamplifier</a:t>
          </a:r>
          <a:endParaRPr lang="en-IN" sz="3600" b="1" dirty="0"/>
        </a:p>
      </dgm:t>
    </dgm:pt>
    <dgm:pt modelId="{39EE3670-758C-4830-B21D-7B3D0AF28460}" type="parTrans" cxnId="{E474173F-83BA-4CE9-9DA2-A1FC06607E2E}">
      <dgm:prSet/>
      <dgm:spPr/>
      <dgm:t>
        <a:bodyPr/>
        <a:lstStyle/>
        <a:p>
          <a:endParaRPr lang="en-IN"/>
        </a:p>
      </dgm:t>
    </dgm:pt>
    <dgm:pt modelId="{43304FEB-28AE-41B4-99A8-E3C8C8F848A4}" type="sibTrans" cxnId="{E474173F-83BA-4CE9-9DA2-A1FC06607E2E}">
      <dgm:prSet/>
      <dgm:spPr/>
      <dgm:t>
        <a:bodyPr/>
        <a:lstStyle/>
        <a:p>
          <a:endParaRPr lang="en-IN"/>
        </a:p>
      </dgm:t>
    </dgm:pt>
    <dgm:pt modelId="{52F74099-5AA9-4D07-8EDC-15A072DE01C9}">
      <dgm:prSet phldrT="[Text]"/>
      <dgm:spPr/>
      <dgm:t>
        <a:bodyPr/>
        <a:lstStyle/>
        <a:p>
          <a:pPr algn="just">
            <a:lnSpc>
              <a:spcPct val="90000"/>
            </a:lnSpc>
            <a:spcAft>
              <a:spcPts val="600"/>
            </a:spcAft>
          </a:pPr>
          <a:r>
            <a:rPr lang="en-US" b="0" i="0" dirty="0"/>
            <a:t>A preamplifier, also known as a preamp, is an electronic amplifier that converts a weak electrical signal into an output signal strong enough to be noise-tolerant and strong enough for further processing.</a:t>
          </a:r>
          <a:endParaRPr lang="en-IN" dirty="0"/>
        </a:p>
      </dgm:t>
    </dgm:pt>
    <dgm:pt modelId="{C3EA51C0-2034-425A-A387-53D9A09CC310}" type="parTrans" cxnId="{37AD54BA-73F4-465F-A0EE-B09F1246C230}">
      <dgm:prSet/>
      <dgm:spPr/>
      <dgm:t>
        <a:bodyPr/>
        <a:lstStyle/>
        <a:p>
          <a:endParaRPr lang="en-IN"/>
        </a:p>
      </dgm:t>
    </dgm:pt>
    <dgm:pt modelId="{433D2EF1-ED10-4CF8-8B6B-27FB01FE9162}" type="sibTrans" cxnId="{37AD54BA-73F4-465F-A0EE-B09F1246C230}">
      <dgm:prSet/>
      <dgm:spPr/>
      <dgm:t>
        <a:bodyPr/>
        <a:lstStyle/>
        <a:p>
          <a:endParaRPr lang="en-IN"/>
        </a:p>
      </dgm:t>
    </dgm:pt>
    <dgm:pt modelId="{A55DF55C-422A-45FF-BD5D-F114CAF79878}">
      <dgm:prSet phldrT="[Text]"/>
      <dgm:spPr/>
      <dgm:t>
        <a:bodyPr/>
        <a:lstStyle/>
        <a:p>
          <a:pPr algn="l">
            <a:lnSpc>
              <a:spcPct val="90000"/>
            </a:lnSpc>
            <a:spcAft>
              <a:spcPts val="600"/>
            </a:spcAft>
          </a:pPr>
          <a:r>
            <a:rPr lang="en-IN" b="1" i="0" u="none" dirty="0"/>
            <a:t>Basically preamplifier is used for stabilizing effect</a:t>
          </a:r>
          <a:r>
            <a:rPr lang="en-IN" b="0" i="0" u="none" dirty="0"/>
            <a:t>.</a:t>
          </a:r>
          <a:endParaRPr lang="en-IN" dirty="0"/>
        </a:p>
      </dgm:t>
    </dgm:pt>
    <dgm:pt modelId="{BC4E39CE-653B-4244-89E0-B374043F1428}" type="parTrans" cxnId="{5A7D27DD-F58B-4FD6-8EFC-5C457DD9CE51}">
      <dgm:prSet/>
      <dgm:spPr/>
      <dgm:t>
        <a:bodyPr/>
        <a:lstStyle/>
        <a:p>
          <a:endParaRPr lang="en-IN"/>
        </a:p>
      </dgm:t>
    </dgm:pt>
    <dgm:pt modelId="{B2F3A222-1027-4125-A9B5-CA5F9ADF31DE}" type="sibTrans" cxnId="{5A7D27DD-F58B-4FD6-8EFC-5C457DD9CE51}">
      <dgm:prSet/>
      <dgm:spPr/>
      <dgm:t>
        <a:bodyPr/>
        <a:lstStyle/>
        <a:p>
          <a:endParaRPr lang="en-IN"/>
        </a:p>
      </dgm:t>
    </dgm:pt>
    <dgm:pt modelId="{95D3BEC1-D95A-47C7-8687-3D5B5F781091}">
      <dgm:prSet phldrT="[Text]"/>
      <dgm:spPr/>
      <dgm:t>
        <a:bodyPr/>
        <a:lstStyle/>
        <a:p>
          <a:pPr algn="just">
            <a:lnSpc>
              <a:spcPct val="90000"/>
            </a:lnSpc>
            <a:spcAft>
              <a:spcPts val="600"/>
            </a:spcAft>
          </a:pPr>
          <a:r>
            <a:rPr lang="en-US" dirty="0"/>
            <a:t>The </a:t>
          </a:r>
          <a:r>
            <a:rPr lang="en-US" b="1" dirty="0"/>
            <a:t>primary function of a preamplifier is to extract the signal from the detector without significantly degrading the intrinsic signal-to-noise ratio</a:t>
          </a:r>
          <a:r>
            <a:rPr lang="en-US" dirty="0"/>
            <a:t>. </a:t>
          </a:r>
          <a:r>
            <a:rPr lang="en-US" b="0" i="0" dirty="0"/>
            <a:t>Without this, the final signal would be noisy or distorted.</a:t>
          </a:r>
          <a:endParaRPr lang="en-IN" dirty="0"/>
        </a:p>
      </dgm:t>
    </dgm:pt>
    <dgm:pt modelId="{442F461C-FA7A-400D-86E1-D2C493A50AF7}" type="parTrans" cxnId="{D7D44894-F4EF-497A-8BAB-B8E2D9DF01BA}">
      <dgm:prSet/>
      <dgm:spPr/>
      <dgm:t>
        <a:bodyPr/>
        <a:lstStyle/>
        <a:p>
          <a:endParaRPr lang="en-IN"/>
        </a:p>
      </dgm:t>
    </dgm:pt>
    <dgm:pt modelId="{E91A2AC8-2DC8-4558-A0FD-0E98AD0D724C}" type="sibTrans" cxnId="{D7D44894-F4EF-497A-8BAB-B8E2D9DF01BA}">
      <dgm:prSet/>
      <dgm:spPr/>
      <dgm:t>
        <a:bodyPr/>
        <a:lstStyle/>
        <a:p>
          <a:endParaRPr lang="en-IN"/>
        </a:p>
      </dgm:t>
    </dgm:pt>
    <dgm:pt modelId="{CA6FA8A3-8ACD-4CF1-BEAD-C07A628012A9}">
      <dgm:prSet phldrT="[Text]"/>
      <dgm:spPr/>
      <dgm:t>
        <a:bodyPr/>
        <a:lstStyle/>
        <a:p>
          <a:pPr algn="just">
            <a:lnSpc>
              <a:spcPct val="90000"/>
            </a:lnSpc>
            <a:spcAft>
              <a:spcPts val="600"/>
            </a:spcAft>
          </a:pPr>
          <a:r>
            <a:rPr lang="en-US" dirty="0"/>
            <a:t>Therefore, the preamplifier is located as close as possible to the detector, and the input circuits are designed to match the characteristics of the detector. </a:t>
          </a:r>
          <a:endParaRPr lang="en-IN" dirty="0"/>
        </a:p>
      </dgm:t>
    </dgm:pt>
    <dgm:pt modelId="{478B990E-DD69-442E-B628-DFADB465A8CE}" type="parTrans" cxnId="{1D765F60-6A95-4418-A14C-9DE5AFC48B92}">
      <dgm:prSet/>
      <dgm:spPr/>
      <dgm:t>
        <a:bodyPr/>
        <a:lstStyle/>
        <a:p>
          <a:endParaRPr lang="en-IN"/>
        </a:p>
      </dgm:t>
    </dgm:pt>
    <dgm:pt modelId="{451642DF-CAA1-4A07-8984-E3A24B406FB3}" type="sibTrans" cxnId="{1D765F60-6A95-4418-A14C-9DE5AFC48B92}">
      <dgm:prSet/>
      <dgm:spPr/>
      <dgm:t>
        <a:bodyPr/>
        <a:lstStyle/>
        <a:p>
          <a:endParaRPr lang="en-IN"/>
        </a:p>
      </dgm:t>
    </dgm:pt>
    <dgm:pt modelId="{6E965C09-0262-48FA-93D8-ECEFD9B1CA67}">
      <dgm:prSet phldrT="[Text]"/>
      <dgm:spPr/>
      <dgm:t>
        <a:bodyPr/>
        <a:lstStyle/>
        <a:p>
          <a:pPr algn="just">
            <a:lnSpc>
              <a:spcPct val="90000"/>
            </a:lnSpc>
            <a:spcAft>
              <a:spcPts val="600"/>
            </a:spcAft>
          </a:pPr>
          <a:r>
            <a:rPr lang="en-US" b="0" i="0" dirty="0"/>
            <a:t>An ideal preamp will be linear (have a constant gain through its operating range), have high input impedance (requiring only a minimal amount of current to sense the input signal) and a low output impedance (when current is drawn from the output there is minimal change in the output voltage).</a:t>
          </a:r>
          <a:endParaRPr lang="en-IN" dirty="0"/>
        </a:p>
      </dgm:t>
    </dgm:pt>
    <dgm:pt modelId="{CF0FD14D-2CC1-4935-82C7-E80B6C717CDA}" type="parTrans" cxnId="{BCA9DCC3-C89B-49C4-8415-A2C0F6CC5ED9}">
      <dgm:prSet/>
      <dgm:spPr/>
      <dgm:t>
        <a:bodyPr/>
        <a:lstStyle/>
        <a:p>
          <a:endParaRPr lang="en-IN"/>
        </a:p>
      </dgm:t>
    </dgm:pt>
    <dgm:pt modelId="{04A09E29-4AD9-4BAF-8990-D985838A2048}" type="sibTrans" cxnId="{BCA9DCC3-C89B-49C4-8415-A2C0F6CC5ED9}">
      <dgm:prSet/>
      <dgm:spPr/>
      <dgm:t>
        <a:bodyPr/>
        <a:lstStyle/>
        <a:p>
          <a:endParaRPr lang="en-IN"/>
        </a:p>
      </dgm:t>
    </dgm:pt>
    <dgm:pt modelId="{2E29C85A-D972-4B3F-BA97-6D7A24CE9A41}">
      <dgm:prSet phldrT="[Text]"/>
      <dgm:spPr/>
      <dgm:t>
        <a:bodyPr/>
        <a:lstStyle/>
        <a:p>
          <a:pPr algn="l">
            <a:lnSpc>
              <a:spcPct val="90000"/>
            </a:lnSpc>
            <a:spcAft>
              <a:spcPts val="600"/>
            </a:spcAft>
          </a:pPr>
          <a:r>
            <a:rPr lang="en-US" dirty="0"/>
            <a:t>Three basic types of preamplifiers are available:</a:t>
          </a:r>
          <a:endParaRPr lang="en-IN" dirty="0"/>
        </a:p>
      </dgm:t>
    </dgm:pt>
    <dgm:pt modelId="{4A7DF762-74A8-4BC2-9C48-5407C578BF99}" type="parTrans" cxnId="{1A7B2278-C694-4F3E-8743-2531BBB85978}">
      <dgm:prSet/>
      <dgm:spPr/>
      <dgm:t>
        <a:bodyPr/>
        <a:lstStyle/>
        <a:p>
          <a:endParaRPr lang="en-IN"/>
        </a:p>
      </dgm:t>
    </dgm:pt>
    <dgm:pt modelId="{919DCAA0-632B-4152-AC00-F239E2B578D1}" type="sibTrans" cxnId="{1A7B2278-C694-4F3E-8743-2531BBB85978}">
      <dgm:prSet/>
      <dgm:spPr/>
      <dgm:t>
        <a:bodyPr/>
        <a:lstStyle/>
        <a:p>
          <a:endParaRPr lang="en-IN"/>
        </a:p>
      </dgm:t>
    </dgm:pt>
    <dgm:pt modelId="{A4977249-431D-441E-AE1A-23162A449A2F}">
      <dgm:prSet phldrT="[Text]"/>
      <dgm:spPr/>
      <dgm:t>
        <a:bodyPr/>
        <a:lstStyle/>
        <a:p>
          <a:pPr algn="l">
            <a:lnSpc>
              <a:spcPct val="90000"/>
            </a:lnSpc>
            <a:spcAft>
              <a:spcPts val="600"/>
            </a:spcAft>
          </a:pPr>
          <a:r>
            <a:rPr lang="en-US" dirty="0"/>
            <a:t>Current-sensitive preamplifier</a:t>
          </a:r>
          <a:endParaRPr lang="en-IN" dirty="0"/>
        </a:p>
      </dgm:t>
    </dgm:pt>
    <dgm:pt modelId="{C584DE50-E7AE-4B7B-A671-C300AE167BCE}" type="parTrans" cxnId="{02C345C8-6C02-4C7F-9BF5-1C72C0A24C24}">
      <dgm:prSet/>
      <dgm:spPr/>
      <dgm:t>
        <a:bodyPr/>
        <a:lstStyle/>
        <a:p>
          <a:endParaRPr lang="en-IN"/>
        </a:p>
      </dgm:t>
    </dgm:pt>
    <dgm:pt modelId="{50717FBB-8314-4677-9A27-4CA8A14F1EC5}" type="sibTrans" cxnId="{02C345C8-6C02-4C7F-9BF5-1C72C0A24C24}">
      <dgm:prSet/>
      <dgm:spPr/>
      <dgm:t>
        <a:bodyPr/>
        <a:lstStyle/>
        <a:p>
          <a:endParaRPr lang="en-IN"/>
        </a:p>
      </dgm:t>
    </dgm:pt>
    <dgm:pt modelId="{9138573D-AAD1-4EB4-863E-3381F53FD198}">
      <dgm:prSet phldrT="[Text]"/>
      <dgm:spPr/>
      <dgm:t>
        <a:bodyPr/>
        <a:lstStyle/>
        <a:p>
          <a:pPr algn="l">
            <a:lnSpc>
              <a:spcPct val="90000"/>
            </a:lnSpc>
            <a:spcAft>
              <a:spcPts val="600"/>
            </a:spcAft>
          </a:pPr>
          <a:r>
            <a:rPr lang="en-US" dirty="0"/>
            <a:t>Parasitic-capacitance preamplifier</a:t>
          </a:r>
          <a:endParaRPr lang="en-IN" dirty="0"/>
        </a:p>
      </dgm:t>
    </dgm:pt>
    <dgm:pt modelId="{4DF856CE-C2D4-4F2F-9469-7210D88E21F3}" type="parTrans" cxnId="{47583177-65F0-486B-B4F3-BF250931C413}">
      <dgm:prSet/>
      <dgm:spPr/>
      <dgm:t>
        <a:bodyPr/>
        <a:lstStyle/>
        <a:p>
          <a:endParaRPr lang="en-IN"/>
        </a:p>
      </dgm:t>
    </dgm:pt>
    <dgm:pt modelId="{6DEFB40F-C96F-4D21-876C-59ADC7D5DCDB}" type="sibTrans" cxnId="{47583177-65F0-486B-B4F3-BF250931C413}">
      <dgm:prSet/>
      <dgm:spPr/>
      <dgm:t>
        <a:bodyPr/>
        <a:lstStyle/>
        <a:p>
          <a:endParaRPr lang="en-IN"/>
        </a:p>
      </dgm:t>
    </dgm:pt>
    <dgm:pt modelId="{D6D1716B-AE92-4631-B04D-97641F0403B8}">
      <dgm:prSet phldrT="[Text]"/>
      <dgm:spPr/>
      <dgm:t>
        <a:bodyPr/>
        <a:lstStyle/>
        <a:p>
          <a:pPr algn="l">
            <a:lnSpc>
              <a:spcPct val="90000"/>
            </a:lnSpc>
            <a:spcAft>
              <a:spcPts val="600"/>
            </a:spcAft>
          </a:pPr>
          <a:r>
            <a:rPr lang="en-US" dirty="0"/>
            <a:t>Charge-sensitive preamplifier.</a:t>
          </a:r>
          <a:endParaRPr lang="en-IN" dirty="0"/>
        </a:p>
      </dgm:t>
    </dgm:pt>
    <dgm:pt modelId="{410D94D6-47E9-4CAD-B368-5311ACB3711D}" type="parTrans" cxnId="{763E4398-24D6-40F7-9088-3C0C1D0265DB}">
      <dgm:prSet/>
      <dgm:spPr/>
      <dgm:t>
        <a:bodyPr/>
        <a:lstStyle/>
        <a:p>
          <a:endParaRPr lang="en-IN"/>
        </a:p>
      </dgm:t>
    </dgm:pt>
    <dgm:pt modelId="{CA632B50-2C2B-4FD7-AA46-33BC3276E080}" type="sibTrans" cxnId="{763E4398-24D6-40F7-9088-3C0C1D0265DB}">
      <dgm:prSet/>
      <dgm:spPr/>
      <dgm:t>
        <a:bodyPr/>
        <a:lstStyle/>
        <a:p>
          <a:endParaRPr lang="en-IN"/>
        </a:p>
      </dgm:t>
    </dgm:pt>
    <dgm:pt modelId="{7CDD6651-115A-4EAC-887E-CDC86397BF85}" type="pres">
      <dgm:prSet presAssocID="{2E0FC595-133A-4145-B752-7E858872C574}" presName="linear" presStyleCnt="0">
        <dgm:presLayoutVars>
          <dgm:animLvl val="lvl"/>
          <dgm:resizeHandles val="exact"/>
        </dgm:presLayoutVars>
      </dgm:prSet>
      <dgm:spPr/>
      <dgm:t>
        <a:bodyPr/>
        <a:lstStyle/>
        <a:p>
          <a:endParaRPr lang="en-IN"/>
        </a:p>
      </dgm:t>
    </dgm:pt>
    <dgm:pt modelId="{56333B4A-5673-49D8-856D-D45DD9100EBE}" type="pres">
      <dgm:prSet presAssocID="{C97E08EC-B184-4743-A917-AA477EE48452}" presName="parentText" presStyleLbl="node1" presStyleIdx="0" presStyleCnt="1" custScaleY="85221">
        <dgm:presLayoutVars>
          <dgm:chMax val="0"/>
          <dgm:bulletEnabled val="1"/>
        </dgm:presLayoutVars>
      </dgm:prSet>
      <dgm:spPr/>
      <dgm:t>
        <a:bodyPr/>
        <a:lstStyle/>
        <a:p>
          <a:endParaRPr lang="en-IN"/>
        </a:p>
      </dgm:t>
    </dgm:pt>
    <dgm:pt modelId="{653543F3-7AB8-4606-B04D-BBD188920E77}" type="pres">
      <dgm:prSet presAssocID="{C97E08EC-B184-4743-A917-AA477EE48452}" presName="childText" presStyleLbl="revTx" presStyleIdx="0" presStyleCnt="1">
        <dgm:presLayoutVars>
          <dgm:bulletEnabled val="1"/>
        </dgm:presLayoutVars>
      </dgm:prSet>
      <dgm:spPr/>
      <dgm:t>
        <a:bodyPr/>
        <a:lstStyle/>
        <a:p>
          <a:endParaRPr lang="en-IN"/>
        </a:p>
      </dgm:t>
    </dgm:pt>
  </dgm:ptLst>
  <dgm:cxnLst>
    <dgm:cxn modelId="{3F532371-93F2-41E4-B51A-50EF880EB8DC}" type="presOf" srcId="{C97E08EC-B184-4743-A917-AA477EE48452}" destId="{56333B4A-5673-49D8-856D-D45DD9100EBE}" srcOrd="0" destOrd="0" presId="urn:microsoft.com/office/officeart/2005/8/layout/vList2"/>
    <dgm:cxn modelId="{BCA9DCC3-C89B-49C4-8415-A2C0F6CC5ED9}" srcId="{C97E08EC-B184-4743-A917-AA477EE48452}" destId="{6E965C09-0262-48FA-93D8-ECEFD9B1CA67}" srcOrd="3" destOrd="0" parTransId="{CF0FD14D-2CC1-4935-82C7-E80B6C717CDA}" sibTransId="{04A09E29-4AD9-4BAF-8990-D985838A2048}"/>
    <dgm:cxn modelId="{C9813757-43E9-4053-A3C8-B799190E0EC8}" type="presOf" srcId="{A4977249-431D-441E-AE1A-23162A449A2F}" destId="{653543F3-7AB8-4606-B04D-BBD188920E77}" srcOrd="0" destOrd="6" presId="urn:microsoft.com/office/officeart/2005/8/layout/vList2"/>
    <dgm:cxn modelId="{033A4F2C-7BB8-47C0-B196-706C7BA3DB3F}" type="presOf" srcId="{52F74099-5AA9-4D07-8EDC-15A072DE01C9}" destId="{653543F3-7AB8-4606-B04D-BBD188920E77}" srcOrd="0" destOrd="0" presId="urn:microsoft.com/office/officeart/2005/8/layout/vList2"/>
    <dgm:cxn modelId="{B702A4C9-0816-4557-8CBE-4D3F4CAAB455}" type="presOf" srcId="{D6D1716B-AE92-4631-B04D-97641F0403B8}" destId="{653543F3-7AB8-4606-B04D-BBD188920E77}" srcOrd="0" destOrd="8" presId="urn:microsoft.com/office/officeart/2005/8/layout/vList2"/>
    <dgm:cxn modelId="{02C345C8-6C02-4C7F-9BF5-1C72C0A24C24}" srcId="{2E29C85A-D972-4B3F-BA97-6D7A24CE9A41}" destId="{A4977249-431D-441E-AE1A-23162A449A2F}" srcOrd="0" destOrd="0" parTransId="{C584DE50-E7AE-4B7B-A671-C300AE167BCE}" sibTransId="{50717FBB-8314-4677-9A27-4CA8A14F1EC5}"/>
    <dgm:cxn modelId="{5A7D27DD-F58B-4FD6-8EFC-5C457DD9CE51}" srcId="{C97E08EC-B184-4743-A917-AA477EE48452}" destId="{A55DF55C-422A-45FF-BD5D-F114CAF79878}" srcOrd="4" destOrd="0" parTransId="{BC4E39CE-653B-4244-89E0-B374043F1428}" sibTransId="{B2F3A222-1027-4125-A9B5-CA5F9ADF31DE}"/>
    <dgm:cxn modelId="{763E4398-24D6-40F7-9088-3C0C1D0265DB}" srcId="{2E29C85A-D972-4B3F-BA97-6D7A24CE9A41}" destId="{D6D1716B-AE92-4631-B04D-97641F0403B8}" srcOrd="2" destOrd="0" parTransId="{410D94D6-47E9-4CAD-B368-5311ACB3711D}" sibTransId="{CA632B50-2C2B-4FD7-AA46-33BC3276E080}"/>
    <dgm:cxn modelId="{37AD54BA-73F4-465F-A0EE-B09F1246C230}" srcId="{C97E08EC-B184-4743-A917-AA477EE48452}" destId="{52F74099-5AA9-4D07-8EDC-15A072DE01C9}" srcOrd="0" destOrd="0" parTransId="{C3EA51C0-2034-425A-A387-53D9A09CC310}" sibTransId="{433D2EF1-ED10-4CF8-8B6B-27FB01FE9162}"/>
    <dgm:cxn modelId="{1D765F60-6A95-4418-A14C-9DE5AFC48B92}" srcId="{C97E08EC-B184-4743-A917-AA477EE48452}" destId="{CA6FA8A3-8ACD-4CF1-BEAD-C07A628012A9}" srcOrd="2" destOrd="0" parTransId="{478B990E-DD69-442E-B628-DFADB465A8CE}" sibTransId="{451642DF-CAA1-4A07-8984-E3A24B406FB3}"/>
    <dgm:cxn modelId="{E129F67D-00D7-469A-B6EC-FDC41C928FA0}" type="presOf" srcId="{CA6FA8A3-8ACD-4CF1-BEAD-C07A628012A9}" destId="{653543F3-7AB8-4606-B04D-BBD188920E77}" srcOrd="0" destOrd="2" presId="urn:microsoft.com/office/officeart/2005/8/layout/vList2"/>
    <dgm:cxn modelId="{47583177-65F0-486B-B4F3-BF250931C413}" srcId="{2E29C85A-D972-4B3F-BA97-6D7A24CE9A41}" destId="{9138573D-AAD1-4EB4-863E-3381F53FD198}" srcOrd="1" destOrd="0" parTransId="{4DF856CE-C2D4-4F2F-9469-7210D88E21F3}" sibTransId="{6DEFB40F-C96F-4D21-876C-59ADC7D5DCDB}"/>
    <dgm:cxn modelId="{962FDD11-39D5-4317-8887-E7CE071E747E}" type="presOf" srcId="{95D3BEC1-D95A-47C7-8687-3D5B5F781091}" destId="{653543F3-7AB8-4606-B04D-BBD188920E77}" srcOrd="0" destOrd="1" presId="urn:microsoft.com/office/officeart/2005/8/layout/vList2"/>
    <dgm:cxn modelId="{5EA298B3-B639-4CA9-ADE1-48A405AAF25D}" type="presOf" srcId="{A55DF55C-422A-45FF-BD5D-F114CAF79878}" destId="{653543F3-7AB8-4606-B04D-BBD188920E77}" srcOrd="0" destOrd="4" presId="urn:microsoft.com/office/officeart/2005/8/layout/vList2"/>
    <dgm:cxn modelId="{2997B8FC-364C-473B-9312-9F2451A332A7}" type="presOf" srcId="{6E965C09-0262-48FA-93D8-ECEFD9B1CA67}" destId="{653543F3-7AB8-4606-B04D-BBD188920E77}" srcOrd="0" destOrd="3" presId="urn:microsoft.com/office/officeart/2005/8/layout/vList2"/>
    <dgm:cxn modelId="{E474173F-83BA-4CE9-9DA2-A1FC06607E2E}" srcId="{2E0FC595-133A-4145-B752-7E858872C574}" destId="{C97E08EC-B184-4743-A917-AA477EE48452}" srcOrd="0" destOrd="0" parTransId="{39EE3670-758C-4830-B21D-7B3D0AF28460}" sibTransId="{43304FEB-28AE-41B4-99A8-E3C8C8F848A4}"/>
    <dgm:cxn modelId="{1A7B2278-C694-4F3E-8743-2531BBB85978}" srcId="{C97E08EC-B184-4743-A917-AA477EE48452}" destId="{2E29C85A-D972-4B3F-BA97-6D7A24CE9A41}" srcOrd="5" destOrd="0" parTransId="{4A7DF762-74A8-4BC2-9C48-5407C578BF99}" sibTransId="{919DCAA0-632B-4152-AC00-F239E2B578D1}"/>
    <dgm:cxn modelId="{D7D44894-F4EF-497A-8BAB-B8E2D9DF01BA}" srcId="{C97E08EC-B184-4743-A917-AA477EE48452}" destId="{95D3BEC1-D95A-47C7-8687-3D5B5F781091}" srcOrd="1" destOrd="0" parTransId="{442F461C-FA7A-400D-86E1-D2C493A50AF7}" sibTransId="{E91A2AC8-2DC8-4558-A0FD-0E98AD0D724C}"/>
    <dgm:cxn modelId="{FFB9E41F-DA1F-44EF-8143-212F171EEABD}" type="presOf" srcId="{2E29C85A-D972-4B3F-BA97-6D7A24CE9A41}" destId="{653543F3-7AB8-4606-B04D-BBD188920E77}" srcOrd="0" destOrd="5" presId="urn:microsoft.com/office/officeart/2005/8/layout/vList2"/>
    <dgm:cxn modelId="{54F117DF-ED25-4928-9159-6B3E190B7B83}" type="presOf" srcId="{9138573D-AAD1-4EB4-863E-3381F53FD198}" destId="{653543F3-7AB8-4606-B04D-BBD188920E77}" srcOrd="0" destOrd="7" presId="urn:microsoft.com/office/officeart/2005/8/layout/vList2"/>
    <dgm:cxn modelId="{FBE74DA1-C733-4EF5-AFB5-F6A71A89DE30}" type="presOf" srcId="{2E0FC595-133A-4145-B752-7E858872C574}" destId="{7CDD6651-115A-4EAC-887E-CDC86397BF85}" srcOrd="0" destOrd="0" presId="urn:microsoft.com/office/officeart/2005/8/layout/vList2"/>
    <dgm:cxn modelId="{C5210B82-6034-4A0E-9BF1-67A8F80677BE}" type="presParOf" srcId="{7CDD6651-115A-4EAC-887E-CDC86397BF85}" destId="{56333B4A-5673-49D8-856D-D45DD9100EBE}" srcOrd="0" destOrd="0" presId="urn:microsoft.com/office/officeart/2005/8/layout/vList2"/>
    <dgm:cxn modelId="{DA7321CD-24C9-47A9-B2B7-FCF795FEB122}" type="presParOf" srcId="{7CDD6651-115A-4EAC-887E-CDC86397BF85}" destId="{653543F3-7AB8-4606-B04D-BBD188920E77}"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F2EBEDAF-63F6-4D60-902C-316A7694749C}"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84A75EDE-8CFC-4E6B-A0C7-001E7C115642}">
      <dgm:prSet phldrT="[Text]" custT="1"/>
      <dgm:spPr/>
      <dgm:t>
        <a:bodyPr/>
        <a:lstStyle/>
        <a:p>
          <a:pPr algn="ctr"/>
          <a:r>
            <a:rPr lang="en-IN" sz="3600" b="1" i="0" dirty="0"/>
            <a:t>Differential Amplifier</a:t>
          </a:r>
          <a:endParaRPr lang="en-IN" sz="3600" dirty="0"/>
        </a:p>
      </dgm:t>
    </dgm:pt>
    <dgm:pt modelId="{1D5BF7EC-2DB9-457D-AED8-FD7962446565}" type="parTrans" cxnId="{2D0E04D8-6397-4D7B-B299-C292FE593406}">
      <dgm:prSet/>
      <dgm:spPr/>
      <dgm:t>
        <a:bodyPr/>
        <a:lstStyle/>
        <a:p>
          <a:endParaRPr lang="en-IN"/>
        </a:p>
      </dgm:t>
    </dgm:pt>
    <dgm:pt modelId="{65A2CC81-2C6D-427B-B440-4F0384C735C1}" type="sibTrans" cxnId="{2D0E04D8-6397-4D7B-B299-C292FE593406}">
      <dgm:prSet/>
      <dgm:spPr/>
      <dgm:t>
        <a:bodyPr/>
        <a:lstStyle/>
        <a:p>
          <a:endParaRPr lang="en-IN"/>
        </a:p>
      </dgm:t>
    </dgm:pt>
    <dgm:pt modelId="{639780A8-E1FB-4DCE-B2BE-40C4324BB4C8}">
      <dgm:prSet phldrT="[Text]"/>
      <dgm:spPr/>
      <dgm:t>
        <a:bodyPr/>
        <a:lstStyle/>
        <a:p>
          <a:pPr algn="just"/>
          <a:r>
            <a:rPr lang="en-US" b="0" i="0" dirty="0"/>
            <a:t>Differential Amplifier is an important building block in integrated circuits of analog system.</a:t>
          </a:r>
          <a:endParaRPr lang="en-IN" dirty="0"/>
        </a:p>
      </dgm:t>
    </dgm:pt>
    <dgm:pt modelId="{6AFEDE18-FCAE-4D31-BB45-25FFD15CF552}" type="parTrans" cxnId="{E6A2B235-BC08-4B11-A72C-DF9412BC7D38}">
      <dgm:prSet/>
      <dgm:spPr/>
      <dgm:t>
        <a:bodyPr/>
        <a:lstStyle/>
        <a:p>
          <a:endParaRPr lang="en-IN"/>
        </a:p>
      </dgm:t>
    </dgm:pt>
    <dgm:pt modelId="{3792BA65-EBBF-4795-B7CF-0BC675FFB5C4}" type="sibTrans" cxnId="{E6A2B235-BC08-4B11-A72C-DF9412BC7D38}">
      <dgm:prSet/>
      <dgm:spPr/>
      <dgm:t>
        <a:bodyPr/>
        <a:lstStyle/>
        <a:p>
          <a:endParaRPr lang="en-IN"/>
        </a:p>
      </dgm:t>
    </dgm:pt>
    <dgm:pt modelId="{4D3B60DB-51F1-46B0-A7F8-566300BF2219}">
      <dgm:prSet phldrT="[Text]"/>
      <dgm:spPr/>
      <dgm:t>
        <a:bodyPr/>
        <a:lstStyle/>
        <a:p>
          <a:pPr algn="just"/>
          <a:r>
            <a:rPr lang="en-US" b="1" i="0" dirty="0"/>
            <a:t>Differential amplifier will reject any common mode signal that appears simultaneously at both amplifier input terminal and amplifies only the voltage difference that appears across its input terminals</a:t>
          </a:r>
          <a:r>
            <a:rPr lang="en-US" b="0" i="0" dirty="0"/>
            <a:t>.</a:t>
          </a:r>
          <a:endParaRPr lang="en-IN" dirty="0"/>
        </a:p>
      </dgm:t>
    </dgm:pt>
    <dgm:pt modelId="{E2866781-257E-4E51-BBCF-15A73B4440AE}" type="parTrans" cxnId="{F4B49D38-F485-416E-936F-7A4F17604E80}">
      <dgm:prSet/>
      <dgm:spPr/>
      <dgm:t>
        <a:bodyPr/>
        <a:lstStyle/>
        <a:p>
          <a:endParaRPr lang="en-IN"/>
        </a:p>
      </dgm:t>
    </dgm:pt>
    <dgm:pt modelId="{8A89C0F7-7E75-4742-9C3F-F1E604B97767}" type="sibTrans" cxnId="{F4B49D38-F485-416E-936F-7A4F17604E80}">
      <dgm:prSet/>
      <dgm:spPr/>
      <dgm:t>
        <a:bodyPr/>
        <a:lstStyle/>
        <a:p>
          <a:endParaRPr lang="en-IN"/>
        </a:p>
      </dgm:t>
    </dgm:pt>
    <dgm:pt modelId="{A8615A6A-1A1A-4963-B221-6A4673B2A022}">
      <dgm:prSet/>
      <dgm:spPr/>
      <dgm:t>
        <a:bodyPr/>
        <a:lstStyle/>
        <a:p>
          <a:pPr algn="just"/>
          <a:r>
            <a:rPr lang="en-US" b="0" i="0" dirty="0"/>
            <a:t>It typically forms input stages of operational amplifiers. </a:t>
          </a:r>
        </a:p>
      </dgm:t>
    </dgm:pt>
    <dgm:pt modelId="{09C0B839-9402-4C6C-A983-3A8BCBD125A6}" type="parTrans" cxnId="{C04AAFA6-E808-41E0-96E1-38B491BEE2A0}">
      <dgm:prSet/>
      <dgm:spPr/>
      <dgm:t>
        <a:bodyPr/>
        <a:lstStyle/>
        <a:p>
          <a:endParaRPr lang="en-IN"/>
        </a:p>
      </dgm:t>
    </dgm:pt>
    <dgm:pt modelId="{C4DBD052-03AF-454C-8C5C-5780A5B1D6B3}" type="sibTrans" cxnId="{C04AAFA6-E808-41E0-96E1-38B491BEE2A0}">
      <dgm:prSet/>
      <dgm:spPr/>
      <dgm:t>
        <a:bodyPr/>
        <a:lstStyle/>
        <a:p>
          <a:endParaRPr lang="en-IN"/>
        </a:p>
      </dgm:t>
    </dgm:pt>
    <dgm:pt modelId="{B89045EB-5A81-4725-AE54-CD183D3467EE}">
      <dgm:prSet phldrT="[Text]"/>
      <dgm:spPr/>
      <dgm:t>
        <a:bodyPr/>
        <a:lstStyle/>
        <a:p>
          <a:pPr algn="just"/>
          <a:r>
            <a:rPr lang="en-US" b="0" i="0" dirty="0"/>
            <a:t>A </a:t>
          </a:r>
          <a:r>
            <a:rPr lang="en-US" b="1" i="0" dirty="0"/>
            <a:t>differential amplifier</a:t>
          </a:r>
          <a:r>
            <a:rPr lang="en-US" b="0" i="0" dirty="0"/>
            <a:t> (also known as a </a:t>
          </a:r>
          <a:r>
            <a:rPr lang="en-US" b="1" i="0" dirty="0"/>
            <a:t>difference amplifier</a:t>
          </a:r>
          <a:r>
            <a:rPr lang="en-US" b="0" i="0" dirty="0"/>
            <a:t> or </a:t>
          </a:r>
          <a:r>
            <a:rPr lang="en-US" b="1" i="0" dirty="0"/>
            <a:t>op-amp subtractor</a:t>
          </a:r>
          <a:r>
            <a:rPr lang="en-US" b="0" i="0" dirty="0"/>
            <a:t>) is a type of electronic amplifier that amplifies the difference between two input </a:t>
          </a:r>
          <a:r>
            <a:rPr lang="en-US" b="1" i="0" dirty="0"/>
            <a:t>voltages</a:t>
          </a:r>
          <a:r>
            <a:rPr lang="en-US" b="0" i="0" dirty="0"/>
            <a:t> but suppresses any voltage common to the two inputs.</a:t>
          </a:r>
          <a:endParaRPr lang="en-IN" dirty="0"/>
        </a:p>
      </dgm:t>
    </dgm:pt>
    <dgm:pt modelId="{460CD29A-BE70-48F4-9F25-8861DDB954E4}" type="parTrans" cxnId="{D35E52FB-E2E8-4FC1-89B4-F8352D7CE131}">
      <dgm:prSet/>
      <dgm:spPr/>
      <dgm:t>
        <a:bodyPr/>
        <a:lstStyle/>
        <a:p>
          <a:endParaRPr lang="en-IN"/>
        </a:p>
      </dgm:t>
    </dgm:pt>
    <dgm:pt modelId="{3ED42E9C-7EC5-4ACF-9968-21E4C5520153}" type="sibTrans" cxnId="{D35E52FB-E2E8-4FC1-89B4-F8352D7CE131}">
      <dgm:prSet/>
      <dgm:spPr/>
      <dgm:t>
        <a:bodyPr/>
        <a:lstStyle/>
        <a:p>
          <a:endParaRPr lang="en-IN"/>
        </a:p>
      </dgm:t>
    </dgm:pt>
    <dgm:pt modelId="{B88EB144-07C3-40CA-8C74-ECBAA8C45F64}">
      <dgm:prSet/>
      <dgm:spPr/>
      <dgm:t>
        <a:bodyPr/>
        <a:lstStyle/>
        <a:p>
          <a:pPr algn="just"/>
          <a:r>
            <a:rPr lang="en-US" b="0" i="0" dirty="0"/>
            <a:t>In simple words, we can say it is a device that amplifies the difference of 2 input signals.</a:t>
          </a:r>
        </a:p>
      </dgm:t>
    </dgm:pt>
    <dgm:pt modelId="{39BBCC15-EB2B-4D28-806A-7FF3B347093E}" type="parTrans" cxnId="{8321B6B7-9238-4DAF-8092-34062EF46FEF}">
      <dgm:prSet/>
      <dgm:spPr/>
      <dgm:t>
        <a:bodyPr/>
        <a:lstStyle/>
        <a:p>
          <a:endParaRPr lang="en-IN"/>
        </a:p>
      </dgm:t>
    </dgm:pt>
    <dgm:pt modelId="{5B83B0B9-F1CB-4C09-AC5C-5F5067BF9026}" type="sibTrans" cxnId="{8321B6B7-9238-4DAF-8092-34062EF46FEF}">
      <dgm:prSet/>
      <dgm:spPr/>
      <dgm:t>
        <a:bodyPr/>
        <a:lstStyle/>
        <a:p>
          <a:endParaRPr lang="en-IN"/>
        </a:p>
      </dgm:t>
    </dgm:pt>
    <dgm:pt modelId="{EB4DA1FE-C153-4AAE-B562-767AA815EC8A}">
      <dgm:prSet phldrT="[Text]"/>
      <dgm:spPr/>
      <dgm:t>
        <a:bodyPr/>
        <a:lstStyle/>
        <a:p>
          <a:pPr algn="just"/>
          <a:r>
            <a:rPr lang="en-US" dirty="0"/>
            <a:t>e.g. </a:t>
          </a:r>
          <a:r>
            <a:rPr lang="en-US" b="0" i="0" dirty="0"/>
            <a:t>Buffer amplifier converts low impedance signals to high impedance signals.</a:t>
          </a:r>
          <a:endParaRPr lang="en-IN" dirty="0"/>
        </a:p>
      </dgm:t>
    </dgm:pt>
    <dgm:pt modelId="{F2D48212-C72C-401D-8E06-80F22EF38F60}" type="parTrans" cxnId="{5BD41A8F-B735-4AFE-85CB-1AA32C055852}">
      <dgm:prSet/>
      <dgm:spPr/>
      <dgm:t>
        <a:bodyPr/>
        <a:lstStyle/>
        <a:p>
          <a:endParaRPr lang="en-IN"/>
        </a:p>
      </dgm:t>
    </dgm:pt>
    <dgm:pt modelId="{8B67D65A-591B-4469-911A-CAC5FF6AB5FA}" type="sibTrans" cxnId="{5BD41A8F-B735-4AFE-85CB-1AA32C055852}">
      <dgm:prSet/>
      <dgm:spPr/>
      <dgm:t>
        <a:bodyPr/>
        <a:lstStyle/>
        <a:p>
          <a:endParaRPr lang="en-IN"/>
        </a:p>
      </dgm:t>
    </dgm:pt>
    <dgm:pt modelId="{37399F54-3EBC-4758-8D14-FB6CC22793AD}" type="pres">
      <dgm:prSet presAssocID="{F2EBEDAF-63F6-4D60-902C-316A7694749C}" presName="linear" presStyleCnt="0">
        <dgm:presLayoutVars>
          <dgm:animLvl val="lvl"/>
          <dgm:resizeHandles val="exact"/>
        </dgm:presLayoutVars>
      </dgm:prSet>
      <dgm:spPr/>
      <dgm:t>
        <a:bodyPr/>
        <a:lstStyle/>
        <a:p>
          <a:endParaRPr lang="en-IN"/>
        </a:p>
      </dgm:t>
    </dgm:pt>
    <dgm:pt modelId="{33C6944D-5FA1-4744-9D42-80CA171725E9}" type="pres">
      <dgm:prSet presAssocID="{84A75EDE-8CFC-4E6B-A0C7-001E7C115642}" presName="parentText" presStyleLbl="node1" presStyleIdx="0" presStyleCnt="1" custScaleY="96097" custLinFactNeighborY="-3468">
        <dgm:presLayoutVars>
          <dgm:chMax val="0"/>
          <dgm:bulletEnabled val="1"/>
        </dgm:presLayoutVars>
      </dgm:prSet>
      <dgm:spPr/>
      <dgm:t>
        <a:bodyPr/>
        <a:lstStyle/>
        <a:p>
          <a:endParaRPr lang="en-IN"/>
        </a:p>
      </dgm:t>
    </dgm:pt>
    <dgm:pt modelId="{19E0D149-1CD2-49E8-ABCE-7795EBF21AD8}" type="pres">
      <dgm:prSet presAssocID="{84A75EDE-8CFC-4E6B-A0C7-001E7C115642}" presName="childText" presStyleLbl="revTx" presStyleIdx="0" presStyleCnt="1">
        <dgm:presLayoutVars>
          <dgm:bulletEnabled val="1"/>
        </dgm:presLayoutVars>
      </dgm:prSet>
      <dgm:spPr/>
      <dgm:t>
        <a:bodyPr/>
        <a:lstStyle/>
        <a:p>
          <a:endParaRPr lang="en-IN"/>
        </a:p>
      </dgm:t>
    </dgm:pt>
  </dgm:ptLst>
  <dgm:cxnLst>
    <dgm:cxn modelId="{D0780C97-045E-430A-AB5A-1593A71707CE}" type="presOf" srcId="{EB4DA1FE-C153-4AAE-B562-767AA815EC8A}" destId="{19E0D149-1CD2-49E8-ABCE-7795EBF21AD8}" srcOrd="0" destOrd="5" presId="urn:microsoft.com/office/officeart/2005/8/layout/vList2"/>
    <dgm:cxn modelId="{D35E52FB-E2E8-4FC1-89B4-F8352D7CE131}" srcId="{84A75EDE-8CFC-4E6B-A0C7-001E7C115642}" destId="{B89045EB-5A81-4725-AE54-CD183D3467EE}" srcOrd="0" destOrd="0" parTransId="{460CD29A-BE70-48F4-9F25-8861DDB954E4}" sibTransId="{3ED42E9C-7EC5-4ACF-9968-21E4C5520153}"/>
    <dgm:cxn modelId="{7659CEA1-06B5-4AA9-A575-2010CF441923}" type="presOf" srcId="{B88EB144-07C3-40CA-8C74-ECBAA8C45F64}" destId="{19E0D149-1CD2-49E8-ABCE-7795EBF21AD8}" srcOrd="0" destOrd="3" presId="urn:microsoft.com/office/officeart/2005/8/layout/vList2"/>
    <dgm:cxn modelId="{863E6E7B-2361-4383-ABED-EB2D5680B43B}" type="presOf" srcId="{639780A8-E1FB-4DCE-B2BE-40C4324BB4C8}" destId="{19E0D149-1CD2-49E8-ABCE-7795EBF21AD8}" srcOrd="0" destOrd="1" presId="urn:microsoft.com/office/officeart/2005/8/layout/vList2"/>
    <dgm:cxn modelId="{F4B49D38-F485-416E-936F-7A4F17604E80}" srcId="{84A75EDE-8CFC-4E6B-A0C7-001E7C115642}" destId="{4D3B60DB-51F1-46B0-A7F8-566300BF2219}" srcOrd="4" destOrd="0" parTransId="{E2866781-257E-4E51-BBCF-15A73B4440AE}" sibTransId="{8A89C0F7-7E75-4742-9C3F-F1E604B97767}"/>
    <dgm:cxn modelId="{E6A2B235-BC08-4B11-A72C-DF9412BC7D38}" srcId="{84A75EDE-8CFC-4E6B-A0C7-001E7C115642}" destId="{639780A8-E1FB-4DCE-B2BE-40C4324BB4C8}" srcOrd="1" destOrd="0" parTransId="{6AFEDE18-FCAE-4D31-BB45-25FFD15CF552}" sibTransId="{3792BA65-EBBF-4795-B7CF-0BC675FFB5C4}"/>
    <dgm:cxn modelId="{04906F31-9A6D-4CFB-98EC-4A1FDEA80E1C}" type="presOf" srcId="{A8615A6A-1A1A-4963-B221-6A4673B2A022}" destId="{19E0D149-1CD2-49E8-ABCE-7795EBF21AD8}" srcOrd="0" destOrd="2" presId="urn:microsoft.com/office/officeart/2005/8/layout/vList2"/>
    <dgm:cxn modelId="{6BB0CC5C-393F-4727-85DE-F0E45D9BBF8E}" type="presOf" srcId="{F2EBEDAF-63F6-4D60-902C-316A7694749C}" destId="{37399F54-3EBC-4758-8D14-FB6CC22793AD}" srcOrd="0" destOrd="0" presId="urn:microsoft.com/office/officeart/2005/8/layout/vList2"/>
    <dgm:cxn modelId="{5723B18F-8982-41F5-9A10-ED5FA14C6E18}" type="presOf" srcId="{4D3B60DB-51F1-46B0-A7F8-566300BF2219}" destId="{19E0D149-1CD2-49E8-ABCE-7795EBF21AD8}" srcOrd="0" destOrd="4" presId="urn:microsoft.com/office/officeart/2005/8/layout/vList2"/>
    <dgm:cxn modelId="{DB40C47A-51D0-44BF-B771-27B352073E01}" type="presOf" srcId="{84A75EDE-8CFC-4E6B-A0C7-001E7C115642}" destId="{33C6944D-5FA1-4744-9D42-80CA171725E9}" srcOrd="0" destOrd="0" presId="urn:microsoft.com/office/officeart/2005/8/layout/vList2"/>
    <dgm:cxn modelId="{8321B6B7-9238-4DAF-8092-34062EF46FEF}" srcId="{84A75EDE-8CFC-4E6B-A0C7-001E7C115642}" destId="{B88EB144-07C3-40CA-8C74-ECBAA8C45F64}" srcOrd="3" destOrd="0" parTransId="{39BBCC15-EB2B-4D28-806A-7FF3B347093E}" sibTransId="{5B83B0B9-F1CB-4C09-AC5C-5F5067BF9026}"/>
    <dgm:cxn modelId="{C04AAFA6-E808-41E0-96E1-38B491BEE2A0}" srcId="{84A75EDE-8CFC-4E6B-A0C7-001E7C115642}" destId="{A8615A6A-1A1A-4963-B221-6A4673B2A022}" srcOrd="2" destOrd="0" parTransId="{09C0B839-9402-4C6C-A983-3A8BCBD125A6}" sibTransId="{C4DBD052-03AF-454C-8C5C-5780A5B1D6B3}"/>
    <dgm:cxn modelId="{2D0E04D8-6397-4D7B-B299-C292FE593406}" srcId="{F2EBEDAF-63F6-4D60-902C-316A7694749C}" destId="{84A75EDE-8CFC-4E6B-A0C7-001E7C115642}" srcOrd="0" destOrd="0" parTransId="{1D5BF7EC-2DB9-457D-AED8-FD7962446565}" sibTransId="{65A2CC81-2C6D-427B-B440-4F0384C735C1}"/>
    <dgm:cxn modelId="{DC8FBDF5-F984-44BD-81E8-2DDA3D3F7B5F}" type="presOf" srcId="{B89045EB-5A81-4725-AE54-CD183D3467EE}" destId="{19E0D149-1CD2-49E8-ABCE-7795EBF21AD8}" srcOrd="0" destOrd="0" presId="urn:microsoft.com/office/officeart/2005/8/layout/vList2"/>
    <dgm:cxn modelId="{5BD41A8F-B735-4AFE-85CB-1AA32C055852}" srcId="{4D3B60DB-51F1-46B0-A7F8-566300BF2219}" destId="{EB4DA1FE-C153-4AAE-B562-767AA815EC8A}" srcOrd="0" destOrd="0" parTransId="{F2D48212-C72C-401D-8E06-80F22EF38F60}" sibTransId="{8B67D65A-591B-4469-911A-CAC5FF6AB5FA}"/>
    <dgm:cxn modelId="{7CE336CC-7728-41DA-BC7D-8A88061CD465}" type="presParOf" srcId="{37399F54-3EBC-4758-8D14-FB6CC22793AD}" destId="{33C6944D-5FA1-4744-9D42-80CA171725E9}" srcOrd="0" destOrd="0" presId="urn:microsoft.com/office/officeart/2005/8/layout/vList2"/>
    <dgm:cxn modelId="{6CD5CF70-0109-4EE4-B11D-F7F92E12284F}" type="presParOf" srcId="{37399F54-3EBC-4758-8D14-FB6CC22793AD}" destId="{19E0D149-1CD2-49E8-ABCE-7795EBF21AD8}"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A2D261BA-F795-430C-8946-9ADF719ED1B0}"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1BD14195-CD8E-4465-846F-172A753ACAA9}">
      <dgm:prSet phldrT="[Text]" custT="1"/>
      <dgm:spPr/>
      <dgm:t>
        <a:bodyPr/>
        <a:lstStyle/>
        <a:p>
          <a:pPr algn="ctr"/>
          <a:r>
            <a:rPr lang="en-IN" sz="3200" b="1" i="0" dirty="0"/>
            <a:t>Isolation Amplifier</a:t>
          </a:r>
          <a:endParaRPr lang="en-IN" sz="3200" b="1" dirty="0"/>
        </a:p>
      </dgm:t>
    </dgm:pt>
    <dgm:pt modelId="{4219C1AB-9FAE-4945-8201-749C443C3A3C}" type="parTrans" cxnId="{D97C6695-5DCB-4D29-BD37-718A3A667F6A}">
      <dgm:prSet/>
      <dgm:spPr/>
      <dgm:t>
        <a:bodyPr/>
        <a:lstStyle/>
        <a:p>
          <a:endParaRPr lang="en-IN"/>
        </a:p>
      </dgm:t>
    </dgm:pt>
    <dgm:pt modelId="{C361B572-A186-4D12-8017-22BA81083718}" type="sibTrans" cxnId="{D97C6695-5DCB-4D29-BD37-718A3A667F6A}">
      <dgm:prSet/>
      <dgm:spPr/>
      <dgm:t>
        <a:bodyPr/>
        <a:lstStyle/>
        <a:p>
          <a:endParaRPr lang="en-IN"/>
        </a:p>
      </dgm:t>
    </dgm:pt>
    <dgm:pt modelId="{982B591F-A777-413A-94BE-3084F0156353}">
      <dgm:prSet phldrT="[Text]" custT="1"/>
      <dgm:spPr/>
      <dgm:t>
        <a:bodyPr/>
        <a:lstStyle/>
        <a:p>
          <a:pPr algn="just"/>
          <a:r>
            <a:rPr lang="en-US" sz="2400" b="0" i="0" dirty="0"/>
            <a:t>Isolation amplifiers are a form of differential amplifier that allow measurement of small signals in the presence of a high common mode voltage by providing electrical isolation and an electrical safety barrier. </a:t>
          </a:r>
          <a:endParaRPr lang="en-IN" sz="2400" dirty="0"/>
        </a:p>
      </dgm:t>
    </dgm:pt>
    <dgm:pt modelId="{18BD164F-DFD6-4493-8EB0-E22CA7DC2856}" type="parTrans" cxnId="{06D11E4B-338E-427B-858B-1147B5A39793}">
      <dgm:prSet/>
      <dgm:spPr/>
      <dgm:t>
        <a:bodyPr/>
        <a:lstStyle/>
        <a:p>
          <a:endParaRPr lang="en-IN"/>
        </a:p>
      </dgm:t>
    </dgm:pt>
    <dgm:pt modelId="{03A44B86-F17D-4D09-943E-F2FD4F8D50C8}" type="sibTrans" cxnId="{06D11E4B-338E-427B-858B-1147B5A39793}">
      <dgm:prSet/>
      <dgm:spPr/>
      <dgm:t>
        <a:bodyPr/>
        <a:lstStyle/>
        <a:p>
          <a:endParaRPr lang="en-IN"/>
        </a:p>
      </dgm:t>
    </dgm:pt>
    <dgm:pt modelId="{6255442A-09C8-4A3A-BCC7-E81CF24A1824}">
      <dgm:prSet phldrT="[Text]" custT="1"/>
      <dgm:spPr/>
      <dgm:t>
        <a:bodyPr/>
        <a:lstStyle/>
        <a:p>
          <a:pPr algn="just"/>
          <a:r>
            <a:rPr lang="en-US" sz="2400" b="1" i="0" dirty="0"/>
            <a:t>An isolation amplifier increases the input impedance of a patient monitoring system</a:t>
          </a:r>
          <a:r>
            <a:rPr lang="en-US" sz="2400" b="0" i="0" dirty="0"/>
            <a:t>. </a:t>
          </a:r>
          <a:endParaRPr lang="en-IN" sz="2400" dirty="0"/>
        </a:p>
      </dgm:t>
    </dgm:pt>
    <dgm:pt modelId="{E1F6EE11-AE94-4214-883C-3907E2A94F7A}" type="parTrans" cxnId="{5CECEB06-1D03-4E38-852A-159A6592085E}">
      <dgm:prSet/>
      <dgm:spPr/>
      <dgm:t>
        <a:bodyPr/>
        <a:lstStyle/>
        <a:p>
          <a:endParaRPr lang="en-IN"/>
        </a:p>
      </dgm:t>
    </dgm:pt>
    <dgm:pt modelId="{DC93E733-E695-4463-9C6B-DE8E3C7FC1BF}" type="sibTrans" cxnId="{5CECEB06-1D03-4E38-852A-159A6592085E}">
      <dgm:prSet/>
      <dgm:spPr/>
      <dgm:t>
        <a:bodyPr/>
        <a:lstStyle/>
        <a:p>
          <a:endParaRPr lang="en-IN"/>
        </a:p>
      </dgm:t>
    </dgm:pt>
    <dgm:pt modelId="{E03640A5-4345-4E65-90BA-82A64EC3F78C}">
      <dgm:prSet phldrT="[Text]" custT="1"/>
      <dgm:spPr/>
      <dgm:t>
        <a:bodyPr/>
        <a:lstStyle/>
        <a:p>
          <a:pPr algn="just"/>
          <a:r>
            <a:rPr lang="en-US" sz="2400" b="0" i="0" dirty="0"/>
            <a:t>Using the isolation amplifier prevents accidental internal cardiac shock. </a:t>
          </a:r>
          <a:endParaRPr lang="en-IN" sz="2400" dirty="0"/>
        </a:p>
      </dgm:t>
    </dgm:pt>
    <dgm:pt modelId="{601CE6FD-32D3-4A44-BDFF-3010AA232CB7}" type="parTrans" cxnId="{657F1F08-BD37-465E-8E15-00E3D93B3967}">
      <dgm:prSet/>
      <dgm:spPr/>
      <dgm:t>
        <a:bodyPr/>
        <a:lstStyle/>
        <a:p>
          <a:endParaRPr lang="en-IN"/>
        </a:p>
      </dgm:t>
    </dgm:pt>
    <dgm:pt modelId="{6615B473-BB66-4706-8041-7A2316DF45CB}" type="sibTrans" cxnId="{657F1F08-BD37-465E-8E15-00E3D93B3967}">
      <dgm:prSet/>
      <dgm:spPr/>
      <dgm:t>
        <a:bodyPr/>
        <a:lstStyle/>
        <a:p>
          <a:endParaRPr lang="en-IN"/>
        </a:p>
      </dgm:t>
    </dgm:pt>
    <dgm:pt modelId="{023EEE0B-BABA-4E75-9FF6-62695E2C5D15}">
      <dgm:prSet phldrT="[Text]" custT="1"/>
      <dgm:spPr/>
      <dgm:t>
        <a:bodyPr/>
        <a:lstStyle/>
        <a:p>
          <a:pPr algn="just"/>
          <a:r>
            <a:rPr lang="en-US" sz="2400" b="0" i="0" dirty="0"/>
            <a:t>It also </a:t>
          </a:r>
          <a:r>
            <a:rPr lang="en-US" sz="2400" b="1" i="0" dirty="0"/>
            <a:t>helps to isolate the patient from the device</a:t>
          </a:r>
          <a:r>
            <a:rPr lang="en-US" sz="2400" b="0" i="0" dirty="0"/>
            <a:t>. </a:t>
          </a:r>
          <a:endParaRPr lang="en-IN" sz="2400" dirty="0"/>
        </a:p>
      </dgm:t>
    </dgm:pt>
    <dgm:pt modelId="{95E0F462-D8B9-4694-A76C-C05858426BFC}" type="parTrans" cxnId="{F43790C1-FFAD-464E-9F5E-29D7F8F419BB}">
      <dgm:prSet/>
      <dgm:spPr/>
      <dgm:t>
        <a:bodyPr/>
        <a:lstStyle/>
        <a:p>
          <a:endParaRPr lang="en-IN"/>
        </a:p>
      </dgm:t>
    </dgm:pt>
    <dgm:pt modelId="{30C5B07C-0B38-438C-A6EC-1830C4857628}" type="sibTrans" cxnId="{F43790C1-FFAD-464E-9F5E-29D7F8F419BB}">
      <dgm:prSet/>
      <dgm:spPr/>
      <dgm:t>
        <a:bodyPr/>
        <a:lstStyle/>
        <a:p>
          <a:endParaRPr lang="en-IN"/>
        </a:p>
      </dgm:t>
    </dgm:pt>
    <dgm:pt modelId="{C32D239D-DE9A-418C-854D-55809D32CB47}">
      <dgm:prSet phldrT="[Text]" custT="1"/>
      <dgm:spPr/>
      <dgm:t>
        <a:bodyPr/>
        <a:lstStyle/>
        <a:p>
          <a:pPr algn="just"/>
          <a:r>
            <a:rPr lang="en-US" sz="2400" b="0" i="0" dirty="0"/>
            <a:t>Isolation amplifiers are used in medical instruments to ensure isolation of a patient from power supply leakage current.</a:t>
          </a:r>
          <a:endParaRPr lang="en-IN" sz="2400" dirty="0"/>
        </a:p>
      </dgm:t>
    </dgm:pt>
    <dgm:pt modelId="{99294827-7261-4D18-BF83-56FC4AD58CF6}" type="parTrans" cxnId="{B4D4FB61-15EA-43A7-8732-24AE38C5BD62}">
      <dgm:prSet/>
      <dgm:spPr/>
      <dgm:t>
        <a:bodyPr/>
        <a:lstStyle/>
        <a:p>
          <a:endParaRPr lang="en-IN"/>
        </a:p>
      </dgm:t>
    </dgm:pt>
    <dgm:pt modelId="{5D14EDD5-CDE8-418D-9F1C-11734E4F98CD}" type="sibTrans" cxnId="{B4D4FB61-15EA-43A7-8732-24AE38C5BD62}">
      <dgm:prSet/>
      <dgm:spPr/>
      <dgm:t>
        <a:bodyPr/>
        <a:lstStyle/>
        <a:p>
          <a:endParaRPr lang="en-IN"/>
        </a:p>
      </dgm:t>
    </dgm:pt>
    <dgm:pt modelId="{C552DF4B-AF49-4B22-9AC5-DB68F8C0AA13}">
      <dgm:prSet phldrT="[Text]" custT="1"/>
      <dgm:spPr/>
      <dgm:t>
        <a:bodyPr/>
        <a:lstStyle/>
        <a:p>
          <a:pPr algn="just"/>
          <a:r>
            <a:rPr lang="en-US" sz="2400" b="0" i="0" dirty="0"/>
            <a:t>It </a:t>
          </a:r>
          <a:r>
            <a:rPr lang="en-US" sz="2400" b="1" i="0" dirty="0"/>
            <a:t>provides up to 1012 Ω insulation </a:t>
          </a:r>
          <a:r>
            <a:rPr lang="en-US" sz="2400" b="0" i="0" dirty="0"/>
            <a:t>between the patient and the power line in the hospital.</a:t>
          </a:r>
          <a:endParaRPr lang="en-IN" sz="2400" dirty="0"/>
        </a:p>
      </dgm:t>
    </dgm:pt>
    <dgm:pt modelId="{1F0D8FDC-6495-480B-983D-A82B564E8B2F}" type="parTrans" cxnId="{70D29EA8-4637-41BE-B3A9-6EB8E446ED36}">
      <dgm:prSet/>
      <dgm:spPr/>
      <dgm:t>
        <a:bodyPr/>
        <a:lstStyle/>
        <a:p>
          <a:endParaRPr lang="en-IN"/>
        </a:p>
      </dgm:t>
    </dgm:pt>
    <dgm:pt modelId="{30477F89-13E9-4F4B-B32D-E7D04BEF4B2C}" type="sibTrans" cxnId="{70D29EA8-4637-41BE-B3A9-6EB8E446ED36}">
      <dgm:prSet/>
      <dgm:spPr/>
      <dgm:t>
        <a:bodyPr/>
        <a:lstStyle/>
        <a:p>
          <a:endParaRPr lang="en-IN"/>
        </a:p>
      </dgm:t>
    </dgm:pt>
    <dgm:pt modelId="{6FD3AEE3-013F-4031-823E-BF2EA6F9E2A0}">
      <dgm:prSet phldrT="[Text]" custT="1"/>
      <dgm:spPr/>
      <dgm:t>
        <a:bodyPr/>
        <a:lstStyle/>
        <a:p>
          <a:pPr algn="just"/>
          <a:r>
            <a:rPr lang="en-US" sz="2400" b="0" i="0" dirty="0"/>
            <a:t>These amplifiers are also used for </a:t>
          </a:r>
          <a:r>
            <a:rPr lang="en-US" sz="2400" b="1" i="0" dirty="0"/>
            <a:t>amplifying low-level signals in multi-channel applications. </a:t>
          </a:r>
          <a:endParaRPr lang="en-IN" sz="2400" b="1" dirty="0"/>
        </a:p>
      </dgm:t>
    </dgm:pt>
    <dgm:pt modelId="{C7CB4A23-B398-4B3E-90AE-2BB03F292953}" type="parTrans" cxnId="{CA9C0DF0-9A87-4609-814F-B9DDA00BB766}">
      <dgm:prSet/>
      <dgm:spPr/>
      <dgm:t>
        <a:bodyPr/>
        <a:lstStyle/>
        <a:p>
          <a:endParaRPr lang="en-IN"/>
        </a:p>
      </dgm:t>
    </dgm:pt>
    <dgm:pt modelId="{548D64EC-66AE-4F9A-90B5-D9441CF1A3A1}" type="sibTrans" cxnId="{CA9C0DF0-9A87-4609-814F-B9DDA00BB766}">
      <dgm:prSet/>
      <dgm:spPr/>
      <dgm:t>
        <a:bodyPr/>
        <a:lstStyle/>
        <a:p>
          <a:endParaRPr lang="en-IN"/>
        </a:p>
      </dgm:t>
    </dgm:pt>
    <dgm:pt modelId="{2FEF89DE-438C-4976-8490-7847E6694DC1}">
      <dgm:prSet phldrT="[Text]" custT="1"/>
      <dgm:spPr/>
      <dgm:t>
        <a:bodyPr/>
        <a:lstStyle/>
        <a:p>
          <a:pPr algn="just"/>
          <a:r>
            <a:rPr lang="en-US" sz="2400" b="0" i="0" dirty="0"/>
            <a:t>They can also </a:t>
          </a:r>
          <a:r>
            <a:rPr lang="en-US" sz="2400" b="1" i="0" dirty="0"/>
            <a:t>eliminate measurement errors caused by ground loops</a:t>
          </a:r>
          <a:r>
            <a:rPr lang="en-US" sz="2400" b="0" i="0" dirty="0"/>
            <a:t>. Amplifiers with internal transformers eliminate external isolated power supply. </a:t>
          </a:r>
          <a:endParaRPr lang="en-IN" sz="2400" dirty="0"/>
        </a:p>
      </dgm:t>
    </dgm:pt>
    <dgm:pt modelId="{F6CA92E5-C410-4002-AB42-E39052822D30}" type="parTrans" cxnId="{AB21A01D-7A35-44A5-97F4-3B76498396FC}">
      <dgm:prSet/>
      <dgm:spPr/>
      <dgm:t>
        <a:bodyPr/>
        <a:lstStyle/>
        <a:p>
          <a:endParaRPr lang="en-IN"/>
        </a:p>
      </dgm:t>
    </dgm:pt>
    <dgm:pt modelId="{4EC8F1FC-59B3-4B0C-BBA8-8CB61577F58A}" type="sibTrans" cxnId="{AB21A01D-7A35-44A5-97F4-3B76498396FC}">
      <dgm:prSet/>
      <dgm:spPr/>
      <dgm:t>
        <a:bodyPr/>
        <a:lstStyle/>
        <a:p>
          <a:endParaRPr lang="en-IN"/>
        </a:p>
      </dgm:t>
    </dgm:pt>
    <dgm:pt modelId="{44556B34-FC22-4AB8-9359-40C8C6D9E243}">
      <dgm:prSet phldrT="[Text]" custT="1"/>
      <dgm:spPr/>
      <dgm:t>
        <a:bodyPr/>
        <a:lstStyle/>
        <a:p>
          <a:pPr algn="just"/>
          <a:r>
            <a:rPr lang="en-US" sz="2400" b="0" i="0" dirty="0"/>
            <a:t>They are usually used as analogue interfaces between systems with separated grounds.</a:t>
          </a:r>
          <a:endParaRPr lang="en-IN" sz="2400" dirty="0"/>
        </a:p>
      </dgm:t>
    </dgm:pt>
    <dgm:pt modelId="{E7BE31A7-C88D-4C22-BBA5-13650AF655CA}" type="parTrans" cxnId="{565181D7-58B7-4A85-B385-142A2692C18D}">
      <dgm:prSet/>
      <dgm:spPr/>
      <dgm:t>
        <a:bodyPr/>
        <a:lstStyle/>
        <a:p>
          <a:endParaRPr lang="en-IN"/>
        </a:p>
      </dgm:t>
    </dgm:pt>
    <dgm:pt modelId="{FE18BFEA-F639-4189-B4E6-D78917DA5C68}" type="sibTrans" cxnId="{565181D7-58B7-4A85-B385-142A2692C18D}">
      <dgm:prSet/>
      <dgm:spPr/>
      <dgm:t>
        <a:bodyPr/>
        <a:lstStyle/>
        <a:p>
          <a:endParaRPr lang="en-IN"/>
        </a:p>
      </dgm:t>
    </dgm:pt>
    <dgm:pt modelId="{0A6B8172-22EF-40F4-B50E-090A411BF791}" type="pres">
      <dgm:prSet presAssocID="{A2D261BA-F795-430C-8946-9ADF719ED1B0}" presName="linear" presStyleCnt="0">
        <dgm:presLayoutVars>
          <dgm:animLvl val="lvl"/>
          <dgm:resizeHandles val="exact"/>
        </dgm:presLayoutVars>
      </dgm:prSet>
      <dgm:spPr/>
      <dgm:t>
        <a:bodyPr/>
        <a:lstStyle/>
        <a:p>
          <a:endParaRPr lang="en-IN"/>
        </a:p>
      </dgm:t>
    </dgm:pt>
    <dgm:pt modelId="{73903C9E-4885-4672-BA09-2B2A556C25C0}" type="pres">
      <dgm:prSet presAssocID="{1BD14195-CD8E-4465-846F-172A753ACAA9}" presName="parentText" presStyleLbl="node1" presStyleIdx="0" presStyleCnt="1" custScaleY="87527">
        <dgm:presLayoutVars>
          <dgm:chMax val="0"/>
          <dgm:bulletEnabled val="1"/>
        </dgm:presLayoutVars>
      </dgm:prSet>
      <dgm:spPr/>
      <dgm:t>
        <a:bodyPr/>
        <a:lstStyle/>
        <a:p>
          <a:endParaRPr lang="en-IN"/>
        </a:p>
      </dgm:t>
    </dgm:pt>
    <dgm:pt modelId="{2FCCD388-B514-4D03-A656-73F5B95BD5D7}" type="pres">
      <dgm:prSet presAssocID="{1BD14195-CD8E-4465-846F-172A753ACAA9}" presName="childText" presStyleLbl="revTx" presStyleIdx="0" presStyleCnt="1">
        <dgm:presLayoutVars>
          <dgm:bulletEnabled val="1"/>
        </dgm:presLayoutVars>
      </dgm:prSet>
      <dgm:spPr/>
      <dgm:t>
        <a:bodyPr/>
        <a:lstStyle/>
        <a:p>
          <a:endParaRPr lang="en-IN"/>
        </a:p>
      </dgm:t>
    </dgm:pt>
  </dgm:ptLst>
  <dgm:cxnLst>
    <dgm:cxn modelId="{5CECEB06-1D03-4E38-852A-159A6592085E}" srcId="{1BD14195-CD8E-4465-846F-172A753ACAA9}" destId="{6255442A-09C8-4A3A-BCC7-E81CF24A1824}" srcOrd="1" destOrd="0" parTransId="{E1F6EE11-AE94-4214-883C-3907E2A94F7A}" sibTransId="{DC93E733-E695-4463-9C6B-DE8E3C7FC1BF}"/>
    <dgm:cxn modelId="{CA5CC895-7D38-4B9E-AF7F-3A1633518F6F}" type="presOf" srcId="{6255442A-09C8-4A3A-BCC7-E81CF24A1824}" destId="{2FCCD388-B514-4D03-A656-73F5B95BD5D7}" srcOrd="0" destOrd="1" presId="urn:microsoft.com/office/officeart/2005/8/layout/vList2"/>
    <dgm:cxn modelId="{CC632E2D-6BC0-4508-9AA6-51CD83904AF1}" type="presOf" srcId="{C32D239D-DE9A-418C-854D-55809D32CB47}" destId="{2FCCD388-B514-4D03-A656-73F5B95BD5D7}" srcOrd="0" destOrd="4" presId="urn:microsoft.com/office/officeart/2005/8/layout/vList2"/>
    <dgm:cxn modelId="{48873FAB-0CC2-45F8-8113-5A8D93E067C7}" type="presOf" srcId="{023EEE0B-BABA-4E75-9FF6-62695E2C5D15}" destId="{2FCCD388-B514-4D03-A656-73F5B95BD5D7}" srcOrd="0" destOrd="2" presId="urn:microsoft.com/office/officeart/2005/8/layout/vList2"/>
    <dgm:cxn modelId="{9B0FC29E-3268-43DA-ACEC-CD7D8E5098D3}" type="presOf" srcId="{44556B34-FC22-4AB8-9359-40C8C6D9E243}" destId="{2FCCD388-B514-4D03-A656-73F5B95BD5D7}" srcOrd="0" destOrd="8" presId="urn:microsoft.com/office/officeart/2005/8/layout/vList2"/>
    <dgm:cxn modelId="{126672BE-4ABA-4CFB-80E0-2F2CC13C9CE4}" type="presOf" srcId="{982B591F-A777-413A-94BE-3084F0156353}" destId="{2FCCD388-B514-4D03-A656-73F5B95BD5D7}" srcOrd="0" destOrd="0" presId="urn:microsoft.com/office/officeart/2005/8/layout/vList2"/>
    <dgm:cxn modelId="{70D29EA8-4637-41BE-B3A9-6EB8E446ED36}" srcId="{1BD14195-CD8E-4465-846F-172A753ACAA9}" destId="{C552DF4B-AF49-4B22-9AC5-DB68F8C0AA13}" srcOrd="5" destOrd="0" parTransId="{1F0D8FDC-6495-480B-983D-A82B564E8B2F}" sibTransId="{30477F89-13E9-4F4B-B32D-E7D04BEF4B2C}"/>
    <dgm:cxn modelId="{DD9F8BAF-8FD0-4F75-8B22-FD47DE29F6E5}" type="presOf" srcId="{C552DF4B-AF49-4B22-9AC5-DB68F8C0AA13}" destId="{2FCCD388-B514-4D03-A656-73F5B95BD5D7}" srcOrd="0" destOrd="5" presId="urn:microsoft.com/office/officeart/2005/8/layout/vList2"/>
    <dgm:cxn modelId="{C7657BCD-4D1B-4DC4-A24E-BD2A5F2BF955}" type="presOf" srcId="{1BD14195-CD8E-4465-846F-172A753ACAA9}" destId="{73903C9E-4885-4672-BA09-2B2A556C25C0}" srcOrd="0" destOrd="0" presId="urn:microsoft.com/office/officeart/2005/8/layout/vList2"/>
    <dgm:cxn modelId="{E5A1DD90-5BED-41D8-822C-95774FCCBC1A}" type="presOf" srcId="{6FD3AEE3-013F-4031-823E-BF2EA6F9E2A0}" destId="{2FCCD388-B514-4D03-A656-73F5B95BD5D7}" srcOrd="0" destOrd="6" presId="urn:microsoft.com/office/officeart/2005/8/layout/vList2"/>
    <dgm:cxn modelId="{AB21A01D-7A35-44A5-97F4-3B76498396FC}" srcId="{1BD14195-CD8E-4465-846F-172A753ACAA9}" destId="{2FEF89DE-438C-4976-8490-7847E6694DC1}" srcOrd="7" destOrd="0" parTransId="{F6CA92E5-C410-4002-AB42-E39052822D30}" sibTransId="{4EC8F1FC-59B3-4B0C-BBA8-8CB61577F58A}"/>
    <dgm:cxn modelId="{F43790C1-FFAD-464E-9F5E-29D7F8F419BB}" srcId="{1BD14195-CD8E-4465-846F-172A753ACAA9}" destId="{023EEE0B-BABA-4E75-9FF6-62695E2C5D15}" srcOrd="2" destOrd="0" parTransId="{95E0F462-D8B9-4694-A76C-C05858426BFC}" sibTransId="{30C5B07C-0B38-438C-A6EC-1830C4857628}"/>
    <dgm:cxn modelId="{2428910B-B811-49E3-BE9F-C7B8759CF7D0}" type="presOf" srcId="{A2D261BA-F795-430C-8946-9ADF719ED1B0}" destId="{0A6B8172-22EF-40F4-B50E-090A411BF791}" srcOrd="0" destOrd="0" presId="urn:microsoft.com/office/officeart/2005/8/layout/vList2"/>
    <dgm:cxn modelId="{565181D7-58B7-4A85-B385-142A2692C18D}" srcId="{1BD14195-CD8E-4465-846F-172A753ACAA9}" destId="{44556B34-FC22-4AB8-9359-40C8C6D9E243}" srcOrd="8" destOrd="0" parTransId="{E7BE31A7-C88D-4C22-BBA5-13650AF655CA}" sibTransId="{FE18BFEA-F639-4189-B4E6-D78917DA5C68}"/>
    <dgm:cxn modelId="{A50B935E-A581-4CC4-BC15-F7E7DE670707}" type="presOf" srcId="{E03640A5-4345-4E65-90BA-82A64EC3F78C}" destId="{2FCCD388-B514-4D03-A656-73F5B95BD5D7}" srcOrd="0" destOrd="3" presId="urn:microsoft.com/office/officeart/2005/8/layout/vList2"/>
    <dgm:cxn modelId="{06D11E4B-338E-427B-858B-1147B5A39793}" srcId="{1BD14195-CD8E-4465-846F-172A753ACAA9}" destId="{982B591F-A777-413A-94BE-3084F0156353}" srcOrd="0" destOrd="0" parTransId="{18BD164F-DFD6-4493-8EB0-E22CA7DC2856}" sibTransId="{03A44B86-F17D-4D09-943E-F2FD4F8D50C8}"/>
    <dgm:cxn modelId="{657F1F08-BD37-465E-8E15-00E3D93B3967}" srcId="{1BD14195-CD8E-4465-846F-172A753ACAA9}" destId="{E03640A5-4345-4E65-90BA-82A64EC3F78C}" srcOrd="3" destOrd="0" parTransId="{601CE6FD-32D3-4A44-BDFF-3010AA232CB7}" sibTransId="{6615B473-BB66-4706-8041-7A2316DF45CB}"/>
    <dgm:cxn modelId="{B4D4FB61-15EA-43A7-8732-24AE38C5BD62}" srcId="{1BD14195-CD8E-4465-846F-172A753ACAA9}" destId="{C32D239D-DE9A-418C-854D-55809D32CB47}" srcOrd="4" destOrd="0" parTransId="{99294827-7261-4D18-BF83-56FC4AD58CF6}" sibTransId="{5D14EDD5-CDE8-418D-9F1C-11734E4F98CD}"/>
    <dgm:cxn modelId="{54E940CC-48D3-42FF-9AC1-BC3E43228C47}" type="presOf" srcId="{2FEF89DE-438C-4976-8490-7847E6694DC1}" destId="{2FCCD388-B514-4D03-A656-73F5B95BD5D7}" srcOrd="0" destOrd="7" presId="urn:microsoft.com/office/officeart/2005/8/layout/vList2"/>
    <dgm:cxn modelId="{D97C6695-5DCB-4D29-BD37-718A3A667F6A}" srcId="{A2D261BA-F795-430C-8946-9ADF719ED1B0}" destId="{1BD14195-CD8E-4465-846F-172A753ACAA9}" srcOrd="0" destOrd="0" parTransId="{4219C1AB-9FAE-4945-8201-749C443C3A3C}" sibTransId="{C361B572-A186-4D12-8017-22BA81083718}"/>
    <dgm:cxn modelId="{CA9C0DF0-9A87-4609-814F-B9DDA00BB766}" srcId="{1BD14195-CD8E-4465-846F-172A753ACAA9}" destId="{6FD3AEE3-013F-4031-823E-BF2EA6F9E2A0}" srcOrd="6" destOrd="0" parTransId="{C7CB4A23-B398-4B3E-90AE-2BB03F292953}" sibTransId="{548D64EC-66AE-4F9A-90B5-D9441CF1A3A1}"/>
    <dgm:cxn modelId="{236B988C-7EBA-4CE0-A73A-150F63833383}" type="presParOf" srcId="{0A6B8172-22EF-40F4-B50E-090A411BF791}" destId="{73903C9E-4885-4672-BA09-2B2A556C25C0}" srcOrd="0" destOrd="0" presId="urn:microsoft.com/office/officeart/2005/8/layout/vList2"/>
    <dgm:cxn modelId="{300FDC56-7F45-420C-879F-CD9E080DC7D4}" type="presParOf" srcId="{0A6B8172-22EF-40F4-B50E-090A411BF791}" destId="{2FCCD388-B514-4D03-A656-73F5B95BD5D7}"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7D35D704-BA09-449C-AB27-BAFCA80FA618}"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IN"/>
        </a:p>
      </dgm:t>
    </dgm:pt>
    <dgm:pt modelId="{6978D000-D971-4ED6-B3BC-336A371D554A}">
      <dgm:prSet phldrT="[Text]" custT="1"/>
      <dgm:spPr/>
      <dgm:t>
        <a:bodyPr/>
        <a:lstStyle/>
        <a:p>
          <a:r>
            <a:rPr lang="en-US" sz="3600" b="1" dirty="0" err="1">
              <a:solidFill>
                <a:schemeClr val="bg1"/>
              </a:solidFill>
              <a:effectLst>
                <a:outerShdw blurRad="38100" dist="38100" dir="2700000" algn="tl">
                  <a:srgbClr val="000000">
                    <a:alpha val="43137"/>
                  </a:srgbClr>
                </a:outerShdw>
              </a:effectLst>
              <a:latin typeface="+mj-lt"/>
              <a:ea typeface="+mn-ea"/>
              <a:cs typeface="+mn-cs"/>
            </a:rPr>
            <a:t>Vectorcardiograph</a:t>
          </a:r>
          <a:endParaRPr lang="en-IN" sz="3600" b="1" dirty="0">
            <a:solidFill>
              <a:schemeClr val="bg1"/>
            </a:solidFill>
            <a:effectLst>
              <a:outerShdw blurRad="38100" dist="38100" dir="2700000" algn="tl">
                <a:srgbClr val="000000">
                  <a:alpha val="43137"/>
                </a:srgbClr>
              </a:outerShdw>
            </a:effectLst>
            <a:latin typeface="+mj-lt"/>
          </a:endParaRPr>
        </a:p>
      </dgm:t>
    </dgm:pt>
    <dgm:pt modelId="{EDCFAB28-AE6A-43AE-B98C-6E679B81763B}" type="parTrans" cxnId="{ABA90F40-4ACB-4B06-A963-B344E06D770B}">
      <dgm:prSet/>
      <dgm:spPr/>
      <dgm:t>
        <a:bodyPr/>
        <a:lstStyle/>
        <a:p>
          <a:endParaRPr lang="en-IN"/>
        </a:p>
      </dgm:t>
    </dgm:pt>
    <dgm:pt modelId="{5CB87FEB-5E21-4800-A7AD-1C873D9D4684}" type="sibTrans" cxnId="{ABA90F40-4ACB-4B06-A963-B344E06D770B}">
      <dgm:prSet/>
      <dgm:spPr/>
      <dgm:t>
        <a:bodyPr/>
        <a:lstStyle/>
        <a:p>
          <a:endParaRPr lang="en-IN"/>
        </a:p>
      </dgm:t>
    </dgm:pt>
    <dgm:pt modelId="{BBBA19D7-C15B-4D59-A89C-53F7E775D1D4}">
      <dgm:prSet phldrT="[Text]"/>
      <dgm:spPr/>
      <dgm:t>
        <a:bodyPr/>
        <a:lstStyle/>
        <a:p>
          <a:pPr algn="just"/>
          <a:r>
            <a:rPr lang="en-US" b="0" i="0" dirty="0"/>
            <a:t>Vectorcardiography (VCG) is a method of developing two-dimensional (2D) images of cardiac electrical activity by displaying the spatial locations of ECG waveforms at each sequential time of their duration.</a:t>
          </a:r>
          <a:endParaRPr lang="en-IN" dirty="0"/>
        </a:p>
      </dgm:t>
    </dgm:pt>
    <dgm:pt modelId="{AB6FFE91-504F-4D73-AA2E-2B4A832EAA51}" type="parTrans" cxnId="{419330DE-C39C-4C27-864D-85A5B31EDD06}">
      <dgm:prSet/>
      <dgm:spPr/>
      <dgm:t>
        <a:bodyPr/>
        <a:lstStyle/>
        <a:p>
          <a:endParaRPr lang="en-IN"/>
        </a:p>
      </dgm:t>
    </dgm:pt>
    <dgm:pt modelId="{8D3C05C2-CA31-4CD4-908B-143C948C6C54}" type="sibTrans" cxnId="{419330DE-C39C-4C27-864D-85A5B31EDD06}">
      <dgm:prSet/>
      <dgm:spPr/>
      <dgm:t>
        <a:bodyPr/>
        <a:lstStyle/>
        <a:p>
          <a:endParaRPr lang="en-IN"/>
        </a:p>
      </dgm:t>
    </dgm:pt>
    <dgm:pt modelId="{6E79E8D0-1CD0-48D7-8FBE-4398373B9DFC}">
      <dgm:prSet phldrT="[Text]"/>
      <dgm:spPr/>
      <dgm:t>
        <a:bodyPr/>
        <a:lstStyle/>
        <a:p>
          <a:pPr algn="just"/>
          <a:r>
            <a:rPr lang="en-US" b="1" dirty="0" err="1"/>
            <a:t>Vectorcardiograph</a:t>
          </a:r>
          <a:r>
            <a:rPr lang="en-US" dirty="0"/>
            <a:t> is an instrument that record the magnitude and direction of the electrical forces that are generated by the heart by means of a continuous series of vectors that form curving lines around a central point. </a:t>
          </a:r>
          <a:endParaRPr lang="en-IN" dirty="0"/>
        </a:p>
      </dgm:t>
    </dgm:pt>
    <dgm:pt modelId="{9E21BBD1-93A2-40C7-A45F-5B9097D1FEE3}" type="parTrans" cxnId="{60AD20DA-88E9-4C20-9705-B335E8B40FA7}">
      <dgm:prSet/>
      <dgm:spPr/>
      <dgm:t>
        <a:bodyPr/>
        <a:lstStyle/>
        <a:p>
          <a:endParaRPr lang="en-IN"/>
        </a:p>
      </dgm:t>
    </dgm:pt>
    <dgm:pt modelId="{9141C1F1-B356-42A5-BA1C-8E2DDE597A82}" type="sibTrans" cxnId="{60AD20DA-88E9-4C20-9705-B335E8B40FA7}">
      <dgm:prSet/>
      <dgm:spPr/>
      <dgm:t>
        <a:bodyPr/>
        <a:lstStyle/>
        <a:p>
          <a:endParaRPr lang="en-IN"/>
        </a:p>
      </dgm:t>
    </dgm:pt>
    <dgm:pt modelId="{190F6771-07CC-4E74-9F2A-F7BA35B79BF0}">
      <dgm:prSet phldrT="[Text]"/>
      <dgm:spPr/>
      <dgm:t>
        <a:bodyPr/>
        <a:lstStyle/>
        <a:p>
          <a:pPr algn="just"/>
          <a:r>
            <a:rPr lang="en-US" dirty="0"/>
            <a:t>The method was developed by </a:t>
          </a:r>
          <a:r>
            <a:rPr lang="en-US" b="1" dirty="0"/>
            <a:t>E.  Frank </a:t>
          </a:r>
          <a:r>
            <a:rPr lang="en-US" dirty="0"/>
            <a:t>in the mid 1950s. </a:t>
          </a:r>
          <a:endParaRPr lang="en-IN" dirty="0"/>
        </a:p>
      </dgm:t>
    </dgm:pt>
    <dgm:pt modelId="{419A00B6-EFB4-4EC4-A604-1A30AA1E8E15}" type="parTrans" cxnId="{4CDE80E8-97C1-4666-A95F-72A3524DC717}">
      <dgm:prSet/>
      <dgm:spPr/>
      <dgm:t>
        <a:bodyPr/>
        <a:lstStyle/>
        <a:p>
          <a:endParaRPr lang="en-IN"/>
        </a:p>
      </dgm:t>
    </dgm:pt>
    <dgm:pt modelId="{C40BD880-0D25-43C9-92FE-06CD51399C66}" type="sibTrans" cxnId="{4CDE80E8-97C1-4666-A95F-72A3524DC717}">
      <dgm:prSet/>
      <dgm:spPr/>
      <dgm:t>
        <a:bodyPr/>
        <a:lstStyle/>
        <a:p>
          <a:endParaRPr lang="en-IN"/>
        </a:p>
      </dgm:t>
    </dgm:pt>
    <dgm:pt modelId="{7A37FB55-72DD-4A9D-A2C7-1287D505E185}">
      <dgm:prSet/>
      <dgm:spPr/>
      <dgm:t>
        <a:bodyPr/>
        <a:lstStyle/>
        <a:p>
          <a:pPr algn="just"/>
          <a:r>
            <a:rPr lang="en-US" dirty="0"/>
            <a:t>Since the human body is a three-dimensional structure, the basic idea is to construct 3 orthogonal leads containing all the electric information scanned in three mutually orthogonal axes (vertical, transversal, and sagittal). </a:t>
          </a:r>
        </a:p>
      </dgm:t>
    </dgm:pt>
    <dgm:pt modelId="{EEB89D31-66A3-4919-8EB8-743758E3E8A0}" type="parTrans" cxnId="{D37BE721-ADA9-4ED5-B803-11D8A304E557}">
      <dgm:prSet/>
      <dgm:spPr/>
      <dgm:t>
        <a:bodyPr/>
        <a:lstStyle/>
        <a:p>
          <a:endParaRPr lang="en-IN"/>
        </a:p>
      </dgm:t>
    </dgm:pt>
    <dgm:pt modelId="{2F32C062-2028-4CDC-9DF3-226B2B1F0CB2}" type="sibTrans" cxnId="{D37BE721-ADA9-4ED5-B803-11D8A304E557}">
      <dgm:prSet/>
      <dgm:spPr/>
      <dgm:t>
        <a:bodyPr/>
        <a:lstStyle/>
        <a:p>
          <a:endParaRPr lang="en-IN"/>
        </a:p>
      </dgm:t>
    </dgm:pt>
    <dgm:pt modelId="{0B6EB8F7-ED43-46B7-B89D-E5838416FE6A}" type="pres">
      <dgm:prSet presAssocID="{7D35D704-BA09-449C-AB27-BAFCA80FA618}" presName="Name0" presStyleCnt="0">
        <dgm:presLayoutVars>
          <dgm:dir/>
          <dgm:animLvl val="lvl"/>
          <dgm:resizeHandles val="exact"/>
        </dgm:presLayoutVars>
      </dgm:prSet>
      <dgm:spPr/>
      <dgm:t>
        <a:bodyPr/>
        <a:lstStyle/>
        <a:p>
          <a:endParaRPr lang="en-IN"/>
        </a:p>
      </dgm:t>
    </dgm:pt>
    <dgm:pt modelId="{B713CE51-7A5C-4A4A-B52B-021DDF0289D2}" type="pres">
      <dgm:prSet presAssocID="{6978D000-D971-4ED6-B3BC-336A371D554A}" presName="composite" presStyleCnt="0"/>
      <dgm:spPr/>
    </dgm:pt>
    <dgm:pt modelId="{D55FB92C-15AB-4826-94F4-2F5DA4532A3D}" type="pres">
      <dgm:prSet presAssocID="{6978D000-D971-4ED6-B3BC-336A371D554A}" presName="parTx" presStyleLbl="alignNode1" presStyleIdx="0" presStyleCnt="1">
        <dgm:presLayoutVars>
          <dgm:chMax val="0"/>
          <dgm:chPref val="0"/>
          <dgm:bulletEnabled val="1"/>
        </dgm:presLayoutVars>
      </dgm:prSet>
      <dgm:spPr/>
      <dgm:t>
        <a:bodyPr/>
        <a:lstStyle/>
        <a:p>
          <a:endParaRPr lang="en-IN"/>
        </a:p>
      </dgm:t>
    </dgm:pt>
    <dgm:pt modelId="{5321317D-977D-4E9B-AAE9-A7438C035479}" type="pres">
      <dgm:prSet presAssocID="{6978D000-D971-4ED6-B3BC-336A371D554A}" presName="desTx" presStyleLbl="alignAccFollowNode1" presStyleIdx="0" presStyleCnt="1">
        <dgm:presLayoutVars>
          <dgm:bulletEnabled val="1"/>
        </dgm:presLayoutVars>
      </dgm:prSet>
      <dgm:spPr/>
      <dgm:t>
        <a:bodyPr/>
        <a:lstStyle/>
        <a:p>
          <a:endParaRPr lang="en-IN"/>
        </a:p>
      </dgm:t>
    </dgm:pt>
  </dgm:ptLst>
  <dgm:cxnLst>
    <dgm:cxn modelId="{EB714568-DEFA-409C-A42D-954570805D25}" type="presOf" srcId="{190F6771-07CC-4E74-9F2A-F7BA35B79BF0}" destId="{5321317D-977D-4E9B-AAE9-A7438C035479}" srcOrd="0" destOrd="1" presId="urn:microsoft.com/office/officeart/2005/8/layout/hList1"/>
    <dgm:cxn modelId="{36AD1426-C88A-400B-8364-7DFD0CF2C182}" type="presOf" srcId="{6E79E8D0-1CD0-48D7-8FBE-4398373B9DFC}" destId="{5321317D-977D-4E9B-AAE9-A7438C035479}" srcOrd="0" destOrd="3" presId="urn:microsoft.com/office/officeart/2005/8/layout/hList1"/>
    <dgm:cxn modelId="{ABA90F40-4ACB-4B06-A963-B344E06D770B}" srcId="{7D35D704-BA09-449C-AB27-BAFCA80FA618}" destId="{6978D000-D971-4ED6-B3BC-336A371D554A}" srcOrd="0" destOrd="0" parTransId="{EDCFAB28-AE6A-43AE-B98C-6E679B81763B}" sibTransId="{5CB87FEB-5E21-4800-A7AD-1C873D9D4684}"/>
    <dgm:cxn modelId="{F3FECEF0-5CBF-4455-83BC-47C5529292F1}" type="presOf" srcId="{7A37FB55-72DD-4A9D-A2C7-1287D505E185}" destId="{5321317D-977D-4E9B-AAE9-A7438C035479}" srcOrd="0" destOrd="2" presId="urn:microsoft.com/office/officeart/2005/8/layout/hList1"/>
    <dgm:cxn modelId="{99A6DD52-7ABD-46D0-8EDA-406A71C9BB9B}" type="presOf" srcId="{6978D000-D971-4ED6-B3BC-336A371D554A}" destId="{D55FB92C-15AB-4826-94F4-2F5DA4532A3D}" srcOrd="0" destOrd="0" presId="urn:microsoft.com/office/officeart/2005/8/layout/hList1"/>
    <dgm:cxn modelId="{60AD20DA-88E9-4C20-9705-B335E8B40FA7}" srcId="{6978D000-D971-4ED6-B3BC-336A371D554A}" destId="{6E79E8D0-1CD0-48D7-8FBE-4398373B9DFC}" srcOrd="3" destOrd="0" parTransId="{9E21BBD1-93A2-40C7-A45F-5B9097D1FEE3}" sibTransId="{9141C1F1-B356-42A5-BA1C-8E2DDE597A82}"/>
    <dgm:cxn modelId="{AA218220-3EA9-4131-8692-1B8B597E425F}" type="presOf" srcId="{BBBA19D7-C15B-4D59-A89C-53F7E775D1D4}" destId="{5321317D-977D-4E9B-AAE9-A7438C035479}" srcOrd="0" destOrd="0" presId="urn:microsoft.com/office/officeart/2005/8/layout/hList1"/>
    <dgm:cxn modelId="{4CDE80E8-97C1-4666-A95F-72A3524DC717}" srcId="{6978D000-D971-4ED6-B3BC-336A371D554A}" destId="{190F6771-07CC-4E74-9F2A-F7BA35B79BF0}" srcOrd="1" destOrd="0" parTransId="{419A00B6-EFB4-4EC4-A604-1A30AA1E8E15}" sibTransId="{C40BD880-0D25-43C9-92FE-06CD51399C66}"/>
    <dgm:cxn modelId="{9AFF6D84-F556-4C2E-A3BF-65E42E614650}" type="presOf" srcId="{7D35D704-BA09-449C-AB27-BAFCA80FA618}" destId="{0B6EB8F7-ED43-46B7-B89D-E5838416FE6A}" srcOrd="0" destOrd="0" presId="urn:microsoft.com/office/officeart/2005/8/layout/hList1"/>
    <dgm:cxn modelId="{D37BE721-ADA9-4ED5-B803-11D8A304E557}" srcId="{6978D000-D971-4ED6-B3BC-336A371D554A}" destId="{7A37FB55-72DD-4A9D-A2C7-1287D505E185}" srcOrd="2" destOrd="0" parTransId="{EEB89D31-66A3-4919-8EB8-743758E3E8A0}" sibTransId="{2F32C062-2028-4CDC-9DF3-226B2B1F0CB2}"/>
    <dgm:cxn modelId="{419330DE-C39C-4C27-864D-85A5B31EDD06}" srcId="{6978D000-D971-4ED6-B3BC-336A371D554A}" destId="{BBBA19D7-C15B-4D59-A89C-53F7E775D1D4}" srcOrd="0" destOrd="0" parTransId="{AB6FFE91-504F-4D73-AA2E-2B4A832EAA51}" sibTransId="{8D3C05C2-CA31-4CD4-908B-143C948C6C54}"/>
    <dgm:cxn modelId="{ADA8B129-DC8D-4A64-8D26-98B43A1969D5}" type="presParOf" srcId="{0B6EB8F7-ED43-46B7-B89D-E5838416FE6A}" destId="{B713CE51-7A5C-4A4A-B52B-021DDF0289D2}" srcOrd="0" destOrd="0" presId="urn:microsoft.com/office/officeart/2005/8/layout/hList1"/>
    <dgm:cxn modelId="{167C1D93-6E9C-4084-AE0C-57CA97305277}" type="presParOf" srcId="{B713CE51-7A5C-4A4A-B52B-021DDF0289D2}" destId="{D55FB92C-15AB-4826-94F4-2F5DA4532A3D}" srcOrd="0" destOrd="0" presId="urn:microsoft.com/office/officeart/2005/8/layout/hList1"/>
    <dgm:cxn modelId="{016807B1-468E-444F-9B10-61FBB72DAD11}" type="presParOf" srcId="{B713CE51-7A5C-4A4A-B52B-021DDF0289D2}" destId="{5321317D-977D-4E9B-AAE9-A7438C035479}"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6AD61D01-9560-4CC9-ABE5-FA13082CD4EA}"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EDA1CF49-7835-4265-9FCF-6C9011BF739C}">
      <dgm:prSet phldrT="[Text]" custT="1"/>
      <dgm:spPr/>
      <dgm:t>
        <a:bodyPr/>
        <a:lstStyle/>
        <a:p>
          <a:pPr algn="just"/>
          <a:r>
            <a:rPr lang="en-US" sz="2400" dirty="0">
              <a:latin typeface="+mn-lt"/>
            </a:rPr>
            <a:t>Vectorcardiography (VCG) is an investigation method that was previously compared to ECG several times and was evaluated as a useful investigation method. </a:t>
          </a:r>
          <a:endParaRPr lang="en-IN" sz="2400" dirty="0">
            <a:latin typeface="+mn-lt"/>
          </a:endParaRPr>
        </a:p>
      </dgm:t>
    </dgm:pt>
    <dgm:pt modelId="{01B94506-79E7-4F3D-92DF-C91164CDBFEC}" type="parTrans" cxnId="{28BA8454-F5D5-4AA0-9A17-35DA027BAB8D}">
      <dgm:prSet/>
      <dgm:spPr/>
      <dgm:t>
        <a:bodyPr/>
        <a:lstStyle/>
        <a:p>
          <a:pPr algn="just"/>
          <a:endParaRPr lang="en-IN" sz="1800">
            <a:latin typeface="+mn-lt"/>
          </a:endParaRPr>
        </a:p>
      </dgm:t>
    </dgm:pt>
    <dgm:pt modelId="{CCCDD16D-F0D1-4A3C-9C6A-C5271F7E0CD8}" type="sibTrans" cxnId="{28BA8454-F5D5-4AA0-9A17-35DA027BAB8D}">
      <dgm:prSet/>
      <dgm:spPr/>
      <dgm:t>
        <a:bodyPr/>
        <a:lstStyle/>
        <a:p>
          <a:pPr algn="just"/>
          <a:endParaRPr lang="en-IN" sz="1800">
            <a:latin typeface="+mn-lt"/>
          </a:endParaRPr>
        </a:p>
      </dgm:t>
    </dgm:pt>
    <dgm:pt modelId="{7D29C6E9-7855-45DB-81B5-D951558EB3A4}">
      <dgm:prSet phldrT="[Text]" custT="1"/>
      <dgm:spPr/>
      <dgm:t>
        <a:bodyPr/>
        <a:lstStyle/>
        <a:p>
          <a:pPr algn="just"/>
          <a:r>
            <a:rPr lang="en-US" sz="2400" b="0" i="0" dirty="0">
              <a:latin typeface="+mn-lt"/>
            </a:rPr>
            <a:t>VCG provides better sensitivity, for example for the detection of myocardial infarction, ischemia, and hypertrophy. </a:t>
          </a:r>
        </a:p>
      </dgm:t>
    </dgm:pt>
    <dgm:pt modelId="{B7DA81C1-75F5-4AE9-A3B1-1FE38BA3D28E}" type="parTrans" cxnId="{A99A1D27-DF34-460A-93D8-04E39E791F3E}">
      <dgm:prSet/>
      <dgm:spPr/>
      <dgm:t>
        <a:bodyPr/>
        <a:lstStyle/>
        <a:p>
          <a:pPr algn="just"/>
          <a:endParaRPr lang="en-IN" sz="1800">
            <a:latin typeface="+mn-lt"/>
          </a:endParaRPr>
        </a:p>
      </dgm:t>
    </dgm:pt>
    <dgm:pt modelId="{F0AE8351-872A-4FF9-824D-2357FD56EBCC}" type="sibTrans" cxnId="{A99A1D27-DF34-460A-93D8-04E39E791F3E}">
      <dgm:prSet/>
      <dgm:spPr/>
      <dgm:t>
        <a:bodyPr/>
        <a:lstStyle/>
        <a:p>
          <a:pPr algn="just"/>
          <a:endParaRPr lang="en-IN" sz="1800">
            <a:latin typeface="+mn-lt"/>
          </a:endParaRPr>
        </a:p>
      </dgm:t>
    </dgm:pt>
    <dgm:pt modelId="{5DEDC4B2-F795-447E-A94F-96D7A88DCAF3}">
      <dgm:prSet phldrT="[Text]" custT="1"/>
      <dgm:spPr/>
      <dgm:t>
        <a:bodyPr/>
        <a:lstStyle/>
        <a:p>
          <a:pPr algn="just"/>
          <a:r>
            <a:rPr lang="en-US" sz="2200" dirty="0">
              <a:latin typeface="+mn-lt"/>
            </a:rPr>
            <a:t>A </a:t>
          </a:r>
          <a:r>
            <a:rPr lang="en-US" sz="2200" b="1" dirty="0">
              <a:latin typeface="+mn-lt"/>
            </a:rPr>
            <a:t>Polaroid camera photographs the oscilloscope screen to provide a permanent record</a:t>
          </a:r>
          <a:r>
            <a:rPr lang="en-US" sz="2200" dirty="0">
              <a:latin typeface="+mn-lt"/>
            </a:rPr>
            <a:t>. </a:t>
          </a:r>
          <a:endParaRPr lang="en-IN" sz="2200" dirty="0">
            <a:latin typeface="+mn-lt"/>
          </a:endParaRPr>
        </a:p>
      </dgm:t>
    </dgm:pt>
    <dgm:pt modelId="{A15FA0C1-BEEA-4D9C-9EDD-E849B389675C}" type="parTrans" cxnId="{BD66DAF9-B167-4C63-B296-5C2E11CFAA13}">
      <dgm:prSet/>
      <dgm:spPr/>
      <dgm:t>
        <a:bodyPr/>
        <a:lstStyle/>
        <a:p>
          <a:pPr algn="just"/>
          <a:endParaRPr lang="en-IN" sz="1800">
            <a:latin typeface="+mn-lt"/>
          </a:endParaRPr>
        </a:p>
      </dgm:t>
    </dgm:pt>
    <dgm:pt modelId="{319A78C4-2676-46E3-8433-7427C32ED687}" type="sibTrans" cxnId="{BD66DAF9-B167-4C63-B296-5C2E11CFAA13}">
      <dgm:prSet/>
      <dgm:spPr/>
      <dgm:t>
        <a:bodyPr/>
        <a:lstStyle/>
        <a:p>
          <a:pPr algn="just"/>
          <a:endParaRPr lang="en-IN" sz="1800">
            <a:latin typeface="+mn-lt"/>
          </a:endParaRPr>
        </a:p>
      </dgm:t>
    </dgm:pt>
    <dgm:pt modelId="{C27B5440-CD87-4D8E-881E-8A91844160FC}">
      <dgm:prSet custT="1"/>
      <dgm:spPr/>
      <dgm:t>
        <a:bodyPr/>
        <a:lstStyle/>
        <a:p>
          <a:pPr algn="just"/>
          <a:r>
            <a:rPr lang="en-US" sz="2200" dirty="0">
              <a:latin typeface="+mn-lt"/>
            </a:rPr>
            <a:t>It is the recording of the moment-to-moment electromotive forces of the heart on a plane of the body surface delineated as a vector function of time. </a:t>
          </a:r>
          <a:endParaRPr lang="en-IN" sz="2200" dirty="0">
            <a:latin typeface="+mn-lt"/>
          </a:endParaRPr>
        </a:p>
      </dgm:t>
    </dgm:pt>
    <dgm:pt modelId="{99A76420-9568-47D7-A9DD-1D26EDE7F141}" type="parTrans" cxnId="{6E85FBEC-41D4-4B75-871B-96EEDE5FBA4D}">
      <dgm:prSet/>
      <dgm:spPr/>
      <dgm:t>
        <a:bodyPr/>
        <a:lstStyle/>
        <a:p>
          <a:endParaRPr lang="en-IN" sz="1800">
            <a:latin typeface="+mn-lt"/>
          </a:endParaRPr>
        </a:p>
      </dgm:t>
    </dgm:pt>
    <dgm:pt modelId="{E8A003B7-7222-49E3-BC7C-3FE12689B3AF}" type="sibTrans" cxnId="{6E85FBEC-41D4-4B75-871B-96EEDE5FBA4D}">
      <dgm:prSet/>
      <dgm:spPr/>
      <dgm:t>
        <a:bodyPr/>
        <a:lstStyle/>
        <a:p>
          <a:endParaRPr lang="en-IN" sz="1800">
            <a:latin typeface="+mn-lt"/>
          </a:endParaRPr>
        </a:p>
      </dgm:t>
    </dgm:pt>
    <dgm:pt modelId="{CB2320D9-D924-4E1E-961E-F75D5603677D}">
      <dgm:prSet phldrT="[Text]" custT="1"/>
      <dgm:spPr/>
      <dgm:t>
        <a:bodyPr/>
        <a:lstStyle/>
        <a:p>
          <a:pPr algn="just"/>
          <a:r>
            <a:rPr lang="en-US" sz="2200" dirty="0">
              <a:latin typeface="+mn-lt"/>
            </a:rPr>
            <a:t>With the modern computer facilities, the vectorcardiography may be clinically used in an extensive manner, even though it is not widely used clinically now. </a:t>
          </a:r>
          <a:endParaRPr lang="en-IN" sz="2200" dirty="0">
            <a:latin typeface="+mn-lt"/>
          </a:endParaRPr>
        </a:p>
      </dgm:t>
    </dgm:pt>
    <dgm:pt modelId="{68746DB7-9BCB-49FD-84E6-F06D431D8124}" type="parTrans" cxnId="{647881C7-34B4-4EEE-A6B1-4C892EDCBAA2}">
      <dgm:prSet/>
      <dgm:spPr/>
      <dgm:t>
        <a:bodyPr/>
        <a:lstStyle/>
        <a:p>
          <a:endParaRPr lang="en-IN"/>
        </a:p>
      </dgm:t>
    </dgm:pt>
    <dgm:pt modelId="{D380068A-9544-4048-B159-5481BB0C9095}" type="sibTrans" cxnId="{647881C7-34B4-4EEE-A6B1-4C892EDCBAA2}">
      <dgm:prSet/>
      <dgm:spPr/>
      <dgm:t>
        <a:bodyPr/>
        <a:lstStyle/>
        <a:p>
          <a:endParaRPr lang="en-IN"/>
        </a:p>
      </dgm:t>
    </dgm:pt>
    <dgm:pt modelId="{A5DAE6FB-6CF0-467D-936A-FC61AC36490A}">
      <dgm:prSet custT="1"/>
      <dgm:spPr/>
      <dgm:t>
        <a:bodyPr/>
        <a:lstStyle/>
        <a:p>
          <a:pPr algn="just"/>
          <a:r>
            <a:rPr lang="en-US" sz="2200" dirty="0">
              <a:latin typeface="+mn-lt"/>
            </a:rPr>
            <a:t>It achieved a higher sensitivity for the detection of hypertrophy as well as </a:t>
          </a:r>
          <a:r>
            <a:rPr lang="en-US" sz="2200" dirty="0" err="1">
              <a:latin typeface="+mn-lt"/>
            </a:rPr>
            <a:t>ischaemic</a:t>
          </a:r>
          <a:r>
            <a:rPr lang="en-US" sz="2200" dirty="0">
              <a:latin typeface="+mn-lt"/>
            </a:rPr>
            <a:t> heart disease.</a:t>
          </a:r>
          <a:endParaRPr lang="en-IN" sz="2200" dirty="0">
            <a:latin typeface="+mn-lt"/>
          </a:endParaRPr>
        </a:p>
      </dgm:t>
    </dgm:pt>
    <dgm:pt modelId="{DE950812-F4D2-442E-BF65-8700117770E8}" type="parTrans" cxnId="{ADED101E-98A9-4240-8749-C9D6A12A1752}">
      <dgm:prSet/>
      <dgm:spPr/>
      <dgm:t>
        <a:bodyPr/>
        <a:lstStyle/>
        <a:p>
          <a:endParaRPr lang="en-IN"/>
        </a:p>
      </dgm:t>
    </dgm:pt>
    <dgm:pt modelId="{34E3CABD-6214-43D3-86A8-435E5DA75386}" type="sibTrans" cxnId="{ADED101E-98A9-4240-8749-C9D6A12A1752}">
      <dgm:prSet/>
      <dgm:spPr/>
      <dgm:t>
        <a:bodyPr/>
        <a:lstStyle/>
        <a:p>
          <a:endParaRPr lang="en-IN"/>
        </a:p>
      </dgm:t>
    </dgm:pt>
    <dgm:pt modelId="{1A59B11A-E923-40EF-A403-C96810C0BD0E}">
      <dgm:prSet phldrT="[Text]" custT="1"/>
      <dgm:spPr/>
      <dgm:t>
        <a:bodyPr/>
        <a:lstStyle/>
        <a:p>
          <a:pPr algn="just"/>
          <a:r>
            <a:rPr lang="en-US" sz="2200" dirty="0"/>
            <a:t>The vector cardiogram appears as loops in each plane. </a:t>
          </a:r>
          <a:endParaRPr lang="en-IN" sz="2200" dirty="0">
            <a:latin typeface="+mn-lt"/>
          </a:endParaRPr>
        </a:p>
      </dgm:t>
    </dgm:pt>
    <dgm:pt modelId="{778E0720-C784-42BA-9707-90E15CCF3889}" type="parTrans" cxnId="{6603FD38-DFE9-4CB8-9F5B-07E5BD8812E1}">
      <dgm:prSet/>
      <dgm:spPr/>
      <dgm:t>
        <a:bodyPr/>
        <a:lstStyle/>
        <a:p>
          <a:endParaRPr lang="en-IN"/>
        </a:p>
      </dgm:t>
    </dgm:pt>
    <dgm:pt modelId="{0ABD1A6B-E413-41BB-A845-A4B9CD08BDA5}" type="sibTrans" cxnId="{6603FD38-DFE9-4CB8-9F5B-07E5BD8812E1}">
      <dgm:prSet/>
      <dgm:spPr/>
      <dgm:t>
        <a:bodyPr/>
        <a:lstStyle/>
        <a:p>
          <a:endParaRPr lang="en-IN"/>
        </a:p>
      </dgm:t>
    </dgm:pt>
    <dgm:pt modelId="{A2ADE248-F226-4254-A915-8E1A61A8C293}">
      <dgm:prSet phldrT="[Text]" custT="1"/>
      <dgm:spPr/>
      <dgm:t>
        <a:bodyPr/>
        <a:lstStyle/>
        <a:p>
          <a:pPr algn="just"/>
          <a:r>
            <a:rPr lang="en-US" sz="2200" dirty="0"/>
            <a:t>There are three loops corresponding to P, QRS and T waves. Among this the QRS complex loop is dominating one. </a:t>
          </a:r>
          <a:endParaRPr lang="en-IN" sz="2200" dirty="0">
            <a:latin typeface="+mn-lt"/>
          </a:endParaRPr>
        </a:p>
      </dgm:t>
    </dgm:pt>
    <dgm:pt modelId="{B2E4A864-1C8A-46A5-858A-AF93E7BE7D50}" type="parTrans" cxnId="{25A487DB-7580-41BB-BBE2-7D2120755D64}">
      <dgm:prSet/>
      <dgm:spPr/>
      <dgm:t>
        <a:bodyPr/>
        <a:lstStyle/>
        <a:p>
          <a:endParaRPr lang="en-IN"/>
        </a:p>
      </dgm:t>
    </dgm:pt>
    <dgm:pt modelId="{58111D55-BEA6-4B14-B998-A4482ABF4385}" type="sibTrans" cxnId="{25A487DB-7580-41BB-BBE2-7D2120755D64}">
      <dgm:prSet/>
      <dgm:spPr/>
      <dgm:t>
        <a:bodyPr/>
        <a:lstStyle/>
        <a:p>
          <a:endParaRPr lang="en-IN"/>
        </a:p>
      </dgm:t>
    </dgm:pt>
    <dgm:pt modelId="{AC7344E7-8A44-4F1A-B361-85905FF9855D}">
      <dgm:prSet phldrT="[Text]" custT="1"/>
      <dgm:spPr/>
      <dgm:t>
        <a:bodyPr/>
        <a:lstStyle/>
        <a:p>
          <a:pPr algn="just"/>
          <a:r>
            <a:rPr lang="en-US" sz="2200" b="0" i="0" dirty="0">
              <a:latin typeface="+mn-lt"/>
            </a:rPr>
            <a:t>However, in clinical practice, measurement of VCG is not usually used because it requires additional electrodes placed on the patient’s body.</a:t>
          </a:r>
          <a:endParaRPr lang="en-IN" sz="2200" dirty="0">
            <a:latin typeface="+mn-lt"/>
          </a:endParaRPr>
        </a:p>
      </dgm:t>
    </dgm:pt>
    <dgm:pt modelId="{2D873BCE-9188-4262-B50A-9BA440FBCC73}" type="parTrans" cxnId="{29C19624-1642-4281-ADB0-AFC480FC88EF}">
      <dgm:prSet/>
      <dgm:spPr/>
      <dgm:t>
        <a:bodyPr/>
        <a:lstStyle/>
        <a:p>
          <a:endParaRPr lang="en-IN"/>
        </a:p>
      </dgm:t>
    </dgm:pt>
    <dgm:pt modelId="{C2848B1C-384E-43E4-826C-832BD9A645A6}" type="sibTrans" cxnId="{29C19624-1642-4281-ADB0-AFC480FC88EF}">
      <dgm:prSet/>
      <dgm:spPr/>
      <dgm:t>
        <a:bodyPr/>
        <a:lstStyle/>
        <a:p>
          <a:endParaRPr lang="en-IN"/>
        </a:p>
      </dgm:t>
    </dgm:pt>
    <dgm:pt modelId="{3A2A7837-11C3-4BDE-ABC0-4CA512CC6716}" type="pres">
      <dgm:prSet presAssocID="{6AD61D01-9560-4CC9-ABE5-FA13082CD4EA}" presName="linear" presStyleCnt="0">
        <dgm:presLayoutVars>
          <dgm:animLvl val="lvl"/>
          <dgm:resizeHandles val="exact"/>
        </dgm:presLayoutVars>
      </dgm:prSet>
      <dgm:spPr/>
      <dgm:t>
        <a:bodyPr/>
        <a:lstStyle/>
        <a:p>
          <a:endParaRPr lang="en-IN"/>
        </a:p>
      </dgm:t>
    </dgm:pt>
    <dgm:pt modelId="{2BE02749-AA0A-4F2C-A604-2B5965A1646D}" type="pres">
      <dgm:prSet presAssocID="{EDA1CF49-7835-4265-9FCF-6C9011BF739C}" presName="parentText" presStyleLbl="node1" presStyleIdx="0" presStyleCnt="2" custScaleY="70290" custLinFactNeighborY="-13714">
        <dgm:presLayoutVars>
          <dgm:chMax val="0"/>
          <dgm:bulletEnabled val="1"/>
        </dgm:presLayoutVars>
      </dgm:prSet>
      <dgm:spPr/>
      <dgm:t>
        <a:bodyPr/>
        <a:lstStyle/>
        <a:p>
          <a:endParaRPr lang="en-IN"/>
        </a:p>
      </dgm:t>
    </dgm:pt>
    <dgm:pt modelId="{CED7BCFC-FFC4-4F70-9136-72B40FE3F3F6}" type="pres">
      <dgm:prSet presAssocID="{EDA1CF49-7835-4265-9FCF-6C9011BF739C}" presName="childText" presStyleLbl="revTx" presStyleIdx="0" presStyleCnt="2" custScaleY="91802" custLinFactNeighborY="-6084">
        <dgm:presLayoutVars>
          <dgm:bulletEnabled val="1"/>
        </dgm:presLayoutVars>
      </dgm:prSet>
      <dgm:spPr/>
      <dgm:t>
        <a:bodyPr/>
        <a:lstStyle/>
        <a:p>
          <a:endParaRPr lang="en-IN"/>
        </a:p>
      </dgm:t>
    </dgm:pt>
    <dgm:pt modelId="{D4D5AD1F-575E-4FFE-823E-599C471D45D8}" type="pres">
      <dgm:prSet presAssocID="{7D29C6E9-7855-45DB-81B5-D951558EB3A4}" presName="parentText" presStyleLbl="node1" presStyleIdx="1" presStyleCnt="2" custScaleY="81209">
        <dgm:presLayoutVars>
          <dgm:chMax val="0"/>
          <dgm:bulletEnabled val="1"/>
        </dgm:presLayoutVars>
      </dgm:prSet>
      <dgm:spPr/>
      <dgm:t>
        <a:bodyPr/>
        <a:lstStyle/>
        <a:p>
          <a:endParaRPr lang="en-IN"/>
        </a:p>
      </dgm:t>
    </dgm:pt>
    <dgm:pt modelId="{0FB5278F-2678-4E2F-A5D6-BE68C9B80D07}" type="pres">
      <dgm:prSet presAssocID="{7D29C6E9-7855-45DB-81B5-D951558EB3A4}" presName="childText" presStyleLbl="revTx" presStyleIdx="1" presStyleCnt="2">
        <dgm:presLayoutVars>
          <dgm:bulletEnabled val="1"/>
        </dgm:presLayoutVars>
      </dgm:prSet>
      <dgm:spPr/>
      <dgm:t>
        <a:bodyPr/>
        <a:lstStyle/>
        <a:p>
          <a:endParaRPr lang="en-IN"/>
        </a:p>
      </dgm:t>
    </dgm:pt>
  </dgm:ptLst>
  <dgm:cxnLst>
    <dgm:cxn modelId="{DD0CABAC-94BB-4A47-93C2-379946876657}" type="presOf" srcId="{7D29C6E9-7855-45DB-81B5-D951558EB3A4}" destId="{D4D5AD1F-575E-4FFE-823E-599C471D45D8}" srcOrd="0" destOrd="0" presId="urn:microsoft.com/office/officeart/2005/8/layout/vList2"/>
    <dgm:cxn modelId="{29C19624-1642-4281-ADB0-AFC480FC88EF}" srcId="{7D29C6E9-7855-45DB-81B5-D951558EB3A4}" destId="{AC7344E7-8A44-4F1A-B361-85905FF9855D}" srcOrd="1" destOrd="0" parTransId="{2D873BCE-9188-4262-B50A-9BA440FBCC73}" sibTransId="{C2848B1C-384E-43E4-826C-832BD9A645A6}"/>
    <dgm:cxn modelId="{25A487DB-7580-41BB-BBE2-7D2120755D64}" srcId="{EDA1CF49-7835-4265-9FCF-6C9011BF739C}" destId="{A2ADE248-F226-4254-A915-8E1A61A8C293}" srcOrd="1" destOrd="0" parTransId="{B2E4A864-1C8A-46A5-858A-AF93E7BE7D50}" sibTransId="{58111D55-BEA6-4B14-B998-A4482ABF4385}"/>
    <dgm:cxn modelId="{4D2539A0-CC28-455B-AECC-6CA47B8BF5E2}" type="presOf" srcId="{EDA1CF49-7835-4265-9FCF-6C9011BF739C}" destId="{2BE02749-AA0A-4F2C-A604-2B5965A1646D}" srcOrd="0" destOrd="0" presId="urn:microsoft.com/office/officeart/2005/8/layout/vList2"/>
    <dgm:cxn modelId="{647881C7-34B4-4EEE-A6B1-4C892EDCBAA2}" srcId="{7D29C6E9-7855-45DB-81B5-D951558EB3A4}" destId="{CB2320D9-D924-4E1E-961E-F75D5603677D}" srcOrd="2" destOrd="0" parTransId="{68746DB7-9BCB-49FD-84E6-F06D431D8124}" sibTransId="{D380068A-9544-4048-B159-5481BB0C9095}"/>
    <dgm:cxn modelId="{24735D6E-5682-4188-AA9B-7853ABD72B9D}" type="presOf" srcId="{C27B5440-CD87-4D8E-881E-8A91844160FC}" destId="{0FB5278F-2678-4E2F-A5D6-BE68C9B80D07}" srcOrd="0" destOrd="3" presId="urn:microsoft.com/office/officeart/2005/8/layout/vList2"/>
    <dgm:cxn modelId="{A99A1D27-DF34-460A-93D8-04E39E791F3E}" srcId="{6AD61D01-9560-4CC9-ABE5-FA13082CD4EA}" destId="{7D29C6E9-7855-45DB-81B5-D951558EB3A4}" srcOrd="1" destOrd="0" parTransId="{B7DA81C1-75F5-4AE9-A3B1-1FE38BA3D28E}" sibTransId="{F0AE8351-872A-4FF9-824D-2357FD56EBCC}"/>
    <dgm:cxn modelId="{B193F534-7B1B-4AE7-80BB-3C2690009E6B}" type="presOf" srcId="{CB2320D9-D924-4E1E-961E-F75D5603677D}" destId="{0FB5278F-2678-4E2F-A5D6-BE68C9B80D07}" srcOrd="0" destOrd="2" presId="urn:microsoft.com/office/officeart/2005/8/layout/vList2"/>
    <dgm:cxn modelId="{C0E439CC-DABB-4DA4-9BAD-2338E335AC33}" type="presOf" srcId="{AC7344E7-8A44-4F1A-B361-85905FF9855D}" destId="{0FB5278F-2678-4E2F-A5D6-BE68C9B80D07}" srcOrd="0" destOrd="1" presId="urn:microsoft.com/office/officeart/2005/8/layout/vList2"/>
    <dgm:cxn modelId="{2E1ACD0D-D30F-49BC-A20F-F7B18728B91B}" type="presOf" srcId="{A2ADE248-F226-4254-A915-8E1A61A8C293}" destId="{CED7BCFC-FFC4-4F70-9136-72B40FE3F3F6}" srcOrd="0" destOrd="1" presId="urn:microsoft.com/office/officeart/2005/8/layout/vList2"/>
    <dgm:cxn modelId="{28BA8454-F5D5-4AA0-9A17-35DA027BAB8D}" srcId="{6AD61D01-9560-4CC9-ABE5-FA13082CD4EA}" destId="{EDA1CF49-7835-4265-9FCF-6C9011BF739C}" srcOrd="0" destOrd="0" parTransId="{01B94506-79E7-4F3D-92DF-C91164CDBFEC}" sibTransId="{CCCDD16D-F0D1-4A3C-9C6A-C5271F7E0CD8}"/>
    <dgm:cxn modelId="{FE9CE483-8D45-427C-84EB-67C28F574265}" type="presOf" srcId="{1A59B11A-E923-40EF-A403-C96810C0BD0E}" destId="{CED7BCFC-FFC4-4F70-9136-72B40FE3F3F6}" srcOrd="0" destOrd="0" presId="urn:microsoft.com/office/officeart/2005/8/layout/vList2"/>
    <dgm:cxn modelId="{6E85FBEC-41D4-4B75-871B-96EEDE5FBA4D}" srcId="{7D29C6E9-7855-45DB-81B5-D951558EB3A4}" destId="{C27B5440-CD87-4D8E-881E-8A91844160FC}" srcOrd="3" destOrd="0" parTransId="{99A76420-9568-47D7-A9DD-1D26EDE7F141}" sibTransId="{E8A003B7-7222-49E3-BC7C-3FE12689B3AF}"/>
    <dgm:cxn modelId="{457B0089-9D7F-4DF5-840A-81B3F1A83BB5}" type="presOf" srcId="{A5DAE6FB-6CF0-467D-936A-FC61AC36490A}" destId="{0FB5278F-2678-4E2F-A5D6-BE68C9B80D07}" srcOrd="0" destOrd="4" presId="urn:microsoft.com/office/officeart/2005/8/layout/vList2"/>
    <dgm:cxn modelId="{BFCF37F2-3DB0-4DF8-BDCF-FEE7E2DC9CB4}" type="presOf" srcId="{5DEDC4B2-F795-447E-A94F-96D7A88DCAF3}" destId="{0FB5278F-2678-4E2F-A5D6-BE68C9B80D07}" srcOrd="0" destOrd="0" presId="urn:microsoft.com/office/officeart/2005/8/layout/vList2"/>
    <dgm:cxn modelId="{ADED101E-98A9-4240-8749-C9D6A12A1752}" srcId="{7D29C6E9-7855-45DB-81B5-D951558EB3A4}" destId="{A5DAE6FB-6CF0-467D-936A-FC61AC36490A}" srcOrd="4" destOrd="0" parTransId="{DE950812-F4D2-442E-BF65-8700117770E8}" sibTransId="{34E3CABD-6214-43D3-86A8-435E5DA75386}"/>
    <dgm:cxn modelId="{6603FD38-DFE9-4CB8-9F5B-07E5BD8812E1}" srcId="{EDA1CF49-7835-4265-9FCF-6C9011BF739C}" destId="{1A59B11A-E923-40EF-A403-C96810C0BD0E}" srcOrd="0" destOrd="0" parTransId="{778E0720-C784-42BA-9707-90E15CCF3889}" sibTransId="{0ABD1A6B-E413-41BB-A845-A4B9CD08BDA5}"/>
    <dgm:cxn modelId="{8F0531BB-E1A2-481B-8C5E-786246AAAE86}" type="presOf" srcId="{6AD61D01-9560-4CC9-ABE5-FA13082CD4EA}" destId="{3A2A7837-11C3-4BDE-ABC0-4CA512CC6716}" srcOrd="0" destOrd="0" presId="urn:microsoft.com/office/officeart/2005/8/layout/vList2"/>
    <dgm:cxn modelId="{BD66DAF9-B167-4C63-B296-5C2E11CFAA13}" srcId="{7D29C6E9-7855-45DB-81B5-D951558EB3A4}" destId="{5DEDC4B2-F795-447E-A94F-96D7A88DCAF3}" srcOrd="0" destOrd="0" parTransId="{A15FA0C1-BEEA-4D9C-9EDD-E849B389675C}" sibTransId="{319A78C4-2676-46E3-8433-7427C32ED687}"/>
    <dgm:cxn modelId="{BABB991D-8CC5-4F38-A395-44F5CE048556}" type="presParOf" srcId="{3A2A7837-11C3-4BDE-ABC0-4CA512CC6716}" destId="{2BE02749-AA0A-4F2C-A604-2B5965A1646D}" srcOrd="0" destOrd="0" presId="urn:microsoft.com/office/officeart/2005/8/layout/vList2"/>
    <dgm:cxn modelId="{3C5FD6B9-B2EB-4827-87DC-3CC3E1383C9A}" type="presParOf" srcId="{3A2A7837-11C3-4BDE-ABC0-4CA512CC6716}" destId="{CED7BCFC-FFC4-4F70-9136-72B40FE3F3F6}" srcOrd="1" destOrd="0" presId="urn:microsoft.com/office/officeart/2005/8/layout/vList2"/>
    <dgm:cxn modelId="{72028856-3E26-43A1-9579-34D6FE7BF918}" type="presParOf" srcId="{3A2A7837-11C3-4BDE-ABC0-4CA512CC6716}" destId="{D4D5AD1F-575E-4FFE-823E-599C471D45D8}" srcOrd="2" destOrd="0" presId="urn:microsoft.com/office/officeart/2005/8/layout/vList2"/>
    <dgm:cxn modelId="{AF2C949C-26B1-44F9-A05A-B06B61BB8B9C}" type="presParOf" srcId="{3A2A7837-11C3-4BDE-ABC0-4CA512CC6716}" destId="{0FB5278F-2678-4E2F-A5D6-BE68C9B80D07}"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A0195BC9-5016-4306-A98F-680D042E4110}"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IN"/>
        </a:p>
      </dgm:t>
    </dgm:pt>
    <dgm:pt modelId="{2EAFBFE2-3F7E-4B72-99F8-B5D3EA2ABA01}">
      <dgm:prSet phldrT="[Text]" custT="1"/>
      <dgm:spPr/>
      <dgm:t>
        <a:bodyPr/>
        <a:lstStyle/>
        <a:p>
          <a:r>
            <a:rPr lang="en-IN" sz="4000" b="1" dirty="0">
              <a:effectLst>
                <a:outerShdw blurRad="38100" dist="38100" dir="2700000" algn="tl">
                  <a:srgbClr val="000000">
                    <a:alpha val="43137"/>
                  </a:srgbClr>
                </a:outerShdw>
              </a:effectLst>
            </a:rPr>
            <a:t>Phonocardiograph</a:t>
          </a:r>
        </a:p>
      </dgm:t>
    </dgm:pt>
    <dgm:pt modelId="{9C5EAC68-8086-4F1C-A2C3-7B7EBD71130C}" type="parTrans" cxnId="{32B122D0-E570-4F41-B8D3-0023C1908B52}">
      <dgm:prSet/>
      <dgm:spPr/>
      <dgm:t>
        <a:bodyPr/>
        <a:lstStyle/>
        <a:p>
          <a:endParaRPr lang="en-IN" sz="2000"/>
        </a:p>
      </dgm:t>
    </dgm:pt>
    <dgm:pt modelId="{A879DF53-5D6E-4040-AFCA-F95AD645C9B2}" type="sibTrans" cxnId="{32B122D0-E570-4F41-B8D3-0023C1908B52}">
      <dgm:prSet/>
      <dgm:spPr/>
      <dgm:t>
        <a:bodyPr/>
        <a:lstStyle/>
        <a:p>
          <a:endParaRPr lang="en-IN" sz="2000"/>
        </a:p>
      </dgm:t>
    </dgm:pt>
    <dgm:pt modelId="{9370993C-9041-4A0B-ADE5-D4779788AE62}">
      <dgm:prSet phldrT="[Text]" custT="1"/>
      <dgm:spPr/>
      <dgm:t>
        <a:bodyPr/>
        <a:lstStyle/>
        <a:p>
          <a:pPr algn="just"/>
          <a:r>
            <a:rPr lang="en-US" sz="2800" b="1" dirty="0"/>
            <a:t>Phonocardiography</a:t>
          </a:r>
          <a:r>
            <a:rPr lang="en-US" sz="2800" b="0" dirty="0"/>
            <a:t>, diagnostic technique that creates a graphic record, or </a:t>
          </a:r>
          <a:r>
            <a:rPr lang="en-US" sz="2800" b="1" dirty="0"/>
            <a:t>phonocardiogram</a:t>
          </a:r>
          <a:r>
            <a:rPr lang="en-US" sz="2800" b="0" dirty="0"/>
            <a:t>, of the sounds and murmurs produced by the contracting heart, including its valves and associated great vessels. </a:t>
          </a:r>
          <a:endParaRPr lang="en-IN" sz="2800" dirty="0"/>
        </a:p>
      </dgm:t>
    </dgm:pt>
    <dgm:pt modelId="{9AD4B4D6-243E-449B-B2A7-A6D6C0960812}" type="parTrans" cxnId="{E05AF1A2-8DEE-4FD4-BB42-9C13E53366B5}">
      <dgm:prSet/>
      <dgm:spPr/>
      <dgm:t>
        <a:bodyPr/>
        <a:lstStyle/>
        <a:p>
          <a:endParaRPr lang="en-IN" sz="2000"/>
        </a:p>
      </dgm:t>
    </dgm:pt>
    <dgm:pt modelId="{2702B9A9-1613-472F-93BB-FE89C828BD5D}" type="sibTrans" cxnId="{E05AF1A2-8DEE-4FD4-BB42-9C13E53366B5}">
      <dgm:prSet/>
      <dgm:spPr/>
      <dgm:t>
        <a:bodyPr/>
        <a:lstStyle/>
        <a:p>
          <a:endParaRPr lang="en-IN" sz="2000"/>
        </a:p>
      </dgm:t>
    </dgm:pt>
    <dgm:pt modelId="{31AC2E5F-7546-4205-9F58-81FD584FB8FC}">
      <dgm:prSet phldrT="[Text]" custT="1"/>
      <dgm:spPr/>
      <dgm:t>
        <a:bodyPr/>
        <a:lstStyle/>
        <a:p>
          <a:pPr algn="just"/>
          <a:r>
            <a:rPr lang="en-US" sz="2800" b="0" dirty="0"/>
            <a:t>The phonocardiogram is obtained either with a chest microphone or with a miniature sensor in the tip of a small tubular instrument that is introduced via the blood vessels into one of the heart chambers. </a:t>
          </a:r>
          <a:endParaRPr lang="en-IN" sz="2800" dirty="0"/>
        </a:p>
      </dgm:t>
    </dgm:pt>
    <dgm:pt modelId="{97973532-C45D-4E33-9B5C-1E4047A15838}" type="parTrans" cxnId="{FEE78E1C-5DE1-43E3-9701-5AC322F1ED76}">
      <dgm:prSet/>
      <dgm:spPr/>
      <dgm:t>
        <a:bodyPr/>
        <a:lstStyle/>
        <a:p>
          <a:endParaRPr lang="en-IN" sz="2000"/>
        </a:p>
      </dgm:t>
    </dgm:pt>
    <dgm:pt modelId="{67B1F7C2-DDDD-437F-860B-E4677B766C49}" type="sibTrans" cxnId="{FEE78E1C-5DE1-43E3-9701-5AC322F1ED76}">
      <dgm:prSet/>
      <dgm:spPr/>
      <dgm:t>
        <a:bodyPr/>
        <a:lstStyle/>
        <a:p>
          <a:endParaRPr lang="en-IN" sz="2000"/>
        </a:p>
      </dgm:t>
    </dgm:pt>
    <dgm:pt modelId="{65C05DEE-2BCC-4698-90D9-B6EC77CCE61E}">
      <dgm:prSet phldrT="[Text]" custT="1"/>
      <dgm:spPr/>
      <dgm:t>
        <a:bodyPr/>
        <a:lstStyle/>
        <a:p>
          <a:pPr algn="just"/>
          <a:r>
            <a:rPr lang="en-US" sz="2800" b="0" dirty="0"/>
            <a:t>The phonocardiogram usually supplements the information obtained by listening to body sounds with a stethoscope (auscultation) and is of special diagnostic value when performed simultaneously with measurement of the electrical properties of the heart (electrocardiography) and pulse rate.</a:t>
          </a:r>
          <a:endParaRPr lang="en-IN" sz="2800" dirty="0"/>
        </a:p>
      </dgm:t>
    </dgm:pt>
    <dgm:pt modelId="{35EA01ED-AB0A-4F6D-95C3-CBB1B3E02473}" type="parTrans" cxnId="{44D6E0A6-DA34-407A-B986-7F7138F3214A}">
      <dgm:prSet/>
      <dgm:spPr/>
      <dgm:t>
        <a:bodyPr/>
        <a:lstStyle/>
        <a:p>
          <a:endParaRPr lang="en-IN" sz="2000"/>
        </a:p>
      </dgm:t>
    </dgm:pt>
    <dgm:pt modelId="{C0270484-10AD-4B4E-B5F6-D3BF2E281A25}" type="sibTrans" cxnId="{44D6E0A6-DA34-407A-B986-7F7138F3214A}">
      <dgm:prSet/>
      <dgm:spPr/>
      <dgm:t>
        <a:bodyPr/>
        <a:lstStyle/>
        <a:p>
          <a:endParaRPr lang="en-IN" sz="2000"/>
        </a:p>
      </dgm:t>
    </dgm:pt>
    <dgm:pt modelId="{CD315F7E-4325-48DA-81D1-318C763F4CE1}">
      <dgm:prSet phldrT="[Text]" custT="1"/>
      <dgm:spPr/>
      <dgm:t>
        <a:bodyPr/>
        <a:lstStyle/>
        <a:p>
          <a:pPr algn="just"/>
          <a:r>
            <a:rPr lang="en-IN" sz="2800" dirty="0">
              <a:effectLst/>
              <a:ea typeface="Calibri" panose="020F0502020204030204" pitchFamily="34" charset="0"/>
              <a:cs typeface="Times New Roman" panose="02020603050405020304" pitchFamily="18" charset="0"/>
            </a:rPr>
            <a:t>The </a:t>
          </a:r>
          <a:r>
            <a:rPr lang="en-IN" sz="2800" b="1" dirty="0">
              <a:effectLst/>
              <a:ea typeface="Calibri" panose="020F0502020204030204" pitchFamily="34" charset="0"/>
              <a:cs typeface="Times New Roman" panose="02020603050405020304" pitchFamily="18" charset="0"/>
            </a:rPr>
            <a:t>device monitors the heart activity in terms of sound</a:t>
          </a:r>
          <a:r>
            <a:rPr lang="en-IN" sz="2800" dirty="0">
              <a:effectLst/>
              <a:ea typeface="Calibri" panose="020F0502020204030204" pitchFamily="34" charset="0"/>
              <a:cs typeface="Times New Roman" panose="02020603050405020304" pitchFamily="18" charset="0"/>
            </a:rPr>
            <a:t> instead of electrical signals in an </a:t>
          </a:r>
          <a:r>
            <a:rPr lang="en-IN" sz="2800" b="1" dirty="0">
              <a:effectLst/>
              <a:ea typeface="Calibri" panose="020F0502020204030204" pitchFamily="34" charset="0"/>
              <a:cs typeface="Times New Roman" panose="02020603050405020304" pitchFamily="18" charset="0"/>
            </a:rPr>
            <a:t>electrocardiograph</a:t>
          </a:r>
          <a:r>
            <a:rPr lang="en-IN" sz="2800" dirty="0">
              <a:effectLst/>
              <a:ea typeface="Calibri" panose="020F0502020204030204" pitchFamily="34" charset="0"/>
              <a:cs typeface="Times New Roman" panose="02020603050405020304" pitchFamily="18" charset="0"/>
            </a:rPr>
            <a:t>.</a:t>
          </a:r>
          <a:endParaRPr lang="en-IN" sz="2800" dirty="0"/>
        </a:p>
      </dgm:t>
    </dgm:pt>
    <dgm:pt modelId="{87FBD84E-4B9C-49BC-8D1F-14C1AE62F28A}" type="parTrans" cxnId="{191C3CDC-6A01-44F2-A2AB-21850CCF1167}">
      <dgm:prSet/>
      <dgm:spPr/>
      <dgm:t>
        <a:bodyPr/>
        <a:lstStyle/>
        <a:p>
          <a:endParaRPr lang="en-IN" sz="2000"/>
        </a:p>
      </dgm:t>
    </dgm:pt>
    <dgm:pt modelId="{73C3C7FE-6D1D-4602-B498-795433201CE8}" type="sibTrans" cxnId="{191C3CDC-6A01-44F2-A2AB-21850CCF1167}">
      <dgm:prSet/>
      <dgm:spPr/>
      <dgm:t>
        <a:bodyPr/>
        <a:lstStyle/>
        <a:p>
          <a:endParaRPr lang="en-IN" sz="2000"/>
        </a:p>
      </dgm:t>
    </dgm:pt>
    <dgm:pt modelId="{62BDF0A1-E304-4A90-8982-C529AF46CC47}" type="pres">
      <dgm:prSet presAssocID="{A0195BC9-5016-4306-A98F-680D042E4110}" presName="Name0" presStyleCnt="0">
        <dgm:presLayoutVars>
          <dgm:dir/>
          <dgm:animLvl val="lvl"/>
          <dgm:resizeHandles val="exact"/>
        </dgm:presLayoutVars>
      </dgm:prSet>
      <dgm:spPr/>
      <dgm:t>
        <a:bodyPr/>
        <a:lstStyle/>
        <a:p>
          <a:endParaRPr lang="en-IN"/>
        </a:p>
      </dgm:t>
    </dgm:pt>
    <dgm:pt modelId="{2AD22E49-8501-4F55-8F07-5F2215107A31}" type="pres">
      <dgm:prSet presAssocID="{2EAFBFE2-3F7E-4B72-99F8-B5D3EA2ABA01}" presName="composite" presStyleCnt="0"/>
      <dgm:spPr/>
    </dgm:pt>
    <dgm:pt modelId="{A0B2E16E-7AF9-490D-AC97-95E890411D54}" type="pres">
      <dgm:prSet presAssocID="{2EAFBFE2-3F7E-4B72-99F8-B5D3EA2ABA01}" presName="parTx" presStyleLbl="alignNode1" presStyleIdx="0" presStyleCnt="1" custScaleY="96591" custLinFactNeighborX="17058" custLinFactNeighborY="3819">
        <dgm:presLayoutVars>
          <dgm:chMax val="0"/>
          <dgm:chPref val="0"/>
          <dgm:bulletEnabled val="1"/>
        </dgm:presLayoutVars>
      </dgm:prSet>
      <dgm:spPr/>
      <dgm:t>
        <a:bodyPr/>
        <a:lstStyle/>
        <a:p>
          <a:endParaRPr lang="en-IN"/>
        </a:p>
      </dgm:t>
    </dgm:pt>
    <dgm:pt modelId="{93B19AAC-A63A-4AF8-B6EF-67C07AAC3670}" type="pres">
      <dgm:prSet presAssocID="{2EAFBFE2-3F7E-4B72-99F8-B5D3EA2ABA01}" presName="desTx" presStyleLbl="alignAccFollowNode1" presStyleIdx="0" presStyleCnt="1">
        <dgm:presLayoutVars>
          <dgm:bulletEnabled val="1"/>
        </dgm:presLayoutVars>
      </dgm:prSet>
      <dgm:spPr/>
      <dgm:t>
        <a:bodyPr/>
        <a:lstStyle/>
        <a:p>
          <a:endParaRPr lang="en-IN"/>
        </a:p>
      </dgm:t>
    </dgm:pt>
  </dgm:ptLst>
  <dgm:cxnLst>
    <dgm:cxn modelId="{E05AF1A2-8DEE-4FD4-BB42-9C13E53366B5}" srcId="{2EAFBFE2-3F7E-4B72-99F8-B5D3EA2ABA01}" destId="{9370993C-9041-4A0B-ADE5-D4779788AE62}" srcOrd="0" destOrd="0" parTransId="{9AD4B4D6-243E-449B-B2A7-A6D6C0960812}" sibTransId="{2702B9A9-1613-472F-93BB-FE89C828BD5D}"/>
    <dgm:cxn modelId="{85A39015-2A47-4DAB-85A7-0C6CFD23D088}" type="presOf" srcId="{CD315F7E-4325-48DA-81D1-318C763F4CE1}" destId="{93B19AAC-A63A-4AF8-B6EF-67C07AAC3670}" srcOrd="0" destOrd="1" presId="urn:microsoft.com/office/officeart/2005/8/layout/hList1"/>
    <dgm:cxn modelId="{B8329622-3438-449F-9344-6F9BE42F0AD3}" type="presOf" srcId="{2EAFBFE2-3F7E-4B72-99F8-B5D3EA2ABA01}" destId="{A0B2E16E-7AF9-490D-AC97-95E890411D54}" srcOrd="0" destOrd="0" presId="urn:microsoft.com/office/officeart/2005/8/layout/hList1"/>
    <dgm:cxn modelId="{32B122D0-E570-4F41-B8D3-0023C1908B52}" srcId="{A0195BC9-5016-4306-A98F-680D042E4110}" destId="{2EAFBFE2-3F7E-4B72-99F8-B5D3EA2ABA01}" srcOrd="0" destOrd="0" parTransId="{9C5EAC68-8086-4F1C-A2C3-7B7EBD71130C}" sibTransId="{A879DF53-5D6E-4040-AFCA-F95AD645C9B2}"/>
    <dgm:cxn modelId="{7D9EB8FF-4419-43F7-8199-0120ACFF1A35}" type="presOf" srcId="{65C05DEE-2BCC-4698-90D9-B6EC77CCE61E}" destId="{93B19AAC-A63A-4AF8-B6EF-67C07AAC3670}" srcOrd="0" destOrd="3" presId="urn:microsoft.com/office/officeart/2005/8/layout/hList1"/>
    <dgm:cxn modelId="{44D6E0A6-DA34-407A-B986-7F7138F3214A}" srcId="{2EAFBFE2-3F7E-4B72-99F8-B5D3EA2ABA01}" destId="{65C05DEE-2BCC-4698-90D9-B6EC77CCE61E}" srcOrd="3" destOrd="0" parTransId="{35EA01ED-AB0A-4F6D-95C3-CBB1B3E02473}" sibTransId="{C0270484-10AD-4B4E-B5F6-D3BF2E281A25}"/>
    <dgm:cxn modelId="{191C3CDC-6A01-44F2-A2AB-21850CCF1167}" srcId="{2EAFBFE2-3F7E-4B72-99F8-B5D3EA2ABA01}" destId="{CD315F7E-4325-48DA-81D1-318C763F4CE1}" srcOrd="1" destOrd="0" parTransId="{87FBD84E-4B9C-49BC-8D1F-14C1AE62F28A}" sibTransId="{73C3C7FE-6D1D-4602-B498-795433201CE8}"/>
    <dgm:cxn modelId="{B3F619D7-85DC-4586-A1EC-D0A15E764CC3}" type="presOf" srcId="{9370993C-9041-4A0B-ADE5-D4779788AE62}" destId="{93B19AAC-A63A-4AF8-B6EF-67C07AAC3670}" srcOrd="0" destOrd="0" presId="urn:microsoft.com/office/officeart/2005/8/layout/hList1"/>
    <dgm:cxn modelId="{FEE78E1C-5DE1-43E3-9701-5AC322F1ED76}" srcId="{2EAFBFE2-3F7E-4B72-99F8-B5D3EA2ABA01}" destId="{31AC2E5F-7546-4205-9F58-81FD584FB8FC}" srcOrd="2" destOrd="0" parTransId="{97973532-C45D-4E33-9B5C-1E4047A15838}" sibTransId="{67B1F7C2-DDDD-437F-860B-E4677B766C49}"/>
    <dgm:cxn modelId="{8BDC290D-A92A-4004-ADC8-0E6D884387FC}" type="presOf" srcId="{31AC2E5F-7546-4205-9F58-81FD584FB8FC}" destId="{93B19AAC-A63A-4AF8-B6EF-67C07AAC3670}" srcOrd="0" destOrd="2" presId="urn:microsoft.com/office/officeart/2005/8/layout/hList1"/>
    <dgm:cxn modelId="{807495F1-CB25-4EE9-BF3E-844B37081814}" type="presOf" srcId="{A0195BC9-5016-4306-A98F-680D042E4110}" destId="{62BDF0A1-E304-4A90-8982-C529AF46CC47}" srcOrd="0" destOrd="0" presId="urn:microsoft.com/office/officeart/2005/8/layout/hList1"/>
    <dgm:cxn modelId="{AFD88A09-309A-40A2-A9F4-CC8B759E30F4}" type="presParOf" srcId="{62BDF0A1-E304-4A90-8982-C529AF46CC47}" destId="{2AD22E49-8501-4F55-8F07-5F2215107A31}" srcOrd="0" destOrd="0" presId="urn:microsoft.com/office/officeart/2005/8/layout/hList1"/>
    <dgm:cxn modelId="{6C584EAD-C285-4A1C-9ABF-447561CE5919}" type="presParOf" srcId="{2AD22E49-8501-4F55-8F07-5F2215107A31}" destId="{A0B2E16E-7AF9-490D-AC97-95E890411D54}" srcOrd="0" destOrd="0" presId="urn:microsoft.com/office/officeart/2005/8/layout/hList1"/>
    <dgm:cxn modelId="{85B74C5A-BA48-4EE0-A891-9011376233E4}" type="presParOf" srcId="{2AD22E49-8501-4F55-8F07-5F2215107A31}" destId="{93B19AAC-A63A-4AF8-B6EF-67C07AAC3670}"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CC5544B4-81C8-45D3-B75A-CCFFAB7C534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8A0666F9-88D7-4E0E-B0CD-CF876F32765C}">
      <dgm:prSet phldrT="[Text]" custT="1"/>
      <dgm:spPr/>
      <dgm:t>
        <a:bodyPr/>
        <a:lstStyle/>
        <a:p>
          <a:pPr algn="just"/>
          <a:r>
            <a:rPr lang="en-IN" sz="2800" dirty="0">
              <a:effectLst/>
              <a:ea typeface="Calibri" panose="020F0502020204030204" pitchFamily="34" charset="0"/>
              <a:cs typeface="Times New Roman" panose="02020603050405020304" pitchFamily="18" charset="0"/>
            </a:rPr>
            <a:t>The phonocardiogram (PCG) detects and records heart sounds, the sounds made by the various cardiac structures pulsing and moving blood. </a:t>
          </a:r>
          <a:endParaRPr lang="en-IN" sz="2800" dirty="0"/>
        </a:p>
      </dgm:t>
    </dgm:pt>
    <dgm:pt modelId="{12BD51D6-08F7-4F41-A985-9EA45E85BA58}" type="parTrans" cxnId="{CC63DFF4-1F35-4660-B114-7383C1DE28E6}">
      <dgm:prSet/>
      <dgm:spPr/>
      <dgm:t>
        <a:bodyPr/>
        <a:lstStyle/>
        <a:p>
          <a:pPr algn="just"/>
          <a:endParaRPr lang="en-IN" sz="2400"/>
        </a:p>
      </dgm:t>
    </dgm:pt>
    <dgm:pt modelId="{2A8096A2-CEBE-44AE-B092-70C974CB1EA5}" type="sibTrans" cxnId="{CC63DFF4-1F35-4660-B114-7383C1DE28E6}">
      <dgm:prSet/>
      <dgm:spPr/>
      <dgm:t>
        <a:bodyPr/>
        <a:lstStyle/>
        <a:p>
          <a:pPr algn="just"/>
          <a:endParaRPr lang="en-IN" sz="2400"/>
        </a:p>
      </dgm:t>
    </dgm:pt>
    <dgm:pt modelId="{1773ADBE-375C-4AA3-A3FE-DF3C4726F9FD}">
      <dgm:prSet phldrT="[Text]" custT="1"/>
      <dgm:spPr/>
      <dgm:t>
        <a:bodyPr/>
        <a:lstStyle/>
        <a:p>
          <a:pPr algn="just"/>
          <a:r>
            <a:rPr lang="en-US" sz="2400" b="0" i="0" dirty="0"/>
            <a:t>In phonocardiography the second heart sound is important in appraisal of congenital heart disease and pulmonary hypertension because it reflects the duration of right ventricular systoles.</a:t>
          </a:r>
          <a:endParaRPr lang="en-IN" sz="2400" dirty="0"/>
        </a:p>
      </dgm:t>
    </dgm:pt>
    <dgm:pt modelId="{2A2A44A0-7D89-4767-A30C-49B9EF5FC698}" type="parTrans" cxnId="{7174AEA9-CFDF-4896-A7C2-D636930913F9}">
      <dgm:prSet/>
      <dgm:spPr/>
      <dgm:t>
        <a:bodyPr/>
        <a:lstStyle/>
        <a:p>
          <a:pPr algn="just"/>
          <a:endParaRPr lang="en-IN" sz="2400"/>
        </a:p>
      </dgm:t>
    </dgm:pt>
    <dgm:pt modelId="{76A42AC2-1C9A-4AF6-9624-E25E112224EE}" type="sibTrans" cxnId="{7174AEA9-CFDF-4896-A7C2-D636930913F9}">
      <dgm:prSet/>
      <dgm:spPr/>
      <dgm:t>
        <a:bodyPr/>
        <a:lstStyle/>
        <a:p>
          <a:pPr algn="just"/>
          <a:endParaRPr lang="en-IN" sz="2400"/>
        </a:p>
      </dgm:t>
    </dgm:pt>
    <dgm:pt modelId="{1EBB9A77-589D-4636-B005-0578712A86E6}">
      <dgm:prSet phldrT="[Text]" custT="1"/>
      <dgm:spPr/>
      <dgm:t>
        <a:bodyPr/>
        <a:lstStyle/>
        <a:p>
          <a:pPr algn="just"/>
          <a:r>
            <a:rPr lang="en-IN" sz="2800" dirty="0">
              <a:effectLst/>
              <a:ea typeface="Calibri" panose="020F0502020204030204" pitchFamily="34" charset="0"/>
              <a:cs typeface="Times New Roman" panose="02020603050405020304" pitchFamily="18" charset="0"/>
            </a:rPr>
            <a:t>Heart sounds are diagnostically useful as they provide valuable information regarding certain types of heart disorders associated with the beating of the heart and the pumping action of the blood. </a:t>
          </a:r>
          <a:endParaRPr lang="en-IN" sz="2800" dirty="0"/>
        </a:p>
      </dgm:t>
    </dgm:pt>
    <dgm:pt modelId="{65876518-ACD6-4988-8EAA-1CAF2C808C25}" type="parTrans" cxnId="{CB1C3082-0D58-490C-9884-A39C57154EB9}">
      <dgm:prSet/>
      <dgm:spPr/>
      <dgm:t>
        <a:bodyPr/>
        <a:lstStyle/>
        <a:p>
          <a:pPr algn="just"/>
          <a:endParaRPr lang="en-IN" sz="2400"/>
        </a:p>
      </dgm:t>
    </dgm:pt>
    <dgm:pt modelId="{114DDECC-2D76-4891-9A90-753F8B3C7374}" type="sibTrans" cxnId="{CB1C3082-0D58-490C-9884-A39C57154EB9}">
      <dgm:prSet/>
      <dgm:spPr/>
      <dgm:t>
        <a:bodyPr/>
        <a:lstStyle/>
        <a:p>
          <a:pPr algn="just"/>
          <a:endParaRPr lang="en-IN" sz="2400"/>
        </a:p>
      </dgm:t>
    </dgm:pt>
    <dgm:pt modelId="{A9C4D5D6-841F-4875-864C-E6C85CF58E39}">
      <dgm:prSet phldrT="[Text]" custT="1"/>
      <dgm:spPr/>
      <dgm:t>
        <a:bodyPr/>
        <a:lstStyle/>
        <a:p>
          <a:pPr algn="just"/>
          <a:r>
            <a:rPr lang="en-US" sz="2400" b="0" i="0" dirty="0"/>
            <a:t>Congenital heart defects or acquired heart valve diseases are frequently the source of abnormal heart murmurs. </a:t>
          </a:r>
          <a:endParaRPr lang="en-IN" sz="2400" dirty="0"/>
        </a:p>
      </dgm:t>
    </dgm:pt>
    <dgm:pt modelId="{9CED210A-C22F-4D03-B6A7-124F499D192D}" type="parTrans" cxnId="{F18D3D6F-431F-4CE1-B694-50B26DF83C0E}">
      <dgm:prSet/>
      <dgm:spPr/>
      <dgm:t>
        <a:bodyPr/>
        <a:lstStyle/>
        <a:p>
          <a:pPr algn="just"/>
          <a:endParaRPr lang="en-IN" sz="2400"/>
        </a:p>
      </dgm:t>
    </dgm:pt>
    <dgm:pt modelId="{F69A15BB-3F2B-4F0E-86C7-76B09B8DB16F}" type="sibTrans" cxnId="{F18D3D6F-431F-4CE1-B694-50B26DF83C0E}">
      <dgm:prSet/>
      <dgm:spPr/>
      <dgm:t>
        <a:bodyPr/>
        <a:lstStyle/>
        <a:p>
          <a:pPr algn="just"/>
          <a:endParaRPr lang="en-IN" sz="2400"/>
        </a:p>
      </dgm:t>
    </dgm:pt>
    <dgm:pt modelId="{EFB9AE7E-4207-42AE-AB6C-ACAF44CB08BB}">
      <dgm:prSet phldrT="[Text]" custT="1"/>
      <dgm:spPr/>
      <dgm:t>
        <a:bodyPr/>
        <a:lstStyle/>
        <a:p>
          <a:pPr algn="just"/>
          <a:r>
            <a:rPr lang="en-IN" sz="2400" dirty="0">
              <a:effectLst/>
              <a:ea typeface="Calibri" panose="020F0502020204030204" pitchFamily="34" charset="0"/>
              <a:cs typeface="Times New Roman" panose="02020603050405020304" pitchFamily="18" charset="0"/>
            </a:rPr>
            <a:t>The sound is caused by the acceleration and deceleration of blood and turbulence developed during rapid blood flow. </a:t>
          </a:r>
          <a:endParaRPr lang="en-IN" sz="2400" dirty="0"/>
        </a:p>
      </dgm:t>
    </dgm:pt>
    <dgm:pt modelId="{BF36D5F8-0B5C-4FBB-8F78-23989F50E041}" type="parTrans" cxnId="{5D779060-8BB1-41A4-BDCE-EDE45BA62A35}">
      <dgm:prSet/>
      <dgm:spPr/>
      <dgm:t>
        <a:bodyPr/>
        <a:lstStyle/>
        <a:p>
          <a:endParaRPr lang="en-IN" sz="2400"/>
        </a:p>
      </dgm:t>
    </dgm:pt>
    <dgm:pt modelId="{3C07DB6D-9841-4BA8-8BDD-22C39E23A6BB}" type="sibTrans" cxnId="{5D779060-8BB1-41A4-BDCE-EDE45BA62A35}">
      <dgm:prSet/>
      <dgm:spPr/>
      <dgm:t>
        <a:bodyPr/>
        <a:lstStyle/>
        <a:p>
          <a:endParaRPr lang="en-IN" sz="2400"/>
        </a:p>
      </dgm:t>
    </dgm:pt>
    <dgm:pt modelId="{8686AFE5-A8D3-444A-ABE1-2A999075DC7F}">
      <dgm:prSet custT="1"/>
      <dgm:spPr/>
      <dgm:t>
        <a:bodyPr/>
        <a:lstStyle/>
        <a:p>
          <a:pPr algn="just"/>
          <a:r>
            <a:rPr lang="en-US" sz="2400" b="0" i="0" dirty="0"/>
            <a:t>Reference tracings in phonocardiography are useful for showing the interrelationship of the various cardiac sounds and murmurs.</a:t>
          </a:r>
        </a:p>
      </dgm:t>
    </dgm:pt>
    <dgm:pt modelId="{66901CC8-9E84-4C73-8837-43B6D1BE88D1}" type="parTrans" cxnId="{7D7BB5E0-19EE-4DE9-83A9-16AA80BE4D00}">
      <dgm:prSet/>
      <dgm:spPr/>
      <dgm:t>
        <a:bodyPr/>
        <a:lstStyle/>
        <a:p>
          <a:endParaRPr lang="en-IN" sz="2400"/>
        </a:p>
      </dgm:t>
    </dgm:pt>
    <dgm:pt modelId="{7B785838-CC49-4272-B3AA-A57A4DAADC92}" type="sibTrans" cxnId="{7D7BB5E0-19EE-4DE9-83A9-16AA80BE4D00}">
      <dgm:prSet/>
      <dgm:spPr/>
      <dgm:t>
        <a:bodyPr/>
        <a:lstStyle/>
        <a:p>
          <a:endParaRPr lang="en-IN" sz="2400"/>
        </a:p>
      </dgm:t>
    </dgm:pt>
    <dgm:pt modelId="{4EDBE707-177A-46EC-ADAD-899C404BF6F8}">
      <dgm:prSet phldrT="[Text]" custT="1"/>
      <dgm:spPr/>
      <dgm:t>
        <a:bodyPr/>
        <a:lstStyle/>
        <a:p>
          <a:pPr algn="just"/>
          <a:r>
            <a:rPr lang="en-US" sz="2400" b="0" i="0" dirty="0"/>
            <a:t>Heart murmurs are generated as a result of turbulence in blood flow through narrow cardiac valves or reflow through the atrioventricular valves.</a:t>
          </a:r>
          <a:endParaRPr lang="en-IN" sz="2400" dirty="0"/>
        </a:p>
      </dgm:t>
    </dgm:pt>
    <dgm:pt modelId="{8D7D9E0B-8B6D-4ACE-B3AB-CA2AFCF8C750}" type="parTrans" cxnId="{A561C1D4-F78C-42D0-801F-519781E0B679}">
      <dgm:prSet/>
      <dgm:spPr/>
      <dgm:t>
        <a:bodyPr/>
        <a:lstStyle/>
        <a:p>
          <a:endParaRPr lang="en-IN" sz="2400"/>
        </a:p>
      </dgm:t>
    </dgm:pt>
    <dgm:pt modelId="{4667C300-D111-4DA2-B648-D4C769695059}" type="sibTrans" cxnId="{A561C1D4-F78C-42D0-801F-519781E0B679}">
      <dgm:prSet/>
      <dgm:spPr/>
      <dgm:t>
        <a:bodyPr/>
        <a:lstStyle/>
        <a:p>
          <a:endParaRPr lang="en-IN" sz="2400"/>
        </a:p>
      </dgm:t>
    </dgm:pt>
    <dgm:pt modelId="{13248A40-22AA-4F0E-917A-E316A7D8ABEE}" type="pres">
      <dgm:prSet presAssocID="{CC5544B4-81C8-45D3-B75A-CCFFAB7C5348}" presName="linear" presStyleCnt="0">
        <dgm:presLayoutVars>
          <dgm:animLvl val="lvl"/>
          <dgm:resizeHandles val="exact"/>
        </dgm:presLayoutVars>
      </dgm:prSet>
      <dgm:spPr/>
      <dgm:t>
        <a:bodyPr/>
        <a:lstStyle/>
        <a:p>
          <a:endParaRPr lang="en-IN"/>
        </a:p>
      </dgm:t>
    </dgm:pt>
    <dgm:pt modelId="{766DB4B6-0108-4509-963F-D69A6D57C609}" type="pres">
      <dgm:prSet presAssocID="{8A0666F9-88D7-4E0E-B0CD-CF876F32765C}" presName="parentText" presStyleLbl="node1" presStyleIdx="0" presStyleCnt="2" custScaleY="78895" custLinFactNeighborX="-2485" custLinFactNeighborY="-92">
        <dgm:presLayoutVars>
          <dgm:chMax val="0"/>
          <dgm:bulletEnabled val="1"/>
        </dgm:presLayoutVars>
      </dgm:prSet>
      <dgm:spPr/>
      <dgm:t>
        <a:bodyPr/>
        <a:lstStyle/>
        <a:p>
          <a:endParaRPr lang="en-IN"/>
        </a:p>
      </dgm:t>
    </dgm:pt>
    <dgm:pt modelId="{8BDE16BD-2E09-40F4-B77C-26EC9F468F13}" type="pres">
      <dgm:prSet presAssocID="{8A0666F9-88D7-4E0E-B0CD-CF876F32765C}" presName="childText" presStyleLbl="revTx" presStyleIdx="0" presStyleCnt="2">
        <dgm:presLayoutVars>
          <dgm:bulletEnabled val="1"/>
        </dgm:presLayoutVars>
      </dgm:prSet>
      <dgm:spPr/>
      <dgm:t>
        <a:bodyPr/>
        <a:lstStyle/>
        <a:p>
          <a:endParaRPr lang="en-IN"/>
        </a:p>
      </dgm:t>
    </dgm:pt>
    <dgm:pt modelId="{8AA8A520-99AD-4253-A505-F728675778A3}" type="pres">
      <dgm:prSet presAssocID="{1EBB9A77-589D-4636-B005-0578712A86E6}" presName="parentText" presStyleLbl="node1" presStyleIdx="1" presStyleCnt="2">
        <dgm:presLayoutVars>
          <dgm:chMax val="0"/>
          <dgm:bulletEnabled val="1"/>
        </dgm:presLayoutVars>
      </dgm:prSet>
      <dgm:spPr/>
      <dgm:t>
        <a:bodyPr/>
        <a:lstStyle/>
        <a:p>
          <a:endParaRPr lang="en-IN"/>
        </a:p>
      </dgm:t>
    </dgm:pt>
    <dgm:pt modelId="{EE20A0B2-E024-4436-9EAA-928B0B3B3D5C}" type="pres">
      <dgm:prSet presAssocID="{1EBB9A77-589D-4636-B005-0578712A86E6}" presName="childText" presStyleLbl="revTx" presStyleIdx="1" presStyleCnt="2">
        <dgm:presLayoutVars>
          <dgm:bulletEnabled val="1"/>
        </dgm:presLayoutVars>
      </dgm:prSet>
      <dgm:spPr/>
      <dgm:t>
        <a:bodyPr/>
        <a:lstStyle/>
        <a:p>
          <a:endParaRPr lang="en-IN"/>
        </a:p>
      </dgm:t>
    </dgm:pt>
  </dgm:ptLst>
  <dgm:cxnLst>
    <dgm:cxn modelId="{CC63DFF4-1F35-4660-B114-7383C1DE28E6}" srcId="{CC5544B4-81C8-45D3-B75A-CCFFAB7C5348}" destId="{8A0666F9-88D7-4E0E-B0CD-CF876F32765C}" srcOrd="0" destOrd="0" parTransId="{12BD51D6-08F7-4F41-A985-9EA45E85BA58}" sibTransId="{2A8096A2-CEBE-44AE-B092-70C974CB1EA5}"/>
    <dgm:cxn modelId="{F18D3D6F-431F-4CE1-B694-50B26DF83C0E}" srcId="{1EBB9A77-589D-4636-B005-0578712A86E6}" destId="{A9C4D5D6-841F-4875-864C-E6C85CF58E39}" srcOrd="0" destOrd="0" parTransId="{9CED210A-C22F-4D03-B6A7-124F499D192D}" sibTransId="{F69A15BB-3F2B-4F0E-86C7-76B09B8DB16F}"/>
    <dgm:cxn modelId="{5D779060-8BB1-41A4-BDCE-EDE45BA62A35}" srcId="{8A0666F9-88D7-4E0E-B0CD-CF876F32765C}" destId="{EFB9AE7E-4207-42AE-AB6C-ACAF44CB08BB}" srcOrd="1" destOrd="0" parTransId="{BF36D5F8-0B5C-4FBB-8F78-23989F50E041}" sibTransId="{3C07DB6D-9841-4BA8-8BDD-22C39E23A6BB}"/>
    <dgm:cxn modelId="{0A021F56-09F2-40E3-B4E1-D543166484FB}" type="presOf" srcId="{EFB9AE7E-4207-42AE-AB6C-ACAF44CB08BB}" destId="{8BDE16BD-2E09-40F4-B77C-26EC9F468F13}" srcOrd="0" destOrd="1" presId="urn:microsoft.com/office/officeart/2005/8/layout/vList2"/>
    <dgm:cxn modelId="{B10C7C23-EA1F-49B4-A2F3-C243BFC70A6E}" type="presOf" srcId="{4EDBE707-177A-46EC-ADAD-899C404BF6F8}" destId="{8BDE16BD-2E09-40F4-B77C-26EC9F468F13}" srcOrd="0" destOrd="2" presId="urn:microsoft.com/office/officeart/2005/8/layout/vList2"/>
    <dgm:cxn modelId="{CB1C3082-0D58-490C-9884-A39C57154EB9}" srcId="{CC5544B4-81C8-45D3-B75A-CCFFAB7C5348}" destId="{1EBB9A77-589D-4636-B005-0578712A86E6}" srcOrd="1" destOrd="0" parTransId="{65876518-ACD6-4988-8EAA-1CAF2C808C25}" sibTransId="{114DDECC-2D76-4891-9A90-753F8B3C7374}"/>
    <dgm:cxn modelId="{AE645E9E-5038-4DA7-993E-D51245CB3100}" type="presOf" srcId="{8686AFE5-A8D3-444A-ABE1-2A999075DC7F}" destId="{EE20A0B2-E024-4436-9EAA-928B0B3B3D5C}" srcOrd="0" destOrd="1" presId="urn:microsoft.com/office/officeart/2005/8/layout/vList2"/>
    <dgm:cxn modelId="{A561C1D4-F78C-42D0-801F-519781E0B679}" srcId="{8A0666F9-88D7-4E0E-B0CD-CF876F32765C}" destId="{4EDBE707-177A-46EC-ADAD-899C404BF6F8}" srcOrd="2" destOrd="0" parTransId="{8D7D9E0B-8B6D-4ACE-B3AB-CA2AFCF8C750}" sibTransId="{4667C300-D111-4DA2-B648-D4C769695059}"/>
    <dgm:cxn modelId="{E4617227-6FB4-45B1-BA2B-D24666C26B30}" type="presOf" srcId="{8A0666F9-88D7-4E0E-B0CD-CF876F32765C}" destId="{766DB4B6-0108-4509-963F-D69A6D57C609}" srcOrd="0" destOrd="0" presId="urn:microsoft.com/office/officeart/2005/8/layout/vList2"/>
    <dgm:cxn modelId="{BD6B35B4-8570-466A-A5EC-5DF09E332CC5}" type="presOf" srcId="{1EBB9A77-589D-4636-B005-0578712A86E6}" destId="{8AA8A520-99AD-4253-A505-F728675778A3}" srcOrd="0" destOrd="0" presId="urn:microsoft.com/office/officeart/2005/8/layout/vList2"/>
    <dgm:cxn modelId="{164F4901-3ACB-48AD-B240-BBFFE6586CB5}" type="presOf" srcId="{A9C4D5D6-841F-4875-864C-E6C85CF58E39}" destId="{EE20A0B2-E024-4436-9EAA-928B0B3B3D5C}" srcOrd="0" destOrd="0" presId="urn:microsoft.com/office/officeart/2005/8/layout/vList2"/>
    <dgm:cxn modelId="{F47E6785-20CF-4B0B-A163-6812BEC2A28F}" type="presOf" srcId="{1773ADBE-375C-4AA3-A3FE-DF3C4726F9FD}" destId="{8BDE16BD-2E09-40F4-B77C-26EC9F468F13}" srcOrd="0" destOrd="0" presId="urn:microsoft.com/office/officeart/2005/8/layout/vList2"/>
    <dgm:cxn modelId="{E51A0D6A-02D3-42CA-9CE0-0FACA739CFE2}" type="presOf" srcId="{CC5544B4-81C8-45D3-B75A-CCFFAB7C5348}" destId="{13248A40-22AA-4F0E-917A-E316A7D8ABEE}" srcOrd="0" destOrd="0" presId="urn:microsoft.com/office/officeart/2005/8/layout/vList2"/>
    <dgm:cxn modelId="{7D7BB5E0-19EE-4DE9-83A9-16AA80BE4D00}" srcId="{1EBB9A77-589D-4636-B005-0578712A86E6}" destId="{8686AFE5-A8D3-444A-ABE1-2A999075DC7F}" srcOrd="1" destOrd="0" parTransId="{66901CC8-9E84-4C73-8837-43B6D1BE88D1}" sibTransId="{7B785838-CC49-4272-B3AA-A57A4DAADC92}"/>
    <dgm:cxn modelId="{7174AEA9-CFDF-4896-A7C2-D636930913F9}" srcId="{8A0666F9-88D7-4E0E-B0CD-CF876F32765C}" destId="{1773ADBE-375C-4AA3-A3FE-DF3C4726F9FD}" srcOrd="0" destOrd="0" parTransId="{2A2A44A0-7D89-4767-A30C-49B9EF5FC698}" sibTransId="{76A42AC2-1C9A-4AF6-9624-E25E112224EE}"/>
    <dgm:cxn modelId="{9C4ED8B7-0A01-4D51-A8AB-1BDF0DA72108}" type="presParOf" srcId="{13248A40-22AA-4F0E-917A-E316A7D8ABEE}" destId="{766DB4B6-0108-4509-963F-D69A6D57C609}" srcOrd="0" destOrd="0" presId="urn:microsoft.com/office/officeart/2005/8/layout/vList2"/>
    <dgm:cxn modelId="{0E276A32-5830-438E-BD6F-27E6D0B25F2D}" type="presParOf" srcId="{13248A40-22AA-4F0E-917A-E316A7D8ABEE}" destId="{8BDE16BD-2E09-40F4-B77C-26EC9F468F13}" srcOrd="1" destOrd="0" presId="urn:microsoft.com/office/officeart/2005/8/layout/vList2"/>
    <dgm:cxn modelId="{DF6E8092-643B-4FC0-A866-F004E2C58730}" type="presParOf" srcId="{13248A40-22AA-4F0E-917A-E316A7D8ABEE}" destId="{8AA8A520-99AD-4253-A505-F728675778A3}" srcOrd="2" destOrd="0" presId="urn:microsoft.com/office/officeart/2005/8/layout/vList2"/>
    <dgm:cxn modelId="{F356D6B5-2AF9-4715-831E-60C948206744}" type="presParOf" srcId="{13248A40-22AA-4F0E-917A-E316A7D8ABEE}" destId="{EE20A0B2-E024-4436-9EAA-928B0B3B3D5C}"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67331F70-5AE8-48D7-8BDE-41283DE6F35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2A359933-3CC7-4573-A471-E915C9867CA7}">
      <dgm:prSet phldrT="[Text]" custT="1"/>
      <dgm:spPr/>
      <dgm:t>
        <a:bodyPr/>
        <a:lstStyle/>
        <a:p>
          <a:pPr algn="just"/>
          <a:r>
            <a:rPr lang="en-IN" sz="3600" dirty="0">
              <a:effectLst/>
              <a:ea typeface="Calibri" panose="020F0502020204030204" pitchFamily="34" charset="0"/>
              <a:cs typeface="Times New Roman" panose="02020603050405020304" pitchFamily="18" charset="0"/>
            </a:rPr>
            <a:t>PCG is an instrument used for recording waveforms of the heart sounds. </a:t>
          </a:r>
          <a:endParaRPr lang="en-IN" sz="3600" dirty="0"/>
        </a:p>
      </dgm:t>
    </dgm:pt>
    <dgm:pt modelId="{5134AE18-941D-4DDF-AC74-A4E1B3433E7D}" type="parTrans" cxnId="{88B1587B-F3EB-45D1-91A0-FF5AA2576767}">
      <dgm:prSet/>
      <dgm:spPr/>
      <dgm:t>
        <a:bodyPr/>
        <a:lstStyle/>
        <a:p>
          <a:pPr algn="just"/>
          <a:endParaRPr lang="en-IN" sz="1600"/>
        </a:p>
      </dgm:t>
    </dgm:pt>
    <dgm:pt modelId="{DFD45A82-A941-4D34-8C0E-9503CD4FFF7D}" type="sibTrans" cxnId="{88B1587B-F3EB-45D1-91A0-FF5AA2576767}">
      <dgm:prSet/>
      <dgm:spPr/>
      <dgm:t>
        <a:bodyPr/>
        <a:lstStyle/>
        <a:p>
          <a:pPr algn="just"/>
          <a:endParaRPr lang="en-IN" sz="1600"/>
        </a:p>
      </dgm:t>
    </dgm:pt>
    <dgm:pt modelId="{7345FC5F-43D3-4539-9BC4-ABE2A1283BD9}">
      <dgm:prSet phldrT="[Text]" custT="1"/>
      <dgm:spPr/>
      <dgm:t>
        <a:bodyPr/>
        <a:lstStyle/>
        <a:p>
          <a:pPr algn="just"/>
          <a:r>
            <a:rPr lang="en-IN" sz="2800" dirty="0">
              <a:effectLst/>
              <a:ea typeface="Calibri" panose="020F0502020204030204" pitchFamily="34" charset="0"/>
              <a:cs typeface="Times New Roman" panose="02020603050405020304" pitchFamily="18" charset="0"/>
            </a:rPr>
            <a:t>These wave-forms are diagnostically more important information revealing more than the heart sounds themselves.</a:t>
          </a:r>
          <a:endParaRPr lang="en-IN" sz="2800" dirty="0"/>
        </a:p>
      </dgm:t>
    </dgm:pt>
    <dgm:pt modelId="{37E2C12F-1BFA-4FDB-94F9-F4916C1CF737}" type="parTrans" cxnId="{A719E0D5-F012-441C-BE2B-F440A6284E43}">
      <dgm:prSet/>
      <dgm:spPr/>
      <dgm:t>
        <a:bodyPr/>
        <a:lstStyle/>
        <a:p>
          <a:pPr algn="just"/>
          <a:endParaRPr lang="en-IN" sz="1600"/>
        </a:p>
      </dgm:t>
    </dgm:pt>
    <dgm:pt modelId="{1547A060-4EE1-4423-B404-3CAA1FCC9815}" type="sibTrans" cxnId="{A719E0D5-F012-441C-BE2B-F440A6284E43}">
      <dgm:prSet/>
      <dgm:spPr/>
      <dgm:t>
        <a:bodyPr/>
        <a:lstStyle/>
        <a:p>
          <a:pPr algn="just"/>
          <a:endParaRPr lang="en-IN" sz="1600"/>
        </a:p>
      </dgm:t>
    </dgm:pt>
    <dgm:pt modelId="{36651881-8C1D-45C7-A1D1-6CB1456DAB71}">
      <dgm:prSet phldrT="[Text]" custT="1"/>
      <dgm:spPr/>
      <dgm:t>
        <a:bodyPr/>
        <a:lstStyle/>
        <a:p>
          <a:pPr algn="just"/>
          <a:r>
            <a:rPr lang="en-IN" sz="2800" dirty="0">
              <a:effectLst/>
              <a:ea typeface="Calibri" panose="020F0502020204030204" pitchFamily="34" charset="0"/>
              <a:cs typeface="Times New Roman" panose="02020603050405020304" pitchFamily="18" charset="0"/>
            </a:rPr>
            <a:t>The principal instrument used for detection of heart sounds is the acoustical stethoscope. </a:t>
          </a:r>
          <a:endParaRPr lang="en-IN" sz="2800" dirty="0"/>
        </a:p>
      </dgm:t>
    </dgm:pt>
    <dgm:pt modelId="{D1D16C73-54C5-47BF-88C2-FF54F754E634}" type="parTrans" cxnId="{D4E21867-54F5-4265-B88D-D701970ECA32}">
      <dgm:prSet/>
      <dgm:spPr/>
      <dgm:t>
        <a:bodyPr/>
        <a:lstStyle/>
        <a:p>
          <a:pPr algn="just"/>
          <a:endParaRPr lang="en-IN" sz="1600"/>
        </a:p>
      </dgm:t>
    </dgm:pt>
    <dgm:pt modelId="{3D0BB969-7D7B-47D0-B88C-CDF0DA22BAEE}" type="sibTrans" cxnId="{D4E21867-54F5-4265-B88D-D701970ECA32}">
      <dgm:prSet/>
      <dgm:spPr/>
      <dgm:t>
        <a:bodyPr/>
        <a:lstStyle/>
        <a:p>
          <a:pPr algn="just"/>
          <a:endParaRPr lang="en-IN" sz="1600"/>
        </a:p>
      </dgm:t>
    </dgm:pt>
    <dgm:pt modelId="{C6033C4D-A038-4140-8B80-CB0BA48C1C7A}">
      <dgm:prSet custT="1"/>
      <dgm:spPr/>
      <dgm:t>
        <a:bodyPr/>
        <a:lstStyle/>
        <a:p>
          <a:pPr algn="just"/>
          <a:r>
            <a:rPr lang="en-IN" sz="2800" dirty="0">
              <a:effectLst/>
              <a:ea typeface="Calibri" panose="020F0502020204030204" pitchFamily="34" charset="0"/>
              <a:cs typeface="Times New Roman" panose="02020603050405020304" pitchFamily="18" charset="0"/>
            </a:rPr>
            <a:t>Air-coupled microphone and contact microphone are commonly in use for recording phonocardiograms. </a:t>
          </a:r>
          <a:endParaRPr lang="en-US" sz="2800" b="0" i="0" dirty="0"/>
        </a:p>
      </dgm:t>
    </dgm:pt>
    <dgm:pt modelId="{1A5A09CC-649F-4DD1-8B2C-3E796C551C10}" type="parTrans" cxnId="{9EA67E79-F0E4-4C60-8912-ABB322956DC3}">
      <dgm:prSet/>
      <dgm:spPr/>
      <dgm:t>
        <a:bodyPr/>
        <a:lstStyle/>
        <a:p>
          <a:pPr algn="just"/>
          <a:endParaRPr lang="en-IN" sz="1600"/>
        </a:p>
      </dgm:t>
    </dgm:pt>
    <dgm:pt modelId="{E5A2C52B-8AE7-4E15-AD9E-6EF2DA3AF68D}" type="sibTrans" cxnId="{9EA67E79-F0E4-4C60-8912-ABB322956DC3}">
      <dgm:prSet/>
      <dgm:spPr/>
      <dgm:t>
        <a:bodyPr/>
        <a:lstStyle/>
        <a:p>
          <a:pPr algn="just"/>
          <a:endParaRPr lang="en-IN" sz="1600"/>
        </a:p>
      </dgm:t>
    </dgm:pt>
    <dgm:pt modelId="{CC5E2089-E98C-4CF3-84E5-886D468AA473}">
      <dgm:prSet custT="1"/>
      <dgm:spPr/>
      <dgm:t>
        <a:bodyPr/>
        <a:lstStyle/>
        <a:p>
          <a:pPr algn="just"/>
          <a:r>
            <a:rPr lang="en-IN" sz="2800">
              <a:effectLst/>
              <a:ea typeface="Calibri" panose="020F0502020204030204" pitchFamily="34" charset="0"/>
              <a:cs typeface="Times New Roman" panose="02020603050405020304" pitchFamily="18" charset="0"/>
            </a:rPr>
            <a:t>PCG offers an additional valuable tool in primary clinical diagnosis and in </a:t>
          </a:r>
          <a:r>
            <a:rPr lang="en-IN" sz="2800" b="1">
              <a:effectLst/>
              <a:ea typeface="Calibri" panose="020F0502020204030204" pitchFamily="34" charset="0"/>
              <a:cs typeface="Times New Roman" panose="02020603050405020304" pitchFamily="18" charset="0"/>
            </a:rPr>
            <a:t>cardiac monitoring functions</a:t>
          </a:r>
          <a:r>
            <a:rPr lang="en-IN" sz="2800">
              <a:effectLst/>
              <a:ea typeface="Calibri" panose="020F0502020204030204" pitchFamily="34" charset="0"/>
              <a:cs typeface="Times New Roman" panose="02020603050405020304" pitchFamily="18" charset="0"/>
            </a:rPr>
            <a:t>. </a:t>
          </a:r>
          <a:endParaRPr lang="en-IN" sz="2800" dirty="0">
            <a:effectLst/>
            <a:ea typeface="Calibri" panose="020F0502020204030204" pitchFamily="34" charset="0"/>
            <a:cs typeface="Times New Roman" panose="02020603050405020304" pitchFamily="18" charset="0"/>
          </a:endParaRPr>
        </a:p>
      </dgm:t>
    </dgm:pt>
    <dgm:pt modelId="{D9AE0E4E-A059-4AF9-BBE3-CF44B3F7CA72}" type="parTrans" cxnId="{2DEE8A27-8751-4DCE-B82F-62C4E102C6AA}">
      <dgm:prSet/>
      <dgm:spPr/>
      <dgm:t>
        <a:bodyPr/>
        <a:lstStyle/>
        <a:p>
          <a:pPr algn="just"/>
          <a:endParaRPr lang="en-IN" sz="1600"/>
        </a:p>
      </dgm:t>
    </dgm:pt>
    <dgm:pt modelId="{CD2D0060-7D76-4545-BE91-2395DF9222BC}" type="sibTrans" cxnId="{2DEE8A27-8751-4DCE-B82F-62C4E102C6AA}">
      <dgm:prSet/>
      <dgm:spPr/>
      <dgm:t>
        <a:bodyPr/>
        <a:lstStyle/>
        <a:p>
          <a:pPr algn="just"/>
          <a:endParaRPr lang="en-IN" sz="1600"/>
        </a:p>
      </dgm:t>
    </dgm:pt>
    <dgm:pt modelId="{153E12E7-1316-418B-8234-581225590085}">
      <dgm:prSet custT="1"/>
      <dgm:spPr/>
      <dgm:t>
        <a:bodyPr/>
        <a:lstStyle/>
        <a:p>
          <a:pPr algn="just"/>
          <a:r>
            <a:rPr lang="en-IN" sz="2800" dirty="0">
              <a:effectLst/>
              <a:ea typeface="Calibri" panose="020F0502020204030204" pitchFamily="34" charset="0"/>
              <a:cs typeface="Times New Roman" panose="02020603050405020304" pitchFamily="18" charset="0"/>
            </a:rPr>
            <a:t>The technique is particularly useful in </a:t>
          </a:r>
          <a:r>
            <a:rPr lang="en-IN" sz="2800" b="1" dirty="0">
              <a:effectLst/>
              <a:ea typeface="Calibri" panose="020F0502020204030204" pitchFamily="34" charset="0"/>
              <a:cs typeface="Times New Roman" panose="02020603050405020304" pitchFamily="18" charset="0"/>
            </a:rPr>
            <a:t>foetal monitoring</a:t>
          </a:r>
          <a:r>
            <a:rPr lang="en-IN" sz="2800" dirty="0">
              <a:effectLst/>
              <a:ea typeface="Calibri" panose="020F0502020204030204" pitchFamily="34" charset="0"/>
              <a:cs typeface="Times New Roman" panose="02020603050405020304" pitchFamily="18" charset="0"/>
            </a:rPr>
            <a:t>.</a:t>
          </a:r>
        </a:p>
      </dgm:t>
    </dgm:pt>
    <dgm:pt modelId="{81AEF782-E8FF-4715-AC74-8C12216A402E}" type="parTrans" cxnId="{1E403CBA-C991-4BE7-B9CC-68F473834EEB}">
      <dgm:prSet/>
      <dgm:spPr/>
      <dgm:t>
        <a:bodyPr/>
        <a:lstStyle/>
        <a:p>
          <a:pPr algn="just"/>
          <a:endParaRPr lang="en-IN" sz="1600"/>
        </a:p>
      </dgm:t>
    </dgm:pt>
    <dgm:pt modelId="{0A422E1C-B03F-41F2-AAB7-E0C27DD2840E}" type="sibTrans" cxnId="{1E403CBA-C991-4BE7-B9CC-68F473834EEB}">
      <dgm:prSet/>
      <dgm:spPr/>
      <dgm:t>
        <a:bodyPr/>
        <a:lstStyle/>
        <a:p>
          <a:pPr algn="just"/>
          <a:endParaRPr lang="en-IN" sz="1600"/>
        </a:p>
      </dgm:t>
    </dgm:pt>
    <dgm:pt modelId="{03CA8F4E-72A0-45A3-9A0B-128AF9788B6B}">
      <dgm:prSet phldrT="[Text]" custT="1"/>
      <dgm:spPr/>
      <dgm:t>
        <a:bodyPr/>
        <a:lstStyle/>
        <a:p>
          <a:pPr algn="just"/>
          <a:r>
            <a:rPr lang="en-IN" sz="2800" dirty="0">
              <a:effectLst/>
              <a:ea typeface="Calibri" panose="020F0502020204030204" pitchFamily="34" charset="0"/>
              <a:cs typeface="Times New Roman" panose="02020603050405020304" pitchFamily="18" charset="0"/>
            </a:rPr>
            <a:t>An improvement over the acoustical stethoscope is the electronic stethoscope consisting of a microphone, amplifier and headset. </a:t>
          </a:r>
          <a:endParaRPr lang="en-IN" sz="2800" dirty="0"/>
        </a:p>
      </dgm:t>
    </dgm:pt>
    <dgm:pt modelId="{89795CAC-5AD2-4986-9E42-3344186F2EEB}" type="parTrans" cxnId="{7FFB640D-79EA-4F35-A166-D135E5A5104F}">
      <dgm:prSet/>
      <dgm:spPr/>
      <dgm:t>
        <a:bodyPr/>
        <a:lstStyle/>
        <a:p>
          <a:endParaRPr lang="en-IN" sz="1600"/>
        </a:p>
      </dgm:t>
    </dgm:pt>
    <dgm:pt modelId="{831529AC-82E2-4FF9-B826-B686C23575AA}" type="sibTrans" cxnId="{7FFB640D-79EA-4F35-A166-D135E5A5104F}">
      <dgm:prSet/>
      <dgm:spPr/>
      <dgm:t>
        <a:bodyPr/>
        <a:lstStyle/>
        <a:p>
          <a:endParaRPr lang="en-IN" sz="1600"/>
        </a:p>
      </dgm:t>
    </dgm:pt>
    <dgm:pt modelId="{17D0A966-1B0D-433F-85D0-E32AC2D76632}" type="pres">
      <dgm:prSet presAssocID="{67331F70-5AE8-48D7-8BDE-41283DE6F358}" presName="linear" presStyleCnt="0">
        <dgm:presLayoutVars>
          <dgm:animLvl val="lvl"/>
          <dgm:resizeHandles val="exact"/>
        </dgm:presLayoutVars>
      </dgm:prSet>
      <dgm:spPr/>
      <dgm:t>
        <a:bodyPr/>
        <a:lstStyle/>
        <a:p>
          <a:endParaRPr lang="en-IN"/>
        </a:p>
      </dgm:t>
    </dgm:pt>
    <dgm:pt modelId="{D46E5596-890A-4C09-B71B-C295EA2BBD09}" type="pres">
      <dgm:prSet presAssocID="{2A359933-3CC7-4573-A471-E915C9867CA7}" presName="parentText" presStyleLbl="node1" presStyleIdx="0" presStyleCnt="1">
        <dgm:presLayoutVars>
          <dgm:chMax val="0"/>
          <dgm:bulletEnabled val="1"/>
        </dgm:presLayoutVars>
      </dgm:prSet>
      <dgm:spPr/>
      <dgm:t>
        <a:bodyPr/>
        <a:lstStyle/>
        <a:p>
          <a:endParaRPr lang="en-IN"/>
        </a:p>
      </dgm:t>
    </dgm:pt>
    <dgm:pt modelId="{E324D10A-2C5D-438D-AD0E-2F0E764A9C95}" type="pres">
      <dgm:prSet presAssocID="{2A359933-3CC7-4573-A471-E915C9867CA7}" presName="childText" presStyleLbl="revTx" presStyleIdx="0" presStyleCnt="1">
        <dgm:presLayoutVars>
          <dgm:bulletEnabled val="1"/>
        </dgm:presLayoutVars>
      </dgm:prSet>
      <dgm:spPr/>
      <dgm:t>
        <a:bodyPr/>
        <a:lstStyle/>
        <a:p>
          <a:endParaRPr lang="en-IN"/>
        </a:p>
      </dgm:t>
    </dgm:pt>
  </dgm:ptLst>
  <dgm:cxnLst>
    <dgm:cxn modelId="{9EA67E79-F0E4-4C60-8912-ABB322956DC3}" srcId="{2A359933-3CC7-4573-A471-E915C9867CA7}" destId="{C6033C4D-A038-4140-8B80-CB0BA48C1C7A}" srcOrd="3" destOrd="0" parTransId="{1A5A09CC-649F-4DD1-8B2C-3E796C551C10}" sibTransId="{E5A2C52B-8AE7-4E15-AD9E-6EF2DA3AF68D}"/>
    <dgm:cxn modelId="{2DEE8A27-8751-4DCE-B82F-62C4E102C6AA}" srcId="{2A359933-3CC7-4573-A471-E915C9867CA7}" destId="{CC5E2089-E98C-4CF3-84E5-886D468AA473}" srcOrd="4" destOrd="0" parTransId="{D9AE0E4E-A059-4AF9-BBE3-CF44B3F7CA72}" sibTransId="{CD2D0060-7D76-4545-BE91-2395DF9222BC}"/>
    <dgm:cxn modelId="{CC9CDC2C-AA77-4F94-A478-22330C2944C7}" type="presOf" srcId="{03CA8F4E-72A0-45A3-9A0B-128AF9788B6B}" destId="{E324D10A-2C5D-438D-AD0E-2F0E764A9C95}" srcOrd="0" destOrd="2" presId="urn:microsoft.com/office/officeart/2005/8/layout/vList2"/>
    <dgm:cxn modelId="{7FFB640D-79EA-4F35-A166-D135E5A5104F}" srcId="{2A359933-3CC7-4573-A471-E915C9867CA7}" destId="{03CA8F4E-72A0-45A3-9A0B-128AF9788B6B}" srcOrd="2" destOrd="0" parTransId="{89795CAC-5AD2-4986-9E42-3344186F2EEB}" sibTransId="{831529AC-82E2-4FF9-B826-B686C23575AA}"/>
    <dgm:cxn modelId="{D3434112-A0E1-4FBE-9F61-685365EDC610}" type="presOf" srcId="{C6033C4D-A038-4140-8B80-CB0BA48C1C7A}" destId="{E324D10A-2C5D-438D-AD0E-2F0E764A9C95}" srcOrd="0" destOrd="3" presId="urn:microsoft.com/office/officeart/2005/8/layout/vList2"/>
    <dgm:cxn modelId="{73166D7A-5FAC-4290-A02B-F1FF70FB8F13}" type="presOf" srcId="{67331F70-5AE8-48D7-8BDE-41283DE6F358}" destId="{17D0A966-1B0D-433F-85D0-E32AC2D76632}" srcOrd="0" destOrd="0" presId="urn:microsoft.com/office/officeart/2005/8/layout/vList2"/>
    <dgm:cxn modelId="{FD54934A-06D2-41D3-8609-0800A2B3C826}" type="presOf" srcId="{7345FC5F-43D3-4539-9BC4-ABE2A1283BD9}" destId="{E324D10A-2C5D-438D-AD0E-2F0E764A9C95}" srcOrd="0" destOrd="0" presId="urn:microsoft.com/office/officeart/2005/8/layout/vList2"/>
    <dgm:cxn modelId="{68C1FC76-5712-458F-B863-E0FA7D1D2319}" type="presOf" srcId="{153E12E7-1316-418B-8234-581225590085}" destId="{E324D10A-2C5D-438D-AD0E-2F0E764A9C95}" srcOrd="0" destOrd="5" presId="urn:microsoft.com/office/officeart/2005/8/layout/vList2"/>
    <dgm:cxn modelId="{820B0B3A-33A7-4903-90BE-21329505F959}" type="presOf" srcId="{CC5E2089-E98C-4CF3-84E5-886D468AA473}" destId="{E324D10A-2C5D-438D-AD0E-2F0E764A9C95}" srcOrd="0" destOrd="4" presId="urn:microsoft.com/office/officeart/2005/8/layout/vList2"/>
    <dgm:cxn modelId="{C5F36EFB-9813-413E-8EE2-FAA6A294712C}" type="presOf" srcId="{2A359933-3CC7-4573-A471-E915C9867CA7}" destId="{D46E5596-890A-4C09-B71B-C295EA2BBD09}" srcOrd="0" destOrd="0" presId="urn:microsoft.com/office/officeart/2005/8/layout/vList2"/>
    <dgm:cxn modelId="{BAC2B54B-6F2F-4299-9E86-D45BFB484CAF}" type="presOf" srcId="{36651881-8C1D-45C7-A1D1-6CB1456DAB71}" destId="{E324D10A-2C5D-438D-AD0E-2F0E764A9C95}" srcOrd="0" destOrd="1" presId="urn:microsoft.com/office/officeart/2005/8/layout/vList2"/>
    <dgm:cxn modelId="{A719E0D5-F012-441C-BE2B-F440A6284E43}" srcId="{2A359933-3CC7-4573-A471-E915C9867CA7}" destId="{7345FC5F-43D3-4539-9BC4-ABE2A1283BD9}" srcOrd="0" destOrd="0" parTransId="{37E2C12F-1BFA-4FDB-94F9-F4916C1CF737}" sibTransId="{1547A060-4EE1-4423-B404-3CAA1FCC9815}"/>
    <dgm:cxn modelId="{D4E21867-54F5-4265-B88D-D701970ECA32}" srcId="{2A359933-3CC7-4573-A471-E915C9867CA7}" destId="{36651881-8C1D-45C7-A1D1-6CB1456DAB71}" srcOrd="1" destOrd="0" parTransId="{D1D16C73-54C5-47BF-88C2-FF54F754E634}" sibTransId="{3D0BB969-7D7B-47D0-B88C-CDF0DA22BAEE}"/>
    <dgm:cxn modelId="{1E403CBA-C991-4BE7-B9CC-68F473834EEB}" srcId="{2A359933-3CC7-4573-A471-E915C9867CA7}" destId="{153E12E7-1316-418B-8234-581225590085}" srcOrd="5" destOrd="0" parTransId="{81AEF782-E8FF-4715-AC74-8C12216A402E}" sibTransId="{0A422E1C-B03F-41F2-AAB7-E0C27DD2840E}"/>
    <dgm:cxn modelId="{88B1587B-F3EB-45D1-91A0-FF5AA2576767}" srcId="{67331F70-5AE8-48D7-8BDE-41283DE6F358}" destId="{2A359933-3CC7-4573-A471-E915C9867CA7}" srcOrd="0" destOrd="0" parTransId="{5134AE18-941D-4DDF-AC74-A4E1B3433E7D}" sibTransId="{DFD45A82-A941-4D34-8C0E-9503CD4FFF7D}"/>
    <dgm:cxn modelId="{0DEBA601-49F8-4B24-AD85-085A6AF57F7E}" type="presParOf" srcId="{17D0A966-1B0D-433F-85D0-E32AC2D76632}" destId="{D46E5596-890A-4C09-B71B-C295EA2BBD09}" srcOrd="0" destOrd="0" presId="urn:microsoft.com/office/officeart/2005/8/layout/vList2"/>
    <dgm:cxn modelId="{63DB8E03-298C-4234-A1BA-E9344EF4362E}" type="presParOf" srcId="{17D0A966-1B0D-433F-85D0-E32AC2D76632}" destId="{E324D10A-2C5D-438D-AD0E-2F0E764A9C95}"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39773347-4211-4DEA-9187-ECD2EDFD7C44}"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IN"/>
        </a:p>
      </dgm:t>
    </dgm:pt>
    <dgm:pt modelId="{6C80476F-D3C6-4C67-B79A-82F66D816556}">
      <dgm:prSet phldrT="[Text]" custT="1"/>
      <dgm:spPr/>
      <dgm:t>
        <a:bodyPr/>
        <a:lstStyle/>
        <a:p>
          <a:pPr algn="ctr"/>
          <a:r>
            <a:rPr lang="en-IN" sz="3600" b="1" dirty="0">
              <a:effectLst>
                <a:outerShdw blurRad="38100" dist="38100" dir="2700000" algn="tl">
                  <a:srgbClr val="000000">
                    <a:alpha val="43137"/>
                  </a:srgbClr>
                </a:outerShdw>
              </a:effectLst>
              <a:latin typeface="+mj-lt"/>
            </a:rPr>
            <a:t>Ballistocardiograph</a:t>
          </a:r>
        </a:p>
      </dgm:t>
    </dgm:pt>
    <dgm:pt modelId="{7DCEE9A3-474D-4711-8D66-1C1B3F92D885}" type="parTrans" cxnId="{38A487ED-9782-42B8-93FC-1178C34FB14A}">
      <dgm:prSet/>
      <dgm:spPr/>
      <dgm:t>
        <a:bodyPr/>
        <a:lstStyle/>
        <a:p>
          <a:pPr algn="just"/>
          <a:endParaRPr lang="en-IN">
            <a:latin typeface="+mn-lt"/>
          </a:endParaRPr>
        </a:p>
      </dgm:t>
    </dgm:pt>
    <dgm:pt modelId="{6A8FB26E-D6D2-4217-901D-AEEF4B724F96}" type="sibTrans" cxnId="{38A487ED-9782-42B8-93FC-1178C34FB14A}">
      <dgm:prSet/>
      <dgm:spPr/>
      <dgm:t>
        <a:bodyPr/>
        <a:lstStyle/>
        <a:p>
          <a:pPr algn="just"/>
          <a:endParaRPr lang="en-IN">
            <a:latin typeface="+mn-lt"/>
          </a:endParaRPr>
        </a:p>
      </dgm:t>
    </dgm:pt>
    <dgm:pt modelId="{8FA755C6-9B88-4F77-8D53-AFE67FDC1523}">
      <dgm:prSet phldrT="[Text]"/>
      <dgm:spPr/>
      <dgm:t>
        <a:bodyPr/>
        <a:lstStyle/>
        <a:p>
          <a:pPr algn="just"/>
          <a:r>
            <a:rPr lang="en-IN" b="1" i="1" dirty="0">
              <a:latin typeface="+mn-lt"/>
            </a:rPr>
            <a:t>Ballistocardiograph </a:t>
          </a:r>
          <a:r>
            <a:rPr lang="en-IN" b="0" i="0" dirty="0">
              <a:latin typeface="+mn-lt"/>
            </a:rPr>
            <a:t>is</a:t>
          </a:r>
          <a:r>
            <a:rPr lang="en-IN" b="1" i="1" dirty="0">
              <a:latin typeface="+mn-lt"/>
            </a:rPr>
            <a:t> </a:t>
          </a:r>
          <a:r>
            <a:rPr lang="en-US" b="0" i="0" dirty="0">
              <a:latin typeface="+mn-lt"/>
            </a:rPr>
            <a:t>a device for measuring the amount of blood passing through the heart in a specified time by recording the recoil movements of the body that result from contraction of the heart muscle in ejecting blood from the ventricles.</a:t>
          </a:r>
          <a:endParaRPr lang="en-IN" dirty="0">
            <a:latin typeface="+mn-lt"/>
          </a:endParaRPr>
        </a:p>
      </dgm:t>
    </dgm:pt>
    <dgm:pt modelId="{FEC13B38-2822-4689-995D-2F1943B31585}" type="parTrans" cxnId="{60097A88-A145-4568-A5B0-1A26F34FAC9E}">
      <dgm:prSet/>
      <dgm:spPr/>
      <dgm:t>
        <a:bodyPr/>
        <a:lstStyle/>
        <a:p>
          <a:pPr algn="just"/>
          <a:endParaRPr lang="en-IN">
            <a:latin typeface="+mn-lt"/>
          </a:endParaRPr>
        </a:p>
      </dgm:t>
    </dgm:pt>
    <dgm:pt modelId="{D52C8BE0-47E3-4A1B-A7C0-D299CFFA5873}" type="sibTrans" cxnId="{60097A88-A145-4568-A5B0-1A26F34FAC9E}">
      <dgm:prSet/>
      <dgm:spPr/>
      <dgm:t>
        <a:bodyPr/>
        <a:lstStyle/>
        <a:p>
          <a:pPr algn="just"/>
          <a:endParaRPr lang="en-IN">
            <a:latin typeface="+mn-lt"/>
          </a:endParaRPr>
        </a:p>
      </dgm:t>
    </dgm:pt>
    <dgm:pt modelId="{5D0359C4-5D86-439A-A272-C85B9578169E}">
      <dgm:prSet phldrT="[Text]"/>
      <dgm:spPr/>
      <dgm:t>
        <a:bodyPr/>
        <a:lstStyle/>
        <a:p>
          <a:pPr algn="just"/>
          <a:r>
            <a:rPr lang="en-US" b="1" i="0" dirty="0">
              <a:solidFill>
                <a:srgbClr val="202124"/>
              </a:solidFill>
              <a:effectLst/>
              <a:latin typeface="+mn-lt"/>
            </a:rPr>
            <a:t>Any approach for capturing forces generated by the body</a:t>
          </a:r>
          <a:r>
            <a:rPr lang="en-US" b="0" i="0" dirty="0">
              <a:solidFill>
                <a:srgbClr val="202124"/>
              </a:solidFill>
              <a:effectLst/>
              <a:latin typeface="+mn-lt"/>
            </a:rPr>
            <a:t> can be termed </a:t>
          </a:r>
          <a:r>
            <a:rPr lang="en-US" b="0" i="0" dirty="0" err="1">
              <a:solidFill>
                <a:srgbClr val="202124"/>
              </a:solidFill>
              <a:effectLst/>
              <a:latin typeface="+mn-lt"/>
            </a:rPr>
            <a:t>ballistography</a:t>
          </a:r>
          <a:r>
            <a:rPr lang="en-US" b="0" i="0" dirty="0">
              <a:solidFill>
                <a:srgbClr val="202124"/>
              </a:solidFill>
              <a:effectLst/>
              <a:latin typeface="+mn-lt"/>
            </a:rPr>
            <a:t> (BSG) and includes forces due to body movement, breathing motion and the mechanical action of the beating heart (also called </a:t>
          </a:r>
          <a:r>
            <a:rPr lang="en-US" b="0" i="0" dirty="0" err="1">
              <a:solidFill>
                <a:srgbClr val="202124"/>
              </a:solidFill>
              <a:effectLst/>
              <a:latin typeface="+mn-lt"/>
            </a:rPr>
            <a:t>ballistocardiography</a:t>
          </a:r>
          <a:r>
            <a:rPr lang="en-US" b="0" i="0" dirty="0">
              <a:solidFill>
                <a:srgbClr val="202124"/>
              </a:solidFill>
              <a:effectLst/>
              <a:latin typeface="+mn-lt"/>
            </a:rPr>
            <a:t>, BCG).</a:t>
          </a:r>
          <a:endParaRPr lang="en-IN" dirty="0">
            <a:latin typeface="+mn-lt"/>
          </a:endParaRPr>
        </a:p>
      </dgm:t>
    </dgm:pt>
    <dgm:pt modelId="{680B051A-6D53-4D9C-B265-93DBD98CFAB6}" type="parTrans" cxnId="{814920A0-0C4A-4341-B183-E7926C3AB52A}">
      <dgm:prSet/>
      <dgm:spPr/>
      <dgm:t>
        <a:bodyPr/>
        <a:lstStyle/>
        <a:p>
          <a:pPr algn="just"/>
          <a:endParaRPr lang="en-IN">
            <a:latin typeface="+mn-lt"/>
          </a:endParaRPr>
        </a:p>
      </dgm:t>
    </dgm:pt>
    <dgm:pt modelId="{7E3AF7EE-7DB7-4659-982F-FAC06CC78263}" type="sibTrans" cxnId="{814920A0-0C4A-4341-B183-E7926C3AB52A}">
      <dgm:prSet/>
      <dgm:spPr/>
      <dgm:t>
        <a:bodyPr/>
        <a:lstStyle/>
        <a:p>
          <a:pPr algn="just"/>
          <a:endParaRPr lang="en-IN">
            <a:latin typeface="+mn-lt"/>
          </a:endParaRPr>
        </a:p>
      </dgm:t>
    </dgm:pt>
    <dgm:pt modelId="{9C94CDDB-878A-4625-99CF-E291B3831FBD}">
      <dgm:prSet phldrT="[Text]"/>
      <dgm:spPr/>
      <dgm:t>
        <a:bodyPr/>
        <a:lstStyle/>
        <a:p>
          <a:pPr algn="just"/>
          <a:r>
            <a:rPr lang="en-US" dirty="0"/>
            <a:t>Ballistocardiograph is an instrument that records the movement imparted to the body with each beat of the heart cycle. </a:t>
          </a:r>
          <a:endParaRPr lang="en-IN" dirty="0">
            <a:latin typeface="+mn-lt"/>
          </a:endParaRPr>
        </a:p>
      </dgm:t>
    </dgm:pt>
    <dgm:pt modelId="{6018A340-23B1-4C41-921E-C1A7C1B722A6}" type="parTrans" cxnId="{BDE0E476-BEAA-44CE-AD89-D9807D66D753}">
      <dgm:prSet/>
      <dgm:spPr/>
      <dgm:t>
        <a:bodyPr/>
        <a:lstStyle/>
        <a:p>
          <a:endParaRPr lang="en-IN"/>
        </a:p>
      </dgm:t>
    </dgm:pt>
    <dgm:pt modelId="{59388FFF-C88C-4D1F-B45E-C6397D3BFCCD}" type="sibTrans" cxnId="{BDE0E476-BEAA-44CE-AD89-D9807D66D753}">
      <dgm:prSet/>
      <dgm:spPr/>
      <dgm:t>
        <a:bodyPr/>
        <a:lstStyle/>
        <a:p>
          <a:endParaRPr lang="en-IN"/>
        </a:p>
      </dgm:t>
    </dgm:pt>
    <dgm:pt modelId="{23C4F66B-558A-4CF1-BF94-681308D25C18}">
      <dgm:prSet phldrT="[Text]"/>
      <dgm:spPr/>
      <dgm:t>
        <a:bodyPr/>
        <a:lstStyle/>
        <a:p>
          <a:pPr algn="just"/>
          <a:r>
            <a:rPr lang="en-US" dirty="0" err="1"/>
            <a:t>Ballistocardiogram</a:t>
          </a:r>
          <a:r>
            <a:rPr lang="en-US" dirty="0"/>
            <a:t> (BCG) is a non-invasive technique to measure cardiac parameters. </a:t>
          </a:r>
          <a:endParaRPr lang="en-IN" dirty="0">
            <a:latin typeface="+mn-lt"/>
          </a:endParaRPr>
        </a:p>
      </dgm:t>
    </dgm:pt>
    <dgm:pt modelId="{419DC50B-ED5D-41C6-8217-8282E824DDC7}" type="parTrans" cxnId="{1B079850-A73B-452C-AFB7-DDD888D1C05B}">
      <dgm:prSet/>
      <dgm:spPr/>
      <dgm:t>
        <a:bodyPr/>
        <a:lstStyle/>
        <a:p>
          <a:endParaRPr lang="en-IN"/>
        </a:p>
      </dgm:t>
    </dgm:pt>
    <dgm:pt modelId="{A1A376D6-DD5F-4059-9F98-E2D8AF4CA818}" type="sibTrans" cxnId="{1B079850-A73B-452C-AFB7-DDD888D1C05B}">
      <dgm:prSet/>
      <dgm:spPr/>
      <dgm:t>
        <a:bodyPr/>
        <a:lstStyle/>
        <a:p>
          <a:endParaRPr lang="en-IN"/>
        </a:p>
      </dgm:t>
    </dgm:pt>
    <dgm:pt modelId="{8021B3E7-A0C1-48ED-90EF-63465A21A7F8}">
      <dgm:prSet phldrT="[Text]"/>
      <dgm:spPr/>
      <dgm:t>
        <a:bodyPr/>
        <a:lstStyle/>
        <a:p>
          <a:pPr algn="just"/>
          <a:r>
            <a:rPr lang="en-US" dirty="0"/>
            <a:t>It was popularized by Dr. Isaac </a:t>
          </a:r>
          <a:r>
            <a:rPr lang="en-US" dirty="0" err="1"/>
            <a:t>Staar</a:t>
          </a:r>
          <a:r>
            <a:rPr lang="en-US" dirty="0"/>
            <a:t> in 1940.</a:t>
          </a:r>
          <a:endParaRPr lang="en-IN" dirty="0">
            <a:latin typeface="+mn-lt"/>
          </a:endParaRPr>
        </a:p>
      </dgm:t>
    </dgm:pt>
    <dgm:pt modelId="{A724BF42-9FBB-448D-B467-801700597A56}" type="parTrans" cxnId="{622CB83C-29B5-4D7E-8E2C-702F377BAD1A}">
      <dgm:prSet/>
      <dgm:spPr/>
      <dgm:t>
        <a:bodyPr/>
        <a:lstStyle/>
        <a:p>
          <a:endParaRPr lang="en-IN"/>
        </a:p>
      </dgm:t>
    </dgm:pt>
    <dgm:pt modelId="{BB770BF3-54B0-48CC-9984-9BF4F0A27BD1}" type="sibTrans" cxnId="{622CB83C-29B5-4D7E-8E2C-702F377BAD1A}">
      <dgm:prSet/>
      <dgm:spPr/>
      <dgm:t>
        <a:bodyPr/>
        <a:lstStyle/>
        <a:p>
          <a:endParaRPr lang="en-IN"/>
        </a:p>
      </dgm:t>
    </dgm:pt>
    <dgm:pt modelId="{5F6C815B-09CD-4C62-A907-B0A626FAE85D}">
      <dgm:prSet phldrT="[Text]"/>
      <dgm:spPr/>
      <dgm:t>
        <a:bodyPr/>
        <a:lstStyle/>
        <a:p>
          <a:pPr algn="just"/>
          <a:r>
            <a:rPr lang="en-US" b="0" i="0" u="none" dirty="0"/>
            <a:t>Abnormality appearing in the BCG may indicate about </a:t>
          </a:r>
          <a:r>
            <a:rPr lang="en-IN" b="0" i="0" dirty="0"/>
            <a:t>Coronary artery disease.</a:t>
          </a:r>
          <a:endParaRPr lang="en-IN" dirty="0">
            <a:latin typeface="+mn-lt"/>
          </a:endParaRPr>
        </a:p>
      </dgm:t>
    </dgm:pt>
    <dgm:pt modelId="{8E0EC40B-C62E-4991-B762-FE38A4B6B241}" type="parTrans" cxnId="{F8AC5A25-A9D1-4599-9D4F-564051659E45}">
      <dgm:prSet/>
      <dgm:spPr/>
      <dgm:t>
        <a:bodyPr/>
        <a:lstStyle/>
        <a:p>
          <a:endParaRPr lang="en-IN"/>
        </a:p>
      </dgm:t>
    </dgm:pt>
    <dgm:pt modelId="{00CB49D4-958A-4D09-81AF-74B47D5C282F}" type="sibTrans" cxnId="{F8AC5A25-A9D1-4599-9D4F-564051659E45}">
      <dgm:prSet/>
      <dgm:spPr/>
      <dgm:t>
        <a:bodyPr/>
        <a:lstStyle/>
        <a:p>
          <a:endParaRPr lang="en-IN"/>
        </a:p>
      </dgm:t>
    </dgm:pt>
    <dgm:pt modelId="{3EBEEA38-74F9-4BED-8BD0-7151B2EED763}" type="pres">
      <dgm:prSet presAssocID="{39773347-4211-4DEA-9187-ECD2EDFD7C44}" presName="Name0" presStyleCnt="0">
        <dgm:presLayoutVars>
          <dgm:dir/>
          <dgm:animLvl val="lvl"/>
          <dgm:resizeHandles val="exact"/>
        </dgm:presLayoutVars>
      </dgm:prSet>
      <dgm:spPr/>
      <dgm:t>
        <a:bodyPr/>
        <a:lstStyle/>
        <a:p>
          <a:endParaRPr lang="en-IN"/>
        </a:p>
      </dgm:t>
    </dgm:pt>
    <dgm:pt modelId="{0CEE5F38-8494-4E60-8BAE-A79076F1C9EE}" type="pres">
      <dgm:prSet presAssocID="{6C80476F-D3C6-4C67-B79A-82F66D816556}" presName="composite" presStyleCnt="0"/>
      <dgm:spPr/>
    </dgm:pt>
    <dgm:pt modelId="{FFE4922A-072F-44D1-915F-7EBED1493097}" type="pres">
      <dgm:prSet presAssocID="{6C80476F-D3C6-4C67-B79A-82F66D816556}" presName="parTx" presStyleLbl="alignNode1" presStyleIdx="0" presStyleCnt="1">
        <dgm:presLayoutVars>
          <dgm:chMax val="0"/>
          <dgm:chPref val="0"/>
          <dgm:bulletEnabled val="1"/>
        </dgm:presLayoutVars>
      </dgm:prSet>
      <dgm:spPr/>
      <dgm:t>
        <a:bodyPr/>
        <a:lstStyle/>
        <a:p>
          <a:endParaRPr lang="en-IN"/>
        </a:p>
      </dgm:t>
    </dgm:pt>
    <dgm:pt modelId="{CC23353D-8228-4F2D-A4E5-C821B4C5B2F6}" type="pres">
      <dgm:prSet presAssocID="{6C80476F-D3C6-4C67-B79A-82F66D816556}" presName="desTx" presStyleLbl="alignAccFollowNode1" presStyleIdx="0" presStyleCnt="1">
        <dgm:presLayoutVars>
          <dgm:bulletEnabled val="1"/>
        </dgm:presLayoutVars>
      </dgm:prSet>
      <dgm:spPr/>
      <dgm:t>
        <a:bodyPr/>
        <a:lstStyle/>
        <a:p>
          <a:endParaRPr lang="en-IN"/>
        </a:p>
      </dgm:t>
    </dgm:pt>
  </dgm:ptLst>
  <dgm:cxnLst>
    <dgm:cxn modelId="{814920A0-0C4A-4341-B183-E7926C3AB52A}" srcId="{6C80476F-D3C6-4C67-B79A-82F66D816556}" destId="{5D0359C4-5D86-439A-A272-C85B9578169E}" srcOrd="1" destOrd="0" parTransId="{680B051A-6D53-4D9C-B265-93DBD98CFAB6}" sibTransId="{7E3AF7EE-7DB7-4659-982F-FAC06CC78263}"/>
    <dgm:cxn modelId="{38A487ED-9782-42B8-93FC-1178C34FB14A}" srcId="{39773347-4211-4DEA-9187-ECD2EDFD7C44}" destId="{6C80476F-D3C6-4C67-B79A-82F66D816556}" srcOrd="0" destOrd="0" parTransId="{7DCEE9A3-474D-4711-8D66-1C1B3F92D885}" sibTransId="{6A8FB26E-D6D2-4217-901D-AEEF4B724F96}"/>
    <dgm:cxn modelId="{BE329170-90B3-486C-A82C-B5AC2E599FE8}" type="presOf" srcId="{23C4F66B-558A-4CF1-BF94-681308D25C18}" destId="{CC23353D-8228-4F2D-A4E5-C821B4C5B2F6}" srcOrd="0" destOrd="3" presId="urn:microsoft.com/office/officeart/2005/8/layout/hList1"/>
    <dgm:cxn modelId="{5D408CB5-9264-4AD4-9AD8-D1A2C809B80D}" type="presOf" srcId="{9C94CDDB-878A-4625-99CF-E291B3831FBD}" destId="{CC23353D-8228-4F2D-A4E5-C821B4C5B2F6}" srcOrd="0" destOrd="2" presId="urn:microsoft.com/office/officeart/2005/8/layout/hList1"/>
    <dgm:cxn modelId="{1B079850-A73B-452C-AFB7-DDD888D1C05B}" srcId="{6C80476F-D3C6-4C67-B79A-82F66D816556}" destId="{23C4F66B-558A-4CF1-BF94-681308D25C18}" srcOrd="3" destOrd="0" parTransId="{419DC50B-ED5D-41C6-8217-8282E824DDC7}" sibTransId="{A1A376D6-DD5F-4059-9F98-E2D8AF4CA818}"/>
    <dgm:cxn modelId="{60097A88-A145-4568-A5B0-1A26F34FAC9E}" srcId="{6C80476F-D3C6-4C67-B79A-82F66D816556}" destId="{8FA755C6-9B88-4F77-8D53-AFE67FDC1523}" srcOrd="0" destOrd="0" parTransId="{FEC13B38-2822-4689-995D-2F1943B31585}" sibTransId="{D52C8BE0-47E3-4A1B-A7C0-D299CFFA5873}"/>
    <dgm:cxn modelId="{79071FF8-2235-47D7-99BF-49B4737A9BA4}" type="presOf" srcId="{39773347-4211-4DEA-9187-ECD2EDFD7C44}" destId="{3EBEEA38-74F9-4BED-8BD0-7151B2EED763}" srcOrd="0" destOrd="0" presId="urn:microsoft.com/office/officeart/2005/8/layout/hList1"/>
    <dgm:cxn modelId="{9FC97CB1-859F-45EE-8032-E559E103193C}" type="presOf" srcId="{6C80476F-D3C6-4C67-B79A-82F66D816556}" destId="{FFE4922A-072F-44D1-915F-7EBED1493097}" srcOrd="0" destOrd="0" presId="urn:microsoft.com/office/officeart/2005/8/layout/hList1"/>
    <dgm:cxn modelId="{22D15815-AFA4-466D-8CB1-2274BCB7C6FF}" type="presOf" srcId="{5D0359C4-5D86-439A-A272-C85B9578169E}" destId="{CC23353D-8228-4F2D-A4E5-C821B4C5B2F6}" srcOrd="0" destOrd="1" presId="urn:microsoft.com/office/officeart/2005/8/layout/hList1"/>
    <dgm:cxn modelId="{F8AC5A25-A9D1-4599-9D4F-564051659E45}" srcId="{6C80476F-D3C6-4C67-B79A-82F66D816556}" destId="{5F6C815B-09CD-4C62-A907-B0A626FAE85D}" srcOrd="5" destOrd="0" parTransId="{8E0EC40B-C62E-4991-B762-FE38A4B6B241}" sibTransId="{00CB49D4-958A-4D09-81AF-74B47D5C282F}"/>
    <dgm:cxn modelId="{622CB83C-29B5-4D7E-8E2C-702F377BAD1A}" srcId="{6C80476F-D3C6-4C67-B79A-82F66D816556}" destId="{8021B3E7-A0C1-48ED-90EF-63465A21A7F8}" srcOrd="4" destOrd="0" parTransId="{A724BF42-9FBB-448D-B467-801700597A56}" sibTransId="{BB770BF3-54B0-48CC-9984-9BF4F0A27BD1}"/>
    <dgm:cxn modelId="{960F6426-BF9E-499E-BB24-F059EBBBFCB0}" type="presOf" srcId="{8021B3E7-A0C1-48ED-90EF-63465A21A7F8}" destId="{CC23353D-8228-4F2D-A4E5-C821B4C5B2F6}" srcOrd="0" destOrd="4" presId="urn:microsoft.com/office/officeart/2005/8/layout/hList1"/>
    <dgm:cxn modelId="{ABF6FCBE-16FC-4713-A5F3-E3BFD8757852}" type="presOf" srcId="{5F6C815B-09CD-4C62-A907-B0A626FAE85D}" destId="{CC23353D-8228-4F2D-A4E5-C821B4C5B2F6}" srcOrd="0" destOrd="5" presId="urn:microsoft.com/office/officeart/2005/8/layout/hList1"/>
    <dgm:cxn modelId="{BDE0E476-BEAA-44CE-AD89-D9807D66D753}" srcId="{6C80476F-D3C6-4C67-B79A-82F66D816556}" destId="{9C94CDDB-878A-4625-99CF-E291B3831FBD}" srcOrd="2" destOrd="0" parTransId="{6018A340-23B1-4C41-921E-C1A7C1B722A6}" sibTransId="{59388FFF-C88C-4D1F-B45E-C6397D3BFCCD}"/>
    <dgm:cxn modelId="{9367F126-2D3F-44C0-A894-75A137C420A9}" type="presOf" srcId="{8FA755C6-9B88-4F77-8D53-AFE67FDC1523}" destId="{CC23353D-8228-4F2D-A4E5-C821B4C5B2F6}" srcOrd="0" destOrd="0" presId="urn:microsoft.com/office/officeart/2005/8/layout/hList1"/>
    <dgm:cxn modelId="{EB597622-F592-4E10-8122-353E4E9F7ACD}" type="presParOf" srcId="{3EBEEA38-74F9-4BED-8BD0-7151B2EED763}" destId="{0CEE5F38-8494-4E60-8BAE-A79076F1C9EE}" srcOrd="0" destOrd="0" presId="urn:microsoft.com/office/officeart/2005/8/layout/hList1"/>
    <dgm:cxn modelId="{86395DD0-2DD5-4BAA-B582-242020CE95D1}" type="presParOf" srcId="{0CEE5F38-8494-4E60-8BAE-A79076F1C9EE}" destId="{FFE4922A-072F-44D1-915F-7EBED1493097}" srcOrd="0" destOrd="0" presId="urn:microsoft.com/office/officeart/2005/8/layout/hList1"/>
    <dgm:cxn modelId="{EAE5784D-3D97-43D7-A87E-295387EE32D5}" type="presParOf" srcId="{0CEE5F38-8494-4E60-8BAE-A79076F1C9EE}" destId="{CC23353D-8228-4F2D-A4E5-C821B4C5B2F6}"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26DE658C-FC38-4BC2-B11D-116274846389}"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64C5BB55-6449-42EE-BCB3-7B06AA424999}">
      <dgm:prSet phldrT="[Text]" custT="1"/>
      <dgm:spPr/>
      <dgm:t>
        <a:bodyPr/>
        <a:lstStyle/>
        <a:p>
          <a:pPr algn="just"/>
          <a:r>
            <a:rPr lang="en-US" sz="2800" b="0" i="0" dirty="0"/>
            <a:t>The </a:t>
          </a:r>
          <a:r>
            <a:rPr lang="en-US" sz="2800" b="1" i="0" dirty="0"/>
            <a:t>ballistocardiograph</a:t>
          </a:r>
          <a:r>
            <a:rPr lang="en-US" sz="2800" b="0" i="0" dirty="0"/>
            <a:t> (</a:t>
          </a:r>
          <a:r>
            <a:rPr lang="en-US" sz="2800" b="1" i="0" dirty="0"/>
            <a:t>BCG</a:t>
          </a:r>
          <a:r>
            <a:rPr lang="en-US" sz="2800" b="0" i="0" dirty="0"/>
            <a:t>) is a measure of ballistic forces generated by the heart.</a:t>
          </a:r>
          <a:endParaRPr lang="en-IN" sz="2800" dirty="0"/>
        </a:p>
      </dgm:t>
    </dgm:pt>
    <dgm:pt modelId="{7697C061-680C-422E-822A-120328A0DEBE}" type="parTrans" cxnId="{EEC512E0-08F8-48C7-822A-E718640E32F7}">
      <dgm:prSet/>
      <dgm:spPr/>
      <dgm:t>
        <a:bodyPr/>
        <a:lstStyle/>
        <a:p>
          <a:pPr algn="just"/>
          <a:endParaRPr lang="en-IN"/>
        </a:p>
      </dgm:t>
    </dgm:pt>
    <dgm:pt modelId="{FEDAFA34-4A48-422B-9C8B-7D9C91C6D8A2}" type="sibTrans" cxnId="{EEC512E0-08F8-48C7-822A-E718640E32F7}">
      <dgm:prSet/>
      <dgm:spPr/>
      <dgm:t>
        <a:bodyPr/>
        <a:lstStyle/>
        <a:p>
          <a:pPr algn="just"/>
          <a:endParaRPr lang="en-IN"/>
        </a:p>
      </dgm:t>
    </dgm:pt>
    <dgm:pt modelId="{92FCF9D5-6EA3-41C4-A2EC-532B7DBB30AE}">
      <dgm:prSet phldrT="[Text]" custT="1"/>
      <dgm:spPr/>
      <dgm:t>
        <a:bodyPr/>
        <a:lstStyle/>
        <a:p>
          <a:pPr algn="just"/>
          <a:r>
            <a:rPr lang="en-US" sz="2800" dirty="0"/>
            <a:t>The heartbeat results in motion of the body, which in turn causes movements in a suspended supporting structure, usually a special table or bed on which the subject is lying, and these movements are recorded photographically (</a:t>
          </a:r>
          <a:r>
            <a:rPr lang="en-US" sz="2800" dirty="0" err="1"/>
            <a:t>ballistocardiogram</a:t>
          </a:r>
          <a:r>
            <a:rPr lang="en-US" sz="2800" dirty="0"/>
            <a:t>, or BCG) as a series of waves. </a:t>
          </a:r>
          <a:endParaRPr lang="en-IN" sz="2800" dirty="0"/>
        </a:p>
      </dgm:t>
    </dgm:pt>
    <dgm:pt modelId="{3B153C18-F471-48D9-9F4C-B6AB520DFAD4}" type="parTrans" cxnId="{830DC0BD-42A0-46DF-817B-E8A66F1DBCC1}">
      <dgm:prSet/>
      <dgm:spPr/>
      <dgm:t>
        <a:bodyPr/>
        <a:lstStyle/>
        <a:p>
          <a:pPr algn="just"/>
          <a:endParaRPr lang="en-IN"/>
        </a:p>
      </dgm:t>
    </dgm:pt>
    <dgm:pt modelId="{BE705C2F-AB55-48C8-8C4E-163B39FC282E}" type="sibTrans" cxnId="{830DC0BD-42A0-46DF-817B-E8A66F1DBCC1}">
      <dgm:prSet/>
      <dgm:spPr/>
      <dgm:t>
        <a:bodyPr/>
        <a:lstStyle/>
        <a:p>
          <a:pPr algn="just"/>
          <a:endParaRPr lang="en-IN"/>
        </a:p>
      </dgm:t>
    </dgm:pt>
    <dgm:pt modelId="{7AC70E98-F353-499E-8454-8B7795ABA3B2}">
      <dgm:prSet phldrT="[Text]" custT="1"/>
      <dgm:spPr/>
      <dgm:t>
        <a:bodyPr/>
        <a:lstStyle/>
        <a:p>
          <a:pPr algn="just"/>
          <a:r>
            <a:rPr lang="en-US" sz="2800" dirty="0"/>
            <a:t>Ballistocardiograph is an instrument that records the movement imparted to the body with each beat of the heart cycle. </a:t>
          </a:r>
          <a:endParaRPr lang="en-IN" sz="2800" dirty="0"/>
        </a:p>
      </dgm:t>
    </dgm:pt>
    <dgm:pt modelId="{E6DDDBE8-2CA1-44A5-8232-4ACEC8A9DEF6}" type="parTrans" cxnId="{DCC6AA65-CD43-4234-B468-BA6E3C48E0AE}">
      <dgm:prSet/>
      <dgm:spPr/>
      <dgm:t>
        <a:bodyPr/>
        <a:lstStyle/>
        <a:p>
          <a:pPr algn="just"/>
          <a:endParaRPr lang="en-IN"/>
        </a:p>
      </dgm:t>
    </dgm:pt>
    <dgm:pt modelId="{2501C7B8-864F-43FA-8D11-182FDE1972C2}" type="sibTrans" cxnId="{DCC6AA65-CD43-4234-B468-BA6E3C48E0AE}">
      <dgm:prSet/>
      <dgm:spPr/>
      <dgm:t>
        <a:bodyPr/>
        <a:lstStyle/>
        <a:p>
          <a:pPr algn="just"/>
          <a:endParaRPr lang="en-IN"/>
        </a:p>
      </dgm:t>
    </dgm:pt>
    <dgm:pt modelId="{2C95D749-5424-471A-8696-D5F95C724FA9}">
      <dgm:prSet phldrT="[Text]" custT="1"/>
      <dgm:spPr/>
      <dgm:t>
        <a:bodyPr/>
        <a:lstStyle/>
        <a:p>
          <a:pPr algn="just"/>
          <a:r>
            <a:rPr lang="en-US" sz="2800" dirty="0"/>
            <a:t>These movements occur during the ventricular contractions of the heart muscle when the blood is ejected with sufficient force. </a:t>
          </a:r>
          <a:endParaRPr lang="en-IN" sz="2800" dirty="0"/>
        </a:p>
      </dgm:t>
    </dgm:pt>
    <dgm:pt modelId="{46CFAA08-0D61-476E-88BA-7DF04DA51717}" type="parTrans" cxnId="{C6E809E5-53E1-4D49-BB25-889666FC311C}">
      <dgm:prSet/>
      <dgm:spPr/>
      <dgm:t>
        <a:bodyPr/>
        <a:lstStyle/>
        <a:p>
          <a:pPr algn="just"/>
          <a:endParaRPr lang="en-IN"/>
        </a:p>
      </dgm:t>
    </dgm:pt>
    <dgm:pt modelId="{0E60390E-78CA-4396-A6D7-FF892F9918FF}" type="sibTrans" cxnId="{C6E809E5-53E1-4D49-BB25-889666FC311C}">
      <dgm:prSet/>
      <dgm:spPr/>
      <dgm:t>
        <a:bodyPr/>
        <a:lstStyle/>
        <a:p>
          <a:pPr algn="just"/>
          <a:endParaRPr lang="en-IN"/>
        </a:p>
      </dgm:t>
    </dgm:pt>
    <dgm:pt modelId="{66526604-F43D-43C5-B32F-BE5E58C389C5}">
      <dgm:prSet phldrT="[Text]" custT="1"/>
      <dgm:spPr/>
      <dgm:t>
        <a:bodyPr/>
        <a:lstStyle/>
        <a:p>
          <a:pPr algn="just"/>
          <a:r>
            <a:rPr lang="en-US" sz="2800" dirty="0" err="1"/>
            <a:t>Ballistocardiography</a:t>
          </a:r>
          <a:r>
            <a:rPr lang="en-US" sz="2800" dirty="0"/>
            <a:t>, graphic recording of the stroke volume of the heart for the purpose of calculating cardiac output. </a:t>
          </a:r>
          <a:endParaRPr lang="en-IN" sz="2800" dirty="0"/>
        </a:p>
      </dgm:t>
    </dgm:pt>
    <dgm:pt modelId="{4FF16475-4823-40C6-8552-63CAD98A6B91}" type="parTrans" cxnId="{84C84DE7-7EB4-4834-96DB-5B5A726336A2}">
      <dgm:prSet/>
      <dgm:spPr/>
      <dgm:t>
        <a:bodyPr/>
        <a:lstStyle/>
        <a:p>
          <a:pPr algn="just"/>
          <a:endParaRPr lang="en-IN"/>
        </a:p>
      </dgm:t>
    </dgm:pt>
    <dgm:pt modelId="{470D73A7-A17A-4E08-82EF-A7198AE65F8F}" type="sibTrans" cxnId="{84C84DE7-7EB4-4834-96DB-5B5A726336A2}">
      <dgm:prSet/>
      <dgm:spPr/>
      <dgm:t>
        <a:bodyPr/>
        <a:lstStyle/>
        <a:p>
          <a:pPr algn="just"/>
          <a:endParaRPr lang="en-IN"/>
        </a:p>
      </dgm:t>
    </dgm:pt>
    <dgm:pt modelId="{CBAB787D-BECB-44B4-BE60-7D79C8174F1E}" type="pres">
      <dgm:prSet presAssocID="{26DE658C-FC38-4BC2-B11D-116274846389}" presName="linear" presStyleCnt="0">
        <dgm:presLayoutVars>
          <dgm:animLvl val="lvl"/>
          <dgm:resizeHandles val="exact"/>
        </dgm:presLayoutVars>
      </dgm:prSet>
      <dgm:spPr/>
      <dgm:t>
        <a:bodyPr/>
        <a:lstStyle/>
        <a:p>
          <a:endParaRPr lang="en-IN"/>
        </a:p>
      </dgm:t>
    </dgm:pt>
    <dgm:pt modelId="{A40631A3-3156-4AD2-BAC5-7EDF54CDF6FB}" type="pres">
      <dgm:prSet presAssocID="{64C5BB55-6449-42EE-BCB3-7B06AA424999}" presName="parentText" presStyleLbl="node1" presStyleIdx="0" presStyleCnt="2" custLinFactNeighborX="-13735" custLinFactNeighborY="-67499">
        <dgm:presLayoutVars>
          <dgm:chMax val="0"/>
          <dgm:bulletEnabled val="1"/>
        </dgm:presLayoutVars>
      </dgm:prSet>
      <dgm:spPr/>
      <dgm:t>
        <a:bodyPr/>
        <a:lstStyle/>
        <a:p>
          <a:endParaRPr lang="en-IN"/>
        </a:p>
      </dgm:t>
    </dgm:pt>
    <dgm:pt modelId="{6DC70730-5A40-4DA9-A25D-E0FB39E3BF21}" type="pres">
      <dgm:prSet presAssocID="{64C5BB55-6449-42EE-BCB3-7B06AA424999}" presName="childText" presStyleLbl="revTx" presStyleIdx="0" presStyleCnt="2">
        <dgm:presLayoutVars>
          <dgm:bulletEnabled val="1"/>
        </dgm:presLayoutVars>
      </dgm:prSet>
      <dgm:spPr/>
      <dgm:t>
        <a:bodyPr/>
        <a:lstStyle/>
        <a:p>
          <a:endParaRPr lang="en-IN"/>
        </a:p>
      </dgm:t>
    </dgm:pt>
    <dgm:pt modelId="{8BF93D66-1364-4A6F-B54C-84313E32D3DC}" type="pres">
      <dgm:prSet presAssocID="{7AC70E98-F353-499E-8454-8B7795ABA3B2}" presName="parentText" presStyleLbl="node1" presStyleIdx="1" presStyleCnt="2">
        <dgm:presLayoutVars>
          <dgm:chMax val="0"/>
          <dgm:bulletEnabled val="1"/>
        </dgm:presLayoutVars>
      </dgm:prSet>
      <dgm:spPr/>
      <dgm:t>
        <a:bodyPr/>
        <a:lstStyle/>
        <a:p>
          <a:endParaRPr lang="en-IN"/>
        </a:p>
      </dgm:t>
    </dgm:pt>
    <dgm:pt modelId="{4772E360-7F74-4275-AFB3-2A6B41BAE93C}" type="pres">
      <dgm:prSet presAssocID="{7AC70E98-F353-499E-8454-8B7795ABA3B2}" presName="childText" presStyleLbl="revTx" presStyleIdx="1" presStyleCnt="2">
        <dgm:presLayoutVars>
          <dgm:bulletEnabled val="1"/>
        </dgm:presLayoutVars>
      </dgm:prSet>
      <dgm:spPr/>
      <dgm:t>
        <a:bodyPr/>
        <a:lstStyle/>
        <a:p>
          <a:endParaRPr lang="en-IN"/>
        </a:p>
      </dgm:t>
    </dgm:pt>
  </dgm:ptLst>
  <dgm:cxnLst>
    <dgm:cxn modelId="{84C84DE7-7EB4-4834-96DB-5B5A726336A2}" srcId="{64C5BB55-6449-42EE-BCB3-7B06AA424999}" destId="{66526604-F43D-43C5-B32F-BE5E58C389C5}" srcOrd="1" destOrd="0" parTransId="{4FF16475-4823-40C6-8552-63CAD98A6B91}" sibTransId="{470D73A7-A17A-4E08-82EF-A7198AE65F8F}"/>
    <dgm:cxn modelId="{A5B65A58-934E-4D03-9688-0E49DBEF2CEC}" type="presOf" srcId="{2C95D749-5424-471A-8696-D5F95C724FA9}" destId="{4772E360-7F74-4275-AFB3-2A6B41BAE93C}" srcOrd="0" destOrd="0" presId="urn:microsoft.com/office/officeart/2005/8/layout/vList2"/>
    <dgm:cxn modelId="{4562BF5A-B7D9-42F0-8C35-C894DC4A57ED}" type="presOf" srcId="{66526604-F43D-43C5-B32F-BE5E58C389C5}" destId="{6DC70730-5A40-4DA9-A25D-E0FB39E3BF21}" srcOrd="0" destOrd="1" presId="urn:microsoft.com/office/officeart/2005/8/layout/vList2"/>
    <dgm:cxn modelId="{CA7E08A6-330E-4397-8A28-5E6CA8D113B1}" type="presOf" srcId="{26DE658C-FC38-4BC2-B11D-116274846389}" destId="{CBAB787D-BECB-44B4-BE60-7D79C8174F1E}" srcOrd="0" destOrd="0" presId="urn:microsoft.com/office/officeart/2005/8/layout/vList2"/>
    <dgm:cxn modelId="{3A775D34-9F2A-4A72-8DC9-2B9A8EFA9B1A}" type="presOf" srcId="{64C5BB55-6449-42EE-BCB3-7B06AA424999}" destId="{A40631A3-3156-4AD2-BAC5-7EDF54CDF6FB}" srcOrd="0" destOrd="0" presId="urn:microsoft.com/office/officeart/2005/8/layout/vList2"/>
    <dgm:cxn modelId="{240994D9-5763-40F1-BF5F-304C9EFC1A5E}" type="presOf" srcId="{7AC70E98-F353-499E-8454-8B7795ABA3B2}" destId="{8BF93D66-1364-4A6F-B54C-84313E32D3DC}" srcOrd="0" destOrd="0" presId="urn:microsoft.com/office/officeart/2005/8/layout/vList2"/>
    <dgm:cxn modelId="{DCC6AA65-CD43-4234-B468-BA6E3C48E0AE}" srcId="{26DE658C-FC38-4BC2-B11D-116274846389}" destId="{7AC70E98-F353-499E-8454-8B7795ABA3B2}" srcOrd="1" destOrd="0" parTransId="{E6DDDBE8-2CA1-44A5-8232-4ACEC8A9DEF6}" sibTransId="{2501C7B8-864F-43FA-8D11-182FDE1972C2}"/>
    <dgm:cxn modelId="{EEC512E0-08F8-48C7-822A-E718640E32F7}" srcId="{26DE658C-FC38-4BC2-B11D-116274846389}" destId="{64C5BB55-6449-42EE-BCB3-7B06AA424999}" srcOrd="0" destOrd="0" parTransId="{7697C061-680C-422E-822A-120328A0DEBE}" sibTransId="{FEDAFA34-4A48-422B-9C8B-7D9C91C6D8A2}"/>
    <dgm:cxn modelId="{C6E809E5-53E1-4D49-BB25-889666FC311C}" srcId="{7AC70E98-F353-499E-8454-8B7795ABA3B2}" destId="{2C95D749-5424-471A-8696-D5F95C724FA9}" srcOrd="0" destOrd="0" parTransId="{46CFAA08-0D61-476E-88BA-7DF04DA51717}" sibTransId="{0E60390E-78CA-4396-A6D7-FF892F9918FF}"/>
    <dgm:cxn modelId="{830DC0BD-42A0-46DF-817B-E8A66F1DBCC1}" srcId="{64C5BB55-6449-42EE-BCB3-7B06AA424999}" destId="{92FCF9D5-6EA3-41C4-A2EC-532B7DBB30AE}" srcOrd="0" destOrd="0" parTransId="{3B153C18-F471-48D9-9F4C-B6AB520DFAD4}" sibTransId="{BE705C2F-AB55-48C8-8C4E-163B39FC282E}"/>
    <dgm:cxn modelId="{767FD92C-A2C0-450A-A6F7-57214D305848}" type="presOf" srcId="{92FCF9D5-6EA3-41C4-A2EC-532B7DBB30AE}" destId="{6DC70730-5A40-4DA9-A25D-E0FB39E3BF21}" srcOrd="0" destOrd="0" presId="urn:microsoft.com/office/officeart/2005/8/layout/vList2"/>
    <dgm:cxn modelId="{7C5AA4FA-E003-4A22-8806-E39BDDD13952}" type="presParOf" srcId="{CBAB787D-BECB-44B4-BE60-7D79C8174F1E}" destId="{A40631A3-3156-4AD2-BAC5-7EDF54CDF6FB}" srcOrd="0" destOrd="0" presId="urn:microsoft.com/office/officeart/2005/8/layout/vList2"/>
    <dgm:cxn modelId="{B58CC843-9298-47A9-8744-2D7247F7462D}" type="presParOf" srcId="{CBAB787D-BECB-44B4-BE60-7D79C8174F1E}" destId="{6DC70730-5A40-4DA9-A25D-E0FB39E3BF21}" srcOrd="1" destOrd="0" presId="urn:microsoft.com/office/officeart/2005/8/layout/vList2"/>
    <dgm:cxn modelId="{AB724A4B-6A27-464F-B130-57DC132828ED}" type="presParOf" srcId="{CBAB787D-BECB-44B4-BE60-7D79C8174F1E}" destId="{8BF93D66-1364-4A6F-B54C-84313E32D3DC}" srcOrd="2" destOrd="0" presId="urn:microsoft.com/office/officeart/2005/8/layout/vList2"/>
    <dgm:cxn modelId="{0709119B-E99F-4373-AC24-09723D04DE4B}" type="presParOf" srcId="{CBAB787D-BECB-44B4-BE60-7D79C8174F1E}" destId="{4772E360-7F74-4275-AFB3-2A6B41BAE93C}"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AFE0740A-8AF4-422B-9796-5F4F6146EEC9}"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E3F25110-D307-4754-A982-78C6A69A6752}">
      <dgm:prSet phldrT="[Text]"/>
      <dgm:spPr/>
      <dgm:t>
        <a:bodyPr/>
        <a:lstStyle/>
        <a:p>
          <a:pPr algn="just"/>
          <a:r>
            <a:rPr lang="en-US" dirty="0"/>
            <a:t>The </a:t>
          </a:r>
          <a:r>
            <a:rPr lang="en-US" b="1" dirty="0"/>
            <a:t>BCG</a:t>
          </a:r>
          <a:r>
            <a:rPr lang="en-US" dirty="0"/>
            <a:t> is one of the </a:t>
          </a:r>
          <a:r>
            <a:rPr lang="en-US" b="1" dirty="0"/>
            <a:t>most sensitive measures of the force of the heartbeat</a:t>
          </a:r>
          <a:r>
            <a:rPr lang="en-US" dirty="0"/>
            <a:t>, and an abnormality appearing in the BCG of an apparently healthy subject aged 40, or younger, may be suggestive of symptomatic coronary disease. </a:t>
          </a:r>
          <a:endParaRPr lang="en-IN" dirty="0"/>
        </a:p>
      </dgm:t>
    </dgm:pt>
    <dgm:pt modelId="{FDD661C0-4DC9-4895-95C3-68F06FCF817D}" type="parTrans" cxnId="{C82CDA48-FCB7-4D90-8CFC-F29DEF7830FF}">
      <dgm:prSet/>
      <dgm:spPr/>
      <dgm:t>
        <a:bodyPr/>
        <a:lstStyle/>
        <a:p>
          <a:endParaRPr lang="en-IN"/>
        </a:p>
      </dgm:t>
    </dgm:pt>
    <dgm:pt modelId="{D970E519-0884-4FC7-A518-17C62776B1D4}" type="sibTrans" cxnId="{C82CDA48-FCB7-4D90-8CFC-F29DEF7830FF}">
      <dgm:prSet/>
      <dgm:spPr/>
      <dgm:t>
        <a:bodyPr/>
        <a:lstStyle/>
        <a:p>
          <a:endParaRPr lang="en-IN"/>
        </a:p>
      </dgm:t>
    </dgm:pt>
    <dgm:pt modelId="{D8DE42FA-D2CC-4590-BE3F-31A3B880643D}">
      <dgm:prSet phldrT="[Text]"/>
      <dgm:spPr/>
      <dgm:t>
        <a:bodyPr/>
        <a:lstStyle/>
        <a:p>
          <a:pPr algn="just"/>
          <a:r>
            <a:rPr lang="en-US" dirty="0"/>
            <a:t>The validated model reveals that the principal mechanism for the genesis of the BCG waves is blood pressure gradients in the ascending and descending aorta. </a:t>
          </a:r>
        </a:p>
      </dgm:t>
    </dgm:pt>
    <dgm:pt modelId="{A06609D3-E835-4BF1-A2B5-636501461B22}" type="parTrans" cxnId="{732CAB81-E262-4BD8-B59D-D51A7A7C6BB6}">
      <dgm:prSet/>
      <dgm:spPr/>
      <dgm:t>
        <a:bodyPr/>
        <a:lstStyle/>
        <a:p>
          <a:endParaRPr lang="en-IN"/>
        </a:p>
      </dgm:t>
    </dgm:pt>
    <dgm:pt modelId="{6B080088-0149-4EF9-A638-DDD7D4363BC8}" type="sibTrans" cxnId="{732CAB81-E262-4BD8-B59D-D51A7A7C6BB6}">
      <dgm:prSet/>
      <dgm:spPr/>
      <dgm:t>
        <a:bodyPr/>
        <a:lstStyle/>
        <a:p>
          <a:endParaRPr lang="en-IN"/>
        </a:p>
      </dgm:t>
    </dgm:pt>
    <dgm:pt modelId="{AE4BF3D2-BC76-4049-868A-52292F155A6B}">
      <dgm:prSet phldrT="[Text]"/>
      <dgm:spPr/>
      <dgm:t>
        <a:bodyPr/>
        <a:lstStyle/>
        <a:p>
          <a:pPr algn="just"/>
          <a:r>
            <a:rPr lang="en-US" dirty="0"/>
            <a:t>This new mechanistic insight may be exploited to allow BCG to realize its potential for unobtrusive monitoring and diagnosis of cardiovascular health and disease.</a:t>
          </a:r>
          <a:endParaRPr lang="en-IN" dirty="0"/>
        </a:p>
      </dgm:t>
    </dgm:pt>
    <dgm:pt modelId="{997253C8-D6C0-4ED4-81D6-7E55720F257D}" type="parTrans" cxnId="{E3E83FBD-55BE-40ED-8A4B-C2CA631F1758}">
      <dgm:prSet/>
      <dgm:spPr/>
      <dgm:t>
        <a:bodyPr/>
        <a:lstStyle/>
        <a:p>
          <a:endParaRPr lang="en-IN"/>
        </a:p>
      </dgm:t>
    </dgm:pt>
    <dgm:pt modelId="{DE2F6BEF-CA5B-43F3-862C-E015471AFB9D}" type="sibTrans" cxnId="{E3E83FBD-55BE-40ED-8A4B-C2CA631F1758}">
      <dgm:prSet/>
      <dgm:spPr/>
      <dgm:t>
        <a:bodyPr/>
        <a:lstStyle/>
        <a:p>
          <a:endParaRPr lang="en-IN"/>
        </a:p>
      </dgm:t>
    </dgm:pt>
    <dgm:pt modelId="{F880EE18-1EE9-4F2D-AEA2-9D4833A30A20}" type="pres">
      <dgm:prSet presAssocID="{AFE0740A-8AF4-422B-9796-5F4F6146EEC9}" presName="linear" presStyleCnt="0">
        <dgm:presLayoutVars>
          <dgm:animLvl val="lvl"/>
          <dgm:resizeHandles val="exact"/>
        </dgm:presLayoutVars>
      </dgm:prSet>
      <dgm:spPr/>
      <dgm:t>
        <a:bodyPr/>
        <a:lstStyle/>
        <a:p>
          <a:endParaRPr lang="en-IN"/>
        </a:p>
      </dgm:t>
    </dgm:pt>
    <dgm:pt modelId="{6BCA8443-65B2-428C-9B3A-A22344CBF751}" type="pres">
      <dgm:prSet presAssocID="{E3F25110-D307-4754-A982-78C6A69A6752}" presName="parentText" presStyleLbl="node1" presStyleIdx="0" presStyleCnt="3">
        <dgm:presLayoutVars>
          <dgm:chMax val="0"/>
          <dgm:bulletEnabled val="1"/>
        </dgm:presLayoutVars>
      </dgm:prSet>
      <dgm:spPr/>
      <dgm:t>
        <a:bodyPr/>
        <a:lstStyle/>
        <a:p>
          <a:endParaRPr lang="en-IN"/>
        </a:p>
      </dgm:t>
    </dgm:pt>
    <dgm:pt modelId="{31B72BF7-4E61-489C-BD49-3D200DB58658}" type="pres">
      <dgm:prSet presAssocID="{D970E519-0884-4FC7-A518-17C62776B1D4}" presName="spacer" presStyleCnt="0"/>
      <dgm:spPr/>
    </dgm:pt>
    <dgm:pt modelId="{BBB0BF25-8613-416D-A00B-0FD0EB3E3A3F}" type="pres">
      <dgm:prSet presAssocID="{D8DE42FA-D2CC-4590-BE3F-31A3B880643D}" presName="parentText" presStyleLbl="node1" presStyleIdx="1" presStyleCnt="3">
        <dgm:presLayoutVars>
          <dgm:chMax val="0"/>
          <dgm:bulletEnabled val="1"/>
        </dgm:presLayoutVars>
      </dgm:prSet>
      <dgm:spPr/>
      <dgm:t>
        <a:bodyPr/>
        <a:lstStyle/>
        <a:p>
          <a:endParaRPr lang="en-IN"/>
        </a:p>
      </dgm:t>
    </dgm:pt>
    <dgm:pt modelId="{A9D6C6F3-8D6E-42E5-B83B-0BAEB799B325}" type="pres">
      <dgm:prSet presAssocID="{6B080088-0149-4EF9-A638-DDD7D4363BC8}" presName="spacer" presStyleCnt="0"/>
      <dgm:spPr/>
    </dgm:pt>
    <dgm:pt modelId="{28EA8879-475E-46EB-BD8B-AFF1EFA06B65}" type="pres">
      <dgm:prSet presAssocID="{AE4BF3D2-BC76-4049-868A-52292F155A6B}" presName="parentText" presStyleLbl="node1" presStyleIdx="2" presStyleCnt="3">
        <dgm:presLayoutVars>
          <dgm:chMax val="0"/>
          <dgm:bulletEnabled val="1"/>
        </dgm:presLayoutVars>
      </dgm:prSet>
      <dgm:spPr/>
      <dgm:t>
        <a:bodyPr/>
        <a:lstStyle/>
        <a:p>
          <a:endParaRPr lang="en-IN"/>
        </a:p>
      </dgm:t>
    </dgm:pt>
  </dgm:ptLst>
  <dgm:cxnLst>
    <dgm:cxn modelId="{732CAB81-E262-4BD8-B59D-D51A7A7C6BB6}" srcId="{AFE0740A-8AF4-422B-9796-5F4F6146EEC9}" destId="{D8DE42FA-D2CC-4590-BE3F-31A3B880643D}" srcOrd="1" destOrd="0" parTransId="{A06609D3-E835-4BF1-A2B5-636501461B22}" sibTransId="{6B080088-0149-4EF9-A638-DDD7D4363BC8}"/>
    <dgm:cxn modelId="{E3E83FBD-55BE-40ED-8A4B-C2CA631F1758}" srcId="{AFE0740A-8AF4-422B-9796-5F4F6146EEC9}" destId="{AE4BF3D2-BC76-4049-868A-52292F155A6B}" srcOrd="2" destOrd="0" parTransId="{997253C8-D6C0-4ED4-81D6-7E55720F257D}" sibTransId="{DE2F6BEF-CA5B-43F3-862C-E015471AFB9D}"/>
    <dgm:cxn modelId="{840C7D0E-AA3F-4F8A-B2F7-FEE6271FF0CD}" type="presOf" srcId="{D8DE42FA-D2CC-4590-BE3F-31A3B880643D}" destId="{BBB0BF25-8613-416D-A00B-0FD0EB3E3A3F}" srcOrd="0" destOrd="0" presId="urn:microsoft.com/office/officeart/2005/8/layout/vList2"/>
    <dgm:cxn modelId="{EA26E517-01BE-4285-87DE-3DC5BF8C864A}" type="presOf" srcId="{E3F25110-D307-4754-A982-78C6A69A6752}" destId="{6BCA8443-65B2-428C-9B3A-A22344CBF751}" srcOrd="0" destOrd="0" presId="urn:microsoft.com/office/officeart/2005/8/layout/vList2"/>
    <dgm:cxn modelId="{148C4985-B63D-4078-B3B8-ED90433D6848}" type="presOf" srcId="{AFE0740A-8AF4-422B-9796-5F4F6146EEC9}" destId="{F880EE18-1EE9-4F2D-AEA2-9D4833A30A20}" srcOrd="0" destOrd="0" presId="urn:microsoft.com/office/officeart/2005/8/layout/vList2"/>
    <dgm:cxn modelId="{F04E0BA6-CA6D-4EFF-B300-E69ECC286C1E}" type="presOf" srcId="{AE4BF3D2-BC76-4049-868A-52292F155A6B}" destId="{28EA8879-475E-46EB-BD8B-AFF1EFA06B65}" srcOrd="0" destOrd="0" presId="urn:microsoft.com/office/officeart/2005/8/layout/vList2"/>
    <dgm:cxn modelId="{C82CDA48-FCB7-4D90-8CFC-F29DEF7830FF}" srcId="{AFE0740A-8AF4-422B-9796-5F4F6146EEC9}" destId="{E3F25110-D307-4754-A982-78C6A69A6752}" srcOrd="0" destOrd="0" parTransId="{FDD661C0-4DC9-4895-95C3-68F06FCF817D}" sibTransId="{D970E519-0884-4FC7-A518-17C62776B1D4}"/>
    <dgm:cxn modelId="{B6FFDB43-A488-4FDA-8B62-2D5FF156B39F}" type="presParOf" srcId="{F880EE18-1EE9-4F2D-AEA2-9D4833A30A20}" destId="{6BCA8443-65B2-428C-9B3A-A22344CBF751}" srcOrd="0" destOrd="0" presId="urn:microsoft.com/office/officeart/2005/8/layout/vList2"/>
    <dgm:cxn modelId="{638A4911-0C2E-44C4-95DE-E2ED08296331}" type="presParOf" srcId="{F880EE18-1EE9-4F2D-AEA2-9D4833A30A20}" destId="{31B72BF7-4E61-489C-BD49-3D200DB58658}" srcOrd="1" destOrd="0" presId="urn:microsoft.com/office/officeart/2005/8/layout/vList2"/>
    <dgm:cxn modelId="{68BA578A-B5B9-4A71-B459-B3269C21EECD}" type="presParOf" srcId="{F880EE18-1EE9-4F2D-AEA2-9D4833A30A20}" destId="{BBB0BF25-8613-416D-A00B-0FD0EB3E3A3F}" srcOrd="2" destOrd="0" presId="urn:microsoft.com/office/officeart/2005/8/layout/vList2"/>
    <dgm:cxn modelId="{755A0350-B301-4B57-A52F-3856909E87F4}" type="presParOf" srcId="{F880EE18-1EE9-4F2D-AEA2-9D4833A30A20}" destId="{A9D6C6F3-8D6E-42E5-B83B-0BAEB799B325}" srcOrd="3" destOrd="0" presId="urn:microsoft.com/office/officeart/2005/8/layout/vList2"/>
    <dgm:cxn modelId="{46C42780-FBDE-4B83-8D39-576A0B035D96}" type="presParOf" srcId="{F880EE18-1EE9-4F2D-AEA2-9D4833A30A20}" destId="{28EA8879-475E-46EB-BD8B-AFF1EFA06B65}"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ACCFA02C-1839-40E2-A015-70CE166B7434}"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IN"/>
        </a:p>
      </dgm:t>
    </dgm:pt>
    <dgm:pt modelId="{033ED010-6C3A-4162-990F-438A54620FC9}">
      <dgm:prSet phldrT="[Text]" custT="1"/>
      <dgm:spPr/>
      <dgm:t>
        <a:bodyPr/>
        <a:lstStyle/>
        <a:p>
          <a:pPr algn="ctr"/>
          <a:r>
            <a:rPr lang="en-IN" sz="3600" b="1" dirty="0">
              <a:effectLst>
                <a:outerShdw blurRad="38100" dist="38100" dir="2700000" algn="tl">
                  <a:srgbClr val="000000">
                    <a:alpha val="43137"/>
                  </a:srgbClr>
                </a:outerShdw>
              </a:effectLst>
              <a:latin typeface="+mj-lt"/>
            </a:rPr>
            <a:t>Pulse Oximeter</a:t>
          </a:r>
        </a:p>
      </dgm:t>
    </dgm:pt>
    <dgm:pt modelId="{5EDDC7AA-1790-4FF7-AFAC-4A2021FD7670}" type="parTrans" cxnId="{3FF8CE67-BADE-4CF5-AE1B-019C8476D28F}">
      <dgm:prSet/>
      <dgm:spPr/>
      <dgm:t>
        <a:bodyPr/>
        <a:lstStyle/>
        <a:p>
          <a:pPr algn="just"/>
          <a:endParaRPr lang="en-IN"/>
        </a:p>
      </dgm:t>
    </dgm:pt>
    <dgm:pt modelId="{FEAFF21B-7330-4DE4-BC55-2A3F487783CD}" type="sibTrans" cxnId="{3FF8CE67-BADE-4CF5-AE1B-019C8476D28F}">
      <dgm:prSet/>
      <dgm:spPr/>
      <dgm:t>
        <a:bodyPr/>
        <a:lstStyle/>
        <a:p>
          <a:pPr algn="just"/>
          <a:endParaRPr lang="en-IN"/>
        </a:p>
      </dgm:t>
    </dgm:pt>
    <dgm:pt modelId="{CD7B0207-F72D-48C5-8783-E87CFAD7522A}">
      <dgm:prSet phldrT="[Text]"/>
      <dgm:spPr/>
      <dgm:t>
        <a:bodyPr/>
        <a:lstStyle/>
        <a:p>
          <a:pPr algn="just"/>
          <a:r>
            <a:rPr lang="en-US" b="0" i="0" dirty="0"/>
            <a:t>Pulse oximetry is a noninvasive test that measures the oxygen saturation level of your blood.</a:t>
          </a:r>
          <a:endParaRPr lang="en-IN" dirty="0"/>
        </a:p>
      </dgm:t>
    </dgm:pt>
    <dgm:pt modelId="{D53AE83D-18EF-4B98-A552-3499C7EB3B8E}" type="parTrans" cxnId="{4F3EE376-6B34-42A8-A566-9B9E32DDF5C6}">
      <dgm:prSet/>
      <dgm:spPr/>
      <dgm:t>
        <a:bodyPr/>
        <a:lstStyle/>
        <a:p>
          <a:pPr algn="just"/>
          <a:endParaRPr lang="en-IN"/>
        </a:p>
      </dgm:t>
    </dgm:pt>
    <dgm:pt modelId="{37D9FB1B-A053-49FC-B145-D28B50E02BDA}" type="sibTrans" cxnId="{4F3EE376-6B34-42A8-A566-9B9E32DDF5C6}">
      <dgm:prSet/>
      <dgm:spPr/>
      <dgm:t>
        <a:bodyPr/>
        <a:lstStyle/>
        <a:p>
          <a:pPr algn="just"/>
          <a:endParaRPr lang="en-IN"/>
        </a:p>
      </dgm:t>
    </dgm:pt>
    <dgm:pt modelId="{B25E7780-E981-4201-8228-1A51308B498E}">
      <dgm:prSet phldrT="[Text]"/>
      <dgm:spPr/>
      <dgm:t>
        <a:bodyPr/>
        <a:lstStyle/>
        <a:p>
          <a:pPr algn="just"/>
          <a:r>
            <a:rPr lang="en-US" b="1" dirty="0"/>
            <a:t>It uses light beams to estimate the oxygen saturation </a:t>
          </a:r>
          <a:r>
            <a:rPr lang="en-US" dirty="0"/>
            <a:t>of the blood and the pulse rate. </a:t>
          </a:r>
          <a:endParaRPr lang="en-IN" dirty="0"/>
        </a:p>
      </dgm:t>
    </dgm:pt>
    <dgm:pt modelId="{2BC2BE9A-BCCE-47F6-8DFB-0FAB242F6886}" type="parTrans" cxnId="{733EA4A0-95C2-4904-9881-C9F1F0507FB0}">
      <dgm:prSet/>
      <dgm:spPr/>
      <dgm:t>
        <a:bodyPr/>
        <a:lstStyle/>
        <a:p>
          <a:pPr algn="just"/>
          <a:endParaRPr lang="en-IN"/>
        </a:p>
      </dgm:t>
    </dgm:pt>
    <dgm:pt modelId="{5D46CF5C-CE6A-4716-AA80-8E717BA64296}" type="sibTrans" cxnId="{733EA4A0-95C2-4904-9881-C9F1F0507FB0}">
      <dgm:prSet/>
      <dgm:spPr/>
      <dgm:t>
        <a:bodyPr/>
        <a:lstStyle/>
        <a:p>
          <a:pPr algn="just"/>
          <a:endParaRPr lang="en-IN"/>
        </a:p>
      </dgm:t>
    </dgm:pt>
    <dgm:pt modelId="{B61AF12E-4451-4028-BC38-0CC5F6754228}">
      <dgm:prSet phldrT="[Text]"/>
      <dgm:spPr/>
      <dgm:t>
        <a:bodyPr/>
        <a:lstStyle/>
        <a:p>
          <a:pPr algn="just"/>
          <a:r>
            <a:rPr lang="en-US" b="0" i="0" dirty="0"/>
            <a:t>It can rapidly </a:t>
          </a:r>
          <a:r>
            <a:rPr lang="en-US" b="1" i="0" dirty="0"/>
            <a:t>detec</a:t>
          </a:r>
          <a:r>
            <a:rPr lang="en-US" b="0" i="0" dirty="0"/>
            <a:t>t even small </a:t>
          </a:r>
          <a:r>
            <a:rPr lang="en-US" b="1" i="0" dirty="0"/>
            <a:t>changes in oxygen levels</a:t>
          </a:r>
          <a:r>
            <a:rPr lang="en-US" b="0" i="0" dirty="0"/>
            <a:t>. </a:t>
          </a:r>
          <a:endParaRPr lang="en-IN" dirty="0"/>
        </a:p>
      </dgm:t>
    </dgm:pt>
    <dgm:pt modelId="{EFA56CBE-A8D2-4A5F-A535-C5AEA0D5FAB8}" type="parTrans" cxnId="{7F2115C4-709F-4525-B9F9-28E37E0B43E9}">
      <dgm:prSet/>
      <dgm:spPr/>
      <dgm:t>
        <a:bodyPr/>
        <a:lstStyle/>
        <a:p>
          <a:pPr algn="just"/>
          <a:endParaRPr lang="en-IN"/>
        </a:p>
      </dgm:t>
    </dgm:pt>
    <dgm:pt modelId="{8D06DEC4-9F67-43D3-B418-569FEBF2509C}" type="sibTrans" cxnId="{7F2115C4-709F-4525-B9F9-28E37E0B43E9}">
      <dgm:prSet/>
      <dgm:spPr/>
      <dgm:t>
        <a:bodyPr/>
        <a:lstStyle/>
        <a:p>
          <a:pPr algn="just"/>
          <a:endParaRPr lang="en-IN"/>
        </a:p>
      </dgm:t>
    </dgm:pt>
    <dgm:pt modelId="{1A14ECC0-83E0-4FC1-9776-A5EC1AC6069A}">
      <dgm:prSet phldrT="[Text]"/>
      <dgm:spPr/>
      <dgm:t>
        <a:bodyPr/>
        <a:lstStyle/>
        <a:p>
          <a:pPr algn="just"/>
          <a:r>
            <a:rPr lang="en-US" b="0" i="0" dirty="0"/>
            <a:t>The pulse oximeter is a small, clip-like device </a:t>
          </a:r>
          <a:r>
            <a:rPr lang="en-US" dirty="0"/>
            <a:t>that is usually placed on a fingertip. </a:t>
          </a:r>
          <a:endParaRPr lang="en-IN" dirty="0"/>
        </a:p>
      </dgm:t>
    </dgm:pt>
    <dgm:pt modelId="{076279F4-269E-4E55-9796-EBEDE5DFE1A6}" type="parTrans" cxnId="{0665CCC3-EB0D-474F-9CCF-DA05F123D172}">
      <dgm:prSet/>
      <dgm:spPr/>
      <dgm:t>
        <a:bodyPr/>
        <a:lstStyle/>
        <a:p>
          <a:pPr algn="just"/>
          <a:endParaRPr lang="en-IN"/>
        </a:p>
      </dgm:t>
    </dgm:pt>
    <dgm:pt modelId="{2C9E784B-21E4-4EBE-BB7F-5B4DF192D930}" type="sibTrans" cxnId="{0665CCC3-EB0D-474F-9CCF-DA05F123D172}">
      <dgm:prSet/>
      <dgm:spPr/>
      <dgm:t>
        <a:bodyPr/>
        <a:lstStyle/>
        <a:p>
          <a:pPr algn="just"/>
          <a:endParaRPr lang="en-IN"/>
        </a:p>
      </dgm:t>
    </dgm:pt>
    <dgm:pt modelId="{471F45C3-0F66-4961-B1A9-6B915615FF4C}">
      <dgm:prSet phldrT="[Text]"/>
      <dgm:spPr/>
      <dgm:t>
        <a:bodyPr/>
        <a:lstStyle/>
        <a:p>
          <a:pPr algn="just"/>
          <a:r>
            <a:rPr lang="en-US" b="0" i="0" dirty="0"/>
            <a:t>These levels show how efficiently blood is carrying oxygen to the extremities furthest from your heart, including your arms and legs.</a:t>
          </a:r>
          <a:endParaRPr lang="en-IN" dirty="0"/>
        </a:p>
      </dgm:t>
    </dgm:pt>
    <dgm:pt modelId="{3A4C49BF-13FC-407C-9779-2B74741A231F}" type="parTrans" cxnId="{60CDF242-7004-4CAF-B531-2029054C1B7B}">
      <dgm:prSet/>
      <dgm:spPr/>
      <dgm:t>
        <a:bodyPr/>
        <a:lstStyle/>
        <a:p>
          <a:pPr algn="just"/>
          <a:endParaRPr lang="en-IN"/>
        </a:p>
      </dgm:t>
    </dgm:pt>
    <dgm:pt modelId="{8833D3FF-81E5-4459-8C2E-C1ECC9143056}" type="sibTrans" cxnId="{60CDF242-7004-4CAF-B531-2029054C1B7B}">
      <dgm:prSet/>
      <dgm:spPr/>
      <dgm:t>
        <a:bodyPr/>
        <a:lstStyle/>
        <a:p>
          <a:pPr algn="just"/>
          <a:endParaRPr lang="en-IN"/>
        </a:p>
      </dgm:t>
    </dgm:pt>
    <dgm:pt modelId="{62B93AF6-F4EA-4E42-8EF8-3B244E94613B}">
      <dgm:prSet phldrT="[Text]"/>
      <dgm:spPr/>
      <dgm:t>
        <a:bodyPr/>
        <a:lstStyle/>
        <a:p>
          <a:pPr algn="just"/>
          <a:r>
            <a:rPr lang="en-US" b="1" dirty="0"/>
            <a:t>Oxygen saturation gives information about the amount of oxygen carried in the blood</a:t>
          </a:r>
          <a:r>
            <a:rPr lang="en-US" dirty="0"/>
            <a:t>. </a:t>
          </a:r>
          <a:endParaRPr lang="en-IN" dirty="0"/>
        </a:p>
      </dgm:t>
    </dgm:pt>
    <dgm:pt modelId="{F8A6FB4D-9D03-42E5-887C-B11EBDE29E19}" type="parTrans" cxnId="{A23235C3-9862-45A3-A4BD-EDDF290B5488}">
      <dgm:prSet/>
      <dgm:spPr/>
      <dgm:t>
        <a:bodyPr/>
        <a:lstStyle/>
        <a:p>
          <a:endParaRPr lang="en-IN"/>
        </a:p>
      </dgm:t>
    </dgm:pt>
    <dgm:pt modelId="{F876A7EB-98B0-48CA-B953-BF2DEF8CD612}" type="sibTrans" cxnId="{A23235C3-9862-45A3-A4BD-EDDF290B5488}">
      <dgm:prSet/>
      <dgm:spPr/>
      <dgm:t>
        <a:bodyPr/>
        <a:lstStyle/>
        <a:p>
          <a:endParaRPr lang="en-IN"/>
        </a:p>
      </dgm:t>
    </dgm:pt>
    <dgm:pt modelId="{0E7F9E58-E5ED-46F7-8096-34090B986687}" type="pres">
      <dgm:prSet presAssocID="{ACCFA02C-1839-40E2-A015-70CE166B7434}" presName="Name0" presStyleCnt="0">
        <dgm:presLayoutVars>
          <dgm:dir/>
          <dgm:animLvl val="lvl"/>
          <dgm:resizeHandles val="exact"/>
        </dgm:presLayoutVars>
      </dgm:prSet>
      <dgm:spPr/>
      <dgm:t>
        <a:bodyPr/>
        <a:lstStyle/>
        <a:p>
          <a:endParaRPr lang="en-IN"/>
        </a:p>
      </dgm:t>
    </dgm:pt>
    <dgm:pt modelId="{C9F712A4-68F3-429E-B73F-3DC19CF2F3AF}" type="pres">
      <dgm:prSet presAssocID="{033ED010-6C3A-4162-990F-438A54620FC9}" presName="composite" presStyleCnt="0"/>
      <dgm:spPr/>
    </dgm:pt>
    <dgm:pt modelId="{08314DFA-D283-4E59-8158-2D6A033F261E}" type="pres">
      <dgm:prSet presAssocID="{033ED010-6C3A-4162-990F-438A54620FC9}" presName="parTx" presStyleLbl="alignNode1" presStyleIdx="0" presStyleCnt="1">
        <dgm:presLayoutVars>
          <dgm:chMax val="0"/>
          <dgm:chPref val="0"/>
          <dgm:bulletEnabled val="1"/>
        </dgm:presLayoutVars>
      </dgm:prSet>
      <dgm:spPr/>
      <dgm:t>
        <a:bodyPr/>
        <a:lstStyle/>
        <a:p>
          <a:endParaRPr lang="en-IN"/>
        </a:p>
      </dgm:t>
    </dgm:pt>
    <dgm:pt modelId="{274746B1-717D-4143-B3FF-9EFF94B45306}" type="pres">
      <dgm:prSet presAssocID="{033ED010-6C3A-4162-990F-438A54620FC9}" presName="desTx" presStyleLbl="alignAccFollowNode1" presStyleIdx="0" presStyleCnt="1">
        <dgm:presLayoutVars>
          <dgm:bulletEnabled val="1"/>
        </dgm:presLayoutVars>
      </dgm:prSet>
      <dgm:spPr/>
      <dgm:t>
        <a:bodyPr/>
        <a:lstStyle/>
        <a:p>
          <a:endParaRPr lang="en-IN"/>
        </a:p>
      </dgm:t>
    </dgm:pt>
  </dgm:ptLst>
  <dgm:cxnLst>
    <dgm:cxn modelId="{7F2115C4-709F-4525-B9F9-28E37E0B43E9}" srcId="{033ED010-6C3A-4162-990F-438A54620FC9}" destId="{B61AF12E-4451-4028-BC38-0CC5F6754228}" srcOrd="1" destOrd="0" parTransId="{EFA56CBE-A8D2-4A5F-A535-C5AEA0D5FAB8}" sibTransId="{8D06DEC4-9F67-43D3-B418-569FEBF2509C}"/>
    <dgm:cxn modelId="{AF92E6CE-42BC-4F20-94B7-F065183A331B}" type="presOf" srcId="{62B93AF6-F4EA-4E42-8EF8-3B244E94613B}" destId="{274746B1-717D-4143-B3FF-9EFF94B45306}" srcOrd="0" destOrd="5" presId="urn:microsoft.com/office/officeart/2005/8/layout/hList1"/>
    <dgm:cxn modelId="{3FF8CE67-BADE-4CF5-AE1B-019C8476D28F}" srcId="{ACCFA02C-1839-40E2-A015-70CE166B7434}" destId="{033ED010-6C3A-4162-990F-438A54620FC9}" srcOrd="0" destOrd="0" parTransId="{5EDDC7AA-1790-4FF7-AFAC-4A2021FD7670}" sibTransId="{FEAFF21B-7330-4DE4-BC55-2A3F487783CD}"/>
    <dgm:cxn modelId="{B8BFE3E0-7F60-41B2-8997-45017AEDE384}" type="presOf" srcId="{1A14ECC0-83E0-4FC1-9776-A5EC1AC6069A}" destId="{274746B1-717D-4143-B3FF-9EFF94B45306}" srcOrd="0" destOrd="3" presId="urn:microsoft.com/office/officeart/2005/8/layout/hList1"/>
    <dgm:cxn modelId="{8D8044A0-6FFF-4A9F-A0D4-85DC107BD45B}" type="presOf" srcId="{B61AF12E-4451-4028-BC38-0CC5F6754228}" destId="{274746B1-717D-4143-B3FF-9EFF94B45306}" srcOrd="0" destOrd="1" presId="urn:microsoft.com/office/officeart/2005/8/layout/hList1"/>
    <dgm:cxn modelId="{4F3EE376-6B34-42A8-A566-9B9E32DDF5C6}" srcId="{033ED010-6C3A-4162-990F-438A54620FC9}" destId="{CD7B0207-F72D-48C5-8783-E87CFAD7522A}" srcOrd="0" destOrd="0" parTransId="{D53AE83D-18EF-4B98-A552-3499C7EB3B8E}" sibTransId="{37D9FB1B-A053-49FC-B145-D28B50E02BDA}"/>
    <dgm:cxn modelId="{B008B97E-6A0A-44F5-B578-C53CB8C9F9FD}" type="presOf" srcId="{033ED010-6C3A-4162-990F-438A54620FC9}" destId="{08314DFA-D283-4E59-8158-2D6A033F261E}" srcOrd="0" destOrd="0" presId="urn:microsoft.com/office/officeart/2005/8/layout/hList1"/>
    <dgm:cxn modelId="{0665CCC3-EB0D-474F-9CCF-DA05F123D172}" srcId="{033ED010-6C3A-4162-990F-438A54620FC9}" destId="{1A14ECC0-83E0-4FC1-9776-A5EC1AC6069A}" srcOrd="3" destOrd="0" parTransId="{076279F4-269E-4E55-9796-EBEDE5DFE1A6}" sibTransId="{2C9E784B-21E4-4EBE-BB7F-5B4DF192D930}"/>
    <dgm:cxn modelId="{733EA4A0-95C2-4904-9881-C9F1F0507FB0}" srcId="{033ED010-6C3A-4162-990F-438A54620FC9}" destId="{B25E7780-E981-4201-8228-1A51308B498E}" srcOrd="4" destOrd="0" parTransId="{2BC2BE9A-BCCE-47F6-8DFB-0FAB242F6886}" sibTransId="{5D46CF5C-CE6A-4716-AA80-8E717BA64296}"/>
    <dgm:cxn modelId="{3C00E083-A372-4F0A-BF5F-2B1495DB23BE}" type="presOf" srcId="{471F45C3-0F66-4961-B1A9-6B915615FF4C}" destId="{274746B1-717D-4143-B3FF-9EFF94B45306}" srcOrd="0" destOrd="2" presId="urn:microsoft.com/office/officeart/2005/8/layout/hList1"/>
    <dgm:cxn modelId="{60CDF242-7004-4CAF-B531-2029054C1B7B}" srcId="{033ED010-6C3A-4162-990F-438A54620FC9}" destId="{471F45C3-0F66-4961-B1A9-6B915615FF4C}" srcOrd="2" destOrd="0" parTransId="{3A4C49BF-13FC-407C-9779-2B74741A231F}" sibTransId="{8833D3FF-81E5-4459-8C2E-C1ECC9143056}"/>
    <dgm:cxn modelId="{27526C09-E861-4ED3-B30E-6B49D55ABB8C}" type="presOf" srcId="{CD7B0207-F72D-48C5-8783-E87CFAD7522A}" destId="{274746B1-717D-4143-B3FF-9EFF94B45306}" srcOrd="0" destOrd="0" presId="urn:microsoft.com/office/officeart/2005/8/layout/hList1"/>
    <dgm:cxn modelId="{A23235C3-9862-45A3-A4BD-EDDF290B5488}" srcId="{033ED010-6C3A-4162-990F-438A54620FC9}" destId="{62B93AF6-F4EA-4E42-8EF8-3B244E94613B}" srcOrd="5" destOrd="0" parTransId="{F8A6FB4D-9D03-42E5-887C-B11EBDE29E19}" sibTransId="{F876A7EB-98B0-48CA-B953-BF2DEF8CD612}"/>
    <dgm:cxn modelId="{3D245670-9E16-462C-A504-824673A8E978}" type="presOf" srcId="{B25E7780-E981-4201-8228-1A51308B498E}" destId="{274746B1-717D-4143-B3FF-9EFF94B45306}" srcOrd="0" destOrd="4" presId="urn:microsoft.com/office/officeart/2005/8/layout/hList1"/>
    <dgm:cxn modelId="{CAFC0BED-6C63-4F6E-AC7E-1B0BC5F5F1FA}" type="presOf" srcId="{ACCFA02C-1839-40E2-A015-70CE166B7434}" destId="{0E7F9E58-E5ED-46F7-8096-34090B986687}" srcOrd="0" destOrd="0" presId="urn:microsoft.com/office/officeart/2005/8/layout/hList1"/>
    <dgm:cxn modelId="{2EA21108-D855-4499-96E5-3D6643259CE4}" type="presParOf" srcId="{0E7F9E58-E5ED-46F7-8096-34090B986687}" destId="{C9F712A4-68F3-429E-B73F-3DC19CF2F3AF}" srcOrd="0" destOrd="0" presId="urn:microsoft.com/office/officeart/2005/8/layout/hList1"/>
    <dgm:cxn modelId="{3F2F08A4-3A5E-4BEF-B50B-314835E6AFD5}" type="presParOf" srcId="{C9F712A4-68F3-429E-B73F-3DC19CF2F3AF}" destId="{08314DFA-D283-4E59-8158-2D6A033F261E}" srcOrd="0" destOrd="0" presId="urn:microsoft.com/office/officeart/2005/8/layout/hList1"/>
    <dgm:cxn modelId="{2E9CE918-3126-40C9-9CFE-C35AA82D9AFA}" type="presParOf" srcId="{C9F712A4-68F3-429E-B73F-3DC19CF2F3AF}" destId="{274746B1-717D-4143-B3FF-9EFF94B45306}"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79076D55-BB68-46EF-BC57-81AD9DC4963E}"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6F3BF76F-2EC7-421E-AC82-D8892C135913}">
      <dgm:prSet phldrT="[Text]" custT="1"/>
      <dgm:spPr/>
      <dgm:t>
        <a:bodyPr/>
        <a:lstStyle/>
        <a:p>
          <a:pPr algn="just"/>
          <a:r>
            <a:rPr lang="en-US" sz="2800" dirty="0"/>
            <a:t>The pulse oximeter can estimate the amount of oxygen in the blood without having to draw a blood sample. </a:t>
          </a:r>
          <a:endParaRPr lang="en-IN" sz="2800" dirty="0"/>
        </a:p>
      </dgm:t>
    </dgm:pt>
    <dgm:pt modelId="{9257ACD5-7A88-4309-BD93-53CE5C18584C}" type="parTrans" cxnId="{DC2F4C27-D3E7-4A15-87D6-679911B134C2}">
      <dgm:prSet/>
      <dgm:spPr/>
      <dgm:t>
        <a:bodyPr/>
        <a:lstStyle/>
        <a:p>
          <a:pPr algn="just"/>
          <a:endParaRPr lang="en-IN" sz="2400"/>
        </a:p>
      </dgm:t>
    </dgm:pt>
    <dgm:pt modelId="{85AB063A-A1A3-40FB-8CFC-B53C0163ACC9}" type="sibTrans" cxnId="{DC2F4C27-D3E7-4A15-87D6-679911B134C2}">
      <dgm:prSet/>
      <dgm:spPr/>
      <dgm:t>
        <a:bodyPr/>
        <a:lstStyle/>
        <a:p>
          <a:pPr algn="just"/>
          <a:endParaRPr lang="en-IN" sz="2400"/>
        </a:p>
      </dgm:t>
    </dgm:pt>
    <dgm:pt modelId="{7BF36601-2A4A-4301-BCDD-75E5D9578070}">
      <dgm:prSet phldrT="[Text]" custT="1"/>
      <dgm:spPr/>
      <dgm:t>
        <a:bodyPr/>
        <a:lstStyle/>
        <a:p>
          <a:pPr algn="just"/>
          <a:r>
            <a:rPr lang="en-US" sz="2400" dirty="0"/>
            <a:t>The principle of operation of pulse oximeter is based on the concept that the </a:t>
          </a:r>
          <a:r>
            <a:rPr lang="en-US" sz="2400" b="1" dirty="0"/>
            <a:t>arterial oxygen saturation determinations can be made using two wavelengths</a:t>
          </a:r>
          <a:r>
            <a:rPr lang="en-US" sz="2400" dirty="0"/>
            <a:t>. </a:t>
          </a:r>
          <a:endParaRPr lang="en-IN" sz="2400" dirty="0"/>
        </a:p>
      </dgm:t>
    </dgm:pt>
    <dgm:pt modelId="{BD99A27F-6159-4599-9654-614C3B16FA84}" type="parTrans" cxnId="{7D15FB64-2770-49CD-B392-3872AAC4D941}">
      <dgm:prSet/>
      <dgm:spPr/>
      <dgm:t>
        <a:bodyPr/>
        <a:lstStyle/>
        <a:p>
          <a:pPr algn="just"/>
          <a:endParaRPr lang="en-IN" sz="2400"/>
        </a:p>
      </dgm:t>
    </dgm:pt>
    <dgm:pt modelId="{02D753C0-72FF-4656-A858-30C1CDAE1B44}" type="sibTrans" cxnId="{7D15FB64-2770-49CD-B392-3872AAC4D941}">
      <dgm:prSet/>
      <dgm:spPr/>
      <dgm:t>
        <a:bodyPr/>
        <a:lstStyle/>
        <a:p>
          <a:pPr algn="just"/>
          <a:endParaRPr lang="en-IN" sz="2400"/>
        </a:p>
      </dgm:t>
    </dgm:pt>
    <dgm:pt modelId="{60E4D419-0134-4EA7-BD22-89539648C330}">
      <dgm:prSet phldrT="[Text]" custT="1"/>
      <dgm:spPr/>
      <dgm:t>
        <a:bodyPr/>
        <a:lstStyle/>
        <a:p>
          <a:pPr algn="just"/>
          <a:r>
            <a:rPr lang="en-US" sz="2800" dirty="0"/>
            <a:t>The instrument consists of a pair of small LEDs facing a photodiode (photosensor). </a:t>
          </a:r>
          <a:endParaRPr lang="en-IN" sz="2800" dirty="0"/>
        </a:p>
      </dgm:t>
    </dgm:pt>
    <dgm:pt modelId="{8DF820F5-A466-482D-AEF0-4D1039B45C2B}" type="parTrans" cxnId="{ADE112B1-4196-435E-8DBC-21409B736B70}">
      <dgm:prSet/>
      <dgm:spPr/>
      <dgm:t>
        <a:bodyPr/>
        <a:lstStyle/>
        <a:p>
          <a:pPr algn="just"/>
          <a:endParaRPr lang="en-IN" sz="2400"/>
        </a:p>
      </dgm:t>
    </dgm:pt>
    <dgm:pt modelId="{A6EC3ED1-3F48-4677-A5BC-80A96AF0D27D}" type="sibTrans" cxnId="{ADE112B1-4196-435E-8DBC-21409B736B70}">
      <dgm:prSet/>
      <dgm:spPr/>
      <dgm:t>
        <a:bodyPr/>
        <a:lstStyle/>
        <a:p>
          <a:pPr algn="just"/>
          <a:endParaRPr lang="en-IN" sz="2400"/>
        </a:p>
      </dgm:t>
    </dgm:pt>
    <dgm:pt modelId="{CFDC4462-8FAF-47A0-AE62-DF64C4607952}">
      <dgm:prSet phldrT="[Text]" custT="1"/>
      <dgm:spPr/>
      <dgm:t>
        <a:bodyPr/>
        <a:lstStyle/>
        <a:p>
          <a:pPr algn="just"/>
          <a:r>
            <a:rPr lang="en-US" sz="2400" dirty="0"/>
            <a:t>The </a:t>
          </a:r>
          <a:r>
            <a:rPr lang="en-US" sz="2400" b="1" dirty="0"/>
            <a:t>light</a:t>
          </a:r>
          <a:r>
            <a:rPr lang="en-US" sz="2400" dirty="0"/>
            <a:t> from the LEDs, </a:t>
          </a:r>
          <a:r>
            <a:rPr lang="en-US" sz="2400" b="1" dirty="0"/>
            <a:t>passes through a translucent part </a:t>
          </a:r>
          <a:r>
            <a:rPr lang="en-US" sz="2400" dirty="0"/>
            <a:t>of the patient’s body generally forefinger. </a:t>
          </a:r>
          <a:endParaRPr lang="en-IN" sz="2400" dirty="0"/>
        </a:p>
      </dgm:t>
    </dgm:pt>
    <dgm:pt modelId="{4AEB961B-1295-467D-881D-0A606753EA53}" type="parTrans" cxnId="{E3F10F1F-DF89-4014-AA9B-D4A67170C049}">
      <dgm:prSet/>
      <dgm:spPr/>
      <dgm:t>
        <a:bodyPr/>
        <a:lstStyle/>
        <a:p>
          <a:pPr algn="just"/>
          <a:endParaRPr lang="en-IN" sz="2400"/>
        </a:p>
      </dgm:t>
    </dgm:pt>
    <dgm:pt modelId="{D6BEA3F1-E1AF-407E-9CB3-2093EC48EE61}" type="sibTrans" cxnId="{E3F10F1F-DF89-4014-AA9B-D4A67170C049}">
      <dgm:prSet/>
      <dgm:spPr/>
      <dgm:t>
        <a:bodyPr/>
        <a:lstStyle/>
        <a:p>
          <a:pPr algn="just"/>
          <a:endParaRPr lang="en-IN" sz="2400"/>
        </a:p>
      </dgm:t>
    </dgm:pt>
    <dgm:pt modelId="{CEC4D5DA-7604-4E89-9805-0A042437007C}">
      <dgm:prSet phldrT="[Text]" custT="1"/>
      <dgm:spPr/>
      <dgm:t>
        <a:bodyPr/>
        <a:lstStyle/>
        <a:p>
          <a:pPr algn="just"/>
          <a:r>
            <a:rPr lang="en-US" sz="2400" dirty="0"/>
            <a:t>These two wavelengths assume two absorbers namely: </a:t>
          </a:r>
          <a:r>
            <a:rPr lang="en-US" sz="2400" b="1" dirty="0" err="1"/>
            <a:t>Oxyhaemoglobin</a:t>
          </a:r>
          <a:r>
            <a:rPr lang="en-US" sz="2400" dirty="0"/>
            <a:t> (HbO</a:t>
          </a:r>
          <a:r>
            <a:rPr lang="en-US" sz="2400" baseline="-25000" dirty="0"/>
            <a:t>2</a:t>
          </a:r>
          <a:r>
            <a:rPr lang="en-US" sz="2400" dirty="0"/>
            <a:t>) and </a:t>
          </a:r>
          <a:r>
            <a:rPr lang="en-US" sz="2400" b="1" dirty="0" err="1"/>
            <a:t>Haemoglobin</a:t>
          </a:r>
          <a:r>
            <a:rPr lang="en-US" sz="2400" dirty="0"/>
            <a:t> (Hb). </a:t>
          </a:r>
          <a:endParaRPr lang="en-IN" sz="2400" dirty="0"/>
        </a:p>
      </dgm:t>
    </dgm:pt>
    <dgm:pt modelId="{69037526-EAD4-4BAB-9124-ACBCBBD5DDE0}" type="parTrans" cxnId="{6F527580-4990-42B8-BBC8-15C0AD6850E1}">
      <dgm:prSet/>
      <dgm:spPr/>
      <dgm:t>
        <a:bodyPr/>
        <a:lstStyle/>
        <a:p>
          <a:pPr algn="just"/>
          <a:endParaRPr lang="en-IN" sz="2400"/>
        </a:p>
      </dgm:t>
    </dgm:pt>
    <dgm:pt modelId="{A024F4C1-3535-4876-848D-324C89449D1F}" type="sibTrans" cxnId="{6F527580-4990-42B8-BBC8-15C0AD6850E1}">
      <dgm:prSet/>
      <dgm:spPr/>
      <dgm:t>
        <a:bodyPr/>
        <a:lstStyle/>
        <a:p>
          <a:pPr algn="just"/>
          <a:endParaRPr lang="en-IN" sz="2400"/>
        </a:p>
      </dgm:t>
    </dgm:pt>
    <dgm:pt modelId="{611C5843-7C3A-4A0F-A79E-9D7CEAFE9CCA}">
      <dgm:prSet phldrT="[Text]" custT="1"/>
      <dgm:spPr/>
      <dgm:t>
        <a:bodyPr/>
        <a:lstStyle/>
        <a:p>
          <a:pPr algn="just"/>
          <a:r>
            <a:rPr lang="en-US" sz="2400" dirty="0"/>
            <a:t>One of these two LEDs transmits </a:t>
          </a:r>
          <a:r>
            <a:rPr lang="en-US" sz="2400" b="1" dirty="0"/>
            <a:t>infrared light </a:t>
          </a:r>
          <a:r>
            <a:rPr lang="en-US" sz="2400" dirty="0"/>
            <a:t>at a wavelength of approximately </a:t>
          </a:r>
          <a:r>
            <a:rPr lang="en-US" sz="2400" b="1" dirty="0"/>
            <a:t>940 nm </a:t>
          </a:r>
          <a:r>
            <a:rPr lang="en-US" sz="2400" dirty="0"/>
            <a:t>while the other </a:t>
          </a:r>
          <a:r>
            <a:rPr lang="en-US" sz="2400" b="1" dirty="0"/>
            <a:t>transmitting light </a:t>
          </a:r>
          <a:r>
            <a:rPr lang="en-US" sz="2400" dirty="0"/>
            <a:t>at approximately </a:t>
          </a:r>
          <a:r>
            <a:rPr lang="en-US" sz="2400" b="1" dirty="0"/>
            <a:t>660 nm</a:t>
          </a:r>
          <a:r>
            <a:rPr lang="en-US" sz="2400" dirty="0"/>
            <a:t>. </a:t>
          </a:r>
          <a:endParaRPr lang="en-IN" sz="2400" dirty="0"/>
        </a:p>
      </dgm:t>
    </dgm:pt>
    <dgm:pt modelId="{9D5A2C92-2480-40BE-B688-354D294494AD}" type="parTrans" cxnId="{352A7513-AF35-4EEE-9D44-2FCFAEADE5D9}">
      <dgm:prSet/>
      <dgm:spPr/>
      <dgm:t>
        <a:bodyPr/>
        <a:lstStyle/>
        <a:p>
          <a:pPr algn="just"/>
          <a:endParaRPr lang="en-IN" sz="2400"/>
        </a:p>
      </dgm:t>
    </dgm:pt>
    <dgm:pt modelId="{7506ED8C-3B3D-48D7-AE4D-D43D196DCC7E}" type="sibTrans" cxnId="{352A7513-AF35-4EEE-9D44-2FCFAEADE5D9}">
      <dgm:prSet/>
      <dgm:spPr/>
      <dgm:t>
        <a:bodyPr/>
        <a:lstStyle/>
        <a:p>
          <a:pPr algn="just"/>
          <a:endParaRPr lang="en-IN" sz="2400"/>
        </a:p>
      </dgm:t>
    </dgm:pt>
    <dgm:pt modelId="{A4C278B4-6793-4604-B628-20FE9E43F44B}" type="pres">
      <dgm:prSet presAssocID="{79076D55-BB68-46EF-BC57-81AD9DC4963E}" presName="linear" presStyleCnt="0">
        <dgm:presLayoutVars>
          <dgm:animLvl val="lvl"/>
          <dgm:resizeHandles val="exact"/>
        </dgm:presLayoutVars>
      </dgm:prSet>
      <dgm:spPr/>
      <dgm:t>
        <a:bodyPr/>
        <a:lstStyle/>
        <a:p>
          <a:endParaRPr lang="en-IN"/>
        </a:p>
      </dgm:t>
    </dgm:pt>
    <dgm:pt modelId="{230F5189-21D5-4D68-BA88-EF309BA4BDDA}" type="pres">
      <dgm:prSet presAssocID="{6F3BF76F-2EC7-421E-AC82-D8892C135913}" presName="parentText" presStyleLbl="node1" presStyleIdx="0" presStyleCnt="2" custScaleY="99720" custLinFactNeighborY="-23899">
        <dgm:presLayoutVars>
          <dgm:chMax val="0"/>
          <dgm:bulletEnabled val="1"/>
        </dgm:presLayoutVars>
      </dgm:prSet>
      <dgm:spPr/>
      <dgm:t>
        <a:bodyPr/>
        <a:lstStyle/>
        <a:p>
          <a:endParaRPr lang="en-IN"/>
        </a:p>
      </dgm:t>
    </dgm:pt>
    <dgm:pt modelId="{E5EB4AFE-CE70-48C3-9FB8-DC81320545B2}" type="pres">
      <dgm:prSet presAssocID="{6F3BF76F-2EC7-421E-AC82-D8892C135913}" presName="childText" presStyleLbl="revTx" presStyleIdx="0" presStyleCnt="2" custLinFactNeighborY="-19088">
        <dgm:presLayoutVars>
          <dgm:bulletEnabled val="1"/>
        </dgm:presLayoutVars>
      </dgm:prSet>
      <dgm:spPr/>
      <dgm:t>
        <a:bodyPr/>
        <a:lstStyle/>
        <a:p>
          <a:endParaRPr lang="en-IN"/>
        </a:p>
      </dgm:t>
    </dgm:pt>
    <dgm:pt modelId="{4B854459-D4B6-4B26-BE60-B3CF0B80A06A}" type="pres">
      <dgm:prSet presAssocID="{60E4D419-0134-4EA7-BD22-89539648C330}" presName="parentText" presStyleLbl="node1" presStyleIdx="1" presStyleCnt="2" custScaleY="84135">
        <dgm:presLayoutVars>
          <dgm:chMax val="0"/>
          <dgm:bulletEnabled val="1"/>
        </dgm:presLayoutVars>
      </dgm:prSet>
      <dgm:spPr/>
      <dgm:t>
        <a:bodyPr/>
        <a:lstStyle/>
        <a:p>
          <a:endParaRPr lang="en-IN"/>
        </a:p>
      </dgm:t>
    </dgm:pt>
    <dgm:pt modelId="{8CA5B2FA-3E2A-4C6C-B422-DDF9C000258B}" type="pres">
      <dgm:prSet presAssocID="{60E4D419-0134-4EA7-BD22-89539648C330}" presName="childText" presStyleLbl="revTx" presStyleIdx="1" presStyleCnt="2" custScaleY="94941" custLinFactNeighborY="12740">
        <dgm:presLayoutVars>
          <dgm:bulletEnabled val="1"/>
        </dgm:presLayoutVars>
      </dgm:prSet>
      <dgm:spPr/>
      <dgm:t>
        <a:bodyPr/>
        <a:lstStyle/>
        <a:p>
          <a:endParaRPr lang="en-IN"/>
        </a:p>
      </dgm:t>
    </dgm:pt>
  </dgm:ptLst>
  <dgm:cxnLst>
    <dgm:cxn modelId="{3776488D-35E0-4247-8656-4118C294E734}" type="presOf" srcId="{7BF36601-2A4A-4301-BCDD-75E5D9578070}" destId="{E5EB4AFE-CE70-48C3-9FB8-DC81320545B2}" srcOrd="0" destOrd="0" presId="urn:microsoft.com/office/officeart/2005/8/layout/vList2"/>
    <dgm:cxn modelId="{352A7513-AF35-4EEE-9D44-2FCFAEADE5D9}" srcId="{60E4D419-0134-4EA7-BD22-89539648C330}" destId="{611C5843-7C3A-4A0F-A79E-9D7CEAFE9CCA}" srcOrd="1" destOrd="0" parTransId="{9D5A2C92-2480-40BE-B688-354D294494AD}" sibTransId="{7506ED8C-3B3D-48D7-AE4D-D43D196DCC7E}"/>
    <dgm:cxn modelId="{36A8E052-CB7A-447D-A83F-2FD6E4471554}" type="presOf" srcId="{CFDC4462-8FAF-47A0-AE62-DF64C4607952}" destId="{8CA5B2FA-3E2A-4C6C-B422-DDF9C000258B}" srcOrd="0" destOrd="0" presId="urn:microsoft.com/office/officeart/2005/8/layout/vList2"/>
    <dgm:cxn modelId="{ADE112B1-4196-435E-8DBC-21409B736B70}" srcId="{79076D55-BB68-46EF-BC57-81AD9DC4963E}" destId="{60E4D419-0134-4EA7-BD22-89539648C330}" srcOrd="1" destOrd="0" parTransId="{8DF820F5-A466-482D-AEF0-4D1039B45C2B}" sibTransId="{A6EC3ED1-3F48-4677-A5BC-80A96AF0D27D}"/>
    <dgm:cxn modelId="{6F527580-4990-42B8-BBC8-15C0AD6850E1}" srcId="{6F3BF76F-2EC7-421E-AC82-D8892C135913}" destId="{CEC4D5DA-7604-4E89-9805-0A042437007C}" srcOrd="1" destOrd="0" parTransId="{69037526-EAD4-4BAB-9124-ACBCBBD5DDE0}" sibTransId="{A024F4C1-3535-4876-848D-324C89449D1F}"/>
    <dgm:cxn modelId="{DC2F4C27-D3E7-4A15-87D6-679911B134C2}" srcId="{79076D55-BB68-46EF-BC57-81AD9DC4963E}" destId="{6F3BF76F-2EC7-421E-AC82-D8892C135913}" srcOrd="0" destOrd="0" parTransId="{9257ACD5-7A88-4309-BD93-53CE5C18584C}" sibTransId="{85AB063A-A1A3-40FB-8CFC-B53C0163ACC9}"/>
    <dgm:cxn modelId="{7D15FB64-2770-49CD-B392-3872AAC4D941}" srcId="{6F3BF76F-2EC7-421E-AC82-D8892C135913}" destId="{7BF36601-2A4A-4301-BCDD-75E5D9578070}" srcOrd="0" destOrd="0" parTransId="{BD99A27F-6159-4599-9654-614C3B16FA84}" sibTransId="{02D753C0-72FF-4656-A858-30C1CDAE1B44}"/>
    <dgm:cxn modelId="{5F2B6A07-F250-4CA5-9B33-517C7709701D}" type="presOf" srcId="{CEC4D5DA-7604-4E89-9805-0A042437007C}" destId="{E5EB4AFE-CE70-48C3-9FB8-DC81320545B2}" srcOrd="0" destOrd="1" presId="urn:microsoft.com/office/officeart/2005/8/layout/vList2"/>
    <dgm:cxn modelId="{74686F01-FE76-4130-9C3D-74022CAC2A6B}" type="presOf" srcId="{611C5843-7C3A-4A0F-A79E-9D7CEAFE9CCA}" destId="{8CA5B2FA-3E2A-4C6C-B422-DDF9C000258B}" srcOrd="0" destOrd="1" presId="urn:microsoft.com/office/officeart/2005/8/layout/vList2"/>
    <dgm:cxn modelId="{80F7F398-9CB4-4B72-B83D-F9E44AAEC8F2}" type="presOf" srcId="{6F3BF76F-2EC7-421E-AC82-D8892C135913}" destId="{230F5189-21D5-4D68-BA88-EF309BA4BDDA}" srcOrd="0" destOrd="0" presId="urn:microsoft.com/office/officeart/2005/8/layout/vList2"/>
    <dgm:cxn modelId="{357E730A-9D2D-4F11-81D6-4F3A9968256D}" type="presOf" srcId="{60E4D419-0134-4EA7-BD22-89539648C330}" destId="{4B854459-D4B6-4B26-BE60-B3CF0B80A06A}" srcOrd="0" destOrd="0" presId="urn:microsoft.com/office/officeart/2005/8/layout/vList2"/>
    <dgm:cxn modelId="{92838EF8-38B1-4C8C-9223-D6244FAE77A5}" type="presOf" srcId="{79076D55-BB68-46EF-BC57-81AD9DC4963E}" destId="{A4C278B4-6793-4604-B628-20FE9E43F44B}" srcOrd="0" destOrd="0" presId="urn:microsoft.com/office/officeart/2005/8/layout/vList2"/>
    <dgm:cxn modelId="{E3F10F1F-DF89-4014-AA9B-D4A67170C049}" srcId="{60E4D419-0134-4EA7-BD22-89539648C330}" destId="{CFDC4462-8FAF-47A0-AE62-DF64C4607952}" srcOrd="0" destOrd="0" parTransId="{4AEB961B-1295-467D-881D-0A606753EA53}" sibTransId="{D6BEA3F1-E1AF-407E-9CB3-2093EC48EE61}"/>
    <dgm:cxn modelId="{EAD0BAB2-9361-48F6-8BF7-3BA2FE121BA4}" type="presParOf" srcId="{A4C278B4-6793-4604-B628-20FE9E43F44B}" destId="{230F5189-21D5-4D68-BA88-EF309BA4BDDA}" srcOrd="0" destOrd="0" presId="urn:microsoft.com/office/officeart/2005/8/layout/vList2"/>
    <dgm:cxn modelId="{77E32135-2EFE-451E-9FF2-92D2F0246422}" type="presParOf" srcId="{A4C278B4-6793-4604-B628-20FE9E43F44B}" destId="{E5EB4AFE-CE70-48C3-9FB8-DC81320545B2}" srcOrd="1" destOrd="0" presId="urn:microsoft.com/office/officeart/2005/8/layout/vList2"/>
    <dgm:cxn modelId="{F0F24E4D-96BF-4F38-9DF1-33DD3795DB79}" type="presParOf" srcId="{A4C278B4-6793-4604-B628-20FE9E43F44B}" destId="{4B854459-D4B6-4B26-BE60-B3CF0B80A06A}" srcOrd="2" destOrd="0" presId="urn:microsoft.com/office/officeart/2005/8/layout/vList2"/>
    <dgm:cxn modelId="{74E47485-183D-4175-96D5-B028B5CD512A}" type="presParOf" srcId="{A4C278B4-6793-4604-B628-20FE9E43F44B}" destId="{8CA5B2FA-3E2A-4C6C-B422-DDF9C000258B}"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1358C030-D7E7-42F5-856A-1E21E5C5E90C}"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E4FA25D7-8176-43F0-8941-A5A94A994193}">
      <dgm:prSet phldrT="[Text]" custT="1"/>
      <dgm:spPr/>
      <dgm:t>
        <a:bodyPr/>
        <a:lstStyle/>
        <a:p>
          <a:pPr algn="just"/>
          <a:r>
            <a:rPr lang="en-US" sz="2600" b="0" i="0" dirty="0"/>
            <a:t>The pulse oximeter operates on the principle of </a:t>
          </a:r>
          <a:r>
            <a:rPr lang="en-US" sz="2600" b="1" i="0" dirty="0"/>
            <a:t>absorption of light</a:t>
          </a:r>
          <a:r>
            <a:rPr lang="en-US" sz="2600" b="0" i="0" dirty="0"/>
            <a:t> by the solutes in a solution.</a:t>
          </a:r>
          <a:endParaRPr lang="en-IN" sz="2600" dirty="0"/>
        </a:p>
      </dgm:t>
    </dgm:pt>
    <dgm:pt modelId="{B2385438-0754-4E4F-A6E7-5BF1583A6752}" type="parTrans" cxnId="{424EA179-DA32-4AD5-8AD8-FE861252CB97}">
      <dgm:prSet/>
      <dgm:spPr/>
      <dgm:t>
        <a:bodyPr/>
        <a:lstStyle/>
        <a:p>
          <a:endParaRPr lang="en-IN" sz="2400"/>
        </a:p>
      </dgm:t>
    </dgm:pt>
    <dgm:pt modelId="{9E5C8CC0-ED80-4251-B420-D7D53925203B}" type="sibTrans" cxnId="{424EA179-DA32-4AD5-8AD8-FE861252CB97}">
      <dgm:prSet/>
      <dgm:spPr/>
      <dgm:t>
        <a:bodyPr/>
        <a:lstStyle/>
        <a:p>
          <a:endParaRPr lang="en-IN" sz="2400"/>
        </a:p>
      </dgm:t>
    </dgm:pt>
    <dgm:pt modelId="{67CD8712-7124-4014-9AD9-9C7B1A5BD532}">
      <dgm:prSet phldrT="[Text]" custT="1"/>
      <dgm:spPr/>
      <dgm:t>
        <a:bodyPr/>
        <a:lstStyle/>
        <a:p>
          <a:pPr algn="just"/>
          <a:r>
            <a:rPr lang="en-US" sz="2400" b="0" i="0" dirty="0"/>
            <a:t>The </a:t>
          </a:r>
          <a:r>
            <a:rPr lang="en-US" sz="2400" b="1" i="0" dirty="0"/>
            <a:t>Beer-Lambert law </a:t>
          </a:r>
          <a:r>
            <a:rPr lang="en-US" sz="2400" b="0" i="0" dirty="0"/>
            <a:t>states that the amount of light absorbed by a solute is proportional to the concentration of the solute and the distance the light is transmitted through the solution.</a:t>
          </a:r>
          <a:endParaRPr lang="en-IN" sz="2400" dirty="0"/>
        </a:p>
      </dgm:t>
    </dgm:pt>
    <dgm:pt modelId="{924DFB7C-019D-4D9E-B574-64E6BD9C6233}" type="parTrans" cxnId="{5C86D78B-A5F0-4005-BBBB-CC44C8539A16}">
      <dgm:prSet/>
      <dgm:spPr/>
      <dgm:t>
        <a:bodyPr/>
        <a:lstStyle/>
        <a:p>
          <a:endParaRPr lang="en-IN" sz="2400"/>
        </a:p>
      </dgm:t>
    </dgm:pt>
    <dgm:pt modelId="{428489E8-DAF7-4C16-986C-0A68B6B55DCF}" type="sibTrans" cxnId="{5C86D78B-A5F0-4005-BBBB-CC44C8539A16}">
      <dgm:prSet/>
      <dgm:spPr/>
      <dgm:t>
        <a:bodyPr/>
        <a:lstStyle/>
        <a:p>
          <a:endParaRPr lang="en-IN" sz="2400"/>
        </a:p>
      </dgm:t>
    </dgm:pt>
    <dgm:pt modelId="{0E9DC877-2CC6-42D6-9AE6-853687C00594}">
      <dgm:prSet phldrT="[Text]" custT="1"/>
      <dgm:spPr/>
      <dgm:t>
        <a:bodyPr/>
        <a:lstStyle/>
        <a:p>
          <a:pPr algn="just"/>
          <a:r>
            <a:rPr lang="en-US" sz="2600" dirty="0"/>
            <a:t>The absorption of these select wavelengths of light through living tissues is significantly different for oxygenated </a:t>
          </a:r>
          <a:r>
            <a:rPr lang="en-US" sz="2600" dirty="0" err="1"/>
            <a:t>haemoglobin</a:t>
          </a:r>
          <a:r>
            <a:rPr lang="en-US" sz="2600" dirty="0"/>
            <a:t> (HbO</a:t>
          </a:r>
          <a:r>
            <a:rPr lang="en-US" sz="2600" baseline="-25000" dirty="0"/>
            <a:t>2</a:t>
          </a:r>
          <a:r>
            <a:rPr lang="en-US" sz="2600" dirty="0"/>
            <a:t>) and reduced </a:t>
          </a:r>
          <a:r>
            <a:rPr lang="en-US" sz="2600" dirty="0" err="1"/>
            <a:t>haemoglobin</a:t>
          </a:r>
          <a:r>
            <a:rPr lang="en-US" sz="2600" dirty="0"/>
            <a:t> (Hb). </a:t>
          </a:r>
          <a:endParaRPr lang="en-IN" sz="2600" dirty="0"/>
        </a:p>
      </dgm:t>
    </dgm:pt>
    <dgm:pt modelId="{56DF9A77-E70F-4451-A179-A1224D19A317}" type="parTrans" cxnId="{37356F90-3D23-4FE2-8BB5-E793C71CF51C}">
      <dgm:prSet/>
      <dgm:spPr/>
      <dgm:t>
        <a:bodyPr/>
        <a:lstStyle/>
        <a:p>
          <a:endParaRPr lang="en-IN" sz="2400"/>
        </a:p>
      </dgm:t>
    </dgm:pt>
    <dgm:pt modelId="{D49420C2-1D52-465B-9F73-3C8D777ECD0D}" type="sibTrans" cxnId="{37356F90-3D23-4FE2-8BB5-E793C71CF51C}">
      <dgm:prSet/>
      <dgm:spPr/>
      <dgm:t>
        <a:bodyPr/>
        <a:lstStyle/>
        <a:p>
          <a:endParaRPr lang="en-IN" sz="2400"/>
        </a:p>
      </dgm:t>
    </dgm:pt>
    <dgm:pt modelId="{9B6FAA56-97DF-4D52-BAE1-01214A8AF222}">
      <dgm:prSet phldrT="[Text]" custT="1"/>
      <dgm:spPr/>
      <dgm:t>
        <a:bodyPr/>
        <a:lstStyle/>
        <a:p>
          <a:pPr algn="just"/>
          <a:r>
            <a:rPr lang="en-US" sz="2400" b="0" i="0" dirty="0"/>
            <a:t>In the red part of the spectrum, oxygenated </a:t>
          </a:r>
          <a:r>
            <a:rPr lang="en-US" sz="2400" b="0" i="0" dirty="0" err="1"/>
            <a:t>haemoglobin</a:t>
          </a:r>
          <a:r>
            <a:rPr lang="en-US" sz="2400" b="0" i="0" dirty="0"/>
            <a:t> absorbs less light than deoxygenated </a:t>
          </a:r>
          <a:r>
            <a:rPr lang="en-US" sz="2400" b="0" i="0" dirty="0" err="1"/>
            <a:t>haemoglobin</a:t>
          </a:r>
          <a:r>
            <a:rPr lang="en-US" sz="2400" b="0" i="0" dirty="0"/>
            <a:t>, while the reverse occurs in the infrared region.</a:t>
          </a:r>
          <a:endParaRPr lang="en-IN" sz="2400" dirty="0"/>
        </a:p>
      </dgm:t>
    </dgm:pt>
    <dgm:pt modelId="{3DBB9BA4-9295-4B25-956D-DEA4BD827E98}" type="parTrans" cxnId="{D12C0656-6DF0-4475-97E1-19CA2AC5A86A}">
      <dgm:prSet/>
      <dgm:spPr/>
      <dgm:t>
        <a:bodyPr/>
        <a:lstStyle/>
        <a:p>
          <a:endParaRPr lang="en-IN" sz="2400"/>
        </a:p>
      </dgm:t>
    </dgm:pt>
    <dgm:pt modelId="{35F12257-0756-4774-B542-87920E8286F3}" type="sibTrans" cxnId="{D12C0656-6DF0-4475-97E1-19CA2AC5A86A}">
      <dgm:prSet/>
      <dgm:spPr/>
      <dgm:t>
        <a:bodyPr/>
        <a:lstStyle/>
        <a:p>
          <a:endParaRPr lang="en-IN" sz="2400"/>
        </a:p>
      </dgm:t>
    </dgm:pt>
    <dgm:pt modelId="{AFFCD5EC-E05A-496F-AD43-4968033E4CF5}">
      <dgm:prSet phldrT="[Text]" custT="1"/>
      <dgm:spPr/>
      <dgm:t>
        <a:bodyPr/>
        <a:lstStyle/>
        <a:p>
          <a:pPr algn="just"/>
          <a:r>
            <a:rPr lang="en-US" sz="2400" dirty="0"/>
            <a:t>The absorption of these selected wavelengths of light passing through living tissue is measured with a photodiode/photosensor. </a:t>
          </a:r>
          <a:endParaRPr lang="en-IN" sz="2400" dirty="0"/>
        </a:p>
      </dgm:t>
    </dgm:pt>
    <dgm:pt modelId="{A665A0B0-F979-4889-9EB8-8283EE65A186}" type="parTrans" cxnId="{6F79A9D3-9A08-41CA-A505-B2195707FBE9}">
      <dgm:prSet/>
      <dgm:spPr/>
      <dgm:t>
        <a:bodyPr/>
        <a:lstStyle/>
        <a:p>
          <a:endParaRPr lang="en-IN" sz="2400"/>
        </a:p>
      </dgm:t>
    </dgm:pt>
    <dgm:pt modelId="{37F77369-B4FE-4F0D-BC3F-96C6CF00F4BA}" type="sibTrans" cxnId="{6F79A9D3-9A08-41CA-A505-B2195707FBE9}">
      <dgm:prSet/>
      <dgm:spPr/>
      <dgm:t>
        <a:bodyPr/>
        <a:lstStyle/>
        <a:p>
          <a:endParaRPr lang="en-IN" sz="2400"/>
        </a:p>
      </dgm:t>
    </dgm:pt>
    <dgm:pt modelId="{C7B5C1F5-466E-4E22-9C7D-9EB3D23DF1E0}">
      <dgm:prSet custT="1"/>
      <dgm:spPr/>
      <dgm:t>
        <a:bodyPr/>
        <a:lstStyle/>
        <a:p>
          <a:pPr algn="just"/>
          <a:r>
            <a:rPr lang="en-US" sz="2400" dirty="0"/>
            <a:t>The output of the photodiode will have one signal that represents the </a:t>
          </a:r>
          <a:r>
            <a:rPr lang="en-US" sz="2400" b="1" dirty="0"/>
            <a:t>absorption of red light (660 nm) </a:t>
          </a:r>
          <a:r>
            <a:rPr lang="en-US" sz="2400" dirty="0"/>
            <a:t>and other signal that represents </a:t>
          </a:r>
          <a:r>
            <a:rPr lang="en-US" sz="2400" b="1" dirty="0"/>
            <a:t>infrared light (940 nm). </a:t>
          </a:r>
          <a:endParaRPr lang="en-IN" sz="2400" b="1" dirty="0"/>
        </a:p>
      </dgm:t>
    </dgm:pt>
    <dgm:pt modelId="{E167B081-7E09-4E7F-BCD1-2F5D267A788F}" type="parTrans" cxnId="{6428F160-C0BE-4EBF-AA09-93BDB7FDC5FD}">
      <dgm:prSet/>
      <dgm:spPr/>
      <dgm:t>
        <a:bodyPr/>
        <a:lstStyle/>
        <a:p>
          <a:endParaRPr lang="en-IN" sz="2400"/>
        </a:p>
      </dgm:t>
    </dgm:pt>
    <dgm:pt modelId="{0527CC37-07A5-456A-9DB4-606815E40937}" type="sibTrans" cxnId="{6428F160-C0BE-4EBF-AA09-93BDB7FDC5FD}">
      <dgm:prSet/>
      <dgm:spPr/>
      <dgm:t>
        <a:bodyPr/>
        <a:lstStyle/>
        <a:p>
          <a:endParaRPr lang="en-IN" sz="2400"/>
        </a:p>
      </dgm:t>
    </dgm:pt>
    <dgm:pt modelId="{35D2FB82-D691-4DD2-B1E7-B15CCA2314D6}">
      <dgm:prSet phldrT="[Text]" custT="1"/>
      <dgm:spPr/>
      <dgm:t>
        <a:bodyPr/>
        <a:lstStyle/>
        <a:p>
          <a:pPr algn="just"/>
          <a:r>
            <a:rPr lang="en-US" sz="2400" dirty="0"/>
            <a:t>The </a:t>
          </a:r>
          <a:r>
            <a:rPr lang="en-US" sz="2400" b="1" dirty="0"/>
            <a:t>oxygen saturation is estimated from the Ratio (R) </a:t>
          </a:r>
          <a:r>
            <a:rPr lang="en-US" sz="2400" dirty="0"/>
            <a:t>of pulse-added red absorbance at 660 nm to the pulse-added infrared absorbances at 940 nm. </a:t>
          </a:r>
          <a:endParaRPr lang="en-IN" sz="2400" dirty="0"/>
        </a:p>
      </dgm:t>
    </dgm:pt>
    <dgm:pt modelId="{8A2F5CBF-CF38-4281-A2FF-F134897C219D}" type="parTrans" cxnId="{3F5D4F3C-D78E-437A-93FB-1C58C6CA0ED0}">
      <dgm:prSet/>
      <dgm:spPr/>
      <dgm:t>
        <a:bodyPr/>
        <a:lstStyle/>
        <a:p>
          <a:endParaRPr lang="en-IN"/>
        </a:p>
      </dgm:t>
    </dgm:pt>
    <dgm:pt modelId="{143BC40C-DC1A-49B2-AB91-8C3DB8C8EC18}" type="sibTrans" cxnId="{3F5D4F3C-D78E-437A-93FB-1C58C6CA0ED0}">
      <dgm:prSet/>
      <dgm:spPr/>
      <dgm:t>
        <a:bodyPr/>
        <a:lstStyle/>
        <a:p>
          <a:endParaRPr lang="en-IN"/>
        </a:p>
      </dgm:t>
    </dgm:pt>
    <dgm:pt modelId="{261FF67D-5B83-4BF4-A0A7-F5844C025F1E}">
      <dgm:prSet custT="1"/>
      <dgm:spPr/>
      <dgm:t>
        <a:bodyPr/>
        <a:lstStyle/>
        <a:p>
          <a:pPr algn="just"/>
          <a:r>
            <a:rPr lang="en-US" sz="2400" dirty="0"/>
            <a:t>Oxygen saturation values are between 95% and 100% for most healthy individuals.</a:t>
          </a:r>
          <a:endParaRPr lang="en-IN" sz="2400" dirty="0"/>
        </a:p>
      </dgm:t>
    </dgm:pt>
    <dgm:pt modelId="{F398C12A-47C0-490B-9568-561BB1A8E919}" type="parTrans" cxnId="{67D5691E-ADD4-448D-AB75-EDF505B00DB8}">
      <dgm:prSet/>
      <dgm:spPr/>
      <dgm:t>
        <a:bodyPr/>
        <a:lstStyle/>
        <a:p>
          <a:endParaRPr lang="en-IN"/>
        </a:p>
      </dgm:t>
    </dgm:pt>
    <dgm:pt modelId="{67BB33AF-5D85-415A-BE08-A9EA9834EAD9}" type="sibTrans" cxnId="{67D5691E-ADD4-448D-AB75-EDF505B00DB8}">
      <dgm:prSet/>
      <dgm:spPr/>
      <dgm:t>
        <a:bodyPr/>
        <a:lstStyle/>
        <a:p>
          <a:endParaRPr lang="en-IN"/>
        </a:p>
      </dgm:t>
    </dgm:pt>
    <dgm:pt modelId="{DADADA77-1380-441C-9D10-3F58B28619B1}" type="pres">
      <dgm:prSet presAssocID="{1358C030-D7E7-42F5-856A-1E21E5C5E90C}" presName="linear" presStyleCnt="0">
        <dgm:presLayoutVars>
          <dgm:animLvl val="lvl"/>
          <dgm:resizeHandles val="exact"/>
        </dgm:presLayoutVars>
      </dgm:prSet>
      <dgm:spPr/>
      <dgm:t>
        <a:bodyPr/>
        <a:lstStyle/>
        <a:p>
          <a:endParaRPr lang="en-IN"/>
        </a:p>
      </dgm:t>
    </dgm:pt>
    <dgm:pt modelId="{45089BBA-71B7-437A-88BE-A7748E645347}" type="pres">
      <dgm:prSet presAssocID="{E4FA25D7-8176-43F0-8941-A5A94A994193}" presName="parentText" presStyleLbl="node1" presStyleIdx="0" presStyleCnt="2" custScaleY="67568">
        <dgm:presLayoutVars>
          <dgm:chMax val="0"/>
          <dgm:bulletEnabled val="1"/>
        </dgm:presLayoutVars>
      </dgm:prSet>
      <dgm:spPr/>
      <dgm:t>
        <a:bodyPr/>
        <a:lstStyle/>
        <a:p>
          <a:endParaRPr lang="en-IN"/>
        </a:p>
      </dgm:t>
    </dgm:pt>
    <dgm:pt modelId="{3F599203-222D-49D5-A974-1061ACB98F50}" type="pres">
      <dgm:prSet presAssocID="{E4FA25D7-8176-43F0-8941-A5A94A994193}" presName="childText" presStyleLbl="revTx" presStyleIdx="0" presStyleCnt="2">
        <dgm:presLayoutVars>
          <dgm:bulletEnabled val="1"/>
        </dgm:presLayoutVars>
      </dgm:prSet>
      <dgm:spPr/>
      <dgm:t>
        <a:bodyPr/>
        <a:lstStyle/>
        <a:p>
          <a:endParaRPr lang="en-IN"/>
        </a:p>
      </dgm:t>
    </dgm:pt>
    <dgm:pt modelId="{001F2BC1-C21F-42C0-A001-EFCE82421407}" type="pres">
      <dgm:prSet presAssocID="{0E9DC877-2CC6-42D6-9AE6-853687C00594}" presName="parentText" presStyleLbl="node1" presStyleIdx="1" presStyleCnt="2" custScaleY="87670">
        <dgm:presLayoutVars>
          <dgm:chMax val="0"/>
          <dgm:bulletEnabled val="1"/>
        </dgm:presLayoutVars>
      </dgm:prSet>
      <dgm:spPr/>
      <dgm:t>
        <a:bodyPr/>
        <a:lstStyle/>
        <a:p>
          <a:endParaRPr lang="en-IN"/>
        </a:p>
      </dgm:t>
    </dgm:pt>
    <dgm:pt modelId="{96B92CA3-EDD9-4F4E-B75B-A6FD6274A95B}" type="pres">
      <dgm:prSet presAssocID="{0E9DC877-2CC6-42D6-9AE6-853687C00594}" presName="childText" presStyleLbl="revTx" presStyleIdx="1" presStyleCnt="2">
        <dgm:presLayoutVars>
          <dgm:bulletEnabled val="1"/>
        </dgm:presLayoutVars>
      </dgm:prSet>
      <dgm:spPr/>
      <dgm:t>
        <a:bodyPr/>
        <a:lstStyle/>
        <a:p>
          <a:endParaRPr lang="en-IN"/>
        </a:p>
      </dgm:t>
    </dgm:pt>
  </dgm:ptLst>
  <dgm:cxnLst>
    <dgm:cxn modelId="{D12C0656-6DF0-4475-97E1-19CA2AC5A86A}" srcId="{0E9DC877-2CC6-42D6-9AE6-853687C00594}" destId="{9B6FAA56-97DF-4D52-BAE1-01214A8AF222}" srcOrd="2" destOrd="0" parTransId="{3DBB9BA4-9295-4B25-956D-DEA4BD827E98}" sibTransId="{35F12257-0756-4774-B542-87920E8286F3}"/>
    <dgm:cxn modelId="{6F79A9D3-9A08-41CA-A505-B2195707FBE9}" srcId="{0E9DC877-2CC6-42D6-9AE6-853687C00594}" destId="{AFFCD5EC-E05A-496F-AD43-4968033E4CF5}" srcOrd="0" destOrd="0" parTransId="{A665A0B0-F979-4889-9EB8-8283EE65A186}" sibTransId="{37F77369-B4FE-4F0D-BC3F-96C6CF00F4BA}"/>
    <dgm:cxn modelId="{F6410919-E5C2-472A-BE60-8430B6B9FAAC}" type="presOf" srcId="{67CD8712-7124-4014-9AD9-9C7B1A5BD532}" destId="{3F599203-222D-49D5-A974-1061ACB98F50}" srcOrd="0" destOrd="0" presId="urn:microsoft.com/office/officeart/2005/8/layout/vList2"/>
    <dgm:cxn modelId="{DD532EAD-8AE6-4F56-8782-2AA3CD10AC12}" type="presOf" srcId="{0E9DC877-2CC6-42D6-9AE6-853687C00594}" destId="{001F2BC1-C21F-42C0-A001-EFCE82421407}" srcOrd="0" destOrd="0" presId="urn:microsoft.com/office/officeart/2005/8/layout/vList2"/>
    <dgm:cxn modelId="{BE47C1B0-EAFC-489E-A4CB-8A01F96F302A}" type="presOf" srcId="{E4FA25D7-8176-43F0-8941-A5A94A994193}" destId="{45089BBA-71B7-437A-88BE-A7748E645347}" srcOrd="0" destOrd="0" presId="urn:microsoft.com/office/officeart/2005/8/layout/vList2"/>
    <dgm:cxn modelId="{188A059D-41C1-45B1-ACBB-5BC425701BD2}" type="presOf" srcId="{261FF67D-5B83-4BF4-A0A7-F5844C025F1E}" destId="{96B92CA3-EDD9-4F4E-B75B-A6FD6274A95B}" srcOrd="0" destOrd="4" presId="urn:microsoft.com/office/officeart/2005/8/layout/vList2"/>
    <dgm:cxn modelId="{3F5D4F3C-D78E-437A-93FB-1C58C6CA0ED0}" srcId="{0E9DC877-2CC6-42D6-9AE6-853687C00594}" destId="{35D2FB82-D691-4DD2-B1E7-B15CCA2314D6}" srcOrd="3" destOrd="0" parTransId="{8A2F5CBF-CF38-4281-A2FF-F134897C219D}" sibTransId="{143BC40C-DC1A-49B2-AB91-8C3DB8C8EC18}"/>
    <dgm:cxn modelId="{424EA179-DA32-4AD5-8AD8-FE861252CB97}" srcId="{1358C030-D7E7-42F5-856A-1E21E5C5E90C}" destId="{E4FA25D7-8176-43F0-8941-A5A94A994193}" srcOrd="0" destOrd="0" parTransId="{B2385438-0754-4E4F-A6E7-5BF1583A6752}" sibTransId="{9E5C8CC0-ED80-4251-B420-D7D53925203B}"/>
    <dgm:cxn modelId="{6428F160-C0BE-4EBF-AA09-93BDB7FDC5FD}" srcId="{0E9DC877-2CC6-42D6-9AE6-853687C00594}" destId="{C7B5C1F5-466E-4E22-9C7D-9EB3D23DF1E0}" srcOrd="1" destOrd="0" parTransId="{E167B081-7E09-4E7F-BCD1-2F5D267A788F}" sibTransId="{0527CC37-07A5-456A-9DB4-606815E40937}"/>
    <dgm:cxn modelId="{F7E7AACF-6BCC-44CC-8628-4688481A84CF}" type="presOf" srcId="{35D2FB82-D691-4DD2-B1E7-B15CCA2314D6}" destId="{96B92CA3-EDD9-4F4E-B75B-A6FD6274A95B}" srcOrd="0" destOrd="3" presId="urn:microsoft.com/office/officeart/2005/8/layout/vList2"/>
    <dgm:cxn modelId="{37356F90-3D23-4FE2-8BB5-E793C71CF51C}" srcId="{1358C030-D7E7-42F5-856A-1E21E5C5E90C}" destId="{0E9DC877-2CC6-42D6-9AE6-853687C00594}" srcOrd="1" destOrd="0" parTransId="{56DF9A77-E70F-4451-A179-A1224D19A317}" sibTransId="{D49420C2-1D52-465B-9F73-3C8D777ECD0D}"/>
    <dgm:cxn modelId="{F84545E5-E3EC-4C54-947B-1A2EB46684AB}" type="presOf" srcId="{9B6FAA56-97DF-4D52-BAE1-01214A8AF222}" destId="{96B92CA3-EDD9-4F4E-B75B-A6FD6274A95B}" srcOrd="0" destOrd="2" presId="urn:microsoft.com/office/officeart/2005/8/layout/vList2"/>
    <dgm:cxn modelId="{D8D46216-7A39-4DBF-950F-B141FF463E94}" type="presOf" srcId="{AFFCD5EC-E05A-496F-AD43-4968033E4CF5}" destId="{96B92CA3-EDD9-4F4E-B75B-A6FD6274A95B}" srcOrd="0" destOrd="0" presId="urn:microsoft.com/office/officeart/2005/8/layout/vList2"/>
    <dgm:cxn modelId="{67D5691E-ADD4-448D-AB75-EDF505B00DB8}" srcId="{0E9DC877-2CC6-42D6-9AE6-853687C00594}" destId="{261FF67D-5B83-4BF4-A0A7-F5844C025F1E}" srcOrd="4" destOrd="0" parTransId="{F398C12A-47C0-490B-9568-561BB1A8E919}" sibTransId="{67BB33AF-5D85-415A-BE08-A9EA9834EAD9}"/>
    <dgm:cxn modelId="{5C86D78B-A5F0-4005-BBBB-CC44C8539A16}" srcId="{E4FA25D7-8176-43F0-8941-A5A94A994193}" destId="{67CD8712-7124-4014-9AD9-9C7B1A5BD532}" srcOrd="0" destOrd="0" parTransId="{924DFB7C-019D-4D9E-B574-64E6BD9C6233}" sibTransId="{428489E8-DAF7-4C16-986C-0A68B6B55DCF}"/>
    <dgm:cxn modelId="{543364EA-54E4-444D-B245-7EF45982D163}" type="presOf" srcId="{C7B5C1F5-466E-4E22-9C7D-9EB3D23DF1E0}" destId="{96B92CA3-EDD9-4F4E-B75B-A6FD6274A95B}" srcOrd="0" destOrd="1" presId="urn:microsoft.com/office/officeart/2005/8/layout/vList2"/>
    <dgm:cxn modelId="{8AFE80C7-D59A-469B-9E1C-921FCAA1D8FB}" type="presOf" srcId="{1358C030-D7E7-42F5-856A-1E21E5C5E90C}" destId="{DADADA77-1380-441C-9D10-3F58B28619B1}" srcOrd="0" destOrd="0" presId="urn:microsoft.com/office/officeart/2005/8/layout/vList2"/>
    <dgm:cxn modelId="{71FF40DE-8DCC-489A-8657-5D1E8CE09994}" type="presParOf" srcId="{DADADA77-1380-441C-9D10-3F58B28619B1}" destId="{45089BBA-71B7-437A-88BE-A7748E645347}" srcOrd="0" destOrd="0" presId="urn:microsoft.com/office/officeart/2005/8/layout/vList2"/>
    <dgm:cxn modelId="{B748D478-1F27-454B-A38C-E5F0545AEE25}" type="presParOf" srcId="{DADADA77-1380-441C-9D10-3F58B28619B1}" destId="{3F599203-222D-49D5-A974-1061ACB98F50}" srcOrd="1" destOrd="0" presId="urn:microsoft.com/office/officeart/2005/8/layout/vList2"/>
    <dgm:cxn modelId="{8EC19F5B-36A7-4106-8688-1B8177696BE7}" type="presParOf" srcId="{DADADA77-1380-441C-9D10-3F58B28619B1}" destId="{001F2BC1-C21F-42C0-A001-EFCE82421407}" srcOrd="2" destOrd="0" presId="urn:microsoft.com/office/officeart/2005/8/layout/vList2"/>
    <dgm:cxn modelId="{0D4F60AC-A8F9-4413-B2A0-CF7B7C88B3E9}" type="presParOf" srcId="{DADADA77-1380-441C-9D10-3F58B28619B1}" destId="{96B92CA3-EDD9-4F4E-B75B-A6FD6274A95B}"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A5B13D5-F826-458C-A232-E26A7E858E43}">
      <dsp:nvSpPr>
        <dsp:cNvPr id="0" name=""/>
        <dsp:cNvSpPr/>
      </dsp:nvSpPr>
      <dsp:spPr>
        <a:xfrm>
          <a:off x="0" y="57060"/>
          <a:ext cx="10918454" cy="7488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7584" tIns="130048" rIns="227584" bIns="130048" numCol="1" spcCol="1270" anchor="ctr" anchorCtr="0">
          <a:noAutofit/>
        </a:bodyPr>
        <a:lstStyle/>
        <a:p>
          <a:pPr lvl="0" algn="ctr" defTabSz="1422400">
            <a:lnSpc>
              <a:spcPct val="90000"/>
            </a:lnSpc>
            <a:spcBef>
              <a:spcPct val="0"/>
            </a:spcBef>
            <a:spcAft>
              <a:spcPct val="35000"/>
            </a:spcAft>
          </a:pPr>
          <a:r>
            <a:rPr lang="en-US" sz="3200" b="1" kern="1200" dirty="0">
              <a:solidFill>
                <a:schemeClr val="bg1"/>
              </a:solidFill>
              <a:effectLst>
                <a:outerShdw blurRad="38100" dist="38100" dir="2700000" algn="tl">
                  <a:srgbClr val="000000">
                    <a:alpha val="43137"/>
                  </a:srgbClr>
                </a:outerShdw>
              </a:effectLst>
              <a:latin typeface="+mj-lt"/>
              <a:ea typeface="+mn-ea"/>
              <a:cs typeface="+mn-cs"/>
            </a:rPr>
            <a:t>Biomedical Recording Systems</a:t>
          </a:r>
          <a:endParaRPr lang="en-IN" sz="3200" kern="1200" dirty="0">
            <a:solidFill>
              <a:schemeClr val="bg1"/>
            </a:solidFill>
            <a:effectLst>
              <a:outerShdw blurRad="38100" dist="38100" dir="2700000" algn="tl">
                <a:srgbClr val="000000">
                  <a:alpha val="43137"/>
                </a:srgbClr>
              </a:outerShdw>
            </a:effectLst>
            <a:latin typeface="+mj-lt"/>
          </a:endParaRPr>
        </a:p>
      </dsp:txBody>
      <dsp:txXfrm>
        <a:off x="0" y="57060"/>
        <a:ext cx="10918454" cy="748800"/>
      </dsp:txXfrm>
    </dsp:sp>
    <dsp:sp modelId="{018CAE40-3895-40F1-9849-0028CD0A5F3D}">
      <dsp:nvSpPr>
        <dsp:cNvPr id="0" name=""/>
        <dsp:cNvSpPr/>
      </dsp:nvSpPr>
      <dsp:spPr>
        <a:xfrm>
          <a:off x="0" y="805860"/>
          <a:ext cx="10918454" cy="599507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8684" tIns="138684" rIns="184912" bIns="208026" numCol="1" spcCol="1270" anchor="t" anchorCtr="0">
          <a:noAutofit/>
        </a:bodyPr>
        <a:lstStyle/>
        <a:p>
          <a:pPr marL="228600" lvl="1" indent="-228600" algn="just" defTabSz="1155700">
            <a:lnSpc>
              <a:spcPct val="90000"/>
            </a:lnSpc>
            <a:spcBef>
              <a:spcPct val="0"/>
            </a:spcBef>
            <a:spcAft>
              <a:spcPct val="15000"/>
            </a:spcAft>
            <a:buChar char="••"/>
          </a:pPr>
          <a:r>
            <a:rPr lang="en-US" sz="2600" b="1" i="0" kern="1200" dirty="0"/>
            <a:t>Recorders provide permanent visual trace or record of an applied electrical signal. </a:t>
          </a:r>
          <a:endParaRPr lang="en-IN" sz="2600" b="1" kern="1200" dirty="0"/>
        </a:p>
        <a:p>
          <a:pPr marL="228600" lvl="1" indent="-228600" algn="just" defTabSz="1155700">
            <a:lnSpc>
              <a:spcPct val="90000"/>
            </a:lnSpc>
            <a:spcBef>
              <a:spcPct val="0"/>
            </a:spcBef>
            <a:spcAft>
              <a:spcPct val="15000"/>
            </a:spcAft>
            <a:buChar char="••"/>
          </a:pPr>
          <a:r>
            <a:rPr lang="en-US" sz="2600" b="0" i="0" kern="1200" dirty="0"/>
            <a:t>The most basic electronic recording system consists of 3 important components:</a:t>
          </a:r>
          <a:endParaRPr lang="en-IN" sz="2600" kern="1200" dirty="0"/>
        </a:p>
        <a:p>
          <a:pPr marL="457200" lvl="2" indent="-228600" algn="l" defTabSz="1155700">
            <a:lnSpc>
              <a:spcPct val="90000"/>
            </a:lnSpc>
            <a:spcBef>
              <a:spcPct val="0"/>
            </a:spcBef>
            <a:spcAft>
              <a:spcPct val="15000"/>
            </a:spcAft>
            <a:buFont typeface="Arial" panose="020B0604020202020204" pitchFamily="34" charset="0"/>
            <a:buChar char="••"/>
          </a:pPr>
          <a:r>
            <a:rPr lang="en-IN" sz="2600" b="1" i="0" kern="1200" dirty="0"/>
            <a:t>Electrodes/Transducer</a:t>
          </a:r>
        </a:p>
        <a:p>
          <a:pPr marL="457200" lvl="2" indent="-228600" algn="l" defTabSz="1155700">
            <a:lnSpc>
              <a:spcPct val="90000"/>
            </a:lnSpc>
            <a:spcBef>
              <a:spcPct val="0"/>
            </a:spcBef>
            <a:spcAft>
              <a:spcPct val="15000"/>
            </a:spcAft>
            <a:buFont typeface="Arial" panose="020B0604020202020204" pitchFamily="34" charset="0"/>
            <a:buChar char="••"/>
          </a:pPr>
          <a:r>
            <a:rPr lang="en-IN" sz="2600" b="1" i="0" kern="1200" dirty="0"/>
            <a:t>Signal conditioner</a:t>
          </a:r>
        </a:p>
        <a:p>
          <a:pPr marL="457200" lvl="2" indent="-228600" algn="l" defTabSz="1155700">
            <a:lnSpc>
              <a:spcPct val="90000"/>
            </a:lnSpc>
            <a:spcBef>
              <a:spcPct val="0"/>
            </a:spcBef>
            <a:spcAft>
              <a:spcPct val="15000"/>
            </a:spcAft>
            <a:buFont typeface="Arial" panose="020B0604020202020204" pitchFamily="34" charset="0"/>
            <a:buChar char="••"/>
          </a:pPr>
          <a:r>
            <a:rPr lang="en-IN" sz="2600" b="1" i="0" kern="1200" dirty="0"/>
            <a:t>Writing system</a:t>
          </a:r>
        </a:p>
        <a:p>
          <a:pPr marL="228600" lvl="1" indent="-228600" algn="just" defTabSz="1155700">
            <a:lnSpc>
              <a:spcPct val="90000"/>
            </a:lnSpc>
            <a:spcBef>
              <a:spcPct val="0"/>
            </a:spcBef>
            <a:spcAft>
              <a:spcPct val="15000"/>
            </a:spcAft>
            <a:buChar char="••"/>
          </a:pPr>
          <a:endParaRPr lang="en-IN" sz="2600" b="0" i="0" kern="1200" dirty="0"/>
        </a:p>
        <a:p>
          <a:pPr marL="228600" lvl="1" indent="-228600" algn="just" defTabSz="1155700">
            <a:lnSpc>
              <a:spcPct val="90000"/>
            </a:lnSpc>
            <a:spcBef>
              <a:spcPct val="0"/>
            </a:spcBef>
            <a:spcAft>
              <a:spcPct val="15000"/>
            </a:spcAft>
            <a:buChar char="••"/>
          </a:pPr>
          <a:r>
            <a:rPr lang="en-US" sz="2600" b="0" i="0" kern="1200" dirty="0"/>
            <a:t>The </a:t>
          </a:r>
          <a:r>
            <a:rPr lang="en-US" sz="2600" b="1" i="0" kern="1200" dirty="0"/>
            <a:t>electrode </a:t>
          </a:r>
          <a:r>
            <a:rPr lang="en-US" sz="2600" b="0" i="0" kern="1200" dirty="0"/>
            <a:t>picks up the bioelectric potentials whereas the </a:t>
          </a:r>
          <a:r>
            <a:rPr lang="en-US" sz="2600" b="1" i="0" kern="1200" dirty="0"/>
            <a:t>transducer</a:t>
          </a:r>
          <a:r>
            <a:rPr lang="en-US" sz="2600" b="0" i="0" kern="1200" dirty="0"/>
            <a:t> converts the physiological signal to be measured into a usable electrical output.</a:t>
          </a:r>
          <a:endParaRPr lang="en-IN" sz="2600" b="0" i="0" kern="1200" dirty="0"/>
        </a:p>
        <a:p>
          <a:pPr marL="228600" lvl="1" indent="-228600" algn="just" defTabSz="1155700">
            <a:lnSpc>
              <a:spcPct val="90000"/>
            </a:lnSpc>
            <a:spcBef>
              <a:spcPct val="0"/>
            </a:spcBef>
            <a:spcAft>
              <a:spcPct val="15000"/>
            </a:spcAft>
            <a:buChar char="••"/>
          </a:pPr>
          <a:r>
            <a:rPr lang="en-US" sz="2600" b="0" i="0" kern="1200" dirty="0"/>
            <a:t>The </a:t>
          </a:r>
          <a:r>
            <a:rPr lang="en-US" sz="2600" b="1" i="0" kern="1200" dirty="0"/>
            <a:t>signal conditioner </a:t>
          </a:r>
          <a:r>
            <a:rPr lang="en-US" sz="2600" b="0" i="0" kern="1200" dirty="0"/>
            <a:t>converts the output of the electrode/transducer into an electrical quantity suitable for operating the writing system.</a:t>
          </a:r>
        </a:p>
        <a:p>
          <a:pPr marL="228600" lvl="1" indent="-228600" algn="just" defTabSz="1155700">
            <a:lnSpc>
              <a:spcPct val="90000"/>
            </a:lnSpc>
            <a:spcBef>
              <a:spcPct val="0"/>
            </a:spcBef>
            <a:spcAft>
              <a:spcPct val="15000"/>
            </a:spcAft>
            <a:buChar char="••"/>
          </a:pPr>
          <a:r>
            <a:rPr lang="en-US" sz="2600" b="0" i="0" kern="1200" dirty="0"/>
            <a:t>The </a:t>
          </a:r>
          <a:r>
            <a:rPr lang="en-US" sz="2600" b="1" i="0" kern="1200" dirty="0"/>
            <a:t>writing system </a:t>
          </a:r>
          <a:r>
            <a:rPr lang="en-US" sz="2600" b="0" i="0" kern="1200" dirty="0"/>
            <a:t>provides a visible graphic representation of the quantity of the physiological variable of interest.</a:t>
          </a:r>
        </a:p>
      </dsp:txBody>
      <dsp:txXfrm>
        <a:off x="0" y="805860"/>
        <a:ext cx="10918454" cy="599507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E47609-A372-4E66-AE92-9AD2778E6AA2}">
      <dsp:nvSpPr>
        <dsp:cNvPr id="0" name=""/>
        <dsp:cNvSpPr/>
      </dsp:nvSpPr>
      <dsp:spPr>
        <a:xfrm>
          <a:off x="0" y="50056"/>
          <a:ext cx="11056680" cy="79338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just" defTabSz="1066800">
            <a:lnSpc>
              <a:spcPct val="90000"/>
            </a:lnSpc>
            <a:spcBef>
              <a:spcPct val="0"/>
            </a:spcBef>
            <a:spcAft>
              <a:spcPct val="35000"/>
            </a:spcAft>
          </a:pPr>
          <a:r>
            <a:rPr lang="en-US" sz="2400" b="0" i="0" kern="1200" dirty="0"/>
            <a:t>In medical recorders, the signal conditioner usually consists of a preamplifier and the main amplifier.</a:t>
          </a:r>
          <a:endParaRPr lang="en-IN" sz="2400" kern="1200" dirty="0"/>
        </a:p>
      </dsp:txBody>
      <dsp:txXfrm>
        <a:off x="38730" y="88786"/>
        <a:ext cx="10979220" cy="715925"/>
      </dsp:txXfrm>
    </dsp:sp>
    <dsp:sp modelId="{33B32930-E3E3-417A-9C3C-FE9867B9C383}">
      <dsp:nvSpPr>
        <dsp:cNvPr id="0" name=""/>
        <dsp:cNvSpPr/>
      </dsp:nvSpPr>
      <dsp:spPr>
        <a:xfrm>
          <a:off x="0" y="869155"/>
          <a:ext cx="11056680" cy="10390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1050" tIns="25400" rIns="142240" bIns="25400" numCol="1" spcCol="1270" anchor="t" anchorCtr="0">
          <a:noAutofit/>
        </a:bodyPr>
        <a:lstStyle/>
        <a:p>
          <a:pPr marL="228600" lvl="1" indent="-228600" algn="just" defTabSz="889000">
            <a:lnSpc>
              <a:spcPct val="90000"/>
            </a:lnSpc>
            <a:spcBef>
              <a:spcPct val="0"/>
            </a:spcBef>
            <a:spcAft>
              <a:spcPct val="20000"/>
            </a:spcAft>
            <a:buChar char="••"/>
          </a:pPr>
          <a:r>
            <a:rPr lang="en-US" sz="2000" b="0" i="0" kern="1200" dirty="0"/>
            <a:t>Both of these amplifiers must satisfy specific operation requirements such as input impedance, gain and frequency response characteristics for an effective reproduction of the input signal.</a:t>
          </a:r>
          <a:endParaRPr lang="en-IN" sz="2000" kern="1200" dirty="0"/>
        </a:p>
      </dsp:txBody>
      <dsp:txXfrm>
        <a:off x="0" y="869155"/>
        <a:ext cx="11056680" cy="1039056"/>
      </dsp:txXfrm>
    </dsp:sp>
    <dsp:sp modelId="{F24F8046-943F-457F-83AC-D8F4C003A24D}">
      <dsp:nvSpPr>
        <dsp:cNvPr id="0" name=""/>
        <dsp:cNvSpPr/>
      </dsp:nvSpPr>
      <dsp:spPr>
        <a:xfrm>
          <a:off x="0" y="1705907"/>
          <a:ext cx="11056680" cy="12729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just" defTabSz="1066800">
            <a:lnSpc>
              <a:spcPct val="90000"/>
            </a:lnSpc>
            <a:spcBef>
              <a:spcPct val="0"/>
            </a:spcBef>
            <a:spcAft>
              <a:spcPct val="35000"/>
            </a:spcAft>
          </a:pPr>
          <a:r>
            <a:rPr lang="en-US" sz="2400" b="0" i="0" kern="1200" dirty="0"/>
            <a:t>To make the signal from any transducer compatible with the input signal required for the driver amplifier of the display or recording system, it is usual to arrange to normalize the electrical signals produced by each transducer. </a:t>
          </a:r>
          <a:endParaRPr lang="en-IN" sz="2400" kern="1200" dirty="0"/>
        </a:p>
      </dsp:txBody>
      <dsp:txXfrm>
        <a:off x="62141" y="1768048"/>
        <a:ext cx="10932398" cy="1148678"/>
      </dsp:txXfrm>
    </dsp:sp>
    <dsp:sp modelId="{F9C11EAF-33BE-46DE-862E-3CFCB64F5F6A}">
      <dsp:nvSpPr>
        <dsp:cNvPr id="0" name=""/>
        <dsp:cNvSpPr/>
      </dsp:nvSpPr>
      <dsp:spPr>
        <a:xfrm>
          <a:off x="0" y="3016960"/>
          <a:ext cx="11056680" cy="5553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1050" tIns="25400" rIns="142240" bIns="25400" numCol="1" spcCol="1270" anchor="t" anchorCtr="0">
          <a:noAutofit/>
        </a:bodyPr>
        <a:lstStyle/>
        <a:p>
          <a:pPr marL="228600" lvl="1" indent="-228600" algn="just" defTabSz="889000">
            <a:lnSpc>
              <a:spcPct val="90000"/>
            </a:lnSpc>
            <a:spcBef>
              <a:spcPct val="0"/>
            </a:spcBef>
            <a:spcAft>
              <a:spcPct val="20000"/>
            </a:spcAft>
            <a:buChar char="••"/>
          </a:pPr>
          <a:r>
            <a:rPr lang="en-US" sz="2000" b="0" i="0" kern="1200" dirty="0"/>
            <a:t>This is done in the signal conditioner which adjusts its output to a common signal level e.g. one volt. </a:t>
          </a:r>
          <a:endParaRPr lang="en-IN" sz="2000" kern="1200" dirty="0"/>
        </a:p>
      </dsp:txBody>
      <dsp:txXfrm>
        <a:off x="0" y="3016960"/>
        <a:ext cx="11056680" cy="555303"/>
      </dsp:txXfrm>
    </dsp:sp>
    <dsp:sp modelId="{F1C8CBBE-DC51-4D36-A12E-F5C048ED96E7}">
      <dsp:nvSpPr>
        <dsp:cNvPr id="0" name=""/>
        <dsp:cNvSpPr/>
      </dsp:nvSpPr>
      <dsp:spPr>
        <a:xfrm>
          <a:off x="0" y="3710761"/>
          <a:ext cx="11056680" cy="6588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just" defTabSz="1066800">
            <a:lnSpc>
              <a:spcPct val="90000"/>
            </a:lnSpc>
            <a:spcBef>
              <a:spcPct val="0"/>
            </a:spcBef>
            <a:spcAft>
              <a:spcPct val="35000"/>
            </a:spcAft>
          </a:pPr>
          <a:r>
            <a:rPr lang="en-US" sz="2400" b="0" i="0" kern="1200" dirty="0"/>
            <a:t>The necessary adjustments of gain and frequency response are provided by the signal conditioners. </a:t>
          </a:r>
          <a:endParaRPr lang="en-IN" sz="2400" kern="1200" dirty="0"/>
        </a:p>
      </dsp:txBody>
      <dsp:txXfrm>
        <a:off x="32161" y="3742922"/>
        <a:ext cx="10992358" cy="594498"/>
      </dsp:txXfrm>
    </dsp:sp>
    <dsp:sp modelId="{FC38C3ED-F466-456A-8F3D-60FA5C1F31FD}">
      <dsp:nvSpPr>
        <dsp:cNvPr id="0" name=""/>
        <dsp:cNvSpPr/>
      </dsp:nvSpPr>
      <dsp:spPr>
        <a:xfrm>
          <a:off x="0" y="4380465"/>
          <a:ext cx="11056680" cy="806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1050" tIns="25400" rIns="142240" bIns="25400" numCol="1" spcCol="1270" anchor="t" anchorCtr="0">
          <a:noAutofit/>
        </a:bodyPr>
        <a:lstStyle/>
        <a:p>
          <a:pPr marL="228600" lvl="1" indent="-228600" algn="just" defTabSz="889000">
            <a:lnSpc>
              <a:spcPct val="90000"/>
            </a:lnSpc>
            <a:spcBef>
              <a:spcPct val="0"/>
            </a:spcBef>
            <a:spcAft>
              <a:spcPct val="20000"/>
            </a:spcAft>
            <a:buChar char="••"/>
          </a:pPr>
          <a:r>
            <a:rPr lang="en-US" sz="2000" b="0" i="0" kern="1200" dirty="0"/>
            <a:t>This means that, it is possible to interchange the signal conditions to record any one of the physical or bioelectric events on the same writing channel.</a:t>
          </a:r>
          <a:endParaRPr lang="en-IN" sz="2000" kern="1200" dirty="0"/>
        </a:p>
      </dsp:txBody>
      <dsp:txXfrm>
        <a:off x="0" y="4380465"/>
        <a:ext cx="11056680" cy="806400"/>
      </dsp:txXfrm>
    </dsp:sp>
    <dsp:sp modelId="{CE50A592-5BBA-4FAC-9845-B2D894D23934}">
      <dsp:nvSpPr>
        <dsp:cNvPr id="0" name=""/>
        <dsp:cNvSpPr/>
      </dsp:nvSpPr>
      <dsp:spPr>
        <a:xfrm>
          <a:off x="0" y="5175982"/>
          <a:ext cx="11056680" cy="83996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just" defTabSz="1066800">
            <a:lnSpc>
              <a:spcPct val="90000"/>
            </a:lnSpc>
            <a:spcBef>
              <a:spcPct val="0"/>
            </a:spcBef>
            <a:spcAft>
              <a:spcPct val="35000"/>
            </a:spcAft>
          </a:pPr>
          <a:r>
            <a:rPr lang="en-US" sz="2400" b="0" i="0" kern="1200" dirty="0"/>
            <a:t>The writing systems which are available in many forms constitute the key portion of the recording instrument. </a:t>
          </a:r>
          <a:endParaRPr lang="en-IN" sz="2400" kern="1200" dirty="0"/>
        </a:p>
      </dsp:txBody>
      <dsp:txXfrm>
        <a:off x="41004" y="5216986"/>
        <a:ext cx="10974672" cy="757954"/>
      </dsp:txXfrm>
    </dsp:sp>
    <dsp:sp modelId="{5B760F2F-7672-4DC3-BB8A-D7AC6077519D}">
      <dsp:nvSpPr>
        <dsp:cNvPr id="0" name=""/>
        <dsp:cNvSpPr/>
      </dsp:nvSpPr>
      <dsp:spPr>
        <a:xfrm>
          <a:off x="0" y="6015945"/>
          <a:ext cx="11056680" cy="7919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1050" tIns="25400" rIns="142240" bIns="25400" numCol="1" spcCol="1270" anchor="t" anchorCtr="0">
          <a:noAutofit/>
        </a:bodyPr>
        <a:lstStyle/>
        <a:p>
          <a:pPr marL="228600" lvl="1" indent="-228600" algn="just" defTabSz="889000">
            <a:lnSpc>
              <a:spcPct val="90000"/>
            </a:lnSpc>
            <a:spcBef>
              <a:spcPct val="0"/>
            </a:spcBef>
            <a:spcAft>
              <a:spcPct val="20000"/>
            </a:spcAft>
            <a:buChar char="••"/>
          </a:pPr>
          <a:r>
            <a:rPr lang="en-US" sz="2000" b="0" i="0" kern="1200" dirty="0"/>
            <a:t>Examples of commonly used writing system include: The Inkjet recorder, Galvanometer type pen recorder, Potentiometric recorder, etc.</a:t>
          </a:r>
          <a:endParaRPr lang="en-IN" sz="2000" kern="1200" dirty="0"/>
        </a:p>
      </dsp:txBody>
      <dsp:txXfrm>
        <a:off x="0" y="6015945"/>
        <a:ext cx="11056680" cy="79199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EF77876-5276-478A-91D6-9EA6AD0D2DC0}">
      <dsp:nvSpPr>
        <dsp:cNvPr id="0" name=""/>
        <dsp:cNvSpPr/>
      </dsp:nvSpPr>
      <dsp:spPr>
        <a:xfrm>
          <a:off x="0" y="107910"/>
          <a:ext cx="10982253" cy="72000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IN" sz="2800" b="1" i="0" kern="1200" dirty="0"/>
            <a:t>What is Signal Conditioning?</a:t>
          </a:r>
          <a:endParaRPr lang="en-IN" sz="2800" b="1" kern="1200" dirty="0"/>
        </a:p>
      </dsp:txBody>
      <dsp:txXfrm>
        <a:off x="35148" y="143058"/>
        <a:ext cx="10911957" cy="649708"/>
      </dsp:txXfrm>
    </dsp:sp>
    <dsp:sp modelId="{DBCA7072-3AB7-415D-93FF-30E6AA1F654D}">
      <dsp:nvSpPr>
        <dsp:cNvPr id="0" name=""/>
        <dsp:cNvSpPr/>
      </dsp:nvSpPr>
      <dsp:spPr>
        <a:xfrm>
          <a:off x="0" y="827914"/>
          <a:ext cx="10982253" cy="57856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8687" tIns="29210" rIns="163576" bIns="29210" numCol="1" spcCol="1270" anchor="t" anchorCtr="0">
          <a:noAutofit/>
        </a:bodyPr>
        <a:lstStyle/>
        <a:p>
          <a:pPr marL="228600" lvl="1" indent="-228600" algn="just" defTabSz="1022350">
            <a:lnSpc>
              <a:spcPct val="90000"/>
            </a:lnSpc>
            <a:spcBef>
              <a:spcPct val="0"/>
            </a:spcBef>
            <a:spcAft>
              <a:spcPct val="20000"/>
            </a:spcAft>
            <a:buChar char="••"/>
          </a:pPr>
          <a:r>
            <a:rPr lang="en-US" sz="2300" b="0" i="0" kern="1200" dirty="0"/>
            <a:t>Analog signals need to be correctly "prepared" before they can be converted into digital form for further processing. </a:t>
          </a:r>
          <a:endParaRPr lang="en-IN" sz="2300" kern="1200" dirty="0"/>
        </a:p>
        <a:p>
          <a:pPr marL="228600" lvl="1" indent="-228600" algn="just" defTabSz="1022350">
            <a:lnSpc>
              <a:spcPct val="90000"/>
            </a:lnSpc>
            <a:spcBef>
              <a:spcPct val="0"/>
            </a:spcBef>
            <a:spcAft>
              <a:spcPct val="20000"/>
            </a:spcAft>
            <a:buChar char="••"/>
          </a:pPr>
          <a:r>
            <a:rPr lang="en-US" sz="2300" b="1" i="0" kern="1200" dirty="0"/>
            <a:t>Signal conditioning is an electronic circuit that manipulates a signal in a way that prepares it for the next stage of processing. </a:t>
          </a:r>
          <a:endParaRPr lang="en-IN" sz="2300" b="1" kern="1200" dirty="0"/>
        </a:p>
        <a:p>
          <a:pPr marL="228600" lvl="1" indent="-228600" algn="just" defTabSz="1022350">
            <a:lnSpc>
              <a:spcPct val="90000"/>
            </a:lnSpc>
            <a:spcBef>
              <a:spcPct val="0"/>
            </a:spcBef>
            <a:spcAft>
              <a:spcPct val="20000"/>
            </a:spcAft>
            <a:buChar char="••"/>
          </a:pPr>
          <a:r>
            <a:rPr lang="en-US" sz="2300" b="0" i="0" kern="1200" dirty="0"/>
            <a:t>Many data acquisition applications involve environmental or mechanical measurement from sensors, such as temperature and vibration. These sensors require signal conditioning before a data acquisition device can effectively and accurately measure the signal.</a:t>
          </a:r>
          <a:endParaRPr lang="en-IN" sz="2300" kern="1200" dirty="0"/>
        </a:p>
        <a:p>
          <a:pPr marL="457200" lvl="2" indent="-228600" algn="just" defTabSz="1022350">
            <a:lnSpc>
              <a:spcPct val="90000"/>
            </a:lnSpc>
            <a:spcBef>
              <a:spcPct val="0"/>
            </a:spcBef>
            <a:spcAft>
              <a:spcPct val="20000"/>
            </a:spcAft>
            <a:buChar char="••"/>
          </a:pPr>
          <a:r>
            <a:rPr lang="en-US" sz="2300" b="0" i="0" kern="1200" dirty="0"/>
            <a:t>For example, </a:t>
          </a:r>
          <a:r>
            <a:rPr lang="en-US" sz="2300" b="1" i="0" kern="1200" dirty="0"/>
            <a:t>thermocouple signals have very small voltage levels that must be amplified before they can be digitized</a:t>
          </a:r>
          <a:r>
            <a:rPr lang="en-US" sz="2300" b="0" i="0" kern="1200" dirty="0"/>
            <a:t>. </a:t>
          </a:r>
        </a:p>
        <a:p>
          <a:pPr marL="457200" lvl="2" indent="-228600" algn="just" defTabSz="1022350">
            <a:lnSpc>
              <a:spcPct val="90000"/>
            </a:lnSpc>
            <a:spcBef>
              <a:spcPct val="0"/>
            </a:spcBef>
            <a:spcAft>
              <a:spcPct val="20000"/>
            </a:spcAft>
            <a:buChar char="••"/>
          </a:pPr>
          <a:r>
            <a:rPr lang="en-US" sz="2300" b="0" i="0" kern="1200" dirty="0"/>
            <a:t>Other sensors, such as resistance temperature detectors (RTDs), accelerometers, and strain gauges require excitation to operate. </a:t>
          </a:r>
        </a:p>
        <a:p>
          <a:pPr marL="228600" lvl="1" indent="-228600" algn="just" defTabSz="1022350">
            <a:lnSpc>
              <a:spcPct val="90000"/>
            </a:lnSpc>
            <a:spcBef>
              <a:spcPct val="0"/>
            </a:spcBef>
            <a:spcAft>
              <a:spcPct val="20000"/>
            </a:spcAft>
            <a:buChar char="••"/>
          </a:pPr>
          <a:r>
            <a:rPr lang="en-US" sz="2300" b="0" i="0" kern="1200" dirty="0"/>
            <a:t>All of these preparation technologies are forms of signal conditioning.</a:t>
          </a:r>
        </a:p>
        <a:p>
          <a:pPr marL="228600" lvl="1" indent="-228600" algn="just" defTabSz="1022350">
            <a:lnSpc>
              <a:spcPct val="90000"/>
            </a:lnSpc>
            <a:spcBef>
              <a:spcPct val="0"/>
            </a:spcBef>
            <a:spcAft>
              <a:spcPct val="20000"/>
            </a:spcAft>
            <a:buChar char="••"/>
          </a:pPr>
          <a:r>
            <a:rPr lang="en-US" sz="2300" b="0" i="0" kern="1200" dirty="0"/>
            <a:t>Signal conditioning is one of the fundamental building blocks of modern data acquisition (aka DAS or DAQ system). </a:t>
          </a:r>
        </a:p>
        <a:p>
          <a:pPr marL="228600" lvl="1" indent="-228600" algn="just" defTabSz="1022350">
            <a:lnSpc>
              <a:spcPct val="90000"/>
            </a:lnSpc>
            <a:spcBef>
              <a:spcPct val="0"/>
            </a:spcBef>
            <a:spcAft>
              <a:spcPct val="20000"/>
            </a:spcAft>
            <a:buChar char="••"/>
          </a:pPr>
          <a:r>
            <a:rPr lang="en-US" sz="2300" b="1" i="0" kern="1200" dirty="0"/>
            <a:t>The basic purpose of a data acquisition system is to make physical measurements</a:t>
          </a:r>
          <a:r>
            <a:rPr lang="en-US" sz="2300" b="0" i="0" kern="1200" dirty="0"/>
            <a:t>.</a:t>
          </a:r>
        </a:p>
        <a:p>
          <a:pPr marL="228600" lvl="1" indent="-228600" algn="l" defTabSz="977900">
            <a:lnSpc>
              <a:spcPct val="90000"/>
            </a:lnSpc>
            <a:spcBef>
              <a:spcPct val="0"/>
            </a:spcBef>
            <a:spcAft>
              <a:spcPct val="20000"/>
            </a:spcAft>
            <a:buChar char="••"/>
          </a:pPr>
          <a:endParaRPr lang="en-IN" sz="2200" kern="1200" dirty="0"/>
        </a:p>
      </dsp:txBody>
      <dsp:txXfrm>
        <a:off x="0" y="827914"/>
        <a:ext cx="10982253" cy="578565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EF77876-5276-478A-91D6-9EA6AD0D2DC0}">
      <dsp:nvSpPr>
        <dsp:cNvPr id="0" name=""/>
        <dsp:cNvSpPr/>
      </dsp:nvSpPr>
      <dsp:spPr>
        <a:xfrm>
          <a:off x="0" y="0"/>
          <a:ext cx="10668000" cy="74250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lvl="0" algn="ctr" defTabSz="1422400">
            <a:lnSpc>
              <a:spcPct val="90000"/>
            </a:lnSpc>
            <a:spcBef>
              <a:spcPct val="0"/>
            </a:spcBef>
            <a:spcAft>
              <a:spcPct val="35000"/>
            </a:spcAft>
          </a:pPr>
          <a:r>
            <a:rPr lang="en-US" sz="3200" b="1" kern="1200" dirty="0">
              <a:latin typeface="+mj-lt"/>
            </a:rPr>
            <a:t>Top Requirements of Signal Conditioners</a:t>
          </a:r>
          <a:endParaRPr lang="en-IN" sz="3200" b="1" kern="1200" dirty="0">
            <a:latin typeface="+mj-lt"/>
          </a:endParaRPr>
        </a:p>
      </dsp:txBody>
      <dsp:txXfrm>
        <a:off x="36246" y="36246"/>
        <a:ext cx="10595508" cy="670013"/>
      </dsp:txXfrm>
    </dsp:sp>
    <dsp:sp modelId="{DBCA7072-3AB7-415D-93FF-30E6AA1F654D}">
      <dsp:nvSpPr>
        <dsp:cNvPr id="0" name=""/>
        <dsp:cNvSpPr/>
      </dsp:nvSpPr>
      <dsp:spPr>
        <a:xfrm>
          <a:off x="0" y="972538"/>
          <a:ext cx="10668000" cy="4305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8709" tIns="40640" rIns="227584" bIns="40640" numCol="1" spcCol="1270" anchor="t" anchorCtr="0">
          <a:noAutofit/>
        </a:bodyPr>
        <a:lstStyle/>
        <a:p>
          <a:pPr marL="285750" lvl="1" indent="-285750" algn="just" defTabSz="1422400">
            <a:lnSpc>
              <a:spcPct val="90000"/>
            </a:lnSpc>
            <a:spcBef>
              <a:spcPct val="0"/>
            </a:spcBef>
            <a:spcAft>
              <a:spcPct val="20000"/>
            </a:spcAft>
            <a:buChar char="••"/>
          </a:pPr>
          <a:r>
            <a:rPr lang="en-US" sz="3200" kern="1200" dirty="0">
              <a:latin typeface="+mn-lt"/>
            </a:rPr>
            <a:t>Today signal conditioners include some of the required elements that make them useful for modern data acquisition systems. These elements are:</a:t>
          </a:r>
          <a:endParaRPr lang="en-IN" sz="3200" kern="1200" dirty="0">
            <a:latin typeface="+mn-lt"/>
          </a:endParaRPr>
        </a:p>
        <a:p>
          <a:pPr marL="571500" lvl="2" indent="-285750" algn="just" defTabSz="1422400">
            <a:lnSpc>
              <a:spcPct val="90000"/>
            </a:lnSpc>
            <a:spcBef>
              <a:spcPct val="0"/>
            </a:spcBef>
            <a:spcAft>
              <a:spcPct val="20000"/>
            </a:spcAft>
            <a:buChar char="••"/>
          </a:pPr>
          <a:r>
            <a:rPr lang="en-US" sz="3200" kern="1200" dirty="0">
              <a:latin typeface="+mn-lt"/>
              <a:hlinkClick xmlns:r="http://schemas.openxmlformats.org/officeDocument/2006/relationships" r:id="rId1"/>
            </a:rPr>
            <a:t>Electrical isolation</a:t>
          </a:r>
          <a:endParaRPr lang="en-US" sz="3200" kern="1200" dirty="0">
            <a:latin typeface="+mn-lt"/>
          </a:endParaRPr>
        </a:p>
        <a:p>
          <a:pPr marL="571500" lvl="2" indent="-285750" algn="just" defTabSz="1422400">
            <a:lnSpc>
              <a:spcPct val="90000"/>
            </a:lnSpc>
            <a:spcBef>
              <a:spcPct val="0"/>
            </a:spcBef>
            <a:spcAft>
              <a:spcPct val="20000"/>
            </a:spcAft>
            <a:buChar char="••"/>
          </a:pPr>
          <a:r>
            <a:rPr lang="en-US" sz="3200" kern="1200" dirty="0">
              <a:latin typeface="+mn-lt"/>
              <a:hlinkClick xmlns:r="http://schemas.openxmlformats.org/officeDocument/2006/relationships" r:id="rId1"/>
            </a:rPr>
            <a:t>The right connectors for sensor connections</a:t>
          </a:r>
          <a:endParaRPr lang="en-US" sz="3200" kern="1200" dirty="0">
            <a:latin typeface="+mn-lt"/>
          </a:endParaRPr>
        </a:p>
        <a:p>
          <a:pPr marL="571500" lvl="2" indent="-285750" algn="just" defTabSz="1422400">
            <a:lnSpc>
              <a:spcPct val="90000"/>
            </a:lnSpc>
            <a:spcBef>
              <a:spcPct val="0"/>
            </a:spcBef>
            <a:spcAft>
              <a:spcPct val="20000"/>
            </a:spcAft>
            <a:buChar char="••"/>
          </a:pPr>
          <a:r>
            <a:rPr lang="en-US" sz="3200" kern="1200" dirty="0">
              <a:latin typeface="+mn-lt"/>
              <a:hlinkClick xmlns:r="http://schemas.openxmlformats.org/officeDocument/2006/relationships" r:id="rId1"/>
            </a:rPr>
            <a:t>Measurement range selection</a:t>
          </a:r>
          <a:endParaRPr lang="en-US" sz="3200" kern="1200" dirty="0">
            <a:latin typeface="+mn-lt"/>
          </a:endParaRPr>
        </a:p>
        <a:p>
          <a:pPr marL="571500" lvl="2" indent="-285750" algn="just" defTabSz="1422400">
            <a:lnSpc>
              <a:spcPct val="90000"/>
            </a:lnSpc>
            <a:spcBef>
              <a:spcPct val="0"/>
            </a:spcBef>
            <a:spcAft>
              <a:spcPct val="20000"/>
            </a:spcAft>
            <a:buChar char="••"/>
          </a:pPr>
          <a:r>
            <a:rPr lang="en-US" sz="3200" kern="1200" dirty="0">
              <a:latin typeface="+mn-lt"/>
              <a:hlinkClick xmlns:r="http://schemas.openxmlformats.org/officeDocument/2006/relationships" r:id="rId1"/>
            </a:rPr>
            <a:t>Signal filtering</a:t>
          </a:r>
          <a:r>
            <a:rPr lang="en-US" sz="3200" kern="1200" dirty="0">
              <a:latin typeface="+mn-lt"/>
            </a:rPr>
            <a:t> (e.g. anti-aliasing filtering)</a:t>
          </a:r>
        </a:p>
        <a:p>
          <a:pPr marL="571500" lvl="2" indent="-285750" algn="just" defTabSz="1422400">
            <a:lnSpc>
              <a:spcPct val="90000"/>
            </a:lnSpc>
            <a:spcBef>
              <a:spcPct val="0"/>
            </a:spcBef>
            <a:spcAft>
              <a:spcPct val="20000"/>
            </a:spcAft>
            <a:buChar char="••"/>
          </a:pPr>
          <a:r>
            <a:rPr lang="en-US" sz="3200" kern="1200" dirty="0">
              <a:latin typeface="+mn-lt"/>
              <a:hlinkClick xmlns:r="http://schemas.openxmlformats.org/officeDocument/2006/relationships" r:id="rId1"/>
            </a:rPr>
            <a:t>Conformance with sensor requirements</a:t>
          </a:r>
          <a:r>
            <a:rPr lang="en-US" sz="3200" kern="1200" dirty="0">
              <a:latin typeface="+mn-lt"/>
            </a:rPr>
            <a:t>.</a:t>
          </a:r>
        </a:p>
        <a:p>
          <a:pPr marL="228600" lvl="1" indent="-228600" algn="l" defTabSz="977900">
            <a:lnSpc>
              <a:spcPct val="90000"/>
            </a:lnSpc>
            <a:spcBef>
              <a:spcPct val="0"/>
            </a:spcBef>
            <a:spcAft>
              <a:spcPct val="20000"/>
            </a:spcAft>
            <a:buChar char="••"/>
          </a:pPr>
          <a:endParaRPr lang="en-IN" sz="2200" kern="1200" dirty="0"/>
        </a:p>
      </dsp:txBody>
      <dsp:txXfrm>
        <a:off x="0" y="972538"/>
        <a:ext cx="10668000" cy="430560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075419-3FB5-4FF3-A46C-4FAF88970886}">
      <dsp:nvSpPr>
        <dsp:cNvPr id="0" name=""/>
        <dsp:cNvSpPr/>
      </dsp:nvSpPr>
      <dsp:spPr>
        <a:xfrm>
          <a:off x="0" y="47306"/>
          <a:ext cx="10854660" cy="10944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0256" tIns="154432" rIns="270256" bIns="154432" numCol="1" spcCol="1270" anchor="ctr" anchorCtr="0">
          <a:noAutofit/>
        </a:bodyPr>
        <a:lstStyle/>
        <a:p>
          <a:pPr lvl="0" algn="ctr" defTabSz="1689100">
            <a:lnSpc>
              <a:spcPct val="90000"/>
            </a:lnSpc>
            <a:spcBef>
              <a:spcPct val="0"/>
            </a:spcBef>
            <a:spcAft>
              <a:spcPct val="35000"/>
            </a:spcAft>
          </a:pPr>
          <a:r>
            <a:rPr lang="en-US" sz="3800" b="1" i="0" kern="1200" dirty="0"/>
            <a:t>Biological Amplifiers</a:t>
          </a:r>
          <a:endParaRPr lang="en-IN" sz="3800" kern="1200" dirty="0"/>
        </a:p>
      </dsp:txBody>
      <dsp:txXfrm>
        <a:off x="0" y="47306"/>
        <a:ext cx="10854660" cy="1094400"/>
      </dsp:txXfrm>
    </dsp:sp>
    <dsp:sp modelId="{2B39F4EB-9A57-466D-AF35-80FC08F6DD21}">
      <dsp:nvSpPr>
        <dsp:cNvPr id="0" name=""/>
        <dsp:cNvSpPr/>
      </dsp:nvSpPr>
      <dsp:spPr>
        <a:xfrm>
          <a:off x="0" y="1141707"/>
          <a:ext cx="10854660" cy="531981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2692" tIns="202692" rIns="270256" bIns="304038" numCol="1" spcCol="1270" anchor="t" anchorCtr="0">
          <a:noAutofit/>
        </a:bodyPr>
        <a:lstStyle/>
        <a:p>
          <a:pPr marL="285750" lvl="1" indent="-285750" algn="just" defTabSz="1689100">
            <a:lnSpc>
              <a:spcPct val="90000"/>
            </a:lnSpc>
            <a:spcBef>
              <a:spcPct val="0"/>
            </a:spcBef>
            <a:spcAft>
              <a:spcPct val="15000"/>
            </a:spcAft>
            <a:buChar char="••"/>
          </a:pPr>
          <a:r>
            <a:rPr lang="en-US" sz="3800" b="0" i="0" kern="1200" dirty="0"/>
            <a:t>Generally, biological/bioelectric signals have low amplitude and low frequency. </a:t>
          </a:r>
          <a:endParaRPr lang="en-IN" sz="3800" kern="1200" dirty="0"/>
        </a:p>
        <a:p>
          <a:pPr marL="285750" lvl="1" indent="-285750" algn="just" defTabSz="1689100">
            <a:lnSpc>
              <a:spcPct val="90000"/>
            </a:lnSpc>
            <a:spcBef>
              <a:spcPct val="0"/>
            </a:spcBef>
            <a:spcAft>
              <a:spcPct val="15000"/>
            </a:spcAft>
            <a:buChar char="••"/>
          </a:pPr>
          <a:r>
            <a:rPr lang="en-US" sz="3800" b="0" i="0" kern="1200" dirty="0"/>
            <a:t>Therefore, to increase the amplitude level of </a:t>
          </a:r>
          <a:r>
            <a:rPr lang="en-US" sz="3800" b="0" i="0" kern="1200" dirty="0" err="1"/>
            <a:t>biosignals</a:t>
          </a:r>
          <a:r>
            <a:rPr lang="en-US" sz="3800" b="0" i="0" kern="1200" dirty="0"/>
            <a:t> amplifiers are designed. </a:t>
          </a:r>
          <a:endParaRPr lang="en-IN" sz="3800" kern="1200" dirty="0"/>
        </a:p>
        <a:p>
          <a:pPr marL="285750" lvl="1" indent="-285750" algn="just" defTabSz="1689100">
            <a:lnSpc>
              <a:spcPct val="90000"/>
            </a:lnSpc>
            <a:spcBef>
              <a:spcPct val="0"/>
            </a:spcBef>
            <a:spcAft>
              <a:spcPct val="15000"/>
            </a:spcAft>
            <a:buChar char="••"/>
          </a:pPr>
          <a:r>
            <a:rPr lang="en-US" sz="3800" b="0" i="0" kern="1200" dirty="0"/>
            <a:t>The outputs from these amplifiers are used for further analysis and they appear as ECG, EMG, or any bioelectric waveforms. </a:t>
          </a:r>
          <a:endParaRPr lang="en-IN" sz="3800" kern="1200" dirty="0"/>
        </a:p>
        <a:p>
          <a:pPr marL="285750" lvl="1" indent="-285750" algn="just" defTabSz="1689100">
            <a:lnSpc>
              <a:spcPct val="90000"/>
            </a:lnSpc>
            <a:spcBef>
              <a:spcPct val="0"/>
            </a:spcBef>
            <a:spcAft>
              <a:spcPct val="15000"/>
            </a:spcAft>
            <a:buChar char="••"/>
          </a:pPr>
          <a:r>
            <a:rPr lang="en-US" sz="3800" b="0" i="0" kern="1200" dirty="0"/>
            <a:t>Such amplifiers are defined as Bio Amplifiers or Biomedical Amplifiers.</a:t>
          </a:r>
          <a:endParaRPr lang="en-IN" sz="3800" kern="1200" dirty="0"/>
        </a:p>
      </dsp:txBody>
      <dsp:txXfrm>
        <a:off x="0" y="1141707"/>
        <a:ext cx="10854660" cy="531981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763363-3835-4908-8BFC-BDC8B420DC08}">
      <dsp:nvSpPr>
        <dsp:cNvPr id="0" name=""/>
        <dsp:cNvSpPr/>
      </dsp:nvSpPr>
      <dsp:spPr>
        <a:xfrm>
          <a:off x="0" y="428089"/>
          <a:ext cx="10929089" cy="628807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48219" tIns="167124" rIns="848219" bIns="170688" numCol="1" spcCol="1270" anchor="t" anchorCtr="0">
          <a:noAutofit/>
        </a:bodyPr>
        <a:lstStyle/>
        <a:p>
          <a:pPr marL="361950" lvl="1" indent="-361950" algn="just" defTabSz="1066800">
            <a:lnSpc>
              <a:spcPct val="90000"/>
            </a:lnSpc>
            <a:spcBef>
              <a:spcPct val="0"/>
            </a:spcBef>
            <a:spcAft>
              <a:spcPct val="15000"/>
            </a:spcAft>
            <a:buFont typeface="+mj-lt"/>
            <a:buChar char="••"/>
          </a:pPr>
          <a:r>
            <a:rPr lang="en-US" sz="2400" b="0" i="0" kern="1200" dirty="0"/>
            <a:t>The </a:t>
          </a:r>
          <a:r>
            <a:rPr lang="en-US" sz="2400" b="1" i="0" kern="1200" dirty="0"/>
            <a:t>biological amplifier</a:t>
          </a:r>
          <a:r>
            <a:rPr lang="en-US" sz="2400" b="0" i="0" kern="1200" dirty="0"/>
            <a:t> should have a </a:t>
          </a:r>
          <a:r>
            <a:rPr lang="en-US" sz="2400" b="1" i="0" kern="1200" dirty="0"/>
            <a:t>high input impedance value</a:t>
          </a:r>
          <a:r>
            <a:rPr lang="en-US" sz="2400" b="0" i="0" kern="1200" dirty="0"/>
            <a:t>. The range of value lies between 2 MΩ and 10 MΩ depending on the applications. Higher impedance value reduces distortion of the signal.</a:t>
          </a:r>
          <a:endParaRPr lang="en-IN" sz="2400" kern="1200" dirty="0"/>
        </a:p>
        <a:p>
          <a:pPr marL="361950" lvl="1" indent="-361950" algn="just" defTabSz="1066800">
            <a:lnSpc>
              <a:spcPct val="90000"/>
            </a:lnSpc>
            <a:spcBef>
              <a:spcPct val="0"/>
            </a:spcBef>
            <a:spcAft>
              <a:spcPct val="15000"/>
            </a:spcAft>
            <a:buFont typeface="+mj-lt"/>
            <a:buChar char="••"/>
          </a:pPr>
          <a:r>
            <a:rPr lang="en-US" sz="2400" b="0" i="0" kern="1200" dirty="0"/>
            <a:t>When electrodes pick up biopotentials from the human body, the input circuit should be protected. </a:t>
          </a:r>
          <a:r>
            <a:rPr lang="en-US" sz="2400" b="1" i="0" kern="1200" dirty="0"/>
            <a:t>Every bio-amplifier should consist of isolation and protection circuits</a:t>
          </a:r>
          <a:r>
            <a:rPr lang="en-US" sz="2400" b="0" i="0" kern="1200" dirty="0"/>
            <a:t>, to prevent the patients from electrical shocks.</a:t>
          </a:r>
        </a:p>
        <a:p>
          <a:pPr marL="361950" lvl="1" indent="-361950" algn="just" defTabSz="1066800">
            <a:lnSpc>
              <a:spcPct val="90000"/>
            </a:lnSpc>
            <a:spcBef>
              <a:spcPct val="0"/>
            </a:spcBef>
            <a:spcAft>
              <a:spcPct val="15000"/>
            </a:spcAft>
            <a:buFont typeface="+mj-lt"/>
            <a:buChar char="••"/>
          </a:pPr>
          <a:r>
            <a:rPr lang="en-US" sz="2400" b="0" i="0" kern="1200" dirty="0"/>
            <a:t>Since the output of a bioelectric signal is in millivolts or microvolt range, the voltage gain value of the amplifier should be higher than 100dB.</a:t>
          </a:r>
        </a:p>
        <a:p>
          <a:pPr marL="361950" lvl="1" indent="-361950" algn="just" defTabSz="1066800">
            <a:lnSpc>
              <a:spcPct val="90000"/>
            </a:lnSpc>
            <a:spcBef>
              <a:spcPct val="0"/>
            </a:spcBef>
            <a:spcAft>
              <a:spcPct val="15000"/>
            </a:spcAft>
            <a:buFont typeface="+mj-lt"/>
            <a:buChar char="••"/>
          </a:pPr>
          <a:r>
            <a:rPr lang="en-US" sz="2400" b="0" i="0" kern="1200" dirty="0"/>
            <a:t>Throughout the entire bandwidth range, a constant gain should be maintained.</a:t>
          </a:r>
        </a:p>
        <a:p>
          <a:pPr marL="361950" lvl="1" indent="-361950" algn="just" defTabSz="1066800">
            <a:lnSpc>
              <a:spcPct val="90000"/>
            </a:lnSpc>
            <a:spcBef>
              <a:spcPct val="0"/>
            </a:spcBef>
            <a:spcAft>
              <a:spcPct val="15000"/>
            </a:spcAft>
            <a:buFont typeface="+mj-lt"/>
            <a:buChar char="••"/>
          </a:pPr>
          <a:r>
            <a:rPr lang="en-US" sz="2400" b="0" i="0" kern="1200" dirty="0"/>
            <a:t>A bio-amplifier should have a </a:t>
          </a:r>
          <a:r>
            <a:rPr lang="en-US" sz="2400" b="1" i="0" kern="1200" dirty="0"/>
            <a:t>small output impedance.</a:t>
          </a:r>
        </a:p>
        <a:p>
          <a:pPr marL="361950" lvl="1" indent="-361950" algn="just" defTabSz="1066800">
            <a:lnSpc>
              <a:spcPct val="90000"/>
            </a:lnSpc>
            <a:spcBef>
              <a:spcPct val="0"/>
            </a:spcBef>
            <a:spcAft>
              <a:spcPct val="15000"/>
            </a:spcAft>
            <a:buFont typeface="+mj-lt"/>
            <a:buChar char="••"/>
          </a:pPr>
          <a:r>
            <a:rPr lang="en-US" sz="2400" b="0" i="0" kern="1200" dirty="0"/>
            <a:t>A good bio-amplifier should be </a:t>
          </a:r>
          <a:r>
            <a:rPr lang="en-US" sz="2400" b="1" i="0" kern="1200" dirty="0"/>
            <a:t>free from drift and noise</a:t>
          </a:r>
          <a:r>
            <a:rPr lang="en-US" sz="2400" b="0" i="0" kern="1200" dirty="0"/>
            <a:t>.</a:t>
          </a:r>
        </a:p>
        <a:p>
          <a:pPr marL="361950" lvl="1" indent="-361950" algn="just" defTabSz="1066800">
            <a:lnSpc>
              <a:spcPct val="90000"/>
            </a:lnSpc>
            <a:spcBef>
              <a:spcPct val="0"/>
            </a:spcBef>
            <a:spcAft>
              <a:spcPct val="15000"/>
            </a:spcAft>
            <a:buFont typeface="+mj-lt"/>
            <a:buChar char="••"/>
          </a:pPr>
          <a:r>
            <a:rPr lang="en-US" sz="2400" b="0" i="0" kern="1200" dirty="0"/>
            <a:t>Common Mode Rejection Ratio (CMRR) value of amplifier should be greater than 80dB to reduce the interference from common mode signal.</a:t>
          </a:r>
        </a:p>
        <a:p>
          <a:pPr marL="361950" lvl="1" indent="-361950" algn="just" defTabSz="1066800">
            <a:lnSpc>
              <a:spcPct val="90000"/>
            </a:lnSpc>
            <a:spcBef>
              <a:spcPct val="0"/>
            </a:spcBef>
            <a:spcAft>
              <a:spcPct val="15000"/>
            </a:spcAft>
            <a:buFont typeface="+mj-lt"/>
            <a:buChar char="••"/>
          </a:pPr>
          <a:r>
            <a:rPr lang="en-US" sz="2400" b="0" i="0" kern="1200" dirty="0"/>
            <a:t>The gain of the </a:t>
          </a:r>
          <a:r>
            <a:rPr lang="en-US" sz="2400" b="1" i="0" kern="1200" dirty="0"/>
            <a:t>bio-amplifier should be calibrated </a:t>
          </a:r>
          <a:r>
            <a:rPr lang="en-US" sz="2400" b="0" i="0" kern="1200" dirty="0"/>
            <a:t>for each measurement.</a:t>
          </a:r>
        </a:p>
      </dsp:txBody>
      <dsp:txXfrm>
        <a:off x="0" y="428089"/>
        <a:ext cx="10929089" cy="6288070"/>
      </dsp:txXfrm>
    </dsp:sp>
    <dsp:sp modelId="{D0B11442-2E2F-403A-9C93-4D083F0FC20B}">
      <dsp:nvSpPr>
        <dsp:cNvPr id="0" name=""/>
        <dsp:cNvSpPr/>
      </dsp:nvSpPr>
      <dsp:spPr>
        <a:xfrm>
          <a:off x="546454" y="5314"/>
          <a:ext cx="7650362" cy="49499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9165" tIns="0" rIns="289165" bIns="0" numCol="1" spcCol="1270" anchor="ctr" anchorCtr="0">
          <a:noAutofit/>
        </a:bodyPr>
        <a:lstStyle/>
        <a:p>
          <a:pPr lvl="0" algn="l" defTabSz="1244600">
            <a:lnSpc>
              <a:spcPct val="90000"/>
            </a:lnSpc>
            <a:spcBef>
              <a:spcPct val="0"/>
            </a:spcBef>
            <a:spcAft>
              <a:spcPct val="35000"/>
            </a:spcAft>
          </a:pPr>
          <a:r>
            <a:rPr lang="en-US" sz="2800" b="1" i="0" kern="1200" dirty="0"/>
            <a:t>Basic Requirements for Biological Amplifiers</a:t>
          </a:r>
          <a:endParaRPr lang="en-IN" sz="2800" kern="1200" dirty="0"/>
        </a:p>
      </dsp:txBody>
      <dsp:txXfrm>
        <a:off x="570617" y="29477"/>
        <a:ext cx="7602036" cy="446665"/>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6333B4A-5673-49D8-856D-D45DD9100EBE}">
      <dsp:nvSpPr>
        <dsp:cNvPr id="0" name=""/>
        <dsp:cNvSpPr/>
      </dsp:nvSpPr>
      <dsp:spPr>
        <a:xfrm>
          <a:off x="0" y="96475"/>
          <a:ext cx="11003515" cy="71191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lvl="0" algn="ctr" defTabSz="1600200">
            <a:lnSpc>
              <a:spcPct val="90000"/>
            </a:lnSpc>
            <a:spcBef>
              <a:spcPct val="0"/>
            </a:spcBef>
            <a:spcAft>
              <a:spcPct val="35000"/>
            </a:spcAft>
          </a:pPr>
          <a:r>
            <a:rPr lang="en-IN" sz="3600" b="1" i="0" kern="1200" dirty="0"/>
            <a:t>Preamplifier</a:t>
          </a:r>
          <a:endParaRPr lang="en-IN" sz="3600" b="1" kern="1200" dirty="0"/>
        </a:p>
      </dsp:txBody>
      <dsp:txXfrm>
        <a:off x="34753" y="131228"/>
        <a:ext cx="10934009" cy="642413"/>
      </dsp:txXfrm>
    </dsp:sp>
    <dsp:sp modelId="{653543F3-7AB8-4606-B04D-BBD188920E77}">
      <dsp:nvSpPr>
        <dsp:cNvPr id="0" name=""/>
        <dsp:cNvSpPr/>
      </dsp:nvSpPr>
      <dsp:spPr>
        <a:xfrm>
          <a:off x="0" y="808395"/>
          <a:ext cx="11003515" cy="56800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9362" tIns="35560" rIns="199136" bIns="35560" numCol="1" spcCol="1270" anchor="t" anchorCtr="0">
          <a:noAutofit/>
        </a:bodyPr>
        <a:lstStyle/>
        <a:p>
          <a:pPr marL="228600" lvl="1" indent="-228600" algn="just" defTabSz="977900">
            <a:lnSpc>
              <a:spcPct val="90000"/>
            </a:lnSpc>
            <a:spcBef>
              <a:spcPct val="0"/>
            </a:spcBef>
            <a:spcAft>
              <a:spcPts val="600"/>
            </a:spcAft>
            <a:buChar char="••"/>
          </a:pPr>
          <a:r>
            <a:rPr lang="en-US" sz="2200" b="0" i="0" kern="1200" dirty="0"/>
            <a:t>A preamplifier, also known as a preamp, is an electronic amplifier that converts a weak electrical signal into an output signal strong enough to be noise-tolerant and strong enough for further processing.</a:t>
          </a:r>
          <a:endParaRPr lang="en-IN" sz="2200" kern="1200" dirty="0"/>
        </a:p>
        <a:p>
          <a:pPr marL="228600" lvl="1" indent="-228600" algn="just" defTabSz="977900">
            <a:lnSpc>
              <a:spcPct val="90000"/>
            </a:lnSpc>
            <a:spcBef>
              <a:spcPct val="0"/>
            </a:spcBef>
            <a:spcAft>
              <a:spcPts val="600"/>
            </a:spcAft>
            <a:buChar char="••"/>
          </a:pPr>
          <a:r>
            <a:rPr lang="en-US" sz="2200" kern="1200" dirty="0"/>
            <a:t>The </a:t>
          </a:r>
          <a:r>
            <a:rPr lang="en-US" sz="2200" b="1" kern="1200" dirty="0"/>
            <a:t>primary function of a preamplifier is to extract the signal from the detector without significantly degrading the intrinsic signal-to-noise ratio</a:t>
          </a:r>
          <a:r>
            <a:rPr lang="en-US" sz="2200" kern="1200" dirty="0"/>
            <a:t>. </a:t>
          </a:r>
          <a:r>
            <a:rPr lang="en-US" sz="2200" b="0" i="0" kern="1200" dirty="0"/>
            <a:t>Without this, the final signal would be noisy or distorted.</a:t>
          </a:r>
          <a:endParaRPr lang="en-IN" sz="2200" kern="1200" dirty="0"/>
        </a:p>
        <a:p>
          <a:pPr marL="228600" lvl="1" indent="-228600" algn="just" defTabSz="977900">
            <a:lnSpc>
              <a:spcPct val="90000"/>
            </a:lnSpc>
            <a:spcBef>
              <a:spcPct val="0"/>
            </a:spcBef>
            <a:spcAft>
              <a:spcPts val="600"/>
            </a:spcAft>
            <a:buChar char="••"/>
          </a:pPr>
          <a:r>
            <a:rPr lang="en-US" sz="2200" kern="1200" dirty="0"/>
            <a:t>Therefore, the preamplifier is located as close as possible to the detector, and the input circuits are designed to match the characteristics of the detector. </a:t>
          </a:r>
          <a:endParaRPr lang="en-IN" sz="2200" kern="1200" dirty="0"/>
        </a:p>
        <a:p>
          <a:pPr marL="228600" lvl="1" indent="-228600" algn="just" defTabSz="977900">
            <a:lnSpc>
              <a:spcPct val="90000"/>
            </a:lnSpc>
            <a:spcBef>
              <a:spcPct val="0"/>
            </a:spcBef>
            <a:spcAft>
              <a:spcPts val="600"/>
            </a:spcAft>
            <a:buChar char="••"/>
          </a:pPr>
          <a:r>
            <a:rPr lang="en-US" sz="2200" b="0" i="0" kern="1200" dirty="0"/>
            <a:t>An ideal preamp will be linear (have a constant gain through its operating range), have high input impedance (requiring only a minimal amount of current to sense the input signal) and a low output impedance (when current is drawn from the output there is minimal change in the output voltage).</a:t>
          </a:r>
          <a:endParaRPr lang="en-IN" sz="2200" kern="1200" dirty="0"/>
        </a:p>
        <a:p>
          <a:pPr marL="228600" lvl="1" indent="-228600" algn="l" defTabSz="977900">
            <a:lnSpc>
              <a:spcPct val="90000"/>
            </a:lnSpc>
            <a:spcBef>
              <a:spcPct val="0"/>
            </a:spcBef>
            <a:spcAft>
              <a:spcPts val="600"/>
            </a:spcAft>
            <a:buChar char="••"/>
          </a:pPr>
          <a:r>
            <a:rPr lang="en-IN" sz="2200" b="1" i="0" u="none" kern="1200" dirty="0"/>
            <a:t>Basically preamplifier is used for stabilizing effect</a:t>
          </a:r>
          <a:r>
            <a:rPr lang="en-IN" sz="2200" b="0" i="0" u="none" kern="1200" dirty="0"/>
            <a:t>.</a:t>
          </a:r>
          <a:endParaRPr lang="en-IN" sz="2200" kern="1200" dirty="0"/>
        </a:p>
        <a:p>
          <a:pPr marL="228600" lvl="1" indent="-228600" algn="l" defTabSz="977900">
            <a:lnSpc>
              <a:spcPct val="90000"/>
            </a:lnSpc>
            <a:spcBef>
              <a:spcPct val="0"/>
            </a:spcBef>
            <a:spcAft>
              <a:spcPts val="600"/>
            </a:spcAft>
            <a:buChar char="••"/>
          </a:pPr>
          <a:r>
            <a:rPr lang="en-US" sz="2200" kern="1200" dirty="0"/>
            <a:t>Three basic types of preamplifiers are available:</a:t>
          </a:r>
          <a:endParaRPr lang="en-IN" sz="2200" kern="1200" dirty="0"/>
        </a:p>
        <a:p>
          <a:pPr marL="457200" lvl="2" indent="-228600" algn="l" defTabSz="977900">
            <a:lnSpc>
              <a:spcPct val="90000"/>
            </a:lnSpc>
            <a:spcBef>
              <a:spcPct val="0"/>
            </a:spcBef>
            <a:spcAft>
              <a:spcPts val="600"/>
            </a:spcAft>
            <a:buChar char="••"/>
          </a:pPr>
          <a:r>
            <a:rPr lang="en-US" sz="2200" kern="1200" dirty="0"/>
            <a:t>Current-sensitive preamplifier</a:t>
          </a:r>
          <a:endParaRPr lang="en-IN" sz="2200" kern="1200" dirty="0"/>
        </a:p>
        <a:p>
          <a:pPr marL="457200" lvl="2" indent="-228600" algn="l" defTabSz="977900">
            <a:lnSpc>
              <a:spcPct val="90000"/>
            </a:lnSpc>
            <a:spcBef>
              <a:spcPct val="0"/>
            </a:spcBef>
            <a:spcAft>
              <a:spcPts val="600"/>
            </a:spcAft>
            <a:buChar char="••"/>
          </a:pPr>
          <a:r>
            <a:rPr lang="en-US" sz="2200" kern="1200" dirty="0"/>
            <a:t>Parasitic-capacitance preamplifier</a:t>
          </a:r>
          <a:endParaRPr lang="en-IN" sz="2200" kern="1200" dirty="0"/>
        </a:p>
        <a:p>
          <a:pPr marL="457200" lvl="2" indent="-228600" algn="l" defTabSz="977900">
            <a:lnSpc>
              <a:spcPct val="90000"/>
            </a:lnSpc>
            <a:spcBef>
              <a:spcPct val="0"/>
            </a:spcBef>
            <a:spcAft>
              <a:spcPts val="600"/>
            </a:spcAft>
            <a:buChar char="••"/>
          </a:pPr>
          <a:r>
            <a:rPr lang="en-US" sz="2200" kern="1200" dirty="0"/>
            <a:t>Charge-sensitive preamplifier.</a:t>
          </a:r>
          <a:endParaRPr lang="en-IN" sz="2200" kern="1200" dirty="0"/>
        </a:p>
      </dsp:txBody>
      <dsp:txXfrm>
        <a:off x="0" y="808395"/>
        <a:ext cx="11003515" cy="568008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C6944D-5FA1-4744-9D42-80CA171725E9}">
      <dsp:nvSpPr>
        <dsp:cNvPr id="0" name=""/>
        <dsp:cNvSpPr/>
      </dsp:nvSpPr>
      <dsp:spPr>
        <a:xfrm>
          <a:off x="0" y="44745"/>
          <a:ext cx="10844028" cy="79771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lvl="0" algn="ctr" defTabSz="1600200">
            <a:lnSpc>
              <a:spcPct val="90000"/>
            </a:lnSpc>
            <a:spcBef>
              <a:spcPct val="0"/>
            </a:spcBef>
            <a:spcAft>
              <a:spcPct val="35000"/>
            </a:spcAft>
          </a:pPr>
          <a:r>
            <a:rPr lang="en-IN" sz="3600" b="1" i="0" kern="1200" dirty="0"/>
            <a:t>Differential Amplifier</a:t>
          </a:r>
          <a:endParaRPr lang="en-IN" sz="3600" kern="1200" dirty="0"/>
        </a:p>
      </dsp:txBody>
      <dsp:txXfrm>
        <a:off x="38941" y="83686"/>
        <a:ext cx="10766146" cy="719833"/>
      </dsp:txXfrm>
    </dsp:sp>
    <dsp:sp modelId="{19E0D149-1CD2-49E8-ABCE-7795EBF21AD8}">
      <dsp:nvSpPr>
        <dsp:cNvPr id="0" name=""/>
        <dsp:cNvSpPr/>
      </dsp:nvSpPr>
      <dsp:spPr>
        <a:xfrm>
          <a:off x="0" y="1027242"/>
          <a:ext cx="10844028" cy="53281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4298" tIns="41910" rIns="234696" bIns="41910" numCol="1" spcCol="1270" anchor="t" anchorCtr="0">
          <a:noAutofit/>
        </a:bodyPr>
        <a:lstStyle/>
        <a:p>
          <a:pPr marL="228600" lvl="1" indent="-228600" algn="just" defTabSz="1155700">
            <a:lnSpc>
              <a:spcPct val="90000"/>
            </a:lnSpc>
            <a:spcBef>
              <a:spcPct val="0"/>
            </a:spcBef>
            <a:spcAft>
              <a:spcPct val="20000"/>
            </a:spcAft>
            <a:buChar char="••"/>
          </a:pPr>
          <a:r>
            <a:rPr lang="en-US" sz="2600" b="0" i="0" kern="1200" dirty="0"/>
            <a:t>A </a:t>
          </a:r>
          <a:r>
            <a:rPr lang="en-US" sz="2600" b="1" i="0" kern="1200" dirty="0"/>
            <a:t>differential amplifier</a:t>
          </a:r>
          <a:r>
            <a:rPr lang="en-US" sz="2600" b="0" i="0" kern="1200" dirty="0"/>
            <a:t> (also known as a </a:t>
          </a:r>
          <a:r>
            <a:rPr lang="en-US" sz="2600" b="1" i="0" kern="1200" dirty="0"/>
            <a:t>difference amplifier</a:t>
          </a:r>
          <a:r>
            <a:rPr lang="en-US" sz="2600" b="0" i="0" kern="1200" dirty="0"/>
            <a:t> or </a:t>
          </a:r>
          <a:r>
            <a:rPr lang="en-US" sz="2600" b="1" i="0" kern="1200" dirty="0"/>
            <a:t>op-amp subtractor</a:t>
          </a:r>
          <a:r>
            <a:rPr lang="en-US" sz="2600" b="0" i="0" kern="1200" dirty="0"/>
            <a:t>) is a type of electronic amplifier that amplifies the difference between two input </a:t>
          </a:r>
          <a:r>
            <a:rPr lang="en-US" sz="2600" b="1" i="0" kern="1200" dirty="0"/>
            <a:t>voltages</a:t>
          </a:r>
          <a:r>
            <a:rPr lang="en-US" sz="2600" b="0" i="0" kern="1200" dirty="0"/>
            <a:t> but suppresses any voltage common to the two inputs.</a:t>
          </a:r>
          <a:endParaRPr lang="en-IN" sz="2600" kern="1200" dirty="0"/>
        </a:p>
        <a:p>
          <a:pPr marL="228600" lvl="1" indent="-228600" algn="just" defTabSz="1155700">
            <a:lnSpc>
              <a:spcPct val="90000"/>
            </a:lnSpc>
            <a:spcBef>
              <a:spcPct val="0"/>
            </a:spcBef>
            <a:spcAft>
              <a:spcPct val="20000"/>
            </a:spcAft>
            <a:buChar char="••"/>
          </a:pPr>
          <a:r>
            <a:rPr lang="en-US" sz="2600" b="0" i="0" kern="1200" dirty="0"/>
            <a:t>Differential Amplifier is an important building block in integrated circuits of analog system.</a:t>
          </a:r>
          <a:endParaRPr lang="en-IN" sz="2600" kern="1200" dirty="0"/>
        </a:p>
        <a:p>
          <a:pPr marL="228600" lvl="1" indent="-228600" algn="just" defTabSz="1155700">
            <a:lnSpc>
              <a:spcPct val="90000"/>
            </a:lnSpc>
            <a:spcBef>
              <a:spcPct val="0"/>
            </a:spcBef>
            <a:spcAft>
              <a:spcPct val="20000"/>
            </a:spcAft>
            <a:buChar char="••"/>
          </a:pPr>
          <a:r>
            <a:rPr lang="en-US" sz="2600" b="0" i="0" kern="1200" dirty="0"/>
            <a:t>It typically forms input stages of operational amplifiers. </a:t>
          </a:r>
        </a:p>
        <a:p>
          <a:pPr marL="228600" lvl="1" indent="-228600" algn="just" defTabSz="1155700">
            <a:lnSpc>
              <a:spcPct val="90000"/>
            </a:lnSpc>
            <a:spcBef>
              <a:spcPct val="0"/>
            </a:spcBef>
            <a:spcAft>
              <a:spcPct val="20000"/>
            </a:spcAft>
            <a:buChar char="••"/>
          </a:pPr>
          <a:r>
            <a:rPr lang="en-US" sz="2600" b="0" i="0" kern="1200" dirty="0"/>
            <a:t>In simple words, we can say it is a device that amplifies the difference of 2 input signals.</a:t>
          </a:r>
        </a:p>
        <a:p>
          <a:pPr marL="228600" lvl="1" indent="-228600" algn="just" defTabSz="1155700">
            <a:lnSpc>
              <a:spcPct val="90000"/>
            </a:lnSpc>
            <a:spcBef>
              <a:spcPct val="0"/>
            </a:spcBef>
            <a:spcAft>
              <a:spcPct val="20000"/>
            </a:spcAft>
            <a:buChar char="••"/>
          </a:pPr>
          <a:r>
            <a:rPr lang="en-US" sz="2600" b="1" i="0" kern="1200" dirty="0"/>
            <a:t>Differential amplifier will reject any common mode signal that appears simultaneously at both amplifier input terminal and amplifies only the voltage difference that appears across its input terminals</a:t>
          </a:r>
          <a:r>
            <a:rPr lang="en-US" sz="2600" b="0" i="0" kern="1200" dirty="0"/>
            <a:t>.</a:t>
          </a:r>
          <a:endParaRPr lang="en-IN" sz="2600" kern="1200" dirty="0"/>
        </a:p>
        <a:p>
          <a:pPr marL="457200" lvl="2" indent="-228600" algn="just" defTabSz="1155700">
            <a:lnSpc>
              <a:spcPct val="90000"/>
            </a:lnSpc>
            <a:spcBef>
              <a:spcPct val="0"/>
            </a:spcBef>
            <a:spcAft>
              <a:spcPct val="20000"/>
            </a:spcAft>
            <a:buChar char="••"/>
          </a:pPr>
          <a:r>
            <a:rPr lang="en-US" sz="2600" kern="1200" dirty="0"/>
            <a:t>e.g. </a:t>
          </a:r>
          <a:r>
            <a:rPr lang="en-US" sz="2600" b="0" i="0" kern="1200" dirty="0"/>
            <a:t>Buffer amplifier converts low impedance signals to high impedance signals.</a:t>
          </a:r>
          <a:endParaRPr lang="en-IN" sz="2600" kern="1200" dirty="0"/>
        </a:p>
      </dsp:txBody>
      <dsp:txXfrm>
        <a:off x="0" y="1027242"/>
        <a:ext cx="10844028" cy="532818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903C9E-4885-4672-BA09-2B2A556C25C0}">
      <dsp:nvSpPr>
        <dsp:cNvPr id="0" name=""/>
        <dsp:cNvSpPr/>
      </dsp:nvSpPr>
      <dsp:spPr>
        <a:xfrm>
          <a:off x="0" y="5125"/>
          <a:ext cx="11035414" cy="62313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lvl="0" algn="ctr" defTabSz="1422400">
            <a:lnSpc>
              <a:spcPct val="90000"/>
            </a:lnSpc>
            <a:spcBef>
              <a:spcPct val="0"/>
            </a:spcBef>
            <a:spcAft>
              <a:spcPct val="35000"/>
            </a:spcAft>
          </a:pPr>
          <a:r>
            <a:rPr lang="en-IN" sz="3200" b="1" i="0" kern="1200" dirty="0"/>
            <a:t>Isolation Amplifier</a:t>
          </a:r>
          <a:endParaRPr lang="en-IN" sz="3200" b="1" kern="1200" dirty="0"/>
        </a:p>
      </dsp:txBody>
      <dsp:txXfrm>
        <a:off x="30419" y="35544"/>
        <a:ext cx="10974576" cy="562293"/>
      </dsp:txXfrm>
    </dsp:sp>
    <dsp:sp modelId="{2FCCD388-B514-4D03-A656-73F5B95BD5D7}">
      <dsp:nvSpPr>
        <dsp:cNvPr id="0" name=""/>
        <dsp:cNvSpPr/>
      </dsp:nvSpPr>
      <dsp:spPr>
        <a:xfrm>
          <a:off x="0" y="628256"/>
          <a:ext cx="11035414" cy="59179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0374" tIns="30480" rIns="170688" bIns="30480" numCol="1" spcCol="1270" anchor="t" anchorCtr="0">
          <a:noAutofit/>
        </a:bodyPr>
        <a:lstStyle/>
        <a:p>
          <a:pPr marL="228600" lvl="1" indent="-228600" algn="just" defTabSz="1066800">
            <a:lnSpc>
              <a:spcPct val="90000"/>
            </a:lnSpc>
            <a:spcBef>
              <a:spcPct val="0"/>
            </a:spcBef>
            <a:spcAft>
              <a:spcPct val="20000"/>
            </a:spcAft>
            <a:buChar char="••"/>
          </a:pPr>
          <a:r>
            <a:rPr lang="en-US" sz="2400" b="0" i="0" kern="1200" dirty="0"/>
            <a:t>Isolation amplifiers are a form of differential amplifier that allow measurement of small signals in the presence of a high common mode voltage by providing electrical isolation and an electrical safety barrier. </a:t>
          </a:r>
          <a:endParaRPr lang="en-IN" sz="2400" kern="1200" dirty="0"/>
        </a:p>
        <a:p>
          <a:pPr marL="228600" lvl="1" indent="-228600" algn="just" defTabSz="1066800">
            <a:lnSpc>
              <a:spcPct val="90000"/>
            </a:lnSpc>
            <a:spcBef>
              <a:spcPct val="0"/>
            </a:spcBef>
            <a:spcAft>
              <a:spcPct val="20000"/>
            </a:spcAft>
            <a:buChar char="••"/>
          </a:pPr>
          <a:r>
            <a:rPr lang="en-US" sz="2400" b="1" i="0" kern="1200" dirty="0"/>
            <a:t>An isolation amplifier increases the input impedance of a patient monitoring system</a:t>
          </a:r>
          <a:r>
            <a:rPr lang="en-US" sz="2400" b="0" i="0" kern="1200" dirty="0"/>
            <a:t>. </a:t>
          </a:r>
          <a:endParaRPr lang="en-IN" sz="2400" kern="1200" dirty="0"/>
        </a:p>
        <a:p>
          <a:pPr marL="228600" lvl="1" indent="-228600" algn="just" defTabSz="1066800">
            <a:lnSpc>
              <a:spcPct val="90000"/>
            </a:lnSpc>
            <a:spcBef>
              <a:spcPct val="0"/>
            </a:spcBef>
            <a:spcAft>
              <a:spcPct val="20000"/>
            </a:spcAft>
            <a:buChar char="••"/>
          </a:pPr>
          <a:r>
            <a:rPr lang="en-US" sz="2400" b="0" i="0" kern="1200" dirty="0"/>
            <a:t>It also </a:t>
          </a:r>
          <a:r>
            <a:rPr lang="en-US" sz="2400" b="1" i="0" kern="1200" dirty="0"/>
            <a:t>helps to isolate the patient from the device</a:t>
          </a:r>
          <a:r>
            <a:rPr lang="en-US" sz="2400" b="0" i="0" kern="1200" dirty="0"/>
            <a:t>. </a:t>
          </a:r>
          <a:endParaRPr lang="en-IN" sz="2400" kern="1200" dirty="0"/>
        </a:p>
        <a:p>
          <a:pPr marL="228600" lvl="1" indent="-228600" algn="just" defTabSz="1066800">
            <a:lnSpc>
              <a:spcPct val="90000"/>
            </a:lnSpc>
            <a:spcBef>
              <a:spcPct val="0"/>
            </a:spcBef>
            <a:spcAft>
              <a:spcPct val="20000"/>
            </a:spcAft>
            <a:buChar char="••"/>
          </a:pPr>
          <a:r>
            <a:rPr lang="en-US" sz="2400" b="0" i="0" kern="1200" dirty="0"/>
            <a:t>Using the isolation amplifier prevents accidental internal cardiac shock. </a:t>
          </a:r>
          <a:endParaRPr lang="en-IN" sz="2400" kern="1200" dirty="0"/>
        </a:p>
        <a:p>
          <a:pPr marL="228600" lvl="1" indent="-228600" algn="just" defTabSz="1066800">
            <a:lnSpc>
              <a:spcPct val="90000"/>
            </a:lnSpc>
            <a:spcBef>
              <a:spcPct val="0"/>
            </a:spcBef>
            <a:spcAft>
              <a:spcPct val="20000"/>
            </a:spcAft>
            <a:buChar char="••"/>
          </a:pPr>
          <a:r>
            <a:rPr lang="en-US" sz="2400" b="0" i="0" kern="1200" dirty="0"/>
            <a:t>Isolation amplifiers are used in medical instruments to ensure isolation of a patient from power supply leakage current.</a:t>
          </a:r>
          <a:endParaRPr lang="en-IN" sz="2400" kern="1200" dirty="0"/>
        </a:p>
        <a:p>
          <a:pPr marL="228600" lvl="1" indent="-228600" algn="just" defTabSz="1066800">
            <a:lnSpc>
              <a:spcPct val="90000"/>
            </a:lnSpc>
            <a:spcBef>
              <a:spcPct val="0"/>
            </a:spcBef>
            <a:spcAft>
              <a:spcPct val="20000"/>
            </a:spcAft>
            <a:buChar char="••"/>
          </a:pPr>
          <a:r>
            <a:rPr lang="en-US" sz="2400" b="0" i="0" kern="1200" dirty="0"/>
            <a:t>It </a:t>
          </a:r>
          <a:r>
            <a:rPr lang="en-US" sz="2400" b="1" i="0" kern="1200" dirty="0"/>
            <a:t>provides up to 1012 Ω insulation </a:t>
          </a:r>
          <a:r>
            <a:rPr lang="en-US" sz="2400" b="0" i="0" kern="1200" dirty="0"/>
            <a:t>between the patient and the power line in the hospital.</a:t>
          </a:r>
          <a:endParaRPr lang="en-IN" sz="2400" kern="1200" dirty="0"/>
        </a:p>
        <a:p>
          <a:pPr marL="228600" lvl="1" indent="-228600" algn="just" defTabSz="1066800">
            <a:lnSpc>
              <a:spcPct val="90000"/>
            </a:lnSpc>
            <a:spcBef>
              <a:spcPct val="0"/>
            </a:spcBef>
            <a:spcAft>
              <a:spcPct val="20000"/>
            </a:spcAft>
            <a:buChar char="••"/>
          </a:pPr>
          <a:r>
            <a:rPr lang="en-US" sz="2400" b="0" i="0" kern="1200" dirty="0"/>
            <a:t>These amplifiers are also used for </a:t>
          </a:r>
          <a:r>
            <a:rPr lang="en-US" sz="2400" b="1" i="0" kern="1200" dirty="0"/>
            <a:t>amplifying low-level signals in multi-channel applications. </a:t>
          </a:r>
          <a:endParaRPr lang="en-IN" sz="2400" b="1" kern="1200" dirty="0"/>
        </a:p>
        <a:p>
          <a:pPr marL="228600" lvl="1" indent="-228600" algn="just" defTabSz="1066800">
            <a:lnSpc>
              <a:spcPct val="90000"/>
            </a:lnSpc>
            <a:spcBef>
              <a:spcPct val="0"/>
            </a:spcBef>
            <a:spcAft>
              <a:spcPct val="20000"/>
            </a:spcAft>
            <a:buChar char="••"/>
          </a:pPr>
          <a:r>
            <a:rPr lang="en-US" sz="2400" b="0" i="0" kern="1200" dirty="0"/>
            <a:t>They can also </a:t>
          </a:r>
          <a:r>
            <a:rPr lang="en-US" sz="2400" b="1" i="0" kern="1200" dirty="0"/>
            <a:t>eliminate measurement errors caused by ground loops</a:t>
          </a:r>
          <a:r>
            <a:rPr lang="en-US" sz="2400" b="0" i="0" kern="1200" dirty="0"/>
            <a:t>. Amplifiers with internal transformers eliminate external isolated power supply. </a:t>
          </a:r>
          <a:endParaRPr lang="en-IN" sz="2400" kern="1200" dirty="0"/>
        </a:p>
        <a:p>
          <a:pPr marL="228600" lvl="1" indent="-228600" algn="just" defTabSz="1066800">
            <a:lnSpc>
              <a:spcPct val="90000"/>
            </a:lnSpc>
            <a:spcBef>
              <a:spcPct val="0"/>
            </a:spcBef>
            <a:spcAft>
              <a:spcPct val="20000"/>
            </a:spcAft>
            <a:buChar char="••"/>
          </a:pPr>
          <a:r>
            <a:rPr lang="en-US" sz="2400" b="0" i="0" kern="1200" dirty="0"/>
            <a:t>They are usually used as analogue interfaces between systems with separated grounds.</a:t>
          </a:r>
          <a:endParaRPr lang="en-IN" sz="2400" kern="1200" dirty="0"/>
        </a:p>
      </dsp:txBody>
      <dsp:txXfrm>
        <a:off x="0" y="628256"/>
        <a:ext cx="11035414" cy="5917972"/>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5FB92C-15AB-4826-94F4-2F5DA4532A3D}">
      <dsp:nvSpPr>
        <dsp:cNvPr id="0" name=""/>
        <dsp:cNvSpPr/>
      </dsp:nvSpPr>
      <dsp:spPr>
        <a:xfrm>
          <a:off x="0" y="46487"/>
          <a:ext cx="10932041" cy="8640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6032" tIns="146304" rIns="256032" bIns="146304" numCol="1" spcCol="1270" anchor="ctr" anchorCtr="0">
          <a:noAutofit/>
        </a:bodyPr>
        <a:lstStyle/>
        <a:p>
          <a:pPr lvl="0" algn="ctr" defTabSz="1600200">
            <a:lnSpc>
              <a:spcPct val="90000"/>
            </a:lnSpc>
            <a:spcBef>
              <a:spcPct val="0"/>
            </a:spcBef>
            <a:spcAft>
              <a:spcPct val="35000"/>
            </a:spcAft>
          </a:pPr>
          <a:r>
            <a:rPr lang="en-US" sz="3600" b="1" kern="1200" dirty="0" err="1">
              <a:solidFill>
                <a:schemeClr val="bg1"/>
              </a:solidFill>
              <a:effectLst>
                <a:outerShdw blurRad="38100" dist="38100" dir="2700000" algn="tl">
                  <a:srgbClr val="000000">
                    <a:alpha val="43137"/>
                  </a:srgbClr>
                </a:outerShdw>
              </a:effectLst>
              <a:latin typeface="+mj-lt"/>
              <a:ea typeface="+mn-ea"/>
              <a:cs typeface="+mn-cs"/>
            </a:rPr>
            <a:t>Vectorcardiograph</a:t>
          </a:r>
          <a:endParaRPr lang="en-IN" sz="3600" b="1" kern="1200" dirty="0">
            <a:solidFill>
              <a:schemeClr val="bg1"/>
            </a:solidFill>
            <a:effectLst>
              <a:outerShdw blurRad="38100" dist="38100" dir="2700000" algn="tl">
                <a:srgbClr val="000000">
                  <a:alpha val="43137"/>
                </a:srgbClr>
              </a:outerShdw>
            </a:effectLst>
            <a:latin typeface="+mj-lt"/>
          </a:endParaRPr>
        </a:p>
      </dsp:txBody>
      <dsp:txXfrm>
        <a:off x="0" y="46487"/>
        <a:ext cx="10932041" cy="864000"/>
      </dsp:txXfrm>
    </dsp:sp>
    <dsp:sp modelId="{5321317D-977D-4E9B-AAE9-A7438C035479}">
      <dsp:nvSpPr>
        <dsp:cNvPr id="0" name=""/>
        <dsp:cNvSpPr/>
      </dsp:nvSpPr>
      <dsp:spPr>
        <a:xfrm>
          <a:off x="0" y="910487"/>
          <a:ext cx="10932041" cy="576450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213360" bIns="240030" numCol="1" spcCol="1270" anchor="t" anchorCtr="0">
          <a:noAutofit/>
        </a:bodyPr>
        <a:lstStyle/>
        <a:p>
          <a:pPr marL="285750" lvl="1" indent="-285750" algn="just" defTabSz="1333500">
            <a:lnSpc>
              <a:spcPct val="90000"/>
            </a:lnSpc>
            <a:spcBef>
              <a:spcPct val="0"/>
            </a:spcBef>
            <a:spcAft>
              <a:spcPct val="15000"/>
            </a:spcAft>
            <a:buChar char="••"/>
          </a:pPr>
          <a:r>
            <a:rPr lang="en-US" sz="3000" b="0" i="0" kern="1200" dirty="0"/>
            <a:t>Vectorcardiography (VCG) is a method of developing two-dimensional (2D) images of cardiac electrical activity by displaying the spatial locations of ECG waveforms at each sequential time of their duration.</a:t>
          </a:r>
          <a:endParaRPr lang="en-IN" sz="3000" kern="1200" dirty="0"/>
        </a:p>
        <a:p>
          <a:pPr marL="285750" lvl="1" indent="-285750" algn="just" defTabSz="1333500">
            <a:lnSpc>
              <a:spcPct val="90000"/>
            </a:lnSpc>
            <a:spcBef>
              <a:spcPct val="0"/>
            </a:spcBef>
            <a:spcAft>
              <a:spcPct val="15000"/>
            </a:spcAft>
            <a:buChar char="••"/>
          </a:pPr>
          <a:r>
            <a:rPr lang="en-US" sz="3000" kern="1200" dirty="0"/>
            <a:t>The method was developed by </a:t>
          </a:r>
          <a:r>
            <a:rPr lang="en-US" sz="3000" b="1" kern="1200" dirty="0"/>
            <a:t>E.  Frank </a:t>
          </a:r>
          <a:r>
            <a:rPr lang="en-US" sz="3000" kern="1200" dirty="0"/>
            <a:t>in the mid 1950s. </a:t>
          </a:r>
          <a:endParaRPr lang="en-IN" sz="3000" kern="1200" dirty="0"/>
        </a:p>
        <a:p>
          <a:pPr marL="285750" lvl="1" indent="-285750" algn="just" defTabSz="1333500">
            <a:lnSpc>
              <a:spcPct val="90000"/>
            </a:lnSpc>
            <a:spcBef>
              <a:spcPct val="0"/>
            </a:spcBef>
            <a:spcAft>
              <a:spcPct val="15000"/>
            </a:spcAft>
            <a:buChar char="••"/>
          </a:pPr>
          <a:r>
            <a:rPr lang="en-US" sz="3000" kern="1200" dirty="0"/>
            <a:t>Since the human body is a three-dimensional structure, the basic idea is to construct 3 orthogonal leads containing all the electric information scanned in three mutually orthogonal axes (vertical, transversal, and sagittal). </a:t>
          </a:r>
        </a:p>
        <a:p>
          <a:pPr marL="285750" lvl="1" indent="-285750" algn="just" defTabSz="1333500">
            <a:lnSpc>
              <a:spcPct val="90000"/>
            </a:lnSpc>
            <a:spcBef>
              <a:spcPct val="0"/>
            </a:spcBef>
            <a:spcAft>
              <a:spcPct val="15000"/>
            </a:spcAft>
            <a:buChar char="••"/>
          </a:pPr>
          <a:r>
            <a:rPr lang="en-US" sz="3000" b="1" kern="1200" dirty="0" err="1"/>
            <a:t>Vectorcardiograph</a:t>
          </a:r>
          <a:r>
            <a:rPr lang="en-US" sz="3000" kern="1200" dirty="0"/>
            <a:t> is an instrument that record the magnitude and direction of the electrical forces that are generated by the heart by means of a continuous series of vectors that form curving lines around a central point. </a:t>
          </a:r>
          <a:endParaRPr lang="en-IN" sz="3000" kern="1200" dirty="0"/>
        </a:p>
      </dsp:txBody>
      <dsp:txXfrm>
        <a:off x="0" y="910487"/>
        <a:ext cx="10932041" cy="576450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E02749-AA0A-4F2C-A604-2B5965A1646D}">
      <dsp:nvSpPr>
        <dsp:cNvPr id="0" name=""/>
        <dsp:cNvSpPr/>
      </dsp:nvSpPr>
      <dsp:spPr>
        <a:xfrm>
          <a:off x="0" y="80844"/>
          <a:ext cx="10960987" cy="84130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just" defTabSz="1066800">
            <a:lnSpc>
              <a:spcPct val="90000"/>
            </a:lnSpc>
            <a:spcBef>
              <a:spcPct val="0"/>
            </a:spcBef>
            <a:spcAft>
              <a:spcPct val="35000"/>
            </a:spcAft>
          </a:pPr>
          <a:r>
            <a:rPr lang="en-US" sz="2400" kern="1200" dirty="0">
              <a:latin typeface="+mn-lt"/>
            </a:rPr>
            <a:t>Vectorcardiography (VCG) is an investigation method that was previously compared to ECG several times and was evaluated as a useful investigation method. </a:t>
          </a:r>
          <a:endParaRPr lang="en-IN" sz="2400" kern="1200" dirty="0">
            <a:latin typeface="+mn-lt"/>
          </a:endParaRPr>
        </a:p>
      </dsp:txBody>
      <dsp:txXfrm>
        <a:off x="41069" y="121913"/>
        <a:ext cx="10878849" cy="759170"/>
      </dsp:txXfrm>
    </dsp:sp>
    <dsp:sp modelId="{CED7BCFC-FFC4-4F70-9136-72B40FE3F3F6}">
      <dsp:nvSpPr>
        <dsp:cNvPr id="0" name=""/>
        <dsp:cNvSpPr/>
      </dsp:nvSpPr>
      <dsp:spPr>
        <a:xfrm>
          <a:off x="0" y="994537"/>
          <a:ext cx="10960987" cy="9720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8011" tIns="27940" rIns="156464" bIns="27940" numCol="1" spcCol="1270" anchor="t" anchorCtr="0">
          <a:noAutofit/>
        </a:bodyPr>
        <a:lstStyle/>
        <a:p>
          <a:pPr marL="228600" lvl="1" indent="-228600" algn="just" defTabSz="977900">
            <a:lnSpc>
              <a:spcPct val="90000"/>
            </a:lnSpc>
            <a:spcBef>
              <a:spcPct val="0"/>
            </a:spcBef>
            <a:spcAft>
              <a:spcPct val="20000"/>
            </a:spcAft>
            <a:buChar char="••"/>
          </a:pPr>
          <a:r>
            <a:rPr lang="en-US" sz="2200" kern="1200" dirty="0"/>
            <a:t>The vector cardiogram appears as loops in each plane. </a:t>
          </a:r>
          <a:endParaRPr lang="en-IN" sz="2200" kern="1200" dirty="0">
            <a:latin typeface="+mn-lt"/>
          </a:endParaRPr>
        </a:p>
        <a:p>
          <a:pPr marL="228600" lvl="1" indent="-228600" algn="just" defTabSz="977900">
            <a:lnSpc>
              <a:spcPct val="90000"/>
            </a:lnSpc>
            <a:spcBef>
              <a:spcPct val="0"/>
            </a:spcBef>
            <a:spcAft>
              <a:spcPct val="20000"/>
            </a:spcAft>
            <a:buChar char="••"/>
          </a:pPr>
          <a:r>
            <a:rPr lang="en-US" sz="2200" kern="1200" dirty="0"/>
            <a:t>There are three loops corresponding to P, QRS and T waves. Among this the QRS complex loop is dominating one. </a:t>
          </a:r>
          <a:endParaRPr lang="en-IN" sz="2200" kern="1200" dirty="0">
            <a:latin typeface="+mn-lt"/>
          </a:endParaRPr>
        </a:p>
      </dsp:txBody>
      <dsp:txXfrm>
        <a:off x="0" y="994537"/>
        <a:ext cx="10960987" cy="972004"/>
      </dsp:txXfrm>
    </dsp:sp>
    <dsp:sp modelId="{D4D5AD1F-575E-4FFE-823E-599C471D45D8}">
      <dsp:nvSpPr>
        <dsp:cNvPr id="0" name=""/>
        <dsp:cNvSpPr/>
      </dsp:nvSpPr>
      <dsp:spPr>
        <a:xfrm>
          <a:off x="0" y="2039361"/>
          <a:ext cx="10960987" cy="97199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just" defTabSz="1066800">
            <a:lnSpc>
              <a:spcPct val="90000"/>
            </a:lnSpc>
            <a:spcBef>
              <a:spcPct val="0"/>
            </a:spcBef>
            <a:spcAft>
              <a:spcPct val="35000"/>
            </a:spcAft>
          </a:pPr>
          <a:r>
            <a:rPr lang="en-US" sz="2400" b="0" i="0" kern="1200" dirty="0">
              <a:latin typeface="+mn-lt"/>
            </a:rPr>
            <a:t>VCG provides better sensitivity, for example for the detection of myocardial infarction, ischemia, and hypertrophy. </a:t>
          </a:r>
        </a:p>
      </dsp:txBody>
      <dsp:txXfrm>
        <a:off x="47449" y="2086810"/>
        <a:ext cx="10866089" cy="877100"/>
      </dsp:txXfrm>
    </dsp:sp>
    <dsp:sp modelId="{0FB5278F-2678-4E2F-A5D6-BE68C9B80D07}">
      <dsp:nvSpPr>
        <dsp:cNvPr id="0" name=""/>
        <dsp:cNvSpPr/>
      </dsp:nvSpPr>
      <dsp:spPr>
        <a:xfrm>
          <a:off x="0" y="3011360"/>
          <a:ext cx="10960987" cy="32425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8011" tIns="27940" rIns="156464" bIns="27940" numCol="1" spcCol="1270" anchor="t" anchorCtr="0">
          <a:noAutofit/>
        </a:bodyPr>
        <a:lstStyle/>
        <a:p>
          <a:pPr marL="228600" lvl="1" indent="-228600" algn="just" defTabSz="977900">
            <a:lnSpc>
              <a:spcPct val="90000"/>
            </a:lnSpc>
            <a:spcBef>
              <a:spcPct val="0"/>
            </a:spcBef>
            <a:spcAft>
              <a:spcPct val="20000"/>
            </a:spcAft>
            <a:buChar char="••"/>
          </a:pPr>
          <a:r>
            <a:rPr lang="en-US" sz="2200" kern="1200" dirty="0">
              <a:latin typeface="+mn-lt"/>
            </a:rPr>
            <a:t>A </a:t>
          </a:r>
          <a:r>
            <a:rPr lang="en-US" sz="2200" b="1" kern="1200" dirty="0">
              <a:latin typeface="+mn-lt"/>
            </a:rPr>
            <a:t>Polaroid camera photographs the oscilloscope screen to provide a permanent record</a:t>
          </a:r>
          <a:r>
            <a:rPr lang="en-US" sz="2200" kern="1200" dirty="0">
              <a:latin typeface="+mn-lt"/>
            </a:rPr>
            <a:t>. </a:t>
          </a:r>
          <a:endParaRPr lang="en-IN" sz="2200" kern="1200" dirty="0">
            <a:latin typeface="+mn-lt"/>
          </a:endParaRPr>
        </a:p>
        <a:p>
          <a:pPr marL="228600" lvl="1" indent="-228600" algn="just" defTabSz="977900">
            <a:lnSpc>
              <a:spcPct val="90000"/>
            </a:lnSpc>
            <a:spcBef>
              <a:spcPct val="0"/>
            </a:spcBef>
            <a:spcAft>
              <a:spcPct val="20000"/>
            </a:spcAft>
            <a:buChar char="••"/>
          </a:pPr>
          <a:r>
            <a:rPr lang="en-US" sz="2200" b="0" i="0" kern="1200" dirty="0">
              <a:latin typeface="+mn-lt"/>
            </a:rPr>
            <a:t>However, in clinical practice, measurement of VCG is not usually used because it requires additional electrodes placed on the patient’s body.</a:t>
          </a:r>
          <a:endParaRPr lang="en-IN" sz="2200" kern="1200" dirty="0">
            <a:latin typeface="+mn-lt"/>
          </a:endParaRPr>
        </a:p>
        <a:p>
          <a:pPr marL="228600" lvl="1" indent="-228600" algn="just" defTabSz="977900">
            <a:lnSpc>
              <a:spcPct val="90000"/>
            </a:lnSpc>
            <a:spcBef>
              <a:spcPct val="0"/>
            </a:spcBef>
            <a:spcAft>
              <a:spcPct val="20000"/>
            </a:spcAft>
            <a:buChar char="••"/>
          </a:pPr>
          <a:r>
            <a:rPr lang="en-US" sz="2200" kern="1200" dirty="0">
              <a:latin typeface="+mn-lt"/>
            </a:rPr>
            <a:t>With the modern computer facilities, the vectorcardiography may be clinically used in an extensive manner, even though it is not widely used clinically now. </a:t>
          </a:r>
          <a:endParaRPr lang="en-IN" sz="2200" kern="1200" dirty="0">
            <a:latin typeface="+mn-lt"/>
          </a:endParaRPr>
        </a:p>
        <a:p>
          <a:pPr marL="228600" lvl="1" indent="-228600" algn="just" defTabSz="977900">
            <a:lnSpc>
              <a:spcPct val="90000"/>
            </a:lnSpc>
            <a:spcBef>
              <a:spcPct val="0"/>
            </a:spcBef>
            <a:spcAft>
              <a:spcPct val="20000"/>
            </a:spcAft>
            <a:buChar char="••"/>
          </a:pPr>
          <a:r>
            <a:rPr lang="en-US" sz="2200" kern="1200" dirty="0">
              <a:latin typeface="+mn-lt"/>
            </a:rPr>
            <a:t>It is the recording of the moment-to-moment electromotive forces of the heart on a plane of the body surface delineated as a vector function of time. </a:t>
          </a:r>
          <a:endParaRPr lang="en-IN" sz="2200" kern="1200" dirty="0">
            <a:latin typeface="+mn-lt"/>
          </a:endParaRPr>
        </a:p>
        <a:p>
          <a:pPr marL="228600" lvl="1" indent="-228600" algn="just" defTabSz="977900">
            <a:lnSpc>
              <a:spcPct val="90000"/>
            </a:lnSpc>
            <a:spcBef>
              <a:spcPct val="0"/>
            </a:spcBef>
            <a:spcAft>
              <a:spcPct val="20000"/>
            </a:spcAft>
            <a:buChar char="••"/>
          </a:pPr>
          <a:r>
            <a:rPr lang="en-US" sz="2200" kern="1200" dirty="0">
              <a:latin typeface="+mn-lt"/>
            </a:rPr>
            <a:t>It achieved a higher sensitivity for the detection of hypertrophy as well as </a:t>
          </a:r>
          <a:r>
            <a:rPr lang="en-US" sz="2200" kern="1200" dirty="0" err="1">
              <a:latin typeface="+mn-lt"/>
            </a:rPr>
            <a:t>ischaemic</a:t>
          </a:r>
          <a:r>
            <a:rPr lang="en-US" sz="2200" kern="1200" dirty="0">
              <a:latin typeface="+mn-lt"/>
            </a:rPr>
            <a:t> heart disease.</a:t>
          </a:r>
          <a:endParaRPr lang="en-IN" sz="2200" kern="1200" dirty="0">
            <a:latin typeface="+mn-lt"/>
          </a:endParaRPr>
        </a:p>
      </dsp:txBody>
      <dsp:txXfrm>
        <a:off x="0" y="3011360"/>
        <a:ext cx="10960987" cy="3242590"/>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B2E16E-7AF9-490D-AC97-95E890411D54}">
      <dsp:nvSpPr>
        <dsp:cNvPr id="0" name=""/>
        <dsp:cNvSpPr/>
      </dsp:nvSpPr>
      <dsp:spPr>
        <a:xfrm>
          <a:off x="0" y="138105"/>
          <a:ext cx="10907823" cy="103807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4480" tIns="162560" rIns="284480" bIns="162560" numCol="1" spcCol="1270" anchor="ctr" anchorCtr="0">
          <a:noAutofit/>
        </a:bodyPr>
        <a:lstStyle/>
        <a:p>
          <a:pPr lvl="0" algn="ctr" defTabSz="1778000">
            <a:lnSpc>
              <a:spcPct val="90000"/>
            </a:lnSpc>
            <a:spcBef>
              <a:spcPct val="0"/>
            </a:spcBef>
            <a:spcAft>
              <a:spcPct val="35000"/>
            </a:spcAft>
          </a:pPr>
          <a:r>
            <a:rPr lang="en-IN" sz="4000" b="1" kern="1200" dirty="0">
              <a:effectLst>
                <a:outerShdw blurRad="38100" dist="38100" dir="2700000" algn="tl">
                  <a:srgbClr val="000000">
                    <a:alpha val="43137"/>
                  </a:srgbClr>
                </a:outerShdw>
              </a:effectLst>
            </a:rPr>
            <a:t>Phonocardiograph</a:t>
          </a:r>
        </a:p>
      </dsp:txBody>
      <dsp:txXfrm>
        <a:off x="0" y="138105"/>
        <a:ext cx="10907823" cy="1038075"/>
      </dsp:txXfrm>
    </dsp:sp>
    <dsp:sp modelId="{93B19AAC-A63A-4AF8-B6EF-67C07AAC3670}">
      <dsp:nvSpPr>
        <dsp:cNvPr id="0" name=""/>
        <dsp:cNvSpPr/>
      </dsp:nvSpPr>
      <dsp:spPr>
        <a:xfrm>
          <a:off x="0" y="1135137"/>
          <a:ext cx="10907823" cy="535274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9352" tIns="149352" rIns="199136" bIns="224028" numCol="1" spcCol="1270" anchor="t" anchorCtr="0">
          <a:noAutofit/>
        </a:bodyPr>
        <a:lstStyle/>
        <a:p>
          <a:pPr marL="285750" lvl="1" indent="-285750" algn="just" defTabSz="1244600">
            <a:lnSpc>
              <a:spcPct val="90000"/>
            </a:lnSpc>
            <a:spcBef>
              <a:spcPct val="0"/>
            </a:spcBef>
            <a:spcAft>
              <a:spcPct val="15000"/>
            </a:spcAft>
            <a:buChar char="••"/>
          </a:pPr>
          <a:r>
            <a:rPr lang="en-US" sz="2800" b="1" kern="1200" dirty="0"/>
            <a:t>Phonocardiography</a:t>
          </a:r>
          <a:r>
            <a:rPr lang="en-US" sz="2800" b="0" kern="1200" dirty="0"/>
            <a:t>, diagnostic technique that creates a graphic record, or </a:t>
          </a:r>
          <a:r>
            <a:rPr lang="en-US" sz="2800" b="1" kern="1200" dirty="0"/>
            <a:t>phonocardiogram</a:t>
          </a:r>
          <a:r>
            <a:rPr lang="en-US" sz="2800" b="0" kern="1200" dirty="0"/>
            <a:t>, of the sounds and murmurs produced by the contracting heart, including its valves and associated great vessels. </a:t>
          </a:r>
          <a:endParaRPr lang="en-IN" sz="2800" kern="1200" dirty="0"/>
        </a:p>
        <a:p>
          <a:pPr marL="285750" lvl="1" indent="-285750" algn="just" defTabSz="1244600">
            <a:lnSpc>
              <a:spcPct val="90000"/>
            </a:lnSpc>
            <a:spcBef>
              <a:spcPct val="0"/>
            </a:spcBef>
            <a:spcAft>
              <a:spcPct val="15000"/>
            </a:spcAft>
            <a:buChar char="••"/>
          </a:pPr>
          <a:r>
            <a:rPr lang="en-IN" sz="2800" kern="1200" dirty="0">
              <a:effectLst/>
              <a:ea typeface="Calibri" panose="020F0502020204030204" pitchFamily="34" charset="0"/>
              <a:cs typeface="Times New Roman" panose="02020603050405020304" pitchFamily="18" charset="0"/>
            </a:rPr>
            <a:t>The </a:t>
          </a:r>
          <a:r>
            <a:rPr lang="en-IN" sz="2800" b="1" kern="1200" dirty="0">
              <a:effectLst/>
              <a:ea typeface="Calibri" panose="020F0502020204030204" pitchFamily="34" charset="0"/>
              <a:cs typeface="Times New Roman" panose="02020603050405020304" pitchFamily="18" charset="0"/>
            </a:rPr>
            <a:t>device monitors the heart activity in terms of sound</a:t>
          </a:r>
          <a:r>
            <a:rPr lang="en-IN" sz="2800" kern="1200" dirty="0">
              <a:effectLst/>
              <a:ea typeface="Calibri" panose="020F0502020204030204" pitchFamily="34" charset="0"/>
              <a:cs typeface="Times New Roman" panose="02020603050405020304" pitchFamily="18" charset="0"/>
            </a:rPr>
            <a:t> instead of electrical signals in an </a:t>
          </a:r>
          <a:r>
            <a:rPr lang="en-IN" sz="2800" b="1" kern="1200" dirty="0">
              <a:effectLst/>
              <a:ea typeface="Calibri" panose="020F0502020204030204" pitchFamily="34" charset="0"/>
              <a:cs typeface="Times New Roman" panose="02020603050405020304" pitchFamily="18" charset="0"/>
            </a:rPr>
            <a:t>electrocardiograph</a:t>
          </a:r>
          <a:r>
            <a:rPr lang="en-IN" sz="2800" kern="1200" dirty="0">
              <a:effectLst/>
              <a:ea typeface="Calibri" panose="020F0502020204030204" pitchFamily="34" charset="0"/>
              <a:cs typeface="Times New Roman" panose="02020603050405020304" pitchFamily="18" charset="0"/>
            </a:rPr>
            <a:t>.</a:t>
          </a:r>
          <a:endParaRPr lang="en-IN" sz="2800" kern="1200" dirty="0"/>
        </a:p>
        <a:p>
          <a:pPr marL="285750" lvl="1" indent="-285750" algn="just" defTabSz="1244600">
            <a:lnSpc>
              <a:spcPct val="90000"/>
            </a:lnSpc>
            <a:spcBef>
              <a:spcPct val="0"/>
            </a:spcBef>
            <a:spcAft>
              <a:spcPct val="15000"/>
            </a:spcAft>
            <a:buChar char="••"/>
          </a:pPr>
          <a:r>
            <a:rPr lang="en-US" sz="2800" b="0" kern="1200" dirty="0"/>
            <a:t>The phonocardiogram is obtained either with a chest microphone or with a miniature sensor in the tip of a small tubular instrument that is introduced via the blood vessels into one of the heart chambers. </a:t>
          </a:r>
          <a:endParaRPr lang="en-IN" sz="2800" kern="1200" dirty="0"/>
        </a:p>
        <a:p>
          <a:pPr marL="285750" lvl="1" indent="-285750" algn="just" defTabSz="1244600">
            <a:lnSpc>
              <a:spcPct val="90000"/>
            </a:lnSpc>
            <a:spcBef>
              <a:spcPct val="0"/>
            </a:spcBef>
            <a:spcAft>
              <a:spcPct val="15000"/>
            </a:spcAft>
            <a:buChar char="••"/>
          </a:pPr>
          <a:r>
            <a:rPr lang="en-US" sz="2800" b="0" kern="1200" dirty="0"/>
            <a:t>The phonocardiogram usually supplements the information obtained by listening to body sounds with a stethoscope (auscultation) and is of special diagnostic value when performed simultaneously with measurement of the electrical properties of the heart (electrocardiography) and pulse rate.</a:t>
          </a:r>
          <a:endParaRPr lang="en-IN" sz="2800" kern="1200" dirty="0"/>
        </a:p>
      </dsp:txBody>
      <dsp:txXfrm>
        <a:off x="0" y="1135137"/>
        <a:ext cx="10907823" cy="5352749"/>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0631A3-3156-4AD2-BAC5-7EDF54CDF6FB}">
      <dsp:nvSpPr>
        <dsp:cNvPr id="0" name=""/>
        <dsp:cNvSpPr/>
      </dsp:nvSpPr>
      <dsp:spPr>
        <a:xfrm>
          <a:off x="0" y="0"/>
          <a:ext cx="10919638" cy="12168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just" defTabSz="1244600">
            <a:lnSpc>
              <a:spcPct val="90000"/>
            </a:lnSpc>
            <a:spcBef>
              <a:spcPct val="0"/>
            </a:spcBef>
            <a:spcAft>
              <a:spcPct val="35000"/>
            </a:spcAft>
          </a:pPr>
          <a:r>
            <a:rPr lang="en-US" sz="2800" b="0" i="0" kern="1200" dirty="0"/>
            <a:t>The </a:t>
          </a:r>
          <a:r>
            <a:rPr lang="en-US" sz="2800" b="1" i="0" kern="1200" dirty="0"/>
            <a:t>ballistocardiograph</a:t>
          </a:r>
          <a:r>
            <a:rPr lang="en-US" sz="2800" b="0" i="0" kern="1200" dirty="0"/>
            <a:t> (</a:t>
          </a:r>
          <a:r>
            <a:rPr lang="en-US" sz="2800" b="1" i="0" kern="1200" dirty="0"/>
            <a:t>BCG</a:t>
          </a:r>
          <a:r>
            <a:rPr lang="en-US" sz="2800" b="0" i="0" kern="1200" dirty="0"/>
            <a:t>) is a measure of ballistic forces generated by the heart.</a:t>
          </a:r>
          <a:endParaRPr lang="en-IN" sz="2800" kern="1200" dirty="0"/>
        </a:p>
      </dsp:txBody>
      <dsp:txXfrm>
        <a:off x="59399" y="59399"/>
        <a:ext cx="10800840" cy="1098002"/>
      </dsp:txXfrm>
    </dsp:sp>
    <dsp:sp modelId="{6DC70730-5A40-4DA9-A25D-E0FB39E3BF21}">
      <dsp:nvSpPr>
        <dsp:cNvPr id="0" name=""/>
        <dsp:cNvSpPr/>
      </dsp:nvSpPr>
      <dsp:spPr>
        <a:xfrm>
          <a:off x="0" y="1375136"/>
          <a:ext cx="10919638" cy="27582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6699" tIns="35560" rIns="199136" bIns="35560" numCol="1" spcCol="1270" anchor="t" anchorCtr="0">
          <a:noAutofit/>
        </a:bodyPr>
        <a:lstStyle/>
        <a:p>
          <a:pPr marL="285750" lvl="1" indent="-285750" algn="just" defTabSz="1244600">
            <a:lnSpc>
              <a:spcPct val="90000"/>
            </a:lnSpc>
            <a:spcBef>
              <a:spcPct val="0"/>
            </a:spcBef>
            <a:spcAft>
              <a:spcPct val="20000"/>
            </a:spcAft>
            <a:buChar char="••"/>
          </a:pPr>
          <a:r>
            <a:rPr lang="en-US" sz="2800" kern="1200" dirty="0"/>
            <a:t>The heartbeat results in motion of the body, which in turn causes movements in a suspended supporting structure, usually a special table or bed on which the subject is lying, and these movements are recorded photographically (</a:t>
          </a:r>
          <a:r>
            <a:rPr lang="en-US" sz="2800" kern="1200" dirty="0" err="1"/>
            <a:t>ballistocardiogram</a:t>
          </a:r>
          <a:r>
            <a:rPr lang="en-US" sz="2800" kern="1200" dirty="0"/>
            <a:t>, or BCG) as a series of waves. </a:t>
          </a:r>
          <a:endParaRPr lang="en-IN" sz="2800" kern="1200" dirty="0"/>
        </a:p>
        <a:p>
          <a:pPr marL="285750" lvl="1" indent="-285750" algn="just" defTabSz="1244600">
            <a:lnSpc>
              <a:spcPct val="90000"/>
            </a:lnSpc>
            <a:spcBef>
              <a:spcPct val="0"/>
            </a:spcBef>
            <a:spcAft>
              <a:spcPct val="20000"/>
            </a:spcAft>
            <a:buChar char="••"/>
          </a:pPr>
          <a:r>
            <a:rPr lang="en-US" sz="2800" kern="1200" dirty="0" err="1"/>
            <a:t>Ballistocardiography</a:t>
          </a:r>
          <a:r>
            <a:rPr lang="en-US" sz="2800" kern="1200" dirty="0"/>
            <a:t>, graphic recording of the stroke volume of the heart for the purpose of calculating cardiac output. </a:t>
          </a:r>
          <a:endParaRPr lang="en-IN" sz="2800" kern="1200" dirty="0"/>
        </a:p>
      </dsp:txBody>
      <dsp:txXfrm>
        <a:off x="0" y="1375136"/>
        <a:ext cx="10919638" cy="2758274"/>
      </dsp:txXfrm>
    </dsp:sp>
    <dsp:sp modelId="{8BF93D66-1364-4A6F-B54C-84313E32D3DC}">
      <dsp:nvSpPr>
        <dsp:cNvPr id="0" name=""/>
        <dsp:cNvSpPr/>
      </dsp:nvSpPr>
      <dsp:spPr>
        <a:xfrm>
          <a:off x="0" y="4133411"/>
          <a:ext cx="10919638" cy="12168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just" defTabSz="1244600">
            <a:lnSpc>
              <a:spcPct val="90000"/>
            </a:lnSpc>
            <a:spcBef>
              <a:spcPct val="0"/>
            </a:spcBef>
            <a:spcAft>
              <a:spcPct val="35000"/>
            </a:spcAft>
          </a:pPr>
          <a:r>
            <a:rPr lang="en-US" sz="2800" kern="1200" dirty="0"/>
            <a:t>Ballistocardiograph is an instrument that records the movement imparted to the body with each beat of the heart cycle. </a:t>
          </a:r>
          <a:endParaRPr lang="en-IN" sz="2800" kern="1200" dirty="0"/>
        </a:p>
      </dsp:txBody>
      <dsp:txXfrm>
        <a:off x="59399" y="4192810"/>
        <a:ext cx="10800840" cy="1098002"/>
      </dsp:txXfrm>
    </dsp:sp>
    <dsp:sp modelId="{4772E360-7F74-4275-AFB3-2A6B41BAE93C}">
      <dsp:nvSpPr>
        <dsp:cNvPr id="0" name=""/>
        <dsp:cNvSpPr/>
      </dsp:nvSpPr>
      <dsp:spPr>
        <a:xfrm>
          <a:off x="0" y="5350212"/>
          <a:ext cx="10919638" cy="1076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6699" tIns="35560" rIns="199136" bIns="35560" numCol="1" spcCol="1270" anchor="t" anchorCtr="0">
          <a:noAutofit/>
        </a:bodyPr>
        <a:lstStyle/>
        <a:p>
          <a:pPr marL="285750" lvl="1" indent="-285750" algn="just" defTabSz="1244600">
            <a:lnSpc>
              <a:spcPct val="90000"/>
            </a:lnSpc>
            <a:spcBef>
              <a:spcPct val="0"/>
            </a:spcBef>
            <a:spcAft>
              <a:spcPct val="20000"/>
            </a:spcAft>
            <a:buChar char="••"/>
          </a:pPr>
          <a:r>
            <a:rPr lang="en-US" sz="2800" kern="1200" dirty="0"/>
            <a:t>These movements occur during the ventricular contractions of the heart muscle when the blood is ejected with sufficient force. </a:t>
          </a:r>
          <a:endParaRPr lang="en-IN" sz="2800" kern="1200" dirty="0"/>
        </a:p>
      </dsp:txBody>
      <dsp:txXfrm>
        <a:off x="0" y="5350212"/>
        <a:ext cx="10919638" cy="1076400"/>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BCA8443-65B2-428C-9B3A-A22344CBF751}">
      <dsp:nvSpPr>
        <dsp:cNvPr id="0" name=""/>
        <dsp:cNvSpPr/>
      </dsp:nvSpPr>
      <dsp:spPr>
        <a:xfrm>
          <a:off x="0" y="74482"/>
          <a:ext cx="10599479" cy="19679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lvl="0" algn="just" defTabSz="1289050">
            <a:lnSpc>
              <a:spcPct val="90000"/>
            </a:lnSpc>
            <a:spcBef>
              <a:spcPct val="0"/>
            </a:spcBef>
            <a:spcAft>
              <a:spcPct val="35000"/>
            </a:spcAft>
          </a:pPr>
          <a:r>
            <a:rPr lang="en-US" sz="2900" kern="1200" dirty="0"/>
            <a:t>The </a:t>
          </a:r>
          <a:r>
            <a:rPr lang="en-US" sz="2900" b="1" kern="1200" dirty="0"/>
            <a:t>BCG</a:t>
          </a:r>
          <a:r>
            <a:rPr lang="en-US" sz="2900" kern="1200" dirty="0"/>
            <a:t> is one of the </a:t>
          </a:r>
          <a:r>
            <a:rPr lang="en-US" sz="2900" b="1" kern="1200" dirty="0"/>
            <a:t>most sensitive measures of the force of the heartbeat</a:t>
          </a:r>
          <a:r>
            <a:rPr lang="en-US" sz="2900" kern="1200" dirty="0"/>
            <a:t>, and an abnormality appearing in the BCG of an apparently healthy subject aged 40, or younger, may be suggestive of symptomatic coronary disease. </a:t>
          </a:r>
          <a:endParaRPr lang="en-IN" sz="2900" kern="1200" dirty="0"/>
        </a:p>
      </dsp:txBody>
      <dsp:txXfrm>
        <a:off x="96067" y="170549"/>
        <a:ext cx="10407345" cy="1775806"/>
      </dsp:txXfrm>
    </dsp:sp>
    <dsp:sp modelId="{BBB0BF25-8613-416D-A00B-0FD0EB3E3A3F}">
      <dsp:nvSpPr>
        <dsp:cNvPr id="0" name=""/>
        <dsp:cNvSpPr/>
      </dsp:nvSpPr>
      <dsp:spPr>
        <a:xfrm>
          <a:off x="0" y="2125942"/>
          <a:ext cx="10599479" cy="19679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lvl="0" algn="just" defTabSz="1289050">
            <a:lnSpc>
              <a:spcPct val="90000"/>
            </a:lnSpc>
            <a:spcBef>
              <a:spcPct val="0"/>
            </a:spcBef>
            <a:spcAft>
              <a:spcPct val="35000"/>
            </a:spcAft>
          </a:pPr>
          <a:r>
            <a:rPr lang="en-US" sz="2900" kern="1200" dirty="0"/>
            <a:t>The validated model reveals that the principal mechanism for the genesis of the BCG waves is blood pressure gradients in the ascending and descending aorta. </a:t>
          </a:r>
        </a:p>
      </dsp:txBody>
      <dsp:txXfrm>
        <a:off x="96067" y="2222009"/>
        <a:ext cx="10407345" cy="1775806"/>
      </dsp:txXfrm>
    </dsp:sp>
    <dsp:sp modelId="{28EA8879-475E-46EB-BD8B-AFF1EFA06B65}">
      <dsp:nvSpPr>
        <dsp:cNvPr id="0" name=""/>
        <dsp:cNvSpPr/>
      </dsp:nvSpPr>
      <dsp:spPr>
        <a:xfrm>
          <a:off x="0" y="4177402"/>
          <a:ext cx="10599479" cy="19679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lvl="0" algn="just" defTabSz="1289050">
            <a:lnSpc>
              <a:spcPct val="90000"/>
            </a:lnSpc>
            <a:spcBef>
              <a:spcPct val="0"/>
            </a:spcBef>
            <a:spcAft>
              <a:spcPct val="35000"/>
            </a:spcAft>
          </a:pPr>
          <a:r>
            <a:rPr lang="en-US" sz="2900" kern="1200" dirty="0"/>
            <a:t>This new mechanistic insight may be exploited to allow BCG to realize its potential for unobtrusive monitoring and diagnosis of cardiovascular health and disease.</a:t>
          </a:r>
          <a:endParaRPr lang="en-IN" sz="2900" kern="1200" dirty="0"/>
        </a:p>
      </dsp:txBody>
      <dsp:txXfrm>
        <a:off x="96067" y="4273469"/>
        <a:ext cx="10407345" cy="1775806"/>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314DFA-D283-4E59-8158-2D6A033F261E}">
      <dsp:nvSpPr>
        <dsp:cNvPr id="0" name=""/>
        <dsp:cNvSpPr/>
      </dsp:nvSpPr>
      <dsp:spPr>
        <a:xfrm>
          <a:off x="0" y="21107"/>
          <a:ext cx="10826750" cy="8928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6032" tIns="146304" rIns="256032" bIns="146304" numCol="1" spcCol="1270" anchor="ctr" anchorCtr="0">
          <a:noAutofit/>
        </a:bodyPr>
        <a:lstStyle/>
        <a:p>
          <a:pPr lvl="0" algn="ctr" defTabSz="1600200">
            <a:lnSpc>
              <a:spcPct val="90000"/>
            </a:lnSpc>
            <a:spcBef>
              <a:spcPct val="0"/>
            </a:spcBef>
            <a:spcAft>
              <a:spcPct val="35000"/>
            </a:spcAft>
          </a:pPr>
          <a:r>
            <a:rPr lang="en-IN" sz="3600" b="1" kern="1200" dirty="0">
              <a:effectLst>
                <a:outerShdw blurRad="38100" dist="38100" dir="2700000" algn="tl">
                  <a:srgbClr val="000000">
                    <a:alpha val="43137"/>
                  </a:srgbClr>
                </a:outerShdw>
              </a:effectLst>
              <a:latin typeface="+mj-lt"/>
            </a:rPr>
            <a:t>Pulse Oximeter</a:t>
          </a:r>
        </a:p>
      </dsp:txBody>
      <dsp:txXfrm>
        <a:off x="0" y="21107"/>
        <a:ext cx="10826750" cy="892800"/>
      </dsp:txXfrm>
    </dsp:sp>
    <dsp:sp modelId="{274746B1-717D-4143-B3FF-9EFF94B45306}">
      <dsp:nvSpPr>
        <dsp:cNvPr id="0" name=""/>
        <dsp:cNvSpPr/>
      </dsp:nvSpPr>
      <dsp:spPr>
        <a:xfrm>
          <a:off x="0" y="913907"/>
          <a:ext cx="10826750" cy="578646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5354" tIns="165354" rIns="220472" bIns="248031" numCol="1" spcCol="1270" anchor="t" anchorCtr="0">
          <a:noAutofit/>
        </a:bodyPr>
        <a:lstStyle/>
        <a:p>
          <a:pPr marL="285750" lvl="1" indent="-285750" algn="just" defTabSz="1377950">
            <a:lnSpc>
              <a:spcPct val="90000"/>
            </a:lnSpc>
            <a:spcBef>
              <a:spcPct val="0"/>
            </a:spcBef>
            <a:spcAft>
              <a:spcPct val="15000"/>
            </a:spcAft>
            <a:buChar char="••"/>
          </a:pPr>
          <a:r>
            <a:rPr lang="en-US" sz="3100" b="0" i="0" kern="1200" dirty="0"/>
            <a:t>Pulse oximetry is a noninvasive test that measures the oxygen saturation level of your blood.</a:t>
          </a:r>
          <a:endParaRPr lang="en-IN" sz="3100" kern="1200" dirty="0"/>
        </a:p>
        <a:p>
          <a:pPr marL="285750" lvl="1" indent="-285750" algn="just" defTabSz="1377950">
            <a:lnSpc>
              <a:spcPct val="90000"/>
            </a:lnSpc>
            <a:spcBef>
              <a:spcPct val="0"/>
            </a:spcBef>
            <a:spcAft>
              <a:spcPct val="15000"/>
            </a:spcAft>
            <a:buChar char="••"/>
          </a:pPr>
          <a:r>
            <a:rPr lang="en-US" sz="3100" b="0" i="0" kern="1200" dirty="0"/>
            <a:t>It can rapidly </a:t>
          </a:r>
          <a:r>
            <a:rPr lang="en-US" sz="3100" b="1" i="0" kern="1200" dirty="0"/>
            <a:t>detec</a:t>
          </a:r>
          <a:r>
            <a:rPr lang="en-US" sz="3100" b="0" i="0" kern="1200" dirty="0"/>
            <a:t>t even small </a:t>
          </a:r>
          <a:r>
            <a:rPr lang="en-US" sz="3100" b="1" i="0" kern="1200" dirty="0"/>
            <a:t>changes in oxygen levels</a:t>
          </a:r>
          <a:r>
            <a:rPr lang="en-US" sz="3100" b="0" i="0" kern="1200" dirty="0"/>
            <a:t>. </a:t>
          </a:r>
          <a:endParaRPr lang="en-IN" sz="3100" kern="1200" dirty="0"/>
        </a:p>
        <a:p>
          <a:pPr marL="285750" lvl="1" indent="-285750" algn="just" defTabSz="1377950">
            <a:lnSpc>
              <a:spcPct val="90000"/>
            </a:lnSpc>
            <a:spcBef>
              <a:spcPct val="0"/>
            </a:spcBef>
            <a:spcAft>
              <a:spcPct val="15000"/>
            </a:spcAft>
            <a:buChar char="••"/>
          </a:pPr>
          <a:r>
            <a:rPr lang="en-US" sz="3100" b="0" i="0" kern="1200" dirty="0"/>
            <a:t>These levels show how efficiently blood is carrying oxygen to the extremities furthest from your heart, including your arms and legs.</a:t>
          </a:r>
          <a:endParaRPr lang="en-IN" sz="3100" kern="1200" dirty="0"/>
        </a:p>
        <a:p>
          <a:pPr marL="285750" lvl="1" indent="-285750" algn="just" defTabSz="1377950">
            <a:lnSpc>
              <a:spcPct val="90000"/>
            </a:lnSpc>
            <a:spcBef>
              <a:spcPct val="0"/>
            </a:spcBef>
            <a:spcAft>
              <a:spcPct val="15000"/>
            </a:spcAft>
            <a:buChar char="••"/>
          </a:pPr>
          <a:r>
            <a:rPr lang="en-US" sz="3100" b="0" i="0" kern="1200" dirty="0"/>
            <a:t>The pulse oximeter is a small, clip-like device </a:t>
          </a:r>
          <a:r>
            <a:rPr lang="en-US" sz="3100" kern="1200" dirty="0"/>
            <a:t>that is usually placed on a fingertip. </a:t>
          </a:r>
          <a:endParaRPr lang="en-IN" sz="3100" kern="1200" dirty="0"/>
        </a:p>
        <a:p>
          <a:pPr marL="285750" lvl="1" indent="-285750" algn="just" defTabSz="1377950">
            <a:lnSpc>
              <a:spcPct val="90000"/>
            </a:lnSpc>
            <a:spcBef>
              <a:spcPct val="0"/>
            </a:spcBef>
            <a:spcAft>
              <a:spcPct val="15000"/>
            </a:spcAft>
            <a:buChar char="••"/>
          </a:pPr>
          <a:r>
            <a:rPr lang="en-US" sz="3100" b="1" kern="1200" dirty="0"/>
            <a:t>It uses light beams to estimate the oxygen saturation </a:t>
          </a:r>
          <a:r>
            <a:rPr lang="en-US" sz="3100" kern="1200" dirty="0"/>
            <a:t>of the blood and the pulse rate. </a:t>
          </a:r>
          <a:endParaRPr lang="en-IN" sz="3100" kern="1200" dirty="0"/>
        </a:p>
        <a:p>
          <a:pPr marL="285750" lvl="1" indent="-285750" algn="just" defTabSz="1377950">
            <a:lnSpc>
              <a:spcPct val="90000"/>
            </a:lnSpc>
            <a:spcBef>
              <a:spcPct val="0"/>
            </a:spcBef>
            <a:spcAft>
              <a:spcPct val="15000"/>
            </a:spcAft>
            <a:buChar char="••"/>
          </a:pPr>
          <a:r>
            <a:rPr lang="en-US" sz="3100" b="1" kern="1200" dirty="0"/>
            <a:t>Oxygen saturation gives information about the amount of oxygen carried in the blood</a:t>
          </a:r>
          <a:r>
            <a:rPr lang="en-US" sz="3100" kern="1200" dirty="0"/>
            <a:t>. </a:t>
          </a:r>
          <a:endParaRPr lang="en-IN" sz="3100" kern="1200" dirty="0"/>
        </a:p>
      </dsp:txBody>
      <dsp:txXfrm>
        <a:off x="0" y="913907"/>
        <a:ext cx="10826750" cy="5786460"/>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0F5189-21D5-4D68-BA88-EF309BA4BDDA}">
      <dsp:nvSpPr>
        <dsp:cNvPr id="0" name=""/>
        <dsp:cNvSpPr/>
      </dsp:nvSpPr>
      <dsp:spPr>
        <a:xfrm>
          <a:off x="0" y="522981"/>
          <a:ext cx="11000014" cy="119355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just" defTabSz="1244600">
            <a:lnSpc>
              <a:spcPct val="90000"/>
            </a:lnSpc>
            <a:spcBef>
              <a:spcPct val="0"/>
            </a:spcBef>
            <a:spcAft>
              <a:spcPct val="35000"/>
            </a:spcAft>
          </a:pPr>
          <a:r>
            <a:rPr lang="en-US" sz="2800" kern="1200" dirty="0"/>
            <a:t>The pulse oximeter can estimate the amount of oxygen in the blood without having to draw a blood sample. </a:t>
          </a:r>
          <a:endParaRPr lang="en-IN" sz="2800" kern="1200" dirty="0"/>
        </a:p>
      </dsp:txBody>
      <dsp:txXfrm>
        <a:off x="58265" y="581246"/>
        <a:ext cx="10883484" cy="1077028"/>
      </dsp:txXfrm>
    </dsp:sp>
    <dsp:sp modelId="{E5EB4AFE-CE70-48C3-9FB8-DC81320545B2}">
      <dsp:nvSpPr>
        <dsp:cNvPr id="0" name=""/>
        <dsp:cNvSpPr/>
      </dsp:nvSpPr>
      <dsp:spPr>
        <a:xfrm>
          <a:off x="0" y="1828101"/>
          <a:ext cx="11000014" cy="14227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9250" tIns="30480" rIns="170688" bIns="30480" numCol="1" spcCol="1270" anchor="t" anchorCtr="0">
          <a:noAutofit/>
        </a:bodyPr>
        <a:lstStyle/>
        <a:p>
          <a:pPr marL="228600" lvl="1" indent="-228600" algn="just" defTabSz="1066800">
            <a:lnSpc>
              <a:spcPct val="90000"/>
            </a:lnSpc>
            <a:spcBef>
              <a:spcPct val="0"/>
            </a:spcBef>
            <a:spcAft>
              <a:spcPct val="20000"/>
            </a:spcAft>
            <a:buChar char="••"/>
          </a:pPr>
          <a:r>
            <a:rPr lang="en-US" sz="2400" kern="1200" dirty="0"/>
            <a:t>The principle of operation of pulse oximeter is based on the concept that the </a:t>
          </a:r>
          <a:r>
            <a:rPr lang="en-US" sz="2400" b="1" kern="1200" dirty="0"/>
            <a:t>arterial oxygen saturation determinations can be made using two wavelengths</a:t>
          </a:r>
          <a:r>
            <a:rPr lang="en-US" sz="2400" kern="1200" dirty="0"/>
            <a:t>. </a:t>
          </a:r>
          <a:endParaRPr lang="en-IN" sz="2400" kern="1200" dirty="0"/>
        </a:p>
        <a:p>
          <a:pPr marL="228600" lvl="1" indent="-228600" algn="just" defTabSz="1066800">
            <a:lnSpc>
              <a:spcPct val="90000"/>
            </a:lnSpc>
            <a:spcBef>
              <a:spcPct val="0"/>
            </a:spcBef>
            <a:spcAft>
              <a:spcPct val="20000"/>
            </a:spcAft>
            <a:buChar char="••"/>
          </a:pPr>
          <a:r>
            <a:rPr lang="en-US" sz="2400" kern="1200" dirty="0"/>
            <a:t>These two wavelengths assume two absorbers namely: </a:t>
          </a:r>
          <a:r>
            <a:rPr lang="en-US" sz="2400" b="1" kern="1200" dirty="0" err="1"/>
            <a:t>Oxyhaemoglobin</a:t>
          </a:r>
          <a:r>
            <a:rPr lang="en-US" sz="2400" kern="1200" dirty="0"/>
            <a:t> (HbO</a:t>
          </a:r>
          <a:r>
            <a:rPr lang="en-US" sz="2400" kern="1200" baseline="-25000" dirty="0"/>
            <a:t>2</a:t>
          </a:r>
          <a:r>
            <a:rPr lang="en-US" sz="2400" kern="1200" dirty="0"/>
            <a:t>) and </a:t>
          </a:r>
          <a:r>
            <a:rPr lang="en-US" sz="2400" b="1" kern="1200" dirty="0" err="1"/>
            <a:t>Haemoglobin</a:t>
          </a:r>
          <a:r>
            <a:rPr lang="en-US" sz="2400" kern="1200" dirty="0"/>
            <a:t> (Hb). </a:t>
          </a:r>
          <a:endParaRPr lang="en-IN" sz="2400" kern="1200" dirty="0"/>
        </a:p>
      </dsp:txBody>
      <dsp:txXfrm>
        <a:off x="0" y="1828101"/>
        <a:ext cx="11000014" cy="1422769"/>
      </dsp:txXfrm>
    </dsp:sp>
    <dsp:sp modelId="{4B854459-D4B6-4B26-BE60-B3CF0B80A06A}">
      <dsp:nvSpPr>
        <dsp:cNvPr id="0" name=""/>
        <dsp:cNvSpPr/>
      </dsp:nvSpPr>
      <dsp:spPr>
        <a:xfrm>
          <a:off x="0" y="3479336"/>
          <a:ext cx="11000014" cy="10070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just" defTabSz="1244600">
            <a:lnSpc>
              <a:spcPct val="90000"/>
            </a:lnSpc>
            <a:spcBef>
              <a:spcPct val="0"/>
            </a:spcBef>
            <a:spcAft>
              <a:spcPct val="35000"/>
            </a:spcAft>
          </a:pPr>
          <a:r>
            <a:rPr lang="en-US" sz="2800" kern="1200" dirty="0"/>
            <a:t>The instrument consists of a pair of small LEDs facing a photodiode (photosensor). </a:t>
          </a:r>
          <a:endParaRPr lang="en-IN" sz="2800" kern="1200" dirty="0"/>
        </a:p>
      </dsp:txBody>
      <dsp:txXfrm>
        <a:off x="49159" y="3528495"/>
        <a:ext cx="10901696" cy="908702"/>
      </dsp:txXfrm>
    </dsp:sp>
    <dsp:sp modelId="{8CA5B2FA-3E2A-4C6C-B422-DDF9C000258B}">
      <dsp:nvSpPr>
        <dsp:cNvPr id="0" name=""/>
        <dsp:cNvSpPr/>
      </dsp:nvSpPr>
      <dsp:spPr>
        <a:xfrm>
          <a:off x="0" y="4638843"/>
          <a:ext cx="11000014" cy="13507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9250" tIns="30480" rIns="170688" bIns="30480" numCol="1" spcCol="1270" anchor="t" anchorCtr="0">
          <a:noAutofit/>
        </a:bodyPr>
        <a:lstStyle/>
        <a:p>
          <a:pPr marL="228600" lvl="1" indent="-228600" algn="just" defTabSz="1066800">
            <a:lnSpc>
              <a:spcPct val="90000"/>
            </a:lnSpc>
            <a:spcBef>
              <a:spcPct val="0"/>
            </a:spcBef>
            <a:spcAft>
              <a:spcPct val="20000"/>
            </a:spcAft>
            <a:buChar char="••"/>
          </a:pPr>
          <a:r>
            <a:rPr lang="en-US" sz="2400" kern="1200" dirty="0"/>
            <a:t>The </a:t>
          </a:r>
          <a:r>
            <a:rPr lang="en-US" sz="2400" b="1" kern="1200" dirty="0"/>
            <a:t>light</a:t>
          </a:r>
          <a:r>
            <a:rPr lang="en-US" sz="2400" kern="1200" dirty="0"/>
            <a:t> from the LEDs, </a:t>
          </a:r>
          <a:r>
            <a:rPr lang="en-US" sz="2400" b="1" kern="1200" dirty="0"/>
            <a:t>passes through a translucent part </a:t>
          </a:r>
          <a:r>
            <a:rPr lang="en-US" sz="2400" kern="1200" dirty="0"/>
            <a:t>of the patient’s body generally forefinger. </a:t>
          </a:r>
          <a:endParaRPr lang="en-IN" sz="2400" kern="1200" dirty="0"/>
        </a:p>
        <a:p>
          <a:pPr marL="228600" lvl="1" indent="-228600" algn="just" defTabSz="1066800">
            <a:lnSpc>
              <a:spcPct val="90000"/>
            </a:lnSpc>
            <a:spcBef>
              <a:spcPct val="0"/>
            </a:spcBef>
            <a:spcAft>
              <a:spcPct val="20000"/>
            </a:spcAft>
            <a:buChar char="••"/>
          </a:pPr>
          <a:r>
            <a:rPr lang="en-US" sz="2400" kern="1200" dirty="0"/>
            <a:t>One of these two LEDs transmits </a:t>
          </a:r>
          <a:r>
            <a:rPr lang="en-US" sz="2400" b="1" kern="1200" dirty="0"/>
            <a:t>infrared light </a:t>
          </a:r>
          <a:r>
            <a:rPr lang="en-US" sz="2400" kern="1200" dirty="0"/>
            <a:t>at a wavelength of approximately </a:t>
          </a:r>
          <a:r>
            <a:rPr lang="en-US" sz="2400" b="1" kern="1200" dirty="0"/>
            <a:t>940 nm </a:t>
          </a:r>
          <a:r>
            <a:rPr lang="en-US" sz="2400" kern="1200" dirty="0"/>
            <a:t>while the other </a:t>
          </a:r>
          <a:r>
            <a:rPr lang="en-US" sz="2400" b="1" kern="1200" dirty="0"/>
            <a:t>transmitting light </a:t>
          </a:r>
          <a:r>
            <a:rPr lang="en-US" sz="2400" kern="1200" dirty="0"/>
            <a:t>at approximately </a:t>
          </a:r>
          <a:r>
            <a:rPr lang="en-US" sz="2400" b="1" kern="1200" dirty="0"/>
            <a:t>660 nm</a:t>
          </a:r>
          <a:r>
            <a:rPr lang="en-US" sz="2400" kern="1200" dirty="0"/>
            <a:t>. </a:t>
          </a:r>
          <a:endParaRPr lang="en-IN" sz="2400" kern="1200" dirty="0"/>
        </a:p>
      </dsp:txBody>
      <dsp:txXfrm>
        <a:off x="0" y="4638843"/>
        <a:ext cx="11000014" cy="1350791"/>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089BBA-71B7-437A-88BE-A7748E645347}">
      <dsp:nvSpPr>
        <dsp:cNvPr id="0" name=""/>
        <dsp:cNvSpPr/>
      </dsp:nvSpPr>
      <dsp:spPr>
        <a:xfrm>
          <a:off x="0" y="132697"/>
          <a:ext cx="10986770" cy="93600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lvl="0" algn="just" defTabSz="1155700">
            <a:lnSpc>
              <a:spcPct val="90000"/>
            </a:lnSpc>
            <a:spcBef>
              <a:spcPct val="0"/>
            </a:spcBef>
            <a:spcAft>
              <a:spcPct val="35000"/>
            </a:spcAft>
          </a:pPr>
          <a:r>
            <a:rPr lang="en-US" sz="2600" b="0" i="0" kern="1200" dirty="0"/>
            <a:t>The pulse oximeter operates on the principle of </a:t>
          </a:r>
          <a:r>
            <a:rPr lang="en-US" sz="2600" b="1" i="0" kern="1200" dirty="0"/>
            <a:t>absorption of light</a:t>
          </a:r>
          <a:r>
            <a:rPr lang="en-US" sz="2600" b="0" i="0" kern="1200" dirty="0"/>
            <a:t> by the solutes in a solution.</a:t>
          </a:r>
          <a:endParaRPr lang="en-IN" sz="2600" kern="1200" dirty="0"/>
        </a:p>
      </dsp:txBody>
      <dsp:txXfrm>
        <a:off x="45692" y="178389"/>
        <a:ext cx="10895386" cy="844621"/>
      </dsp:txXfrm>
    </dsp:sp>
    <dsp:sp modelId="{3F599203-222D-49D5-A974-1061ACB98F50}">
      <dsp:nvSpPr>
        <dsp:cNvPr id="0" name=""/>
        <dsp:cNvSpPr/>
      </dsp:nvSpPr>
      <dsp:spPr>
        <a:xfrm>
          <a:off x="0" y="1068703"/>
          <a:ext cx="10986770" cy="10598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8830" tIns="30480" rIns="170688" bIns="30480" numCol="1" spcCol="1270" anchor="t" anchorCtr="0">
          <a:noAutofit/>
        </a:bodyPr>
        <a:lstStyle/>
        <a:p>
          <a:pPr marL="228600" lvl="1" indent="-228600" algn="just" defTabSz="1066800">
            <a:lnSpc>
              <a:spcPct val="90000"/>
            </a:lnSpc>
            <a:spcBef>
              <a:spcPct val="0"/>
            </a:spcBef>
            <a:spcAft>
              <a:spcPct val="20000"/>
            </a:spcAft>
            <a:buChar char="••"/>
          </a:pPr>
          <a:r>
            <a:rPr lang="en-US" sz="2400" b="0" i="0" kern="1200" dirty="0"/>
            <a:t>The </a:t>
          </a:r>
          <a:r>
            <a:rPr lang="en-US" sz="2400" b="1" i="0" kern="1200" dirty="0"/>
            <a:t>Beer-Lambert law </a:t>
          </a:r>
          <a:r>
            <a:rPr lang="en-US" sz="2400" b="0" i="0" kern="1200" dirty="0"/>
            <a:t>states that the amount of light absorbed by a solute is proportional to the concentration of the solute and the distance the light is transmitted through the solution.</a:t>
          </a:r>
          <a:endParaRPr lang="en-IN" sz="2400" kern="1200" dirty="0"/>
        </a:p>
      </dsp:txBody>
      <dsp:txXfrm>
        <a:off x="0" y="1068703"/>
        <a:ext cx="10986770" cy="1059840"/>
      </dsp:txXfrm>
    </dsp:sp>
    <dsp:sp modelId="{001F2BC1-C21F-42C0-A001-EFCE82421407}">
      <dsp:nvSpPr>
        <dsp:cNvPr id="0" name=""/>
        <dsp:cNvSpPr/>
      </dsp:nvSpPr>
      <dsp:spPr>
        <a:xfrm>
          <a:off x="0" y="2128543"/>
          <a:ext cx="10986770" cy="121447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lvl="0" algn="just" defTabSz="1155700">
            <a:lnSpc>
              <a:spcPct val="90000"/>
            </a:lnSpc>
            <a:spcBef>
              <a:spcPct val="0"/>
            </a:spcBef>
            <a:spcAft>
              <a:spcPct val="35000"/>
            </a:spcAft>
          </a:pPr>
          <a:r>
            <a:rPr lang="en-US" sz="2600" kern="1200" dirty="0"/>
            <a:t>The absorption of these select wavelengths of light through living tissues is significantly different for oxygenated </a:t>
          </a:r>
          <a:r>
            <a:rPr lang="en-US" sz="2600" kern="1200" dirty="0" err="1"/>
            <a:t>haemoglobin</a:t>
          </a:r>
          <a:r>
            <a:rPr lang="en-US" sz="2600" kern="1200" dirty="0"/>
            <a:t> (HbO</a:t>
          </a:r>
          <a:r>
            <a:rPr lang="en-US" sz="2600" kern="1200" baseline="-25000" dirty="0"/>
            <a:t>2</a:t>
          </a:r>
          <a:r>
            <a:rPr lang="en-US" sz="2600" kern="1200" dirty="0"/>
            <a:t>) and reduced </a:t>
          </a:r>
          <a:r>
            <a:rPr lang="en-US" sz="2600" kern="1200" dirty="0" err="1"/>
            <a:t>haemoglobin</a:t>
          </a:r>
          <a:r>
            <a:rPr lang="en-US" sz="2600" kern="1200" dirty="0"/>
            <a:t> (Hb). </a:t>
          </a:r>
          <a:endParaRPr lang="en-IN" sz="2600" kern="1200" dirty="0"/>
        </a:p>
      </dsp:txBody>
      <dsp:txXfrm>
        <a:off x="59286" y="2187829"/>
        <a:ext cx="10868198" cy="1095902"/>
      </dsp:txXfrm>
    </dsp:sp>
    <dsp:sp modelId="{96B92CA3-EDD9-4F4E-B75B-A6FD6274A95B}">
      <dsp:nvSpPr>
        <dsp:cNvPr id="0" name=""/>
        <dsp:cNvSpPr/>
      </dsp:nvSpPr>
      <dsp:spPr>
        <a:xfrm>
          <a:off x="0" y="3343017"/>
          <a:ext cx="10986770" cy="32457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8830" tIns="30480" rIns="170688" bIns="30480" numCol="1" spcCol="1270" anchor="t" anchorCtr="0">
          <a:noAutofit/>
        </a:bodyPr>
        <a:lstStyle/>
        <a:p>
          <a:pPr marL="228600" lvl="1" indent="-228600" algn="just" defTabSz="1066800">
            <a:lnSpc>
              <a:spcPct val="90000"/>
            </a:lnSpc>
            <a:spcBef>
              <a:spcPct val="0"/>
            </a:spcBef>
            <a:spcAft>
              <a:spcPct val="20000"/>
            </a:spcAft>
            <a:buChar char="••"/>
          </a:pPr>
          <a:r>
            <a:rPr lang="en-US" sz="2400" kern="1200" dirty="0"/>
            <a:t>The absorption of these selected wavelengths of light passing through living tissue is measured with a photodiode/photosensor. </a:t>
          </a:r>
          <a:endParaRPr lang="en-IN" sz="2400" kern="1200" dirty="0"/>
        </a:p>
        <a:p>
          <a:pPr marL="228600" lvl="1" indent="-228600" algn="just" defTabSz="1066800">
            <a:lnSpc>
              <a:spcPct val="90000"/>
            </a:lnSpc>
            <a:spcBef>
              <a:spcPct val="0"/>
            </a:spcBef>
            <a:spcAft>
              <a:spcPct val="20000"/>
            </a:spcAft>
            <a:buChar char="••"/>
          </a:pPr>
          <a:r>
            <a:rPr lang="en-US" sz="2400" kern="1200" dirty="0"/>
            <a:t>The output of the photodiode will have one signal that represents the </a:t>
          </a:r>
          <a:r>
            <a:rPr lang="en-US" sz="2400" b="1" kern="1200" dirty="0"/>
            <a:t>absorption of red light (660 nm) </a:t>
          </a:r>
          <a:r>
            <a:rPr lang="en-US" sz="2400" kern="1200" dirty="0"/>
            <a:t>and other signal that represents </a:t>
          </a:r>
          <a:r>
            <a:rPr lang="en-US" sz="2400" b="1" kern="1200" dirty="0"/>
            <a:t>infrared light (940 nm). </a:t>
          </a:r>
          <a:endParaRPr lang="en-IN" sz="2400" b="1" kern="1200" dirty="0"/>
        </a:p>
        <a:p>
          <a:pPr marL="228600" lvl="1" indent="-228600" algn="just" defTabSz="1066800">
            <a:lnSpc>
              <a:spcPct val="90000"/>
            </a:lnSpc>
            <a:spcBef>
              <a:spcPct val="0"/>
            </a:spcBef>
            <a:spcAft>
              <a:spcPct val="20000"/>
            </a:spcAft>
            <a:buChar char="••"/>
          </a:pPr>
          <a:r>
            <a:rPr lang="en-US" sz="2400" b="0" i="0" kern="1200" dirty="0"/>
            <a:t>In the red part of the spectrum, oxygenated </a:t>
          </a:r>
          <a:r>
            <a:rPr lang="en-US" sz="2400" b="0" i="0" kern="1200" dirty="0" err="1"/>
            <a:t>haemoglobin</a:t>
          </a:r>
          <a:r>
            <a:rPr lang="en-US" sz="2400" b="0" i="0" kern="1200" dirty="0"/>
            <a:t> absorbs less light than deoxygenated </a:t>
          </a:r>
          <a:r>
            <a:rPr lang="en-US" sz="2400" b="0" i="0" kern="1200" dirty="0" err="1"/>
            <a:t>haemoglobin</a:t>
          </a:r>
          <a:r>
            <a:rPr lang="en-US" sz="2400" b="0" i="0" kern="1200" dirty="0"/>
            <a:t>, while the reverse occurs in the infrared region.</a:t>
          </a:r>
          <a:endParaRPr lang="en-IN" sz="2400" kern="1200" dirty="0"/>
        </a:p>
        <a:p>
          <a:pPr marL="228600" lvl="1" indent="-228600" algn="just" defTabSz="1066800">
            <a:lnSpc>
              <a:spcPct val="90000"/>
            </a:lnSpc>
            <a:spcBef>
              <a:spcPct val="0"/>
            </a:spcBef>
            <a:spcAft>
              <a:spcPct val="20000"/>
            </a:spcAft>
            <a:buChar char="••"/>
          </a:pPr>
          <a:r>
            <a:rPr lang="en-US" sz="2400" kern="1200" dirty="0"/>
            <a:t>The </a:t>
          </a:r>
          <a:r>
            <a:rPr lang="en-US" sz="2400" b="1" kern="1200" dirty="0"/>
            <a:t>oxygen saturation is estimated from the Ratio (R) </a:t>
          </a:r>
          <a:r>
            <a:rPr lang="en-US" sz="2400" kern="1200" dirty="0"/>
            <a:t>of pulse-added red absorbance at 660 nm to the pulse-added infrared absorbances at 940 nm. </a:t>
          </a:r>
          <a:endParaRPr lang="en-IN" sz="2400" kern="1200" dirty="0"/>
        </a:p>
        <a:p>
          <a:pPr marL="228600" lvl="1" indent="-228600" algn="just" defTabSz="1066800">
            <a:lnSpc>
              <a:spcPct val="90000"/>
            </a:lnSpc>
            <a:spcBef>
              <a:spcPct val="0"/>
            </a:spcBef>
            <a:spcAft>
              <a:spcPct val="20000"/>
            </a:spcAft>
            <a:buChar char="••"/>
          </a:pPr>
          <a:r>
            <a:rPr lang="en-US" sz="2400" kern="1200" dirty="0"/>
            <a:t>Oxygen saturation values are between 95% and 100% for most healthy individuals.</a:t>
          </a:r>
          <a:endParaRPr lang="en-IN" sz="2400" kern="1200" dirty="0"/>
        </a:p>
      </dsp:txBody>
      <dsp:txXfrm>
        <a:off x="0" y="3343017"/>
        <a:ext cx="10986770" cy="3245760"/>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7/5/2023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7/5/2023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0" i="0" dirty="0">
                <a:solidFill>
                  <a:srgbClr val="202124"/>
                </a:solidFill>
                <a:effectLst/>
                <a:latin typeface="Google Sans"/>
              </a:rPr>
              <a:t>Sagittal: </a:t>
            </a:r>
            <a:r>
              <a:rPr lang="en-US" b="0" i="0" dirty="0">
                <a:solidFill>
                  <a:srgbClr val="202124"/>
                </a:solidFill>
                <a:effectLst/>
                <a:latin typeface="arial" panose="020B0604020202020204" pitchFamily="34" charset="0"/>
              </a:rPr>
              <a:t>of or in a plane parallel to the sagittal suture, especially that dividing the body into left and right halves.</a:t>
            </a:r>
            <a:endParaRPr lang="en-IN" dirty="0"/>
          </a:p>
        </p:txBody>
      </p:sp>
      <p:sp>
        <p:nvSpPr>
          <p:cNvPr id="4" name="Slide Number Placeholder 3"/>
          <p:cNvSpPr>
            <a:spLocks noGrp="1"/>
          </p:cNvSpPr>
          <p:nvPr>
            <p:ph type="sldNum" sz="quarter" idx="5"/>
          </p:nvPr>
        </p:nvSpPr>
        <p:spPr/>
        <p:txBody>
          <a:bodyPr/>
          <a:lstStyle/>
          <a:p>
            <a:fld id="{60732FBC-CC67-4B17-8935-02F23E3364AC}" type="slidenum">
              <a:rPr lang="en-US" smtClean="0"/>
              <a:pPr/>
              <a:t>15</a:t>
            </a:fld>
            <a:endParaRPr lang="en-US"/>
          </a:p>
        </p:txBody>
      </p:sp>
    </p:spTree>
    <p:extLst>
      <p:ext uri="{BB962C8B-B14F-4D97-AF65-F5344CB8AC3E}">
        <p14:creationId xmlns:p14="http://schemas.microsoft.com/office/powerpoint/2010/main" val="25764996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mn-lt"/>
              </a:rPr>
              <a:t>Ischemic heart disease: </a:t>
            </a:r>
            <a:r>
              <a:rPr lang="en-US" b="0" i="0" dirty="0">
                <a:solidFill>
                  <a:srgbClr val="202124"/>
                </a:solidFill>
                <a:effectLst/>
                <a:latin typeface="arial" panose="020B0604020202020204" pitchFamily="34" charset="0"/>
              </a:rPr>
              <a:t>It's the term given </a:t>
            </a:r>
            <a:r>
              <a:rPr lang="en-US" b="1" i="0" dirty="0">
                <a:solidFill>
                  <a:srgbClr val="202124"/>
                </a:solidFill>
                <a:effectLst/>
                <a:latin typeface="arial" panose="020B0604020202020204" pitchFamily="34" charset="0"/>
              </a:rPr>
              <a:t>to heart problems caused by narrowed heart arteries</a:t>
            </a:r>
            <a:r>
              <a:rPr lang="en-US" b="0" i="0" dirty="0">
                <a:solidFill>
                  <a:srgbClr val="202124"/>
                </a:solidFill>
                <a:effectLst/>
                <a:latin typeface="arial" panose="020B0604020202020204" pitchFamily="34" charset="0"/>
              </a:rPr>
              <a:t>.</a:t>
            </a:r>
            <a:endParaRPr lang="en-IN" dirty="0"/>
          </a:p>
          <a:p>
            <a:endParaRPr lang="en-IN" dirty="0"/>
          </a:p>
        </p:txBody>
      </p:sp>
      <p:sp>
        <p:nvSpPr>
          <p:cNvPr id="4" name="Slide Number Placeholder 3"/>
          <p:cNvSpPr>
            <a:spLocks noGrp="1"/>
          </p:cNvSpPr>
          <p:nvPr>
            <p:ph type="sldNum" sz="quarter" idx="5"/>
          </p:nvPr>
        </p:nvSpPr>
        <p:spPr/>
        <p:txBody>
          <a:bodyPr/>
          <a:lstStyle/>
          <a:p>
            <a:fld id="{60732FBC-CC67-4B17-8935-02F23E3364AC}" type="slidenum">
              <a:rPr lang="en-US" smtClean="0"/>
              <a:pPr/>
              <a:t>17</a:t>
            </a:fld>
            <a:endParaRPr lang="en-US"/>
          </a:p>
        </p:txBody>
      </p:sp>
    </p:spTree>
    <p:extLst>
      <p:ext uri="{BB962C8B-B14F-4D97-AF65-F5344CB8AC3E}">
        <p14:creationId xmlns:p14="http://schemas.microsoft.com/office/powerpoint/2010/main" val="15675814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02124"/>
                </a:solidFill>
                <a:effectLst/>
                <a:latin typeface="arial" panose="020B0604020202020204" pitchFamily="34" charset="0"/>
              </a:rPr>
              <a:t>A ballistic body is a free-moving body with momentum which can be subject to forces such as the forces exerted by pressurized gases from a gun barrel or a propelling nozzle, normal force by rifling, and </a:t>
            </a:r>
            <a:r>
              <a:rPr lang="en-US" b="1" i="0" dirty="0">
                <a:solidFill>
                  <a:srgbClr val="202124"/>
                </a:solidFill>
                <a:effectLst/>
                <a:latin typeface="arial" panose="020B0604020202020204" pitchFamily="34" charset="0"/>
              </a:rPr>
              <a:t>gravity</a:t>
            </a:r>
            <a:r>
              <a:rPr lang="en-US" b="0" i="0" dirty="0">
                <a:solidFill>
                  <a:srgbClr val="202124"/>
                </a:solidFill>
                <a:effectLst/>
                <a:latin typeface="arial" panose="020B0604020202020204" pitchFamily="34" charset="0"/>
              </a:rPr>
              <a:t> and air drag during flight.</a:t>
            </a:r>
            <a:endParaRPr lang="en-IN" dirty="0"/>
          </a:p>
        </p:txBody>
      </p:sp>
      <p:sp>
        <p:nvSpPr>
          <p:cNvPr id="4" name="Slide Number Placeholder 3"/>
          <p:cNvSpPr>
            <a:spLocks noGrp="1"/>
          </p:cNvSpPr>
          <p:nvPr>
            <p:ph type="sldNum" sz="quarter" idx="5"/>
          </p:nvPr>
        </p:nvSpPr>
        <p:spPr/>
        <p:txBody>
          <a:bodyPr/>
          <a:lstStyle/>
          <a:p>
            <a:fld id="{60732FBC-CC67-4B17-8935-02F23E3364AC}" type="slidenum">
              <a:rPr lang="en-US" smtClean="0"/>
              <a:pPr/>
              <a:t>21</a:t>
            </a:fld>
            <a:endParaRPr lang="en-US"/>
          </a:p>
        </p:txBody>
      </p:sp>
    </p:spTree>
    <p:extLst>
      <p:ext uri="{BB962C8B-B14F-4D97-AF65-F5344CB8AC3E}">
        <p14:creationId xmlns:p14="http://schemas.microsoft.com/office/powerpoint/2010/main" val="2896554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0732FBC-CC67-4B17-8935-02F23E3364AC}" type="slidenum">
              <a:rPr lang="en-US" smtClean="0"/>
              <a:pPr/>
              <a:t>22</a:t>
            </a:fld>
            <a:endParaRPr lang="en-US"/>
          </a:p>
        </p:txBody>
      </p:sp>
    </p:spTree>
    <p:extLst>
      <p:ext uri="{BB962C8B-B14F-4D97-AF65-F5344CB8AC3E}">
        <p14:creationId xmlns:p14="http://schemas.microsoft.com/office/powerpoint/2010/main" val="14035202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atin typeface="+mn-lt"/>
              </a:defRPr>
            </a:lvl1pPr>
          </a:lstStyle>
          <a:p>
            <a:r>
              <a:rPr lang="en-US" dirty="0"/>
              <a:t>Click to edit Master title style</a:t>
            </a:r>
          </a:p>
        </p:txBody>
      </p:sp>
      <p:sp>
        <p:nvSpPr>
          <p:cNvPr id="3" name="Content Placeholder 2"/>
          <p:cNvSpPr>
            <a:spLocks noGrp="1"/>
          </p:cNvSpPr>
          <p:nvPr>
            <p:ph idx="1"/>
          </p:nvPr>
        </p:nvSpPr>
        <p:spPr/>
        <p:txBody>
          <a:bodyPr>
            <a:normAutofit/>
          </a:bodyPr>
          <a:lstStyle>
            <a:lvl1pPr>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dirty="0"/>
              <a:t>Click to edit Master title style</a:t>
            </a:r>
          </a:p>
        </p:txBody>
      </p:sp>
      <p:sp>
        <p:nvSpPr>
          <p:cNvPr id="3" name="Content Placeholder 2"/>
          <p:cNvSpPr>
            <a:spLocks noGrp="1"/>
          </p:cNvSpPr>
          <p:nvPr>
            <p:ph sz="half" idx="1"/>
          </p:nvPr>
        </p:nvSpPr>
        <p:spPr>
          <a:xfrm>
            <a:off x="838200" y="1825625"/>
            <a:ext cx="5181600" cy="4351338"/>
          </a:xfrm>
        </p:spPr>
        <p:txBody>
          <a:bodyPr/>
          <a:lstStyle>
            <a:lvl1pPr>
              <a:defRPr sz="2400"/>
            </a:lvl1pPr>
            <a:lvl2pPr>
              <a:defRPr sz="2400"/>
            </a:lvl2pPr>
            <a:lvl3pPr>
              <a:defRPr sz="2400"/>
            </a:lvl3pPr>
            <a:lvl4pPr>
              <a:defRPr sz="24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5"/>
            <a:ext cx="5181600" cy="4351338"/>
          </a:xfrm>
        </p:spPr>
        <p:txBody>
          <a:bodyPr>
            <a:normAutofit/>
          </a:bodyPr>
          <a:lstStyle>
            <a:lvl1pPr>
              <a:defRPr sz="2400"/>
            </a:lvl1pPr>
            <a:lvl2pPr>
              <a:defRPr sz="2400"/>
            </a:lvl2pPr>
            <a:lvl3pPr>
              <a:defRPr sz="2400"/>
            </a:lvl3pPr>
            <a:lvl4pPr>
              <a:defRPr sz="24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7/5/2023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microsoft.com/office/2007/relationships/hdphoto" Target="../media/hdphoto1.wdp"/><Relationship Id="rId5" Type="http://schemas.openxmlformats.org/officeDocument/2006/relationships/image" Target="../media/image7.png"/><Relationship Id="rId4" Type="http://schemas.openxmlformats.org/officeDocument/2006/relationships/image" Target="../media/image6.emf"/></Relationships>
</file>

<file path=ppt/slides/_rels/slide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hyperlink" Target="https://images.app.goo.gl/5obqqxo93P2UBmdU6" TargetMode="External"/><Relationship Id="rId1" Type="http://schemas.openxmlformats.org/officeDocument/2006/relationships/slideLayout" Target="../slideLayouts/slideLayout6.xml"/><Relationship Id="rId4" Type="http://schemas.openxmlformats.org/officeDocument/2006/relationships/image" Target="../media/image9.jpeg"/></Relationships>
</file>

<file path=ppt/slides/_rels/slide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10.png"/><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7.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7.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7.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7.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7.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7.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7.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7.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7.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7.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15.xml"/><Relationship Id="rId7" Type="http://schemas.microsoft.com/office/2007/relationships/diagramDrawing" Target="../diagrams/drawing15.xml"/><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diagramColors" Target="../diagrams/colors15.xml"/><Relationship Id="rId5" Type="http://schemas.openxmlformats.org/officeDocument/2006/relationships/diagramQuickStyle" Target="../diagrams/quickStyle15.xml"/><Relationship Id="rId4" Type="http://schemas.openxmlformats.org/officeDocument/2006/relationships/diagramLayout" Target="../diagrams/layout15.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16.xml"/><Relationship Id="rId7" Type="http://schemas.microsoft.com/office/2007/relationships/diagramDrawing" Target="../diagrams/drawing16.xml"/><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diagramColors" Target="../diagrams/colors16.xml"/><Relationship Id="rId5" Type="http://schemas.openxmlformats.org/officeDocument/2006/relationships/diagramQuickStyle" Target="../diagrams/quickStyle16.xml"/><Relationship Id="rId4" Type="http://schemas.openxmlformats.org/officeDocument/2006/relationships/diagramLayout" Target="../diagrams/layout16.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17.xml"/><Relationship Id="rId2" Type="http://schemas.openxmlformats.org/officeDocument/2006/relationships/diagramData" Target="../diagrams/data17.xml"/><Relationship Id="rId1" Type="http://schemas.openxmlformats.org/officeDocument/2006/relationships/slideLayout" Target="../slideLayouts/slideLayout7.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18.xml"/><Relationship Id="rId2" Type="http://schemas.openxmlformats.org/officeDocument/2006/relationships/diagramData" Target="../diagrams/data18.xml"/><Relationship Id="rId1" Type="http://schemas.openxmlformats.org/officeDocument/2006/relationships/slideLayout" Target="../slideLayouts/slideLayout7.xml"/><Relationship Id="rId6" Type="http://schemas.microsoft.com/office/2007/relationships/diagramDrawing" Target="../diagrams/drawing18.xml"/><Relationship Id="rId5" Type="http://schemas.openxmlformats.org/officeDocument/2006/relationships/diagramColors" Target="../diagrams/colors18.xml"/><Relationship Id="rId4" Type="http://schemas.openxmlformats.org/officeDocument/2006/relationships/diagramQuickStyle" Target="../diagrams/quickStyle18.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19.xml"/><Relationship Id="rId2" Type="http://schemas.openxmlformats.org/officeDocument/2006/relationships/diagramData" Target="../diagrams/data19.xml"/><Relationship Id="rId1" Type="http://schemas.openxmlformats.org/officeDocument/2006/relationships/slideLayout" Target="../slideLayouts/slideLayout7.xml"/><Relationship Id="rId6" Type="http://schemas.microsoft.com/office/2007/relationships/diagramDrawing" Target="../diagrams/drawing19.xml"/><Relationship Id="rId5" Type="http://schemas.openxmlformats.org/officeDocument/2006/relationships/diagramColors" Target="../diagrams/colors19.xml"/><Relationship Id="rId4" Type="http://schemas.openxmlformats.org/officeDocument/2006/relationships/diagramQuickStyle" Target="../diagrams/quickStyle19.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20.xml"/><Relationship Id="rId2" Type="http://schemas.openxmlformats.org/officeDocument/2006/relationships/diagramData" Target="../diagrams/data20.xml"/><Relationship Id="rId1" Type="http://schemas.openxmlformats.org/officeDocument/2006/relationships/slideLayout" Target="../slideLayouts/slideLayout7.xml"/><Relationship Id="rId6" Type="http://schemas.microsoft.com/office/2007/relationships/diagramDrawing" Target="../diagrams/drawing20.xml"/><Relationship Id="rId5" Type="http://schemas.openxmlformats.org/officeDocument/2006/relationships/diagramColors" Target="../diagrams/colors20.xml"/><Relationship Id="rId4" Type="http://schemas.openxmlformats.org/officeDocument/2006/relationships/diagramQuickStyle" Target="../diagrams/quickStyle20.xml"/></Relationships>
</file>

<file path=ppt/slides/_rels/slide27.xml.rels><?xml version="1.0" encoding="UTF-8" standalone="yes"?>
<Relationships xmlns="http://schemas.openxmlformats.org/package/2006/relationships"><Relationship Id="rId2" Type="http://schemas.openxmlformats.org/officeDocument/2006/relationships/hyperlink" Target="https://doi.org/10.1385/1-59259-863-3:291"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3.xml"/><Relationship Id="rId1" Type="http://schemas.openxmlformats.org/officeDocument/2006/relationships/vmlDrawing" Target="../drawings/vmlDrawing2.vml"/><Relationship Id="rId4" Type="http://schemas.openxmlformats.org/officeDocument/2006/relationships/image" Target="../media/image6.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4421" y="5427341"/>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Wingdings" panose="05000000000000000000" pitchFamily="2" charset="2"/>
              <a:buChar char="Ø"/>
            </a:pPr>
            <a:r>
              <a:rPr lang="en-US" b="1">
                <a:solidFill>
                  <a:schemeClr val="accent1"/>
                </a:solidFill>
                <a:latin typeface="Arial" panose="020B0604020202020204" pitchFamily="34" charset="0"/>
              </a:rPr>
              <a:t>Signal conditioners</a:t>
            </a:r>
          </a:p>
          <a:p>
            <a:pPr marL="342900" indent="-342900">
              <a:buFont typeface="Wingdings" panose="05000000000000000000" pitchFamily="2" charset="2"/>
              <a:buChar char="Ø"/>
            </a:pPr>
            <a:r>
              <a:rPr lang="en-US" b="1">
                <a:solidFill>
                  <a:schemeClr val="accent1"/>
                </a:solidFill>
                <a:latin typeface="Arial" panose="020B0604020202020204" pitchFamily="34" charset="0"/>
              </a:rPr>
              <a:t>Preamplifiers</a:t>
            </a:r>
          </a:p>
          <a:p>
            <a:pPr marL="342900" indent="-342900">
              <a:buFont typeface="Wingdings" panose="05000000000000000000" pitchFamily="2" charset="2"/>
              <a:buChar char="Ø"/>
            </a:pPr>
            <a:r>
              <a:rPr lang="en-US" b="1">
                <a:solidFill>
                  <a:schemeClr val="accent1"/>
                </a:solidFill>
                <a:latin typeface="Arial" panose="020B0604020202020204" pitchFamily="34" charset="0"/>
              </a:rPr>
              <a:t>Differential Amplifier</a:t>
            </a:r>
          </a:p>
          <a:p>
            <a:pPr marL="342900" indent="-342900">
              <a:buFont typeface="Wingdings" panose="05000000000000000000" pitchFamily="2" charset="2"/>
              <a:buChar char="Ø"/>
            </a:pPr>
            <a:r>
              <a:rPr lang="en-US" b="1">
                <a:solidFill>
                  <a:schemeClr val="accent1"/>
                </a:solidFill>
                <a:latin typeface="Arial" panose="020B0604020202020204" pitchFamily="34" charset="0"/>
              </a:rPr>
              <a:t>Isolation Amplifier</a:t>
            </a:r>
            <a:endParaRPr lang="en-IN" b="1" dirty="0">
              <a:solidFill>
                <a:schemeClr val="accent1"/>
              </a:solidFill>
            </a:endParaRPr>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xmlns=""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a16="http://schemas.microsoft.com/office/drawing/2014/main" xmlns="" id="{CAD0D7B8-E462-453C-B296-CA0154FA54AE}"/>
              </a:ext>
            </a:extLst>
          </p:cNvPr>
          <p:cNvGraphicFramePr>
            <a:graphicFrameLocks noChangeAspect="1"/>
          </p:cNvGraphicFramePr>
          <p:nvPr>
            <p:extLst>
              <p:ext uri="{D42A27DB-BD31-4B8C-83A1-F6EECF244321}">
                <p14:modId xmlns:p14="http://schemas.microsoft.com/office/powerpoint/2010/main" val="4265215991"/>
              </p:ext>
            </p:extLst>
          </p:nvPr>
        </p:nvGraphicFramePr>
        <p:xfrm>
          <a:off x="-129704" y="2436777"/>
          <a:ext cx="3303056" cy="3148059"/>
        </p:xfrm>
        <a:graphic>
          <a:graphicData uri="http://schemas.openxmlformats.org/presentationml/2006/ole">
            <mc:AlternateContent xmlns:mc="http://schemas.openxmlformats.org/markup-compatibility/2006">
              <mc:Choice xmlns:v="urn:schemas-microsoft-com:vml" Requires="v">
                <p:oleObj spid="_x0000_s1027" name="CorelDRAW" r:id="rId3" imgW="2169000" imgH="2169360" progId="">
                  <p:embed/>
                </p:oleObj>
              </mc:Choice>
              <mc:Fallback>
                <p:oleObj name="CorelDRAW" r:id="rId3" imgW="2169000" imgH="2169360" progId="">
                  <p:embed/>
                  <p:pic>
                    <p:nvPicPr>
                      <p:cNvPr id="48" name="Object 47">
                        <a:extLst>
                          <a:ext uri="{FF2B5EF4-FFF2-40B4-BE49-F238E27FC236}">
                            <a16:creationId xmlns:a16="http://schemas.microsoft.com/office/drawing/2014/main" xmlns="" id="{CAD0D7B8-E462-453C-B296-CA0154FA54AE}"/>
                          </a:ext>
                        </a:extLst>
                      </p:cNvPr>
                      <p:cNvPicPr>
                        <a:picLocks noChangeAspect="1" noChangeArrowheads="1"/>
                      </p:cNvPicPr>
                      <p:nvPr/>
                    </p:nvPicPr>
                    <p:blipFill>
                      <a:blip r:embed="rId4">
                        <a:lum bright="76000"/>
                        <a:extLst>
                          <a:ext uri="{28A0092B-C50C-407E-A947-70E740481C1C}">
                            <a14:useLocalDpi xmlns:a14="http://schemas.microsoft.com/office/drawing/2010/main" val="0"/>
                          </a:ext>
                        </a:extLst>
                      </a:blip>
                      <a:srcRect/>
                      <a:stretch>
                        <a:fillRect/>
                      </a:stretch>
                    </p:blipFill>
                    <p:spPr bwMode="auto">
                      <a:xfrm>
                        <a:off x="-129704" y="2436777"/>
                        <a:ext cx="3303056" cy="31480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Right Triangle 36">
            <a:extLst>
              <a:ext uri="{FF2B5EF4-FFF2-40B4-BE49-F238E27FC236}">
                <a16:creationId xmlns:a16="http://schemas.microsoft.com/office/drawing/2014/main" xmlns="" id="{0983CA01-DED8-4A8A-82CA-5B1BE1DADB0C}"/>
              </a:ext>
            </a:extLst>
          </p:cNvPr>
          <p:cNvSpPr/>
          <p:nvPr/>
        </p:nvSpPr>
        <p:spPr>
          <a:xfrm flipH="1">
            <a:off x="7045437" y="-67307"/>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descr="This is a logo of chandigarh University" title="chandigarh university"/>
          <p:cNvPicPr>
            <a:picLocks noChangeAspect="1"/>
          </p:cNvPicPr>
          <p:nvPr/>
        </p:nvPicPr>
        <p:blipFill>
          <a:blip r:embed="rId5">
            <a:extLst>
              <a:ext uri="{BEBA8EAE-BF5A-486C-A8C5-ECC9F3942E4B}">
                <a14:imgProps xmlns:a14="http://schemas.microsoft.com/office/drawing/2010/main">
                  <a14:imgLayer r:embed="rId6">
                    <a14:imgEffect>
                      <a14:colorTemperature colorTemp="5742"/>
                    </a14:imgEffect>
                    <a14:imgEffect>
                      <a14:saturation sat="238000"/>
                    </a14:imgEffect>
                  </a14:imgLayer>
                </a14:imgProps>
              </a:ext>
              <a:ext uri="{28A0092B-C50C-407E-A947-70E740481C1C}">
                <a14:useLocalDpi xmlns:a14="http://schemas.microsoft.com/office/drawing/2010/main"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p:cNvSpPr txBox="1">
            <a:spLocks noChangeArrowheads="1"/>
          </p:cNvSpPr>
          <p:nvPr/>
        </p:nvSpPr>
        <p:spPr bwMode="auto">
          <a:xfrm>
            <a:off x="2604322" y="1463040"/>
            <a:ext cx="8126357" cy="3647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2800" b="1" dirty="0" smtClean="0">
                <a:latin typeface="Times New Roman" pitchFamily="18" charset="0"/>
                <a:ea typeface="Karla" pitchFamily="2" charset="0"/>
                <a:cs typeface="Times New Roman" pitchFamily="18" charset="0"/>
              </a:rPr>
              <a:t>UNIVERSITY INSTITUTE OF SCIENCES</a:t>
            </a:r>
          </a:p>
          <a:p>
            <a:pPr lvl="0" algn="ctr" defTabSz="622300">
              <a:lnSpc>
                <a:spcPct val="90000"/>
              </a:lnSpc>
              <a:spcBef>
                <a:spcPct val="0"/>
              </a:spcBef>
              <a:spcAft>
                <a:spcPct val="35000"/>
              </a:spcAft>
            </a:pPr>
            <a:r>
              <a:rPr lang="en-US" sz="2800" b="1" dirty="0" smtClean="0">
                <a:latin typeface="Times New Roman" pitchFamily="18" charset="0"/>
                <a:ea typeface="Karla" pitchFamily="2" charset="0"/>
                <a:cs typeface="Times New Roman" pitchFamily="18" charset="0"/>
              </a:rPr>
              <a:t>Academic </a:t>
            </a:r>
            <a:r>
              <a:rPr lang="en-US" sz="2800" b="1" smtClean="0">
                <a:latin typeface="Times New Roman" pitchFamily="18" charset="0"/>
                <a:ea typeface="Karla" pitchFamily="2" charset="0"/>
                <a:cs typeface="Times New Roman" pitchFamily="18" charset="0"/>
              </a:rPr>
              <a:t>Unit V</a:t>
            </a:r>
            <a:endParaRPr lang="en-US" sz="2800" b="1" dirty="0" smtClean="0">
              <a:latin typeface="Times New Roman" pitchFamily="18" charset="0"/>
              <a:ea typeface="Karla" pitchFamily="2" charset="0"/>
              <a:cs typeface="Times New Roman" pitchFamily="18" charset="0"/>
            </a:endParaRPr>
          </a:p>
          <a:p>
            <a:pPr lvl="0" algn="ctr" defTabSz="622300">
              <a:lnSpc>
                <a:spcPct val="90000"/>
              </a:lnSpc>
              <a:spcBef>
                <a:spcPct val="0"/>
              </a:spcBef>
              <a:spcAft>
                <a:spcPct val="35000"/>
              </a:spcAft>
            </a:pPr>
            <a:r>
              <a:rPr lang="en-US" sz="2800" dirty="0" smtClean="0">
                <a:latin typeface="Times New Roman" panose="02020603050405020304" pitchFamily="18" charset="0"/>
                <a:ea typeface="Calibri" panose="020F0502020204030204" pitchFamily="34" charset="0"/>
                <a:cs typeface="Times New Roman" panose="02020603050405020304" pitchFamily="18" charset="0"/>
              </a:rPr>
              <a:t>Bachelor of Engineering </a:t>
            </a:r>
          </a:p>
          <a:p>
            <a:pPr lvl="0" algn="ctr" defTabSz="622300">
              <a:lnSpc>
                <a:spcPct val="90000"/>
              </a:lnSpc>
              <a:spcBef>
                <a:spcPct val="0"/>
              </a:spcBef>
              <a:spcAft>
                <a:spcPct val="35000"/>
              </a:spcAft>
            </a:pPr>
            <a:r>
              <a:rPr lang="en-US" sz="2800" dirty="0" smtClean="0">
                <a:latin typeface="Times New Roman" panose="02020603050405020304" pitchFamily="18" charset="0"/>
                <a:ea typeface="Calibri" panose="020F0502020204030204" pitchFamily="34" charset="0"/>
                <a:cs typeface="Times New Roman" panose="02020603050405020304" pitchFamily="18" charset="0"/>
              </a:rPr>
              <a:t>(Computer Science &amp; Engineering) </a:t>
            </a:r>
          </a:p>
          <a:p>
            <a:pPr lvl="0" algn="ctr" defTabSz="622300">
              <a:lnSpc>
                <a:spcPct val="90000"/>
              </a:lnSpc>
              <a:spcBef>
                <a:spcPct val="0"/>
              </a:spcBef>
              <a:spcAft>
                <a:spcPct val="35000"/>
              </a:spcAft>
            </a:pPr>
            <a:r>
              <a:rPr lang="en-US" sz="2800" dirty="0" smtClean="0">
                <a:latin typeface="Times New Roman" panose="02020603050405020304" pitchFamily="18" charset="0"/>
                <a:ea typeface="Calibri" panose="020F0502020204030204" pitchFamily="34" charset="0"/>
                <a:cs typeface="Times New Roman" panose="02020603050405020304" pitchFamily="18" charset="0"/>
              </a:rPr>
              <a:t>Biology For Engineers </a:t>
            </a:r>
          </a:p>
          <a:p>
            <a:pPr lvl="0" algn="ctr" defTabSz="622300">
              <a:lnSpc>
                <a:spcPct val="90000"/>
              </a:lnSpc>
              <a:spcBef>
                <a:spcPct val="0"/>
              </a:spcBef>
              <a:spcAft>
                <a:spcPct val="35000"/>
              </a:spcAft>
            </a:pPr>
            <a:r>
              <a:rPr lang="en-US" sz="2800" dirty="0" smtClean="0">
                <a:latin typeface="Times New Roman" panose="02020603050405020304" pitchFamily="18" charset="0"/>
                <a:ea typeface="Calibri" panose="020F0502020204030204" pitchFamily="34" charset="0"/>
                <a:cs typeface="Times New Roman" panose="02020603050405020304" pitchFamily="18" charset="0"/>
              </a:rPr>
              <a:t>23SZT148</a:t>
            </a:r>
            <a:r>
              <a:rPr lang="en-US" sz="3200" b="1" dirty="0" smtClean="0">
                <a:solidFill>
                  <a:prstClr val="black">
                    <a:lumMod val="85000"/>
                    <a:lumOff val="15000"/>
                  </a:prstClr>
                </a:solidFill>
                <a:latin typeface="Times New Roman" panose="02020603050405020304" pitchFamily="18" charset="0"/>
                <a:cs typeface="Times New Roman" panose="02020603050405020304" pitchFamily="18" charset="0"/>
              </a:rPr>
              <a:t> </a:t>
            </a:r>
          </a:p>
          <a:p>
            <a:pPr eaLnBrk="1" hangingPunct="1"/>
            <a:endParaRPr lang="en-US" sz="1600" dirty="0">
              <a:latin typeface="Raleway ExtraBold" pitchFamily="34" charset="-52"/>
            </a:endParaRPr>
          </a:p>
        </p:txBody>
      </p:sp>
    </p:spTree>
    <p:extLst>
      <p:ext uri="{BB962C8B-B14F-4D97-AF65-F5344CB8AC3E}">
        <p14:creationId xmlns:p14="http://schemas.microsoft.com/office/powerpoint/2010/main" val="3585577689"/>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844A225-0C39-41B8-8156-52FA829B56EA}"/>
              </a:ext>
            </a:extLst>
          </p:cNvPr>
          <p:cNvSpPr>
            <a:spLocks noGrp="1"/>
          </p:cNvSpPr>
          <p:nvPr>
            <p:ph type="title"/>
          </p:nvPr>
        </p:nvSpPr>
        <p:spPr>
          <a:xfrm>
            <a:off x="1205327" y="921373"/>
            <a:ext cx="6056313" cy="715962"/>
          </a:xfrm>
        </p:spPr>
        <p:txBody>
          <a:bodyPr>
            <a:normAutofit/>
          </a:bodyPr>
          <a:lstStyle/>
          <a:p>
            <a:pPr algn="ctr" eaLnBrk="1" fontAlgn="auto" hangingPunct="1">
              <a:spcAft>
                <a:spcPts val="0"/>
              </a:spcAft>
              <a:defRPr/>
            </a:pPr>
            <a:r>
              <a:rPr lang="en-US" b="1" dirty="0">
                <a:solidFill>
                  <a:schemeClr val="tx1">
                    <a:lumMod val="75000"/>
                    <a:lumOff val="25000"/>
                  </a:schemeClr>
                </a:solidFill>
                <a:cs typeface="Times New Roman" panose="02020603050405020304" pitchFamily="18" charset="0"/>
              </a:rPr>
              <a:t>Course Outcome </a:t>
            </a:r>
            <a:endParaRPr lang="en-IN" dirty="0">
              <a:solidFill>
                <a:schemeClr val="tx1">
                  <a:lumMod val="75000"/>
                  <a:lumOff val="25000"/>
                </a:schemeClr>
              </a:solidFill>
            </a:endParaRPr>
          </a:p>
        </p:txBody>
      </p:sp>
      <p:graphicFrame>
        <p:nvGraphicFramePr>
          <p:cNvPr id="6" name="Table 5">
            <a:extLst>
              <a:ext uri="{FF2B5EF4-FFF2-40B4-BE49-F238E27FC236}">
                <a16:creationId xmlns:a16="http://schemas.microsoft.com/office/drawing/2014/main" xmlns="" id="{6F774966-ABEE-421A-86C4-FF2E9BD06FAB}"/>
              </a:ext>
            </a:extLst>
          </p:cNvPr>
          <p:cNvGraphicFramePr>
            <a:graphicFrameLocks noGrp="1"/>
          </p:cNvGraphicFramePr>
          <p:nvPr/>
        </p:nvGraphicFramePr>
        <p:xfrm>
          <a:off x="628650" y="1748790"/>
          <a:ext cx="6793327" cy="4336096"/>
        </p:xfrm>
        <a:graphic>
          <a:graphicData uri="http://schemas.openxmlformats.org/drawingml/2006/table">
            <a:tbl>
              <a:tblPr/>
              <a:tblGrid>
                <a:gridCol w="1045127">
                  <a:extLst>
                    <a:ext uri="{9D8B030D-6E8A-4147-A177-3AD203B41FA5}">
                      <a16:colId xmlns:a16="http://schemas.microsoft.com/office/drawing/2014/main" xmlns="" val="20000"/>
                    </a:ext>
                  </a:extLst>
                </a:gridCol>
                <a:gridCol w="4281977">
                  <a:extLst>
                    <a:ext uri="{9D8B030D-6E8A-4147-A177-3AD203B41FA5}">
                      <a16:colId xmlns:a16="http://schemas.microsoft.com/office/drawing/2014/main" xmlns="" val="20001"/>
                    </a:ext>
                  </a:extLst>
                </a:gridCol>
                <a:gridCol w="1466223">
                  <a:extLst>
                    <a:ext uri="{9D8B030D-6E8A-4147-A177-3AD203B41FA5}">
                      <a16:colId xmlns:a16="http://schemas.microsoft.com/office/drawing/2014/main" xmlns="" val="20002"/>
                    </a:ext>
                  </a:extLst>
                </a:gridCol>
              </a:tblGrid>
              <a:tr h="615007">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 Number</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Title </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Level </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615007">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CO1</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just" defTabSz="914400" rtl="0" eaLnBrk="1" fontAlgn="base" latinLnBrk="0" hangingPunct="1">
                        <a:lnSpc>
                          <a:spcPct val="115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Identify the biological concepts from an engineering perspective.</a:t>
                      </a:r>
                      <a:endPar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Remember</a:t>
                      </a:r>
                    </a:p>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 </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615007">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CO2</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just" defTabSz="914400" rtl="0" eaLnBrk="1" fontAlgn="base" latinLnBrk="0" hangingPunct="1">
                        <a:lnSpc>
                          <a:spcPct val="115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Development of artificial systems mimicking human action.</a:t>
                      </a:r>
                      <a:endPar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Understand </a:t>
                      </a:r>
                    </a:p>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 </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615007">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CO3</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just" defTabSz="914400" rtl="0" eaLnBrk="1" fontAlgn="base" latinLnBrk="0" hangingPunct="1">
                        <a:lnSpc>
                          <a:spcPct val="115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Explain the basic of genetics that helps to identify and formulate problems</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Understand</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1255693">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CO4</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just" defTabSz="914400" rtl="0" eaLnBrk="1" fontAlgn="base" latinLnBrk="0" hangingPunct="1">
                        <a:lnSpc>
                          <a:spcPct val="115000"/>
                        </a:lnSpc>
                        <a:spcBef>
                          <a:spcPct val="0"/>
                        </a:spcBef>
                        <a:spcAft>
                          <a:spcPts val="100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Apply knowledge of measurement system, biomedical recording system and biosensors to excel in areas such as entrepreneurship, medicine, government, and education.</a:t>
                      </a:r>
                    </a:p>
                  </a:txBody>
                  <a:tcPr marL="114300" marR="1143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Understand</a:t>
                      </a:r>
                    </a:p>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4"/>
                  </a:ext>
                </a:extLst>
              </a:tr>
              <a:tr h="620375">
                <a:tc>
                  <a:txBody>
                    <a:bodyPr/>
                    <a:lstStyle/>
                    <a:p>
                      <a:pPr marR="53975" algn="ctr">
                        <a:lnSpc>
                          <a:spcPct val="115000"/>
                        </a:lnSpc>
                        <a:spcAft>
                          <a:spcPts val="1000"/>
                        </a:spcAft>
                      </a:pPr>
                      <a:r>
                        <a:rPr lang="en-US" sz="1600" b="1" dirty="0">
                          <a:effectLst/>
                          <a:latin typeface="Times New Roman" panose="02020603050405020304" pitchFamily="18" charset="0"/>
                          <a:ea typeface="SimSun" panose="02010600030101010101" pitchFamily="2" charset="-122"/>
                          <a:cs typeface="SimSun" panose="02010600030101010101" pitchFamily="2" charset="-122"/>
                        </a:rPr>
                        <a:t>CO5</a:t>
                      </a:r>
                      <a:endParaRPr lang="en-IN" sz="1600" b="1" dirty="0">
                        <a:effectLst/>
                        <a:latin typeface="Calibri" panose="020F0502020204030204" pitchFamily="34" charset="0"/>
                        <a:ea typeface="SimSun" panose="02010600030101010101" pitchFamily="2" charset="-122"/>
                        <a:cs typeface="SimSun"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R="53975" algn="just">
                        <a:lnSpc>
                          <a:spcPct val="115000"/>
                        </a:lnSpc>
                        <a:spcAft>
                          <a:spcPts val="1000"/>
                        </a:spcAft>
                      </a:pPr>
                      <a:r>
                        <a:rPr lang="en-US" sz="1600" dirty="0">
                          <a:solidFill>
                            <a:srgbClr val="222222"/>
                          </a:solidFill>
                          <a:effectLst/>
                          <a:latin typeface="Times New Roman" panose="02020603050405020304" pitchFamily="18" charset="0"/>
                          <a:ea typeface="Times New Roman" panose="02020603050405020304" pitchFamily="18" charset="0"/>
                          <a:cs typeface="SimSun" panose="02010600030101010101" pitchFamily="2" charset="-122"/>
                        </a:rPr>
                        <a:t>Integrate biological principles for developing next generation technologies</a:t>
                      </a:r>
                      <a:endParaRPr lang="en-IN" sz="1600" dirty="0">
                        <a:effectLst/>
                        <a:latin typeface="Calibri" panose="020F0502020204030204" pitchFamily="34" charset="0"/>
                        <a:ea typeface="SimSun" panose="02010600030101010101" pitchFamily="2" charset="-122"/>
                        <a:cs typeface="SimSun"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3071748465"/>
                  </a:ext>
                </a:extLst>
              </a:tr>
            </a:tbl>
          </a:graphicData>
        </a:graphic>
      </p:graphicFrame>
      <p:sp>
        <p:nvSpPr>
          <p:cNvPr id="7" name="Rectangle 6">
            <a:extLst>
              <a:ext uri="{FF2B5EF4-FFF2-40B4-BE49-F238E27FC236}">
                <a16:creationId xmlns:a16="http://schemas.microsoft.com/office/drawing/2014/main" xmlns="" id="{A95C3D83-8F2E-42AB-9062-CA4D5D042D8B}"/>
              </a:ext>
            </a:extLst>
          </p:cNvPr>
          <p:cNvSpPr/>
          <p:nvPr/>
        </p:nvSpPr>
        <p:spPr>
          <a:xfrm>
            <a:off x="8169275" y="5022850"/>
            <a:ext cx="3300413" cy="6731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dirty="0">
                <a:solidFill>
                  <a:schemeClr val="tx1"/>
                </a:solidFill>
                <a:latin typeface="Times New Roman" panose="02020603050405020304" pitchFamily="18" charset="0"/>
                <a:cs typeface="Times New Roman" panose="02020603050405020304" pitchFamily="18" charset="0"/>
              </a:rPr>
              <a:t>Will be covered in this lecture</a:t>
            </a:r>
          </a:p>
        </p:txBody>
      </p:sp>
      <p:cxnSp>
        <p:nvCxnSpPr>
          <p:cNvPr id="8" name="Straight Arrow Connector 7">
            <a:extLst>
              <a:ext uri="{FF2B5EF4-FFF2-40B4-BE49-F238E27FC236}">
                <a16:creationId xmlns:a16="http://schemas.microsoft.com/office/drawing/2014/main" xmlns="" id="{65EE6DA7-3F8E-46CE-A5B7-337A4278EAE8}"/>
              </a:ext>
            </a:extLst>
          </p:cNvPr>
          <p:cNvCxnSpPr>
            <a:cxnSpLocks/>
          </p:cNvCxnSpPr>
          <p:nvPr/>
        </p:nvCxnSpPr>
        <p:spPr>
          <a:xfrm>
            <a:off x="7052310" y="4838700"/>
            <a:ext cx="1009015" cy="2603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271" name="Rectangle 9">
            <a:extLst>
              <a:ext uri="{FF2B5EF4-FFF2-40B4-BE49-F238E27FC236}">
                <a16:creationId xmlns:a16="http://schemas.microsoft.com/office/drawing/2014/main" xmlns="" id="{7D66934D-516E-4810-AFFC-286DF459E0F8}"/>
              </a:ext>
            </a:extLst>
          </p:cNvPr>
          <p:cNvSpPr>
            <a:spLocks noChangeArrowheads="1"/>
          </p:cNvSpPr>
          <p:nvPr/>
        </p:nvSpPr>
        <p:spPr bwMode="auto">
          <a:xfrm>
            <a:off x="7440613" y="5808663"/>
            <a:ext cx="475773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IN" altLang="en-US" sz="1200">
                <a:latin typeface="Times New Roman" panose="02020603050405020304" pitchFamily="18" charset="0"/>
                <a:cs typeface="Times New Roman" panose="02020603050405020304" pitchFamily="18" charset="0"/>
                <a:hlinkClick r:id="rId2"/>
              </a:rPr>
              <a:t>https://images.app.goo.gl/5obqqxo93P2UBmdU6</a:t>
            </a:r>
            <a:r>
              <a:rPr lang="en-IN" altLang="en-US" sz="1200">
                <a:latin typeface="Times New Roman" panose="02020603050405020304" pitchFamily="18" charset="0"/>
                <a:cs typeface="Times New Roman" panose="02020603050405020304" pitchFamily="18" charset="0"/>
              </a:rPr>
              <a:t> </a:t>
            </a:r>
          </a:p>
        </p:txBody>
      </p:sp>
      <p:pic>
        <p:nvPicPr>
          <p:cNvPr id="11" name="Picture 10">
            <a:extLst>
              <a:ext uri="{FF2B5EF4-FFF2-40B4-BE49-F238E27FC236}">
                <a16:creationId xmlns:a16="http://schemas.microsoft.com/office/drawing/2014/main" xmlns="" id="{C32C3D93-BD98-4C3E-83EC-BA125ECA14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63375" y="5219700"/>
            <a:ext cx="428625" cy="1638300"/>
          </a:xfrm>
          <a:prstGeom prst="rect">
            <a:avLst/>
          </a:prstGeom>
        </p:spPr>
      </p:pic>
      <p:pic>
        <p:nvPicPr>
          <p:cNvPr id="11266" name="Picture 2" descr="Embedded-Electronics: High CMRR Instrumentation Amplifier (Schematic and  Layout) design for biomedical applications">
            <a:extLst>
              <a:ext uri="{FF2B5EF4-FFF2-40B4-BE49-F238E27FC236}">
                <a16:creationId xmlns:a16="http://schemas.microsoft.com/office/drawing/2014/main" xmlns="" id="{5F5BDA82-0BDB-4168-970A-C43691EC1F11}"/>
              </a:ext>
            </a:extLst>
          </p:cNvPr>
          <p:cNvPicPr>
            <a:picLocks noChangeAspect="1" noChangeArrowheads="1"/>
          </p:cNvPicPr>
          <p:nvPr/>
        </p:nvPicPr>
        <p:blipFill>
          <a:blip r:embed="rId4">
            <a:duotone>
              <a:prstClr val="black"/>
              <a:schemeClr val="accent1">
                <a:tint val="45000"/>
                <a:satMod val="400000"/>
              </a:schemeClr>
            </a:duotone>
            <a:extLst>
              <a:ext uri="{28A0092B-C50C-407E-A947-70E740481C1C}">
                <a14:useLocalDpi xmlns:a14="http://schemas.microsoft.com/office/drawing/2010/main" val="0"/>
              </a:ext>
            </a:extLst>
          </a:blip>
          <a:srcRect/>
          <a:stretch>
            <a:fillRect/>
          </a:stretch>
        </p:blipFill>
        <p:spPr bwMode="auto">
          <a:xfrm>
            <a:off x="7493019" y="1748790"/>
            <a:ext cx="4532404" cy="316134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86CAAAA-1DAB-4779-A8F8-3B8B853C067E}"/>
              </a:ext>
            </a:extLst>
          </p:cNvPr>
          <p:cNvSpPr>
            <a:spLocks noGrp="1"/>
          </p:cNvSpPr>
          <p:nvPr>
            <p:ph type="title"/>
          </p:nvPr>
        </p:nvSpPr>
        <p:spPr>
          <a:xfrm>
            <a:off x="1134649" y="187577"/>
            <a:ext cx="10018712" cy="964649"/>
          </a:xfrm>
        </p:spPr>
        <p:txBody>
          <a:bodyPr/>
          <a:lstStyle/>
          <a:p>
            <a:pPr algn="ctr">
              <a:defRPr/>
            </a:pPr>
            <a:r>
              <a:rPr lang="en-US" sz="4400" b="1" dirty="0">
                <a:solidFill>
                  <a:schemeClr val="tx1">
                    <a:lumMod val="75000"/>
                    <a:lumOff val="25000"/>
                  </a:schemeClr>
                </a:solidFill>
                <a:cs typeface="Times New Roman" panose="02020603050405020304" pitchFamily="18" charset="0"/>
              </a:rPr>
              <a:t>SYLLABUS</a:t>
            </a:r>
            <a:endParaRPr lang="en-IN" dirty="0"/>
          </a:p>
        </p:txBody>
      </p:sp>
      <p:sp>
        <p:nvSpPr>
          <p:cNvPr id="11267" name="Content Placeholder 2">
            <a:extLst>
              <a:ext uri="{FF2B5EF4-FFF2-40B4-BE49-F238E27FC236}">
                <a16:creationId xmlns:a16="http://schemas.microsoft.com/office/drawing/2014/main" xmlns="" id="{F2A3BAA2-2588-43A9-8606-0FB507D22537}"/>
              </a:ext>
            </a:extLst>
          </p:cNvPr>
          <p:cNvSpPr>
            <a:spLocks noGrp="1" noChangeArrowheads="1"/>
          </p:cNvSpPr>
          <p:nvPr>
            <p:ph idx="1"/>
          </p:nvPr>
        </p:nvSpPr>
        <p:spPr/>
        <p:txBody>
          <a:bodyPr/>
          <a:lstStyle/>
          <a:p>
            <a:endParaRPr lang="en-IN" altLang="en-US"/>
          </a:p>
        </p:txBody>
      </p:sp>
      <p:graphicFrame>
        <p:nvGraphicFramePr>
          <p:cNvPr id="4" name="Content Placeholder 9">
            <a:extLst>
              <a:ext uri="{FF2B5EF4-FFF2-40B4-BE49-F238E27FC236}">
                <a16:creationId xmlns:a16="http://schemas.microsoft.com/office/drawing/2014/main" xmlns="" id="{133B9873-0D72-4F00-B232-68A50C2F664D}"/>
              </a:ext>
            </a:extLst>
          </p:cNvPr>
          <p:cNvGraphicFramePr>
            <a:graphicFrameLocks noGrp="1"/>
          </p:cNvGraphicFramePr>
          <p:nvPr/>
        </p:nvGraphicFramePr>
        <p:xfrm>
          <a:off x="901382" y="1109245"/>
          <a:ext cx="10485247" cy="5033736"/>
        </p:xfrm>
        <a:graphic>
          <a:graphicData uri="http://schemas.openxmlformats.org/drawingml/2006/table">
            <a:tbl>
              <a:tblPr/>
              <a:tblGrid>
                <a:gridCol w="2375218">
                  <a:extLst>
                    <a:ext uri="{9D8B030D-6E8A-4147-A177-3AD203B41FA5}">
                      <a16:colId xmlns:a16="http://schemas.microsoft.com/office/drawing/2014/main" xmlns="" val="20000"/>
                    </a:ext>
                  </a:extLst>
                </a:gridCol>
                <a:gridCol w="5772406">
                  <a:extLst>
                    <a:ext uri="{9D8B030D-6E8A-4147-A177-3AD203B41FA5}">
                      <a16:colId xmlns:a16="http://schemas.microsoft.com/office/drawing/2014/main" xmlns="" val="20001"/>
                    </a:ext>
                  </a:extLst>
                </a:gridCol>
                <a:gridCol w="2337623">
                  <a:extLst>
                    <a:ext uri="{9D8B030D-6E8A-4147-A177-3AD203B41FA5}">
                      <a16:colId xmlns:a16="http://schemas.microsoft.com/office/drawing/2014/main" xmlns="" val="20002"/>
                    </a:ext>
                  </a:extLst>
                </a:gridCol>
              </a:tblGrid>
              <a:tr h="433161">
                <a:tc>
                  <a:txBody>
                    <a:bodyPr/>
                    <a:lstStyle>
                      <a:lvl1pPr>
                        <a:spcBef>
                          <a:spcPct val="20000"/>
                        </a:spcBef>
                        <a:spcAft>
                          <a:spcPts val="600"/>
                        </a:spcAft>
                        <a:buClr>
                          <a:srgbClr val="8D1515"/>
                        </a:buClr>
                        <a:buSzPct val="145000"/>
                        <a:buFont typeface="Arial" panose="020B0604020202020204" pitchFamily="34" charset="0"/>
                        <a:defRPr sz="2000">
                          <a:solidFill>
                            <a:schemeClr val="tx1"/>
                          </a:solidFill>
                          <a:latin typeface="Arial" panose="020B0604020202020204" pitchFamily="34" charset="0"/>
                        </a:defRPr>
                      </a:lvl1pPr>
                      <a:lvl2pPr marL="742950" indent="-285750">
                        <a:spcBef>
                          <a:spcPct val="20000"/>
                        </a:spcBef>
                        <a:spcAft>
                          <a:spcPts val="600"/>
                        </a:spcAft>
                        <a:buClr>
                          <a:srgbClr val="8D1515"/>
                        </a:buClr>
                        <a:buSzPct val="145000"/>
                        <a:buFont typeface="Arial" panose="020B0604020202020204" pitchFamily="34" charset="0"/>
                        <a:defRPr>
                          <a:solidFill>
                            <a:schemeClr val="tx1"/>
                          </a:solidFill>
                          <a:latin typeface="Arial" panose="020B0604020202020204" pitchFamily="34" charset="0"/>
                        </a:defRPr>
                      </a:lvl2pPr>
                      <a:lvl3pPr marL="1143000" indent="-228600">
                        <a:spcBef>
                          <a:spcPct val="20000"/>
                        </a:spcBef>
                        <a:spcAft>
                          <a:spcPts val="600"/>
                        </a:spcAft>
                        <a:buClr>
                          <a:srgbClr val="8D1515"/>
                        </a:buClr>
                        <a:buSzPct val="145000"/>
                        <a:buFont typeface="Arial" panose="020B0604020202020204" pitchFamily="34" charset="0"/>
                        <a:defRPr sz="1600">
                          <a:solidFill>
                            <a:schemeClr val="tx1"/>
                          </a:solidFill>
                          <a:latin typeface="Arial" panose="020B0604020202020204" pitchFamily="34" charset="0"/>
                        </a:defRPr>
                      </a:lvl3pPr>
                      <a:lvl4pPr marL="1600200" indent="-228600">
                        <a:spcBef>
                          <a:spcPct val="20000"/>
                        </a:spcBef>
                        <a:spcAft>
                          <a:spcPts val="600"/>
                        </a:spcAft>
                        <a:buClr>
                          <a:srgbClr val="8D1515"/>
                        </a:buClr>
                        <a:buSzPct val="145000"/>
                        <a:buFont typeface="Arial" panose="020B0604020202020204" pitchFamily="34" charset="0"/>
                        <a:defRPr sz="1400">
                          <a:solidFill>
                            <a:schemeClr val="tx1"/>
                          </a:solidFill>
                          <a:latin typeface="Arial" panose="020B0604020202020204" pitchFamily="34" charset="0"/>
                        </a:defRPr>
                      </a:lvl4pPr>
                      <a:lvl5pPr marL="2057400" indent="-22860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5pPr>
                      <a:lvl6pPr marL="25146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6pPr>
                      <a:lvl7pPr marL="29718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7pPr>
                      <a:lvl8pPr marL="34290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8pPr>
                      <a:lvl9pPr marL="38862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9pPr>
                    </a:lstStyle>
                    <a:p>
                      <a:pPr marL="0" marR="0" lvl="0" indent="0" algn="l" defTabSz="9144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dirty="0">
                          <a:ln>
                            <a:noFill/>
                          </a:ln>
                          <a:solidFill>
                            <a:srgbClr val="FFFFFF"/>
                          </a:solidFill>
                          <a:effectLst/>
                          <a:latin typeface="Arial" panose="020B0604020202020204" pitchFamily="34" charset="0"/>
                        </a:rPr>
                        <a:t>Unit-3</a:t>
                      </a:r>
                      <a:endParaRPr kumimoji="0" lang="en-IN" altLang="en-US" sz="1800" b="1" i="0" u="none" strike="noStrike" cap="none" normalizeH="0" baseline="0" dirty="0">
                        <a:ln>
                          <a:noFill/>
                        </a:ln>
                        <a:solidFill>
                          <a:srgbClr val="FFFFFF"/>
                        </a:solidFill>
                        <a:effectLst/>
                        <a:latin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spcAft>
                          <a:spcPts val="600"/>
                        </a:spcAft>
                        <a:buClr>
                          <a:srgbClr val="8D1515"/>
                        </a:buClr>
                        <a:buSzPct val="145000"/>
                        <a:buFont typeface="Arial" panose="020B0604020202020204" pitchFamily="34" charset="0"/>
                        <a:defRPr sz="2000">
                          <a:solidFill>
                            <a:schemeClr val="tx1"/>
                          </a:solidFill>
                          <a:latin typeface="Arial" panose="020B0604020202020204" pitchFamily="34" charset="0"/>
                        </a:defRPr>
                      </a:lvl1pPr>
                      <a:lvl2pPr marL="742950" indent="-285750">
                        <a:spcBef>
                          <a:spcPct val="20000"/>
                        </a:spcBef>
                        <a:spcAft>
                          <a:spcPts val="600"/>
                        </a:spcAft>
                        <a:buClr>
                          <a:srgbClr val="8D1515"/>
                        </a:buClr>
                        <a:buSzPct val="145000"/>
                        <a:buFont typeface="Arial" panose="020B0604020202020204" pitchFamily="34" charset="0"/>
                        <a:defRPr>
                          <a:solidFill>
                            <a:schemeClr val="tx1"/>
                          </a:solidFill>
                          <a:latin typeface="Arial" panose="020B0604020202020204" pitchFamily="34" charset="0"/>
                        </a:defRPr>
                      </a:lvl2pPr>
                      <a:lvl3pPr marL="1143000" indent="-228600">
                        <a:spcBef>
                          <a:spcPct val="20000"/>
                        </a:spcBef>
                        <a:spcAft>
                          <a:spcPts val="600"/>
                        </a:spcAft>
                        <a:buClr>
                          <a:srgbClr val="8D1515"/>
                        </a:buClr>
                        <a:buSzPct val="145000"/>
                        <a:buFont typeface="Arial" panose="020B0604020202020204" pitchFamily="34" charset="0"/>
                        <a:defRPr sz="1600">
                          <a:solidFill>
                            <a:schemeClr val="tx1"/>
                          </a:solidFill>
                          <a:latin typeface="Arial" panose="020B0604020202020204" pitchFamily="34" charset="0"/>
                        </a:defRPr>
                      </a:lvl3pPr>
                      <a:lvl4pPr marL="1600200" indent="-228600">
                        <a:spcBef>
                          <a:spcPct val="20000"/>
                        </a:spcBef>
                        <a:spcAft>
                          <a:spcPts val="600"/>
                        </a:spcAft>
                        <a:buClr>
                          <a:srgbClr val="8D1515"/>
                        </a:buClr>
                        <a:buSzPct val="145000"/>
                        <a:buFont typeface="Arial" panose="020B0604020202020204" pitchFamily="34" charset="0"/>
                        <a:defRPr sz="1400">
                          <a:solidFill>
                            <a:schemeClr val="tx1"/>
                          </a:solidFill>
                          <a:latin typeface="Arial" panose="020B0604020202020204" pitchFamily="34" charset="0"/>
                        </a:defRPr>
                      </a:lvl4pPr>
                      <a:lvl5pPr marL="2057400" indent="-22860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5pPr>
                      <a:lvl6pPr marL="25146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6pPr>
                      <a:lvl7pPr marL="29718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7pPr>
                      <a:lvl8pPr marL="34290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8pPr>
                      <a:lvl9pPr marL="38862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dirty="0">
                          <a:ln>
                            <a:noFill/>
                          </a:ln>
                          <a:solidFill>
                            <a:srgbClr val="FFFFFF"/>
                          </a:solidFill>
                          <a:effectLst/>
                          <a:latin typeface="Arial" panose="020B0604020202020204" pitchFamily="34" charset="0"/>
                        </a:rPr>
                        <a:t>Bio Medical Instrumentation</a:t>
                      </a:r>
                      <a:endParaRPr kumimoji="0" lang="en-IN" altLang="en-US" sz="1800" b="1" i="0" u="none" strike="noStrike" cap="none" normalizeH="0" baseline="0" dirty="0">
                        <a:ln>
                          <a:noFill/>
                        </a:ln>
                        <a:solidFill>
                          <a:srgbClr val="FFFFFF"/>
                        </a:solidFill>
                        <a:effectLst/>
                        <a:latin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spcAft>
                          <a:spcPts val="600"/>
                        </a:spcAft>
                        <a:buClr>
                          <a:srgbClr val="8D1515"/>
                        </a:buClr>
                        <a:buSzPct val="145000"/>
                        <a:buFont typeface="Arial" panose="020B0604020202020204" pitchFamily="34" charset="0"/>
                        <a:defRPr sz="2000">
                          <a:solidFill>
                            <a:schemeClr val="tx1"/>
                          </a:solidFill>
                          <a:latin typeface="Arial" panose="020B0604020202020204" pitchFamily="34" charset="0"/>
                        </a:defRPr>
                      </a:lvl1pPr>
                      <a:lvl2pPr marL="742950" indent="-285750">
                        <a:spcBef>
                          <a:spcPct val="20000"/>
                        </a:spcBef>
                        <a:spcAft>
                          <a:spcPts val="600"/>
                        </a:spcAft>
                        <a:buClr>
                          <a:srgbClr val="8D1515"/>
                        </a:buClr>
                        <a:buSzPct val="145000"/>
                        <a:buFont typeface="Arial" panose="020B0604020202020204" pitchFamily="34" charset="0"/>
                        <a:defRPr>
                          <a:solidFill>
                            <a:schemeClr val="tx1"/>
                          </a:solidFill>
                          <a:latin typeface="Arial" panose="020B0604020202020204" pitchFamily="34" charset="0"/>
                        </a:defRPr>
                      </a:lvl2pPr>
                      <a:lvl3pPr marL="1143000" indent="-228600">
                        <a:spcBef>
                          <a:spcPct val="20000"/>
                        </a:spcBef>
                        <a:spcAft>
                          <a:spcPts val="600"/>
                        </a:spcAft>
                        <a:buClr>
                          <a:srgbClr val="8D1515"/>
                        </a:buClr>
                        <a:buSzPct val="145000"/>
                        <a:buFont typeface="Arial" panose="020B0604020202020204" pitchFamily="34" charset="0"/>
                        <a:defRPr sz="1600">
                          <a:solidFill>
                            <a:schemeClr val="tx1"/>
                          </a:solidFill>
                          <a:latin typeface="Arial" panose="020B0604020202020204" pitchFamily="34" charset="0"/>
                        </a:defRPr>
                      </a:lvl3pPr>
                      <a:lvl4pPr marL="1600200" indent="-228600">
                        <a:spcBef>
                          <a:spcPct val="20000"/>
                        </a:spcBef>
                        <a:spcAft>
                          <a:spcPts val="600"/>
                        </a:spcAft>
                        <a:buClr>
                          <a:srgbClr val="8D1515"/>
                        </a:buClr>
                        <a:buSzPct val="145000"/>
                        <a:buFont typeface="Arial" panose="020B0604020202020204" pitchFamily="34" charset="0"/>
                        <a:defRPr sz="1400">
                          <a:solidFill>
                            <a:schemeClr val="tx1"/>
                          </a:solidFill>
                          <a:latin typeface="Arial" panose="020B0604020202020204" pitchFamily="34" charset="0"/>
                        </a:defRPr>
                      </a:lvl4pPr>
                      <a:lvl5pPr marL="2057400" indent="-22860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5pPr>
                      <a:lvl6pPr marL="25146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6pPr>
                      <a:lvl7pPr marL="29718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7pPr>
                      <a:lvl8pPr marL="34290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8pPr>
                      <a:lvl9pPr marL="38862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dirty="0">
                          <a:ln>
                            <a:noFill/>
                          </a:ln>
                          <a:solidFill>
                            <a:srgbClr val="FFFFFF"/>
                          </a:solidFill>
                          <a:effectLst/>
                          <a:latin typeface="Arial" panose="020B0604020202020204" pitchFamily="34" charset="0"/>
                        </a:rPr>
                        <a:t>Contact Hours: 15</a:t>
                      </a:r>
                      <a:endParaRPr kumimoji="0" lang="en-IN" altLang="en-US" sz="1800" b="1" i="0" u="none" strike="noStrike" cap="none" normalizeH="0" baseline="0" dirty="0">
                        <a:ln>
                          <a:noFill/>
                        </a:ln>
                        <a:solidFill>
                          <a:srgbClr val="FFFFFF"/>
                        </a:solidFill>
                        <a:effectLst/>
                        <a:latin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xmlns="" val="10000"/>
                  </a:ext>
                </a:extLst>
              </a:tr>
              <a:tr h="4013016">
                <a:tc>
                  <a:txBody>
                    <a:bodyPr/>
                    <a:lstStyle>
                      <a:lvl1pPr>
                        <a:spcBef>
                          <a:spcPct val="20000"/>
                        </a:spcBef>
                        <a:spcAft>
                          <a:spcPts val="600"/>
                        </a:spcAft>
                        <a:buClr>
                          <a:srgbClr val="8D1515"/>
                        </a:buClr>
                        <a:buSzPct val="145000"/>
                        <a:buFont typeface="Arial" panose="020B0604020202020204" pitchFamily="34" charset="0"/>
                        <a:defRPr sz="2000">
                          <a:solidFill>
                            <a:schemeClr val="tx1"/>
                          </a:solidFill>
                          <a:latin typeface="Arial" panose="020B0604020202020204" pitchFamily="34" charset="0"/>
                        </a:defRPr>
                      </a:lvl1pPr>
                      <a:lvl2pPr marL="742950" indent="-285750">
                        <a:spcBef>
                          <a:spcPct val="20000"/>
                        </a:spcBef>
                        <a:spcAft>
                          <a:spcPts val="600"/>
                        </a:spcAft>
                        <a:buClr>
                          <a:srgbClr val="8D1515"/>
                        </a:buClr>
                        <a:buSzPct val="145000"/>
                        <a:buFont typeface="Arial" panose="020B0604020202020204" pitchFamily="34" charset="0"/>
                        <a:defRPr>
                          <a:solidFill>
                            <a:schemeClr val="tx1"/>
                          </a:solidFill>
                          <a:latin typeface="Arial" panose="020B0604020202020204" pitchFamily="34" charset="0"/>
                        </a:defRPr>
                      </a:lvl2pPr>
                      <a:lvl3pPr marL="1143000" indent="-228600">
                        <a:spcBef>
                          <a:spcPct val="20000"/>
                        </a:spcBef>
                        <a:spcAft>
                          <a:spcPts val="600"/>
                        </a:spcAft>
                        <a:buClr>
                          <a:srgbClr val="8D1515"/>
                        </a:buClr>
                        <a:buSzPct val="145000"/>
                        <a:buFont typeface="Arial" panose="020B0604020202020204" pitchFamily="34" charset="0"/>
                        <a:defRPr sz="1600">
                          <a:solidFill>
                            <a:schemeClr val="tx1"/>
                          </a:solidFill>
                          <a:latin typeface="Arial" panose="020B0604020202020204" pitchFamily="34" charset="0"/>
                        </a:defRPr>
                      </a:lvl3pPr>
                      <a:lvl4pPr marL="1600200" indent="-228600">
                        <a:spcBef>
                          <a:spcPct val="20000"/>
                        </a:spcBef>
                        <a:spcAft>
                          <a:spcPts val="600"/>
                        </a:spcAft>
                        <a:buClr>
                          <a:srgbClr val="8D1515"/>
                        </a:buClr>
                        <a:buSzPct val="145000"/>
                        <a:buFont typeface="Arial" panose="020B0604020202020204" pitchFamily="34" charset="0"/>
                        <a:defRPr sz="1400">
                          <a:solidFill>
                            <a:schemeClr val="tx1"/>
                          </a:solidFill>
                          <a:latin typeface="Arial" panose="020B0604020202020204" pitchFamily="34" charset="0"/>
                        </a:defRPr>
                      </a:lvl4pPr>
                      <a:lvl5pPr marL="2057400" indent="-22860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5pPr>
                      <a:lvl6pPr marL="25146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6pPr>
                      <a:lvl7pPr marL="29718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7pPr>
                      <a:lvl8pPr marL="34290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8pPr>
                      <a:lvl9pPr marL="38862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9pPr>
                    </a:lstStyle>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Chapter 1</a:t>
                      </a:r>
                    </a:p>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Electrical stimulus and biophysical activity</a:t>
                      </a:r>
                    </a:p>
                    <a:p>
                      <a:pPr marL="0" marR="0" lvl="0" indent="0" algn="l" defTabSz="457200" rtl="0" eaLnBrk="1" fontAlgn="base" latinLnBrk="0" hangingPunct="1">
                        <a:lnSpc>
                          <a:spcPct val="115000"/>
                        </a:lnSpc>
                        <a:spcBef>
                          <a:spcPct val="0"/>
                        </a:spcBef>
                        <a:spcAft>
                          <a:spcPct val="0"/>
                        </a:spcAft>
                        <a:buClrTx/>
                        <a:buSzTx/>
                        <a:buFontTx/>
                        <a:buNone/>
                        <a:tabLst/>
                      </a:pPr>
                      <a:endPar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l" defTabSz="457200" rtl="0" eaLnBrk="1" fontAlgn="base" latinLnBrk="0" hangingPunct="1">
                        <a:lnSpc>
                          <a:spcPct val="115000"/>
                        </a:lnSpc>
                        <a:spcBef>
                          <a:spcPct val="0"/>
                        </a:spcBef>
                        <a:spcAft>
                          <a:spcPct val="0"/>
                        </a:spcAft>
                        <a:buClrTx/>
                        <a:buSzTx/>
                        <a:buFontTx/>
                        <a:buNone/>
                        <a:tabLst/>
                      </a:pPr>
                      <a:endPar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Chapter 2</a:t>
                      </a:r>
                    </a:p>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Biomedical recording system</a:t>
                      </a:r>
                    </a:p>
                    <a:p>
                      <a:pPr marL="0" marR="0" lvl="0" indent="0" algn="l" defTabSz="457200" rtl="0" eaLnBrk="1" fontAlgn="base" latinLnBrk="0" hangingPunct="1">
                        <a:lnSpc>
                          <a:spcPct val="115000"/>
                        </a:lnSpc>
                        <a:spcBef>
                          <a:spcPct val="0"/>
                        </a:spcBef>
                        <a:spcAft>
                          <a:spcPct val="0"/>
                        </a:spcAft>
                        <a:buClrTx/>
                        <a:buSzTx/>
                        <a:buFontTx/>
                        <a:buNone/>
                        <a:tabLst/>
                      </a:pPr>
                      <a:endPar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l" defTabSz="457200" rtl="0" eaLnBrk="1" fontAlgn="base" latinLnBrk="0" hangingPunct="1">
                        <a:lnSpc>
                          <a:spcPct val="115000"/>
                        </a:lnSpc>
                        <a:spcBef>
                          <a:spcPct val="0"/>
                        </a:spcBef>
                        <a:spcAft>
                          <a:spcPct val="0"/>
                        </a:spcAft>
                        <a:buClrTx/>
                        <a:buSzTx/>
                        <a:buFontTx/>
                        <a:buNone/>
                        <a:tabLst/>
                      </a:pPr>
                      <a:endPar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l" defTabSz="457200" rtl="0" eaLnBrk="1" fontAlgn="base" latinLnBrk="0" hangingPunct="1">
                        <a:lnSpc>
                          <a:spcPct val="115000"/>
                        </a:lnSpc>
                        <a:spcBef>
                          <a:spcPct val="0"/>
                        </a:spcBef>
                        <a:spcAft>
                          <a:spcPct val="0"/>
                        </a:spcAft>
                        <a:buClrTx/>
                        <a:buSzTx/>
                        <a:buFontTx/>
                        <a:buNone/>
                        <a:tabLst/>
                      </a:pPr>
                      <a:endParaRPr kumimoji="0" lang="en-US" altLang="en-US" sz="1050" b="1"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Chapter 3</a:t>
                      </a:r>
                    </a:p>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Tissue Engineering</a:t>
                      </a:r>
                    </a:p>
                    <a:p>
                      <a:pPr marL="0" marR="0" lvl="0" indent="0" algn="just" defTabSz="4572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ea typeface="SimSun" panose="02010600030101010101" pitchFamily="2" charset="-122"/>
                        </a:rPr>
                        <a:t> </a:t>
                      </a:r>
                      <a:endParaRPr kumimoji="0" lang="en-IN" altLang="en-US" sz="1600" b="0" i="0" u="none" strike="noStrike" cap="none" normalizeH="0" baseline="0" dirty="0">
                        <a:ln>
                          <a:noFill/>
                        </a:ln>
                        <a:solidFill>
                          <a:schemeClr val="tx1"/>
                        </a:solidFill>
                        <a:effectLst/>
                        <a:latin typeface="Arial" panose="020B0604020202020204" pitchFamily="34" charset="0"/>
                        <a:ea typeface="SimSun" panose="02010600030101010101"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gridSpan="2">
                  <a:txBody>
                    <a:bodyPr/>
                    <a:lstStyle>
                      <a:lvl1pPr>
                        <a:spcBef>
                          <a:spcPct val="20000"/>
                        </a:spcBef>
                        <a:spcAft>
                          <a:spcPts val="600"/>
                        </a:spcAft>
                        <a:buClr>
                          <a:srgbClr val="8D1515"/>
                        </a:buClr>
                        <a:buSzPct val="145000"/>
                        <a:buFont typeface="Arial" panose="020B0604020202020204" pitchFamily="34" charset="0"/>
                        <a:defRPr sz="2000">
                          <a:solidFill>
                            <a:schemeClr val="tx1"/>
                          </a:solidFill>
                          <a:latin typeface="Arial" panose="020B0604020202020204" pitchFamily="34" charset="0"/>
                        </a:defRPr>
                      </a:lvl1pPr>
                      <a:lvl2pPr marL="742950" indent="-285750">
                        <a:spcBef>
                          <a:spcPct val="20000"/>
                        </a:spcBef>
                        <a:spcAft>
                          <a:spcPts val="600"/>
                        </a:spcAft>
                        <a:buClr>
                          <a:srgbClr val="8D1515"/>
                        </a:buClr>
                        <a:buSzPct val="145000"/>
                        <a:buFont typeface="Arial" panose="020B0604020202020204" pitchFamily="34" charset="0"/>
                        <a:defRPr>
                          <a:solidFill>
                            <a:schemeClr val="tx1"/>
                          </a:solidFill>
                          <a:latin typeface="Arial" panose="020B0604020202020204" pitchFamily="34" charset="0"/>
                        </a:defRPr>
                      </a:lvl2pPr>
                      <a:lvl3pPr marL="1143000" indent="-228600">
                        <a:spcBef>
                          <a:spcPct val="20000"/>
                        </a:spcBef>
                        <a:spcAft>
                          <a:spcPts val="600"/>
                        </a:spcAft>
                        <a:buClr>
                          <a:srgbClr val="8D1515"/>
                        </a:buClr>
                        <a:buSzPct val="145000"/>
                        <a:buFont typeface="Arial" panose="020B0604020202020204" pitchFamily="34" charset="0"/>
                        <a:defRPr sz="1600">
                          <a:solidFill>
                            <a:schemeClr val="tx1"/>
                          </a:solidFill>
                          <a:latin typeface="Arial" panose="020B0604020202020204" pitchFamily="34" charset="0"/>
                        </a:defRPr>
                      </a:lvl3pPr>
                      <a:lvl4pPr marL="1600200" indent="-228600">
                        <a:spcBef>
                          <a:spcPct val="20000"/>
                        </a:spcBef>
                        <a:spcAft>
                          <a:spcPts val="600"/>
                        </a:spcAft>
                        <a:buClr>
                          <a:srgbClr val="8D1515"/>
                        </a:buClr>
                        <a:buSzPct val="145000"/>
                        <a:buFont typeface="Arial" panose="020B0604020202020204" pitchFamily="34" charset="0"/>
                        <a:defRPr sz="1400">
                          <a:solidFill>
                            <a:schemeClr val="tx1"/>
                          </a:solidFill>
                          <a:latin typeface="Arial" panose="020B0604020202020204" pitchFamily="34" charset="0"/>
                        </a:defRPr>
                      </a:lvl4pPr>
                      <a:lvl5pPr marL="2057400" indent="-22860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5pPr>
                      <a:lvl6pPr marL="25146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6pPr>
                      <a:lvl7pPr marL="29718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7pPr>
                      <a:lvl8pPr marL="34290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8pPr>
                      <a:lvl9pPr marL="38862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9pPr>
                    </a:lstStyle>
                    <a:p>
                      <a:pPr marL="0" marR="0" lvl="0" indent="0" algn="just" defTabSz="457200" rtl="0" eaLnBrk="1" fontAlgn="base" latinLnBrk="0" hangingPunct="1">
                        <a:lnSpc>
                          <a:spcPct val="90000"/>
                        </a:lnSpc>
                        <a:spcBef>
                          <a:spcPts val="600"/>
                        </a:spcBef>
                        <a:spcAft>
                          <a:spcPct val="0"/>
                        </a:spcAft>
                        <a:buClr>
                          <a:schemeClr val="accent1"/>
                        </a:buClr>
                        <a:buSzPct val="100000"/>
                        <a:buFont typeface="Calibri" panose="020F0502020204030204" pitchFamily="34" charset="0"/>
                        <a:buNone/>
                        <a:tabLst/>
                      </a:pPr>
                      <a:endParaRPr kumimoji="0" lang="en-US" altLang="en-US" sz="100" b="1" i="0" u="none" strike="noStrike" cap="none" normalizeH="0" baseline="0" dirty="0">
                        <a:ln>
                          <a:noFill/>
                        </a:ln>
                        <a:solidFill>
                          <a:srgbClr val="404040"/>
                        </a:solidFill>
                        <a:effectLst/>
                        <a:latin typeface="Arial" panose="020B0604020202020204" pitchFamily="34" charset="0"/>
                      </a:endParaRPr>
                    </a:p>
                    <a:p>
                      <a:pPr algn="just"/>
                      <a:r>
                        <a:rPr lang="en-US" sz="2000" b="1" kern="1200" dirty="0">
                          <a:solidFill>
                            <a:schemeClr val="tx1"/>
                          </a:solidFill>
                          <a:effectLst/>
                          <a:latin typeface="Arial" panose="020B0604020202020204" pitchFamily="34" charset="0"/>
                          <a:ea typeface="+mn-ea"/>
                          <a:cs typeface="+mn-cs"/>
                        </a:rPr>
                        <a:t>Electrical stimulus and biophysical activity: </a:t>
                      </a:r>
                      <a:r>
                        <a:rPr lang="en-US" sz="2000" kern="1200" dirty="0">
                          <a:solidFill>
                            <a:schemeClr val="tx1"/>
                          </a:solidFill>
                          <a:effectLst/>
                          <a:latin typeface="Arial" panose="020B0604020202020204" pitchFamily="34" charset="0"/>
                          <a:ea typeface="+mn-ea"/>
                          <a:cs typeface="+mn-cs"/>
                        </a:rPr>
                        <a:t>Patient, electrical shock and hazards, leakage current, Electrical activity of heart (ECG), Electrical activity of brain (EEG), </a:t>
                      </a:r>
                      <a:r>
                        <a:rPr lang="en-US" sz="2000" kern="1200" dirty="0" err="1">
                          <a:solidFill>
                            <a:schemeClr val="tx1"/>
                          </a:solidFill>
                          <a:effectLst/>
                          <a:latin typeface="Arial" panose="020B0604020202020204" pitchFamily="34" charset="0"/>
                          <a:ea typeface="+mn-ea"/>
                          <a:cs typeface="+mn-cs"/>
                        </a:rPr>
                        <a:t>Electrorentinogram</a:t>
                      </a:r>
                      <a:r>
                        <a:rPr lang="en-US" sz="2000" kern="1200" dirty="0">
                          <a:solidFill>
                            <a:schemeClr val="tx1"/>
                          </a:solidFill>
                          <a:effectLst/>
                          <a:latin typeface="Arial" panose="020B0604020202020204" pitchFamily="34" charset="0"/>
                          <a:ea typeface="+mn-ea"/>
                          <a:cs typeface="+mn-cs"/>
                        </a:rPr>
                        <a:t> (ERG), Electro-</a:t>
                      </a:r>
                      <a:r>
                        <a:rPr lang="en-US" sz="2000" kern="1200" dirty="0" err="1">
                          <a:solidFill>
                            <a:schemeClr val="tx1"/>
                          </a:solidFill>
                          <a:effectLst/>
                          <a:latin typeface="Arial" panose="020B0604020202020204" pitchFamily="34" charset="0"/>
                          <a:ea typeface="+mn-ea"/>
                          <a:cs typeface="+mn-cs"/>
                        </a:rPr>
                        <a:t>occologram</a:t>
                      </a:r>
                      <a:r>
                        <a:rPr lang="en-US" sz="2000" kern="1200" dirty="0">
                          <a:solidFill>
                            <a:schemeClr val="tx1"/>
                          </a:solidFill>
                          <a:effectLst/>
                          <a:latin typeface="Arial" panose="020B0604020202020204" pitchFamily="34" charset="0"/>
                          <a:ea typeface="+mn-ea"/>
                          <a:cs typeface="+mn-cs"/>
                        </a:rPr>
                        <a:t> (EOG), Electromyogram (EMG).</a:t>
                      </a:r>
                      <a:endParaRPr lang="en-IN" sz="2000" kern="1200" dirty="0">
                        <a:solidFill>
                          <a:schemeClr val="tx1"/>
                        </a:solidFill>
                        <a:effectLst/>
                        <a:latin typeface="Arial" panose="020B0604020202020204" pitchFamily="34" charset="0"/>
                        <a:ea typeface="+mn-ea"/>
                        <a:cs typeface="+mn-cs"/>
                      </a:endParaRPr>
                    </a:p>
                    <a:p>
                      <a:pPr algn="just"/>
                      <a:endParaRPr lang="en-US" sz="2000" b="1" kern="1200" dirty="0">
                        <a:solidFill>
                          <a:schemeClr val="tx1"/>
                        </a:solidFill>
                        <a:effectLst/>
                        <a:latin typeface="Arial" panose="020B0604020202020204" pitchFamily="34" charset="0"/>
                        <a:ea typeface="+mn-ea"/>
                        <a:cs typeface="+mn-cs"/>
                      </a:endParaRPr>
                    </a:p>
                    <a:p>
                      <a:pPr algn="just"/>
                      <a:r>
                        <a:rPr lang="en-US" sz="2000" b="1" kern="1200" dirty="0">
                          <a:solidFill>
                            <a:schemeClr val="tx1"/>
                          </a:solidFill>
                          <a:effectLst/>
                          <a:latin typeface="Arial" panose="020B0604020202020204" pitchFamily="34" charset="0"/>
                          <a:ea typeface="+mn-ea"/>
                          <a:cs typeface="+mn-cs"/>
                        </a:rPr>
                        <a:t>Biomedical recording systems</a:t>
                      </a:r>
                      <a:r>
                        <a:rPr lang="en-US" sz="2000" kern="1200" dirty="0">
                          <a:solidFill>
                            <a:schemeClr val="tx1"/>
                          </a:solidFill>
                          <a:effectLst/>
                          <a:latin typeface="Arial" panose="020B0604020202020204" pitchFamily="34" charset="0"/>
                          <a:ea typeface="+mn-ea"/>
                          <a:cs typeface="+mn-cs"/>
                        </a:rPr>
                        <a:t>:  Basic Recording system, General consideration for signal conditioners Preamplifiers, Differential Amplifier, Isolation Amplifier, </a:t>
                      </a:r>
                      <a:r>
                        <a:rPr lang="en-US" sz="2000" kern="1200" dirty="0" err="1">
                          <a:solidFill>
                            <a:schemeClr val="tx1"/>
                          </a:solidFill>
                          <a:effectLst/>
                          <a:latin typeface="Arial" panose="020B0604020202020204" pitchFamily="34" charset="0"/>
                          <a:ea typeface="+mn-ea"/>
                          <a:cs typeface="+mn-cs"/>
                        </a:rPr>
                        <a:t>Vectorcardiograph</a:t>
                      </a:r>
                      <a:r>
                        <a:rPr lang="en-US" sz="2000" kern="1200" dirty="0">
                          <a:solidFill>
                            <a:schemeClr val="tx1"/>
                          </a:solidFill>
                          <a:effectLst/>
                          <a:latin typeface="Arial" panose="020B0604020202020204" pitchFamily="34" charset="0"/>
                          <a:ea typeface="+mn-ea"/>
                          <a:cs typeface="+mn-cs"/>
                        </a:rPr>
                        <a:t>, Phonocardiograph,  Other biomedical records, Patient isolation, and accident prevention.</a:t>
                      </a:r>
                    </a:p>
                    <a:p>
                      <a:pPr algn="just"/>
                      <a:endParaRPr kumimoji="0" lang="en-US" altLang="en-US" sz="2000" b="1" i="0" u="none" strike="noStrike" cap="none" normalizeH="0" baseline="0" dirty="0">
                        <a:ln>
                          <a:noFill/>
                        </a:ln>
                        <a:solidFill>
                          <a:srgbClr val="000000"/>
                        </a:solidFill>
                        <a:effectLst/>
                        <a:latin typeface="Arial" panose="020B0604020202020204" pitchFamily="34" charset="0"/>
                      </a:endParaRPr>
                    </a:p>
                    <a:p>
                      <a:pPr algn="just"/>
                      <a:r>
                        <a:rPr kumimoji="0" lang="en-US" altLang="en-US" sz="2000" b="1" i="0" u="none" strike="noStrike" cap="none" normalizeH="0" baseline="0" dirty="0">
                          <a:ln>
                            <a:noFill/>
                          </a:ln>
                          <a:solidFill>
                            <a:srgbClr val="000000"/>
                          </a:solidFill>
                          <a:effectLst/>
                          <a:latin typeface="Arial" panose="020B0604020202020204" pitchFamily="34" charset="0"/>
                        </a:rPr>
                        <a:t>Tissue Engineering: </a:t>
                      </a:r>
                      <a:r>
                        <a:rPr kumimoji="0" lang="en-US" altLang="en-US" sz="2000" b="0" i="0" u="none" strike="noStrike" cap="none" normalizeH="0" baseline="0" dirty="0">
                          <a:ln>
                            <a:noFill/>
                          </a:ln>
                          <a:solidFill>
                            <a:srgbClr val="000000"/>
                          </a:solidFill>
                          <a:effectLst/>
                          <a:latin typeface="Arial" panose="020B0604020202020204" pitchFamily="34" charset="0"/>
                        </a:rPr>
                        <a:t>Recombinant DNA technology, Stem cell biology &amp; Tissue Engineering.</a:t>
                      </a:r>
                      <a:endParaRPr kumimoji="0" lang="en-IN" altLang="en-US" sz="2000" b="0" i="0" u="none" strike="noStrike" cap="none" normalizeH="0" baseline="0" dirty="0">
                        <a:ln>
                          <a:noFill/>
                        </a:ln>
                        <a:solidFill>
                          <a:srgbClr val="000000"/>
                        </a:solidFill>
                        <a:effectLst/>
                        <a:latin typeface="Arial" panose="020B0604020202020204" pitchFamily="34"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CFCC"/>
                    </a:solidFill>
                  </a:tcPr>
                </a:tc>
                <a:tc hMerge="1">
                  <a:txBody>
                    <a:bodyPr/>
                    <a:lstStyle/>
                    <a:p>
                      <a:endParaRPr lang="en-IN"/>
                    </a:p>
                  </a:txBody>
                  <a:tcPr/>
                </a:tc>
                <a:extLst>
                  <a:ext uri="{0D108BD9-81ED-4DB2-BD59-A6C34878D82A}">
                    <a16:rowId xmlns:a16="http://schemas.microsoft.com/office/drawing/2014/main" xmlns="" val="10001"/>
                  </a:ext>
                </a:extLst>
              </a:tr>
            </a:tbl>
          </a:graphicData>
        </a:graphic>
      </p:graphicFrame>
      <p:pic>
        <p:nvPicPr>
          <p:cNvPr id="6" name="Picture 5">
            <a:extLst>
              <a:ext uri="{FF2B5EF4-FFF2-40B4-BE49-F238E27FC236}">
                <a16:creationId xmlns:a16="http://schemas.microsoft.com/office/drawing/2014/main" xmlns="" id="{886743DF-A2AA-40B4-9D51-6578F86F63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63375" y="5219700"/>
            <a:ext cx="428625" cy="16383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5DF2864-D4E4-4DA8-BC6E-A8C255929A8D}"/>
              </a:ext>
            </a:extLst>
          </p:cNvPr>
          <p:cNvSpPr>
            <a:spLocks noGrp="1"/>
          </p:cNvSpPr>
          <p:nvPr>
            <p:ph type="title"/>
          </p:nvPr>
        </p:nvSpPr>
        <p:spPr>
          <a:xfrm>
            <a:off x="831850" y="1709739"/>
            <a:ext cx="10515600" cy="1182051"/>
          </a:xfrm>
        </p:spPr>
        <p:txBody>
          <a:bodyPr/>
          <a:lstStyle/>
          <a:p>
            <a:pPr algn="ctr"/>
            <a:r>
              <a:rPr lang="en-US" sz="6000" b="1" kern="1200" dirty="0">
                <a:solidFill>
                  <a:schemeClr val="accent1">
                    <a:lumMod val="75000"/>
                  </a:schemeClr>
                </a:solidFill>
                <a:effectLst>
                  <a:outerShdw blurRad="38100" dist="38100" dir="2700000" algn="tl">
                    <a:srgbClr val="000000">
                      <a:alpha val="43137"/>
                    </a:srgbClr>
                  </a:outerShdw>
                </a:effectLst>
                <a:latin typeface="Arial" panose="020B0604020202020204" pitchFamily="34" charset="0"/>
                <a:ea typeface="+mn-ea"/>
                <a:cs typeface="+mn-cs"/>
              </a:rPr>
              <a:t>Basic Recording System</a:t>
            </a:r>
            <a:endParaRPr lang="en-IN" b="1" dirty="0">
              <a:solidFill>
                <a:schemeClr val="accent1">
                  <a:lumMod val="75000"/>
                </a:schemeClr>
              </a:solidFill>
              <a:effectLst>
                <a:outerShdw blurRad="38100" dist="38100" dir="2700000" algn="tl">
                  <a:srgbClr val="000000">
                    <a:alpha val="43137"/>
                  </a:srgbClr>
                </a:outerShdw>
              </a:effectLst>
            </a:endParaRPr>
          </a:p>
        </p:txBody>
      </p:sp>
      <p:sp>
        <p:nvSpPr>
          <p:cNvPr id="3" name="Text Placeholder 2">
            <a:extLst>
              <a:ext uri="{FF2B5EF4-FFF2-40B4-BE49-F238E27FC236}">
                <a16:creationId xmlns:a16="http://schemas.microsoft.com/office/drawing/2014/main" xmlns="" id="{5D6D8C70-B24F-4276-A3F1-20A30D6FF537}"/>
              </a:ext>
            </a:extLst>
          </p:cNvPr>
          <p:cNvSpPr>
            <a:spLocks noGrp="1"/>
          </p:cNvSpPr>
          <p:nvPr>
            <p:ph type="body" idx="1"/>
          </p:nvPr>
        </p:nvSpPr>
        <p:spPr>
          <a:xfrm>
            <a:off x="3920490" y="3646170"/>
            <a:ext cx="5966460" cy="2710179"/>
          </a:xfrm>
        </p:spPr>
        <p:txBody>
          <a:bodyPr>
            <a:normAutofit/>
          </a:bodyPr>
          <a:lstStyle/>
          <a:p>
            <a:pPr marL="342900" indent="-342900">
              <a:buFont typeface="Wingdings" panose="05000000000000000000" pitchFamily="2" charset="2"/>
              <a:buChar char="Ø"/>
            </a:pPr>
            <a:r>
              <a:rPr lang="en-US" sz="2800" b="1" kern="1200" dirty="0">
                <a:solidFill>
                  <a:schemeClr val="accent1"/>
                </a:solidFill>
                <a:effectLst/>
                <a:latin typeface="Arial" panose="020B0604020202020204" pitchFamily="34" charset="0"/>
                <a:ea typeface="+mn-ea"/>
                <a:cs typeface="+mn-cs"/>
              </a:rPr>
              <a:t>Signal conditioners</a:t>
            </a:r>
          </a:p>
          <a:p>
            <a:pPr marL="342900" indent="-342900">
              <a:buFont typeface="Wingdings" panose="05000000000000000000" pitchFamily="2" charset="2"/>
              <a:buChar char="Ø"/>
            </a:pPr>
            <a:r>
              <a:rPr lang="en-US" sz="2800" b="1" kern="1200" dirty="0">
                <a:solidFill>
                  <a:schemeClr val="accent1"/>
                </a:solidFill>
                <a:effectLst/>
                <a:latin typeface="Arial" panose="020B0604020202020204" pitchFamily="34" charset="0"/>
                <a:ea typeface="+mn-ea"/>
                <a:cs typeface="+mn-cs"/>
              </a:rPr>
              <a:t>Preamplifiers</a:t>
            </a:r>
          </a:p>
          <a:p>
            <a:pPr marL="342900" indent="-342900">
              <a:buFont typeface="Wingdings" panose="05000000000000000000" pitchFamily="2" charset="2"/>
              <a:buChar char="Ø"/>
            </a:pPr>
            <a:r>
              <a:rPr lang="en-US" sz="2800" b="1" kern="1200" dirty="0">
                <a:solidFill>
                  <a:schemeClr val="accent1"/>
                </a:solidFill>
                <a:effectLst/>
                <a:latin typeface="Arial" panose="020B0604020202020204" pitchFamily="34" charset="0"/>
                <a:ea typeface="+mn-ea"/>
                <a:cs typeface="+mn-cs"/>
              </a:rPr>
              <a:t>Differential Amplifier</a:t>
            </a:r>
          </a:p>
          <a:p>
            <a:pPr marL="342900" indent="-342900">
              <a:buFont typeface="Wingdings" panose="05000000000000000000" pitchFamily="2" charset="2"/>
              <a:buChar char="Ø"/>
            </a:pPr>
            <a:r>
              <a:rPr lang="en-US" sz="2800" b="1" kern="1200" dirty="0">
                <a:solidFill>
                  <a:schemeClr val="accent1"/>
                </a:solidFill>
                <a:effectLst/>
                <a:latin typeface="Arial" panose="020B0604020202020204" pitchFamily="34" charset="0"/>
                <a:ea typeface="+mn-ea"/>
                <a:cs typeface="+mn-cs"/>
              </a:rPr>
              <a:t>Isolation Amplifier</a:t>
            </a:r>
            <a:endParaRPr lang="en-IN" sz="2800" b="1" dirty="0">
              <a:solidFill>
                <a:schemeClr val="accent1"/>
              </a:solidFill>
            </a:endParaRPr>
          </a:p>
        </p:txBody>
      </p:sp>
      <p:sp>
        <p:nvSpPr>
          <p:cNvPr id="4" name="Slide Number Placeholder 3">
            <a:extLst>
              <a:ext uri="{FF2B5EF4-FFF2-40B4-BE49-F238E27FC236}">
                <a16:creationId xmlns:a16="http://schemas.microsoft.com/office/drawing/2014/main" xmlns="" id="{05F81ED3-3EE0-41CB-BE19-6208ECA4FBB0}"/>
              </a:ext>
            </a:extLst>
          </p:cNvPr>
          <p:cNvSpPr>
            <a:spLocks noGrp="1"/>
          </p:cNvSpPr>
          <p:nvPr>
            <p:ph type="sldNum" sz="quarter" idx="12"/>
          </p:nvPr>
        </p:nvSpPr>
        <p:spPr/>
        <p:txBody>
          <a:bodyPr/>
          <a:lstStyle/>
          <a:p>
            <a:fld id="{BDCDBBEF-AA6C-4BA6-85B2-A17D7F280E38}" type="slidenum">
              <a:rPr lang="en-US" smtClean="0"/>
              <a:pPr/>
              <a:t>4</a:t>
            </a:fld>
            <a:endParaRPr lang="en-US"/>
          </a:p>
        </p:txBody>
      </p:sp>
    </p:spTree>
    <p:extLst>
      <p:ext uri="{BB962C8B-B14F-4D97-AF65-F5344CB8AC3E}">
        <p14:creationId xmlns:p14="http://schemas.microsoft.com/office/powerpoint/2010/main" val="2337382951"/>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D63BA853-151B-4A43-B43E-F4C9E244D152}"/>
              </a:ext>
            </a:extLst>
          </p:cNvPr>
          <p:cNvSpPr>
            <a:spLocks noGrp="1"/>
          </p:cNvSpPr>
          <p:nvPr>
            <p:ph type="sldNum" sz="quarter" idx="12"/>
          </p:nvPr>
        </p:nvSpPr>
        <p:spPr/>
        <p:txBody>
          <a:bodyPr/>
          <a:lstStyle/>
          <a:p>
            <a:fld id="{BDCDBBEF-AA6C-4BA6-85B2-A17D7F280E38}" type="slidenum">
              <a:rPr lang="en-US" smtClean="0"/>
              <a:pPr/>
              <a:t>5</a:t>
            </a:fld>
            <a:endParaRPr lang="en-US"/>
          </a:p>
        </p:txBody>
      </p:sp>
      <p:graphicFrame>
        <p:nvGraphicFramePr>
          <p:cNvPr id="3" name="Diagram 2">
            <a:extLst>
              <a:ext uri="{FF2B5EF4-FFF2-40B4-BE49-F238E27FC236}">
                <a16:creationId xmlns:a16="http://schemas.microsoft.com/office/drawing/2014/main" xmlns="" id="{EF976F9F-5C66-4E72-96D4-9E38268BF64F}"/>
              </a:ext>
            </a:extLst>
          </p:cNvPr>
          <p:cNvGraphicFramePr/>
          <p:nvPr>
            <p:extLst>
              <p:ext uri="{D42A27DB-BD31-4B8C-83A1-F6EECF244321}">
                <p14:modId xmlns:p14="http://schemas.microsoft.com/office/powerpoint/2010/main" val="3703646770"/>
              </p:ext>
            </p:extLst>
          </p:nvPr>
        </p:nvGraphicFramePr>
        <p:xfrm>
          <a:off x="806893" y="-1"/>
          <a:ext cx="10918454" cy="68580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Picture 4">
            <a:extLst>
              <a:ext uri="{FF2B5EF4-FFF2-40B4-BE49-F238E27FC236}">
                <a16:creationId xmlns:a16="http://schemas.microsoft.com/office/drawing/2014/main" xmlns="" id="{46C7DA0A-A0CD-4532-8166-80E70D1113C6}"/>
              </a:ext>
            </a:extLst>
          </p:cNvPr>
          <p:cNvPicPr>
            <a:picLocks noChangeAspect="1"/>
          </p:cNvPicPr>
          <p:nvPr/>
        </p:nvPicPr>
        <p:blipFill rotWithShape="1">
          <a:blip r:embed="rId7"/>
          <a:srcRect t="10185"/>
          <a:stretch/>
        </p:blipFill>
        <p:spPr>
          <a:xfrm>
            <a:off x="5013690" y="2242510"/>
            <a:ext cx="5767723" cy="1659640"/>
          </a:xfrm>
          <a:prstGeom prst="rect">
            <a:avLst/>
          </a:prstGeom>
        </p:spPr>
      </p:pic>
    </p:spTree>
    <p:extLst>
      <p:ext uri="{BB962C8B-B14F-4D97-AF65-F5344CB8AC3E}">
        <p14:creationId xmlns:p14="http://schemas.microsoft.com/office/powerpoint/2010/main" val="4261642514"/>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750B73EB-84D9-4E42-8278-64330BD1C32D}"/>
              </a:ext>
            </a:extLst>
          </p:cNvPr>
          <p:cNvSpPr>
            <a:spLocks noGrp="1"/>
          </p:cNvSpPr>
          <p:nvPr>
            <p:ph type="sldNum" sz="quarter" idx="12"/>
          </p:nvPr>
        </p:nvSpPr>
        <p:spPr/>
        <p:txBody>
          <a:bodyPr/>
          <a:lstStyle/>
          <a:p>
            <a:fld id="{BDCDBBEF-AA6C-4BA6-85B2-A17D7F280E38}" type="slidenum">
              <a:rPr lang="en-US" smtClean="0"/>
              <a:pPr/>
              <a:t>6</a:t>
            </a:fld>
            <a:endParaRPr lang="en-US"/>
          </a:p>
        </p:txBody>
      </p:sp>
      <p:graphicFrame>
        <p:nvGraphicFramePr>
          <p:cNvPr id="4" name="Diagram 3">
            <a:extLst>
              <a:ext uri="{FF2B5EF4-FFF2-40B4-BE49-F238E27FC236}">
                <a16:creationId xmlns:a16="http://schemas.microsoft.com/office/drawing/2014/main" xmlns="" id="{BA2DF5AD-DBB8-4F6C-A2AE-E0273C0BE5C7}"/>
              </a:ext>
            </a:extLst>
          </p:cNvPr>
          <p:cNvGraphicFramePr/>
          <p:nvPr>
            <p:extLst>
              <p:ext uri="{D42A27DB-BD31-4B8C-83A1-F6EECF244321}">
                <p14:modId xmlns:p14="http://schemas.microsoft.com/office/powerpoint/2010/main" val="2551563982"/>
              </p:ext>
            </p:extLst>
          </p:nvPr>
        </p:nvGraphicFramePr>
        <p:xfrm>
          <a:off x="756092" y="0"/>
          <a:ext cx="11056680" cy="68579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52780058"/>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1CD5DD9B-D803-407B-8093-B3AF0B5F6AE7}"/>
              </a:ext>
            </a:extLst>
          </p:cNvPr>
          <p:cNvSpPr>
            <a:spLocks noGrp="1"/>
          </p:cNvSpPr>
          <p:nvPr>
            <p:ph type="sldNum" sz="quarter" idx="12"/>
          </p:nvPr>
        </p:nvSpPr>
        <p:spPr/>
        <p:txBody>
          <a:bodyPr/>
          <a:lstStyle/>
          <a:p>
            <a:fld id="{BDCDBBEF-AA6C-4BA6-85B2-A17D7F280E38}" type="slidenum">
              <a:rPr lang="en-US" smtClean="0"/>
              <a:pPr/>
              <a:t>7</a:t>
            </a:fld>
            <a:endParaRPr lang="en-US"/>
          </a:p>
        </p:txBody>
      </p:sp>
      <p:graphicFrame>
        <p:nvGraphicFramePr>
          <p:cNvPr id="3" name="Diagram 2">
            <a:extLst>
              <a:ext uri="{FF2B5EF4-FFF2-40B4-BE49-F238E27FC236}">
                <a16:creationId xmlns:a16="http://schemas.microsoft.com/office/drawing/2014/main" xmlns="" id="{8B632F35-A765-4989-BCDD-57B050D390F5}"/>
              </a:ext>
            </a:extLst>
          </p:cNvPr>
          <p:cNvGraphicFramePr/>
          <p:nvPr>
            <p:extLst>
              <p:ext uri="{D42A27DB-BD31-4B8C-83A1-F6EECF244321}">
                <p14:modId xmlns:p14="http://schemas.microsoft.com/office/powerpoint/2010/main" val="2234688214"/>
              </p:ext>
            </p:extLst>
          </p:nvPr>
        </p:nvGraphicFramePr>
        <p:xfrm>
          <a:off x="787989" y="0"/>
          <a:ext cx="10982253" cy="67214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92094936"/>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A1D154AF-C8D4-6D98-146C-4F08AF60F155}"/>
              </a:ext>
            </a:extLst>
          </p:cNvPr>
          <p:cNvSpPr>
            <a:spLocks noGrp="1"/>
          </p:cNvSpPr>
          <p:nvPr>
            <p:ph type="sldNum" sz="quarter" idx="12"/>
          </p:nvPr>
        </p:nvSpPr>
        <p:spPr/>
        <p:txBody>
          <a:bodyPr/>
          <a:lstStyle/>
          <a:p>
            <a:fld id="{BDCDBBEF-AA6C-4BA6-85B2-A17D7F280E38}" type="slidenum">
              <a:rPr lang="en-US" smtClean="0"/>
              <a:pPr/>
              <a:t>8</a:t>
            </a:fld>
            <a:endParaRPr lang="en-US"/>
          </a:p>
        </p:txBody>
      </p:sp>
      <p:graphicFrame>
        <p:nvGraphicFramePr>
          <p:cNvPr id="3" name="Diagram 2">
            <a:extLst>
              <a:ext uri="{FF2B5EF4-FFF2-40B4-BE49-F238E27FC236}">
                <a16:creationId xmlns:a16="http://schemas.microsoft.com/office/drawing/2014/main" xmlns="" id="{9824FA00-2F57-68E7-1ACC-C8F8C95D7606}"/>
              </a:ext>
            </a:extLst>
          </p:cNvPr>
          <p:cNvGraphicFramePr/>
          <p:nvPr>
            <p:extLst>
              <p:ext uri="{D42A27DB-BD31-4B8C-83A1-F6EECF244321}">
                <p14:modId xmlns:p14="http://schemas.microsoft.com/office/powerpoint/2010/main" val="3365853903"/>
              </p:ext>
            </p:extLst>
          </p:nvPr>
        </p:nvGraphicFramePr>
        <p:xfrm>
          <a:off x="925286" y="533400"/>
          <a:ext cx="10668000" cy="550817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88663887"/>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1B9E456A-839A-47CF-99B9-1A3C43A538ED}"/>
              </a:ext>
            </a:extLst>
          </p:cNvPr>
          <p:cNvSpPr>
            <a:spLocks noGrp="1"/>
          </p:cNvSpPr>
          <p:nvPr>
            <p:ph type="sldNum" sz="quarter" idx="12"/>
          </p:nvPr>
        </p:nvSpPr>
        <p:spPr/>
        <p:txBody>
          <a:bodyPr/>
          <a:lstStyle/>
          <a:p>
            <a:fld id="{BDCDBBEF-AA6C-4BA6-85B2-A17D7F280E38}" type="slidenum">
              <a:rPr lang="en-US" smtClean="0"/>
              <a:pPr/>
              <a:t>9</a:t>
            </a:fld>
            <a:endParaRPr lang="en-US"/>
          </a:p>
        </p:txBody>
      </p:sp>
      <p:graphicFrame>
        <p:nvGraphicFramePr>
          <p:cNvPr id="3" name="Diagram 2">
            <a:extLst>
              <a:ext uri="{FF2B5EF4-FFF2-40B4-BE49-F238E27FC236}">
                <a16:creationId xmlns:a16="http://schemas.microsoft.com/office/drawing/2014/main" xmlns="" id="{778D9B96-086E-47D6-9D5B-2BCE27CBD1AF}"/>
              </a:ext>
            </a:extLst>
          </p:cNvPr>
          <p:cNvGraphicFramePr/>
          <p:nvPr>
            <p:extLst>
              <p:ext uri="{D42A27DB-BD31-4B8C-83A1-F6EECF244321}">
                <p14:modId xmlns:p14="http://schemas.microsoft.com/office/powerpoint/2010/main" val="2239369577"/>
              </p:ext>
            </p:extLst>
          </p:nvPr>
        </p:nvGraphicFramePr>
        <p:xfrm>
          <a:off x="862419" y="136525"/>
          <a:ext cx="10854660" cy="65088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14230884"/>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B9D914D8-7F0D-4843-8C25-026B25D758DE}"/>
              </a:ext>
            </a:extLst>
          </p:cNvPr>
          <p:cNvSpPr>
            <a:spLocks noGrp="1"/>
          </p:cNvSpPr>
          <p:nvPr>
            <p:ph type="sldNum" sz="quarter" idx="12"/>
          </p:nvPr>
        </p:nvSpPr>
        <p:spPr/>
        <p:txBody>
          <a:bodyPr/>
          <a:lstStyle/>
          <a:p>
            <a:fld id="{BDCDBBEF-AA6C-4BA6-85B2-A17D7F280E38}" type="slidenum">
              <a:rPr lang="en-US" smtClean="0"/>
              <a:pPr/>
              <a:t>10</a:t>
            </a:fld>
            <a:endParaRPr lang="en-US"/>
          </a:p>
        </p:txBody>
      </p:sp>
      <p:graphicFrame>
        <p:nvGraphicFramePr>
          <p:cNvPr id="3" name="Diagram 2">
            <a:extLst>
              <a:ext uri="{FF2B5EF4-FFF2-40B4-BE49-F238E27FC236}">
                <a16:creationId xmlns:a16="http://schemas.microsoft.com/office/drawing/2014/main" xmlns="" id="{C96A5D8C-11DF-4E6F-9234-C4E7326F1221}"/>
              </a:ext>
            </a:extLst>
          </p:cNvPr>
          <p:cNvGraphicFramePr/>
          <p:nvPr>
            <p:extLst>
              <p:ext uri="{D42A27DB-BD31-4B8C-83A1-F6EECF244321}">
                <p14:modId xmlns:p14="http://schemas.microsoft.com/office/powerpoint/2010/main" val="1170849050"/>
              </p:ext>
            </p:extLst>
          </p:nvPr>
        </p:nvGraphicFramePr>
        <p:xfrm>
          <a:off x="819887" y="72731"/>
          <a:ext cx="10929089" cy="672147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7918492"/>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4425E3BE-6661-438C-8EE0-8E70A0F56C94}"/>
              </a:ext>
            </a:extLst>
          </p:cNvPr>
          <p:cNvSpPr>
            <a:spLocks noGrp="1"/>
          </p:cNvSpPr>
          <p:nvPr>
            <p:ph type="sldNum" sz="quarter" idx="12"/>
          </p:nvPr>
        </p:nvSpPr>
        <p:spPr/>
        <p:txBody>
          <a:bodyPr/>
          <a:lstStyle/>
          <a:p>
            <a:fld id="{BDCDBBEF-AA6C-4BA6-85B2-A17D7F280E38}" type="slidenum">
              <a:rPr lang="en-US" smtClean="0"/>
              <a:pPr/>
              <a:t>11</a:t>
            </a:fld>
            <a:endParaRPr lang="en-US"/>
          </a:p>
        </p:txBody>
      </p:sp>
      <p:graphicFrame>
        <p:nvGraphicFramePr>
          <p:cNvPr id="3" name="Diagram 2">
            <a:extLst>
              <a:ext uri="{FF2B5EF4-FFF2-40B4-BE49-F238E27FC236}">
                <a16:creationId xmlns:a16="http://schemas.microsoft.com/office/drawing/2014/main" xmlns="" id="{5EF03876-09FB-4960-BCF6-D28322A76EBC}"/>
              </a:ext>
            </a:extLst>
          </p:cNvPr>
          <p:cNvGraphicFramePr/>
          <p:nvPr>
            <p:extLst>
              <p:ext uri="{D42A27DB-BD31-4B8C-83A1-F6EECF244321}">
                <p14:modId xmlns:p14="http://schemas.microsoft.com/office/powerpoint/2010/main" val="33668829"/>
              </p:ext>
            </p:extLst>
          </p:nvPr>
        </p:nvGraphicFramePr>
        <p:xfrm>
          <a:off x="787991" y="136524"/>
          <a:ext cx="11003515" cy="658495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56306075"/>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79182A0C-E9A0-4918-860F-F6572F970739}"/>
              </a:ext>
            </a:extLst>
          </p:cNvPr>
          <p:cNvSpPr>
            <a:spLocks noGrp="1"/>
          </p:cNvSpPr>
          <p:nvPr>
            <p:ph type="sldNum" sz="quarter" idx="12"/>
          </p:nvPr>
        </p:nvSpPr>
        <p:spPr/>
        <p:txBody>
          <a:bodyPr/>
          <a:lstStyle/>
          <a:p>
            <a:fld id="{BDCDBBEF-AA6C-4BA6-85B2-A17D7F280E38}" type="slidenum">
              <a:rPr lang="en-US" smtClean="0"/>
              <a:pPr/>
              <a:t>12</a:t>
            </a:fld>
            <a:endParaRPr lang="en-US"/>
          </a:p>
        </p:txBody>
      </p:sp>
      <p:graphicFrame>
        <p:nvGraphicFramePr>
          <p:cNvPr id="3" name="Diagram 2">
            <a:extLst>
              <a:ext uri="{FF2B5EF4-FFF2-40B4-BE49-F238E27FC236}">
                <a16:creationId xmlns:a16="http://schemas.microsoft.com/office/drawing/2014/main" xmlns="" id="{3275FE63-40A9-447D-A8F0-CBC20D437BF6}"/>
              </a:ext>
            </a:extLst>
          </p:cNvPr>
          <p:cNvGraphicFramePr/>
          <p:nvPr>
            <p:extLst>
              <p:ext uri="{D42A27DB-BD31-4B8C-83A1-F6EECF244321}">
                <p14:modId xmlns:p14="http://schemas.microsoft.com/office/powerpoint/2010/main" val="3184641749"/>
              </p:ext>
            </p:extLst>
          </p:nvPr>
        </p:nvGraphicFramePr>
        <p:xfrm>
          <a:off x="947479" y="136525"/>
          <a:ext cx="10844028" cy="65849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67315709"/>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2939F4D2-F499-4D0C-95D5-0E56861CD287}"/>
              </a:ext>
            </a:extLst>
          </p:cNvPr>
          <p:cNvSpPr>
            <a:spLocks noGrp="1"/>
          </p:cNvSpPr>
          <p:nvPr>
            <p:ph type="sldNum" sz="quarter" idx="12"/>
          </p:nvPr>
        </p:nvSpPr>
        <p:spPr/>
        <p:txBody>
          <a:bodyPr/>
          <a:lstStyle/>
          <a:p>
            <a:fld id="{BDCDBBEF-AA6C-4BA6-85B2-A17D7F280E38}" type="slidenum">
              <a:rPr lang="en-US" smtClean="0"/>
              <a:pPr/>
              <a:t>13</a:t>
            </a:fld>
            <a:endParaRPr lang="en-US"/>
          </a:p>
        </p:txBody>
      </p:sp>
      <p:graphicFrame>
        <p:nvGraphicFramePr>
          <p:cNvPr id="3" name="Diagram 2">
            <a:extLst>
              <a:ext uri="{FF2B5EF4-FFF2-40B4-BE49-F238E27FC236}">
                <a16:creationId xmlns:a16="http://schemas.microsoft.com/office/drawing/2014/main" xmlns="" id="{0DFF9344-92F7-4682-9AF5-F049576651F7}"/>
              </a:ext>
            </a:extLst>
          </p:cNvPr>
          <p:cNvGraphicFramePr/>
          <p:nvPr>
            <p:extLst>
              <p:ext uri="{D42A27DB-BD31-4B8C-83A1-F6EECF244321}">
                <p14:modId xmlns:p14="http://schemas.microsoft.com/office/powerpoint/2010/main" val="2191070439"/>
              </p:ext>
            </p:extLst>
          </p:nvPr>
        </p:nvGraphicFramePr>
        <p:xfrm>
          <a:off x="756093" y="136525"/>
          <a:ext cx="11035414" cy="655135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39549269"/>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D11C330-CF8C-476A-86FB-980644B47AD6}"/>
              </a:ext>
            </a:extLst>
          </p:cNvPr>
          <p:cNvSpPr>
            <a:spLocks noGrp="1"/>
          </p:cNvSpPr>
          <p:nvPr>
            <p:ph type="title"/>
          </p:nvPr>
        </p:nvSpPr>
        <p:spPr>
          <a:xfrm>
            <a:off x="831850" y="1709739"/>
            <a:ext cx="10515600" cy="1113471"/>
          </a:xfrm>
        </p:spPr>
        <p:txBody>
          <a:bodyPr/>
          <a:lstStyle/>
          <a:p>
            <a:pPr algn="ctr"/>
            <a:r>
              <a:rPr lang="en-US" sz="6000" b="1" kern="1200" dirty="0">
                <a:solidFill>
                  <a:schemeClr val="accent1">
                    <a:lumMod val="75000"/>
                  </a:schemeClr>
                </a:solidFill>
                <a:effectLst>
                  <a:outerShdw blurRad="38100" dist="38100" dir="2700000" algn="tl">
                    <a:srgbClr val="000000">
                      <a:alpha val="43137"/>
                    </a:srgbClr>
                  </a:outerShdw>
                </a:effectLst>
                <a:latin typeface="Arial" panose="020B0604020202020204" pitchFamily="34" charset="0"/>
                <a:ea typeface="+mn-ea"/>
                <a:cs typeface="+mn-cs"/>
              </a:rPr>
              <a:t>Biomedical Records</a:t>
            </a:r>
            <a:endParaRPr lang="en-IN" b="1" dirty="0">
              <a:solidFill>
                <a:schemeClr val="accent1">
                  <a:lumMod val="75000"/>
                </a:schemeClr>
              </a:solidFill>
              <a:effectLst>
                <a:outerShdw blurRad="38100" dist="38100" dir="2700000" algn="tl">
                  <a:srgbClr val="000000">
                    <a:alpha val="43137"/>
                  </a:srgbClr>
                </a:outerShdw>
              </a:effectLst>
            </a:endParaRPr>
          </a:p>
        </p:txBody>
      </p:sp>
      <p:sp>
        <p:nvSpPr>
          <p:cNvPr id="3" name="Text Placeholder 2">
            <a:extLst>
              <a:ext uri="{FF2B5EF4-FFF2-40B4-BE49-F238E27FC236}">
                <a16:creationId xmlns:a16="http://schemas.microsoft.com/office/drawing/2014/main" xmlns="" id="{7091DE2F-9396-40F7-8441-3F7E82C9F023}"/>
              </a:ext>
            </a:extLst>
          </p:cNvPr>
          <p:cNvSpPr>
            <a:spLocks noGrp="1"/>
          </p:cNvSpPr>
          <p:nvPr>
            <p:ph type="body" idx="1"/>
          </p:nvPr>
        </p:nvSpPr>
        <p:spPr>
          <a:xfrm>
            <a:off x="2880360" y="3359888"/>
            <a:ext cx="6332220" cy="2560853"/>
          </a:xfrm>
        </p:spPr>
        <p:txBody>
          <a:bodyPr>
            <a:normAutofit/>
          </a:bodyPr>
          <a:lstStyle/>
          <a:p>
            <a:pPr marL="342900" indent="-342900">
              <a:buFont typeface="Wingdings" panose="05000000000000000000" pitchFamily="2" charset="2"/>
              <a:buChar char="Ø"/>
            </a:pPr>
            <a:r>
              <a:rPr lang="en-US" b="1" kern="1200" dirty="0" err="1">
                <a:solidFill>
                  <a:schemeClr val="accent1"/>
                </a:solidFill>
                <a:effectLst/>
                <a:latin typeface="Arial" panose="020B0604020202020204" pitchFamily="34" charset="0"/>
                <a:ea typeface="+mn-ea"/>
                <a:cs typeface="+mn-cs"/>
              </a:rPr>
              <a:t>Vectorcardiograph</a:t>
            </a:r>
            <a:endParaRPr lang="en-US" b="1" kern="1200" dirty="0">
              <a:solidFill>
                <a:schemeClr val="accent1"/>
              </a:solidFill>
              <a:effectLst/>
              <a:latin typeface="Arial" panose="020B0604020202020204" pitchFamily="34" charset="0"/>
              <a:ea typeface="+mn-ea"/>
              <a:cs typeface="+mn-cs"/>
            </a:endParaRPr>
          </a:p>
          <a:p>
            <a:pPr marL="342900" indent="-342900">
              <a:buFont typeface="Wingdings" panose="05000000000000000000" pitchFamily="2" charset="2"/>
              <a:buChar char="Ø"/>
            </a:pPr>
            <a:r>
              <a:rPr lang="en-US" b="1" kern="1200" dirty="0">
                <a:solidFill>
                  <a:schemeClr val="accent1"/>
                </a:solidFill>
                <a:effectLst/>
                <a:latin typeface="Arial" panose="020B0604020202020204" pitchFamily="34" charset="0"/>
                <a:ea typeface="+mn-ea"/>
                <a:cs typeface="+mn-cs"/>
              </a:rPr>
              <a:t>Phonocardiograph</a:t>
            </a:r>
          </a:p>
          <a:p>
            <a:pPr marL="342900" indent="-342900">
              <a:buFont typeface="Wingdings" panose="05000000000000000000" pitchFamily="2" charset="2"/>
              <a:buChar char="Ø"/>
            </a:pPr>
            <a:r>
              <a:rPr lang="en-US" b="1" kern="1200" dirty="0">
                <a:solidFill>
                  <a:schemeClr val="accent1"/>
                </a:solidFill>
                <a:effectLst/>
                <a:latin typeface="Arial" panose="020B0604020202020204" pitchFamily="34" charset="0"/>
                <a:ea typeface="+mn-ea"/>
                <a:cs typeface="+mn-cs"/>
              </a:rPr>
              <a:t>Ballistocardiograph</a:t>
            </a:r>
          </a:p>
          <a:p>
            <a:pPr marL="342900" indent="-342900">
              <a:buFont typeface="Wingdings" panose="05000000000000000000" pitchFamily="2" charset="2"/>
              <a:buChar char="Ø"/>
            </a:pPr>
            <a:r>
              <a:rPr lang="en-US" b="1" kern="1200" dirty="0">
                <a:solidFill>
                  <a:schemeClr val="accent1"/>
                </a:solidFill>
                <a:effectLst/>
                <a:latin typeface="Arial" panose="020B0604020202020204" pitchFamily="34" charset="0"/>
                <a:ea typeface="+mn-ea"/>
                <a:cs typeface="+mn-cs"/>
              </a:rPr>
              <a:t>Pulse Oximeter</a:t>
            </a:r>
            <a:endParaRPr lang="en-IN" b="1" dirty="0">
              <a:solidFill>
                <a:schemeClr val="accent1"/>
              </a:solidFill>
            </a:endParaRPr>
          </a:p>
        </p:txBody>
      </p:sp>
      <p:sp>
        <p:nvSpPr>
          <p:cNvPr id="4" name="Slide Number Placeholder 3">
            <a:extLst>
              <a:ext uri="{FF2B5EF4-FFF2-40B4-BE49-F238E27FC236}">
                <a16:creationId xmlns:a16="http://schemas.microsoft.com/office/drawing/2014/main" xmlns="" id="{80B37E25-CCD7-47CF-90E2-786D4856ED4B}"/>
              </a:ext>
            </a:extLst>
          </p:cNvPr>
          <p:cNvSpPr>
            <a:spLocks noGrp="1"/>
          </p:cNvSpPr>
          <p:nvPr>
            <p:ph type="sldNum" sz="quarter" idx="12"/>
          </p:nvPr>
        </p:nvSpPr>
        <p:spPr/>
        <p:txBody>
          <a:bodyPr/>
          <a:lstStyle/>
          <a:p>
            <a:fld id="{BDCDBBEF-AA6C-4BA6-85B2-A17D7F280E38}" type="slidenum">
              <a:rPr lang="en-US" smtClean="0"/>
              <a:pPr/>
              <a:t>14</a:t>
            </a:fld>
            <a:endParaRPr lang="en-US"/>
          </a:p>
        </p:txBody>
      </p:sp>
    </p:spTree>
    <p:extLst>
      <p:ext uri="{BB962C8B-B14F-4D97-AF65-F5344CB8AC3E}">
        <p14:creationId xmlns:p14="http://schemas.microsoft.com/office/powerpoint/2010/main" val="4053061567"/>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B3009EAE-C9D1-455D-938C-FE65A8C991E3}"/>
              </a:ext>
            </a:extLst>
          </p:cNvPr>
          <p:cNvSpPr>
            <a:spLocks noGrp="1"/>
          </p:cNvSpPr>
          <p:nvPr>
            <p:ph type="sldNum" sz="quarter" idx="12"/>
          </p:nvPr>
        </p:nvSpPr>
        <p:spPr/>
        <p:txBody>
          <a:bodyPr/>
          <a:lstStyle/>
          <a:p>
            <a:fld id="{BDCDBBEF-AA6C-4BA6-85B2-A17D7F280E38}" type="slidenum">
              <a:rPr lang="en-US" smtClean="0"/>
              <a:pPr/>
              <a:t>15</a:t>
            </a:fld>
            <a:endParaRPr lang="en-US"/>
          </a:p>
        </p:txBody>
      </p:sp>
      <p:graphicFrame>
        <p:nvGraphicFramePr>
          <p:cNvPr id="3" name="Diagram 2">
            <a:extLst>
              <a:ext uri="{FF2B5EF4-FFF2-40B4-BE49-F238E27FC236}">
                <a16:creationId xmlns:a16="http://schemas.microsoft.com/office/drawing/2014/main" xmlns="" id="{FA13A556-8E4F-4A65-9846-1F148285D800}"/>
              </a:ext>
            </a:extLst>
          </p:cNvPr>
          <p:cNvGraphicFramePr/>
          <p:nvPr>
            <p:extLst>
              <p:ext uri="{D42A27DB-BD31-4B8C-83A1-F6EECF244321}">
                <p14:modId xmlns:p14="http://schemas.microsoft.com/office/powerpoint/2010/main" val="1885015445"/>
              </p:ext>
            </p:extLst>
          </p:nvPr>
        </p:nvGraphicFramePr>
        <p:xfrm>
          <a:off x="838200" y="0"/>
          <a:ext cx="10932042" cy="67214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64625897"/>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6C5EC0E6-80FC-6CC5-9FD7-7C8871092FC0}"/>
              </a:ext>
            </a:extLst>
          </p:cNvPr>
          <p:cNvSpPr>
            <a:spLocks noGrp="1"/>
          </p:cNvSpPr>
          <p:nvPr>
            <p:ph type="sldNum" sz="quarter" idx="12"/>
          </p:nvPr>
        </p:nvSpPr>
        <p:spPr/>
        <p:txBody>
          <a:bodyPr/>
          <a:lstStyle/>
          <a:p>
            <a:fld id="{BDCDBBEF-AA6C-4BA6-85B2-A17D7F280E38}" type="slidenum">
              <a:rPr lang="en-US" smtClean="0"/>
              <a:pPr/>
              <a:t>16</a:t>
            </a:fld>
            <a:endParaRPr lang="en-US"/>
          </a:p>
        </p:txBody>
      </p:sp>
      <p:pic>
        <p:nvPicPr>
          <p:cNvPr id="3" name="Picture 2">
            <a:extLst>
              <a:ext uri="{FF2B5EF4-FFF2-40B4-BE49-F238E27FC236}">
                <a16:creationId xmlns:a16="http://schemas.microsoft.com/office/drawing/2014/main" xmlns="" id="{F7DC66A8-9E90-309B-3A69-B46E14854EB2}"/>
              </a:ext>
            </a:extLst>
          </p:cNvPr>
          <p:cNvPicPr>
            <a:picLocks noChangeAspect="1"/>
          </p:cNvPicPr>
          <p:nvPr/>
        </p:nvPicPr>
        <p:blipFill>
          <a:blip r:embed="rId2"/>
          <a:stretch>
            <a:fillRect/>
          </a:stretch>
        </p:blipFill>
        <p:spPr>
          <a:xfrm>
            <a:off x="1441827" y="823470"/>
            <a:ext cx="9308345" cy="4782673"/>
          </a:xfrm>
          <a:prstGeom prst="rect">
            <a:avLst/>
          </a:prstGeom>
        </p:spPr>
      </p:pic>
    </p:spTree>
    <p:extLst>
      <p:ext uri="{BB962C8B-B14F-4D97-AF65-F5344CB8AC3E}">
        <p14:creationId xmlns:p14="http://schemas.microsoft.com/office/powerpoint/2010/main" val="198484159"/>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2ECB644D-13C8-43AB-9269-F09E2A4E6AEA}"/>
              </a:ext>
            </a:extLst>
          </p:cNvPr>
          <p:cNvSpPr>
            <a:spLocks noGrp="1"/>
          </p:cNvSpPr>
          <p:nvPr>
            <p:ph type="sldNum" sz="quarter" idx="12"/>
          </p:nvPr>
        </p:nvSpPr>
        <p:spPr/>
        <p:txBody>
          <a:bodyPr/>
          <a:lstStyle/>
          <a:p>
            <a:fld id="{BDCDBBEF-AA6C-4BA6-85B2-A17D7F280E38}" type="slidenum">
              <a:rPr lang="en-US" smtClean="0"/>
              <a:pPr/>
              <a:t>17</a:t>
            </a:fld>
            <a:endParaRPr lang="en-US"/>
          </a:p>
        </p:txBody>
      </p:sp>
      <p:graphicFrame>
        <p:nvGraphicFramePr>
          <p:cNvPr id="3" name="Diagram 2">
            <a:extLst>
              <a:ext uri="{FF2B5EF4-FFF2-40B4-BE49-F238E27FC236}">
                <a16:creationId xmlns:a16="http://schemas.microsoft.com/office/drawing/2014/main" xmlns="" id="{0A75EF0A-0EE4-46B0-B346-E4FF073F4FA7}"/>
              </a:ext>
            </a:extLst>
          </p:cNvPr>
          <p:cNvGraphicFramePr/>
          <p:nvPr>
            <p:extLst>
              <p:ext uri="{D42A27DB-BD31-4B8C-83A1-F6EECF244321}">
                <p14:modId xmlns:p14="http://schemas.microsoft.com/office/powerpoint/2010/main" val="1564124915"/>
              </p:ext>
            </p:extLst>
          </p:nvPr>
        </p:nvGraphicFramePr>
        <p:xfrm>
          <a:off x="809254" y="136525"/>
          <a:ext cx="10960987" cy="6480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7521108"/>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72E40D50-691D-41B1-9CF5-4D80CB564D69}"/>
              </a:ext>
            </a:extLst>
          </p:cNvPr>
          <p:cNvSpPr>
            <a:spLocks noGrp="1"/>
          </p:cNvSpPr>
          <p:nvPr>
            <p:ph type="sldNum" sz="quarter" idx="12"/>
          </p:nvPr>
        </p:nvSpPr>
        <p:spPr/>
        <p:txBody>
          <a:bodyPr/>
          <a:lstStyle/>
          <a:p>
            <a:fld id="{BDCDBBEF-AA6C-4BA6-85B2-A17D7F280E38}" type="slidenum">
              <a:rPr lang="en-US" smtClean="0"/>
              <a:pPr/>
              <a:t>18</a:t>
            </a:fld>
            <a:endParaRPr lang="en-US"/>
          </a:p>
        </p:txBody>
      </p:sp>
      <p:graphicFrame>
        <p:nvGraphicFramePr>
          <p:cNvPr id="3" name="Diagram 2">
            <a:extLst>
              <a:ext uri="{FF2B5EF4-FFF2-40B4-BE49-F238E27FC236}">
                <a16:creationId xmlns:a16="http://schemas.microsoft.com/office/drawing/2014/main" xmlns="" id="{EA430766-A82E-4BAC-BEBF-83AB9FBE8243}"/>
              </a:ext>
            </a:extLst>
          </p:cNvPr>
          <p:cNvGraphicFramePr/>
          <p:nvPr>
            <p:extLst>
              <p:ext uri="{D42A27DB-BD31-4B8C-83A1-F6EECF244321}">
                <p14:modId xmlns:p14="http://schemas.microsoft.com/office/powerpoint/2010/main" val="3246917464"/>
              </p:ext>
            </p:extLst>
          </p:nvPr>
        </p:nvGraphicFramePr>
        <p:xfrm>
          <a:off x="830520" y="136526"/>
          <a:ext cx="10907823" cy="65849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49148143"/>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7531140C-1089-4421-B609-59F5DA9891CD}"/>
              </a:ext>
            </a:extLst>
          </p:cNvPr>
          <p:cNvSpPr>
            <a:spLocks noGrp="1"/>
          </p:cNvSpPr>
          <p:nvPr>
            <p:ph type="sldNum" sz="quarter" idx="12"/>
          </p:nvPr>
        </p:nvSpPr>
        <p:spPr/>
        <p:txBody>
          <a:bodyPr/>
          <a:lstStyle/>
          <a:p>
            <a:fld id="{BDCDBBEF-AA6C-4BA6-85B2-A17D7F280E38}" type="slidenum">
              <a:rPr lang="en-US" smtClean="0"/>
              <a:pPr/>
              <a:t>19</a:t>
            </a:fld>
            <a:endParaRPr lang="en-US"/>
          </a:p>
        </p:txBody>
      </p:sp>
      <p:graphicFrame>
        <p:nvGraphicFramePr>
          <p:cNvPr id="3" name="Diagram 2">
            <a:extLst>
              <a:ext uri="{FF2B5EF4-FFF2-40B4-BE49-F238E27FC236}">
                <a16:creationId xmlns:a16="http://schemas.microsoft.com/office/drawing/2014/main" xmlns="" id="{82A99B5D-4B56-47E4-97F6-CF7642479297}"/>
              </a:ext>
            </a:extLst>
          </p:cNvPr>
          <p:cNvGraphicFramePr/>
          <p:nvPr>
            <p:extLst>
              <p:ext uri="{D42A27DB-BD31-4B8C-83A1-F6EECF244321}">
                <p14:modId xmlns:p14="http://schemas.microsoft.com/office/powerpoint/2010/main" val="1103369151"/>
              </p:ext>
            </p:extLst>
          </p:nvPr>
        </p:nvGraphicFramePr>
        <p:xfrm>
          <a:off x="766726" y="136525"/>
          <a:ext cx="11014147" cy="65849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96897458"/>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861635DE-CCD4-4F36-8138-9AEB5668B5E8}"/>
              </a:ext>
            </a:extLst>
          </p:cNvPr>
          <p:cNvSpPr>
            <a:spLocks noGrp="1"/>
          </p:cNvSpPr>
          <p:nvPr>
            <p:ph type="sldNum" sz="quarter" idx="12"/>
          </p:nvPr>
        </p:nvSpPr>
        <p:spPr/>
        <p:txBody>
          <a:bodyPr/>
          <a:lstStyle/>
          <a:p>
            <a:fld id="{BDCDBBEF-AA6C-4BA6-85B2-A17D7F280E38}" type="slidenum">
              <a:rPr lang="en-US" smtClean="0"/>
              <a:pPr/>
              <a:t>20</a:t>
            </a:fld>
            <a:endParaRPr lang="en-US"/>
          </a:p>
        </p:txBody>
      </p:sp>
      <p:graphicFrame>
        <p:nvGraphicFramePr>
          <p:cNvPr id="3" name="Diagram 2">
            <a:extLst>
              <a:ext uri="{FF2B5EF4-FFF2-40B4-BE49-F238E27FC236}">
                <a16:creationId xmlns:a16="http://schemas.microsoft.com/office/drawing/2014/main" xmlns="" id="{4E05A89E-ADFB-4F0E-A4B2-A46BEA134AB0}"/>
              </a:ext>
            </a:extLst>
          </p:cNvPr>
          <p:cNvGraphicFramePr/>
          <p:nvPr>
            <p:extLst>
              <p:ext uri="{D42A27DB-BD31-4B8C-83A1-F6EECF244321}">
                <p14:modId xmlns:p14="http://schemas.microsoft.com/office/powerpoint/2010/main" val="3058899007"/>
              </p:ext>
            </p:extLst>
          </p:nvPr>
        </p:nvGraphicFramePr>
        <p:xfrm>
          <a:off x="980440" y="136525"/>
          <a:ext cx="10712450" cy="65849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58766374"/>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4214388C-1E3D-4B83-821D-4B5EF63FFB82}"/>
              </a:ext>
            </a:extLst>
          </p:cNvPr>
          <p:cNvSpPr>
            <a:spLocks noGrp="1"/>
          </p:cNvSpPr>
          <p:nvPr>
            <p:ph type="sldNum" sz="quarter" idx="12"/>
          </p:nvPr>
        </p:nvSpPr>
        <p:spPr/>
        <p:txBody>
          <a:bodyPr/>
          <a:lstStyle/>
          <a:p>
            <a:fld id="{BDCDBBEF-AA6C-4BA6-85B2-A17D7F280E38}" type="slidenum">
              <a:rPr lang="en-US" smtClean="0"/>
              <a:pPr/>
              <a:t>21</a:t>
            </a:fld>
            <a:endParaRPr lang="en-US"/>
          </a:p>
        </p:txBody>
      </p:sp>
      <p:graphicFrame>
        <p:nvGraphicFramePr>
          <p:cNvPr id="3" name="Diagram 2">
            <a:extLst>
              <a:ext uri="{FF2B5EF4-FFF2-40B4-BE49-F238E27FC236}">
                <a16:creationId xmlns:a16="http://schemas.microsoft.com/office/drawing/2014/main" xmlns="" id="{43BAFD15-DD9F-49A5-A0DE-4E81A575A22F}"/>
              </a:ext>
            </a:extLst>
          </p:cNvPr>
          <p:cNvGraphicFramePr/>
          <p:nvPr>
            <p:extLst>
              <p:ext uri="{D42A27DB-BD31-4B8C-83A1-F6EECF244321}">
                <p14:modId xmlns:p14="http://schemas.microsoft.com/office/powerpoint/2010/main" val="2784213464"/>
              </p:ext>
            </p:extLst>
          </p:nvPr>
        </p:nvGraphicFramePr>
        <p:xfrm>
          <a:off x="766725" y="136525"/>
          <a:ext cx="11003517" cy="65849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0510280"/>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FDA1F1D1-4B66-4704-9E7A-FDE3F2838386}"/>
              </a:ext>
            </a:extLst>
          </p:cNvPr>
          <p:cNvSpPr>
            <a:spLocks noGrp="1"/>
          </p:cNvSpPr>
          <p:nvPr>
            <p:ph type="sldNum" sz="quarter" idx="12"/>
          </p:nvPr>
        </p:nvSpPr>
        <p:spPr/>
        <p:txBody>
          <a:bodyPr/>
          <a:lstStyle/>
          <a:p>
            <a:fld id="{BDCDBBEF-AA6C-4BA6-85B2-A17D7F280E38}" type="slidenum">
              <a:rPr lang="en-US" smtClean="0"/>
              <a:pPr/>
              <a:t>22</a:t>
            </a:fld>
            <a:endParaRPr lang="en-US"/>
          </a:p>
        </p:txBody>
      </p:sp>
      <p:graphicFrame>
        <p:nvGraphicFramePr>
          <p:cNvPr id="3" name="Diagram 2">
            <a:extLst>
              <a:ext uri="{FF2B5EF4-FFF2-40B4-BE49-F238E27FC236}">
                <a16:creationId xmlns:a16="http://schemas.microsoft.com/office/drawing/2014/main" xmlns="" id="{8A0FCFD4-6670-41BA-9D3D-3BF049E75FED}"/>
              </a:ext>
            </a:extLst>
          </p:cNvPr>
          <p:cNvGraphicFramePr/>
          <p:nvPr>
            <p:extLst>
              <p:ext uri="{D42A27DB-BD31-4B8C-83A1-F6EECF244321}">
                <p14:modId xmlns:p14="http://schemas.microsoft.com/office/powerpoint/2010/main" val="3285744091"/>
              </p:ext>
            </p:extLst>
          </p:nvPr>
        </p:nvGraphicFramePr>
        <p:xfrm>
          <a:off x="786809" y="136525"/>
          <a:ext cx="10919638" cy="658494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58255484"/>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6CC56FA7-2299-4127-A0EA-ADF0F10B25D2}"/>
              </a:ext>
            </a:extLst>
          </p:cNvPr>
          <p:cNvSpPr>
            <a:spLocks noGrp="1"/>
          </p:cNvSpPr>
          <p:nvPr>
            <p:ph type="sldNum" sz="quarter" idx="12"/>
          </p:nvPr>
        </p:nvSpPr>
        <p:spPr/>
        <p:txBody>
          <a:bodyPr/>
          <a:lstStyle/>
          <a:p>
            <a:fld id="{BDCDBBEF-AA6C-4BA6-85B2-A17D7F280E38}" type="slidenum">
              <a:rPr lang="en-US" smtClean="0"/>
              <a:pPr/>
              <a:t>23</a:t>
            </a:fld>
            <a:endParaRPr lang="en-US"/>
          </a:p>
        </p:txBody>
      </p:sp>
      <p:graphicFrame>
        <p:nvGraphicFramePr>
          <p:cNvPr id="3" name="Diagram 2">
            <a:extLst>
              <a:ext uri="{FF2B5EF4-FFF2-40B4-BE49-F238E27FC236}">
                <a16:creationId xmlns:a16="http://schemas.microsoft.com/office/drawing/2014/main" xmlns="" id="{DDB33DA9-E0FE-4177-9226-C10C36093CDA}"/>
              </a:ext>
            </a:extLst>
          </p:cNvPr>
          <p:cNvGraphicFramePr/>
          <p:nvPr>
            <p:extLst>
              <p:ext uri="{D42A27DB-BD31-4B8C-83A1-F6EECF244321}">
                <p14:modId xmlns:p14="http://schemas.microsoft.com/office/powerpoint/2010/main" val="2251812652"/>
              </p:ext>
            </p:extLst>
          </p:nvPr>
        </p:nvGraphicFramePr>
        <p:xfrm>
          <a:off x="926213" y="250825"/>
          <a:ext cx="10599479" cy="62198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79633862"/>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B72E74B8-E88A-4774-AE74-F2BB2AD0A853}"/>
              </a:ext>
            </a:extLst>
          </p:cNvPr>
          <p:cNvSpPr>
            <a:spLocks noGrp="1"/>
          </p:cNvSpPr>
          <p:nvPr>
            <p:ph type="sldNum" sz="quarter" idx="12"/>
          </p:nvPr>
        </p:nvSpPr>
        <p:spPr/>
        <p:txBody>
          <a:bodyPr/>
          <a:lstStyle/>
          <a:p>
            <a:fld id="{BDCDBBEF-AA6C-4BA6-85B2-A17D7F280E38}" type="slidenum">
              <a:rPr lang="en-US" smtClean="0"/>
              <a:pPr/>
              <a:t>24</a:t>
            </a:fld>
            <a:endParaRPr lang="en-US"/>
          </a:p>
        </p:txBody>
      </p:sp>
      <p:graphicFrame>
        <p:nvGraphicFramePr>
          <p:cNvPr id="3" name="Diagram 2">
            <a:extLst>
              <a:ext uri="{FF2B5EF4-FFF2-40B4-BE49-F238E27FC236}">
                <a16:creationId xmlns:a16="http://schemas.microsoft.com/office/drawing/2014/main" xmlns="" id="{6FA20453-F70D-427A-BE72-6C1FBBAE2422}"/>
              </a:ext>
            </a:extLst>
          </p:cNvPr>
          <p:cNvGraphicFramePr/>
          <p:nvPr>
            <p:extLst>
              <p:ext uri="{D42A27DB-BD31-4B8C-83A1-F6EECF244321}">
                <p14:modId xmlns:p14="http://schemas.microsoft.com/office/powerpoint/2010/main" val="3524989473"/>
              </p:ext>
            </p:extLst>
          </p:nvPr>
        </p:nvGraphicFramePr>
        <p:xfrm>
          <a:off x="889000" y="68580"/>
          <a:ext cx="10826750" cy="67214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64749569"/>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53DF790C-DC78-4D5C-B073-D0F09D89959F}"/>
              </a:ext>
            </a:extLst>
          </p:cNvPr>
          <p:cNvSpPr>
            <a:spLocks noGrp="1"/>
          </p:cNvSpPr>
          <p:nvPr>
            <p:ph type="sldNum" sz="quarter" idx="12"/>
          </p:nvPr>
        </p:nvSpPr>
        <p:spPr/>
        <p:txBody>
          <a:bodyPr/>
          <a:lstStyle/>
          <a:p>
            <a:fld id="{BDCDBBEF-AA6C-4BA6-85B2-A17D7F280E38}" type="slidenum">
              <a:rPr lang="en-US" smtClean="0"/>
              <a:pPr/>
              <a:t>25</a:t>
            </a:fld>
            <a:endParaRPr lang="en-US"/>
          </a:p>
        </p:txBody>
      </p:sp>
      <p:graphicFrame>
        <p:nvGraphicFramePr>
          <p:cNvPr id="3" name="Diagram 2">
            <a:extLst>
              <a:ext uri="{FF2B5EF4-FFF2-40B4-BE49-F238E27FC236}">
                <a16:creationId xmlns:a16="http://schemas.microsoft.com/office/drawing/2014/main" xmlns="" id="{5FE0A920-CC80-4EB4-95E3-71140833B511}"/>
              </a:ext>
            </a:extLst>
          </p:cNvPr>
          <p:cNvGraphicFramePr/>
          <p:nvPr>
            <p:extLst>
              <p:ext uri="{D42A27DB-BD31-4B8C-83A1-F6EECF244321}">
                <p14:modId xmlns:p14="http://schemas.microsoft.com/office/powerpoint/2010/main" val="1198735373"/>
              </p:ext>
            </p:extLst>
          </p:nvPr>
        </p:nvGraphicFramePr>
        <p:xfrm>
          <a:off x="772886" y="43542"/>
          <a:ext cx="11000014" cy="670015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8233747"/>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BD350CAE-260D-40FD-87C0-7CA29BD68D0E}"/>
              </a:ext>
            </a:extLst>
          </p:cNvPr>
          <p:cNvSpPr>
            <a:spLocks noGrp="1"/>
          </p:cNvSpPr>
          <p:nvPr>
            <p:ph type="sldNum" sz="quarter" idx="12"/>
          </p:nvPr>
        </p:nvSpPr>
        <p:spPr/>
        <p:txBody>
          <a:bodyPr/>
          <a:lstStyle/>
          <a:p>
            <a:fld id="{BDCDBBEF-AA6C-4BA6-85B2-A17D7F280E38}" type="slidenum">
              <a:rPr lang="en-US" smtClean="0"/>
              <a:pPr/>
              <a:t>26</a:t>
            </a:fld>
            <a:endParaRPr lang="en-US"/>
          </a:p>
        </p:txBody>
      </p:sp>
      <p:graphicFrame>
        <p:nvGraphicFramePr>
          <p:cNvPr id="3" name="Diagram 2">
            <a:extLst>
              <a:ext uri="{FF2B5EF4-FFF2-40B4-BE49-F238E27FC236}">
                <a16:creationId xmlns:a16="http://schemas.microsoft.com/office/drawing/2014/main" xmlns="" id="{E54F643D-F193-471D-84EE-E2CCBB190C8B}"/>
              </a:ext>
            </a:extLst>
          </p:cNvPr>
          <p:cNvGraphicFramePr/>
          <p:nvPr>
            <p:extLst>
              <p:ext uri="{D42A27DB-BD31-4B8C-83A1-F6EECF244321}">
                <p14:modId xmlns:p14="http://schemas.microsoft.com/office/powerpoint/2010/main" val="1099730623"/>
              </p:ext>
            </p:extLst>
          </p:nvPr>
        </p:nvGraphicFramePr>
        <p:xfrm>
          <a:off x="774700" y="0"/>
          <a:ext cx="10986770" cy="67214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11753767"/>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rmAutofit/>
          </a:bodyPr>
          <a:lstStyle/>
          <a:p>
            <a:pPr algn="ctr"/>
            <a:r>
              <a:rPr lang="en-US" sz="3600" b="1" dirty="0">
                <a:latin typeface="Times New Roman" panose="02020603050405020304" pitchFamily="18" charset="0"/>
                <a:cs typeface="Times New Roman" panose="02020603050405020304" pitchFamily="18" charset="0"/>
              </a:rPr>
              <a:t>REFERENCES    </a:t>
            </a:r>
          </a:p>
        </p:txBody>
      </p:sp>
      <p:sp>
        <p:nvSpPr>
          <p:cNvPr id="3" name="Content Placeholder 2"/>
          <p:cNvSpPr>
            <a:spLocks noGrp="1"/>
          </p:cNvSpPr>
          <p:nvPr>
            <p:ph idx="1"/>
          </p:nvPr>
        </p:nvSpPr>
        <p:spPr/>
        <p:txBody>
          <a:bodyPr>
            <a:normAutofit fontScale="92500" lnSpcReduction="20000"/>
          </a:bodyPr>
          <a:lstStyle/>
          <a:p>
            <a:pPr algn="just">
              <a:buFont typeface="Arial" panose="020B0604020202020204" pitchFamily="34" charset="0"/>
              <a:buChar char="•"/>
            </a:pPr>
            <a:r>
              <a:rPr lang="en-IN" b="0" i="0" dirty="0">
                <a:effectLst/>
              </a:rPr>
              <a:t>John G Webster, “Medical Instrumentation – Application and Design”, 4</a:t>
            </a:r>
            <a:r>
              <a:rPr lang="en-IN" b="0" i="0" baseline="30000" dirty="0">
                <a:effectLst/>
              </a:rPr>
              <a:t>th</a:t>
            </a:r>
            <a:r>
              <a:rPr lang="en-IN" b="0" i="0" dirty="0">
                <a:effectLst/>
              </a:rPr>
              <a:t> ed., John Wiley and Sons, 2007.</a:t>
            </a:r>
          </a:p>
          <a:p>
            <a:pPr algn="just">
              <a:buFont typeface="Arial" panose="020B0604020202020204" pitchFamily="34" charset="0"/>
              <a:buChar char="•"/>
            </a:pPr>
            <a:r>
              <a:rPr lang="en-IN" b="0" i="0" dirty="0">
                <a:effectLst/>
              </a:rPr>
              <a:t>Leslie Cromwell, Fred. J. </a:t>
            </a:r>
            <a:r>
              <a:rPr lang="en-IN" b="0" i="0" dirty="0" err="1">
                <a:effectLst/>
              </a:rPr>
              <a:t>Weibell</a:t>
            </a:r>
            <a:r>
              <a:rPr lang="en-IN" b="0" i="0" dirty="0">
                <a:effectLst/>
              </a:rPr>
              <a:t>, Erich. A. Pfeiffer, “Biomedical Instrumentation &amp; Measurements, 2</a:t>
            </a:r>
            <a:r>
              <a:rPr lang="en-IN" b="0" i="0" baseline="30000" dirty="0">
                <a:effectLst/>
              </a:rPr>
              <a:t>nd</a:t>
            </a:r>
            <a:r>
              <a:rPr lang="en-IN" b="0" i="0" dirty="0">
                <a:effectLst/>
              </a:rPr>
              <a:t> ed., Pearson Education., 2001.</a:t>
            </a:r>
          </a:p>
          <a:p>
            <a:pPr algn="just">
              <a:buFont typeface="Arial" panose="020B0604020202020204" pitchFamily="34" charset="0"/>
              <a:buChar char="•"/>
            </a:pPr>
            <a:r>
              <a:rPr lang="en-IN" b="0" i="0" dirty="0">
                <a:effectLst/>
              </a:rPr>
              <a:t>Basmajian, “Biofeedback- Principles and practice for clinicians.”</a:t>
            </a:r>
          </a:p>
          <a:p>
            <a:pPr algn="just">
              <a:buFont typeface="Arial" panose="020B0604020202020204" pitchFamily="34" charset="0"/>
              <a:buChar char="•"/>
            </a:pPr>
            <a:r>
              <a:rPr lang="en-IN" b="0" i="0" dirty="0">
                <a:effectLst/>
              </a:rPr>
              <a:t>Susan o Sullivan, “Physical rehabilitation”</a:t>
            </a:r>
          </a:p>
          <a:p>
            <a:pPr algn="just"/>
            <a:r>
              <a:rPr lang="en-IN" b="0" i="0" dirty="0" err="1">
                <a:effectLst/>
              </a:rPr>
              <a:t>Ryaby</a:t>
            </a:r>
            <a:r>
              <a:rPr lang="en-IN" b="0" i="0" dirty="0">
                <a:effectLst/>
              </a:rPr>
              <a:t> J.T. (2005) Biophysical Stimulation Using Electrical, Electromagnetic, and Ultrasonic Fields. In: Lieberman J.R., </a:t>
            </a:r>
            <a:r>
              <a:rPr lang="en-IN" b="0" i="0" dirty="0" err="1">
                <a:effectLst/>
              </a:rPr>
              <a:t>Friedlaender</a:t>
            </a:r>
            <a:r>
              <a:rPr lang="en-IN" b="0" i="0" dirty="0">
                <a:effectLst/>
              </a:rPr>
              <a:t> G.E. (eds) Bone Regeneration and Repair. Humana Press. </a:t>
            </a:r>
            <a:r>
              <a:rPr lang="en-IN" b="0" i="0" dirty="0">
                <a:effectLst/>
                <a:hlinkClick r:id="rId2">
                  <a:extLst>
                    <a:ext uri="{A12FA001-AC4F-418D-AE19-62706E023703}">
                      <ahyp:hlinkClr xmlns:ahyp="http://schemas.microsoft.com/office/drawing/2018/hyperlinkcolor" xmlns="" val="tx"/>
                    </a:ext>
                  </a:extLst>
                </a:hlinkClick>
              </a:rPr>
              <a:t>https://doi.org/10.1385/1-59259-863-3:291</a:t>
            </a:r>
            <a:endParaRPr lang="en-IN" b="0" i="0" dirty="0">
              <a:effectLst/>
            </a:endParaRPr>
          </a:p>
          <a:p>
            <a:pPr algn="just"/>
            <a:r>
              <a:rPr lang="en-US" dirty="0" err="1"/>
              <a:t>Leshie</a:t>
            </a:r>
            <a:r>
              <a:rPr lang="en-US" dirty="0"/>
              <a:t> Cromwell, </a:t>
            </a:r>
            <a:r>
              <a:rPr lang="en-US" dirty="0" err="1"/>
              <a:t>Fred.J</a:t>
            </a:r>
            <a:r>
              <a:rPr lang="en-US" dirty="0"/>
              <a:t>. </a:t>
            </a:r>
            <a:r>
              <a:rPr lang="en-US" dirty="0" err="1"/>
              <a:t>Weibell</a:t>
            </a:r>
            <a:r>
              <a:rPr lang="en-US" dirty="0"/>
              <a:t> and </a:t>
            </a:r>
            <a:r>
              <a:rPr lang="en-US" dirty="0" err="1"/>
              <a:t>Erich.A.Pfeiffer</a:t>
            </a:r>
            <a:r>
              <a:rPr lang="en-US" dirty="0"/>
              <a:t>. 2003. Biomedical instrumentation and measurements. 2</a:t>
            </a:r>
            <a:r>
              <a:rPr lang="en-US" baseline="30000" dirty="0"/>
              <a:t>nd</a:t>
            </a:r>
            <a:r>
              <a:rPr lang="en-US" dirty="0"/>
              <a:t> edition, PHI.</a:t>
            </a:r>
          </a:p>
          <a:p>
            <a:pPr algn="just"/>
            <a:r>
              <a:rPr lang="en-US" dirty="0"/>
              <a:t> John G. Webster 1998. Medical Instrumentation: Applications and Design, 3</a:t>
            </a:r>
            <a:r>
              <a:rPr lang="en-US" baseline="30000" dirty="0"/>
              <a:t>rd</a:t>
            </a:r>
            <a:r>
              <a:rPr lang="en-US" dirty="0"/>
              <a:t> edition, Jon Wiley and Sons, New York.</a:t>
            </a:r>
          </a:p>
          <a:p>
            <a:pPr algn="just"/>
            <a:r>
              <a:rPr lang="en-US" dirty="0"/>
              <a:t>Jon Cooper, </a:t>
            </a:r>
            <a:r>
              <a:rPr lang="en-US" b="1" dirty="0"/>
              <a:t>, 2</a:t>
            </a:r>
            <a:r>
              <a:rPr lang="en-US" dirty="0"/>
              <a:t>004. “Biosensors A Practical Approach” Bellwether Books. </a:t>
            </a:r>
          </a:p>
          <a:p>
            <a:pPr algn="just"/>
            <a:endParaRPr lang="en-IN" sz="2400" dirty="0">
              <a:ea typeface="Cambria"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27</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61918424"/>
      </p:ext>
    </p:extLst>
  </p:cSld>
  <p:clrMapOvr>
    <a:masterClrMapping/>
  </p:clrMapOvr>
  <mc:AlternateContent xmlns:mc="http://schemas.openxmlformats.org/markup-compatibility/2006" xmlns:p14="http://schemas.microsoft.com/office/powerpoint/2010/main">
    <mc:Choice Requires="p14">
      <p:transition spd="med" p14:dur="700" advTm="24312">
        <p:fade/>
      </p:transition>
    </mc:Choice>
    <mc:Fallback xmlns="">
      <p:transition spd="med" advTm="24312">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xmlns="" id="{2C813A83-4CF3-4942-8C24-169E11C40466}"/>
              </a:ext>
            </a:extLst>
          </p:cNvPr>
          <p:cNvSpPr/>
          <p:nvPr/>
        </p:nvSpPr>
        <p:spPr>
          <a:xfrm>
            <a:off x="0" y="0"/>
            <a:ext cx="12192000" cy="4686918"/>
          </a:xfrm>
          <a:prstGeom prst="rect">
            <a:avLst/>
          </a:prstGeom>
          <a:solidFill>
            <a:schemeClr val="accent1">
              <a:lumMod val="60000"/>
              <a:lumOff val="4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xmlns=""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xmlns=""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xmlns=""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xmlns=""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Times New Roman" panose="02020603050405020304" pitchFamily="18" charset="0"/>
                <a:ea typeface="Segoe UI" panose="020B0502040204020203" pitchFamily="34" charset="0"/>
                <a:cs typeface="Times New Roman" panose="02020603050405020304" pitchFamily="18" charset="0"/>
              </a:rPr>
              <a:t>THANK YOU</a:t>
            </a:r>
          </a:p>
        </p:txBody>
      </p:sp>
      <p:sp>
        <p:nvSpPr>
          <p:cNvPr id="22" name="Diamond 6">
            <a:extLst>
              <a:ext uri="{FF2B5EF4-FFF2-40B4-BE49-F238E27FC236}">
                <a16:creationId xmlns:a16="http://schemas.microsoft.com/office/drawing/2014/main" xmlns=""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xmlns=""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11781437" y="52451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xmlns="" id="{CAD0D7B8-E462-453C-B296-CA0154FA54AE}"/>
                </a:ext>
              </a:extLst>
            </p:cNvPr>
            <p:cNvGraphicFramePr>
              <a:graphicFrameLocks noChangeAspect="1"/>
            </p:cNvGraphicFramePr>
            <p:nvPr>
              <p:extLst>
                <p:ext uri="{D42A27DB-BD31-4B8C-83A1-F6EECF244321}">
                  <p14:modId xmlns:p14="http://schemas.microsoft.com/office/powerpoint/2010/main" val="4059142145"/>
                </p:ext>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spid="_x0000_s2051" name="CorelDRAW" r:id="rId3" imgW="2169000" imgH="2169360" progId="">
                    <p:embed/>
                  </p:oleObj>
                </mc:Choice>
                <mc:Fallback>
                  <p:oleObj name="CorelDRAW" r:id="rId3" imgW="2169000" imgH="2169360" progId="">
                    <p:embed/>
                    <p:pic>
                      <p:nvPicPr>
                        <p:cNvPr id="33" name="Object 32">
                          <a:extLst>
                            <a:ext uri="{FF2B5EF4-FFF2-40B4-BE49-F238E27FC236}">
                              <a16:creationId xmlns:a16="http://schemas.microsoft.com/office/drawing/2014/main" xmlns="" id="{CAD0D7B8-E462-453C-B296-CA0154FA54A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extLst>
      <p:ext uri="{BB962C8B-B14F-4D97-AF65-F5344CB8AC3E}">
        <p14:creationId xmlns:p14="http://schemas.microsoft.com/office/powerpoint/2010/main" val="2656501266"/>
      </p:ext>
    </p:extLst>
  </p:cSld>
  <p:clrMapOvr>
    <a:masterClrMapping/>
  </p:clrMapOvr>
  <mc:AlternateContent xmlns:mc="http://schemas.openxmlformats.org/markup-compatibility/2006" xmlns:p14="http://schemas.microsoft.com/office/powerpoint/2010/main">
    <mc:Choice Requires="p14">
      <p:transition spd="med" p14:dur="700" advTm="1626">
        <p:fade/>
      </p:transition>
    </mc:Choice>
    <mc:Fallback xmlns="">
      <p:transition spd="med" advTm="1626">
        <p:fade/>
      </p:transition>
    </mc:Fallback>
  </mc:AlternateContent>
</p:sld>
</file>

<file path=ppt/theme/theme1.xml><?xml version="1.0" encoding="utf-8"?>
<a:theme xmlns:a="http://schemas.openxmlformats.org/drawingml/2006/main" name="1_Office Theme">
  <a:themeElements>
    <a:clrScheme name="Violet">
      <a:dk1>
        <a:sysClr val="windowText" lastClr="000000"/>
      </a:dk1>
      <a:lt1>
        <a:sysClr val="window" lastClr="FFFFFF"/>
      </a:lt1>
      <a:dk2>
        <a:srgbClr val="373545"/>
      </a:dk2>
      <a:lt2>
        <a:srgbClr val="DCD8DC"/>
      </a:lt2>
      <a:accent1>
        <a:srgbClr val="AD84C6"/>
      </a:accent1>
      <a:accent2>
        <a:srgbClr val="8784C7"/>
      </a:accent2>
      <a:accent3>
        <a:srgbClr val="5D739A"/>
      </a:accent3>
      <a:accent4>
        <a:srgbClr val="6997AF"/>
      </a:accent4>
      <a:accent5>
        <a:srgbClr val="84ACB6"/>
      </a:accent5>
      <a:accent6>
        <a:srgbClr val="6F8183"/>
      </a:accent6>
      <a:hlink>
        <a:srgbClr val="69A020"/>
      </a:hlink>
      <a:folHlink>
        <a:srgbClr val="8C8C8C"/>
      </a:folHlink>
    </a:clrScheme>
    <a:fontScheme name="Arial-Times New Roman">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8241</TotalTime>
  <Words>2764</Words>
  <Application>Microsoft Office PowerPoint</Application>
  <PresentationFormat>Widescreen</PresentationFormat>
  <Paragraphs>251</Paragraphs>
  <Slides>28</Slides>
  <Notes>4</Notes>
  <HiddenSlides>0</HiddenSlides>
  <MMClips>0</MMClips>
  <ScaleCrop>false</ScaleCrop>
  <HeadingPairs>
    <vt:vector size="10" baseType="variant">
      <vt:variant>
        <vt:lpstr>Fonts Used</vt:lpstr>
      </vt:variant>
      <vt:variant>
        <vt:i4>14</vt:i4>
      </vt:variant>
      <vt:variant>
        <vt:lpstr>Theme</vt:lpstr>
      </vt:variant>
      <vt:variant>
        <vt:i4>2</vt:i4>
      </vt:variant>
      <vt:variant>
        <vt:lpstr>Embedded OLE Servers</vt:lpstr>
      </vt:variant>
      <vt:variant>
        <vt:i4>1</vt:i4>
      </vt:variant>
      <vt:variant>
        <vt:lpstr>Slide Titles</vt:lpstr>
      </vt:variant>
      <vt:variant>
        <vt:i4>28</vt:i4>
      </vt:variant>
      <vt:variant>
        <vt:lpstr>Custom Shows</vt:lpstr>
      </vt:variant>
      <vt:variant>
        <vt:i4>1</vt:i4>
      </vt:variant>
    </vt:vector>
  </HeadingPairs>
  <TitlesOfParts>
    <vt:vector size="46" baseType="lpstr">
      <vt:lpstr>Arial Unicode MS</vt:lpstr>
      <vt:lpstr>SimSun</vt:lpstr>
      <vt:lpstr>Arial</vt:lpstr>
      <vt:lpstr>Arial</vt:lpstr>
      <vt:lpstr>Calibri</vt:lpstr>
      <vt:lpstr>Calibri Light</vt:lpstr>
      <vt:lpstr>Cambria</vt:lpstr>
      <vt:lpstr>Casper</vt:lpstr>
      <vt:lpstr>Google Sans</vt:lpstr>
      <vt:lpstr>Karla</vt:lpstr>
      <vt:lpstr>Raleway ExtraBold</vt:lpstr>
      <vt:lpstr>Segoe UI</vt:lpstr>
      <vt:lpstr>Times New Roman</vt:lpstr>
      <vt:lpstr>Wingdings</vt:lpstr>
      <vt:lpstr>1_Office Theme</vt:lpstr>
      <vt:lpstr>Contents Slide Master</vt:lpstr>
      <vt:lpstr>CorelDRAW</vt:lpstr>
      <vt:lpstr>PowerPoint Presentation</vt:lpstr>
      <vt:lpstr>Course Outcome </vt:lpstr>
      <vt:lpstr>SYLLABUS</vt:lpstr>
      <vt:lpstr>Basic Recording System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Biomedical Records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REFERENCES    </vt:lpstr>
      <vt:lpstr>PowerPoint Presentation</vt:lpstr>
      <vt:lpstr>Custom Show 1</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Microsoft account</cp:lastModifiedBy>
  <cp:revision>673</cp:revision>
  <dcterms:created xsi:type="dcterms:W3CDTF">2019-01-09T10:33:58Z</dcterms:created>
  <dcterms:modified xsi:type="dcterms:W3CDTF">2023-07-05T15:17:24Z</dcterms:modified>
</cp:coreProperties>
</file>