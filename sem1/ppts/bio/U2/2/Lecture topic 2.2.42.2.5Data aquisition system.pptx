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6"/>
  </p:notesMasterIdLst>
  <p:handoutMasterIdLst>
    <p:handoutMasterId r:id="rId17"/>
  </p:handoutMasterIdLst>
  <p:sldIdLst>
    <p:sldId id="277" r:id="rId3"/>
    <p:sldId id="374" r:id="rId4"/>
    <p:sldId id="382" r:id="rId5"/>
    <p:sldId id="430" r:id="rId6"/>
    <p:sldId id="441" r:id="rId7"/>
    <p:sldId id="446" r:id="rId8"/>
    <p:sldId id="445" r:id="rId9"/>
    <p:sldId id="442" r:id="rId10"/>
    <p:sldId id="452" r:id="rId11"/>
    <p:sldId id="454" r:id="rId12"/>
    <p:sldId id="463" r:id="rId13"/>
    <p:sldId id="284" r:id="rId14"/>
    <p:sldId id="4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842" autoAdjust="0"/>
  </p:normalViewPr>
  <p:slideViewPr>
    <p:cSldViewPr snapToGrid="0">
      <p:cViewPr varScale="1">
        <p:scale>
          <a:sx n="74" d="100"/>
          <a:sy n="74" d="100"/>
        </p:scale>
        <p:origin x="576"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66"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DA0E8FF1-5E99-4E45-9229-D84EA9885B27}"/>
    <pc:docChg chg="delSld modSld">
      <pc:chgData name="Devinder Kaur" userId="89161a673412ba18" providerId="LiveId" clId="{DA0E8FF1-5E99-4E45-9229-D84EA9885B27}" dt="2022-03-11T07:06:58.300" v="26" actId="47"/>
      <pc:docMkLst>
        <pc:docMk/>
      </pc:docMkLst>
      <pc:sldChg chg="modSp mod">
        <pc:chgData name="Devinder Kaur" userId="89161a673412ba18" providerId="LiveId" clId="{DA0E8FF1-5E99-4E45-9229-D84EA9885B27}" dt="2022-03-11T07:00:25.481" v="19" actId="113"/>
        <pc:sldMkLst>
          <pc:docMk/>
          <pc:sldMk cId="1926116513" sldId="435"/>
        </pc:sldMkLst>
        <pc:graphicFrameChg chg="mod modGraphic">
          <ac:chgData name="Devinder Kaur" userId="89161a673412ba18" providerId="LiveId" clId="{DA0E8FF1-5E99-4E45-9229-D84EA9885B27}" dt="2022-03-11T07:00:25.481" v="19" actId="113"/>
          <ac:graphicFrameMkLst>
            <pc:docMk/>
            <pc:sldMk cId="1926116513" sldId="435"/>
            <ac:graphicFrameMk id="3" creationId="{2ABD9379-D65F-4867-8A05-C92F7A5D1F3E}"/>
          </ac:graphicFrameMkLst>
        </pc:graphicFrameChg>
      </pc:sldChg>
      <pc:sldChg chg="modSp mod">
        <pc:chgData name="Devinder Kaur" userId="89161a673412ba18" providerId="LiveId" clId="{DA0E8FF1-5E99-4E45-9229-D84EA9885B27}" dt="2022-03-11T07:00:48.616" v="23" actId="403"/>
        <pc:sldMkLst>
          <pc:docMk/>
          <pc:sldMk cId="1195915143" sldId="436"/>
        </pc:sldMkLst>
        <pc:graphicFrameChg chg="modGraphic">
          <ac:chgData name="Devinder Kaur" userId="89161a673412ba18" providerId="LiveId" clId="{DA0E8FF1-5E99-4E45-9229-D84EA9885B27}" dt="2022-03-11T07:00:48.616" v="23" actId="403"/>
          <ac:graphicFrameMkLst>
            <pc:docMk/>
            <pc:sldMk cId="1195915143" sldId="436"/>
            <ac:graphicFrameMk id="3" creationId="{AB7745FD-F04D-4100-9C5B-27CD660A8867}"/>
          </ac:graphicFrameMkLst>
        </pc:graphicFrameChg>
      </pc:sldChg>
      <pc:sldChg chg="modSp">
        <pc:chgData name="Devinder Kaur" userId="89161a673412ba18" providerId="LiveId" clId="{DA0E8FF1-5E99-4E45-9229-D84EA9885B27}" dt="2022-03-11T07:01:48.016" v="24" actId="113"/>
        <pc:sldMkLst>
          <pc:docMk/>
          <pc:sldMk cId="2251217949" sldId="438"/>
        </pc:sldMkLst>
        <pc:graphicFrameChg chg="mod">
          <ac:chgData name="Devinder Kaur" userId="89161a673412ba18" providerId="LiveId" clId="{DA0E8FF1-5E99-4E45-9229-D84EA9885B27}" dt="2022-03-11T07:01:48.016" v="24" actId="113"/>
          <ac:graphicFrameMkLst>
            <pc:docMk/>
            <pc:sldMk cId="2251217949" sldId="438"/>
            <ac:graphicFrameMk id="3" creationId="{12AB389B-5B9F-4720-8FAC-F284CE8381C4}"/>
          </ac:graphicFrameMkLst>
        </pc:graphicFrameChg>
      </pc:sldChg>
      <pc:sldChg chg="modSp mod">
        <pc:chgData name="Devinder Kaur" userId="89161a673412ba18" providerId="LiveId" clId="{DA0E8FF1-5E99-4E45-9229-D84EA9885B27}" dt="2022-03-11T06:56:36.433" v="11" actId="14100"/>
        <pc:sldMkLst>
          <pc:docMk/>
          <pc:sldMk cId="849382613" sldId="441"/>
        </pc:sldMkLst>
        <pc:graphicFrameChg chg="mod modGraphic">
          <ac:chgData name="Devinder Kaur" userId="89161a673412ba18" providerId="LiveId" clId="{DA0E8FF1-5E99-4E45-9229-D84EA9885B27}" dt="2022-03-11T06:56:36.433" v="11" actId="14100"/>
          <ac:graphicFrameMkLst>
            <pc:docMk/>
            <pc:sldMk cId="849382613" sldId="441"/>
            <ac:graphicFrameMk id="3" creationId="{63EC3A6F-33DB-4ABB-8373-93F37FAB1172}"/>
          </ac:graphicFrameMkLst>
        </pc:graphicFrameChg>
      </pc:sldChg>
      <pc:sldChg chg="del">
        <pc:chgData name="Devinder Kaur" userId="89161a673412ba18" providerId="LiveId" clId="{DA0E8FF1-5E99-4E45-9229-D84EA9885B27}" dt="2022-03-11T07:04:13.617" v="25" actId="47"/>
        <pc:sldMkLst>
          <pc:docMk/>
          <pc:sldMk cId="332995896" sldId="447"/>
        </pc:sldMkLst>
      </pc:sldChg>
      <pc:sldChg chg="del">
        <pc:chgData name="Devinder Kaur" userId="89161a673412ba18" providerId="LiveId" clId="{DA0E8FF1-5E99-4E45-9229-D84EA9885B27}" dt="2022-03-11T07:04:13.617" v="25" actId="47"/>
        <pc:sldMkLst>
          <pc:docMk/>
          <pc:sldMk cId="460215777" sldId="448"/>
        </pc:sldMkLst>
      </pc:sldChg>
      <pc:sldChg chg="del">
        <pc:chgData name="Devinder Kaur" userId="89161a673412ba18" providerId="LiveId" clId="{DA0E8FF1-5E99-4E45-9229-D84EA9885B27}" dt="2022-03-11T07:06:58.300" v="26" actId="47"/>
        <pc:sldMkLst>
          <pc:docMk/>
          <pc:sldMk cId="3549165669" sldId="457"/>
        </pc:sldMkLst>
      </pc:sldChg>
      <pc:sldChg chg="del">
        <pc:chgData name="Devinder Kaur" userId="89161a673412ba18" providerId="LiveId" clId="{DA0E8FF1-5E99-4E45-9229-D84EA9885B27}" dt="2022-03-11T07:06:58.300" v="26" actId="47"/>
        <pc:sldMkLst>
          <pc:docMk/>
          <pc:sldMk cId="2184829267" sldId="459"/>
        </pc:sldMkLst>
      </pc:sldChg>
      <pc:sldChg chg="del">
        <pc:chgData name="Devinder Kaur" userId="89161a673412ba18" providerId="LiveId" clId="{DA0E8FF1-5E99-4E45-9229-D84EA9885B27}" dt="2022-03-11T07:06:58.300" v="26" actId="47"/>
        <pc:sldMkLst>
          <pc:docMk/>
          <pc:sldMk cId="2530869628" sldId="460"/>
        </pc:sldMkLst>
      </pc:sldChg>
      <pc:sldChg chg="del">
        <pc:chgData name="Devinder Kaur" userId="89161a673412ba18" providerId="LiveId" clId="{DA0E8FF1-5E99-4E45-9229-D84EA9885B27}" dt="2022-03-11T07:06:58.300" v="26" actId="47"/>
        <pc:sldMkLst>
          <pc:docMk/>
          <pc:sldMk cId="2092214895" sldId="461"/>
        </pc:sldMkLst>
      </pc:sldChg>
      <pc:sldChg chg="del">
        <pc:chgData name="Devinder Kaur" userId="89161a673412ba18" providerId="LiveId" clId="{DA0E8FF1-5E99-4E45-9229-D84EA9885B27}" dt="2022-03-11T07:06:58.300" v="26" actId="47"/>
        <pc:sldMkLst>
          <pc:docMk/>
          <pc:sldMk cId="4204788011" sldId="462"/>
        </pc:sldMkLst>
      </pc:sldChg>
      <pc:sldChg chg="modSp mod">
        <pc:chgData name="Devinder Kaur" userId="89161a673412ba18" providerId="LiveId" clId="{DA0E8FF1-5E99-4E45-9229-D84EA9885B27}" dt="2022-03-11T06:59:33.310" v="14" actId="14100"/>
        <pc:sldMkLst>
          <pc:docMk/>
          <pc:sldMk cId="418025744" sldId="464"/>
        </pc:sldMkLst>
        <pc:graphicFrameChg chg="mod">
          <ac:chgData name="Devinder Kaur" userId="89161a673412ba18" providerId="LiveId" clId="{DA0E8FF1-5E99-4E45-9229-D84EA9885B27}" dt="2022-03-11T06:59:33.310" v="14" actId="14100"/>
          <ac:graphicFrameMkLst>
            <pc:docMk/>
            <pc:sldMk cId="418025744" sldId="464"/>
            <ac:graphicFrameMk id="3" creationId="{BF30C0E0-C123-4DD5-A316-BCEBE0236D89}"/>
          </ac:graphicFrameMkLst>
        </pc:graphicFrameChg>
      </pc:sldChg>
    </pc:docChg>
  </pc:docChgLst>
  <pc:docChgLst>
    <pc:chgData name="Devinder Kaur" userId="89161a673412ba18" providerId="LiveId" clId="{F3375ACD-CF11-42A9-9C25-B9B8F20C9043}"/>
    <pc:docChg chg="undo custSel addSld delSld modSld sldOrd">
      <pc:chgData name="Devinder Kaur" userId="89161a673412ba18" providerId="LiveId" clId="{F3375ACD-CF11-42A9-9C25-B9B8F20C9043}" dt="2021-11-20T08:25:33.804" v="5322"/>
      <pc:docMkLst>
        <pc:docMk/>
      </pc:docMkLst>
      <pc:sldChg chg="modSp mod">
        <pc:chgData name="Devinder Kaur" userId="89161a673412ba18" providerId="LiveId" clId="{F3375ACD-CF11-42A9-9C25-B9B8F20C9043}" dt="2021-11-12T07:57:55.773" v="5062" actId="20577"/>
        <pc:sldMkLst>
          <pc:docMk/>
          <pc:sldMk cId="2656501266" sldId="279"/>
        </pc:sldMkLst>
        <pc:spChg chg="mod">
          <ac:chgData name="Devinder Kaur" userId="89161a673412ba18" providerId="LiveId" clId="{F3375ACD-CF11-42A9-9C25-B9B8F20C9043}" dt="2021-11-12T07:57:55.773" v="5062" actId="20577"/>
          <ac:spMkLst>
            <pc:docMk/>
            <pc:sldMk cId="2656501266" sldId="279"/>
            <ac:spMk id="2" creationId="{00000000-0000-0000-0000-000000000000}"/>
          </ac:spMkLst>
        </pc:spChg>
      </pc:sldChg>
      <pc:sldChg chg="delSp modSp mod">
        <pc:chgData name="Devinder Kaur" userId="89161a673412ba18" providerId="LiveId" clId="{F3375ACD-CF11-42A9-9C25-B9B8F20C9043}" dt="2021-11-12T08:02:43.799" v="5074" actId="2711"/>
        <pc:sldMkLst>
          <pc:docMk/>
          <pc:sldMk cId="3361918424" sldId="284"/>
        </pc:sldMkLst>
        <pc:spChg chg="mod">
          <ac:chgData name="Devinder Kaur" userId="89161a673412ba18" providerId="LiveId" clId="{F3375ACD-CF11-42A9-9C25-B9B8F20C9043}" dt="2021-11-12T08:02:43.799" v="5074" actId="2711"/>
          <ac:spMkLst>
            <pc:docMk/>
            <pc:sldMk cId="3361918424" sldId="284"/>
            <ac:spMk id="2" creationId="{00000000-0000-0000-0000-000000000000}"/>
          </ac:spMkLst>
        </pc:spChg>
        <pc:spChg chg="mod">
          <ac:chgData name="Devinder Kaur" userId="89161a673412ba18" providerId="LiveId" clId="{F3375ACD-CF11-42A9-9C25-B9B8F20C9043}" dt="2021-11-12T08:02:34.455" v="5073" actId="123"/>
          <ac:spMkLst>
            <pc:docMk/>
            <pc:sldMk cId="3361918424" sldId="284"/>
            <ac:spMk id="3" creationId="{00000000-0000-0000-0000-000000000000}"/>
          </ac:spMkLst>
        </pc:spChg>
        <pc:spChg chg="del">
          <ac:chgData name="Devinder Kaur" userId="89161a673412ba18" providerId="LiveId" clId="{F3375ACD-CF11-42A9-9C25-B9B8F20C9043}" dt="2021-11-12T08:02:08.434" v="5070" actId="478"/>
          <ac:spMkLst>
            <pc:docMk/>
            <pc:sldMk cId="3361918424" sldId="284"/>
            <ac:spMk id="4" creationId="{00000000-0000-0000-0000-000000000000}"/>
          </ac:spMkLst>
        </pc:spChg>
        <pc:spChg chg="mod">
          <ac:chgData name="Devinder Kaur" userId="89161a673412ba18" providerId="LiveId" clId="{F3375ACD-CF11-42A9-9C25-B9B8F20C9043}" dt="2021-11-12T08:02:25.255" v="5072" actId="123"/>
          <ac:spMkLst>
            <pc:docMk/>
            <pc:sldMk cId="3361918424" sldId="284"/>
            <ac:spMk id="5" creationId="{00000000-0000-0000-0000-000000000000}"/>
          </ac:spMkLst>
        </pc:spChg>
      </pc:sldChg>
      <pc:sldChg chg="modSp">
        <pc:chgData name="Devinder Kaur" userId="89161a673412ba18" providerId="LiveId" clId="{F3375ACD-CF11-42A9-9C25-B9B8F20C9043}" dt="2021-11-20T08:25:33.804" v="5322"/>
        <pc:sldMkLst>
          <pc:docMk/>
          <pc:sldMk cId="0" sldId="294"/>
        </pc:sldMkLst>
        <pc:graphicFrameChg chg="mod">
          <ac:chgData name="Devinder Kaur" userId="89161a673412ba18" providerId="LiveId" clId="{F3375ACD-CF11-42A9-9C25-B9B8F20C9043}" dt="2021-11-20T08:25:33.804" v="5322"/>
          <ac:graphicFrameMkLst>
            <pc:docMk/>
            <pc:sldMk cId="0" sldId="294"/>
            <ac:graphicFrameMk id="4" creationId="{711EC8E7-C4C2-49CE-8B74-58CB17C6A914}"/>
          </ac:graphicFrameMkLst>
        </pc:graphicFrameChg>
      </pc:sldChg>
      <pc:sldChg chg="modSp del mod">
        <pc:chgData name="Devinder Kaur" userId="89161a673412ba18" providerId="LiveId" clId="{F3375ACD-CF11-42A9-9C25-B9B8F20C9043}" dt="2021-11-09T13:13:18.181" v="235" actId="47"/>
        <pc:sldMkLst>
          <pc:docMk/>
          <pc:sldMk cId="1671201272" sldId="376"/>
        </pc:sldMkLst>
        <pc:spChg chg="mod">
          <ac:chgData name="Devinder Kaur" userId="89161a673412ba18" providerId="LiveId" clId="{F3375ACD-CF11-42A9-9C25-B9B8F20C9043}" dt="2021-11-09T13:04:33.900" v="79" actId="14100"/>
          <ac:spMkLst>
            <pc:docMk/>
            <pc:sldMk cId="1671201272" sldId="376"/>
            <ac:spMk id="3" creationId="{EC59FCAC-5407-4629-BF50-508BE4891974}"/>
          </ac:spMkLst>
        </pc:spChg>
      </pc:sldChg>
      <pc:sldChg chg="addSp delSp modSp mod">
        <pc:chgData name="Devinder Kaur" userId="89161a673412ba18" providerId="LiveId" clId="{F3375ACD-CF11-42A9-9C25-B9B8F20C9043}" dt="2021-11-12T08:06:20.828" v="5077"/>
        <pc:sldMkLst>
          <pc:docMk/>
          <pc:sldMk cId="3099776731" sldId="377"/>
        </pc:sldMkLst>
        <pc:spChg chg="del mod">
          <ac:chgData name="Devinder Kaur" userId="89161a673412ba18" providerId="LiveId" clId="{F3375ACD-CF11-42A9-9C25-B9B8F20C9043}" dt="2021-11-09T13:08:56.073" v="103" actId="478"/>
          <ac:spMkLst>
            <pc:docMk/>
            <pc:sldMk cId="3099776731" sldId="377"/>
            <ac:spMk id="2" creationId="{7E1756D4-8701-49A4-B875-48DDD294D2DB}"/>
          </ac:spMkLst>
        </pc:spChg>
        <pc:spChg chg="del">
          <ac:chgData name="Devinder Kaur" userId="89161a673412ba18" providerId="LiveId" clId="{F3375ACD-CF11-42A9-9C25-B9B8F20C9043}" dt="2021-11-09T13:09:00.635" v="104" actId="478"/>
          <ac:spMkLst>
            <pc:docMk/>
            <pc:sldMk cId="3099776731" sldId="377"/>
            <ac:spMk id="3" creationId="{104CE9BC-F84A-4879-A4BC-10FC2F473AB4}"/>
          </ac:spMkLst>
        </pc:spChg>
        <pc:spChg chg="add del mod">
          <ac:chgData name="Devinder Kaur" userId="89161a673412ba18" providerId="LiveId" clId="{F3375ACD-CF11-42A9-9C25-B9B8F20C9043}" dt="2021-11-09T13:09:05.492" v="105" actId="478"/>
          <ac:spMkLst>
            <pc:docMk/>
            <pc:sldMk cId="3099776731" sldId="377"/>
            <ac:spMk id="7" creationId="{ECFCB1B8-2459-405F-9B91-CC4C23912E16}"/>
          </ac:spMkLst>
        </pc:spChg>
        <pc:graphicFrameChg chg="add mod modGraphic">
          <ac:chgData name="Devinder Kaur" userId="89161a673412ba18" providerId="LiveId" clId="{F3375ACD-CF11-42A9-9C25-B9B8F20C9043}" dt="2021-11-12T08:06:20.828" v="5077"/>
          <ac:graphicFrameMkLst>
            <pc:docMk/>
            <pc:sldMk cId="3099776731" sldId="377"/>
            <ac:graphicFrameMk id="5" creationId="{BE992223-91A2-4DEC-8FB5-CD306D12AD0C}"/>
          </ac:graphicFrameMkLst>
        </pc:graphicFrameChg>
      </pc:sldChg>
      <pc:sldChg chg="modSp del mod">
        <pc:chgData name="Devinder Kaur" userId="89161a673412ba18" providerId="LiveId" clId="{F3375ACD-CF11-42A9-9C25-B9B8F20C9043}" dt="2021-11-12T08:02:55.879" v="5075" actId="47"/>
        <pc:sldMkLst>
          <pc:docMk/>
          <pc:sldMk cId="1842293882" sldId="378"/>
        </pc:sldMkLst>
        <pc:spChg chg="mod">
          <ac:chgData name="Devinder Kaur" userId="89161a673412ba18" providerId="LiveId" clId="{F3375ACD-CF11-42A9-9C25-B9B8F20C9043}" dt="2021-11-09T13:03:14.678" v="56" actId="27636"/>
          <ac:spMkLst>
            <pc:docMk/>
            <pc:sldMk cId="1842293882" sldId="378"/>
            <ac:spMk id="3" creationId="{A6025A0C-DE8E-40FB-A0A9-9B6EE7EE2C75}"/>
          </ac:spMkLst>
        </pc:spChg>
      </pc:sldChg>
      <pc:sldChg chg="modSp del mod">
        <pc:chgData name="Devinder Kaur" userId="89161a673412ba18" providerId="LiveId" clId="{F3375ACD-CF11-42A9-9C25-B9B8F20C9043}" dt="2021-11-09T16:42:11.536" v="840" actId="47"/>
        <pc:sldMkLst>
          <pc:docMk/>
          <pc:sldMk cId="2266054574" sldId="380"/>
        </pc:sldMkLst>
        <pc:spChg chg="mod">
          <ac:chgData name="Devinder Kaur" userId="89161a673412ba18" providerId="LiveId" clId="{F3375ACD-CF11-42A9-9C25-B9B8F20C9043}" dt="2021-11-09T13:02:07.387" v="53" actId="27636"/>
          <ac:spMkLst>
            <pc:docMk/>
            <pc:sldMk cId="2266054574" sldId="380"/>
            <ac:spMk id="3" creationId="{D2F8A7EE-13E5-45F3-97E5-F0C381411167}"/>
          </ac:spMkLst>
        </pc:spChg>
      </pc:sldChg>
      <pc:sldChg chg="modSp del mod">
        <pc:chgData name="Devinder Kaur" userId="89161a673412ba18" providerId="LiveId" clId="{F3375ACD-CF11-42A9-9C25-B9B8F20C9043}" dt="2021-11-09T13:16:32.459" v="285" actId="47"/>
        <pc:sldMkLst>
          <pc:docMk/>
          <pc:sldMk cId="3233262963" sldId="383"/>
        </pc:sldMkLst>
        <pc:spChg chg="mod">
          <ac:chgData name="Devinder Kaur" userId="89161a673412ba18" providerId="LiveId" clId="{F3375ACD-CF11-42A9-9C25-B9B8F20C9043}" dt="2021-11-09T13:05:29.238" v="85" actId="2711"/>
          <ac:spMkLst>
            <pc:docMk/>
            <pc:sldMk cId="3233262963" sldId="383"/>
            <ac:spMk id="2" creationId="{7AD73911-2C0D-4B3B-ACAD-7E4CCA0BBB0E}"/>
          </ac:spMkLst>
        </pc:spChg>
        <pc:spChg chg="mod">
          <ac:chgData name="Devinder Kaur" userId="89161a673412ba18" providerId="LiveId" clId="{F3375ACD-CF11-42A9-9C25-B9B8F20C9043}" dt="2021-11-09T13:04:57.830" v="81" actId="113"/>
          <ac:spMkLst>
            <pc:docMk/>
            <pc:sldMk cId="3233262963" sldId="383"/>
            <ac:spMk id="3" creationId="{840D3770-51CF-4504-AD35-6972A3568CA4}"/>
          </ac:spMkLst>
        </pc:spChg>
        <pc:spChg chg="mod">
          <ac:chgData name="Devinder Kaur" userId="89161a673412ba18" providerId="LiveId" clId="{F3375ACD-CF11-42A9-9C25-B9B8F20C9043}" dt="2021-11-09T13:05:13.291" v="83" actId="113"/>
          <ac:spMkLst>
            <pc:docMk/>
            <pc:sldMk cId="3233262963" sldId="383"/>
            <ac:spMk id="5" creationId="{83F99FC0-7486-4453-A9D2-9F6D18FD7CEB}"/>
          </ac:spMkLst>
        </pc:spChg>
      </pc:sldChg>
      <pc:sldChg chg="modSp del mod">
        <pc:chgData name="Devinder Kaur" userId="89161a673412ba18" providerId="LiveId" clId="{F3375ACD-CF11-42A9-9C25-B9B8F20C9043}" dt="2021-11-09T13:21:48.400" v="399" actId="47"/>
        <pc:sldMkLst>
          <pc:docMk/>
          <pc:sldMk cId="3563591826" sldId="384"/>
        </pc:sldMkLst>
        <pc:spChg chg="mod">
          <ac:chgData name="Devinder Kaur" userId="89161a673412ba18" providerId="LiveId" clId="{F3375ACD-CF11-42A9-9C25-B9B8F20C9043}" dt="2021-11-09T13:06:06.126" v="87" actId="2711"/>
          <ac:spMkLst>
            <pc:docMk/>
            <pc:sldMk cId="3563591826" sldId="384"/>
            <ac:spMk id="2" creationId="{5C38B3CF-886C-4D3E-A600-63F210EF7D77}"/>
          </ac:spMkLst>
        </pc:spChg>
        <pc:spChg chg="mod">
          <ac:chgData name="Devinder Kaur" userId="89161a673412ba18" providerId="LiveId" clId="{F3375ACD-CF11-42A9-9C25-B9B8F20C9043}" dt="2021-11-09T13:06:41.907" v="91" actId="113"/>
          <ac:spMkLst>
            <pc:docMk/>
            <pc:sldMk cId="3563591826" sldId="384"/>
            <ac:spMk id="3" creationId="{1B3274CA-7869-4130-9F1E-840F1074D309}"/>
          </ac:spMkLst>
        </pc:spChg>
        <pc:spChg chg="mod">
          <ac:chgData name="Devinder Kaur" userId="89161a673412ba18" providerId="LiveId" clId="{F3375ACD-CF11-42A9-9C25-B9B8F20C9043}" dt="2021-11-09T13:06:54.591" v="92" actId="2711"/>
          <ac:spMkLst>
            <pc:docMk/>
            <pc:sldMk cId="3563591826" sldId="384"/>
            <ac:spMk id="5" creationId="{88EF550B-D392-4982-89E8-B840585CC037}"/>
          </ac:spMkLst>
        </pc:spChg>
        <pc:spChg chg="mod">
          <ac:chgData name="Devinder Kaur" userId="89161a673412ba18" providerId="LiveId" clId="{F3375ACD-CF11-42A9-9C25-B9B8F20C9043}" dt="2021-11-09T13:07:20.987" v="95" actId="113"/>
          <ac:spMkLst>
            <pc:docMk/>
            <pc:sldMk cId="3563591826" sldId="384"/>
            <ac:spMk id="6" creationId="{218D8518-85B4-4B90-826C-5F87BCE887EA}"/>
          </ac:spMkLst>
        </pc:spChg>
      </pc:sldChg>
      <pc:sldChg chg="del">
        <pc:chgData name="Devinder Kaur" userId="89161a673412ba18" providerId="LiveId" clId="{F3375ACD-CF11-42A9-9C25-B9B8F20C9043}" dt="2021-11-09T13:26:07.457" v="438" actId="47"/>
        <pc:sldMkLst>
          <pc:docMk/>
          <pc:sldMk cId="4078119819" sldId="385"/>
        </pc:sldMkLst>
      </pc:sldChg>
      <pc:sldChg chg="del">
        <pc:chgData name="Devinder Kaur" userId="89161a673412ba18" providerId="LiveId" clId="{F3375ACD-CF11-42A9-9C25-B9B8F20C9043}" dt="2021-11-09T13:26:10.071" v="439" actId="47"/>
        <pc:sldMkLst>
          <pc:docMk/>
          <pc:sldMk cId="3062358124" sldId="386"/>
        </pc:sldMkLst>
      </pc:sldChg>
      <pc:sldChg chg="del">
        <pc:chgData name="Devinder Kaur" userId="89161a673412ba18" providerId="LiveId" clId="{F3375ACD-CF11-42A9-9C25-B9B8F20C9043}" dt="2021-11-09T15:57:54.472" v="528" actId="47"/>
        <pc:sldMkLst>
          <pc:docMk/>
          <pc:sldMk cId="3848475838" sldId="387"/>
        </pc:sldMkLst>
      </pc:sldChg>
      <pc:sldChg chg="modSp mod">
        <pc:chgData name="Devinder Kaur" userId="89161a673412ba18" providerId="LiveId" clId="{F3375ACD-CF11-42A9-9C25-B9B8F20C9043}" dt="2021-11-09T17:38:34.639" v="1992" actId="947"/>
        <pc:sldMkLst>
          <pc:docMk/>
          <pc:sldMk cId="423206212" sldId="388"/>
        </pc:sldMkLst>
        <pc:spChg chg="mod">
          <ac:chgData name="Devinder Kaur" userId="89161a673412ba18" providerId="LiveId" clId="{F3375ACD-CF11-42A9-9C25-B9B8F20C9043}" dt="2021-11-09T17:38:04.784" v="1987" actId="2711"/>
          <ac:spMkLst>
            <pc:docMk/>
            <pc:sldMk cId="423206212" sldId="388"/>
            <ac:spMk id="2" creationId="{FD7FF755-91AC-42E9-80B5-CD6E2E01B862}"/>
          </ac:spMkLst>
        </pc:spChg>
        <pc:spChg chg="mod">
          <ac:chgData name="Devinder Kaur" userId="89161a673412ba18" providerId="LiveId" clId="{F3375ACD-CF11-42A9-9C25-B9B8F20C9043}" dt="2021-11-09T17:38:34.639" v="1992" actId="947"/>
          <ac:spMkLst>
            <pc:docMk/>
            <pc:sldMk cId="423206212" sldId="388"/>
            <ac:spMk id="3" creationId="{8AAC8F26-2EB5-4CDC-97D8-8A0CC97033C2}"/>
          </ac:spMkLst>
        </pc:spChg>
      </pc:sldChg>
      <pc:sldChg chg="del">
        <pc:chgData name="Devinder Kaur" userId="89161a673412ba18" providerId="LiveId" clId="{F3375ACD-CF11-42A9-9C25-B9B8F20C9043}" dt="2021-11-09T16:34:26.446" v="769" actId="47"/>
        <pc:sldMkLst>
          <pc:docMk/>
          <pc:sldMk cId="3162879763" sldId="389"/>
        </pc:sldMkLst>
      </pc:sldChg>
      <pc:sldChg chg="addSp delSp modSp mod">
        <pc:chgData name="Devinder Kaur" userId="89161a673412ba18" providerId="LiveId" clId="{F3375ACD-CF11-42A9-9C25-B9B8F20C9043}" dt="2021-11-09T13:27:26.666" v="446" actId="12788"/>
        <pc:sldMkLst>
          <pc:docMk/>
          <pc:sldMk cId="3672275688" sldId="390"/>
        </pc:sldMkLst>
        <pc:spChg chg="mod">
          <ac:chgData name="Devinder Kaur" userId="89161a673412ba18" providerId="LiveId" clId="{F3375ACD-CF11-42A9-9C25-B9B8F20C9043}" dt="2021-11-09T13:27:26.666" v="446" actId="12788"/>
          <ac:spMkLst>
            <pc:docMk/>
            <pc:sldMk cId="3672275688" sldId="390"/>
            <ac:spMk id="2" creationId="{EFDBB8F7-D4E5-4402-B645-568539078245}"/>
          </ac:spMkLst>
        </pc:spChg>
        <pc:spChg chg="add del">
          <ac:chgData name="Devinder Kaur" userId="89161a673412ba18" providerId="LiveId" clId="{F3375ACD-CF11-42A9-9C25-B9B8F20C9043}" dt="2021-11-09T13:26:37.731" v="443" actId="11529"/>
          <ac:spMkLst>
            <pc:docMk/>
            <pc:sldMk cId="3672275688" sldId="390"/>
            <ac:spMk id="5" creationId="{6D1E7DEE-CC2A-4764-AF97-3C96CF3A631A}"/>
          </ac:spMkLst>
        </pc:spChg>
      </pc:sldChg>
      <pc:sldChg chg="modSp mod">
        <pc:chgData name="Devinder Kaur" userId="89161a673412ba18" providerId="LiveId" clId="{F3375ACD-CF11-42A9-9C25-B9B8F20C9043}" dt="2021-11-09T16:42:54.097" v="850" actId="20577"/>
        <pc:sldMkLst>
          <pc:docMk/>
          <pc:sldMk cId="3401675902" sldId="391"/>
        </pc:sldMkLst>
        <pc:spChg chg="mod">
          <ac:chgData name="Devinder Kaur" userId="89161a673412ba18" providerId="LiveId" clId="{F3375ACD-CF11-42A9-9C25-B9B8F20C9043}" dt="2021-11-09T16:42:54.097" v="850" actId="20577"/>
          <ac:spMkLst>
            <pc:docMk/>
            <pc:sldMk cId="3401675902" sldId="391"/>
            <ac:spMk id="2" creationId="{1412A69C-76CA-48C6-92FA-E90C5EFF88EA}"/>
          </ac:spMkLst>
        </pc:spChg>
      </pc:sldChg>
      <pc:sldChg chg="del">
        <pc:chgData name="Devinder Kaur" userId="89161a673412ba18" providerId="LiveId" clId="{F3375ACD-CF11-42A9-9C25-B9B8F20C9043}" dt="2021-11-09T16:52:59.995" v="964" actId="47"/>
        <pc:sldMkLst>
          <pc:docMk/>
          <pc:sldMk cId="1495856303" sldId="392"/>
        </pc:sldMkLst>
      </pc:sldChg>
      <pc:sldChg chg="del">
        <pc:chgData name="Devinder Kaur" userId="89161a673412ba18" providerId="LiveId" clId="{F3375ACD-CF11-42A9-9C25-B9B8F20C9043}" dt="2021-11-09T17:08:05.278" v="1391" actId="47"/>
        <pc:sldMkLst>
          <pc:docMk/>
          <pc:sldMk cId="2577998217" sldId="393"/>
        </pc:sldMkLst>
      </pc:sldChg>
      <pc:sldChg chg="del">
        <pc:chgData name="Devinder Kaur" userId="89161a673412ba18" providerId="LiveId" clId="{F3375ACD-CF11-42A9-9C25-B9B8F20C9043}" dt="2021-11-09T17:27:50.004" v="1894" actId="47"/>
        <pc:sldMkLst>
          <pc:docMk/>
          <pc:sldMk cId="3195084623" sldId="394"/>
        </pc:sldMkLst>
      </pc:sldChg>
      <pc:sldChg chg="modSp del mod">
        <pc:chgData name="Devinder Kaur" userId="89161a673412ba18" providerId="LiveId" clId="{F3375ACD-CF11-42A9-9C25-B9B8F20C9043}" dt="2021-11-10T07:22:34.494" v="2512" actId="47"/>
        <pc:sldMkLst>
          <pc:docMk/>
          <pc:sldMk cId="17529161" sldId="395"/>
        </pc:sldMkLst>
        <pc:spChg chg="mod">
          <ac:chgData name="Devinder Kaur" userId="89161a673412ba18" providerId="LiveId" clId="{F3375ACD-CF11-42A9-9C25-B9B8F20C9043}" dt="2021-11-10T07:12:57.629" v="2413"/>
          <ac:spMkLst>
            <pc:docMk/>
            <pc:sldMk cId="17529161" sldId="395"/>
            <ac:spMk id="2" creationId="{681C75C9-7976-402F-9AC8-A26B66973238}"/>
          </ac:spMkLst>
        </pc:spChg>
        <pc:spChg chg="mod">
          <ac:chgData name="Devinder Kaur" userId="89161a673412ba18" providerId="LiveId" clId="{F3375ACD-CF11-42A9-9C25-B9B8F20C9043}" dt="2021-11-10T07:20:08.062" v="2449"/>
          <ac:spMkLst>
            <pc:docMk/>
            <pc:sldMk cId="17529161" sldId="395"/>
            <ac:spMk id="3" creationId="{066A8EE3-DD9D-4834-BBFE-40D1DDCD7E79}"/>
          </ac:spMkLst>
        </pc:spChg>
      </pc:sldChg>
      <pc:sldChg chg="new del">
        <pc:chgData name="Devinder Kaur" userId="89161a673412ba18" providerId="LiveId" clId="{F3375ACD-CF11-42A9-9C25-B9B8F20C9043}" dt="2021-11-09T13:10:59.526" v="169" actId="47"/>
        <pc:sldMkLst>
          <pc:docMk/>
          <pc:sldMk cId="2716528058" sldId="397"/>
        </pc:sldMkLst>
      </pc:sldChg>
      <pc:sldChg chg="addSp modSp new mod">
        <pc:chgData name="Devinder Kaur" userId="89161a673412ba18" providerId="LiveId" clId="{F3375ACD-CF11-42A9-9C25-B9B8F20C9043}" dt="2021-11-09T16:40:24.470" v="827"/>
        <pc:sldMkLst>
          <pc:docMk/>
          <pc:sldMk cId="4077151433" sldId="398"/>
        </pc:sldMkLst>
        <pc:graphicFrameChg chg="add mod modGraphic">
          <ac:chgData name="Devinder Kaur" userId="89161a673412ba18" providerId="LiveId" clId="{F3375ACD-CF11-42A9-9C25-B9B8F20C9043}" dt="2021-11-09T16:40:24.470" v="827"/>
          <ac:graphicFrameMkLst>
            <pc:docMk/>
            <pc:sldMk cId="4077151433" sldId="398"/>
            <ac:graphicFrameMk id="3" creationId="{A5980550-A453-47A1-8283-BA515BFA98A8}"/>
          </ac:graphicFrameMkLst>
        </pc:graphicFrameChg>
      </pc:sldChg>
      <pc:sldChg chg="addSp modSp new mod">
        <pc:chgData name="Devinder Kaur" userId="89161a673412ba18" providerId="LiveId" clId="{F3375ACD-CF11-42A9-9C25-B9B8F20C9043}" dt="2021-11-09T16:40:14.550" v="825" actId="207"/>
        <pc:sldMkLst>
          <pc:docMk/>
          <pc:sldMk cId="2829734139" sldId="399"/>
        </pc:sldMkLst>
        <pc:graphicFrameChg chg="add mod modGraphic">
          <ac:chgData name="Devinder Kaur" userId="89161a673412ba18" providerId="LiveId" clId="{F3375ACD-CF11-42A9-9C25-B9B8F20C9043}" dt="2021-11-09T16:40:14.550" v="825" actId="207"/>
          <ac:graphicFrameMkLst>
            <pc:docMk/>
            <pc:sldMk cId="2829734139" sldId="399"/>
            <ac:graphicFrameMk id="3" creationId="{4BD76A58-5A0F-45FA-BD93-8700246119B5}"/>
          </ac:graphicFrameMkLst>
        </pc:graphicFrameChg>
      </pc:sldChg>
      <pc:sldChg chg="addSp modSp new mod">
        <pc:chgData name="Devinder Kaur" userId="89161a673412ba18" providerId="LiveId" clId="{F3375ACD-CF11-42A9-9C25-B9B8F20C9043}" dt="2021-11-09T13:22:28.454" v="405" actId="113"/>
        <pc:sldMkLst>
          <pc:docMk/>
          <pc:sldMk cId="3208484865" sldId="400"/>
        </pc:sldMkLst>
        <pc:graphicFrameChg chg="add mod modGraphic">
          <ac:chgData name="Devinder Kaur" userId="89161a673412ba18" providerId="LiveId" clId="{F3375ACD-CF11-42A9-9C25-B9B8F20C9043}" dt="2021-11-09T13:22:28.454" v="405" actId="113"/>
          <ac:graphicFrameMkLst>
            <pc:docMk/>
            <pc:sldMk cId="3208484865" sldId="400"/>
            <ac:graphicFrameMk id="3" creationId="{0266DF4E-DC0E-4D09-991E-C5459824A58C}"/>
          </ac:graphicFrameMkLst>
        </pc:graphicFrameChg>
      </pc:sldChg>
      <pc:sldChg chg="addSp modSp new mod">
        <pc:chgData name="Devinder Kaur" userId="89161a673412ba18" providerId="LiveId" clId="{F3375ACD-CF11-42A9-9C25-B9B8F20C9043}" dt="2021-11-09T13:25:56.939" v="437" actId="2711"/>
        <pc:sldMkLst>
          <pc:docMk/>
          <pc:sldMk cId="2425616180" sldId="401"/>
        </pc:sldMkLst>
        <pc:graphicFrameChg chg="add mod modGraphic">
          <ac:chgData name="Devinder Kaur" userId="89161a673412ba18" providerId="LiveId" clId="{F3375ACD-CF11-42A9-9C25-B9B8F20C9043}" dt="2021-11-09T13:25:56.939" v="437" actId="2711"/>
          <ac:graphicFrameMkLst>
            <pc:docMk/>
            <pc:sldMk cId="2425616180" sldId="401"/>
            <ac:graphicFrameMk id="3" creationId="{5D0828D3-58B2-42F3-9A96-285274324B25}"/>
          </ac:graphicFrameMkLst>
        </pc:graphicFrameChg>
      </pc:sldChg>
      <pc:sldChg chg="addSp modSp new mod">
        <pc:chgData name="Devinder Kaur" userId="89161a673412ba18" providerId="LiveId" clId="{F3375ACD-CF11-42A9-9C25-B9B8F20C9043}" dt="2021-11-09T16:40:05.001" v="824" actId="207"/>
        <pc:sldMkLst>
          <pc:docMk/>
          <pc:sldMk cId="2131311696" sldId="402"/>
        </pc:sldMkLst>
        <pc:graphicFrameChg chg="add mod modGraphic">
          <ac:chgData name="Devinder Kaur" userId="89161a673412ba18" providerId="LiveId" clId="{F3375ACD-CF11-42A9-9C25-B9B8F20C9043}" dt="2021-11-09T16:40:05.001" v="824" actId="207"/>
          <ac:graphicFrameMkLst>
            <pc:docMk/>
            <pc:sldMk cId="2131311696" sldId="402"/>
            <ac:graphicFrameMk id="3" creationId="{99CD2B30-AC0F-4290-BD47-6F5F2DE4DA74}"/>
          </ac:graphicFrameMkLst>
        </pc:graphicFrameChg>
      </pc:sldChg>
      <pc:sldChg chg="addSp modSp new mod">
        <pc:chgData name="Devinder Kaur" userId="89161a673412ba18" providerId="LiveId" clId="{F3375ACD-CF11-42A9-9C25-B9B8F20C9043}" dt="2021-11-09T16:34:16.789" v="768" actId="14100"/>
        <pc:sldMkLst>
          <pc:docMk/>
          <pc:sldMk cId="301481352" sldId="403"/>
        </pc:sldMkLst>
        <pc:graphicFrameChg chg="add mod modGraphic">
          <ac:chgData name="Devinder Kaur" userId="89161a673412ba18" providerId="LiveId" clId="{F3375ACD-CF11-42A9-9C25-B9B8F20C9043}" dt="2021-11-09T16:34:08.456" v="767"/>
          <ac:graphicFrameMkLst>
            <pc:docMk/>
            <pc:sldMk cId="301481352" sldId="403"/>
            <ac:graphicFrameMk id="3" creationId="{DCDEE693-BC3D-4463-A743-AC433810D9A4}"/>
          </ac:graphicFrameMkLst>
        </pc:graphicFrameChg>
        <pc:picChg chg="add mod">
          <ac:chgData name="Devinder Kaur" userId="89161a673412ba18" providerId="LiveId" clId="{F3375ACD-CF11-42A9-9C25-B9B8F20C9043}" dt="2021-11-09T16:34:16.789" v="768" actId="14100"/>
          <ac:picMkLst>
            <pc:docMk/>
            <pc:sldMk cId="301481352" sldId="403"/>
            <ac:picMk id="4" creationId="{2319EB8F-EAFD-4A4C-A452-F55AEB0DBCA8}"/>
          </ac:picMkLst>
        </pc:picChg>
      </pc:sldChg>
      <pc:sldChg chg="addSp modSp new del mod">
        <pc:chgData name="Devinder Kaur" userId="89161a673412ba18" providerId="LiveId" clId="{F3375ACD-CF11-42A9-9C25-B9B8F20C9043}" dt="2021-11-09T16:24:50.800" v="535" actId="47"/>
        <pc:sldMkLst>
          <pc:docMk/>
          <pc:sldMk cId="3031896620" sldId="403"/>
        </pc:sldMkLst>
        <pc:graphicFrameChg chg="add mod modGraphic">
          <ac:chgData name="Devinder Kaur" userId="89161a673412ba18" providerId="LiveId" clId="{F3375ACD-CF11-42A9-9C25-B9B8F20C9043}" dt="2021-11-09T16:23:43.268" v="534" actId="20577"/>
          <ac:graphicFrameMkLst>
            <pc:docMk/>
            <pc:sldMk cId="3031896620" sldId="403"/>
            <ac:graphicFrameMk id="3" creationId="{5389A2B7-24A8-4C8F-AC90-3BFAA7496A4C}"/>
          </ac:graphicFrameMkLst>
        </pc:graphicFrameChg>
      </pc:sldChg>
      <pc:sldChg chg="addSp modSp new mod">
        <pc:chgData name="Devinder Kaur" userId="89161a673412ba18" providerId="LiveId" clId="{F3375ACD-CF11-42A9-9C25-B9B8F20C9043}" dt="2021-11-09T16:41:56.421" v="839" actId="2711"/>
        <pc:sldMkLst>
          <pc:docMk/>
          <pc:sldMk cId="384962165" sldId="404"/>
        </pc:sldMkLst>
        <pc:graphicFrameChg chg="add mod modGraphic">
          <ac:chgData name="Devinder Kaur" userId="89161a673412ba18" providerId="LiveId" clId="{F3375ACD-CF11-42A9-9C25-B9B8F20C9043}" dt="2021-11-09T16:41:56.421" v="839" actId="2711"/>
          <ac:graphicFrameMkLst>
            <pc:docMk/>
            <pc:sldMk cId="384962165" sldId="404"/>
            <ac:graphicFrameMk id="3" creationId="{164AE4EB-F81C-45CE-8C94-027BB0B9A098}"/>
          </ac:graphicFrameMkLst>
        </pc:graphicFrameChg>
      </pc:sldChg>
      <pc:sldChg chg="new del">
        <pc:chgData name="Devinder Kaur" userId="89161a673412ba18" providerId="LiveId" clId="{F3375ACD-CF11-42A9-9C25-B9B8F20C9043}" dt="2021-11-09T16:36:54.474" v="771" actId="47"/>
        <pc:sldMkLst>
          <pc:docMk/>
          <pc:sldMk cId="647348033" sldId="404"/>
        </pc:sldMkLst>
      </pc:sldChg>
      <pc:sldChg chg="addSp modSp new mod">
        <pc:chgData name="Devinder Kaur" userId="89161a673412ba18" providerId="LiveId" clId="{F3375ACD-CF11-42A9-9C25-B9B8F20C9043}" dt="2021-11-09T16:53:40.102" v="973" actId="20577"/>
        <pc:sldMkLst>
          <pc:docMk/>
          <pc:sldMk cId="3835533821" sldId="405"/>
        </pc:sldMkLst>
        <pc:graphicFrameChg chg="add mod modGraphic">
          <ac:chgData name="Devinder Kaur" userId="89161a673412ba18" providerId="LiveId" clId="{F3375ACD-CF11-42A9-9C25-B9B8F20C9043}" dt="2021-11-09T16:53:40.102" v="973" actId="20577"/>
          <ac:graphicFrameMkLst>
            <pc:docMk/>
            <pc:sldMk cId="3835533821" sldId="405"/>
            <ac:graphicFrameMk id="3" creationId="{D90ED0C8-2157-4B88-87AD-1DC6E104B5AD}"/>
          </ac:graphicFrameMkLst>
        </pc:graphicFrameChg>
      </pc:sldChg>
      <pc:sldChg chg="addSp modSp new mod">
        <pc:chgData name="Devinder Kaur" userId="89161a673412ba18" providerId="LiveId" clId="{F3375ACD-CF11-42A9-9C25-B9B8F20C9043}" dt="2021-11-09T17:10:56.595" v="1394"/>
        <pc:sldMkLst>
          <pc:docMk/>
          <pc:sldMk cId="261444879" sldId="406"/>
        </pc:sldMkLst>
        <pc:graphicFrameChg chg="add mod modGraphic">
          <ac:chgData name="Devinder Kaur" userId="89161a673412ba18" providerId="LiveId" clId="{F3375ACD-CF11-42A9-9C25-B9B8F20C9043}" dt="2021-11-09T17:10:56.595" v="1394"/>
          <ac:graphicFrameMkLst>
            <pc:docMk/>
            <pc:sldMk cId="261444879" sldId="406"/>
            <ac:graphicFrameMk id="3" creationId="{12CCB3AC-FC51-4136-94C7-585EB467C1F9}"/>
          </ac:graphicFrameMkLst>
        </pc:graphicFrameChg>
      </pc:sldChg>
      <pc:sldChg chg="addSp modSp new del mod">
        <pc:chgData name="Devinder Kaur" userId="89161a673412ba18" providerId="LiveId" clId="{F3375ACD-CF11-42A9-9C25-B9B8F20C9043}" dt="2021-11-09T17:03:08.009" v="1300" actId="47"/>
        <pc:sldMkLst>
          <pc:docMk/>
          <pc:sldMk cId="4011138698" sldId="406"/>
        </pc:sldMkLst>
        <pc:graphicFrameChg chg="add mod modGraphic">
          <ac:chgData name="Devinder Kaur" userId="89161a673412ba18" providerId="LiveId" clId="{F3375ACD-CF11-42A9-9C25-B9B8F20C9043}" dt="2021-11-09T16:57:58.745" v="998"/>
          <ac:graphicFrameMkLst>
            <pc:docMk/>
            <pc:sldMk cId="4011138698" sldId="406"/>
            <ac:graphicFrameMk id="3" creationId="{0301644D-22D7-4FBF-8F7E-B0CF74081CE5}"/>
          </ac:graphicFrameMkLst>
        </pc:graphicFrameChg>
      </pc:sldChg>
      <pc:sldChg chg="addSp modSp new mod">
        <pc:chgData name="Devinder Kaur" userId="89161a673412ba18" providerId="LiveId" clId="{F3375ACD-CF11-42A9-9C25-B9B8F20C9043}" dt="2021-11-10T08:14:30.982" v="3260"/>
        <pc:sldMkLst>
          <pc:docMk/>
          <pc:sldMk cId="3001732751" sldId="407"/>
        </pc:sldMkLst>
        <pc:graphicFrameChg chg="add mod modGraphic">
          <ac:chgData name="Devinder Kaur" userId="89161a673412ba18" providerId="LiveId" clId="{F3375ACD-CF11-42A9-9C25-B9B8F20C9043}" dt="2021-11-10T08:14:30.982" v="3260"/>
          <ac:graphicFrameMkLst>
            <pc:docMk/>
            <pc:sldMk cId="3001732751" sldId="407"/>
            <ac:graphicFrameMk id="3" creationId="{9BFD3416-451D-45CE-86E2-A71F3FD862A9}"/>
          </ac:graphicFrameMkLst>
        </pc:graphicFrameChg>
      </pc:sldChg>
      <pc:sldChg chg="addSp modSp new del mod">
        <pc:chgData name="Devinder Kaur" userId="89161a673412ba18" providerId="LiveId" clId="{F3375ACD-CF11-42A9-9C25-B9B8F20C9043}" dt="2021-11-09T17:03:08.009" v="1300" actId="47"/>
        <pc:sldMkLst>
          <pc:docMk/>
          <pc:sldMk cId="3380720832" sldId="407"/>
        </pc:sldMkLst>
        <pc:graphicFrameChg chg="add mod modGraphic">
          <ac:chgData name="Devinder Kaur" userId="89161a673412ba18" providerId="LiveId" clId="{F3375ACD-CF11-42A9-9C25-B9B8F20C9043}" dt="2021-11-09T17:02:11.439" v="1299"/>
          <ac:graphicFrameMkLst>
            <pc:docMk/>
            <pc:sldMk cId="3380720832" sldId="407"/>
            <ac:graphicFrameMk id="3" creationId="{C05DB7AD-2565-4505-93A3-5CED978DBFD1}"/>
          </ac:graphicFrameMkLst>
        </pc:graphicFrameChg>
      </pc:sldChg>
      <pc:sldChg chg="addSp delSp modSp new mod">
        <pc:chgData name="Devinder Kaur" userId="89161a673412ba18" providerId="LiveId" clId="{F3375ACD-CF11-42A9-9C25-B9B8F20C9043}" dt="2021-11-09T17:53:32.543" v="2071" actId="1032"/>
        <pc:sldMkLst>
          <pc:docMk/>
          <pc:sldMk cId="3557084662" sldId="408"/>
        </pc:sldMkLst>
        <pc:spChg chg="add del mod">
          <ac:chgData name="Devinder Kaur" userId="89161a673412ba18" providerId="LiveId" clId="{F3375ACD-CF11-42A9-9C25-B9B8F20C9043}" dt="2021-11-09T17:42:11.317" v="1997" actId="478"/>
          <ac:spMkLst>
            <pc:docMk/>
            <pc:sldMk cId="3557084662" sldId="408"/>
            <ac:spMk id="5" creationId="{B531482C-079E-475E-89C1-EBFAFB05DA24}"/>
          </ac:spMkLst>
        </pc:spChg>
        <pc:graphicFrameChg chg="add mod modGraphic">
          <ac:chgData name="Devinder Kaur" userId="89161a673412ba18" providerId="LiveId" clId="{F3375ACD-CF11-42A9-9C25-B9B8F20C9043}" dt="2021-11-09T17:51:16.975" v="2067" actId="1035"/>
          <ac:graphicFrameMkLst>
            <pc:docMk/>
            <pc:sldMk cId="3557084662" sldId="408"/>
            <ac:graphicFrameMk id="3" creationId="{87A28294-73D5-448D-9A79-55ACB75AFAB5}"/>
          </ac:graphicFrameMkLst>
        </pc:graphicFrameChg>
        <pc:graphicFrameChg chg="add del modGraphic">
          <ac:chgData name="Devinder Kaur" userId="89161a673412ba18" providerId="LiveId" clId="{F3375ACD-CF11-42A9-9C25-B9B8F20C9043}" dt="2021-11-09T17:53:32.543" v="2071" actId="1032"/>
          <ac:graphicFrameMkLst>
            <pc:docMk/>
            <pc:sldMk cId="3557084662" sldId="408"/>
            <ac:graphicFrameMk id="8" creationId="{DF9A6156-4571-4FD1-8F76-752E9DBB7726}"/>
          </ac:graphicFrameMkLst>
        </pc:graphicFrameChg>
        <pc:picChg chg="add mod">
          <ac:chgData name="Devinder Kaur" userId="89161a673412ba18" providerId="LiveId" clId="{F3375ACD-CF11-42A9-9C25-B9B8F20C9043}" dt="2021-11-09T17:51:25.479" v="2068" actId="14100"/>
          <ac:picMkLst>
            <pc:docMk/>
            <pc:sldMk cId="3557084662" sldId="408"/>
            <ac:picMk id="7" creationId="{1259074F-7187-42EF-B60C-E2A11A2E43F1}"/>
          </ac:picMkLst>
        </pc:picChg>
      </pc:sldChg>
      <pc:sldChg chg="addSp delSp modSp new mod">
        <pc:chgData name="Devinder Kaur" userId="89161a673412ba18" providerId="LiveId" clId="{F3375ACD-CF11-42A9-9C25-B9B8F20C9043}" dt="2021-11-09T17:59:57.430" v="2182" actId="1036"/>
        <pc:sldMkLst>
          <pc:docMk/>
          <pc:sldMk cId="426578581" sldId="409"/>
        </pc:sldMkLst>
        <pc:spChg chg="add del">
          <ac:chgData name="Devinder Kaur" userId="89161a673412ba18" providerId="LiveId" clId="{F3375ACD-CF11-42A9-9C25-B9B8F20C9043}" dt="2021-11-09T17:56:27.732" v="2136" actId="478"/>
          <ac:spMkLst>
            <pc:docMk/>
            <pc:sldMk cId="426578581" sldId="409"/>
            <ac:spMk id="5" creationId="{69C3FEB2-8B4B-4151-B63E-6FBE4C6F85EB}"/>
          </ac:spMkLst>
        </pc:spChg>
        <pc:spChg chg="add del mod">
          <ac:chgData name="Devinder Kaur" userId="89161a673412ba18" providerId="LiveId" clId="{F3375ACD-CF11-42A9-9C25-B9B8F20C9043}" dt="2021-11-09T17:58:16.361" v="2146" actId="478"/>
          <ac:spMkLst>
            <pc:docMk/>
            <pc:sldMk cId="426578581" sldId="409"/>
            <ac:spMk id="7" creationId="{4F02F9DE-0DB4-414D-918A-A6336B69F056}"/>
          </ac:spMkLst>
        </pc:spChg>
        <pc:spChg chg="add del mod">
          <ac:chgData name="Devinder Kaur" userId="89161a673412ba18" providerId="LiveId" clId="{F3375ACD-CF11-42A9-9C25-B9B8F20C9043}" dt="2021-11-09T17:59:11.736" v="2153" actId="478"/>
          <ac:spMkLst>
            <pc:docMk/>
            <pc:sldMk cId="426578581" sldId="409"/>
            <ac:spMk id="9" creationId="{55944EE4-42FB-4E32-A20E-5AAC4A10B57B}"/>
          </ac:spMkLst>
        </pc:spChg>
        <pc:graphicFrameChg chg="add mod modGraphic">
          <ac:chgData name="Devinder Kaur" userId="89161a673412ba18" providerId="LiveId" clId="{F3375ACD-CF11-42A9-9C25-B9B8F20C9043}" dt="2021-11-09T17:59:57.430" v="2182" actId="1036"/>
          <ac:graphicFrameMkLst>
            <pc:docMk/>
            <pc:sldMk cId="426578581" sldId="409"/>
            <ac:graphicFrameMk id="3" creationId="{645F44E5-2107-43C8-B53A-C42B487ECF69}"/>
          </ac:graphicFrameMkLst>
        </pc:graphicFrameChg>
      </pc:sldChg>
      <pc:sldChg chg="addSp modSp new mod">
        <pc:chgData name="Devinder Kaur" userId="89161a673412ba18" providerId="LiveId" clId="{F3375ACD-CF11-42A9-9C25-B9B8F20C9043}" dt="2021-11-09T18:27:35.653" v="2265" actId="14100"/>
        <pc:sldMkLst>
          <pc:docMk/>
          <pc:sldMk cId="935236098" sldId="410"/>
        </pc:sldMkLst>
        <pc:picChg chg="add mod modCrop">
          <ac:chgData name="Devinder Kaur" userId="89161a673412ba18" providerId="LiveId" clId="{F3375ACD-CF11-42A9-9C25-B9B8F20C9043}" dt="2021-11-09T18:27:35.653" v="2265" actId="14100"/>
          <ac:picMkLst>
            <pc:docMk/>
            <pc:sldMk cId="935236098" sldId="410"/>
            <ac:picMk id="4" creationId="{89F45040-98D2-4C5F-AE8D-6CBC8711F871}"/>
          </ac:picMkLst>
        </pc:picChg>
      </pc:sldChg>
      <pc:sldChg chg="addSp delSp modSp new mod">
        <pc:chgData name="Devinder Kaur" userId="89161a673412ba18" providerId="LiveId" clId="{F3375ACD-CF11-42A9-9C25-B9B8F20C9043}" dt="2021-11-09T18:08:53.228" v="2262" actId="20577"/>
        <pc:sldMkLst>
          <pc:docMk/>
          <pc:sldMk cId="964311852" sldId="411"/>
        </pc:sldMkLst>
        <pc:spChg chg="mod">
          <ac:chgData name="Devinder Kaur" userId="89161a673412ba18" providerId="LiveId" clId="{F3375ACD-CF11-42A9-9C25-B9B8F20C9043}" dt="2021-11-09T18:01:06.596" v="2204" actId="5793"/>
          <ac:spMkLst>
            <pc:docMk/>
            <pc:sldMk cId="964311852" sldId="411"/>
            <ac:spMk id="2" creationId="{3F497E41-8947-47BA-A29F-B3B63A290735}"/>
          </ac:spMkLst>
        </pc:spChg>
        <pc:spChg chg="add del mod">
          <ac:chgData name="Devinder Kaur" userId="89161a673412ba18" providerId="LiveId" clId="{F3375ACD-CF11-42A9-9C25-B9B8F20C9043}" dt="2021-11-09T18:01:54.806" v="2216"/>
          <ac:spMkLst>
            <pc:docMk/>
            <pc:sldMk cId="964311852" sldId="411"/>
            <ac:spMk id="6" creationId="{4C7F0383-272B-4190-B538-80ACF19D3719}"/>
          </ac:spMkLst>
        </pc:spChg>
        <pc:spChg chg="add del mod">
          <ac:chgData name="Devinder Kaur" userId="89161a673412ba18" providerId="LiveId" clId="{F3375ACD-CF11-42A9-9C25-B9B8F20C9043}" dt="2021-11-09T18:02:35.758" v="2219" actId="478"/>
          <ac:spMkLst>
            <pc:docMk/>
            <pc:sldMk cId="964311852" sldId="411"/>
            <ac:spMk id="8" creationId="{5E379F0E-8214-44BA-95A6-9B2CF85A0AA0}"/>
          </ac:spMkLst>
        </pc:spChg>
        <pc:spChg chg="add del mod">
          <ac:chgData name="Devinder Kaur" userId="89161a673412ba18" providerId="LiveId" clId="{F3375ACD-CF11-42A9-9C25-B9B8F20C9043}" dt="2021-11-09T18:03:22.927" v="2226"/>
          <ac:spMkLst>
            <pc:docMk/>
            <pc:sldMk cId="964311852" sldId="411"/>
            <ac:spMk id="10" creationId="{12929AC6-9FBC-4BFD-ABE7-7DD6DC365CF7}"/>
          </ac:spMkLst>
        </pc:spChg>
        <pc:spChg chg="add del mod">
          <ac:chgData name="Devinder Kaur" userId="89161a673412ba18" providerId="LiveId" clId="{F3375ACD-CF11-42A9-9C25-B9B8F20C9043}" dt="2021-11-09T18:03:43.992" v="2230" actId="478"/>
          <ac:spMkLst>
            <pc:docMk/>
            <pc:sldMk cId="964311852" sldId="411"/>
            <ac:spMk id="12" creationId="{F4381B77-D296-4688-85C9-7F7AE81B7117}"/>
          </ac:spMkLst>
        </pc:spChg>
        <pc:spChg chg="add del mod">
          <ac:chgData name="Devinder Kaur" userId="89161a673412ba18" providerId="LiveId" clId="{F3375ACD-CF11-42A9-9C25-B9B8F20C9043}" dt="2021-11-09T18:04:33.646" v="2238" actId="478"/>
          <ac:spMkLst>
            <pc:docMk/>
            <pc:sldMk cId="964311852" sldId="411"/>
            <ac:spMk id="14" creationId="{B6D80F2E-3B74-4C9C-A7EF-AAEFFD41AC09}"/>
          </ac:spMkLst>
        </pc:spChg>
        <pc:spChg chg="add del mod">
          <ac:chgData name="Devinder Kaur" userId="89161a673412ba18" providerId="LiveId" clId="{F3375ACD-CF11-42A9-9C25-B9B8F20C9043}" dt="2021-11-09T18:05:03.976" v="2242" actId="478"/>
          <ac:spMkLst>
            <pc:docMk/>
            <pc:sldMk cId="964311852" sldId="411"/>
            <ac:spMk id="16" creationId="{ED05171C-585B-44DA-8635-4C4ECAD29570}"/>
          </ac:spMkLst>
        </pc:spChg>
        <pc:graphicFrameChg chg="add mod modGraphic">
          <ac:chgData name="Devinder Kaur" userId="89161a673412ba18" providerId="LiveId" clId="{F3375ACD-CF11-42A9-9C25-B9B8F20C9043}" dt="2021-11-09T18:08:53.228" v="2262" actId="20577"/>
          <ac:graphicFrameMkLst>
            <pc:docMk/>
            <pc:sldMk cId="964311852" sldId="411"/>
            <ac:graphicFrameMk id="4" creationId="{A8979D99-D3D5-4688-83BD-A866F95885D0}"/>
          </ac:graphicFrameMkLst>
        </pc:graphicFrameChg>
      </pc:sldChg>
      <pc:sldChg chg="addSp modSp new mod">
        <pc:chgData name="Devinder Kaur" userId="89161a673412ba18" providerId="LiveId" clId="{F3375ACD-CF11-42A9-9C25-B9B8F20C9043}" dt="2021-11-10T06:54:06.924" v="2411" actId="20577"/>
        <pc:sldMkLst>
          <pc:docMk/>
          <pc:sldMk cId="3400181585" sldId="412"/>
        </pc:sldMkLst>
        <pc:graphicFrameChg chg="add mod modGraphic">
          <ac:chgData name="Devinder Kaur" userId="89161a673412ba18" providerId="LiveId" clId="{F3375ACD-CF11-42A9-9C25-B9B8F20C9043}" dt="2021-11-10T06:54:06.924" v="2411" actId="20577"/>
          <ac:graphicFrameMkLst>
            <pc:docMk/>
            <pc:sldMk cId="3400181585" sldId="412"/>
            <ac:graphicFrameMk id="3" creationId="{98BECF86-A4BB-42B7-AB69-14B44D678A51}"/>
          </ac:graphicFrameMkLst>
        </pc:graphicFrameChg>
      </pc:sldChg>
      <pc:sldChg chg="addSp delSp modSp new mod">
        <pc:chgData name="Devinder Kaur" userId="89161a673412ba18" providerId="LiveId" clId="{F3375ACD-CF11-42A9-9C25-B9B8F20C9043}" dt="2021-11-10T07:28:04.128" v="2584" actId="12788"/>
        <pc:sldMkLst>
          <pc:docMk/>
          <pc:sldMk cId="494819359" sldId="413"/>
        </pc:sldMkLst>
        <pc:spChg chg="add del mod">
          <ac:chgData name="Devinder Kaur" userId="89161a673412ba18" providerId="LiveId" clId="{F3375ACD-CF11-42A9-9C25-B9B8F20C9043}" dt="2021-11-10T07:27:14.046" v="2571" actId="478"/>
          <ac:spMkLst>
            <pc:docMk/>
            <pc:sldMk cId="494819359" sldId="413"/>
            <ac:spMk id="9" creationId="{8A0F87CA-B496-4941-8A12-678A661B66A5}"/>
          </ac:spMkLst>
        </pc:spChg>
        <pc:spChg chg="add mod">
          <ac:chgData name="Devinder Kaur" userId="89161a673412ba18" providerId="LiveId" clId="{F3375ACD-CF11-42A9-9C25-B9B8F20C9043}" dt="2021-11-10T07:28:04.128" v="2584" actId="12788"/>
          <ac:spMkLst>
            <pc:docMk/>
            <pc:sldMk cId="494819359" sldId="413"/>
            <ac:spMk id="11" creationId="{82516C05-F2F8-4DAF-9961-B83D3B5E7B80}"/>
          </ac:spMkLst>
        </pc:spChg>
        <pc:graphicFrameChg chg="add mod modGraphic">
          <ac:chgData name="Devinder Kaur" userId="89161a673412ba18" providerId="LiveId" clId="{F3375ACD-CF11-42A9-9C25-B9B8F20C9043}" dt="2021-11-10T07:27:21.018" v="2572"/>
          <ac:graphicFrameMkLst>
            <pc:docMk/>
            <pc:sldMk cId="494819359" sldId="413"/>
            <ac:graphicFrameMk id="3" creationId="{745D29F5-2911-4794-B05B-6C201056F127}"/>
          </ac:graphicFrameMkLst>
        </pc:graphicFrameChg>
        <pc:picChg chg="add del mod">
          <ac:chgData name="Devinder Kaur" userId="89161a673412ba18" providerId="LiveId" clId="{F3375ACD-CF11-42A9-9C25-B9B8F20C9043}" dt="2021-11-10T07:23:41.726" v="2517" actId="478"/>
          <ac:picMkLst>
            <pc:docMk/>
            <pc:sldMk cId="494819359" sldId="413"/>
            <ac:picMk id="5" creationId="{34B6BE47-B24E-4BB3-8885-E2E4E4E947C7}"/>
          </ac:picMkLst>
        </pc:picChg>
        <pc:picChg chg="add mod">
          <ac:chgData name="Devinder Kaur" userId="89161a673412ba18" providerId="LiveId" clId="{F3375ACD-CF11-42A9-9C25-B9B8F20C9043}" dt="2021-11-10T07:28:04.128" v="2584" actId="12788"/>
          <ac:picMkLst>
            <pc:docMk/>
            <pc:sldMk cId="494819359" sldId="413"/>
            <ac:picMk id="7" creationId="{032593CD-61A2-4F5D-B29D-30B1DD4E1082}"/>
          </ac:picMkLst>
        </pc:picChg>
      </pc:sldChg>
      <pc:sldChg chg="addSp delSp modSp new mod">
        <pc:chgData name="Devinder Kaur" userId="89161a673412ba18" providerId="LiveId" clId="{F3375ACD-CF11-42A9-9C25-B9B8F20C9043}" dt="2021-11-10T07:47:16.908" v="2966" actId="478"/>
        <pc:sldMkLst>
          <pc:docMk/>
          <pc:sldMk cId="2215791501" sldId="414"/>
        </pc:sldMkLst>
        <pc:spChg chg="add del mod">
          <ac:chgData name="Devinder Kaur" userId="89161a673412ba18" providerId="LiveId" clId="{F3375ACD-CF11-42A9-9C25-B9B8F20C9043}" dt="2021-11-10T07:24:39.393" v="2525"/>
          <ac:spMkLst>
            <pc:docMk/>
            <pc:sldMk cId="2215791501" sldId="414"/>
            <ac:spMk id="4" creationId="{AB9B3C94-7B90-4EDB-8CC9-A9B452315C5C}"/>
          </ac:spMkLst>
        </pc:spChg>
        <pc:spChg chg="add del mod">
          <ac:chgData name="Devinder Kaur" userId="89161a673412ba18" providerId="LiveId" clId="{F3375ACD-CF11-42A9-9C25-B9B8F20C9043}" dt="2021-11-10T07:47:16.908" v="2966" actId="478"/>
          <ac:spMkLst>
            <pc:docMk/>
            <pc:sldMk cId="2215791501" sldId="414"/>
            <ac:spMk id="11" creationId="{738F3E09-E1A7-4058-AD41-96F4B7BA3116}"/>
          </ac:spMkLst>
        </pc:spChg>
        <pc:graphicFrameChg chg="add mod modGraphic">
          <ac:chgData name="Devinder Kaur" userId="89161a673412ba18" providerId="LiveId" clId="{F3375ACD-CF11-42A9-9C25-B9B8F20C9043}" dt="2021-11-10T07:47:10.640" v="2965" actId="313"/>
          <ac:graphicFrameMkLst>
            <pc:docMk/>
            <pc:sldMk cId="2215791501" sldId="414"/>
            <ac:graphicFrameMk id="5" creationId="{36856EA7-1E85-40FF-81C3-8743612FEFEA}"/>
          </ac:graphicFrameMkLst>
        </pc:graphicFrameChg>
        <pc:picChg chg="add del mod modCrop">
          <ac:chgData name="Devinder Kaur" userId="89161a673412ba18" providerId="LiveId" clId="{F3375ACD-CF11-42A9-9C25-B9B8F20C9043}" dt="2021-11-10T07:42:10.514" v="2856" actId="478"/>
          <ac:picMkLst>
            <pc:docMk/>
            <pc:sldMk cId="2215791501" sldId="414"/>
            <ac:picMk id="7" creationId="{3D2091E4-EAFA-4E94-A80A-993972B68C5D}"/>
          </ac:picMkLst>
        </pc:picChg>
        <pc:picChg chg="add mod">
          <ac:chgData name="Devinder Kaur" userId="89161a673412ba18" providerId="LiveId" clId="{F3375ACD-CF11-42A9-9C25-B9B8F20C9043}" dt="2021-11-10T07:42:52.212" v="2893" actId="14100"/>
          <ac:picMkLst>
            <pc:docMk/>
            <pc:sldMk cId="2215791501" sldId="414"/>
            <ac:picMk id="9" creationId="{E4373A0C-592C-452C-9490-C6CE8B2FB203}"/>
          </ac:picMkLst>
        </pc:picChg>
      </pc:sldChg>
      <pc:sldChg chg="modSp new del mod ord">
        <pc:chgData name="Devinder Kaur" userId="89161a673412ba18" providerId="LiveId" clId="{F3375ACD-CF11-42A9-9C25-B9B8F20C9043}" dt="2021-11-12T07:21:13.608" v="3886" actId="47"/>
        <pc:sldMkLst>
          <pc:docMk/>
          <pc:sldMk cId="2363354671" sldId="415"/>
        </pc:sldMkLst>
        <pc:spChg chg="mod">
          <ac:chgData name="Devinder Kaur" userId="89161a673412ba18" providerId="LiveId" clId="{F3375ACD-CF11-42A9-9C25-B9B8F20C9043}" dt="2021-11-10T08:15:14.492" v="3261"/>
          <ac:spMkLst>
            <pc:docMk/>
            <pc:sldMk cId="2363354671" sldId="415"/>
            <ac:spMk id="2" creationId="{706AB5FB-4B2D-43F8-A44B-A5B5119C3FD2}"/>
          </ac:spMkLst>
        </pc:spChg>
        <pc:spChg chg="mod">
          <ac:chgData name="Devinder Kaur" userId="89161a673412ba18" providerId="LiveId" clId="{F3375ACD-CF11-42A9-9C25-B9B8F20C9043}" dt="2021-11-10T08:15:51.451" v="3262"/>
          <ac:spMkLst>
            <pc:docMk/>
            <pc:sldMk cId="2363354671" sldId="415"/>
            <ac:spMk id="3" creationId="{091BDCDA-3A8D-4FF6-A399-EE7FD4D914C1}"/>
          </ac:spMkLst>
        </pc:spChg>
      </pc:sldChg>
      <pc:sldChg chg="addSp delSp modSp new mod">
        <pc:chgData name="Devinder Kaur" userId="89161a673412ba18" providerId="LiveId" clId="{F3375ACD-CF11-42A9-9C25-B9B8F20C9043}" dt="2021-11-12T06:48:26.085" v="3334"/>
        <pc:sldMkLst>
          <pc:docMk/>
          <pc:sldMk cId="785773017" sldId="416"/>
        </pc:sldMkLst>
        <pc:spChg chg="add del mod">
          <ac:chgData name="Devinder Kaur" userId="89161a673412ba18" providerId="LiveId" clId="{F3375ACD-CF11-42A9-9C25-B9B8F20C9043}" dt="2021-11-12T06:48:20.617" v="3333" actId="478"/>
          <ac:spMkLst>
            <pc:docMk/>
            <pc:sldMk cId="785773017" sldId="416"/>
            <ac:spMk id="5" creationId="{9CBBB230-F40C-41C2-9258-9322092F4319}"/>
          </ac:spMkLst>
        </pc:spChg>
        <pc:spChg chg="add del mod">
          <ac:chgData name="Devinder Kaur" userId="89161a673412ba18" providerId="LiveId" clId="{F3375ACD-CF11-42A9-9C25-B9B8F20C9043}" dt="2021-11-10T07:56:31.397" v="2996" actId="478"/>
          <ac:spMkLst>
            <pc:docMk/>
            <pc:sldMk cId="785773017" sldId="416"/>
            <ac:spMk id="5" creationId="{A824CCBE-A894-461B-AEC0-B1EC5D7614CC}"/>
          </ac:spMkLst>
        </pc:spChg>
        <pc:graphicFrameChg chg="add mod modGraphic">
          <ac:chgData name="Devinder Kaur" userId="89161a673412ba18" providerId="LiveId" clId="{F3375ACD-CF11-42A9-9C25-B9B8F20C9043}" dt="2021-11-12T06:48:26.085" v="3334"/>
          <ac:graphicFrameMkLst>
            <pc:docMk/>
            <pc:sldMk cId="785773017" sldId="416"/>
            <ac:graphicFrameMk id="3" creationId="{C7F4B762-5310-4D61-95FC-4D315F0348F5}"/>
          </ac:graphicFrameMkLst>
        </pc:graphicFrameChg>
      </pc:sldChg>
      <pc:sldChg chg="addSp delSp modSp new mod">
        <pc:chgData name="Devinder Kaur" userId="89161a673412ba18" providerId="LiveId" clId="{F3375ACD-CF11-42A9-9C25-B9B8F20C9043}" dt="2021-11-10T08:11:44.481" v="3204" actId="12789"/>
        <pc:sldMkLst>
          <pc:docMk/>
          <pc:sldMk cId="346302667" sldId="417"/>
        </pc:sldMkLst>
        <pc:spChg chg="add del mod">
          <ac:chgData name="Devinder Kaur" userId="89161a673412ba18" providerId="LiveId" clId="{F3375ACD-CF11-42A9-9C25-B9B8F20C9043}" dt="2021-11-10T08:08:06.897" v="3133" actId="478"/>
          <ac:spMkLst>
            <pc:docMk/>
            <pc:sldMk cId="346302667" sldId="417"/>
            <ac:spMk id="5" creationId="{82591AD6-EED5-4CC9-85FD-A6F9F252A4CE}"/>
          </ac:spMkLst>
        </pc:spChg>
        <pc:spChg chg="add del mod">
          <ac:chgData name="Devinder Kaur" userId="89161a673412ba18" providerId="LiveId" clId="{F3375ACD-CF11-42A9-9C25-B9B8F20C9043}" dt="2021-11-10T08:09:15.313" v="3181" actId="478"/>
          <ac:spMkLst>
            <pc:docMk/>
            <pc:sldMk cId="346302667" sldId="417"/>
            <ac:spMk id="7" creationId="{F6893161-6C85-478A-A8E5-12CE079FEAE0}"/>
          </ac:spMkLst>
        </pc:spChg>
        <pc:graphicFrameChg chg="add mod modGraphic">
          <ac:chgData name="Devinder Kaur" userId="89161a673412ba18" providerId="LiveId" clId="{F3375ACD-CF11-42A9-9C25-B9B8F20C9043}" dt="2021-11-10T08:11:44.481" v="3204" actId="12789"/>
          <ac:graphicFrameMkLst>
            <pc:docMk/>
            <pc:sldMk cId="346302667" sldId="417"/>
            <ac:graphicFrameMk id="3" creationId="{42840F47-6EA4-4006-BA2B-CA7AA54E4073}"/>
          </ac:graphicFrameMkLst>
        </pc:graphicFrameChg>
      </pc:sldChg>
      <pc:sldChg chg="modSp mod">
        <pc:chgData name="Devinder Kaur" userId="89161a673412ba18" providerId="LiveId" clId="{F3375ACD-CF11-42A9-9C25-B9B8F20C9043}" dt="2021-11-10T08:13:33.280" v="3218" actId="403"/>
        <pc:sldMkLst>
          <pc:docMk/>
          <pc:sldMk cId="629444987" sldId="418"/>
        </pc:sldMkLst>
        <pc:graphicFrameChg chg="mod modGraphic">
          <ac:chgData name="Devinder Kaur" userId="89161a673412ba18" providerId="LiveId" clId="{F3375ACD-CF11-42A9-9C25-B9B8F20C9043}" dt="2021-11-10T08:13:33.280" v="3218" actId="403"/>
          <ac:graphicFrameMkLst>
            <pc:docMk/>
            <pc:sldMk cId="629444987" sldId="418"/>
            <ac:graphicFrameMk id="3" creationId="{42840F47-6EA4-4006-BA2B-CA7AA54E4073}"/>
          </ac:graphicFrameMkLst>
        </pc:graphicFrameChg>
      </pc:sldChg>
      <pc:sldChg chg="addSp modSp new mod">
        <pc:chgData name="Devinder Kaur" userId="89161a673412ba18" providerId="LiveId" clId="{F3375ACD-CF11-42A9-9C25-B9B8F20C9043}" dt="2021-11-10T08:18:06.424" v="3326" actId="1036"/>
        <pc:sldMkLst>
          <pc:docMk/>
          <pc:sldMk cId="2797589723" sldId="419"/>
        </pc:sldMkLst>
        <pc:graphicFrameChg chg="add mod modGraphic">
          <ac:chgData name="Devinder Kaur" userId="89161a673412ba18" providerId="LiveId" clId="{F3375ACD-CF11-42A9-9C25-B9B8F20C9043}" dt="2021-11-10T08:17:36.659" v="3316" actId="123"/>
          <ac:graphicFrameMkLst>
            <pc:docMk/>
            <pc:sldMk cId="2797589723" sldId="419"/>
            <ac:graphicFrameMk id="3" creationId="{116E929A-6445-4575-82E7-C76DFB75215A}"/>
          </ac:graphicFrameMkLst>
        </pc:graphicFrameChg>
        <pc:picChg chg="add mod">
          <ac:chgData name="Devinder Kaur" userId="89161a673412ba18" providerId="LiveId" clId="{F3375ACD-CF11-42A9-9C25-B9B8F20C9043}" dt="2021-11-10T08:18:06.424" v="3326" actId="1036"/>
          <ac:picMkLst>
            <pc:docMk/>
            <pc:sldMk cId="2797589723" sldId="419"/>
            <ac:picMk id="5" creationId="{E2FFE3E3-6573-4BB8-95C1-E4C868C933D0}"/>
          </ac:picMkLst>
        </pc:picChg>
      </pc:sldChg>
      <pc:sldChg chg="new">
        <pc:chgData name="Devinder Kaur" userId="89161a673412ba18" providerId="LiveId" clId="{F3375ACD-CF11-42A9-9C25-B9B8F20C9043}" dt="2021-11-10T08:18:20.164" v="3327" actId="680"/>
        <pc:sldMkLst>
          <pc:docMk/>
          <pc:sldMk cId="667918346" sldId="420"/>
        </pc:sldMkLst>
      </pc:sldChg>
      <pc:sldChg chg="addSp delSp modSp mod">
        <pc:chgData name="Devinder Kaur" userId="89161a673412ba18" providerId="LiveId" clId="{F3375ACD-CF11-42A9-9C25-B9B8F20C9043}" dt="2021-11-12T07:10:45.586" v="3757" actId="1036"/>
        <pc:sldMkLst>
          <pc:docMk/>
          <pc:sldMk cId="856481512" sldId="422"/>
        </pc:sldMkLst>
        <pc:spChg chg="mod">
          <ac:chgData name="Devinder Kaur" userId="89161a673412ba18" providerId="LiveId" clId="{F3375ACD-CF11-42A9-9C25-B9B8F20C9043}" dt="2021-11-12T07:10:45.586" v="3757" actId="1036"/>
          <ac:spMkLst>
            <pc:docMk/>
            <pc:sldMk cId="856481512" sldId="422"/>
            <ac:spMk id="13" creationId="{41BA283D-2E01-4350-8069-D59858E2E828}"/>
          </ac:spMkLst>
        </pc:spChg>
        <pc:graphicFrameChg chg="mod modGraphic">
          <ac:chgData name="Devinder Kaur" userId="89161a673412ba18" providerId="LiveId" clId="{F3375ACD-CF11-42A9-9C25-B9B8F20C9043}" dt="2021-11-12T07:10:02.902" v="3696" actId="14100"/>
          <ac:graphicFrameMkLst>
            <pc:docMk/>
            <pc:sldMk cId="856481512" sldId="422"/>
            <ac:graphicFrameMk id="3" creationId="{FC67ED7F-B96B-42FC-87B3-32F1CAE98481}"/>
          </ac:graphicFrameMkLst>
        </pc:graphicFrameChg>
        <pc:picChg chg="add del mod modCrop">
          <ac:chgData name="Devinder Kaur" userId="89161a673412ba18" providerId="LiveId" clId="{F3375ACD-CF11-42A9-9C25-B9B8F20C9043}" dt="2021-11-12T07:10:26.926" v="3702" actId="1035"/>
          <ac:picMkLst>
            <pc:docMk/>
            <pc:sldMk cId="856481512" sldId="422"/>
            <ac:picMk id="5" creationId="{8AF22D9B-1911-4344-A324-FD2D2860D04A}"/>
          </ac:picMkLst>
        </pc:picChg>
        <pc:picChg chg="del">
          <ac:chgData name="Devinder Kaur" userId="89161a673412ba18" providerId="LiveId" clId="{F3375ACD-CF11-42A9-9C25-B9B8F20C9043}" dt="2021-11-12T06:53:25.562" v="3337" actId="21"/>
          <ac:picMkLst>
            <pc:docMk/>
            <pc:sldMk cId="856481512" sldId="422"/>
            <ac:picMk id="9" creationId="{2BB1B951-1055-4172-A73C-6D8D05C0FCF8}"/>
          </ac:picMkLst>
        </pc:picChg>
        <pc:picChg chg="del">
          <ac:chgData name="Devinder Kaur" userId="89161a673412ba18" providerId="LiveId" clId="{F3375ACD-CF11-42A9-9C25-B9B8F20C9043}" dt="2021-11-12T06:53:25.562" v="3337" actId="21"/>
          <ac:picMkLst>
            <pc:docMk/>
            <pc:sldMk cId="856481512" sldId="422"/>
            <ac:picMk id="11" creationId="{89BA35BE-851B-4A9F-91D2-C2B4A203A3BB}"/>
          </ac:picMkLst>
        </pc:picChg>
      </pc:sldChg>
      <pc:sldChg chg="addSp delSp modSp new mod">
        <pc:chgData name="Devinder Kaur" userId="89161a673412ba18" providerId="LiveId" clId="{F3375ACD-CF11-42A9-9C25-B9B8F20C9043}" dt="2021-11-12T07:31:25.686" v="4793" actId="255"/>
        <pc:sldMkLst>
          <pc:docMk/>
          <pc:sldMk cId="2778557434" sldId="423"/>
        </pc:sldMkLst>
        <pc:spChg chg="del">
          <ac:chgData name="Devinder Kaur" userId="89161a673412ba18" providerId="LiveId" clId="{F3375ACD-CF11-42A9-9C25-B9B8F20C9043}" dt="2021-11-12T07:28:46.885" v="4453" actId="478"/>
          <ac:spMkLst>
            <pc:docMk/>
            <pc:sldMk cId="2778557434" sldId="423"/>
            <ac:spMk id="2" creationId="{D43174FE-41AC-4477-BD22-695C80D77254}"/>
          </ac:spMkLst>
        </pc:spChg>
        <pc:spChg chg="del">
          <ac:chgData name="Devinder Kaur" userId="89161a673412ba18" providerId="LiveId" clId="{F3375ACD-CF11-42A9-9C25-B9B8F20C9043}" dt="2021-11-12T07:26:20.260" v="4434" actId="1032"/>
          <ac:spMkLst>
            <pc:docMk/>
            <pc:sldMk cId="2778557434" sldId="423"/>
            <ac:spMk id="3" creationId="{F6D8D914-CD01-4AF3-94C8-35AE90C06B8A}"/>
          </ac:spMkLst>
        </pc:spChg>
        <pc:graphicFrameChg chg="add mod modGraphic">
          <ac:chgData name="Devinder Kaur" userId="89161a673412ba18" providerId="LiveId" clId="{F3375ACD-CF11-42A9-9C25-B9B8F20C9043}" dt="2021-11-12T07:31:25.686" v="4793" actId="255"/>
          <ac:graphicFrameMkLst>
            <pc:docMk/>
            <pc:sldMk cId="2778557434" sldId="423"/>
            <ac:graphicFrameMk id="5" creationId="{0C7DD771-7E41-4DDB-9A2E-309FEA9BE25F}"/>
          </ac:graphicFrameMkLst>
        </pc:graphicFrameChg>
      </pc:sldChg>
      <pc:sldChg chg="addSp delSp modSp del mod">
        <pc:chgData name="Devinder Kaur" userId="89161a673412ba18" providerId="LiveId" clId="{F3375ACD-CF11-42A9-9C25-B9B8F20C9043}" dt="2021-11-12T07:12:06.768" v="3758" actId="47"/>
        <pc:sldMkLst>
          <pc:docMk/>
          <pc:sldMk cId="3296860640" sldId="423"/>
        </pc:sldMkLst>
        <pc:picChg chg="add mod">
          <ac:chgData name="Devinder Kaur" userId="89161a673412ba18" providerId="LiveId" clId="{F3375ACD-CF11-42A9-9C25-B9B8F20C9043}" dt="2021-11-12T07:06:49.694" v="3473" actId="1076"/>
          <ac:picMkLst>
            <pc:docMk/>
            <pc:sldMk cId="3296860640" sldId="423"/>
            <ac:picMk id="3" creationId="{69358F60-34E3-4FDC-9E3F-9AC26DBF4778}"/>
          </ac:picMkLst>
        </pc:picChg>
        <pc:picChg chg="add mod">
          <ac:chgData name="Devinder Kaur" userId="89161a673412ba18" providerId="LiveId" clId="{F3375ACD-CF11-42A9-9C25-B9B8F20C9043}" dt="2021-11-12T06:53:27.985" v="3338"/>
          <ac:picMkLst>
            <pc:docMk/>
            <pc:sldMk cId="3296860640" sldId="423"/>
            <ac:picMk id="4" creationId="{E94F9924-07FD-431E-818B-B64926D6DBBE}"/>
          </ac:picMkLst>
        </pc:picChg>
        <pc:picChg chg="add del mod modCrop">
          <ac:chgData name="Devinder Kaur" userId="89161a673412ba18" providerId="LiveId" clId="{F3375ACD-CF11-42A9-9C25-B9B8F20C9043}" dt="2021-11-12T07:06:58.984" v="3478" actId="478"/>
          <ac:picMkLst>
            <pc:docMk/>
            <pc:sldMk cId="3296860640" sldId="423"/>
            <ac:picMk id="5" creationId="{22B3E067-4D79-4C6E-A0E6-C5D2A33EE7E6}"/>
          </ac:picMkLst>
        </pc:picChg>
        <pc:picChg chg="add mod modCrop">
          <ac:chgData name="Devinder Kaur" userId="89161a673412ba18" providerId="LiveId" clId="{F3375ACD-CF11-42A9-9C25-B9B8F20C9043}" dt="2021-11-12T07:01:56.104" v="3452" actId="1076"/>
          <ac:picMkLst>
            <pc:docMk/>
            <pc:sldMk cId="3296860640" sldId="423"/>
            <ac:picMk id="6" creationId="{86F407A4-85A6-4FF3-B160-3541C5A339A4}"/>
          </ac:picMkLst>
        </pc:picChg>
        <pc:picChg chg="add del mod modCrop">
          <ac:chgData name="Devinder Kaur" userId="89161a673412ba18" providerId="LiveId" clId="{F3375ACD-CF11-42A9-9C25-B9B8F20C9043}" dt="2021-11-12T07:07:05.218" v="3487"/>
          <ac:picMkLst>
            <pc:docMk/>
            <pc:sldMk cId="3296860640" sldId="423"/>
            <ac:picMk id="7" creationId="{EF8E8104-AA89-4E1B-BB24-CD1DD1D5EC63}"/>
          </ac:picMkLst>
        </pc:picChg>
        <pc:picChg chg="add del mod">
          <ac:chgData name="Devinder Kaur" userId="89161a673412ba18" providerId="LiveId" clId="{F3375ACD-CF11-42A9-9C25-B9B8F20C9043}" dt="2021-11-12T07:07:02.279" v="3483"/>
          <ac:picMkLst>
            <pc:docMk/>
            <pc:sldMk cId="3296860640" sldId="423"/>
            <ac:picMk id="8" creationId="{6282A277-E279-44BF-9D5C-A4B4307ABE7A}"/>
          </ac:picMkLst>
        </pc:picChg>
        <pc:picChg chg="add del mod">
          <ac:chgData name="Devinder Kaur" userId="89161a673412ba18" providerId="LiveId" clId="{F3375ACD-CF11-42A9-9C25-B9B8F20C9043}" dt="2021-11-12T07:06:58.032" v="3476"/>
          <ac:picMkLst>
            <pc:docMk/>
            <pc:sldMk cId="3296860640" sldId="423"/>
            <ac:picMk id="9" creationId="{D916F295-469B-4A9D-9D96-519F1D030556}"/>
          </ac:picMkLst>
        </pc:picChg>
      </pc:sldChg>
      <pc:sldChg chg="addSp modSp new mod">
        <pc:chgData name="Devinder Kaur" userId="89161a673412ba18" providerId="LiveId" clId="{F3375ACD-CF11-42A9-9C25-B9B8F20C9043}" dt="2021-11-12T07:21:07.675" v="3885" actId="404"/>
        <pc:sldMkLst>
          <pc:docMk/>
          <pc:sldMk cId="1064200989" sldId="424"/>
        </pc:sldMkLst>
        <pc:graphicFrameChg chg="add mod modGraphic">
          <ac:chgData name="Devinder Kaur" userId="89161a673412ba18" providerId="LiveId" clId="{F3375ACD-CF11-42A9-9C25-B9B8F20C9043}" dt="2021-11-12T07:21:07.675" v="3885" actId="404"/>
          <ac:graphicFrameMkLst>
            <pc:docMk/>
            <pc:sldMk cId="1064200989" sldId="424"/>
            <ac:graphicFrameMk id="3" creationId="{E5C5189C-1D48-496F-B11B-507BD1EE4B33}"/>
          </ac:graphicFrameMkLst>
        </pc:graphicFrameChg>
      </pc:sldChg>
      <pc:sldChg chg="modSp new del mod">
        <pc:chgData name="Devinder Kaur" userId="89161a673412ba18" providerId="LiveId" clId="{F3375ACD-CF11-42A9-9C25-B9B8F20C9043}" dt="2021-11-12T07:56:47.125" v="5057" actId="47"/>
        <pc:sldMkLst>
          <pc:docMk/>
          <pc:sldMk cId="299915770" sldId="425"/>
        </pc:sldMkLst>
        <pc:spChg chg="mod">
          <ac:chgData name="Devinder Kaur" userId="89161a673412ba18" providerId="LiveId" clId="{F3375ACD-CF11-42A9-9C25-B9B8F20C9043}" dt="2021-11-12T07:43:03.972" v="4925"/>
          <ac:spMkLst>
            <pc:docMk/>
            <pc:sldMk cId="299915770" sldId="425"/>
            <ac:spMk id="2" creationId="{47D8B133-6E05-4C2D-8C0F-4FA5194ABED8}"/>
          </ac:spMkLst>
        </pc:spChg>
        <pc:spChg chg="mod">
          <ac:chgData name="Devinder Kaur" userId="89161a673412ba18" providerId="LiveId" clId="{F3375ACD-CF11-42A9-9C25-B9B8F20C9043}" dt="2021-11-12T07:44:57.506" v="4940" actId="27636"/>
          <ac:spMkLst>
            <pc:docMk/>
            <pc:sldMk cId="299915770" sldId="425"/>
            <ac:spMk id="3" creationId="{6EAAB36A-7D19-4836-BA72-0116157FD9AA}"/>
          </ac:spMkLst>
        </pc:spChg>
      </pc:sldChg>
      <pc:sldChg chg="addSp modSp new del">
        <pc:chgData name="Devinder Kaur" userId="89161a673412ba18" providerId="LiveId" clId="{F3375ACD-CF11-42A9-9C25-B9B8F20C9043}" dt="2021-11-12T07:28:42.588" v="4452" actId="47"/>
        <pc:sldMkLst>
          <pc:docMk/>
          <pc:sldMk cId="2011610666" sldId="425"/>
        </pc:sldMkLst>
        <pc:graphicFrameChg chg="add mod">
          <ac:chgData name="Devinder Kaur" userId="89161a673412ba18" providerId="LiveId" clId="{F3375ACD-CF11-42A9-9C25-B9B8F20C9043}" dt="2021-11-12T07:25:34.875" v="4433"/>
          <ac:graphicFrameMkLst>
            <pc:docMk/>
            <pc:sldMk cId="2011610666" sldId="425"/>
            <ac:graphicFrameMk id="3" creationId="{3F7EC453-3669-4EB8-BA7E-BA4800619245}"/>
          </ac:graphicFrameMkLst>
        </pc:graphicFrameChg>
      </pc:sldChg>
      <pc:sldChg chg="addSp delSp modSp new mod">
        <pc:chgData name="Devinder Kaur" userId="89161a673412ba18" providerId="LiveId" clId="{F3375ACD-CF11-42A9-9C25-B9B8F20C9043}" dt="2021-11-12T07:55:16.576" v="5041" actId="20577"/>
        <pc:sldMkLst>
          <pc:docMk/>
          <pc:sldMk cId="1076637800" sldId="426"/>
        </pc:sldMkLst>
        <pc:spChg chg="add del mod">
          <ac:chgData name="Devinder Kaur" userId="89161a673412ba18" providerId="LiveId" clId="{F3375ACD-CF11-42A9-9C25-B9B8F20C9043}" dt="2021-11-12T07:55:10.647" v="5039" actId="478"/>
          <ac:spMkLst>
            <pc:docMk/>
            <pc:sldMk cId="1076637800" sldId="426"/>
            <ac:spMk id="5" creationId="{FF0A4983-FF88-4E4F-BFCD-F66002EC3447}"/>
          </ac:spMkLst>
        </pc:spChg>
        <pc:graphicFrameChg chg="add mod modGraphic">
          <ac:chgData name="Devinder Kaur" userId="89161a673412ba18" providerId="LiveId" clId="{F3375ACD-CF11-42A9-9C25-B9B8F20C9043}" dt="2021-11-12T07:55:16.576" v="5041" actId="20577"/>
          <ac:graphicFrameMkLst>
            <pc:docMk/>
            <pc:sldMk cId="1076637800" sldId="426"/>
            <ac:graphicFrameMk id="3" creationId="{D70EDA0F-E582-4B2D-A3D2-2E061D888DB2}"/>
          </ac:graphicFrameMkLst>
        </pc:graphicFrameChg>
      </pc:sldChg>
      <pc:sldChg chg="addSp modSp new mod">
        <pc:chgData name="Devinder Kaur" userId="89161a673412ba18" providerId="LiveId" clId="{F3375ACD-CF11-42A9-9C25-B9B8F20C9043}" dt="2021-11-12T07:42:17.710" v="4924" actId="113"/>
        <pc:sldMkLst>
          <pc:docMk/>
          <pc:sldMk cId="2500668193" sldId="427"/>
        </pc:sldMkLst>
        <pc:graphicFrameChg chg="add mod modGraphic">
          <ac:chgData name="Devinder Kaur" userId="89161a673412ba18" providerId="LiveId" clId="{F3375ACD-CF11-42A9-9C25-B9B8F20C9043}" dt="2021-11-12T07:42:17.710" v="4924" actId="113"/>
          <ac:graphicFrameMkLst>
            <pc:docMk/>
            <pc:sldMk cId="2500668193" sldId="427"/>
            <ac:graphicFrameMk id="3" creationId="{8F3FB3C0-5724-4E19-9C28-2BED8874E33A}"/>
          </ac:graphicFrameMkLst>
        </pc:graphicFrameChg>
      </pc:sldChg>
      <pc:sldChg chg="addSp modSp new mod">
        <pc:chgData name="Devinder Kaur" userId="89161a673412ba18" providerId="LiveId" clId="{F3375ACD-CF11-42A9-9C25-B9B8F20C9043}" dt="2021-11-12T07:49:28.067" v="4985" actId="1036"/>
        <pc:sldMkLst>
          <pc:docMk/>
          <pc:sldMk cId="1365243965" sldId="428"/>
        </pc:sldMkLst>
        <pc:graphicFrameChg chg="add mod modGraphic">
          <ac:chgData name="Devinder Kaur" userId="89161a673412ba18" providerId="LiveId" clId="{F3375ACD-CF11-42A9-9C25-B9B8F20C9043}" dt="2021-11-12T07:49:28.067" v="4985" actId="1036"/>
          <ac:graphicFrameMkLst>
            <pc:docMk/>
            <pc:sldMk cId="1365243965" sldId="428"/>
            <ac:graphicFrameMk id="3" creationId="{2B78E061-160C-43E3-A350-0B83768C2E55}"/>
          </ac:graphicFrameMkLst>
        </pc:graphicFrameChg>
      </pc:sldChg>
      <pc:sldChg chg="addSp delSp modSp new mod">
        <pc:chgData name="Devinder Kaur" userId="89161a673412ba18" providerId="LiveId" clId="{F3375ACD-CF11-42A9-9C25-B9B8F20C9043}" dt="2021-11-12T07:56:37.003" v="5056" actId="404"/>
        <pc:sldMkLst>
          <pc:docMk/>
          <pc:sldMk cId="3198858571" sldId="429"/>
        </pc:sldMkLst>
        <pc:spChg chg="add del mod">
          <ac:chgData name="Devinder Kaur" userId="89161a673412ba18" providerId="LiveId" clId="{F3375ACD-CF11-42A9-9C25-B9B8F20C9043}" dt="2021-11-12T07:56:00.742" v="5043" actId="478"/>
          <ac:spMkLst>
            <pc:docMk/>
            <pc:sldMk cId="3198858571" sldId="429"/>
            <ac:spMk id="5" creationId="{58142440-3CB6-41EF-9D8B-BF532BFCBE3B}"/>
          </ac:spMkLst>
        </pc:spChg>
        <pc:graphicFrameChg chg="add mod modGraphic">
          <ac:chgData name="Devinder Kaur" userId="89161a673412ba18" providerId="LiveId" clId="{F3375ACD-CF11-42A9-9C25-B9B8F20C9043}" dt="2021-11-12T07:56:37.003" v="5056" actId="404"/>
          <ac:graphicFrameMkLst>
            <pc:docMk/>
            <pc:sldMk cId="3198858571" sldId="429"/>
            <ac:graphicFrameMk id="3" creationId="{823B0500-A0C2-426E-B5F8-ED0C88B8D450}"/>
          </ac:graphicFrameMkLst>
        </pc:graphicFrameChg>
      </pc:sldChg>
      <pc:sldChg chg="modSp new mod ord">
        <pc:chgData name="Devinder Kaur" userId="89161a673412ba18" providerId="LiveId" clId="{F3375ACD-CF11-42A9-9C25-B9B8F20C9043}" dt="2021-11-12T08:19:33.054" v="5215"/>
        <pc:sldMkLst>
          <pc:docMk/>
          <pc:sldMk cId="3559652816" sldId="430"/>
        </pc:sldMkLst>
        <pc:spChg chg="mod">
          <ac:chgData name="Devinder Kaur" userId="89161a673412ba18" providerId="LiveId" clId="{F3375ACD-CF11-42A9-9C25-B9B8F20C9043}" dt="2021-11-12T08:06:46.420" v="5083" actId="20577"/>
          <ac:spMkLst>
            <pc:docMk/>
            <pc:sldMk cId="3559652816" sldId="430"/>
            <ac:spMk id="2" creationId="{6B7CCC83-723E-4C0A-97DA-BCDAD92CBC4B}"/>
          </ac:spMkLst>
        </pc:spChg>
      </pc:sldChg>
      <pc:sldChg chg="new">
        <pc:chgData name="Devinder Kaur" userId="89161a673412ba18" providerId="LiveId" clId="{F3375ACD-CF11-42A9-9C25-B9B8F20C9043}" dt="2021-11-12T08:06:57.738" v="5086" actId="680"/>
        <pc:sldMkLst>
          <pc:docMk/>
          <pc:sldMk cId="740017385" sldId="431"/>
        </pc:sldMkLst>
      </pc:sldChg>
      <pc:sldChg chg="new del">
        <pc:chgData name="Devinder Kaur" userId="89161a673412ba18" providerId="LiveId" clId="{F3375ACD-CF11-42A9-9C25-B9B8F20C9043}" dt="2021-11-12T08:06:53.901" v="5085" actId="680"/>
        <pc:sldMkLst>
          <pc:docMk/>
          <pc:sldMk cId="2122130011" sldId="431"/>
        </pc:sldMkLst>
      </pc:sldChg>
      <pc:sldChg chg="addSp modSp new mod">
        <pc:chgData name="Devinder Kaur" userId="89161a673412ba18" providerId="LiveId" clId="{F3375ACD-CF11-42A9-9C25-B9B8F20C9043}" dt="2021-11-12T08:11:05.872" v="5129" actId="404"/>
        <pc:sldMkLst>
          <pc:docMk/>
          <pc:sldMk cId="841328681" sldId="432"/>
        </pc:sldMkLst>
        <pc:graphicFrameChg chg="add mod modGraphic">
          <ac:chgData name="Devinder Kaur" userId="89161a673412ba18" providerId="LiveId" clId="{F3375ACD-CF11-42A9-9C25-B9B8F20C9043}" dt="2021-11-12T08:11:05.872" v="5129" actId="404"/>
          <ac:graphicFrameMkLst>
            <pc:docMk/>
            <pc:sldMk cId="841328681" sldId="432"/>
            <ac:graphicFrameMk id="3" creationId="{C557829E-C3E1-4966-821A-65F76960A632}"/>
          </ac:graphicFrameMkLst>
        </pc:graphicFrameChg>
      </pc:sldChg>
      <pc:sldChg chg="modSp new mod">
        <pc:chgData name="Devinder Kaur" userId="89161a673412ba18" providerId="LiveId" clId="{F3375ACD-CF11-42A9-9C25-B9B8F20C9043}" dt="2021-11-12T08:09:19.173" v="5093" actId="13822"/>
        <pc:sldMkLst>
          <pc:docMk/>
          <pc:sldMk cId="3222522505" sldId="433"/>
        </pc:sldMkLst>
        <pc:spChg chg="mod">
          <ac:chgData name="Devinder Kaur" userId="89161a673412ba18" providerId="LiveId" clId="{F3375ACD-CF11-42A9-9C25-B9B8F20C9043}" dt="2021-11-12T08:09:19.173" v="5093" actId="13822"/>
          <ac:spMkLst>
            <pc:docMk/>
            <pc:sldMk cId="3222522505" sldId="433"/>
            <ac:spMk id="2" creationId="{C4C398D8-AB67-4F92-A200-4AEC76AF6DF1}"/>
          </ac:spMkLst>
        </pc:spChg>
      </pc:sldChg>
      <pc:sldChg chg="new del">
        <pc:chgData name="Devinder Kaur" userId="89161a673412ba18" providerId="LiveId" clId="{F3375ACD-CF11-42A9-9C25-B9B8F20C9043}" dt="2021-11-12T08:19:26.751" v="5213" actId="47"/>
        <pc:sldMkLst>
          <pc:docMk/>
          <pc:sldMk cId="3814519532" sldId="434"/>
        </pc:sldMkLst>
      </pc:sldChg>
      <pc:sldChg chg="addSp modSp new mod">
        <pc:chgData name="Devinder Kaur" userId="89161a673412ba18" providerId="LiveId" clId="{F3375ACD-CF11-42A9-9C25-B9B8F20C9043}" dt="2021-11-12T08:19:10.305" v="5212" actId="20577"/>
        <pc:sldMkLst>
          <pc:docMk/>
          <pc:sldMk cId="1926116513" sldId="435"/>
        </pc:sldMkLst>
        <pc:graphicFrameChg chg="add mod modGraphic">
          <ac:chgData name="Devinder Kaur" userId="89161a673412ba18" providerId="LiveId" clId="{F3375ACD-CF11-42A9-9C25-B9B8F20C9043}" dt="2021-11-12T08:19:10.305" v="5212" actId="20577"/>
          <ac:graphicFrameMkLst>
            <pc:docMk/>
            <pc:sldMk cId="1926116513" sldId="435"/>
            <ac:graphicFrameMk id="3" creationId="{2ABD9379-D65F-4867-8A05-C92F7A5D1F3E}"/>
          </ac:graphicFrameMkLst>
        </pc:graphicFrameChg>
      </pc:sldChg>
      <pc:sldChg chg="addSp modSp new mod">
        <pc:chgData name="Devinder Kaur" userId="89161a673412ba18" providerId="LiveId" clId="{F3375ACD-CF11-42A9-9C25-B9B8F20C9043}" dt="2021-11-12T08:19:02.864" v="5209" actId="14100"/>
        <pc:sldMkLst>
          <pc:docMk/>
          <pc:sldMk cId="1195915143" sldId="436"/>
        </pc:sldMkLst>
        <pc:graphicFrameChg chg="add mod modGraphic">
          <ac:chgData name="Devinder Kaur" userId="89161a673412ba18" providerId="LiveId" clId="{F3375ACD-CF11-42A9-9C25-B9B8F20C9043}" dt="2021-11-12T08:19:02.864" v="5209" actId="14100"/>
          <ac:graphicFrameMkLst>
            <pc:docMk/>
            <pc:sldMk cId="1195915143" sldId="436"/>
            <ac:graphicFrameMk id="3" creationId="{AB7745FD-F04D-4100-9C5B-27CD660A8867}"/>
          </ac:graphicFrameMkLst>
        </pc:graphicFrameChg>
      </pc:sldChg>
      <pc:sldChg chg="modSp mod">
        <pc:chgData name="Devinder Kaur" userId="89161a673412ba18" providerId="LiveId" clId="{F3375ACD-CF11-42A9-9C25-B9B8F20C9043}" dt="2021-11-17T09:09:50.007" v="5319" actId="14100"/>
        <pc:sldMkLst>
          <pc:docMk/>
          <pc:sldMk cId="3549165669" sldId="457"/>
        </pc:sldMkLst>
        <pc:picChg chg="mod">
          <ac:chgData name="Devinder Kaur" userId="89161a673412ba18" providerId="LiveId" clId="{F3375ACD-CF11-42A9-9C25-B9B8F20C9043}" dt="2021-11-17T09:09:50.007" v="5319" actId="14100"/>
          <ac:picMkLst>
            <pc:docMk/>
            <pc:sldMk cId="3549165669" sldId="457"/>
            <ac:picMk id="4" creationId="{9701B9A1-78C1-43D4-8356-62984162534B}"/>
          </ac:picMkLst>
        </pc:picChg>
      </pc:sldChg>
      <pc:sldChg chg="addSp modSp new mod">
        <pc:chgData name="Devinder Kaur" userId="89161a673412ba18" providerId="LiveId" clId="{F3375ACD-CF11-42A9-9C25-B9B8F20C9043}" dt="2021-11-17T09:09:24.442" v="5316" actId="14100"/>
        <pc:sldMkLst>
          <pc:docMk/>
          <pc:sldMk cId="1360861313" sldId="463"/>
        </pc:sldMkLst>
        <pc:graphicFrameChg chg="add mod modGraphic">
          <ac:chgData name="Devinder Kaur" userId="89161a673412ba18" providerId="LiveId" clId="{F3375ACD-CF11-42A9-9C25-B9B8F20C9043}" dt="2021-11-17T09:09:24.442" v="5316" actId="14100"/>
          <ac:graphicFrameMkLst>
            <pc:docMk/>
            <pc:sldMk cId="1360861313" sldId="463"/>
            <ac:graphicFrameMk id="3" creationId="{9993494D-F956-49D4-85D4-C8AE40D0898D}"/>
          </ac:graphicFrameMkLst>
        </pc:graphicFrameChg>
      </pc:sldChg>
    </pc:docChg>
  </pc:docChgLst>
  <pc:docChgLst>
    <pc:chgData name="Devinder Kaur" userId="89161a673412ba18" providerId="LiveId" clId="{4A6BB3CA-4A95-412C-9739-5DC8315A39F9}"/>
    <pc:docChg chg="delSld">
      <pc:chgData name="Devinder Kaur" userId="89161a673412ba18" providerId="LiveId" clId="{4A6BB3CA-4A95-412C-9739-5DC8315A39F9}" dt="2022-11-24T06:16:49.510" v="4" actId="47"/>
      <pc:docMkLst>
        <pc:docMk/>
      </pc:docMkLst>
      <pc:sldChg chg="del">
        <pc:chgData name="Devinder Kaur" userId="89161a673412ba18" providerId="LiveId" clId="{4A6BB3CA-4A95-412C-9739-5DC8315A39F9}" dt="2022-11-24T06:16:49.510" v="4" actId="47"/>
        <pc:sldMkLst>
          <pc:docMk/>
          <pc:sldMk cId="0" sldId="375"/>
        </pc:sldMkLst>
      </pc:sldChg>
      <pc:sldChg chg="del">
        <pc:chgData name="Devinder Kaur" userId="89161a673412ba18" providerId="LiveId" clId="{4A6BB3CA-4A95-412C-9739-5DC8315A39F9}" dt="2022-10-28T10:59:43.807" v="3" actId="47"/>
        <pc:sldMkLst>
          <pc:docMk/>
          <pc:sldMk cId="3939177907" sldId="449"/>
        </pc:sldMkLst>
      </pc:sldChg>
      <pc:sldChg chg="del">
        <pc:chgData name="Devinder Kaur" userId="89161a673412ba18" providerId="LiveId" clId="{4A6BB3CA-4A95-412C-9739-5DC8315A39F9}" dt="2022-10-28T10:56:03.299" v="0" actId="47"/>
        <pc:sldMkLst>
          <pc:docMk/>
          <pc:sldMk cId="3999992903" sldId="453"/>
        </pc:sldMkLst>
      </pc:sldChg>
      <pc:sldChg chg="del">
        <pc:chgData name="Devinder Kaur" userId="89161a673412ba18" providerId="LiveId" clId="{4A6BB3CA-4A95-412C-9739-5DC8315A39F9}" dt="2022-10-28T10:56:13.371" v="1" actId="47"/>
        <pc:sldMkLst>
          <pc:docMk/>
          <pc:sldMk cId="808205631" sldId="455"/>
        </pc:sldMkLst>
      </pc:sldChg>
      <pc:sldChg chg="del">
        <pc:chgData name="Devinder Kaur" userId="89161a673412ba18" providerId="LiveId" clId="{4A6BB3CA-4A95-412C-9739-5DC8315A39F9}" dt="2022-10-28T10:56:16.654" v="2" actId="47"/>
        <pc:sldMkLst>
          <pc:docMk/>
          <pc:sldMk cId="1610793791" sldId="456"/>
        </pc:sldMkLst>
      </pc:sldChg>
    </pc:docChg>
  </pc:docChgLst>
  <pc:docChgLst>
    <pc:chgData name="Devinder Kaur" userId="89161a673412ba18" providerId="LiveId" clId="{0C79CF90-2598-4E76-AE5F-99C2DE579D9C}"/>
    <pc:docChg chg="undo custSel addSld delSld modSld">
      <pc:chgData name="Devinder Kaur" userId="89161a673412ba18" providerId="LiveId" clId="{0C79CF90-2598-4E76-AE5F-99C2DE579D9C}" dt="2021-12-07T08:58:06.172" v="224" actId="14100"/>
      <pc:docMkLst>
        <pc:docMk/>
      </pc:docMkLst>
      <pc:sldChg chg="modSp del mod">
        <pc:chgData name="Devinder Kaur" userId="89161a673412ba18" providerId="LiveId" clId="{0C79CF90-2598-4E76-AE5F-99C2DE579D9C}" dt="2021-12-07T08:50:15.373" v="217" actId="47"/>
        <pc:sldMkLst>
          <pc:docMk/>
          <pc:sldMk cId="740017385" sldId="431"/>
        </pc:sldMkLst>
        <pc:graphicFrameChg chg="mod modGraphic">
          <ac:chgData name="Devinder Kaur" userId="89161a673412ba18" providerId="LiveId" clId="{0C79CF90-2598-4E76-AE5F-99C2DE579D9C}" dt="2021-12-07T08:47:04.588" v="187" actId="14100"/>
          <ac:graphicFrameMkLst>
            <pc:docMk/>
            <pc:sldMk cId="740017385" sldId="431"/>
            <ac:graphicFrameMk id="5" creationId="{31E096F0-BF2B-4A32-AAB8-3FD75BCB7F81}"/>
          </ac:graphicFrameMkLst>
        </pc:graphicFrameChg>
      </pc:sldChg>
      <pc:sldChg chg="modSp">
        <pc:chgData name="Devinder Kaur" userId="89161a673412ba18" providerId="LiveId" clId="{0C79CF90-2598-4E76-AE5F-99C2DE579D9C}" dt="2021-12-07T08:45:07.757" v="24" actId="20577"/>
        <pc:sldMkLst>
          <pc:docMk/>
          <pc:sldMk cId="841328681" sldId="432"/>
        </pc:sldMkLst>
        <pc:graphicFrameChg chg="mod">
          <ac:chgData name="Devinder Kaur" userId="89161a673412ba18" providerId="LiveId" clId="{0C79CF90-2598-4E76-AE5F-99C2DE579D9C}" dt="2021-12-07T08:45:07.757" v="24" actId="20577"/>
          <ac:graphicFrameMkLst>
            <pc:docMk/>
            <pc:sldMk cId="841328681" sldId="432"/>
            <ac:graphicFrameMk id="3" creationId="{C557829E-C3E1-4966-821A-65F76960A632}"/>
          </ac:graphicFrameMkLst>
        </pc:graphicFrameChg>
      </pc:sldChg>
      <pc:sldChg chg="modSp mod">
        <pc:chgData name="Devinder Kaur" userId="89161a673412ba18" providerId="LiveId" clId="{0C79CF90-2598-4E76-AE5F-99C2DE579D9C}" dt="2021-12-07T08:58:06.172" v="224" actId="14100"/>
        <pc:sldMkLst>
          <pc:docMk/>
          <pc:sldMk cId="628249022" sldId="437"/>
        </pc:sldMkLst>
        <pc:graphicFrameChg chg="mod">
          <ac:chgData name="Devinder Kaur" userId="89161a673412ba18" providerId="LiveId" clId="{0C79CF90-2598-4E76-AE5F-99C2DE579D9C}" dt="2021-12-07T08:58:06.172" v="224" actId="14100"/>
          <ac:graphicFrameMkLst>
            <pc:docMk/>
            <pc:sldMk cId="628249022" sldId="437"/>
            <ac:graphicFrameMk id="3" creationId="{AE05A939-12F7-4A4D-9726-923CB83D042D}"/>
          </ac:graphicFrameMkLst>
        </pc:graphicFrameChg>
      </pc:sldChg>
      <pc:sldChg chg="addSp modSp new mod">
        <pc:chgData name="Devinder Kaur" userId="89161a673412ba18" providerId="LiveId" clId="{0C79CF90-2598-4E76-AE5F-99C2DE579D9C}" dt="2021-12-07T08:50:39.379" v="219" actId="14100"/>
        <pc:sldMkLst>
          <pc:docMk/>
          <pc:sldMk cId="418025744" sldId="464"/>
        </pc:sldMkLst>
        <pc:graphicFrameChg chg="add mod modGraphic">
          <ac:chgData name="Devinder Kaur" userId="89161a673412ba18" providerId="LiveId" clId="{0C79CF90-2598-4E76-AE5F-99C2DE579D9C}" dt="2021-12-07T08:50:39.379" v="219" actId="14100"/>
          <ac:graphicFrameMkLst>
            <pc:docMk/>
            <pc:sldMk cId="418025744" sldId="464"/>
            <ac:graphicFrameMk id="3" creationId="{BF30C0E0-C123-4DD5-A316-BCEBE0236D89}"/>
          </ac:graphicFrameMkLst>
        </pc:graphicFrameChg>
      </pc:sldChg>
    </pc:docChg>
  </pc:docChgLst>
  <pc:docChgLst>
    <pc:chgData name="Devinder Kaur" userId="89161a673412ba18" providerId="LiveId" clId="{C199006E-3FB3-4072-9902-6BF092918910}"/>
    <pc:docChg chg="modSld">
      <pc:chgData name="Devinder Kaur" userId="89161a673412ba18" providerId="LiveId" clId="{C199006E-3FB3-4072-9902-6BF092918910}" dt="2022-10-28T08:48:35.796" v="0" actId="113"/>
      <pc:docMkLst>
        <pc:docMk/>
      </pc:docMkLst>
      <pc:sldChg chg="modSp">
        <pc:chgData name="Devinder Kaur" userId="89161a673412ba18" providerId="LiveId" clId="{C199006E-3FB3-4072-9902-6BF092918910}" dt="2022-10-28T08:48:35.796" v="0" actId="113"/>
        <pc:sldMkLst>
          <pc:docMk/>
          <pc:sldMk cId="4077151433" sldId="398"/>
        </pc:sldMkLst>
        <pc:graphicFrameChg chg="mod">
          <ac:chgData name="Devinder Kaur" userId="89161a673412ba18" providerId="LiveId" clId="{C199006E-3FB3-4072-9902-6BF092918910}" dt="2022-10-28T08:48:35.796" v="0" actId="113"/>
          <ac:graphicFrameMkLst>
            <pc:docMk/>
            <pc:sldMk cId="4077151433" sldId="398"/>
            <ac:graphicFrameMk id="3" creationId="{A5980550-A453-47A1-8283-BA515BFA98A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BB0CF3-046E-43BC-B8D4-B66A43CD03B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AC31232-D093-4FF8-948A-AF7C4D20CB36}">
      <dgm:prSet phldrT="[Text]" custT="1"/>
      <dgm:spPr/>
      <dgm:t>
        <a:bodyPr/>
        <a:lstStyle/>
        <a:p>
          <a:pPr algn="just"/>
          <a:r>
            <a:rPr lang="en-US" sz="2000" b="0" i="0" dirty="0">
              <a:solidFill>
                <a:schemeClr val="bg1"/>
              </a:solidFill>
              <a:effectLst/>
              <a:latin typeface="Open Sans" panose="020B0606030504020204" pitchFamily="34" charset="0"/>
            </a:rPr>
            <a:t>Statistical analysis means investigating trends, patterns, and relationships using quantitative data. </a:t>
          </a:r>
        </a:p>
        <a:p>
          <a:pPr algn="just"/>
          <a:r>
            <a:rPr lang="en-US" sz="2000" b="0" i="0" dirty="0">
              <a:solidFill>
                <a:schemeClr val="bg1"/>
              </a:solidFill>
              <a:effectLst/>
              <a:latin typeface="Open Sans" panose="020B0606030504020204" pitchFamily="34" charset="0"/>
            </a:rPr>
            <a:t>It is an important research tool used by scientists, governments, businesses, and other organizations.</a:t>
          </a:r>
          <a:endParaRPr lang="en-IN" sz="2000" dirty="0">
            <a:solidFill>
              <a:schemeClr val="bg1"/>
            </a:solidFill>
          </a:endParaRPr>
        </a:p>
      </dgm:t>
    </dgm:pt>
    <dgm:pt modelId="{B45F9063-D681-472C-A3D4-363737C5E0D0}" type="parTrans" cxnId="{41C7918D-1928-4691-975D-6C18B61FF036}">
      <dgm:prSet/>
      <dgm:spPr/>
      <dgm:t>
        <a:bodyPr/>
        <a:lstStyle/>
        <a:p>
          <a:endParaRPr lang="en-IN"/>
        </a:p>
      </dgm:t>
    </dgm:pt>
    <dgm:pt modelId="{006875BC-E38D-4685-8FA6-AE6FD13C4760}" type="sibTrans" cxnId="{41C7918D-1928-4691-975D-6C18B61FF036}">
      <dgm:prSet/>
      <dgm:spPr/>
      <dgm:t>
        <a:bodyPr/>
        <a:lstStyle/>
        <a:p>
          <a:endParaRPr lang="en-IN"/>
        </a:p>
      </dgm:t>
    </dgm:pt>
    <dgm:pt modelId="{68AB13AF-F24D-47F5-A32F-C268A6B60F88}">
      <dgm:prSet phldrT="[Text]" custT="1"/>
      <dgm:spPr/>
      <dgm:t>
        <a:bodyPr/>
        <a:lstStyle/>
        <a:p>
          <a:pPr algn="just"/>
          <a:r>
            <a:rPr lang="en-US" sz="2000" b="0" i="0" dirty="0">
              <a:solidFill>
                <a:schemeClr val="bg1"/>
              </a:solidFill>
              <a:effectLst/>
              <a:latin typeface="Open Sans" panose="020B0606030504020204" pitchFamily="34" charset="0"/>
            </a:rPr>
            <a:t>To draw valid conclusions, statistical analysis requires careful planning from the very start of the research process. </a:t>
          </a:r>
        </a:p>
        <a:p>
          <a:pPr algn="just"/>
          <a:r>
            <a:rPr lang="en-US" sz="2000" b="0" i="0" dirty="0">
              <a:solidFill>
                <a:schemeClr val="bg1"/>
              </a:solidFill>
              <a:effectLst/>
              <a:latin typeface="Open Sans" panose="020B0606030504020204" pitchFamily="34" charset="0"/>
            </a:rPr>
            <a:t>You need to specify your hypothesis and make decisions about your research design, sample size, and sampling procedure.</a:t>
          </a:r>
          <a:endParaRPr lang="en-IN" sz="2000" dirty="0">
            <a:solidFill>
              <a:schemeClr val="bg1"/>
            </a:solidFill>
          </a:endParaRPr>
        </a:p>
      </dgm:t>
    </dgm:pt>
    <dgm:pt modelId="{44EEB215-6298-43AA-9A6E-2845485A8391}" type="parTrans" cxnId="{A12696F9-DDE7-4517-A531-AB5D54FCC5C2}">
      <dgm:prSet/>
      <dgm:spPr/>
      <dgm:t>
        <a:bodyPr/>
        <a:lstStyle/>
        <a:p>
          <a:endParaRPr lang="en-IN"/>
        </a:p>
      </dgm:t>
    </dgm:pt>
    <dgm:pt modelId="{7327AF19-A8E3-45B9-97F2-A844DABD209B}" type="sibTrans" cxnId="{A12696F9-DDE7-4517-A531-AB5D54FCC5C2}">
      <dgm:prSet/>
      <dgm:spPr/>
      <dgm:t>
        <a:bodyPr/>
        <a:lstStyle/>
        <a:p>
          <a:endParaRPr lang="en-IN"/>
        </a:p>
      </dgm:t>
    </dgm:pt>
    <dgm:pt modelId="{7D06DC36-469D-4F45-BE92-406E3CE5C819}">
      <dgm:prSet phldrT="[Text]" custT="1"/>
      <dgm:spPr/>
      <dgm:t>
        <a:bodyPr/>
        <a:lstStyle/>
        <a:p>
          <a:pPr algn="just"/>
          <a:r>
            <a:rPr lang="en-US" sz="2000" b="0" i="0" dirty="0">
              <a:solidFill>
                <a:schemeClr val="bg1"/>
              </a:solidFill>
              <a:effectLst/>
              <a:latin typeface="Open Sans" panose="020B0606030504020204" pitchFamily="34" charset="0"/>
            </a:rPr>
            <a:t>After collecting data from your sample, you can organize and summarize the data using descriptive statistics. </a:t>
          </a:r>
        </a:p>
        <a:p>
          <a:pPr algn="just"/>
          <a:r>
            <a:rPr lang="en-US" sz="2000" b="0" i="0" dirty="0">
              <a:solidFill>
                <a:schemeClr val="bg1"/>
              </a:solidFill>
              <a:effectLst/>
              <a:latin typeface="Open Sans" panose="020B0606030504020204" pitchFamily="34" charset="0"/>
            </a:rPr>
            <a:t>Then, you can use inferential statistics to formally test hypotheses and make estimates about the population. </a:t>
          </a:r>
        </a:p>
        <a:p>
          <a:pPr algn="just"/>
          <a:r>
            <a:rPr lang="en-US" sz="2000" b="0" i="0" dirty="0">
              <a:solidFill>
                <a:schemeClr val="bg1"/>
              </a:solidFill>
              <a:effectLst/>
              <a:latin typeface="Open Sans" panose="020B0606030504020204" pitchFamily="34" charset="0"/>
            </a:rPr>
            <a:t>Finally, you can interpret and generalize your findings.</a:t>
          </a:r>
          <a:endParaRPr lang="en-IN" sz="2000" dirty="0">
            <a:solidFill>
              <a:schemeClr val="bg1"/>
            </a:solidFill>
          </a:endParaRPr>
        </a:p>
      </dgm:t>
    </dgm:pt>
    <dgm:pt modelId="{51FD2A6C-3122-4CF5-A39D-30DF4CB7754A}" type="parTrans" cxnId="{8495AFF4-30C5-4DB2-9131-1EE6D480A3C7}">
      <dgm:prSet/>
      <dgm:spPr/>
      <dgm:t>
        <a:bodyPr/>
        <a:lstStyle/>
        <a:p>
          <a:endParaRPr lang="en-IN"/>
        </a:p>
      </dgm:t>
    </dgm:pt>
    <dgm:pt modelId="{D64BFD78-558B-4858-9CEA-D9D92E0E2F77}" type="sibTrans" cxnId="{8495AFF4-30C5-4DB2-9131-1EE6D480A3C7}">
      <dgm:prSet/>
      <dgm:spPr/>
      <dgm:t>
        <a:bodyPr/>
        <a:lstStyle/>
        <a:p>
          <a:endParaRPr lang="en-IN"/>
        </a:p>
      </dgm:t>
    </dgm:pt>
    <dgm:pt modelId="{3DD545AE-C39C-4E96-8AD2-9EC6B1903C5C}" type="pres">
      <dgm:prSet presAssocID="{9FBB0CF3-046E-43BC-B8D4-B66A43CD03B5}" presName="linear" presStyleCnt="0">
        <dgm:presLayoutVars>
          <dgm:animLvl val="lvl"/>
          <dgm:resizeHandles val="exact"/>
        </dgm:presLayoutVars>
      </dgm:prSet>
      <dgm:spPr/>
      <dgm:t>
        <a:bodyPr/>
        <a:lstStyle/>
        <a:p>
          <a:endParaRPr lang="en-IN"/>
        </a:p>
      </dgm:t>
    </dgm:pt>
    <dgm:pt modelId="{3A842A22-4D1A-4C7E-9C88-7EF14BB23D3E}" type="pres">
      <dgm:prSet presAssocID="{EAC31232-D093-4FF8-948A-AF7C4D20CB36}" presName="parentText" presStyleLbl="node1" presStyleIdx="0" presStyleCnt="3" custLinFactY="1184" custLinFactNeighborX="2228" custLinFactNeighborY="100000">
        <dgm:presLayoutVars>
          <dgm:chMax val="0"/>
          <dgm:bulletEnabled val="1"/>
        </dgm:presLayoutVars>
      </dgm:prSet>
      <dgm:spPr/>
      <dgm:t>
        <a:bodyPr/>
        <a:lstStyle/>
        <a:p>
          <a:endParaRPr lang="en-IN"/>
        </a:p>
      </dgm:t>
    </dgm:pt>
    <dgm:pt modelId="{4B354640-51D6-43D0-8948-7691046713F8}" type="pres">
      <dgm:prSet presAssocID="{006875BC-E38D-4685-8FA6-AE6FD13C4760}" presName="spacer" presStyleCnt="0"/>
      <dgm:spPr/>
    </dgm:pt>
    <dgm:pt modelId="{C1DEF661-4434-4A5B-8ABD-ED1C98CBC623}" type="pres">
      <dgm:prSet presAssocID="{68AB13AF-F24D-47F5-A32F-C268A6B60F88}" presName="parentText" presStyleLbl="node1" presStyleIdx="1" presStyleCnt="3">
        <dgm:presLayoutVars>
          <dgm:chMax val="0"/>
          <dgm:bulletEnabled val="1"/>
        </dgm:presLayoutVars>
      </dgm:prSet>
      <dgm:spPr/>
      <dgm:t>
        <a:bodyPr/>
        <a:lstStyle/>
        <a:p>
          <a:endParaRPr lang="en-IN"/>
        </a:p>
      </dgm:t>
    </dgm:pt>
    <dgm:pt modelId="{4F7DED22-97F9-4B30-8D6C-A12D3B3F5B44}" type="pres">
      <dgm:prSet presAssocID="{7327AF19-A8E3-45B9-97F2-A844DABD209B}" presName="spacer" presStyleCnt="0"/>
      <dgm:spPr/>
    </dgm:pt>
    <dgm:pt modelId="{351C9E24-72DE-48B2-AFD9-0A05D1913B1D}" type="pres">
      <dgm:prSet presAssocID="{7D06DC36-469D-4F45-BE92-406E3CE5C819}" presName="parentText" presStyleLbl="node1" presStyleIdx="2" presStyleCnt="3">
        <dgm:presLayoutVars>
          <dgm:chMax val="0"/>
          <dgm:bulletEnabled val="1"/>
        </dgm:presLayoutVars>
      </dgm:prSet>
      <dgm:spPr/>
      <dgm:t>
        <a:bodyPr/>
        <a:lstStyle/>
        <a:p>
          <a:endParaRPr lang="en-IN"/>
        </a:p>
      </dgm:t>
    </dgm:pt>
  </dgm:ptLst>
  <dgm:cxnLst>
    <dgm:cxn modelId="{41C7918D-1928-4691-975D-6C18B61FF036}" srcId="{9FBB0CF3-046E-43BC-B8D4-B66A43CD03B5}" destId="{EAC31232-D093-4FF8-948A-AF7C4D20CB36}" srcOrd="0" destOrd="0" parTransId="{B45F9063-D681-472C-A3D4-363737C5E0D0}" sibTransId="{006875BC-E38D-4685-8FA6-AE6FD13C4760}"/>
    <dgm:cxn modelId="{18979D6A-323D-4DE3-A82F-ED00446A201F}" type="presOf" srcId="{7D06DC36-469D-4F45-BE92-406E3CE5C819}" destId="{351C9E24-72DE-48B2-AFD9-0A05D1913B1D}" srcOrd="0" destOrd="0" presId="urn:microsoft.com/office/officeart/2005/8/layout/vList2"/>
    <dgm:cxn modelId="{D4418021-126D-4762-9FC3-4699FB3C76DA}" type="presOf" srcId="{9FBB0CF3-046E-43BC-B8D4-B66A43CD03B5}" destId="{3DD545AE-C39C-4E96-8AD2-9EC6B1903C5C}" srcOrd="0" destOrd="0" presId="urn:microsoft.com/office/officeart/2005/8/layout/vList2"/>
    <dgm:cxn modelId="{A12696F9-DDE7-4517-A531-AB5D54FCC5C2}" srcId="{9FBB0CF3-046E-43BC-B8D4-B66A43CD03B5}" destId="{68AB13AF-F24D-47F5-A32F-C268A6B60F88}" srcOrd="1" destOrd="0" parTransId="{44EEB215-6298-43AA-9A6E-2845485A8391}" sibTransId="{7327AF19-A8E3-45B9-97F2-A844DABD209B}"/>
    <dgm:cxn modelId="{07DD7E55-8CAE-4C32-8414-C3E0F9CC4660}" type="presOf" srcId="{68AB13AF-F24D-47F5-A32F-C268A6B60F88}" destId="{C1DEF661-4434-4A5B-8ABD-ED1C98CBC623}" srcOrd="0" destOrd="0" presId="urn:microsoft.com/office/officeart/2005/8/layout/vList2"/>
    <dgm:cxn modelId="{8495AFF4-30C5-4DB2-9131-1EE6D480A3C7}" srcId="{9FBB0CF3-046E-43BC-B8D4-B66A43CD03B5}" destId="{7D06DC36-469D-4F45-BE92-406E3CE5C819}" srcOrd="2" destOrd="0" parTransId="{51FD2A6C-3122-4CF5-A39D-30DF4CB7754A}" sibTransId="{D64BFD78-558B-4858-9CEA-D9D92E0E2F77}"/>
    <dgm:cxn modelId="{AA621205-BC3D-49A0-8A52-E4035028361D}" type="presOf" srcId="{EAC31232-D093-4FF8-948A-AF7C4D20CB36}" destId="{3A842A22-4D1A-4C7E-9C88-7EF14BB23D3E}" srcOrd="0" destOrd="0" presId="urn:microsoft.com/office/officeart/2005/8/layout/vList2"/>
    <dgm:cxn modelId="{99908B9C-9F97-4330-8C6F-F615D88838A4}" type="presParOf" srcId="{3DD545AE-C39C-4E96-8AD2-9EC6B1903C5C}" destId="{3A842A22-4D1A-4C7E-9C88-7EF14BB23D3E}" srcOrd="0" destOrd="0" presId="urn:microsoft.com/office/officeart/2005/8/layout/vList2"/>
    <dgm:cxn modelId="{2DBBC9E2-0671-4191-9B7E-BD522E4D0277}" type="presParOf" srcId="{3DD545AE-C39C-4E96-8AD2-9EC6B1903C5C}" destId="{4B354640-51D6-43D0-8948-7691046713F8}" srcOrd="1" destOrd="0" presId="urn:microsoft.com/office/officeart/2005/8/layout/vList2"/>
    <dgm:cxn modelId="{2863BDD0-EE5F-4A26-9BD9-A3ED1B3F701A}" type="presParOf" srcId="{3DD545AE-C39C-4E96-8AD2-9EC6B1903C5C}" destId="{C1DEF661-4434-4A5B-8ABD-ED1C98CBC623}" srcOrd="2" destOrd="0" presId="urn:microsoft.com/office/officeart/2005/8/layout/vList2"/>
    <dgm:cxn modelId="{C114215E-6305-4383-808B-D64F5592D247}" type="presParOf" srcId="{3DD545AE-C39C-4E96-8AD2-9EC6B1903C5C}" destId="{4F7DED22-97F9-4B30-8D6C-A12D3B3F5B44}" srcOrd="3" destOrd="0" presId="urn:microsoft.com/office/officeart/2005/8/layout/vList2"/>
    <dgm:cxn modelId="{1A3B756F-DE86-43E1-A7F4-29D2272E1975}" type="presParOf" srcId="{3DD545AE-C39C-4E96-8AD2-9EC6B1903C5C}" destId="{351C9E24-72DE-48B2-AFD9-0A05D1913B1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24D7A6-3A42-4B20-894E-414465FD632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734FA03F-357F-4351-BC49-3DE7720EC54E}">
      <dgm:prSet phldrT="[Text]" custT="1"/>
      <dgm:spPr/>
      <dgm:t>
        <a:bodyPr/>
        <a:lstStyle/>
        <a:p>
          <a:pPr algn="just"/>
          <a:r>
            <a:rPr lang="en-IN" sz="2400" b="0" i="0" dirty="0">
              <a:solidFill>
                <a:schemeClr val="bg1"/>
              </a:solidFill>
              <a:effectLst/>
              <a:latin typeface="+mj-lt"/>
            </a:rPr>
            <a:t>Measurement Statistical Analysis (MSA)</a:t>
          </a:r>
          <a:endParaRPr lang="en-IN" sz="2400" dirty="0">
            <a:solidFill>
              <a:schemeClr val="bg1"/>
            </a:solidFill>
            <a:latin typeface="+mj-lt"/>
          </a:endParaRPr>
        </a:p>
      </dgm:t>
    </dgm:pt>
    <dgm:pt modelId="{A8B44836-FD54-4434-84F3-D89AB8FE5CC4}" type="parTrans" cxnId="{05EFF5BC-7EFB-4CCD-9498-105B20A0464B}">
      <dgm:prSet/>
      <dgm:spPr/>
      <dgm:t>
        <a:bodyPr/>
        <a:lstStyle/>
        <a:p>
          <a:pPr algn="just"/>
          <a:endParaRPr lang="en-IN" sz="2000">
            <a:solidFill>
              <a:schemeClr val="tx1"/>
            </a:solidFill>
            <a:latin typeface="+mn-lt"/>
          </a:endParaRPr>
        </a:p>
      </dgm:t>
    </dgm:pt>
    <dgm:pt modelId="{C3B2ACED-9BCA-4CDA-8B42-5B9D65D3245B}" type="sibTrans" cxnId="{05EFF5BC-7EFB-4CCD-9498-105B20A0464B}">
      <dgm:prSet/>
      <dgm:spPr/>
      <dgm:t>
        <a:bodyPr/>
        <a:lstStyle/>
        <a:p>
          <a:pPr algn="just"/>
          <a:endParaRPr lang="en-IN" sz="2000">
            <a:solidFill>
              <a:schemeClr val="tx1"/>
            </a:solidFill>
            <a:latin typeface="+mn-lt"/>
          </a:endParaRPr>
        </a:p>
      </dgm:t>
    </dgm:pt>
    <dgm:pt modelId="{1B7B1823-8698-4649-BC14-7DD22A3EF13A}">
      <dgm:prSet phldrT="[Text]" custT="1"/>
      <dgm:spPr/>
      <dgm:t>
        <a:bodyPr/>
        <a:lstStyle/>
        <a:p>
          <a:pPr algn="just"/>
          <a:r>
            <a:rPr lang="en-US" sz="2000" b="0" i="0" dirty="0"/>
            <a:t>If measurements are used to guide decisions, then it follows logically that the more error there is in the measurements, the more error there will be in the decisions based on those measurements. </a:t>
          </a:r>
          <a:endParaRPr lang="en-IN" sz="2000" dirty="0">
            <a:solidFill>
              <a:schemeClr val="tx1"/>
            </a:solidFill>
            <a:latin typeface="+mn-lt"/>
          </a:endParaRPr>
        </a:p>
      </dgm:t>
    </dgm:pt>
    <dgm:pt modelId="{056CF9F9-9B88-481F-956C-57F096B61D12}" type="parTrans" cxnId="{05FED9F7-3C71-451F-A526-2EAD83273ADE}">
      <dgm:prSet/>
      <dgm:spPr/>
      <dgm:t>
        <a:bodyPr/>
        <a:lstStyle/>
        <a:p>
          <a:pPr algn="just"/>
          <a:endParaRPr lang="en-IN" sz="2000">
            <a:solidFill>
              <a:schemeClr val="tx1"/>
            </a:solidFill>
            <a:latin typeface="+mn-lt"/>
          </a:endParaRPr>
        </a:p>
      </dgm:t>
    </dgm:pt>
    <dgm:pt modelId="{6D9F8AA5-E3BD-4902-A264-FC8911426ACE}" type="sibTrans" cxnId="{05FED9F7-3C71-451F-A526-2EAD83273ADE}">
      <dgm:prSet/>
      <dgm:spPr/>
      <dgm:t>
        <a:bodyPr/>
        <a:lstStyle/>
        <a:p>
          <a:pPr algn="just"/>
          <a:endParaRPr lang="en-IN" sz="2000">
            <a:solidFill>
              <a:schemeClr val="tx1"/>
            </a:solidFill>
            <a:latin typeface="+mn-lt"/>
          </a:endParaRPr>
        </a:p>
      </dgm:t>
    </dgm:pt>
    <dgm:pt modelId="{0A39BAC4-F14C-4FDE-BC46-B89B997A5BD1}">
      <dgm:prSet phldrT="[Text]" custT="1"/>
      <dgm:spPr/>
      <dgm:t>
        <a:bodyPr/>
        <a:lstStyle/>
        <a:p>
          <a:pPr algn="just"/>
          <a:r>
            <a:rPr lang="en-IN" sz="2400" b="0" i="0" dirty="0">
              <a:solidFill>
                <a:schemeClr val="bg1"/>
              </a:solidFill>
              <a:effectLst/>
              <a:latin typeface="+mj-lt"/>
            </a:rPr>
            <a:t>Why perform an MSA? </a:t>
          </a:r>
          <a:endParaRPr lang="en-IN" sz="2400" dirty="0">
            <a:solidFill>
              <a:schemeClr val="bg1"/>
            </a:solidFill>
            <a:latin typeface="+mj-lt"/>
          </a:endParaRPr>
        </a:p>
      </dgm:t>
    </dgm:pt>
    <dgm:pt modelId="{7583AF14-63A3-433E-95F6-A717A926D3A8}" type="parTrans" cxnId="{E2C9ED51-11C3-41D4-9E3C-E2AACD25B29E}">
      <dgm:prSet/>
      <dgm:spPr/>
      <dgm:t>
        <a:bodyPr/>
        <a:lstStyle/>
        <a:p>
          <a:pPr algn="just"/>
          <a:endParaRPr lang="en-IN" sz="2000">
            <a:solidFill>
              <a:schemeClr val="tx1"/>
            </a:solidFill>
            <a:latin typeface="+mn-lt"/>
          </a:endParaRPr>
        </a:p>
      </dgm:t>
    </dgm:pt>
    <dgm:pt modelId="{A5AECDA6-8081-4CCE-9D43-ED014B1408CE}" type="sibTrans" cxnId="{E2C9ED51-11C3-41D4-9E3C-E2AACD25B29E}">
      <dgm:prSet/>
      <dgm:spPr/>
      <dgm:t>
        <a:bodyPr/>
        <a:lstStyle/>
        <a:p>
          <a:pPr algn="just"/>
          <a:endParaRPr lang="en-IN" sz="2000">
            <a:solidFill>
              <a:schemeClr val="tx1"/>
            </a:solidFill>
            <a:latin typeface="+mn-lt"/>
          </a:endParaRPr>
        </a:p>
      </dgm:t>
    </dgm:pt>
    <dgm:pt modelId="{6A2B8A33-6AB7-44AA-AB5E-4E2D7F469697}">
      <dgm:prSet phldrT="[Text]" custT="1"/>
      <dgm:spPr/>
      <dgm:t>
        <a:bodyPr/>
        <a:lstStyle/>
        <a:p>
          <a:pPr algn="just"/>
          <a:r>
            <a:rPr lang="en-IN" sz="2000" b="0" i="0" dirty="0">
              <a:solidFill>
                <a:schemeClr val="tx1"/>
              </a:solidFill>
              <a:effectLst/>
              <a:latin typeface="+mn-lt"/>
            </a:rPr>
            <a:t>Measurement Statistical Analysis</a:t>
          </a:r>
          <a:r>
            <a:rPr lang="en-US" sz="2000" b="0" i="0" dirty="0">
              <a:solidFill>
                <a:schemeClr val="tx1"/>
              </a:solidFill>
              <a:effectLst/>
              <a:latin typeface="+mn-lt"/>
            </a:rPr>
            <a:t> establishes confidence in data collection methods to verify the integrity of captured data used in other quality studies. </a:t>
          </a:r>
          <a:endParaRPr lang="en-IN" sz="2000" dirty="0">
            <a:solidFill>
              <a:schemeClr val="tx1"/>
            </a:solidFill>
            <a:latin typeface="+mn-lt"/>
          </a:endParaRPr>
        </a:p>
      </dgm:t>
    </dgm:pt>
    <dgm:pt modelId="{B4B180BF-6874-48BC-AC84-C2DB9484C7F6}" type="parTrans" cxnId="{CE5D16FC-3A54-4954-9E1F-E0C63425ED31}">
      <dgm:prSet/>
      <dgm:spPr/>
      <dgm:t>
        <a:bodyPr/>
        <a:lstStyle/>
        <a:p>
          <a:pPr algn="just"/>
          <a:endParaRPr lang="en-IN" sz="2000">
            <a:solidFill>
              <a:schemeClr val="tx1"/>
            </a:solidFill>
            <a:latin typeface="+mn-lt"/>
          </a:endParaRPr>
        </a:p>
      </dgm:t>
    </dgm:pt>
    <dgm:pt modelId="{D4C73B70-0006-4028-9FB5-442FABFFA74F}" type="sibTrans" cxnId="{CE5D16FC-3A54-4954-9E1F-E0C63425ED31}">
      <dgm:prSet/>
      <dgm:spPr/>
      <dgm:t>
        <a:bodyPr/>
        <a:lstStyle/>
        <a:p>
          <a:pPr algn="just"/>
          <a:endParaRPr lang="en-IN" sz="2000">
            <a:solidFill>
              <a:schemeClr val="tx1"/>
            </a:solidFill>
            <a:latin typeface="+mn-lt"/>
          </a:endParaRPr>
        </a:p>
      </dgm:t>
    </dgm:pt>
    <dgm:pt modelId="{142C9E5E-5D16-4099-B138-416D092F0F82}">
      <dgm:prSet custT="1"/>
      <dgm:spPr/>
      <dgm:t>
        <a:bodyPr/>
        <a:lstStyle/>
        <a:p>
          <a:pPr algn="just"/>
          <a:r>
            <a:rPr lang="en-US" sz="2000" b="0" i="0" dirty="0">
              <a:solidFill>
                <a:schemeClr val="tx1"/>
              </a:solidFill>
              <a:effectLst/>
              <a:latin typeface="+mn-lt"/>
            </a:rPr>
            <a:t>This process includes evaluating measurement instruments, test methods, and data collection techniques. </a:t>
          </a:r>
        </a:p>
      </dgm:t>
    </dgm:pt>
    <dgm:pt modelId="{F7C4D5C7-3DB0-4DF3-87FC-F19C78143D68}" type="parTrans" cxnId="{958E0E32-8EB5-47B5-A308-6BE23BA6BBEB}">
      <dgm:prSet/>
      <dgm:spPr/>
      <dgm:t>
        <a:bodyPr/>
        <a:lstStyle/>
        <a:p>
          <a:pPr algn="just"/>
          <a:endParaRPr lang="en-IN" sz="2000">
            <a:solidFill>
              <a:schemeClr val="tx1"/>
            </a:solidFill>
            <a:latin typeface="+mn-lt"/>
          </a:endParaRPr>
        </a:p>
      </dgm:t>
    </dgm:pt>
    <dgm:pt modelId="{B9209B7A-89F5-4EF1-9DA3-773A90B0C08B}" type="sibTrans" cxnId="{958E0E32-8EB5-47B5-A308-6BE23BA6BBEB}">
      <dgm:prSet/>
      <dgm:spPr/>
      <dgm:t>
        <a:bodyPr/>
        <a:lstStyle/>
        <a:p>
          <a:pPr algn="just"/>
          <a:endParaRPr lang="en-IN" sz="2000">
            <a:solidFill>
              <a:schemeClr val="tx1"/>
            </a:solidFill>
            <a:latin typeface="+mn-lt"/>
          </a:endParaRPr>
        </a:p>
      </dgm:t>
    </dgm:pt>
    <dgm:pt modelId="{40DB7211-129C-4760-A252-24ACAFB5AEC6}">
      <dgm:prSet custT="1"/>
      <dgm:spPr/>
      <dgm:t>
        <a:bodyPr/>
        <a:lstStyle/>
        <a:p>
          <a:pPr algn="just"/>
          <a:r>
            <a:rPr lang="en-US" sz="2000" b="0" i="0" dirty="0">
              <a:solidFill>
                <a:schemeClr val="tx1"/>
              </a:solidFill>
              <a:effectLst/>
              <a:latin typeface="+mn-lt"/>
            </a:rPr>
            <a:t>MSA helps manufacturers make informed decisions about their production processes and products. </a:t>
          </a:r>
        </a:p>
      </dgm:t>
    </dgm:pt>
    <dgm:pt modelId="{5F38A40C-C01F-49ED-B0B9-397C575C9563}" type="parTrans" cxnId="{7B08EFAA-A3F8-4264-AD79-B36BFE3E8D80}">
      <dgm:prSet/>
      <dgm:spPr/>
      <dgm:t>
        <a:bodyPr/>
        <a:lstStyle/>
        <a:p>
          <a:pPr algn="just"/>
          <a:endParaRPr lang="en-IN" sz="2000">
            <a:solidFill>
              <a:schemeClr val="tx1"/>
            </a:solidFill>
            <a:latin typeface="+mn-lt"/>
          </a:endParaRPr>
        </a:p>
      </dgm:t>
    </dgm:pt>
    <dgm:pt modelId="{39EBED9D-8005-452C-B121-FEC2D7E43336}" type="sibTrans" cxnId="{7B08EFAA-A3F8-4264-AD79-B36BFE3E8D80}">
      <dgm:prSet/>
      <dgm:spPr/>
      <dgm:t>
        <a:bodyPr/>
        <a:lstStyle/>
        <a:p>
          <a:pPr algn="just"/>
          <a:endParaRPr lang="en-IN" sz="2000">
            <a:solidFill>
              <a:schemeClr val="tx1"/>
            </a:solidFill>
            <a:latin typeface="+mn-lt"/>
          </a:endParaRPr>
        </a:p>
      </dgm:t>
    </dgm:pt>
    <dgm:pt modelId="{428EBB81-F4B8-4A1C-8EA6-CC69D0CA45AD}">
      <dgm:prSet custT="1"/>
      <dgm:spPr/>
      <dgm:t>
        <a:bodyPr/>
        <a:lstStyle/>
        <a:p>
          <a:pPr algn="just"/>
          <a:r>
            <a:rPr lang="en-IN" sz="2000" b="0" i="0" dirty="0">
              <a:solidFill>
                <a:schemeClr val="tx1"/>
              </a:solidFill>
              <a:effectLst/>
              <a:latin typeface="+mn-lt"/>
            </a:rPr>
            <a:t>Measurement Statistical Analysis</a:t>
          </a:r>
          <a:r>
            <a:rPr lang="en-US" sz="2000" b="0" i="0" dirty="0">
              <a:solidFill>
                <a:schemeClr val="tx1"/>
              </a:solidFill>
              <a:effectLst/>
              <a:latin typeface="+mn-lt"/>
            </a:rPr>
            <a:t> is considered as a core tool in improving the quality of decisions made through improving the quality of data used.</a:t>
          </a:r>
          <a:endParaRPr lang="en-IN" sz="2000" dirty="0">
            <a:solidFill>
              <a:schemeClr val="tx1"/>
            </a:solidFill>
            <a:latin typeface="+mn-lt"/>
          </a:endParaRPr>
        </a:p>
      </dgm:t>
    </dgm:pt>
    <dgm:pt modelId="{6CC5CAD1-2CAD-4A31-B582-13C703218D16}" type="parTrans" cxnId="{C48F5963-0EE7-42A9-A021-19FEAB048DC1}">
      <dgm:prSet/>
      <dgm:spPr/>
      <dgm:t>
        <a:bodyPr/>
        <a:lstStyle/>
        <a:p>
          <a:pPr algn="just"/>
          <a:endParaRPr lang="en-IN" sz="2000">
            <a:solidFill>
              <a:schemeClr val="tx1"/>
            </a:solidFill>
            <a:latin typeface="+mn-lt"/>
          </a:endParaRPr>
        </a:p>
      </dgm:t>
    </dgm:pt>
    <dgm:pt modelId="{FD4A2C2D-B725-4504-B75F-55849FAA6978}" type="sibTrans" cxnId="{C48F5963-0EE7-42A9-A021-19FEAB048DC1}">
      <dgm:prSet/>
      <dgm:spPr/>
      <dgm:t>
        <a:bodyPr/>
        <a:lstStyle/>
        <a:p>
          <a:pPr algn="just"/>
          <a:endParaRPr lang="en-IN" sz="2000">
            <a:solidFill>
              <a:schemeClr val="tx1"/>
            </a:solidFill>
            <a:latin typeface="+mn-lt"/>
          </a:endParaRPr>
        </a:p>
      </dgm:t>
    </dgm:pt>
    <dgm:pt modelId="{D4B01F2D-4DD4-4FF5-9552-ED74CBDCE302}">
      <dgm:prSet phldrT="[Text]" custT="1"/>
      <dgm:spPr/>
      <dgm:t>
        <a:bodyPr/>
        <a:lstStyle/>
        <a:p>
          <a:pPr algn="just"/>
          <a:r>
            <a:rPr lang="en-US" sz="2000" b="1" i="0" dirty="0"/>
            <a:t>The purpose of Measurement System Analysis is to qualify a measurement system for use by quantifying its accuracy, precision, and stability.</a:t>
          </a:r>
          <a:endParaRPr lang="en-IN" sz="2000" dirty="0">
            <a:solidFill>
              <a:schemeClr val="tx1"/>
            </a:solidFill>
            <a:latin typeface="+mn-lt"/>
          </a:endParaRPr>
        </a:p>
      </dgm:t>
    </dgm:pt>
    <dgm:pt modelId="{D3C2253C-4A34-41A4-958C-B9C14359A80E}" type="parTrans" cxnId="{73FE8DAE-2D07-44D7-94E1-9F735567EDD3}">
      <dgm:prSet/>
      <dgm:spPr/>
      <dgm:t>
        <a:bodyPr/>
        <a:lstStyle/>
        <a:p>
          <a:endParaRPr lang="en-IN"/>
        </a:p>
      </dgm:t>
    </dgm:pt>
    <dgm:pt modelId="{DC941669-4395-4FE2-B4D5-B242EF0383C8}" type="sibTrans" cxnId="{73FE8DAE-2D07-44D7-94E1-9F735567EDD3}">
      <dgm:prSet/>
      <dgm:spPr/>
      <dgm:t>
        <a:bodyPr/>
        <a:lstStyle/>
        <a:p>
          <a:endParaRPr lang="en-IN"/>
        </a:p>
      </dgm:t>
    </dgm:pt>
    <dgm:pt modelId="{BD81EFEC-DE55-47F5-BA55-FB2C8506DC21}" type="pres">
      <dgm:prSet presAssocID="{6D24D7A6-3A42-4B20-894E-414465FD6325}" presName="linear" presStyleCnt="0">
        <dgm:presLayoutVars>
          <dgm:dir/>
          <dgm:animLvl val="lvl"/>
          <dgm:resizeHandles val="exact"/>
        </dgm:presLayoutVars>
      </dgm:prSet>
      <dgm:spPr/>
      <dgm:t>
        <a:bodyPr/>
        <a:lstStyle/>
        <a:p>
          <a:endParaRPr lang="en-IN"/>
        </a:p>
      </dgm:t>
    </dgm:pt>
    <dgm:pt modelId="{68E790A0-45E7-495B-963D-D68B292B8AAF}" type="pres">
      <dgm:prSet presAssocID="{734FA03F-357F-4351-BC49-3DE7720EC54E}" presName="parentLin" presStyleCnt="0"/>
      <dgm:spPr/>
    </dgm:pt>
    <dgm:pt modelId="{E0715B3F-AFF0-4987-A1D1-39062CF4ED52}" type="pres">
      <dgm:prSet presAssocID="{734FA03F-357F-4351-BC49-3DE7720EC54E}" presName="parentLeftMargin" presStyleLbl="node1" presStyleIdx="0" presStyleCnt="2"/>
      <dgm:spPr/>
      <dgm:t>
        <a:bodyPr/>
        <a:lstStyle/>
        <a:p>
          <a:endParaRPr lang="en-IN"/>
        </a:p>
      </dgm:t>
    </dgm:pt>
    <dgm:pt modelId="{2A3DE939-A7CA-4A80-8672-507486E5927C}" type="pres">
      <dgm:prSet presAssocID="{734FA03F-357F-4351-BC49-3DE7720EC54E}" presName="parentText" presStyleLbl="node1" presStyleIdx="0" presStyleCnt="2">
        <dgm:presLayoutVars>
          <dgm:chMax val="0"/>
          <dgm:bulletEnabled val="1"/>
        </dgm:presLayoutVars>
      </dgm:prSet>
      <dgm:spPr/>
      <dgm:t>
        <a:bodyPr/>
        <a:lstStyle/>
        <a:p>
          <a:endParaRPr lang="en-IN"/>
        </a:p>
      </dgm:t>
    </dgm:pt>
    <dgm:pt modelId="{C0D9BF60-4B12-406E-B29A-00EDEF5C5106}" type="pres">
      <dgm:prSet presAssocID="{734FA03F-357F-4351-BC49-3DE7720EC54E}" presName="negativeSpace" presStyleCnt="0"/>
      <dgm:spPr/>
    </dgm:pt>
    <dgm:pt modelId="{53770F35-74D3-432C-9702-3BB49701CC4E}" type="pres">
      <dgm:prSet presAssocID="{734FA03F-357F-4351-BC49-3DE7720EC54E}" presName="childText" presStyleLbl="conFgAcc1" presStyleIdx="0" presStyleCnt="2">
        <dgm:presLayoutVars>
          <dgm:bulletEnabled val="1"/>
        </dgm:presLayoutVars>
      </dgm:prSet>
      <dgm:spPr/>
      <dgm:t>
        <a:bodyPr/>
        <a:lstStyle/>
        <a:p>
          <a:endParaRPr lang="en-IN"/>
        </a:p>
      </dgm:t>
    </dgm:pt>
    <dgm:pt modelId="{6CEA8024-D5FA-4E65-AF61-B21789CFD765}" type="pres">
      <dgm:prSet presAssocID="{C3B2ACED-9BCA-4CDA-8B42-5B9D65D3245B}" presName="spaceBetweenRectangles" presStyleCnt="0"/>
      <dgm:spPr/>
    </dgm:pt>
    <dgm:pt modelId="{15C2DFA8-EE6D-45B9-8A59-58CACC05C290}" type="pres">
      <dgm:prSet presAssocID="{0A39BAC4-F14C-4FDE-BC46-B89B997A5BD1}" presName="parentLin" presStyleCnt="0"/>
      <dgm:spPr/>
    </dgm:pt>
    <dgm:pt modelId="{B47FB0FD-7340-4D7E-8245-645F0B251258}" type="pres">
      <dgm:prSet presAssocID="{0A39BAC4-F14C-4FDE-BC46-B89B997A5BD1}" presName="parentLeftMargin" presStyleLbl="node1" presStyleIdx="0" presStyleCnt="2"/>
      <dgm:spPr/>
      <dgm:t>
        <a:bodyPr/>
        <a:lstStyle/>
        <a:p>
          <a:endParaRPr lang="en-IN"/>
        </a:p>
      </dgm:t>
    </dgm:pt>
    <dgm:pt modelId="{E52B2694-2FBE-4357-A557-1717046A50DE}" type="pres">
      <dgm:prSet presAssocID="{0A39BAC4-F14C-4FDE-BC46-B89B997A5BD1}" presName="parentText" presStyleLbl="node1" presStyleIdx="1" presStyleCnt="2">
        <dgm:presLayoutVars>
          <dgm:chMax val="0"/>
          <dgm:bulletEnabled val="1"/>
        </dgm:presLayoutVars>
      </dgm:prSet>
      <dgm:spPr/>
      <dgm:t>
        <a:bodyPr/>
        <a:lstStyle/>
        <a:p>
          <a:endParaRPr lang="en-IN"/>
        </a:p>
      </dgm:t>
    </dgm:pt>
    <dgm:pt modelId="{14B04105-3A56-4CE7-9BC3-0A05DDD4C7FB}" type="pres">
      <dgm:prSet presAssocID="{0A39BAC4-F14C-4FDE-BC46-B89B997A5BD1}" presName="negativeSpace" presStyleCnt="0"/>
      <dgm:spPr/>
    </dgm:pt>
    <dgm:pt modelId="{69D8FF7F-DF96-43E9-819F-7AFEC3AB0F28}" type="pres">
      <dgm:prSet presAssocID="{0A39BAC4-F14C-4FDE-BC46-B89B997A5BD1}" presName="childText" presStyleLbl="conFgAcc1" presStyleIdx="1" presStyleCnt="2">
        <dgm:presLayoutVars>
          <dgm:bulletEnabled val="1"/>
        </dgm:presLayoutVars>
      </dgm:prSet>
      <dgm:spPr/>
      <dgm:t>
        <a:bodyPr/>
        <a:lstStyle/>
        <a:p>
          <a:endParaRPr lang="en-IN"/>
        </a:p>
      </dgm:t>
    </dgm:pt>
  </dgm:ptLst>
  <dgm:cxnLst>
    <dgm:cxn modelId="{958E0E32-8EB5-47B5-A308-6BE23BA6BBEB}" srcId="{0A39BAC4-F14C-4FDE-BC46-B89B997A5BD1}" destId="{142C9E5E-5D16-4099-B138-416D092F0F82}" srcOrd="1" destOrd="0" parTransId="{F7C4D5C7-3DB0-4DF3-87FC-F19C78143D68}" sibTransId="{B9209B7A-89F5-4EF1-9DA3-773A90B0C08B}"/>
    <dgm:cxn modelId="{C48F5963-0EE7-42A9-A021-19FEAB048DC1}" srcId="{0A39BAC4-F14C-4FDE-BC46-B89B997A5BD1}" destId="{428EBB81-F4B8-4A1C-8EA6-CC69D0CA45AD}" srcOrd="3" destOrd="0" parTransId="{6CC5CAD1-2CAD-4A31-B582-13C703218D16}" sibTransId="{FD4A2C2D-B725-4504-B75F-55849FAA6978}"/>
    <dgm:cxn modelId="{B707DECE-AF2E-4389-9318-29F9D6B50228}" type="presOf" srcId="{40DB7211-129C-4760-A252-24ACAFB5AEC6}" destId="{69D8FF7F-DF96-43E9-819F-7AFEC3AB0F28}" srcOrd="0" destOrd="2" presId="urn:microsoft.com/office/officeart/2005/8/layout/list1"/>
    <dgm:cxn modelId="{3A7FCE9C-F392-4430-9CD9-9248C442FCE2}" type="presOf" srcId="{0A39BAC4-F14C-4FDE-BC46-B89B997A5BD1}" destId="{B47FB0FD-7340-4D7E-8245-645F0B251258}" srcOrd="0" destOrd="0" presId="urn:microsoft.com/office/officeart/2005/8/layout/list1"/>
    <dgm:cxn modelId="{71B8A6A1-0792-4059-873A-25F0F8CC1F5F}" type="presOf" srcId="{734FA03F-357F-4351-BC49-3DE7720EC54E}" destId="{E0715B3F-AFF0-4987-A1D1-39062CF4ED52}" srcOrd="0" destOrd="0" presId="urn:microsoft.com/office/officeart/2005/8/layout/list1"/>
    <dgm:cxn modelId="{CE5D16FC-3A54-4954-9E1F-E0C63425ED31}" srcId="{0A39BAC4-F14C-4FDE-BC46-B89B997A5BD1}" destId="{6A2B8A33-6AB7-44AA-AB5E-4E2D7F469697}" srcOrd="0" destOrd="0" parTransId="{B4B180BF-6874-48BC-AC84-C2DB9484C7F6}" sibTransId="{D4C73B70-0006-4028-9FB5-442FABFFA74F}"/>
    <dgm:cxn modelId="{28096ACB-9CF6-4060-BE80-842E06CD9523}" type="presOf" srcId="{1B7B1823-8698-4649-BC14-7DD22A3EF13A}" destId="{53770F35-74D3-432C-9702-3BB49701CC4E}" srcOrd="0" destOrd="0" presId="urn:microsoft.com/office/officeart/2005/8/layout/list1"/>
    <dgm:cxn modelId="{1DC164E7-A184-4C39-842C-44AFA1373F07}" type="presOf" srcId="{0A39BAC4-F14C-4FDE-BC46-B89B997A5BD1}" destId="{E52B2694-2FBE-4357-A557-1717046A50DE}" srcOrd="1" destOrd="0" presId="urn:microsoft.com/office/officeart/2005/8/layout/list1"/>
    <dgm:cxn modelId="{CFD3D605-426E-4111-9A3F-D12BB3FC048F}" type="presOf" srcId="{428EBB81-F4B8-4A1C-8EA6-CC69D0CA45AD}" destId="{69D8FF7F-DF96-43E9-819F-7AFEC3AB0F28}" srcOrd="0" destOrd="3" presId="urn:microsoft.com/office/officeart/2005/8/layout/list1"/>
    <dgm:cxn modelId="{05EFF5BC-7EFB-4CCD-9498-105B20A0464B}" srcId="{6D24D7A6-3A42-4B20-894E-414465FD6325}" destId="{734FA03F-357F-4351-BC49-3DE7720EC54E}" srcOrd="0" destOrd="0" parTransId="{A8B44836-FD54-4434-84F3-D89AB8FE5CC4}" sibTransId="{C3B2ACED-9BCA-4CDA-8B42-5B9D65D3245B}"/>
    <dgm:cxn modelId="{05FED9F7-3C71-451F-A526-2EAD83273ADE}" srcId="{734FA03F-357F-4351-BC49-3DE7720EC54E}" destId="{1B7B1823-8698-4649-BC14-7DD22A3EF13A}" srcOrd="0" destOrd="0" parTransId="{056CF9F9-9B88-481F-956C-57F096B61D12}" sibTransId="{6D9F8AA5-E3BD-4902-A264-FC8911426ACE}"/>
    <dgm:cxn modelId="{9157D2B0-6731-4BC2-8BC6-B58B0F35FD36}" type="presOf" srcId="{D4B01F2D-4DD4-4FF5-9552-ED74CBDCE302}" destId="{53770F35-74D3-432C-9702-3BB49701CC4E}" srcOrd="0" destOrd="1" presId="urn:microsoft.com/office/officeart/2005/8/layout/list1"/>
    <dgm:cxn modelId="{E2C9ED51-11C3-41D4-9E3C-E2AACD25B29E}" srcId="{6D24D7A6-3A42-4B20-894E-414465FD6325}" destId="{0A39BAC4-F14C-4FDE-BC46-B89B997A5BD1}" srcOrd="1" destOrd="0" parTransId="{7583AF14-63A3-433E-95F6-A717A926D3A8}" sibTransId="{A5AECDA6-8081-4CCE-9D43-ED014B1408CE}"/>
    <dgm:cxn modelId="{7B08EFAA-A3F8-4264-AD79-B36BFE3E8D80}" srcId="{0A39BAC4-F14C-4FDE-BC46-B89B997A5BD1}" destId="{40DB7211-129C-4760-A252-24ACAFB5AEC6}" srcOrd="2" destOrd="0" parTransId="{5F38A40C-C01F-49ED-B0B9-397C575C9563}" sibTransId="{39EBED9D-8005-452C-B121-FEC2D7E43336}"/>
    <dgm:cxn modelId="{9427FDBD-17A1-45EF-868D-F8F5666FF27E}" type="presOf" srcId="{6A2B8A33-6AB7-44AA-AB5E-4E2D7F469697}" destId="{69D8FF7F-DF96-43E9-819F-7AFEC3AB0F28}" srcOrd="0" destOrd="0" presId="urn:microsoft.com/office/officeart/2005/8/layout/list1"/>
    <dgm:cxn modelId="{73FE8DAE-2D07-44D7-94E1-9F735567EDD3}" srcId="{734FA03F-357F-4351-BC49-3DE7720EC54E}" destId="{D4B01F2D-4DD4-4FF5-9552-ED74CBDCE302}" srcOrd="1" destOrd="0" parTransId="{D3C2253C-4A34-41A4-958C-B9C14359A80E}" sibTransId="{DC941669-4395-4FE2-B4D5-B242EF0383C8}"/>
    <dgm:cxn modelId="{DDE77554-6556-4DD0-9740-2BB0D18F7524}" type="presOf" srcId="{734FA03F-357F-4351-BC49-3DE7720EC54E}" destId="{2A3DE939-A7CA-4A80-8672-507486E5927C}" srcOrd="1" destOrd="0" presId="urn:microsoft.com/office/officeart/2005/8/layout/list1"/>
    <dgm:cxn modelId="{A2CE3AF0-99C2-4D5B-8830-67EBC4727BD7}" type="presOf" srcId="{142C9E5E-5D16-4099-B138-416D092F0F82}" destId="{69D8FF7F-DF96-43E9-819F-7AFEC3AB0F28}" srcOrd="0" destOrd="1" presId="urn:microsoft.com/office/officeart/2005/8/layout/list1"/>
    <dgm:cxn modelId="{D0F728C2-04E0-4AD9-AB96-9EFF6DF9CA10}" type="presOf" srcId="{6D24D7A6-3A42-4B20-894E-414465FD6325}" destId="{BD81EFEC-DE55-47F5-BA55-FB2C8506DC21}" srcOrd="0" destOrd="0" presId="urn:microsoft.com/office/officeart/2005/8/layout/list1"/>
    <dgm:cxn modelId="{956CE0D3-387B-440F-AEAF-80345B48BF1D}" type="presParOf" srcId="{BD81EFEC-DE55-47F5-BA55-FB2C8506DC21}" destId="{68E790A0-45E7-495B-963D-D68B292B8AAF}" srcOrd="0" destOrd="0" presId="urn:microsoft.com/office/officeart/2005/8/layout/list1"/>
    <dgm:cxn modelId="{8AD69235-FFBD-43CC-A5B9-C6DECD85C7C6}" type="presParOf" srcId="{68E790A0-45E7-495B-963D-D68B292B8AAF}" destId="{E0715B3F-AFF0-4987-A1D1-39062CF4ED52}" srcOrd="0" destOrd="0" presId="urn:microsoft.com/office/officeart/2005/8/layout/list1"/>
    <dgm:cxn modelId="{72388EF7-C14E-433F-AF99-A986EE69D889}" type="presParOf" srcId="{68E790A0-45E7-495B-963D-D68B292B8AAF}" destId="{2A3DE939-A7CA-4A80-8672-507486E5927C}" srcOrd="1" destOrd="0" presId="urn:microsoft.com/office/officeart/2005/8/layout/list1"/>
    <dgm:cxn modelId="{E1219CE8-9FE0-4E6F-85A4-4CD6E4660EEF}" type="presParOf" srcId="{BD81EFEC-DE55-47F5-BA55-FB2C8506DC21}" destId="{C0D9BF60-4B12-406E-B29A-00EDEF5C5106}" srcOrd="1" destOrd="0" presId="urn:microsoft.com/office/officeart/2005/8/layout/list1"/>
    <dgm:cxn modelId="{D7B4474D-CC41-4361-9406-9E1A19E9B6B0}" type="presParOf" srcId="{BD81EFEC-DE55-47F5-BA55-FB2C8506DC21}" destId="{53770F35-74D3-432C-9702-3BB49701CC4E}" srcOrd="2" destOrd="0" presId="urn:microsoft.com/office/officeart/2005/8/layout/list1"/>
    <dgm:cxn modelId="{F7F222ED-8919-49A5-AEB6-902D53201C13}" type="presParOf" srcId="{BD81EFEC-DE55-47F5-BA55-FB2C8506DC21}" destId="{6CEA8024-D5FA-4E65-AF61-B21789CFD765}" srcOrd="3" destOrd="0" presId="urn:microsoft.com/office/officeart/2005/8/layout/list1"/>
    <dgm:cxn modelId="{8511A9BB-D6F4-47B7-AE02-F0860DEAE9E1}" type="presParOf" srcId="{BD81EFEC-DE55-47F5-BA55-FB2C8506DC21}" destId="{15C2DFA8-EE6D-45B9-8A59-58CACC05C290}" srcOrd="4" destOrd="0" presId="urn:microsoft.com/office/officeart/2005/8/layout/list1"/>
    <dgm:cxn modelId="{2CAAD036-B5BD-4951-B62A-4224D84A24F5}" type="presParOf" srcId="{15C2DFA8-EE6D-45B9-8A59-58CACC05C290}" destId="{B47FB0FD-7340-4D7E-8245-645F0B251258}" srcOrd="0" destOrd="0" presId="urn:microsoft.com/office/officeart/2005/8/layout/list1"/>
    <dgm:cxn modelId="{031CA3DB-92B8-4A3D-9B62-BBC06F746AC3}" type="presParOf" srcId="{15C2DFA8-EE6D-45B9-8A59-58CACC05C290}" destId="{E52B2694-2FBE-4357-A557-1717046A50DE}" srcOrd="1" destOrd="0" presId="urn:microsoft.com/office/officeart/2005/8/layout/list1"/>
    <dgm:cxn modelId="{F9406250-03B3-4D3E-ACA9-C13025087AA9}" type="presParOf" srcId="{BD81EFEC-DE55-47F5-BA55-FB2C8506DC21}" destId="{14B04105-3A56-4CE7-9BC3-0A05DDD4C7FB}" srcOrd="5" destOrd="0" presId="urn:microsoft.com/office/officeart/2005/8/layout/list1"/>
    <dgm:cxn modelId="{35BACA30-1E87-46E3-B2A0-F6569E51CEC9}" type="presParOf" srcId="{BD81EFEC-DE55-47F5-BA55-FB2C8506DC21}" destId="{69D8FF7F-DF96-43E9-819F-7AFEC3AB0F28}"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BC134D-E230-405F-BC98-B718E5F2657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3449C84-49A3-4B93-A9E3-A79E73663935}">
      <dgm:prSet phldrT="[Text]" custT="1"/>
      <dgm:spPr/>
      <dgm:t>
        <a:bodyPr/>
        <a:lstStyle/>
        <a:p>
          <a:r>
            <a:rPr lang="en-US" sz="3200" dirty="0">
              <a:latin typeface="+mj-lt"/>
            </a:rPr>
            <a:t>STATISTICAL EVALUATION OF MEASUREMENT DATA</a:t>
          </a:r>
          <a:endParaRPr lang="en-IN" sz="3200" dirty="0">
            <a:latin typeface="+mj-lt"/>
          </a:endParaRPr>
        </a:p>
      </dgm:t>
    </dgm:pt>
    <dgm:pt modelId="{99BD4873-818E-47A2-8495-E60CC11D3452}" type="parTrans" cxnId="{FB8BAB41-09B3-4A2B-9B35-441DA5EE5F9C}">
      <dgm:prSet/>
      <dgm:spPr/>
      <dgm:t>
        <a:bodyPr/>
        <a:lstStyle/>
        <a:p>
          <a:endParaRPr lang="en-IN">
            <a:latin typeface="+mn-lt"/>
          </a:endParaRPr>
        </a:p>
      </dgm:t>
    </dgm:pt>
    <dgm:pt modelId="{3E701172-9EBC-4AFB-8A9C-C269F33F5EA3}" type="sibTrans" cxnId="{FB8BAB41-09B3-4A2B-9B35-441DA5EE5F9C}">
      <dgm:prSet/>
      <dgm:spPr/>
      <dgm:t>
        <a:bodyPr/>
        <a:lstStyle/>
        <a:p>
          <a:endParaRPr lang="en-IN">
            <a:latin typeface="+mn-lt"/>
          </a:endParaRPr>
        </a:p>
      </dgm:t>
    </dgm:pt>
    <dgm:pt modelId="{1D46A5C9-2EF2-4308-B1AB-35968231CF82}">
      <dgm:prSet phldrT="[Text]"/>
      <dgm:spPr/>
      <dgm:t>
        <a:bodyPr/>
        <a:lstStyle/>
        <a:p>
          <a:pPr algn="just"/>
          <a:r>
            <a:rPr lang="en-US" dirty="0">
              <a:latin typeface="+mn-lt"/>
            </a:rPr>
            <a:t>Out of the various possible errors, the random errors cannot be determined in the ordinary process of measurements. </a:t>
          </a:r>
          <a:endParaRPr lang="en-IN" dirty="0">
            <a:latin typeface="+mn-lt"/>
          </a:endParaRPr>
        </a:p>
      </dgm:t>
    </dgm:pt>
    <dgm:pt modelId="{1EAF8E8A-E56A-4ACC-BB75-38450BB80C75}" type="parTrans" cxnId="{1A242936-2392-4A38-9812-C9812E73DDFD}">
      <dgm:prSet/>
      <dgm:spPr/>
      <dgm:t>
        <a:bodyPr/>
        <a:lstStyle/>
        <a:p>
          <a:endParaRPr lang="en-IN">
            <a:latin typeface="+mn-lt"/>
          </a:endParaRPr>
        </a:p>
      </dgm:t>
    </dgm:pt>
    <dgm:pt modelId="{186F8D47-297F-45BA-A0BB-6CBB60232BEF}" type="sibTrans" cxnId="{1A242936-2392-4A38-9812-C9812E73DDFD}">
      <dgm:prSet/>
      <dgm:spPr/>
      <dgm:t>
        <a:bodyPr/>
        <a:lstStyle/>
        <a:p>
          <a:endParaRPr lang="en-IN">
            <a:latin typeface="+mn-lt"/>
          </a:endParaRPr>
        </a:p>
      </dgm:t>
    </dgm:pt>
    <dgm:pt modelId="{07DC3A02-B2D5-487D-99DD-355121CF42EB}">
      <dgm:prSet/>
      <dgm:spPr/>
      <dgm:t>
        <a:bodyPr/>
        <a:lstStyle/>
        <a:p>
          <a:pPr algn="just"/>
          <a:r>
            <a:rPr lang="en-US" dirty="0">
              <a:latin typeface="+mn-lt"/>
            </a:rPr>
            <a:t>Such errors are treated mathematically </a:t>
          </a:r>
        </a:p>
      </dgm:t>
    </dgm:pt>
    <dgm:pt modelId="{850DCD47-8297-42E4-B220-E2526A788252}" type="parTrans" cxnId="{52404B76-EFAB-4CB8-9E02-500B36203C6E}">
      <dgm:prSet/>
      <dgm:spPr/>
      <dgm:t>
        <a:bodyPr/>
        <a:lstStyle/>
        <a:p>
          <a:endParaRPr lang="en-IN">
            <a:latin typeface="+mn-lt"/>
          </a:endParaRPr>
        </a:p>
      </dgm:t>
    </dgm:pt>
    <dgm:pt modelId="{E8E41763-5643-4CB4-9824-B5E9E0775C26}" type="sibTrans" cxnId="{52404B76-EFAB-4CB8-9E02-500B36203C6E}">
      <dgm:prSet/>
      <dgm:spPr/>
      <dgm:t>
        <a:bodyPr/>
        <a:lstStyle/>
        <a:p>
          <a:endParaRPr lang="en-IN">
            <a:latin typeface="+mn-lt"/>
          </a:endParaRPr>
        </a:p>
      </dgm:t>
    </dgm:pt>
    <dgm:pt modelId="{0F5B1F97-161F-4EAE-A0CC-B859006CCA26}">
      <dgm:prSet/>
      <dgm:spPr/>
      <dgm:t>
        <a:bodyPr/>
        <a:lstStyle/>
        <a:p>
          <a:pPr algn="just"/>
          <a:r>
            <a:rPr lang="en-US" dirty="0">
              <a:latin typeface="+mn-lt"/>
            </a:rPr>
            <a:t>The mathematical analysis of the various measurements is called statistical analysis of the data’. </a:t>
          </a:r>
        </a:p>
      </dgm:t>
    </dgm:pt>
    <dgm:pt modelId="{82B204DC-0B93-4487-ABBD-8CD9FDC86695}" type="parTrans" cxnId="{EC4BAA4E-2C16-4E0C-972E-3B503E1DDACA}">
      <dgm:prSet/>
      <dgm:spPr/>
      <dgm:t>
        <a:bodyPr/>
        <a:lstStyle/>
        <a:p>
          <a:endParaRPr lang="en-IN">
            <a:latin typeface="+mn-lt"/>
          </a:endParaRPr>
        </a:p>
      </dgm:t>
    </dgm:pt>
    <dgm:pt modelId="{74A98AF0-4ABD-4703-8408-940093BCDE49}" type="sibTrans" cxnId="{EC4BAA4E-2C16-4E0C-972E-3B503E1DDACA}">
      <dgm:prSet/>
      <dgm:spPr/>
      <dgm:t>
        <a:bodyPr/>
        <a:lstStyle/>
        <a:p>
          <a:endParaRPr lang="en-IN">
            <a:latin typeface="+mn-lt"/>
          </a:endParaRPr>
        </a:p>
      </dgm:t>
    </dgm:pt>
    <dgm:pt modelId="{BB74EC4F-F7EF-46C5-9093-A33F70E9BBA3}">
      <dgm:prSet/>
      <dgm:spPr/>
      <dgm:t>
        <a:bodyPr/>
        <a:lstStyle/>
        <a:p>
          <a:pPr algn="just"/>
          <a:r>
            <a:rPr lang="en-US" dirty="0">
              <a:latin typeface="+mn-lt"/>
            </a:rPr>
            <a:t>For such statistical analysis, the same reading is taken number of times, generally using different observers, different instruments &amp; by different ways of measurement. </a:t>
          </a:r>
        </a:p>
      </dgm:t>
    </dgm:pt>
    <dgm:pt modelId="{EF515135-4667-44FF-AC1F-46D4C2EFD044}" type="parTrans" cxnId="{09BE10D6-795A-4469-B18C-96EBC734E077}">
      <dgm:prSet/>
      <dgm:spPr/>
      <dgm:t>
        <a:bodyPr/>
        <a:lstStyle/>
        <a:p>
          <a:endParaRPr lang="en-IN">
            <a:latin typeface="+mn-lt"/>
          </a:endParaRPr>
        </a:p>
      </dgm:t>
    </dgm:pt>
    <dgm:pt modelId="{1626EE0C-D682-4B13-960A-2DFF21BCC61D}" type="sibTrans" cxnId="{09BE10D6-795A-4469-B18C-96EBC734E077}">
      <dgm:prSet/>
      <dgm:spPr/>
      <dgm:t>
        <a:bodyPr/>
        <a:lstStyle/>
        <a:p>
          <a:endParaRPr lang="en-IN">
            <a:latin typeface="+mn-lt"/>
          </a:endParaRPr>
        </a:p>
      </dgm:t>
    </dgm:pt>
    <dgm:pt modelId="{FACE133F-C072-41BE-ABF1-256862E6ACFC}">
      <dgm:prSet/>
      <dgm:spPr/>
      <dgm:t>
        <a:bodyPr/>
        <a:lstStyle/>
        <a:p>
          <a:pPr algn="just"/>
          <a:r>
            <a:rPr lang="en-US" dirty="0">
              <a:latin typeface="+mn-lt"/>
            </a:rPr>
            <a:t>The statistical analysis helps to determine analytically the uncertainty of the final test results.</a:t>
          </a:r>
          <a:endParaRPr lang="en-IN" dirty="0">
            <a:latin typeface="+mn-lt"/>
          </a:endParaRPr>
        </a:p>
      </dgm:t>
    </dgm:pt>
    <dgm:pt modelId="{B2395044-8745-4678-8BAD-53C3369B1625}" type="parTrans" cxnId="{9FA9CDFE-43E8-43B1-97C2-EDF2CB2EB42C}">
      <dgm:prSet/>
      <dgm:spPr/>
      <dgm:t>
        <a:bodyPr/>
        <a:lstStyle/>
        <a:p>
          <a:endParaRPr lang="en-IN">
            <a:latin typeface="+mn-lt"/>
          </a:endParaRPr>
        </a:p>
      </dgm:t>
    </dgm:pt>
    <dgm:pt modelId="{C5F8B907-CF00-4261-902E-CD8A64188A6E}" type="sibTrans" cxnId="{9FA9CDFE-43E8-43B1-97C2-EDF2CB2EB42C}">
      <dgm:prSet/>
      <dgm:spPr/>
      <dgm:t>
        <a:bodyPr/>
        <a:lstStyle/>
        <a:p>
          <a:endParaRPr lang="en-IN">
            <a:latin typeface="+mn-lt"/>
          </a:endParaRPr>
        </a:p>
      </dgm:t>
    </dgm:pt>
    <dgm:pt modelId="{79A892E4-795B-4CDF-B830-C0D37E91C5C6}" type="pres">
      <dgm:prSet presAssocID="{FBBC134D-E230-405F-BC98-B718E5F26577}" presName="Name0" presStyleCnt="0">
        <dgm:presLayoutVars>
          <dgm:dir/>
          <dgm:animLvl val="lvl"/>
          <dgm:resizeHandles val="exact"/>
        </dgm:presLayoutVars>
      </dgm:prSet>
      <dgm:spPr/>
      <dgm:t>
        <a:bodyPr/>
        <a:lstStyle/>
        <a:p>
          <a:endParaRPr lang="en-IN"/>
        </a:p>
      </dgm:t>
    </dgm:pt>
    <dgm:pt modelId="{42542CE3-40A8-451A-AF46-7ED32EBBEE69}" type="pres">
      <dgm:prSet presAssocID="{13449C84-49A3-4B93-A9E3-A79E73663935}" presName="composite" presStyleCnt="0"/>
      <dgm:spPr/>
    </dgm:pt>
    <dgm:pt modelId="{2229C070-F09E-4949-8C5B-DE919575F07A}" type="pres">
      <dgm:prSet presAssocID="{13449C84-49A3-4B93-A9E3-A79E73663935}" presName="parTx" presStyleLbl="alignNode1" presStyleIdx="0" presStyleCnt="1">
        <dgm:presLayoutVars>
          <dgm:chMax val="0"/>
          <dgm:chPref val="0"/>
          <dgm:bulletEnabled val="1"/>
        </dgm:presLayoutVars>
      </dgm:prSet>
      <dgm:spPr/>
      <dgm:t>
        <a:bodyPr/>
        <a:lstStyle/>
        <a:p>
          <a:endParaRPr lang="en-IN"/>
        </a:p>
      </dgm:t>
    </dgm:pt>
    <dgm:pt modelId="{D4362382-7295-4951-8BF8-D7FA0C0B0342}" type="pres">
      <dgm:prSet presAssocID="{13449C84-49A3-4B93-A9E3-A79E73663935}" presName="desTx" presStyleLbl="alignAccFollowNode1" presStyleIdx="0" presStyleCnt="1">
        <dgm:presLayoutVars>
          <dgm:bulletEnabled val="1"/>
        </dgm:presLayoutVars>
      </dgm:prSet>
      <dgm:spPr/>
      <dgm:t>
        <a:bodyPr/>
        <a:lstStyle/>
        <a:p>
          <a:endParaRPr lang="en-IN"/>
        </a:p>
      </dgm:t>
    </dgm:pt>
  </dgm:ptLst>
  <dgm:cxnLst>
    <dgm:cxn modelId="{09BE10D6-795A-4469-B18C-96EBC734E077}" srcId="{13449C84-49A3-4B93-A9E3-A79E73663935}" destId="{BB74EC4F-F7EF-46C5-9093-A33F70E9BBA3}" srcOrd="3" destOrd="0" parTransId="{EF515135-4667-44FF-AC1F-46D4C2EFD044}" sibTransId="{1626EE0C-D682-4B13-960A-2DFF21BCC61D}"/>
    <dgm:cxn modelId="{89EFCD87-356B-4226-9018-16DA3B3DF6B3}" type="presOf" srcId="{BB74EC4F-F7EF-46C5-9093-A33F70E9BBA3}" destId="{D4362382-7295-4951-8BF8-D7FA0C0B0342}" srcOrd="0" destOrd="3" presId="urn:microsoft.com/office/officeart/2005/8/layout/hList1"/>
    <dgm:cxn modelId="{2B1736A3-2F03-4572-B0BB-1BAC9744B4EE}" type="presOf" srcId="{FBBC134D-E230-405F-BC98-B718E5F26577}" destId="{79A892E4-795B-4CDF-B830-C0D37E91C5C6}" srcOrd="0" destOrd="0" presId="urn:microsoft.com/office/officeart/2005/8/layout/hList1"/>
    <dgm:cxn modelId="{9FA9CDFE-43E8-43B1-97C2-EDF2CB2EB42C}" srcId="{13449C84-49A3-4B93-A9E3-A79E73663935}" destId="{FACE133F-C072-41BE-ABF1-256862E6ACFC}" srcOrd="4" destOrd="0" parTransId="{B2395044-8745-4678-8BAD-53C3369B1625}" sibTransId="{C5F8B907-CF00-4261-902E-CD8A64188A6E}"/>
    <dgm:cxn modelId="{085B246B-25E9-45E5-91C2-77B05B6CE8F0}" type="presOf" srcId="{0F5B1F97-161F-4EAE-A0CC-B859006CCA26}" destId="{D4362382-7295-4951-8BF8-D7FA0C0B0342}" srcOrd="0" destOrd="2" presId="urn:microsoft.com/office/officeart/2005/8/layout/hList1"/>
    <dgm:cxn modelId="{FB8BAB41-09B3-4A2B-9B35-441DA5EE5F9C}" srcId="{FBBC134D-E230-405F-BC98-B718E5F26577}" destId="{13449C84-49A3-4B93-A9E3-A79E73663935}" srcOrd="0" destOrd="0" parTransId="{99BD4873-818E-47A2-8495-E60CC11D3452}" sibTransId="{3E701172-9EBC-4AFB-8A9C-C269F33F5EA3}"/>
    <dgm:cxn modelId="{80E9FD4A-085A-4DCB-BF58-B62A351C7645}" type="presOf" srcId="{FACE133F-C072-41BE-ABF1-256862E6ACFC}" destId="{D4362382-7295-4951-8BF8-D7FA0C0B0342}" srcOrd="0" destOrd="4" presId="urn:microsoft.com/office/officeart/2005/8/layout/hList1"/>
    <dgm:cxn modelId="{E0F61316-4602-4922-B6CF-236746D79B9B}" type="presOf" srcId="{07DC3A02-B2D5-487D-99DD-355121CF42EB}" destId="{D4362382-7295-4951-8BF8-D7FA0C0B0342}" srcOrd="0" destOrd="1" presId="urn:microsoft.com/office/officeart/2005/8/layout/hList1"/>
    <dgm:cxn modelId="{1A242936-2392-4A38-9812-C9812E73DDFD}" srcId="{13449C84-49A3-4B93-A9E3-A79E73663935}" destId="{1D46A5C9-2EF2-4308-B1AB-35968231CF82}" srcOrd="0" destOrd="0" parTransId="{1EAF8E8A-E56A-4ACC-BB75-38450BB80C75}" sibTransId="{186F8D47-297F-45BA-A0BB-6CBB60232BEF}"/>
    <dgm:cxn modelId="{9EB9BE52-6683-41B9-B6EA-57BB5AA75212}" type="presOf" srcId="{13449C84-49A3-4B93-A9E3-A79E73663935}" destId="{2229C070-F09E-4949-8C5B-DE919575F07A}" srcOrd="0" destOrd="0" presId="urn:microsoft.com/office/officeart/2005/8/layout/hList1"/>
    <dgm:cxn modelId="{E4358168-8516-4420-BF4C-89A22E37515A}" type="presOf" srcId="{1D46A5C9-2EF2-4308-B1AB-35968231CF82}" destId="{D4362382-7295-4951-8BF8-D7FA0C0B0342}" srcOrd="0" destOrd="0" presId="urn:microsoft.com/office/officeart/2005/8/layout/hList1"/>
    <dgm:cxn modelId="{52404B76-EFAB-4CB8-9E02-500B36203C6E}" srcId="{13449C84-49A3-4B93-A9E3-A79E73663935}" destId="{07DC3A02-B2D5-487D-99DD-355121CF42EB}" srcOrd="1" destOrd="0" parTransId="{850DCD47-8297-42E4-B220-E2526A788252}" sibTransId="{E8E41763-5643-4CB4-9824-B5E9E0775C26}"/>
    <dgm:cxn modelId="{EC4BAA4E-2C16-4E0C-972E-3B503E1DDACA}" srcId="{13449C84-49A3-4B93-A9E3-A79E73663935}" destId="{0F5B1F97-161F-4EAE-A0CC-B859006CCA26}" srcOrd="2" destOrd="0" parTransId="{82B204DC-0B93-4487-ABBD-8CD9FDC86695}" sibTransId="{74A98AF0-4ABD-4703-8408-940093BCDE49}"/>
    <dgm:cxn modelId="{FA774BFC-8601-4B6F-9A58-9463F580B4E3}" type="presParOf" srcId="{79A892E4-795B-4CDF-B830-C0D37E91C5C6}" destId="{42542CE3-40A8-451A-AF46-7ED32EBBEE69}" srcOrd="0" destOrd="0" presId="urn:microsoft.com/office/officeart/2005/8/layout/hList1"/>
    <dgm:cxn modelId="{D293FFD1-48BF-4FD3-AA0E-356F0AC9DF53}" type="presParOf" srcId="{42542CE3-40A8-451A-AF46-7ED32EBBEE69}" destId="{2229C070-F09E-4949-8C5B-DE919575F07A}" srcOrd="0" destOrd="0" presId="urn:microsoft.com/office/officeart/2005/8/layout/hList1"/>
    <dgm:cxn modelId="{85CCE0AB-CA3B-4D68-8692-0B1A9823F9F9}" type="presParOf" srcId="{42542CE3-40A8-451A-AF46-7ED32EBBEE69}" destId="{D4362382-7295-4951-8BF8-D7FA0C0B034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1A34B1-A0D5-4A94-9803-68AA14F76F2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D558D3D2-FAFA-4F11-8EB1-D5F49466DDD0}">
      <dgm:prSet phldrT="[Text]" custT="1"/>
      <dgm:spPr/>
      <dgm:t>
        <a:bodyPr/>
        <a:lstStyle/>
        <a:p>
          <a:r>
            <a:rPr lang="en-IN" sz="4000" b="1" dirty="0">
              <a:latin typeface="+mj-lt"/>
            </a:rPr>
            <a:t>Application of Statistics</a:t>
          </a:r>
        </a:p>
      </dgm:t>
    </dgm:pt>
    <dgm:pt modelId="{FA899AB3-DCB6-492D-87E5-B95B8FE81E7D}" type="parTrans" cxnId="{187C77DE-2D61-4F5F-84EB-1E9947B7F44D}">
      <dgm:prSet/>
      <dgm:spPr/>
      <dgm:t>
        <a:bodyPr/>
        <a:lstStyle/>
        <a:p>
          <a:endParaRPr lang="en-IN" sz="3200">
            <a:latin typeface="+mn-lt"/>
          </a:endParaRPr>
        </a:p>
      </dgm:t>
    </dgm:pt>
    <dgm:pt modelId="{BE694474-CFD6-454C-A9D6-F317AC28D52A}" type="sibTrans" cxnId="{187C77DE-2D61-4F5F-84EB-1E9947B7F44D}">
      <dgm:prSet/>
      <dgm:spPr/>
      <dgm:t>
        <a:bodyPr/>
        <a:lstStyle/>
        <a:p>
          <a:endParaRPr lang="en-IN" sz="3200">
            <a:latin typeface="+mn-lt"/>
          </a:endParaRPr>
        </a:p>
      </dgm:t>
    </dgm:pt>
    <dgm:pt modelId="{AAF88F5C-867F-45C4-8951-8FF3DEB6E78E}">
      <dgm:prSet phldrT="[Text]" custT="1"/>
      <dgm:spPr/>
      <dgm:t>
        <a:bodyPr/>
        <a:lstStyle/>
        <a:p>
          <a:pPr algn="just">
            <a:spcAft>
              <a:spcPts val="1800"/>
            </a:spcAft>
          </a:pPr>
          <a:r>
            <a:rPr lang="en-US" sz="3200" dirty="0">
              <a:latin typeface="+mn-lt"/>
            </a:rPr>
            <a:t>Design experiments or clinical studies </a:t>
          </a:r>
          <a:endParaRPr lang="en-IN" sz="3200" dirty="0">
            <a:latin typeface="+mn-lt"/>
          </a:endParaRPr>
        </a:p>
      </dgm:t>
    </dgm:pt>
    <dgm:pt modelId="{DCA6C3F2-B091-412D-AE33-46E21C3E7BC5}" type="parTrans" cxnId="{18EE9453-61F5-4685-9CBD-B356C1AB84E9}">
      <dgm:prSet/>
      <dgm:spPr/>
      <dgm:t>
        <a:bodyPr/>
        <a:lstStyle/>
        <a:p>
          <a:endParaRPr lang="en-IN" sz="3200">
            <a:latin typeface="+mn-lt"/>
          </a:endParaRPr>
        </a:p>
      </dgm:t>
    </dgm:pt>
    <dgm:pt modelId="{2D7FDA65-BDE0-4371-BAF4-8B9F2C888202}" type="sibTrans" cxnId="{18EE9453-61F5-4685-9CBD-B356C1AB84E9}">
      <dgm:prSet/>
      <dgm:spPr/>
      <dgm:t>
        <a:bodyPr/>
        <a:lstStyle/>
        <a:p>
          <a:endParaRPr lang="en-IN" sz="3200">
            <a:latin typeface="+mn-lt"/>
          </a:endParaRPr>
        </a:p>
      </dgm:t>
    </dgm:pt>
    <dgm:pt modelId="{33CD9CF2-5BB4-4A44-B5C8-ED7E781546E7}">
      <dgm:prSet custT="1"/>
      <dgm:spPr/>
      <dgm:t>
        <a:bodyPr/>
        <a:lstStyle/>
        <a:p>
          <a:pPr algn="just">
            <a:spcAft>
              <a:spcPts val="1800"/>
            </a:spcAft>
          </a:pPr>
          <a:r>
            <a:rPr lang="en-US" sz="3200" dirty="0">
              <a:latin typeface="+mn-lt"/>
            </a:rPr>
            <a:t>Summarize, explore, analyze, and present data</a:t>
          </a:r>
        </a:p>
      </dgm:t>
    </dgm:pt>
    <dgm:pt modelId="{57ACF473-130D-4C61-9183-63587EF11F79}" type="parTrans" cxnId="{77F497B8-BCC6-4229-9159-DE8B65D9E633}">
      <dgm:prSet/>
      <dgm:spPr/>
      <dgm:t>
        <a:bodyPr/>
        <a:lstStyle/>
        <a:p>
          <a:endParaRPr lang="en-IN" sz="3200">
            <a:latin typeface="+mn-lt"/>
          </a:endParaRPr>
        </a:p>
      </dgm:t>
    </dgm:pt>
    <dgm:pt modelId="{5F143F48-4C4E-4D61-BF54-B0896E92F190}" type="sibTrans" cxnId="{77F497B8-BCC6-4229-9159-DE8B65D9E633}">
      <dgm:prSet/>
      <dgm:spPr/>
      <dgm:t>
        <a:bodyPr/>
        <a:lstStyle/>
        <a:p>
          <a:endParaRPr lang="en-IN" sz="3200">
            <a:latin typeface="+mn-lt"/>
          </a:endParaRPr>
        </a:p>
      </dgm:t>
    </dgm:pt>
    <dgm:pt modelId="{AEE64C42-3929-4AF4-A862-1D1570362230}">
      <dgm:prSet custT="1"/>
      <dgm:spPr/>
      <dgm:t>
        <a:bodyPr/>
        <a:lstStyle/>
        <a:p>
          <a:pPr algn="just">
            <a:spcAft>
              <a:spcPts val="1800"/>
            </a:spcAft>
          </a:pPr>
          <a:r>
            <a:rPr lang="en-US" sz="3200" dirty="0">
              <a:latin typeface="+mn-lt"/>
            </a:rPr>
            <a:t>Draw inferences from data by estimation or hypothesis testing</a:t>
          </a:r>
        </a:p>
      </dgm:t>
    </dgm:pt>
    <dgm:pt modelId="{6E46394F-46B1-48AD-BE40-6D6504E5607A}" type="parTrans" cxnId="{2728788A-8620-495D-A2CD-F67C04193981}">
      <dgm:prSet/>
      <dgm:spPr/>
      <dgm:t>
        <a:bodyPr/>
        <a:lstStyle/>
        <a:p>
          <a:endParaRPr lang="en-IN" sz="3200">
            <a:latin typeface="+mn-lt"/>
          </a:endParaRPr>
        </a:p>
      </dgm:t>
    </dgm:pt>
    <dgm:pt modelId="{20367F88-5091-4746-8615-B05A68FE75CC}" type="sibTrans" cxnId="{2728788A-8620-495D-A2CD-F67C04193981}">
      <dgm:prSet/>
      <dgm:spPr/>
      <dgm:t>
        <a:bodyPr/>
        <a:lstStyle/>
        <a:p>
          <a:endParaRPr lang="en-IN" sz="3200">
            <a:latin typeface="+mn-lt"/>
          </a:endParaRPr>
        </a:p>
      </dgm:t>
    </dgm:pt>
    <dgm:pt modelId="{17146715-97EB-4B41-9C95-C2C792A5F560}">
      <dgm:prSet custT="1"/>
      <dgm:spPr/>
      <dgm:t>
        <a:bodyPr/>
        <a:lstStyle/>
        <a:p>
          <a:pPr algn="just">
            <a:spcAft>
              <a:spcPts val="1800"/>
            </a:spcAft>
          </a:pPr>
          <a:r>
            <a:rPr lang="en-US" sz="3200" dirty="0">
              <a:latin typeface="+mn-lt"/>
            </a:rPr>
            <a:t>Evaluate diagnostic procedure</a:t>
          </a:r>
        </a:p>
      </dgm:t>
    </dgm:pt>
    <dgm:pt modelId="{04E45186-1B02-4624-927C-96033023FEB5}" type="parTrans" cxnId="{29D91FC9-7F90-403C-9835-046024E2E176}">
      <dgm:prSet/>
      <dgm:spPr/>
      <dgm:t>
        <a:bodyPr/>
        <a:lstStyle/>
        <a:p>
          <a:endParaRPr lang="en-IN" sz="3200">
            <a:latin typeface="+mn-lt"/>
          </a:endParaRPr>
        </a:p>
      </dgm:t>
    </dgm:pt>
    <dgm:pt modelId="{8269361F-4C51-4347-8B95-07D1A2AF8329}" type="sibTrans" cxnId="{29D91FC9-7F90-403C-9835-046024E2E176}">
      <dgm:prSet/>
      <dgm:spPr/>
      <dgm:t>
        <a:bodyPr/>
        <a:lstStyle/>
        <a:p>
          <a:endParaRPr lang="en-IN" sz="3200">
            <a:latin typeface="+mn-lt"/>
          </a:endParaRPr>
        </a:p>
      </dgm:t>
    </dgm:pt>
    <dgm:pt modelId="{148E3B2B-F462-4925-BC1E-D6970DAE23FC}">
      <dgm:prSet custT="1"/>
      <dgm:spPr/>
      <dgm:t>
        <a:bodyPr/>
        <a:lstStyle/>
        <a:p>
          <a:pPr algn="just">
            <a:spcAft>
              <a:spcPts val="1800"/>
            </a:spcAft>
          </a:pPr>
          <a:r>
            <a:rPr lang="en-US" sz="3200" dirty="0">
              <a:latin typeface="+mn-lt"/>
            </a:rPr>
            <a:t>Assist clinical decision making </a:t>
          </a:r>
          <a:endParaRPr lang="en-IN" sz="3200" dirty="0">
            <a:latin typeface="+mn-lt"/>
          </a:endParaRPr>
        </a:p>
      </dgm:t>
    </dgm:pt>
    <dgm:pt modelId="{893DF82E-FEFB-48D8-8DD3-5F64CAFDE654}" type="parTrans" cxnId="{CE731570-A22B-4039-A936-9D3CF406843B}">
      <dgm:prSet/>
      <dgm:spPr/>
      <dgm:t>
        <a:bodyPr/>
        <a:lstStyle/>
        <a:p>
          <a:endParaRPr lang="en-IN" sz="3200">
            <a:latin typeface="+mn-lt"/>
          </a:endParaRPr>
        </a:p>
      </dgm:t>
    </dgm:pt>
    <dgm:pt modelId="{79ABB46E-D04B-4BDF-BC1C-9BF26055E7D9}" type="sibTrans" cxnId="{CE731570-A22B-4039-A936-9D3CF406843B}">
      <dgm:prSet/>
      <dgm:spPr/>
      <dgm:t>
        <a:bodyPr/>
        <a:lstStyle/>
        <a:p>
          <a:endParaRPr lang="en-IN" sz="3200">
            <a:latin typeface="+mn-lt"/>
          </a:endParaRPr>
        </a:p>
      </dgm:t>
    </dgm:pt>
    <dgm:pt modelId="{0BF4CC5D-56E3-46B2-851C-0C17CF98A243}" type="pres">
      <dgm:prSet presAssocID="{B41A34B1-A0D5-4A94-9803-68AA14F76F22}" presName="Name0" presStyleCnt="0">
        <dgm:presLayoutVars>
          <dgm:dir/>
          <dgm:animLvl val="lvl"/>
          <dgm:resizeHandles val="exact"/>
        </dgm:presLayoutVars>
      </dgm:prSet>
      <dgm:spPr/>
      <dgm:t>
        <a:bodyPr/>
        <a:lstStyle/>
        <a:p>
          <a:endParaRPr lang="en-IN"/>
        </a:p>
      </dgm:t>
    </dgm:pt>
    <dgm:pt modelId="{835FB1BB-469B-4004-8093-75BF1AB85E8F}" type="pres">
      <dgm:prSet presAssocID="{D558D3D2-FAFA-4F11-8EB1-D5F49466DDD0}" presName="composite" presStyleCnt="0"/>
      <dgm:spPr/>
    </dgm:pt>
    <dgm:pt modelId="{3505E86F-FAB0-4FC2-BF11-4344F5664060}" type="pres">
      <dgm:prSet presAssocID="{D558D3D2-FAFA-4F11-8EB1-D5F49466DDD0}" presName="parTx" presStyleLbl="alignNode1" presStyleIdx="0" presStyleCnt="1" custScaleY="100000">
        <dgm:presLayoutVars>
          <dgm:chMax val="0"/>
          <dgm:chPref val="0"/>
          <dgm:bulletEnabled val="1"/>
        </dgm:presLayoutVars>
      </dgm:prSet>
      <dgm:spPr/>
      <dgm:t>
        <a:bodyPr/>
        <a:lstStyle/>
        <a:p>
          <a:endParaRPr lang="en-IN"/>
        </a:p>
      </dgm:t>
    </dgm:pt>
    <dgm:pt modelId="{565DF375-CAC5-41F2-B8EC-515AD1FEFC7B}" type="pres">
      <dgm:prSet presAssocID="{D558D3D2-FAFA-4F11-8EB1-D5F49466DDD0}" presName="desTx" presStyleLbl="alignAccFollowNode1" presStyleIdx="0" presStyleCnt="1">
        <dgm:presLayoutVars>
          <dgm:bulletEnabled val="1"/>
        </dgm:presLayoutVars>
      </dgm:prSet>
      <dgm:spPr/>
      <dgm:t>
        <a:bodyPr/>
        <a:lstStyle/>
        <a:p>
          <a:endParaRPr lang="en-IN"/>
        </a:p>
      </dgm:t>
    </dgm:pt>
  </dgm:ptLst>
  <dgm:cxnLst>
    <dgm:cxn modelId="{5CFBDF6A-796E-483C-B932-9EF6965EC1C7}" type="presOf" srcId="{33CD9CF2-5BB4-4A44-B5C8-ED7E781546E7}" destId="{565DF375-CAC5-41F2-B8EC-515AD1FEFC7B}" srcOrd="0" destOrd="1" presId="urn:microsoft.com/office/officeart/2005/8/layout/hList1"/>
    <dgm:cxn modelId="{18EE9453-61F5-4685-9CBD-B356C1AB84E9}" srcId="{D558D3D2-FAFA-4F11-8EB1-D5F49466DDD0}" destId="{AAF88F5C-867F-45C4-8951-8FF3DEB6E78E}" srcOrd="0" destOrd="0" parTransId="{DCA6C3F2-B091-412D-AE33-46E21C3E7BC5}" sibTransId="{2D7FDA65-BDE0-4371-BAF4-8B9F2C888202}"/>
    <dgm:cxn modelId="{F98F7F3D-4EA6-4620-BA98-276316158423}" type="presOf" srcId="{17146715-97EB-4B41-9C95-C2C792A5F560}" destId="{565DF375-CAC5-41F2-B8EC-515AD1FEFC7B}" srcOrd="0" destOrd="3" presId="urn:microsoft.com/office/officeart/2005/8/layout/hList1"/>
    <dgm:cxn modelId="{08CE9D0A-9EA6-45F7-8F47-1054B9A9E8C8}" type="presOf" srcId="{AAF88F5C-867F-45C4-8951-8FF3DEB6E78E}" destId="{565DF375-CAC5-41F2-B8EC-515AD1FEFC7B}" srcOrd="0" destOrd="0" presId="urn:microsoft.com/office/officeart/2005/8/layout/hList1"/>
    <dgm:cxn modelId="{2728788A-8620-495D-A2CD-F67C04193981}" srcId="{D558D3D2-FAFA-4F11-8EB1-D5F49466DDD0}" destId="{AEE64C42-3929-4AF4-A862-1D1570362230}" srcOrd="2" destOrd="0" parTransId="{6E46394F-46B1-48AD-BE40-6D6504E5607A}" sibTransId="{20367F88-5091-4746-8615-B05A68FE75CC}"/>
    <dgm:cxn modelId="{CE731570-A22B-4039-A936-9D3CF406843B}" srcId="{D558D3D2-FAFA-4F11-8EB1-D5F49466DDD0}" destId="{148E3B2B-F462-4925-BC1E-D6970DAE23FC}" srcOrd="4" destOrd="0" parTransId="{893DF82E-FEFB-48D8-8DD3-5F64CAFDE654}" sibTransId="{79ABB46E-D04B-4BDF-BC1C-9BF26055E7D9}"/>
    <dgm:cxn modelId="{F21587C4-E415-426F-BC90-5F34D764A699}" type="presOf" srcId="{148E3B2B-F462-4925-BC1E-D6970DAE23FC}" destId="{565DF375-CAC5-41F2-B8EC-515AD1FEFC7B}" srcOrd="0" destOrd="4" presId="urn:microsoft.com/office/officeart/2005/8/layout/hList1"/>
    <dgm:cxn modelId="{187C77DE-2D61-4F5F-84EB-1E9947B7F44D}" srcId="{B41A34B1-A0D5-4A94-9803-68AA14F76F22}" destId="{D558D3D2-FAFA-4F11-8EB1-D5F49466DDD0}" srcOrd="0" destOrd="0" parTransId="{FA899AB3-DCB6-492D-87E5-B95B8FE81E7D}" sibTransId="{BE694474-CFD6-454C-A9D6-F317AC28D52A}"/>
    <dgm:cxn modelId="{77F497B8-BCC6-4229-9159-DE8B65D9E633}" srcId="{D558D3D2-FAFA-4F11-8EB1-D5F49466DDD0}" destId="{33CD9CF2-5BB4-4A44-B5C8-ED7E781546E7}" srcOrd="1" destOrd="0" parTransId="{57ACF473-130D-4C61-9183-63587EF11F79}" sibTransId="{5F143F48-4C4E-4D61-BF54-B0896E92F190}"/>
    <dgm:cxn modelId="{2EE05771-EDA6-4F71-B801-8ADB4A8008EB}" type="presOf" srcId="{B41A34B1-A0D5-4A94-9803-68AA14F76F22}" destId="{0BF4CC5D-56E3-46B2-851C-0C17CF98A243}" srcOrd="0" destOrd="0" presId="urn:microsoft.com/office/officeart/2005/8/layout/hList1"/>
    <dgm:cxn modelId="{B6E2785C-6D2D-4177-B071-5F417206133F}" type="presOf" srcId="{AEE64C42-3929-4AF4-A862-1D1570362230}" destId="{565DF375-CAC5-41F2-B8EC-515AD1FEFC7B}" srcOrd="0" destOrd="2" presId="urn:microsoft.com/office/officeart/2005/8/layout/hList1"/>
    <dgm:cxn modelId="{29D91FC9-7F90-403C-9835-046024E2E176}" srcId="{D558D3D2-FAFA-4F11-8EB1-D5F49466DDD0}" destId="{17146715-97EB-4B41-9C95-C2C792A5F560}" srcOrd="3" destOrd="0" parTransId="{04E45186-1B02-4624-927C-96033023FEB5}" sibTransId="{8269361F-4C51-4347-8B95-07D1A2AF8329}"/>
    <dgm:cxn modelId="{7F36257A-61D0-4B6B-85F7-86259CE4686D}" type="presOf" srcId="{D558D3D2-FAFA-4F11-8EB1-D5F49466DDD0}" destId="{3505E86F-FAB0-4FC2-BF11-4344F5664060}" srcOrd="0" destOrd="0" presId="urn:microsoft.com/office/officeart/2005/8/layout/hList1"/>
    <dgm:cxn modelId="{D81290C2-BE05-4AEA-92EC-170D2A856BBD}" type="presParOf" srcId="{0BF4CC5D-56E3-46B2-851C-0C17CF98A243}" destId="{835FB1BB-469B-4004-8093-75BF1AB85E8F}" srcOrd="0" destOrd="0" presId="urn:microsoft.com/office/officeart/2005/8/layout/hList1"/>
    <dgm:cxn modelId="{77AC848E-A794-4A15-98EF-E7F467BB05D1}" type="presParOf" srcId="{835FB1BB-469B-4004-8093-75BF1AB85E8F}" destId="{3505E86F-FAB0-4FC2-BF11-4344F5664060}" srcOrd="0" destOrd="0" presId="urn:microsoft.com/office/officeart/2005/8/layout/hList1"/>
    <dgm:cxn modelId="{290BEB1D-9AB3-4EE0-AE2D-AA97A19D79CC}" type="presParOf" srcId="{835FB1BB-469B-4004-8093-75BF1AB85E8F}" destId="{565DF375-CAC5-41F2-B8EC-515AD1FEFC7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7027D7-1B93-4B6F-8A0C-60590C8E557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92AC88FD-38F6-4D34-BFBA-42E610B83AA9}">
      <dgm:prSet phldrT="[Text]" custT="1"/>
      <dgm:spPr/>
      <dgm:t>
        <a:bodyPr/>
        <a:lstStyle/>
        <a:p>
          <a:pPr algn="ctr"/>
          <a:r>
            <a:rPr lang="en-IN" sz="4000" b="0" i="0" dirty="0">
              <a:latin typeface="+mj-lt"/>
            </a:rPr>
            <a:t>DATA ACQUISITION</a:t>
          </a:r>
          <a:endParaRPr lang="en-IN" sz="4000" dirty="0">
            <a:latin typeface="+mj-lt"/>
          </a:endParaRPr>
        </a:p>
      </dgm:t>
    </dgm:pt>
    <dgm:pt modelId="{FEB363FF-5B06-478A-9119-C956180D3811}" type="parTrans" cxnId="{803920EE-530F-476F-8B4A-6A6FDA9FF992}">
      <dgm:prSet/>
      <dgm:spPr/>
      <dgm:t>
        <a:bodyPr/>
        <a:lstStyle/>
        <a:p>
          <a:pPr algn="just"/>
          <a:endParaRPr lang="en-IN"/>
        </a:p>
      </dgm:t>
    </dgm:pt>
    <dgm:pt modelId="{CCB8BD21-0B6F-4894-9B47-10E303D8044E}" type="sibTrans" cxnId="{803920EE-530F-476F-8B4A-6A6FDA9FF992}">
      <dgm:prSet/>
      <dgm:spPr/>
      <dgm:t>
        <a:bodyPr/>
        <a:lstStyle/>
        <a:p>
          <a:pPr algn="just"/>
          <a:endParaRPr lang="en-IN"/>
        </a:p>
      </dgm:t>
    </dgm:pt>
    <dgm:pt modelId="{5F2596D5-2D75-4189-94E2-B2C027C29961}">
      <dgm:prSet phldrT="[Text]"/>
      <dgm:spPr/>
      <dgm:t>
        <a:bodyPr/>
        <a:lstStyle/>
        <a:p>
          <a:pPr algn="just">
            <a:spcAft>
              <a:spcPts val="1200"/>
            </a:spcAft>
          </a:pPr>
          <a:r>
            <a:rPr lang="en-US" sz="2700" b="0" i="0" dirty="0"/>
            <a:t>DATA ACQUISITION is the process of sampling signals that measure real world physical conditions and converting the resulting samples into digital numeric values that can be manipulated by a computer.</a:t>
          </a:r>
          <a:endParaRPr lang="en-IN" sz="2700" dirty="0"/>
        </a:p>
      </dgm:t>
    </dgm:pt>
    <dgm:pt modelId="{883DADBB-441E-46D2-B5B5-D55059A33710}" type="parTrans" cxnId="{8B1F03B4-8A44-4309-A8EA-EFC04B48519E}">
      <dgm:prSet/>
      <dgm:spPr/>
      <dgm:t>
        <a:bodyPr/>
        <a:lstStyle/>
        <a:p>
          <a:pPr algn="just"/>
          <a:endParaRPr lang="en-IN"/>
        </a:p>
      </dgm:t>
    </dgm:pt>
    <dgm:pt modelId="{71167449-B05D-4A87-9549-13D131E0929C}" type="sibTrans" cxnId="{8B1F03B4-8A44-4309-A8EA-EFC04B48519E}">
      <dgm:prSet/>
      <dgm:spPr/>
      <dgm:t>
        <a:bodyPr/>
        <a:lstStyle/>
        <a:p>
          <a:pPr algn="just"/>
          <a:endParaRPr lang="en-IN"/>
        </a:p>
      </dgm:t>
    </dgm:pt>
    <dgm:pt modelId="{75562C98-3A1F-4435-A747-9BF71B86C24E}">
      <dgm:prSet phldrT="[Text]"/>
      <dgm:spPr/>
      <dgm:t>
        <a:bodyPr/>
        <a:lstStyle/>
        <a:p>
          <a:pPr algn="just">
            <a:spcAft>
              <a:spcPts val="1200"/>
            </a:spcAft>
          </a:pPr>
          <a:r>
            <a:rPr lang="en-US" sz="2700" b="0" i="0" dirty="0"/>
            <a:t>Data acquisition, or DAQ as it is often referred, is the process of digitizing data from the world around us so it can be displayed, analyzed, and stored in a computer. </a:t>
          </a:r>
        </a:p>
      </dgm:t>
    </dgm:pt>
    <dgm:pt modelId="{CD0EAD81-CF0E-44FB-8CB0-4B2E820A20C7}" type="parTrans" cxnId="{AC377ACC-0F9D-44CF-A5EF-CE39DD715FB7}">
      <dgm:prSet/>
      <dgm:spPr/>
      <dgm:t>
        <a:bodyPr/>
        <a:lstStyle/>
        <a:p>
          <a:endParaRPr lang="en-IN"/>
        </a:p>
      </dgm:t>
    </dgm:pt>
    <dgm:pt modelId="{3F307BFB-2602-4532-9EB1-09C449E32507}" type="sibTrans" cxnId="{AC377ACC-0F9D-44CF-A5EF-CE39DD715FB7}">
      <dgm:prSet/>
      <dgm:spPr/>
      <dgm:t>
        <a:bodyPr/>
        <a:lstStyle/>
        <a:p>
          <a:endParaRPr lang="en-IN"/>
        </a:p>
      </dgm:t>
    </dgm:pt>
    <dgm:pt modelId="{E4939F49-620C-45E3-A683-8058DAD12E78}">
      <dgm:prSet phldrT="[Text]" custT="1"/>
      <dgm:spPr/>
      <dgm:t>
        <a:bodyPr/>
        <a:lstStyle/>
        <a:p>
          <a:pPr algn="just">
            <a:spcAft>
              <a:spcPts val="1200"/>
            </a:spcAft>
          </a:pPr>
          <a:r>
            <a:rPr lang="en-US" sz="2400" b="0" i="0" dirty="0"/>
            <a:t>A simple example is the process of measuring the temperature in a room as a digital value using a sensor such as a thermocouple. </a:t>
          </a:r>
        </a:p>
      </dgm:t>
    </dgm:pt>
    <dgm:pt modelId="{EC463E4A-09B1-4E82-9CB6-BF649C2EBBA2}" type="parTrans" cxnId="{08E25E35-BD91-4A77-BE14-6F0C12D256D0}">
      <dgm:prSet/>
      <dgm:spPr/>
      <dgm:t>
        <a:bodyPr/>
        <a:lstStyle/>
        <a:p>
          <a:endParaRPr lang="en-IN"/>
        </a:p>
      </dgm:t>
    </dgm:pt>
    <dgm:pt modelId="{AE7FE131-FA7A-42A4-99BC-61FB63076F31}" type="sibTrans" cxnId="{08E25E35-BD91-4A77-BE14-6F0C12D256D0}">
      <dgm:prSet/>
      <dgm:spPr/>
      <dgm:t>
        <a:bodyPr/>
        <a:lstStyle/>
        <a:p>
          <a:endParaRPr lang="en-IN"/>
        </a:p>
      </dgm:t>
    </dgm:pt>
    <dgm:pt modelId="{0D01FF3C-21E4-48B6-BF0D-D0EC2B154B51}">
      <dgm:prSet phldrT="[Text]"/>
      <dgm:spPr/>
      <dgm:t>
        <a:bodyPr/>
        <a:lstStyle/>
        <a:p>
          <a:pPr algn="just">
            <a:spcAft>
              <a:spcPts val="1200"/>
            </a:spcAft>
          </a:pPr>
          <a:r>
            <a:rPr lang="en-US" sz="2700" b="0" i="0" dirty="0"/>
            <a:t>Modern data acquisition systems can include the addition of data analysis and reporting software, network connectivity, and remote control and monitoring options.</a:t>
          </a:r>
        </a:p>
      </dgm:t>
    </dgm:pt>
    <dgm:pt modelId="{2152735F-B495-4114-AF22-7D52E1F66E3C}" type="parTrans" cxnId="{777C2F58-C151-4280-A8D6-955751DDBEB2}">
      <dgm:prSet/>
      <dgm:spPr/>
      <dgm:t>
        <a:bodyPr/>
        <a:lstStyle/>
        <a:p>
          <a:endParaRPr lang="en-IN"/>
        </a:p>
      </dgm:t>
    </dgm:pt>
    <dgm:pt modelId="{15FB4262-2C4D-4FCA-B9BB-D39DA02629AF}" type="sibTrans" cxnId="{777C2F58-C151-4280-A8D6-955751DDBEB2}">
      <dgm:prSet/>
      <dgm:spPr/>
      <dgm:t>
        <a:bodyPr/>
        <a:lstStyle/>
        <a:p>
          <a:endParaRPr lang="en-IN"/>
        </a:p>
      </dgm:t>
    </dgm:pt>
    <dgm:pt modelId="{2643882C-AA74-4FB7-A437-7CD953370446}" type="pres">
      <dgm:prSet presAssocID="{CB7027D7-1B93-4B6F-8A0C-60590C8E557B}" presName="Name0" presStyleCnt="0">
        <dgm:presLayoutVars>
          <dgm:dir/>
          <dgm:animLvl val="lvl"/>
          <dgm:resizeHandles val="exact"/>
        </dgm:presLayoutVars>
      </dgm:prSet>
      <dgm:spPr/>
      <dgm:t>
        <a:bodyPr/>
        <a:lstStyle/>
        <a:p>
          <a:endParaRPr lang="en-IN"/>
        </a:p>
      </dgm:t>
    </dgm:pt>
    <dgm:pt modelId="{8D06E75C-B9FB-4561-BD69-48807D3BD2F6}" type="pres">
      <dgm:prSet presAssocID="{92AC88FD-38F6-4D34-BFBA-42E610B83AA9}" presName="composite" presStyleCnt="0"/>
      <dgm:spPr/>
    </dgm:pt>
    <dgm:pt modelId="{0E6E0D7A-1D6D-49C1-8E3B-0830A5EBAED2}" type="pres">
      <dgm:prSet presAssocID="{92AC88FD-38F6-4D34-BFBA-42E610B83AA9}" presName="parTx" presStyleLbl="alignNode1" presStyleIdx="0" presStyleCnt="1">
        <dgm:presLayoutVars>
          <dgm:chMax val="0"/>
          <dgm:chPref val="0"/>
          <dgm:bulletEnabled val="1"/>
        </dgm:presLayoutVars>
      </dgm:prSet>
      <dgm:spPr/>
      <dgm:t>
        <a:bodyPr/>
        <a:lstStyle/>
        <a:p>
          <a:endParaRPr lang="en-IN"/>
        </a:p>
      </dgm:t>
    </dgm:pt>
    <dgm:pt modelId="{D7084F62-F8A3-4F64-A49A-CBA121A0FA94}" type="pres">
      <dgm:prSet presAssocID="{92AC88FD-38F6-4D34-BFBA-42E610B83AA9}" presName="desTx" presStyleLbl="alignAccFollowNode1" presStyleIdx="0" presStyleCnt="1" custScaleY="107404">
        <dgm:presLayoutVars>
          <dgm:bulletEnabled val="1"/>
        </dgm:presLayoutVars>
      </dgm:prSet>
      <dgm:spPr/>
      <dgm:t>
        <a:bodyPr/>
        <a:lstStyle/>
        <a:p>
          <a:endParaRPr lang="en-IN"/>
        </a:p>
      </dgm:t>
    </dgm:pt>
  </dgm:ptLst>
  <dgm:cxnLst>
    <dgm:cxn modelId="{7524F6DF-4A05-4177-A17F-EE576DFBD8BD}" type="presOf" srcId="{0D01FF3C-21E4-48B6-BF0D-D0EC2B154B51}" destId="{D7084F62-F8A3-4F64-A49A-CBA121A0FA94}" srcOrd="0" destOrd="3" presId="urn:microsoft.com/office/officeart/2005/8/layout/hList1"/>
    <dgm:cxn modelId="{AC377ACC-0F9D-44CF-A5EF-CE39DD715FB7}" srcId="{92AC88FD-38F6-4D34-BFBA-42E610B83AA9}" destId="{75562C98-3A1F-4435-A747-9BF71B86C24E}" srcOrd="1" destOrd="0" parTransId="{CD0EAD81-CF0E-44FB-8CB0-4B2E820A20C7}" sibTransId="{3F307BFB-2602-4532-9EB1-09C449E32507}"/>
    <dgm:cxn modelId="{803920EE-530F-476F-8B4A-6A6FDA9FF992}" srcId="{CB7027D7-1B93-4B6F-8A0C-60590C8E557B}" destId="{92AC88FD-38F6-4D34-BFBA-42E610B83AA9}" srcOrd="0" destOrd="0" parTransId="{FEB363FF-5B06-478A-9119-C956180D3811}" sibTransId="{CCB8BD21-0B6F-4894-9B47-10E303D8044E}"/>
    <dgm:cxn modelId="{544D84BF-0B32-4F42-A13E-47B748D432C1}" type="presOf" srcId="{75562C98-3A1F-4435-A747-9BF71B86C24E}" destId="{D7084F62-F8A3-4F64-A49A-CBA121A0FA94}" srcOrd="0" destOrd="1" presId="urn:microsoft.com/office/officeart/2005/8/layout/hList1"/>
    <dgm:cxn modelId="{8B1F03B4-8A44-4309-A8EA-EFC04B48519E}" srcId="{92AC88FD-38F6-4D34-BFBA-42E610B83AA9}" destId="{5F2596D5-2D75-4189-94E2-B2C027C29961}" srcOrd="0" destOrd="0" parTransId="{883DADBB-441E-46D2-B5B5-D55059A33710}" sibTransId="{71167449-B05D-4A87-9549-13D131E0929C}"/>
    <dgm:cxn modelId="{9D5BB7CF-4F6D-4CDC-B8BE-62502DB222C9}" type="presOf" srcId="{E4939F49-620C-45E3-A683-8058DAD12E78}" destId="{D7084F62-F8A3-4F64-A49A-CBA121A0FA94}" srcOrd="0" destOrd="2" presId="urn:microsoft.com/office/officeart/2005/8/layout/hList1"/>
    <dgm:cxn modelId="{7182C5F7-0E34-4539-8DC7-F9B583FD4F6D}" type="presOf" srcId="{92AC88FD-38F6-4D34-BFBA-42E610B83AA9}" destId="{0E6E0D7A-1D6D-49C1-8E3B-0830A5EBAED2}" srcOrd="0" destOrd="0" presId="urn:microsoft.com/office/officeart/2005/8/layout/hList1"/>
    <dgm:cxn modelId="{BB756B45-1558-4981-BC8E-2E031636BB9D}" type="presOf" srcId="{5F2596D5-2D75-4189-94E2-B2C027C29961}" destId="{D7084F62-F8A3-4F64-A49A-CBA121A0FA94}" srcOrd="0" destOrd="0" presId="urn:microsoft.com/office/officeart/2005/8/layout/hList1"/>
    <dgm:cxn modelId="{5E44323B-79B3-4545-9C00-CF9C4446E4D1}" type="presOf" srcId="{CB7027D7-1B93-4B6F-8A0C-60590C8E557B}" destId="{2643882C-AA74-4FB7-A437-7CD953370446}" srcOrd="0" destOrd="0" presId="urn:microsoft.com/office/officeart/2005/8/layout/hList1"/>
    <dgm:cxn modelId="{777C2F58-C151-4280-A8D6-955751DDBEB2}" srcId="{92AC88FD-38F6-4D34-BFBA-42E610B83AA9}" destId="{0D01FF3C-21E4-48B6-BF0D-D0EC2B154B51}" srcOrd="2" destOrd="0" parTransId="{2152735F-B495-4114-AF22-7D52E1F66E3C}" sibTransId="{15FB4262-2C4D-4FCA-B9BB-D39DA02629AF}"/>
    <dgm:cxn modelId="{08E25E35-BD91-4A77-BE14-6F0C12D256D0}" srcId="{75562C98-3A1F-4435-A747-9BF71B86C24E}" destId="{E4939F49-620C-45E3-A683-8058DAD12E78}" srcOrd="0" destOrd="0" parTransId="{EC463E4A-09B1-4E82-9CB6-BF649C2EBBA2}" sibTransId="{AE7FE131-FA7A-42A4-99BC-61FB63076F31}"/>
    <dgm:cxn modelId="{BEE8F850-3890-4A0E-8F38-734739F0CAD3}" type="presParOf" srcId="{2643882C-AA74-4FB7-A437-7CD953370446}" destId="{8D06E75C-B9FB-4561-BD69-48807D3BD2F6}" srcOrd="0" destOrd="0" presId="urn:microsoft.com/office/officeart/2005/8/layout/hList1"/>
    <dgm:cxn modelId="{E720C342-CB59-443D-8CB1-A5F84DB21569}" type="presParOf" srcId="{8D06E75C-B9FB-4561-BD69-48807D3BD2F6}" destId="{0E6E0D7A-1D6D-49C1-8E3B-0830A5EBAED2}" srcOrd="0" destOrd="0" presId="urn:microsoft.com/office/officeart/2005/8/layout/hList1"/>
    <dgm:cxn modelId="{749F0AF0-6C0A-42C2-92AD-0BBE44E6EEBD}" type="presParOf" srcId="{8D06E75C-B9FB-4561-BD69-48807D3BD2F6}" destId="{D7084F62-F8A3-4F64-A49A-CBA121A0FA9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84AF4B-993B-4F48-90B7-30966083DA5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A5F0B249-DFD6-4A2F-9B4A-6B35895190B6}">
      <dgm:prSet phldrT="[Text]" custT="1"/>
      <dgm:spPr/>
      <dgm:t>
        <a:bodyPr/>
        <a:lstStyle/>
        <a:p>
          <a:r>
            <a:rPr lang="en-IN" sz="3200" b="1" i="0" dirty="0">
              <a:solidFill>
                <a:schemeClr val="bg1"/>
              </a:solidFill>
              <a:latin typeface="+mj-lt"/>
            </a:rPr>
            <a:t>Objective of </a:t>
          </a:r>
          <a:r>
            <a:rPr lang="en-IN" sz="3200" b="1" i="0" dirty="0">
              <a:solidFill>
                <a:schemeClr val="bg1"/>
              </a:solidFill>
              <a:effectLst/>
              <a:latin typeface="+mj-lt"/>
            </a:rPr>
            <a:t>Data Acquisition</a:t>
          </a:r>
          <a:endParaRPr lang="en-IN" sz="3200" b="1" dirty="0">
            <a:solidFill>
              <a:schemeClr val="bg1"/>
            </a:solidFill>
            <a:latin typeface="+mj-lt"/>
          </a:endParaRPr>
        </a:p>
      </dgm:t>
    </dgm:pt>
    <dgm:pt modelId="{71BEBCE1-3A11-44E7-97EB-E62152DE7CEA}" type="parTrans" cxnId="{358AEABC-61A9-4A6C-9C72-2D949F09E55A}">
      <dgm:prSet/>
      <dgm:spPr/>
      <dgm:t>
        <a:bodyPr/>
        <a:lstStyle/>
        <a:p>
          <a:endParaRPr lang="en-IN"/>
        </a:p>
      </dgm:t>
    </dgm:pt>
    <dgm:pt modelId="{1579E473-3299-4A49-B4E0-65F29999BF82}" type="sibTrans" cxnId="{358AEABC-61A9-4A6C-9C72-2D949F09E55A}">
      <dgm:prSet/>
      <dgm:spPr/>
      <dgm:t>
        <a:bodyPr/>
        <a:lstStyle/>
        <a:p>
          <a:endParaRPr lang="en-IN"/>
        </a:p>
      </dgm:t>
    </dgm:pt>
    <dgm:pt modelId="{88C2191D-FB53-4BBD-B708-8610E9746BEE}">
      <dgm:prSet phldrT="[Text]"/>
      <dgm:spPr/>
      <dgm:t>
        <a:bodyPr/>
        <a:lstStyle/>
        <a:p>
          <a:pPr algn="just"/>
          <a:r>
            <a:rPr lang="en-US" b="0" i="0" dirty="0"/>
            <a:t>It must acquire the necessary data, at correct speed and at correct time.</a:t>
          </a:r>
          <a:endParaRPr lang="en-IN" dirty="0"/>
        </a:p>
      </dgm:t>
    </dgm:pt>
    <dgm:pt modelId="{4EFF75A6-E4FE-4DD1-AC46-F2B30E06EB90}" type="parTrans" cxnId="{6C72962E-AB0F-4491-9639-6A9732C9B13C}">
      <dgm:prSet/>
      <dgm:spPr/>
      <dgm:t>
        <a:bodyPr/>
        <a:lstStyle/>
        <a:p>
          <a:endParaRPr lang="en-IN"/>
        </a:p>
      </dgm:t>
    </dgm:pt>
    <dgm:pt modelId="{E332D333-17DE-4FF6-880E-8490328D0430}" type="sibTrans" cxnId="{6C72962E-AB0F-4491-9639-6A9732C9B13C}">
      <dgm:prSet/>
      <dgm:spPr/>
      <dgm:t>
        <a:bodyPr/>
        <a:lstStyle/>
        <a:p>
          <a:endParaRPr lang="en-IN"/>
        </a:p>
      </dgm:t>
    </dgm:pt>
    <dgm:pt modelId="{27F82433-BB5D-4963-B5D7-C574EFD8B768}">
      <dgm:prSet/>
      <dgm:spPr/>
      <dgm:t>
        <a:bodyPr/>
        <a:lstStyle/>
        <a:p>
          <a:pPr algn="just"/>
          <a:r>
            <a:rPr lang="en-US" b="0" i="0" dirty="0"/>
            <a:t>It must monitor the complete plant operation to maintain on line and safe operations.</a:t>
          </a:r>
        </a:p>
      </dgm:t>
    </dgm:pt>
    <dgm:pt modelId="{0D432171-C176-420F-915A-B61BB622B05E}" type="parTrans" cxnId="{01D8741F-8AC2-4A9A-8248-7F234A960D36}">
      <dgm:prSet/>
      <dgm:spPr/>
      <dgm:t>
        <a:bodyPr/>
        <a:lstStyle/>
        <a:p>
          <a:endParaRPr lang="en-IN"/>
        </a:p>
      </dgm:t>
    </dgm:pt>
    <dgm:pt modelId="{3388C2ED-EF8A-4E0A-8C3D-EEAC40D6FFAF}" type="sibTrans" cxnId="{01D8741F-8AC2-4A9A-8248-7F234A960D36}">
      <dgm:prSet/>
      <dgm:spPr/>
      <dgm:t>
        <a:bodyPr/>
        <a:lstStyle/>
        <a:p>
          <a:endParaRPr lang="en-IN"/>
        </a:p>
      </dgm:t>
    </dgm:pt>
    <dgm:pt modelId="{5E7391D6-D3C3-4CE6-85ED-AA31F92A8A56}">
      <dgm:prSet/>
      <dgm:spPr/>
      <dgm:t>
        <a:bodyPr/>
        <a:lstStyle/>
        <a:p>
          <a:pPr algn="just"/>
          <a:r>
            <a:rPr lang="en-US" b="0" i="0" dirty="0"/>
            <a:t>It must be able to collect, summaries and store data for diagnosis of operation and record purpose.</a:t>
          </a:r>
        </a:p>
      </dgm:t>
    </dgm:pt>
    <dgm:pt modelId="{5FF2A8CB-41F1-4A6E-87D1-8CEC8956FEB7}" type="parTrans" cxnId="{50C32E42-1354-4E0C-99F5-BD979C04C75E}">
      <dgm:prSet/>
      <dgm:spPr/>
      <dgm:t>
        <a:bodyPr/>
        <a:lstStyle/>
        <a:p>
          <a:endParaRPr lang="en-IN"/>
        </a:p>
      </dgm:t>
    </dgm:pt>
    <dgm:pt modelId="{324CA37D-0C8A-4A30-BA32-F80B4B7BBA2A}" type="sibTrans" cxnId="{50C32E42-1354-4E0C-99F5-BD979C04C75E}">
      <dgm:prSet/>
      <dgm:spPr/>
      <dgm:t>
        <a:bodyPr/>
        <a:lstStyle/>
        <a:p>
          <a:endParaRPr lang="en-IN"/>
        </a:p>
      </dgm:t>
    </dgm:pt>
    <dgm:pt modelId="{9CC3592B-7EF0-4F04-99A8-C8ACAA1D5202}">
      <dgm:prSet/>
      <dgm:spPr/>
      <dgm:t>
        <a:bodyPr/>
        <a:lstStyle/>
        <a:p>
          <a:pPr algn="just"/>
          <a:r>
            <a:rPr lang="en-US" b="0" i="0" dirty="0"/>
            <a:t>It must be flexible and capable of being expanded for future requirements.</a:t>
          </a:r>
        </a:p>
      </dgm:t>
    </dgm:pt>
    <dgm:pt modelId="{DEE6EEBF-AE40-4292-954F-793517F8F276}" type="parTrans" cxnId="{BF3B9CA6-C10F-4A39-B517-1BBAC00A73F5}">
      <dgm:prSet/>
      <dgm:spPr/>
      <dgm:t>
        <a:bodyPr/>
        <a:lstStyle/>
        <a:p>
          <a:endParaRPr lang="en-IN"/>
        </a:p>
      </dgm:t>
    </dgm:pt>
    <dgm:pt modelId="{32523C4A-E2A1-4591-B8A3-A495311D4F32}" type="sibTrans" cxnId="{BF3B9CA6-C10F-4A39-B517-1BBAC00A73F5}">
      <dgm:prSet/>
      <dgm:spPr/>
      <dgm:t>
        <a:bodyPr/>
        <a:lstStyle/>
        <a:p>
          <a:endParaRPr lang="en-IN"/>
        </a:p>
      </dgm:t>
    </dgm:pt>
    <dgm:pt modelId="{CCE8AAA4-5ADC-46C4-BAC0-269A8A662751}">
      <dgm:prSet/>
      <dgm:spPr/>
      <dgm:t>
        <a:bodyPr/>
        <a:lstStyle/>
        <a:p>
          <a:pPr algn="just"/>
          <a:r>
            <a:rPr lang="en-US" b="0" i="0" dirty="0"/>
            <a:t>It must be able to compute unit performance indices using on-line, real time data.</a:t>
          </a:r>
        </a:p>
      </dgm:t>
    </dgm:pt>
    <dgm:pt modelId="{6798A1A9-E5C3-41C3-8AAA-51C07674E538}" type="parTrans" cxnId="{B3E5CC54-6C52-4246-B03D-327CE8908F28}">
      <dgm:prSet/>
      <dgm:spPr/>
      <dgm:t>
        <a:bodyPr/>
        <a:lstStyle/>
        <a:p>
          <a:endParaRPr lang="en-IN"/>
        </a:p>
      </dgm:t>
    </dgm:pt>
    <dgm:pt modelId="{2BBF81C1-E8E1-43A9-B554-4C40C408AB73}" type="sibTrans" cxnId="{B3E5CC54-6C52-4246-B03D-327CE8908F28}">
      <dgm:prSet/>
      <dgm:spPr/>
      <dgm:t>
        <a:bodyPr/>
        <a:lstStyle/>
        <a:p>
          <a:endParaRPr lang="en-IN"/>
        </a:p>
      </dgm:t>
    </dgm:pt>
    <dgm:pt modelId="{E4788314-44B2-45D7-ABED-D83EE2DC5B9A}">
      <dgm:prSet/>
      <dgm:spPr/>
      <dgm:t>
        <a:bodyPr/>
        <a:lstStyle/>
        <a:p>
          <a:pPr algn="just"/>
          <a:r>
            <a:rPr lang="en-US" b="0" i="0" dirty="0"/>
            <a:t>It must be reliable, easy to operate and must be user friendly.</a:t>
          </a:r>
        </a:p>
      </dgm:t>
    </dgm:pt>
    <dgm:pt modelId="{A3BEA446-D02F-4CED-87BC-88CC5DA39C85}" type="parTrans" cxnId="{4C356804-3DF9-4629-82AB-D519E477961D}">
      <dgm:prSet/>
      <dgm:spPr/>
      <dgm:t>
        <a:bodyPr/>
        <a:lstStyle/>
        <a:p>
          <a:endParaRPr lang="en-IN"/>
        </a:p>
      </dgm:t>
    </dgm:pt>
    <dgm:pt modelId="{C93BDCFC-EC64-4038-957C-59E8C20E1F2A}" type="sibTrans" cxnId="{4C356804-3DF9-4629-82AB-D519E477961D}">
      <dgm:prSet/>
      <dgm:spPr/>
      <dgm:t>
        <a:bodyPr/>
        <a:lstStyle/>
        <a:p>
          <a:endParaRPr lang="en-IN"/>
        </a:p>
      </dgm:t>
    </dgm:pt>
    <dgm:pt modelId="{448BB0A2-CD66-46F2-9067-114F09ECD49A}" type="pres">
      <dgm:prSet presAssocID="{AA84AF4B-993B-4F48-90B7-30966083DA5A}" presName="Name0" presStyleCnt="0">
        <dgm:presLayoutVars>
          <dgm:dir/>
          <dgm:animLvl val="lvl"/>
          <dgm:resizeHandles val="exact"/>
        </dgm:presLayoutVars>
      </dgm:prSet>
      <dgm:spPr/>
      <dgm:t>
        <a:bodyPr/>
        <a:lstStyle/>
        <a:p>
          <a:endParaRPr lang="en-IN"/>
        </a:p>
      </dgm:t>
    </dgm:pt>
    <dgm:pt modelId="{727DD77E-9DF2-45B4-94B5-241C199201AF}" type="pres">
      <dgm:prSet presAssocID="{A5F0B249-DFD6-4A2F-9B4A-6B35895190B6}" presName="composite" presStyleCnt="0"/>
      <dgm:spPr/>
    </dgm:pt>
    <dgm:pt modelId="{FC16D8D2-AB46-49C3-B7F7-E3BF41FF0771}" type="pres">
      <dgm:prSet presAssocID="{A5F0B249-DFD6-4A2F-9B4A-6B35895190B6}" presName="parTx" presStyleLbl="alignNode1" presStyleIdx="0" presStyleCnt="1">
        <dgm:presLayoutVars>
          <dgm:chMax val="0"/>
          <dgm:chPref val="0"/>
          <dgm:bulletEnabled val="1"/>
        </dgm:presLayoutVars>
      </dgm:prSet>
      <dgm:spPr/>
      <dgm:t>
        <a:bodyPr/>
        <a:lstStyle/>
        <a:p>
          <a:endParaRPr lang="en-IN"/>
        </a:p>
      </dgm:t>
    </dgm:pt>
    <dgm:pt modelId="{E3EF6A3F-BE15-4D08-9B49-2586704078F5}" type="pres">
      <dgm:prSet presAssocID="{A5F0B249-DFD6-4A2F-9B4A-6B35895190B6}" presName="desTx" presStyleLbl="alignAccFollowNode1" presStyleIdx="0" presStyleCnt="1">
        <dgm:presLayoutVars>
          <dgm:bulletEnabled val="1"/>
        </dgm:presLayoutVars>
      </dgm:prSet>
      <dgm:spPr/>
      <dgm:t>
        <a:bodyPr/>
        <a:lstStyle/>
        <a:p>
          <a:endParaRPr lang="en-IN"/>
        </a:p>
      </dgm:t>
    </dgm:pt>
  </dgm:ptLst>
  <dgm:cxnLst>
    <dgm:cxn modelId="{4C356804-3DF9-4629-82AB-D519E477961D}" srcId="{A5F0B249-DFD6-4A2F-9B4A-6B35895190B6}" destId="{E4788314-44B2-45D7-ABED-D83EE2DC5B9A}" srcOrd="5" destOrd="0" parTransId="{A3BEA446-D02F-4CED-87BC-88CC5DA39C85}" sibTransId="{C93BDCFC-EC64-4038-957C-59E8C20E1F2A}"/>
    <dgm:cxn modelId="{38D37125-5764-4005-BF8D-35EDEC9CB6BB}" type="presOf" srcId="{AA84AF4B-993B-4F48-90B7-30966083DA5A}" destId="{448BB0A2-CD66-46F2-9067-114F09ECD49A}" srcOrd="0" destOrd="0" presId="urn:microsoft.com/office/officeart/2005/8/layout/hList1"/>
    <dgm:cxn modelId="{E2CEF212-5F93-49BD-9973-D1DFC57E28B9}" type="presOf" srcId="{CCE8AAA4-5ADC-46C4-BAC0-269A8A662751}" destId="{E3EF6A3F-BE15-4D08-9B49-2586704078F5}" srcOrd="0" destOrd="4" presId="urn:microsoft.com/office/officeart/2005/8/layout/hList1"/>
    <dgm:cxn modelId="{21D1BE23-D7AF-4A5E-BCCD-AC8FF052E293}" type="presOf" srcId="{88C2191D-FB53-4BBD-B708-8610E9746BEE}" destId="{E3EF6A3F-BE15-4D08-9B49-2586704078F5}" srcOrd="0" destOrd="0" presId="urn:microsoft.com/office/officeart/2005/8/layout/hList1"/>
    <dgm:cxn modelId="{BF3B9CA6-C10F-4A39-B517-1BBAC00A73F5}" srcId="{A5F0B249-DFD6-4A2F-9B4A-6B35895190B6}" destId="{9CC3592B-7EF0-4F04-99A8-C8ACAA1D5202}" srcOrd="3" destOrd="0" parTransId="{DEE6EEBF-AE40-4292-954F-793517F8F276}" sibTransId="{32523C4A-E2A1-4591-B8A3-A495311D4F32}"/>
    <dgm:cxn modelId="{6C72962E-AB0F-4491-9639-6A9732C9B13C}" srcId="{A5F0B249-DFD6-4A2F-9B4A-6B35895190B6}" destId="{88C2191D-FB53-4BBD-B708-8610E9746BEE}" srcOrd="0" destOrd="0" parTransId="{4EFF75A6-E4FE-4DD1-AC46-F2B30E06EB90}" sibTransId="{E332D333-17DE-4FF6-880E-8490328D0430}"/>
    <dgm:cxn modelId="{38EA930F-A057-48E7-A945-ED7C8DC5F8D3}" type="presOf" srcId="{5E7391D6-D3C3-4CE6-85ED-AA31F92A8A56}" destId="{E3EF6A3F-BE15-4D08-9B49-2586704078F5}" srcOrd="0" destOrd="2" presId="urn:microsoft.com/office/officeart/2005/8/layout/hList1"/>
    <dgm:cxn modelId="{B3E5CC54-6C52-4246-B03D-327CE8908F28}" srcId="{A5F0B249-DFD6-4A2F-9B4A-6B35895190B6}" destId="{CCE8AAA4-5ADC-46C4-BAC0-269A8A662751}" srcOrd="4" destOrd="0" parTransId="{6798A1A9-E5C3-41C3-8AAA-51C07674E538}" sibTransId="{2BBF81C1-E8E1-43A9-B554-4C40C408AB73}"/>
    <dgm:cxn modelId="{50C32E42-1354-4E0C-99F5-BD979C04C75E}" srcId="{A5F0B249-DFD6-4A2F-9B4A-6B35895190B6}" destId="{5E7391D6-D3C3-4CE6-85ED-AA31F92A8A56}" srcOrd="2" destOrd="0" parTransId="{5FF2A8CB-41F1-4A6E-87D1-8CEC8956FEB7}" sibTransId="{324CA37D-0C8A-4A30-BA32-F80B4B7BBA2A}"/>
    <dgm:cxn modelId="{358AEABC-61A9-4A6C-9C72-2D949F09E55A}" srcId="{AA84AF4B-993B-4F48-90B7-30966083DA5A}" destId="{A5F0B249-DFD6-4A2F-9B4A-6B35895190B6}" srcOrd="0" destOrd="0" parTransId="{71BEBCE1-3A11-44E7-97EB-E62152DE7CEA}" sibTransId="{1579E473-3299-4A49-B4E0-65F29999BF82}"/>
    <dgm:cxn modelId="{B23F3D5B-BCA3-4B9B-9F3B-B7C341B9542F}" type="presOf" srcId="{E4788314-44B2-45D7-ABED-D83EE2DC5B9A}" destId="{E3EF6A3F-BE15-4D08-9B49-2586704078F5}" srcOrd="0" destOrd="5" presId="urn:microsoft.com/office/officeart/2005/8/layout/hList1"/>
    <dgm:cxn modelId="{CC5384B6-FB62-4044-BC14-31D075921630}" type="presOf" srcId="{A5F0B249-DFD6-4A2F-9B4A-6B35895190B6}" destId="{FC16D8D2-AB46-49C3-B7F7-E3BF41FF0771}" srcOrd="0" destOrd="0" presId="urn:microsoft.com/office/officeart/2005/8/layout/hList1"/>
    <dgm:cxn modelId="{A5E369BA-F7D4-4A34-8362-B6AE8A0D1E0D}" type="presOf" srcId="{27F82433-BB5D-4963-B5D7-C574EFD8B768}" destId="{E3EF6A3F-BE15-4D08-9B49-2586704078F5}" srcOrd="0" destOrd="1" presId="urn:microsoft.com/office/officeart/2005/8/layout/hList1"/>
    <dgm:cxn modelId="{2336671A-AF46-4B2B-A1FF-CA75C4D37DE4}" type="presOf" srcId="{9CC3592B-7EF0-4F04-99A8-C8ACAA1D5202}" destId="{E3EF6A3F-BE15-4D08-9B49-2586704078F5}" srcOrd="0" destOrd="3" presId="urn:microsoft.com/office/officeart/2005/8/layout/hList1"/>
    <dgm:cxn modelId="{01D8741F-8AC2-4A9A-8248-7F234A960D36}" srcId="{A5F0B249-DFD6-4A2F-9B4A-6B35895190B6}" destId="{27F82433-BB5D-4963-B5D7-C574EFD8B768}" srcOrd="1" destOrd="0" parTransId="{0D432171-C176-420F-915A-B61BB622B05E}" sibTransId="{3388C2ED-EF8A-4E0A-8C3D-EEAC40D6FFAF}"/>
    <dgm:cxn modelId="{1B69FF8E-35B5-4223-9AA2-77CCB048084A}" type="presParOf" srcId="{448BB0A2-CD66-46F2-9067-114F09ECD49A}" destId="{727DD77E-9DF2-45B4-94B5-241C199201AF}" srcOrd="0" destOrd="0" presId="urn:microsoft.com/office/officeart/2005/8/layout/hList1"/>
    <dgm:cxn modelId="{F543EC13-7E16-4019-92CA-B00847ED0055}" type="presParOf" srcId="{727DD77E-9DF2-45B4-94B5-241C199201AF}" destId="{FC16D8D2-AB46-49C3-B7F7-E3BF41FF0771}" srcOrd="0" destOrd="0" presId="urn:microsoft.com/office/officeart/2005/8/layout/hList1"/>
    <dgm:cxn modelId="{ADB3F148-3625-488A-A0B1-B6AAD24E6341}" type="presParOf" srcId="{727DD77E-9DF2-45B4-94B5-241C199201AF}" destId="{E3EF6A3F-BE15-4D08-9B49-2586704078F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42A22-4D1A-4C7E-9C88-7EF14BB23D3E}">
      <dsp:nvSpPr>
        <dsp:cNvPr id="0" name=""/>
        <dsp:cNvSpPr/>
      </dsp:nvSpPr>
      <dsp:spPr>
        <a:xfrm>
          <a:off x="0" y="39753"/>
          <a:ext cx="10983010" cy="210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Statistical analysis means investigating trends, patterns, and relationships using quantitative data. </a:t>
          </a:r>
        </a:p>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It is an important research tool used by scientists, governments, businesses, and other organizations.</a:t>
          </a:r>
          <a:endParaRPr lang="en-IN" sz="2000" kern="1200" dirty="0">
            <a:solidFill>
              <a:schemeClr val="bg1"/>
            </a:solidFill>
          </a:endParaRPr>
        </a:p>
      </dsp:txBody>
      <dsp:txXfrm>
        <a:off x="102806" y="142559"/>
        <a:ext cx="10777398" cy="1900388"/>
      </dsp:txXfrm>
    </dsp:sp>
    <dsp:sp modelId="{C1DEF661-4434-4A5B-8ABD-ED1C98CBC623}">
      <dsp:nvSpPr>
        <dsp:cNvPr id="0" name=""/>
        <dsp:cNvSpPr/>
      </dsp:nvSpPr>
      <dsp:spPr>
        <a:xfrm>
          <a:off x="0" y="2120818"/>
          <a:ext cx="10983010" cy="210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To draw valid conclusions, statistical analysis requires careful planning from the very start of the research process. </a:t>
          </a:r>
        </a:p>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You need to specify your hypothesis and make decisions about your research design, sample size, and sampling procedure.</a:t>
          </a:r>
          <a:endParaRPr lang="en-IN" sz="2000" kern="1200" dirty="0">
            <a:solidFill>
              <a:schemeClr val="bg1"/>
            </a:solidFill>
          </a:endParaRPr>
        </a:p>
      </dsp:txBody>
      <dsp:txXfrm>
        <a:off x="102806" y="2223624"/>
        <a:ext cx="10777398" cy="1900388"/>
      </dsp:txXfrm>
    </dsp:sp>
    <dsp:sp modelId="{351C9E24-72DE-48B2-AFD9-0A05D1913B1D}">
      <dsp:nvSpPr>
        <dsp:cNvPr id="0" name=""/>
        <dsp:cNvSpPr/>
      </dsp:nvSpPr>
      <dsp:spPr>
        <a:xfrm>
          <a:off x="0" y="4241218"/>
          <a:ext cx="10983010" cy="210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After collecting data from your sample, you can organize and summarize the data using descriptive statistics. </a:t>
          </a:r>
        </a:p>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Then, you can use inferential statistics to formally test hypotheses and make estimates about the population. </a:t>
          </a:r>
        </a:p>
        <a:p>
          <a:pPr lvl="0" algn="just" defTabSz="889000">
            <a:lnSpc>
              <a:spcPct val="90000"/>
            </a:lnSpc>
            <a:spcBef>
              <a:spcPct val="0"/>
            </a:spcBef>
            <a:spcAft>
              <a:spcPct val="35000"/>
            </a:spcAft>
          </a:pPr>
          <a:r>
            <a:rPr lang="en-US" sz="2000" b="0" i="0" kern="1200" dirty="0">
              <a:solidFill>
                <a:schemeClr val="bg1"/>
              </a:solidFill>
              <a:effectLst/>
              <a:latin typeface="Open Sans" panose="020B0606030504020204" pitchFamily="34" charset="0"/>
            </a:rPr>
            <a:t>Finally, you can interpret and generalize your findings.</a:t>
          </a:r>
          <a:endParaRPr lang="en-IN" sz="2000" kern="1200" dirty="0">
            <a:solidFill>
              <a:schemeClr val="bg1"/>
            </a:solidFill>
          </a:endParaRPr>
        </a:p>
      </dsp:txBody>
      <dsp:txXfrm>
        <a:off x="102806" y="4344024"/>
        <a:ext cx="10777398" cy="1900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70F35-74D3-432C-9702-3BB49701CC4E}">
      <dsp:nvSpPr>
        <dsp:cNvPr id="0" name=""/>
        <dsp:cNvSpPr/>
      </dsp:nvSpPr>
      <dsp:spPr>
        <a:xfrm>
          <a:off x="0" y="520983"/>
          <a:ext cx="10727071" cy="2182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2540" tIns="687324" rIns="832540"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If measurements are used to guide decisions, then it follows logically that the more error there is in the measurements, the more error there will be in the decisions based on those measurements. </a:t>
          </a:r>
          <a:endParaRPr lang="en-IN" sz="2000" kern="1200" dirty="0">
            <a:solidFill>
              <a:schemeClr val="tx1"/>
            </a:solidFill>
            <a:latin typeface="+mn-lt"/>
          </a:endParaRPr>
        </a:p>
        <a:p>
          <a:pPr marL="228600" lvl="1" indent="-228600" algn="just" defTabSz="889000">
            <a:lnSpc>
              <a:spcPct val="90000"/>
            </a:lnSpc>
            <a:spcBef>
              <a:spcPct val="0"/>
            </a:spcBef>
            <a:spcAft>
              <a:spcPct val="15000"/>
            </a:spcAft>
            <a:buChar char="••"/>
          </a:pPr>
          <a:r>
            <a:rPr lang="en-US" sz="2000" b="1" i="0" kern="1200" dirty="0"/>
            <a:t>The purpose of Measurement System Analysis is to qualify a measurement system for use by quantifying its accuracy, precision, and stability.</a:t>
          </a:r>
          <a:endParaRPr lang="en-IN" sz="2000" kern="1200" dirty="0">
            <a:solidFill>
              <a:schemeClr val="tx1"/>
            </a:solidFill>
            <a:latin typeface="+mn-lt"/>
          </a:endParaRPr>
        </a:p>
      </dsp:txBody>
      <dsp:txXfrm>
        <a:off x="0" y="520983"/>
        <a:ext cx="10727071" cy="2182950"/>
      </dsp:txXfrm>
    </dsp:sp>
    <dsp:sp modelId="{2A3DE939-A7CA-4A80-8672-507486E5927C}">
      <dsp:nvSpPr>
        <dsp:cNvPr id="0" name=""/>
        <dsp:cNvSpPr/>
      </dsp:nvSpPr>
      <dsp:spPr>
        <a:xfrm>
          <a:off x="536353" y="33903"/>
          <a:ext cx="7508949"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820" tIns="0" rIns="283820" bIns="0" numCol="1" spcCol="1270" anchor="ctr" anchorCtr="0">
          <a:noAutofit/>
        </a:bodyPr>
        <a:lstStyle/>
        <a:p>
          <a:pPr lvl="0" algn="just" defTabSz="1066800">
            <a:lnSpc>
              <a:spcPct val="90000"/>
            </a:lnSpc>
            <a:spcBef>
              <a:spcPct val="0"/>
            </a:spcBef>
            <a:spcAft>
              <a:spcPct val="35000"/>
            </a:spcAft>
          </a:pPr>
          <a:r>
            <a:rPr lang="en-IN" sz="2400" b="0" i="0" kern="1200" dirty="0">
              <a:solidFill>
                <a:schemeClr val="bg1"/>
              </a:solidFill>
              <a:effectLst/>
              <a:latin typeface="+mj-lt"/>
            </a:rPr>
            <a:t>Measurement Statistical Analysis (MSA)</a:t>
          </a:r>
          <a:endParaRPr lang="en-IN" sz="2400" kern="1200" dirty="0">
            <a:solidFill>
              <a:schemeClr val="bg1"/>
            </a:solidFill>
            <a:latin typeface="+mj-lt"/>
          </a:endParaRPr>
        </a:p>
      </dsp:txBody>
      <dsp:txXfrm>
        <a:off x="583908" y="81458"/>
        <a:ext cx="7413839" cy="879050"/>
      </dsp:txXfrm>
    </dsp:sp>
    <dsp:sp modelId="{69D8FF7F-DF96-43E9-819F-7AFEC3AB0F28}">
      <dsp:nvSpPr>
        <dsp:cNvPr id="0" name=""/>
        <dsp:cNvSpPr/>
      </dsp:nvSpPr>
      <dsp:spPr>
        <a:xfrm>
          <a:off x="0" y="3369213"/>
          <a:ext cx="10727071" cy="30665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2540" tIns="687324" rIns="832540" bIns="142240" numCol="1" spcCol="1270" anchor="t" anchorCtr="0">
          <a:noAutofit/>
        </a:bodyPr>
        <a:lstStyle/>
        <a:p>
          <a:pPr marL="228600" lvl="1" indent="-228600" algn="just" defTabSz="889000">
            <a:lnSpc>
              <a:spcPct val="90000"/>
            </a:lnSpc>
            <a:spcBef>
              <a:spcPct val="0"/>
            </a:spcBef>
            <a:spcAft>
              <a:spcPct val="15000"/>
            </a:spcAft>
            <a:buChar char="••"/>
          </a:pPr>
          <a:r>
            <a:rPr lang="en-IN" sz="2000" b="0" i="0" kern="1200" dirty="0">
              <a:solidFill>
                <a:schemeClr val="tx1"/>
              </a:solidFill>
              <a:effectLst/>
              <a:latin typeface="+mn-lt"/>
            </a:rPr>
            <a:t>Measurement Statistical Analysis</a:t>
          </a:r>
          <a:r>
            <a:rPr lang="en-US" sz="2000" b="0" i="0" kern="1200" dirty="0">
              <a:solidFill>
                <a:schemeClr val="tx1"/>
              </a:solidFill>
              <a:effectLst/>
              <a:latin typeface="+mn-lt"/>
            </a:rPr>
            <a:t> establishes confidence in data collection methods to verify the integrity of captured data used in other quality studies. </a:t>
          </a:r>
          <a:endParaRPr lang="en-IN" sz="2000" kern="1200" dirty="0">
            <a:solidFill>
              <a:schemeClr val="tx1"/>
            </a:solidFill>
            <a:latin typeface="+mn-lt"/>
          </a:endParaRPr>
        </a:p>
        <a:p>
          <a:pPr marL="228600" lvl="1" indent="-228600" algn="just" defTabSz="889000">
            <a:lnSpc>
              <a:spcPct val="90000"/>
            </a:lnSpc>
            <a:spcBef>
              <a:spcPct val="0"/>
            </a:spcBef>
            <a:spcAft>
              <a:spcPct val="15000"/>
            </a:spcAft>
            <a:buChar char="••"/>
          </a:pPr>
          <a:r>
            <a:rPr lang="en-US" sz="2000" b="0" i="0" kern="1200" dirty="0">
              <a:solidFill>
                <a:schemeClr val="tx1"/>
              </a:solidFill>
              <a:effectLst/>
              <a:latin typeface="+mn-lt"/>
            </a:rPr>
            <a:t>This process includes evaluating measurement instruments, test methods, and data collection techniques. </a:t>
          </a:r>
        </a:p>
        <a:p>
          <a:pPr marL="228600" lvl="1" indent="-228600" algn="just" defTabSz="889000">
            <a:lnSpc>
              <a:spcPct val="90000"/>
            </a:lnSpc>
            <a:spcBef>
              <a:spcPct val="0"/>
            </a:spcBef>
            <a:spcAft>
              <a:spcPct val="15000"/>
            </a:spcAft>
            <a:buChar char="••"/>
          </a:pPr>
          <a:r>
            <a:rPr lang="en-US" sz="2000" b="0" i="0" kern="1200" dirty="0">
              <a:solidFill>
                <a:schemeClr val="tx1"/>
              </a:solidFill>
              <a:effectLst/>
              <a:latin typeface="+mn-lt"/>
            </a:rPr>
            <a:t>MSA helps manufacturers make informed decisions about their production processes and products. </a:t>
          </a:r>
        </a:p>
        <a:p>
          <a:pPr marL="228600" lvl="1" indent="-228600" algn="just" defTabSz="889000">
            <a:lnSpc>
              <a:spcPct val="90000"/>
            </a:lnSpc>
            <a:spcBef>
              <a:spcPct val="0"/>
            </a:spcBef>
            <a:spcAft>
              <a:spcPct val="15000"/>
            </a:spcAft>
            <a:buChar char="••"/>
          </a:pPr>
          <a:r>
            <a:rPr lang="en-IN" sz="2000" b="0" i="0" kern="1200" dirty="0">
              <a:solidFill>
                <a:schemeClr val="tx1"/>
              </a:solidFill>
              <a:effectLst/>
              <a:latin typeface="+mn-lt"/>
            </a:rPr>
            <a:t>Measurement Statistical Analysis</a:t>
          </a:r>
          <a:r>
            <a:rPr lang="en-US" sz="2000" b="0" i="0" kern="1200" dirty="0">
              <a:solidFill>
                <a:schemeClr val="tx1"/>
              </a:solidFill>
              <a:effectLst/>
              <a:latin typeface="+mn-lt"/>
            </a:rPr>
            <a:t> is considered as a core tool in improving the quality of decisions made through improving the quality of data used.</a:t>
          </a:r>
          <a:endParaRPr lang="en-IN" sz="2000" kern="1200" dirty="0">
            <a:solidFill>
              <a:schemeClr val="tx1"/>
            </a:solidFill>
            <a:latin typeface="+mn-lt"/>
          </a:endParaRPr>
        </a:p>
      </dsp:txBody>
      <dsp:txXfrm>
        <a:off x="0" y="3369213"/>
        <a:ext cx="10727071" cy="3066525"/>
      </dsp:txXfrm>
    </dsp:sp>
    <dsp:sp modelId="{E52B2694-2FBE-4357-A557-1717046A50DE}">
      <dsp:nvSpPr>
        <dsp:cNvPr id="0" name=""/>
        <dsp:cNvSpPr/>
      </dsp:nvSpPr>
      <dsp:spPr>
        <a:xfrm>
          <a:off x="536353" y="2882133"/>
          <a:ext cx="7508949"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820" tIns="0" rIns="283820" bIns="0" numCol="1" spcCol="1270" anchor="ctr" anchorCtr="0">
          <a:noAutofit/>
        </a:bodyPr>
        <a:lstStyle/>
        <a:p>
          <a:pPr lvl="0" algn="just" defTabSz="1066800">
            <a:lnSpc>
              <a:spcPct val="90000"/>
            </a:lnSpc>
            <a:spcBef>
              <a:spcPct val="0"/>
            </a:spcBef>
            <a:spcAft>
              <a:spcPct val="35000"/>
            </a:spcAft>
          </a:pPr>
          <a:r>
            <a:rPr lang="en-IN" sz="2400" b="0" i="0" kern="1200" dirty="0">
              <a:solidFill>
                <a:schemeClr val="bg1"/>
              </a:solidFill>
              <a:effectLst/>
              <a:latin typeface="+mj-lt"/>
            </a:rPr>
            <a:t>Why perform an MSA? </a:t>
          </a:r>
          <a:endParaRPr lang="en-IN" sz="2400" kern="1200" dirty="0">
            <a:solidFill>
              <a:schemeClr val="bg1"/>
            </a:solidFill>
            <a:latin typeface="+mj-lt"/>
          </a:endParaRPr>
        </a:p>
      </dsp:txBody>
      <dsp:txXfrm>
        <a:off x="583908" y="2929688"/>
        <a:ext cx="7413839" cy="8790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9C070-F09E-4949-8C5B-DE919575F07A}">
      <dsp:nvSpPr>
        <dsp:cNvPr id="0" name=""/>
        <dsp:cNvSpPr/>
      </dsp:nvSpPr>
      <dsp:spPr>
        <a:xfrm>
          <a:off x="0" y="180667"/>
          <a:ext cx="10631375"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US" sz="3200" kern="1200" dirty="0">
              <a:latin typeface="+mj-lt"/>
            </a:rPr>
            <a:t>STATISTICAL EVALUATION OF MEASUREMENT DATA</a:t>
          </a:r>
          <a:endParaRPr lang="en-IN" sz="3200" kern="1200" dirty="0">
            <a:latin typeface="+mj-lt"/>
          </a:endParaRPr>
        </a:p>
      </dsp:txBody>
      <dsp:txXfrm>
        <a:off x="0" y="180667"/>
        <a:ext cx="10631375" cy="892800"/>
      </dsp:txXfrm>
    </dsp:sp>
    <dsp:sp modelId="{D4362382-7295-4951-8BF8-D7FA0C0B0342}">
      <dsp:nvSpPr>
        <dsp:cNvPr id="0" name=""/>
        <dsp:cNvSpPr/>
      </dsp:nvSpPr>
      <dsp:spPr>
        <a:xfrm>
          <a:off x="0" y="1073467"/>
          <a:ext cx="10631375" cy="47653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ct val="15000"/>
            </a:spcAft>
            <a:buChar char="••"/>
          </a:pPr>
          <a:r>
            <a:rPr lang="en-US" sz="3100" kern="1200" dirty="0">
              <a:latin typeface="+mn-lt"/>
            </a:rPr>
            <a:t>Out of the various possible errors, the random errors cannot be determined in the ordinary process of measurements. </a:t>
          </a:r>
          <a:endParaRPr lang="en-IN" sz="3100" kern="1200" dirty="0">
            <a:latin typeface="+mn-lt"/>
          </a:endParaRPr>
        </a:p>
        <a:p>
          <a:pPr marL="285750" lvl="1" indent="-285750" algn="just" defTabSz="1377950">
            <a:lnSpc>
              <a:spcPct val="90000"/>
            </a:lnSpc>
            <a:spcBef>
              <a:spcPct val="0"/>
            </a:spcBef>
            <a:spcAft>
              <a:spcPct val="15000"/>
            </a:spcAft>
            <a:buChar char="••"/>
          </a:pPr>
          <a:r>
            <a:rPr lang="en-US" sz="3100" kern="1200" dirty="0">
              <a:latin typeface="+mn-lt"/>
            </a:rPr>
            <a:t>Such errors are treated mathematically </a:t>
          </a:r>
        </a:p>
        <a:p>
          <a:pPr marL="285750" lvl="1" indent="-285750" algn="just" defTabSz="1377950">
            <a:lnSpc>
              <a:spcPct val="90000"/>
            </a:lnSpc>
            <a:spcBef>
              <a:spcPct val="0"/>
            </a:spcBef>
            <a:spcAft>
              <a:spcPct val="15000"/>
            </a:spcAft>
            <a:buChar char="••"/>
          </a:pPr>
          <a:r>
            <a:rPr lang="en-US" sz="3100" kern="1200" dirty="0">
              <a:latin typeface="+mn-lt"/>
            </a:rPr>
            <a:t>The mathematical analysis of the various measurements is called statistical analysis of the data’. </a:t>
          </a:r>
        </a:p>
        <a:p>
          <a:pPr marL="285750" lvl="1" indent="-285750" algn="just" defTabSz="1377950">
            <a:lnSpc>
              <a:spcPct val="90000"/>
            </a:lnSpc>
            <a:spcBef>
              <a:spcPct val="0"/>
            </a:spcBef>
            <a:spcAft>
              <a:spcPct val="15000"/>
            </a:spcAft>
            <a:buChar char="••"/>
          </a:pPr>
          <a:r>
            <a:rPr lang="en-US" sz="3100" kern="1200" dirty="0">
              <a:latin typeface="+mn-lt"/>
            </a:rPr>
            <a:t>For such statistical analysis, the same reading is taken number of times, generally using different observers, different instruments &amp; by different ways of measurement. </a:t>
          </a:r>
        </a:p>
        <a:p>
          <a:pPr marL="285750" lvl="1" indent="-285750" algn="just" defTabSz="1377950">
            <a:lnSpc>
              <a:spcPct val="90000"/>
            </a:lnSpc>
            <a:spcBef>
              <a:spcPct val="0"/>
            </a:spcBef>
            <a:spcAft>
              <a:spcPct val="15000"/>
            </a:spcAft>
            <a:buChar char="••"/>
          </a:pPr>
          <a:r>
            <a:rPr lang="en-US" sz="3100" kern="1200" dirty="0">
              <a:latin typeface="+mn-lt"/>
            </a:rPr>
            <a:t>The statistical analysis helps to determine analytically the uncertainty of the final test results.</a:t>
          </a:r>
          <a:endParaRPr lang="en-IN" sz="3100" kern="1200" dirty="0">
            <a:latin typeface="+mn-lt"/>
          </a:endParaRPr>
        </a:p>
      </dsp:txBody>
      <dsp:txXfrm>
        <a:off x="0" y="1073467"/>
        <a:ext cx="10631375" cy="47653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5E86F-FAB0-4FC2-BF11-4344F5664060}">
      <dsp:nvSpPr>
        <dsp:cNvPr id="0" name=""/>
        <dsp:cNvSpPr/>
      </dsp:nvSpPr>
      <dsp:spPr>
        <a:xfrm>
          <a:off x="0" y="4652"/>
          <a:ext cx="10578214" cy="1756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IN" sz="4000" b="1" kern="1200" dirty="0">
              <a:latin typeface="+mj-lt"/>
            </a:rPr>
            <a:t>Application of Statistics</a:t>
          </a:r>
        </a:p>
      </dsp:txBody>
      <dsp:txXfrm>
        <a:off x="0" y="4652"/>
        <a:ext cx="10578214" cy="1756800"/>
      </dsp:txXfrm>
    </dsp:sp>
    <dsp:sp modelId="{565DF375-CAC5-41F2-B8EC-515AD1FEFC7B}">
      <dsp:nvSpPr>
        <dsp:cNvPr id="0" name=""/>
        <dsp:cNvSpPr/>
      </dsp:nvSpPr>
      <dsp:spPr>
        <a:xfrm>
          <a:off x="0" y="1761452"/>
          <a:ext cx="10578214" cy="385123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just" defTabSz="1422400">
            <a:lnSpc>
              <a:spcPct val="90000"/>
            </a:lnSpc>
            <a:spcBef>
              <a:spcPct val="0"/>
            </a:spcBef>
            <a:spcAft>
              <a:spcPts val="1800"/>
            </a:spcAft>
            <a:buChar char="••"/>
          </a:pPr>
          <a:r>
            <a:rPr lang="en-US" sz="3200" kern="1200" dirty="0">
              <a:latin typeface="+mn-lt"/>
            </a:rPr>
            <a:t>Design experiments or clinical studies </a:t>
          </a:r>
          <a:endParaRPr lang="en-IN" sz="3200" kern="1200" dirty="0">
            <a:latin typeface="+mn-lt"/>
          </a:endParaRPr>
        </a:p>
        <a:p>
          <a:pPr marL="285750" lvl="1" indent="-285750" algn="just" defTabSz="1422400">
            <a:lnSpc>
              <a:spcPct val="90000"/>
            </a:lnSpc>
            <a:spcBef>
              <a:spcPct val="0"/>
            </a:spcBef>
            <a:spcAft>
              <a:spcPts val="1800"/>
            </a:spcAft>
            <a:buChar char="••"/>
          </a:pPr>
          <a:r>
            <a:rPr lang="en-US" sz="3200" kern="1200" dirty="0">
              <a:latin typeface="+mn-lt"/>
            </a:rPr>
            <a:t>Summarize, explore, analyze, and present data</a:t>
          </a:r>
        </a:p>
        <a:p>
          <a:pPr marL="285750" lvl="1" indent="-285750" algn="just" defTabSz="1422400">
            <a:lnSpc>
              <a:spcPct val="90000"/>
            </a:lnSpc>
            <a:spcBef>
              <a:spcPct val="0"/>
            </a:spcBef>
            <a:spcAft>
              <a:spcPts val="1800"/>
            </a:spcAft>
            <a:buChar char="••"/>
          </a:pPr>
          <a:r>
            <a:rPr lang="en-US" sz="3200" kern="1200" dirty="0">
              <a:latin typeface="+mn-lt"/>
            </a:rPr>
            <a:t>Draw inferences from data by estimation or hypothesis testing</a:t>
          </a:r>
        </a:p>
        <a:p>
          <a:pPr marL="285750" lvl="1" indent="-285750" algn="just" defTabSz="1422400">
            <a:lnSpc>
              <a:spcPct val="90000"/>
            </a:lnSpc>
            <a:spcBef>
              <a:spcPct val="0"/>
            </a:spcBef>
            <a:spcAft>
              <a:spcPts val="1800"/>
            </a:spcAft>
            <a:buChar char="••"/>
          </a:pPr>
          <a:r>
            <a:rPr lang="en-US" sz="3200" kern="1200" dirty="0">
              <a:latin typeface="+mn-lt"/>
            </a:rPr>
            <a:t>Evaluate diagnostic procedure</a:t>
          </a:r>
        </a:p>
        <a:p>
          <a:pPr marL="285750" lvl="1" indent="-285750" algn="just" defTabSz="1422400">
            <a:lnSpc>
              <a:spcPct val="90000"/>
            </a:lnSpc>
            <a:spcBef>
              <a:spcPct val="0"/>
            </a:spcBef>
            <a:spcAft>
              <a:spcPts val="1800"/>
            </a:spcAft>
            <a:buChar char="••"/>
          </a:pPr>
          <a:r>
            <a:rPr lang="en-US" sz="3200" kern="1200" dirty="0">
              <a:latin typeface="+mn-lt"/>
            </a:rPr>
            <a:t>Assist clinical decision making </a:t>
          </a:r>
          <a:endParaRPr lang="en-IN" sz="3200" kern="1200" dirty="0">
            <a:latin typeface="+mn-lt"/>
          </a:endParaRPr>
        </a:p>
      </dsp:txBody>
      <dsp:txXfrm>
        <a:off x="0" y="1761452"/>
        <a:ext cx="10578214" cy="38512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E0D7A-1D6D-49C1-8E3B-0830A5EBAED2}">
      <dsp:nvSpPr>
        <dsp:cNvPr id="0" name=""/>
        <dsp:cNvSpPr/>
      </dsp:nvSpPr>
      <dsp:spPr>
        <a:xfrm>
          <a:off x="0" y="18828"/>
          <a:ext cx="10556949" cy="123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IN" sz="4000" b="0" i="0" kern="1200" dirty="0">
              <a:latin typeface="+mj-lt"/>
            </a:rPr>
            <a:t>DATA ACQUISITION</a:t>
          </a:r>
          <a:endParaRPr lang="en-IN" sz="4000" kern="1200" dirty="0">
            <a:latin typeface="+mj-lt"/>
          </a:endParaRPr>
        </a:p>
      </dsp:txBody>
      <dsp:txXfrm>
        <a:off x="0" y="18828"/>
        <a:ext cx="10556949" cy="1238400"/>
      </dsp:txXfrm>
    </dsp:sp>
    <dsp:sp modelId="{D7084F62-F8A3-4F64-A49A-CBA121A0FA94}">
      <dsp:nvSpPr>
        <dsp:cNvPr id="0" name=""/>
        <dsp:cNvSpPr/>
      </dsp:nvSpPr>
      <dsp:spPr>
        <a:xfrm>
          <a:off x="0" y="1088587"/>
          <a:ext cx="10556949" cy="48926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200150">
            <a:lnSpc>
              <a:spcPct val="90000"/>
            </a:lnSpc>
            <a:spcBef>
              <a:spcPct val="0"/>
            </a:spcBef>
            <a:spcAft>
              <a:spcPts val="1200"/>
            </a:spcAft>
            <a:buChar char="••"/>
          </a:pPr>
          <a:r>
            <a:rPr lang="en-US" sz="2700" b="0" i="0" kern="1200" dirty="0"/>
            <a:t>DATA ACQUISITION is the process of sampling signals that measure real world physical conditions and converting the resulting samples into digital numeric values that can be manipulated by a computer.</a:t>
          </a:r>
          <a:endParaRPr lang="en-IN" sz="2700" kern="1200" dirty="0"/>
        </a:p>
        <a:p>
          <a:pPr marL="228600" lvl="1" indent="-228600" algn="just" defTabSz="1200150">
            <a:lnSpc>
              <a:spcPct val="90000"/>
            </a:lnSpc>
            <a:spcBef>
              <a:spcPct val="0"/>
            </a:spcBef>
            <a:spcAft>
              <a:spcPts val="1200"/>
            </a:spcAft>
            <a:buChar char="••"/>
          </a:pPr>
          <a:r>
            <a:rPr lang="en-US" sz="2700" b="0" i="0" kern="1200" dirty="0"/>
            <a:t>Data acquisition, or DAQ as it is often referred, is the process of digitizing data from the world around us so it can be displayed, analyzed, and stored in a computer. </a:t>
          </a:r>
        </a:p>
        <a:p>
          <a:pPr marL="457200" lvl="2" indent="-228600" algn="just" defTabSz="1066800">
            <a:lnSpc>
              <a:spcPct val="90000"/>
            </a:lnSpc>
            <a:spcBef>
              <a:spcPct val="0"/>
            </a:spcBef>
            <a:spcAft>
              <a:spcPts val="1200"/>
            </a:spcAft>
            <a:buChar char="••"/>
          </a:pPr>
          <a:r>
            <a:rPr lang="en-US" sz="2400" b="0" i="0" kern="1200" dirty="0"/>
            <a:t>A simple example is the process of measuring the temperature in a room as a digital value using a sensor such as a thermocouple. </a:t>
          </a:r>
        </a:p>
        <a:p>
          <a:pPr marL="228600" lvl="1" indent="-228600" algn="just" defTabSz="1200150">
            <a:lnSpc>
              <a:spcPct val="90000"/>
            </a:lnSpc>
            <a:spcBef>
              <a:spcPct val="0"/>
            </a:spcBef>
            <a:spcAft>
              <a:spcPts val="1200"/>
            </a:spcAft>
            <a:buChar char="••"/>
          </a:pPr>
          <a:r>
            <a:rPr lang="en-US" sz="2700" b="0" i="0" kern="1200" dirty="0"/>
            <a:t>Modern data acquisition systems can include the addition of data analysis and reporting software, network connectivity, and remote control and monitoring options.</a:t>
          </a:r>
        </a:p>
      </dsp:txBody>
      <dsp:txXfrm>
        <a:off x="0" y="1088587"/>
        <a:ext cx="10556949" cy="48926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16D8D2-AB46-49C3-B7F7-E3BF41FF0771}">
      <dsp:nvSpPr>
        <dsp:cNvPr id="0" name=""/>
        <dsp:cNvSpPr/>
      </dsp:nvSpPr>
      <dsp:spPr>
        <a:xfrm>
          <a:off x="0" y="235459"/>
          <a:ext cx="10599480" cy="864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IN" sz="3200" b="1" i="0" kern="1200" dirty="0">
              <a:solidFill>
                <a:schemeClr val="bg1"/>
              </a:solidFill>
              <a:latin typeface="+mj-lt"/>
            </a:rPr>
            <a:t>Objective of </a:t>
          </a:r>
          <a:r>
            <a:rPr lang="en-IN" sz="3200" b="1" i="0" kern="1200" dirty="0">
              <a:solidFill>
                <a:schemeClr val="bg1"/>
              </a:solidFill>
              <a:effectLst/>
              <a:latin typeface="+mj-lt"/>
            </a:rPr>
            <a:t>Data Acquisition</a:t>
          </a:r>
          <a:endParaRPr lang="en-IN" sz="3200" b="1" kern="1200" dirty="0">
            <a:solidFill>
              <a:schemeClr val="bg1"/>
            </a:solidFill>
            <a:latin typeface="+mj-lt"/>
          </a:endParaRPr>
        </a:p>
      </dsp:txBody>
      <dsp:txXfrm>
        <a:off x="0" y="235459"/>
        <a:ext cx="10599480" cy="864000"/>
      </dsp:txXfrm>
    </dsp:sp>
    <dsp:sp modelId="{E3EF6A3F-BE15-4D08-9B49-2586704078F5}">
      <dsp:nvSpPr>
        <dsp:cNvPr id="0" name=""/>
        <dsp:cNvSpPr/>
      </dsp:nvSpPr>
      <dsp:spPr>
        <a:xfrm>
          <a:off x="0" y="1099459"/>
          <a:ext cx="10599480" cy="50233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just" defTabSz="1333500">
            <a:lnSpc>
              <a:spcPct val="90000"/>
            </a:lnSpc>
            <a:spcBef>
              <a:spcPct val="0"/>
            </a:spcBef>
            <a:spcAft>
              <a:spcPct val="15000"/>
            </a:spcAft>
            <a:buChar char="••"/>
          </a:pPr>
          <a:r>
            <a:rPr lang="en-US" sz="3000" b="0" i="0" kern="1200" dirty="0"/>
            <a:t>It must acquire the necessary data, at correct speed and at correct time.</a:t>
          </a:r>
          <a:endParaRPr lang="en-IN" sz="3000" kern="1200" dirty="0"/>
        </a:p>
        <a:p>
          <a:pPr marL="285750" lvl="1" indent="-285750" algn="just" defTabSz="1333500">
            <a:lnSpc>
              <a:spcPct val="90000"/>
            </a:lnSpc>
            <a:spcBef>
              <a:spcPct val="0"/>
            </a:spcBef>
            <a:spcAft>
              <a:spcPct val="15000"/>
            </a:spcAft>
            <a:buChar char="••"/>
          </a:pPr>
          <a:r>
            <a:rPr lang="en-US" sz="3000" b="0" i="0" kern="1200" dirty="0"/>
            <a:t>It must monitor the complete plant operation to maintain on line and safe operations.</a:t>
          </a:r>
        </a:p>
        <a:p>
          <a:pPr marL="285750" lvl="1" indent="-285750" algn="just" defTabSz="1333500">
            <a:lnSpc>
              <a:spcPct val="90000"/>
            </a:lnSpc>
            <a:spcBef>
              <a:spcPct val="0"/>
            </a:spcBef>
            <a:spcAft>
              <a:spcPct val="15000"/>
            </a:spcAft>
            <a:buChar char="••"/>
          </a:pPr>
          <a:r>
            <a:rPr lang="en-US" sz="3000" b="0" i="0" kern="1200" dirty="0"/>
            <a:t>It must be able to collect, summaries and store data for diagnosis of operation and record purpose.</a:t>
          </a:r>
        </a:p>
        <a:p>
          <a:pPr marL="285750" lvl="1" indent="-285750" algn="just" defTabSz="1333500">
            <a:lnSpc>
              <a:spcPct val="90000"/>
            </a:lnSpc>
            <a:spcBef>
              <a:spcPct val="0"/>
            </a:spcBef>
            <a:spcAft>
              <a:spcPct val="15000"/>
            </a:spcAft>
            <a:buChar char="••"/>
          </a:pPr>
          <a:r>
            <a:rPr lang="en-US" sz="3000" b="0" i="0" kern="1200" dirty="0"/>
            <a:t>It must be flexible and capable of being expanded for future requirements.</a:t>
          </a:r>
        </a:p>
        <a:p>
          <a:pPr marL="285750" lvl="1" indent="-285750" algn="just" defTabSz="1333500">
            <a:lnSpc>
              <a:spcPct val="90000"/>
            </a:lnSpc>
            <a:spcBef>
              <a:spcPct val="0"/>
            </a:spcBef>
            <a:spcAft>
              <a:spcPct val="15000"/>
            </a:spcAft>
            <a:buChar char="••"/>
          </a:pPr>
          <a:r>
            <a:rPr lang="en-US" sz="3000" b="0" i="0" kern="1200" dirty="0"/>
            <a:t>It must be able to compute unit performance indices using on-line, real time data.</a:t>
          </a:r>
        </a:p>
        <a:p>
          <a:pPr marL="285750" lvl="1" indent="-285750" algn="just" defTabSz="1333500">
            <a:lnSpc>
              <a:spcPct val="90000"/>
            </a:lnSpc>
            <a:spcBef>
              <a:spcPct val="0"/>
            </a:spcBef>
            <a:spcAft>
              <a:spcPct val="15000"/>
            </a:spcAft>
            <a:buChar char="••"/>
          </a:pPr>
          <a:r>
            <a:rPr lang="en-US" sz="3000" b="0" i="0" kern="1200" dirty="0"/>
            <a:t>It must be reliable, easy to operate and must be user friendly.</a:t>
          </a:r>
        </a:p>
      </dsp:txBody>
      <dsp:txXfrm>
        <a:off x="0" y="1099459"/>
        <a:ext cx="10599480" cy="50233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hyperlink" Target="http://mediatoget.blogspot.in/2012/01/static-dynamic-characteristicsof.htm"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3" imgW="2169000" imgH="2169360" progId="">
                  <p:embed/>
                </p:oleObj>
              </mc:Choice>
              <mc:Fallback>
                <p:oleObj name="CorelDRAW" r:id="rId3" imgW="2169000" imgH="2169360" progId="">
                  <p:embed/>
                  <p:pic>
                    <p:nvPicPr>
                      <p:cNvPr id="48" name="Object 47">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9" y="1554480"/>
            <a:ext cx="9780386" cy="5032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b="1" dirty="0" smtClean="0">
                <a:solidFill>
                  <a:prstClr val="black">
                    <a:lumMod val="85000"/>
                    <a:lumOff val="15000"/>
                  </a:prstClr>
                </a:solidFill>
                <a:latin typeface="Times New Roman" panose="02020603050405020304" pitchFamily="18" charset="0"/>
                <a:cs typeface="Times New Roman" panose="02020603050405020304" pitchFamily="18" charset="0"/>
              </a:rPr>
              <a:t>23SZT-148</a:t>
            </a:r>
            <a:endParaRPr lang="en-US" sz="28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altLang="en-US" sz="2000" dirty="0">
                <a:ln w="0"/>
                <a:effectLst>
                  <a:outerShdw blurRad="38100" dist="25400" dir="5400000" algn="ctr" rotWithShape="0">
                    <a:srgbClr val="6E747A">
                      <a:alpha val="43000"/>
                    </a:srgbClr>
                  </a:outerShdw>
                </a:effectLst>
                <a:latin typeface="Arial" panose="020B0604020202020204" pitchFamily="34" charset="0"/>
              </a:rPr>
              <a:t>Statistical Analysis</a:t>
            </a:r>
            <a:r>
              <a:rPr lang="en-US" sz="2000" b="1" dirty="0" smtClean="0">
                <a:latin typeface="Times New Roman" panose="02020603050405020304" pitchFamily="18" charset="0"/>
                <a:cs typeface="Times New Roman" panose="02020603050405020304" pitchFamily="18" charset="0"/>
              </a:rPr>
              <a:t> </a:t>
            </a:r>
          </a:p>
          <a:p>
            <a:pPr algn="ctr" defTabSz="622300">
              <a:lnSpc>
                <a:spcPct val="90000"/>
              </a:lnSpc>
              <a:spcBef>
                <a:spcPct val="0"/>
              </a:spcBef>
              <a:spcAft>
                <a:spcPct val="35000"/>
              </a:spcAft>
            </a:pPr>
            <a:r>
              <a:rPr lang="en-IN" sz="2000" dirty="0"/>
              <a:t>DATA ACQUISITION</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 xmlns:a16="http://schemas.microsoft.com/office/drawing/2014/main" id="{6F774966-ABEE-421A-86C4-FF2E9BD06FAB}"/>
              </a:ext>
            </a:extLst>
          </p:cNvPr>
          <p:cNvGraphicFramePr>
            <a:graphicFrameLocks noGrp="1"/>
          </p:cNvGraphicFramePr>
          <p:nvPr/>
        </p:nvGraphicFramePr>
        <p:xfrm>
          <a:off x="1044989" y="1889125"/>
          <a:ext cx="6376988" cy="3799206"/>
        </p:xfrm>
        <a:graphic>
          <a:graphicData uri="http://schemas.openxmlformats.org/drawingml/2006/table">
            <a:tbl>
              <a:tblPr/>
              <a:tblGrid>
                <a:gridCol w="981075">
                  <a:extLst>
                    <a:ext uri="{9D8B030D-6E8A-4147-A177-3AD203B41FA5}">
                      <a16:colId xmlns="" xmlns:a16="http://schemas.microsoft.com/office/drawing/2014/main" val="20000"/>
                    </a:ext>
                  </a:extLst>
                </a:gridCol>
                <a:gridCol w="4019550">
                  <a:extLst>
                    <a:ext uri="{9D8B030D-6E8A-4147-A177-3AD203B41FA5}">
                      <a16:colId xmlns="" xmlns:a16="http://schemas.microsoft.com/office/drawing/2014/main" val="20001"/>
                    </a:ext>
                  </a:extLst>
                </a:gridCol>
                <a:gridCol w="1376363">
                  <a:extLst>
                    <a:ext uri="{9D8B030D-6E8A-4147-A177-3AD203B41FA5}">
                      <a16:colId xmlns="" xmlns:a16="http://schemas.microsoft.com/office/drawing/2014/main" val="20002"/>
                    </a:ext>
                  </a:extLst>
                </a:gridCol>
              </a:tblGrid>
              <a:tr h="5572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958850">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develop the firm foundation in  science principles and higher level of understanding in each of the biology sub-discipline.</a:t>
                      </a:r>
                      <a:endPar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7191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excel in career as researcher in both traditional and emerging fields of science .</a:t>
                      </a:r>
                      <a:endPar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7191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CO3</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 ethical principles and responsibilities for science practices in society.</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835025">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CO4</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learn the new areas of biology for contemporary research with interdisciplinary  approach</a:t>
                      </a: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7" name="Rectangle 6">
            <a:extLst>
              <a:ext uri="{FF2B5EF4-FFF2-40B4-BE49-F238E27FC236}">
                <a16:creationId xmlns=""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 xmlns:a16="http://schemas.microsoft.com/office/drawing/2014/main" id="{65EE6DA7-3F8E-46CE-A5B7-337A4278EAE8}"/>
              </a:ext>
            </a:extLst>
          </p:cNvPr>
          <p:cNvCxnSpPr>
            <a:cxnSpLocks/>
          </p:cNvCxnSpPr>
          <p:nvPr/>
        </p:nvCxnSpPr>
        <p:spPr>
          <a:xfrm>
            <a:off x="7065963" y="4403725"/>
            <a:ext cx="995362"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 xmlns:a16="http://schemas.microsoft.com/office/drawing/2014/main" id="{133B9873-0D72-4F00-B232-68A50C2F664D}"/>
              </a:ext>
            </a:extLst>
          </p:cNvPr>
          <p:cNvGraphicFramePr>
            <a:graphicFrameLocks noGrp="1"/>
          </p:cNvGraphicFramePr>
          <p:nvPr/>
        </p:nvGraphicFramePr>
        <p:xfrm>
          <a:off x="901382" y="1706145"/>
          <a:ext cx="10485247" cy="4680295"/>
        </p:xfrm>
        <a:graphic>
          <a:graphicData uri="http://schemas.openxmlformats.org/drawingml/2006/table">
            <a:tbl>
              <a:tblPr/>
              <a:tblGrid>
                <a:gridCol w="2018630">
                  <a:extLst>
                    <a:ext uri="{9D8B030D-6E8A-4147-A177-3AD203B41FA5}">
                      <a16:colId xmlns="" xmlns:a16="http://schemas.microsoft.com/office/drawing/2014/main" val="20000"/>
                    </a:ext>
                  </a:extLst>
                </a:gridCol>
                <a:gridCol w="6128994">
                  <a:extLst>
                    <a:ext uri="{9D8B030D-6E8A-4147-A177-3AD203B41FA5}">
                      <a16:colId xmlns="" xmlns:a16="http://schemas.microsoft.com/office/drawing/2014/main" val="20001"/>
                    </a:ext>
                  </a:extLst>
                </a:gridCol>
                <a:gridCol w="2337623">
                  <a:extLst>
                    <a:ext uri="{9D8B030D-6E8A-4147-A177-3AD203B41FA5}">
                      <a16:colId xmlns=""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 xmlns:a16="http://schemas.microsoft.com/office/drawing/2014/main" val="10001"/>
                  </a:ext>
                </a:extLst>
              </a:tr>
            </a:tbl>
          </a:graphicData>
        </a:graphic>
      </p:graphicFrame>
      <p:pic>
        <p:nvPicPr>
          <p:cNvPr id="6" name="Picture 5">
            <a:extLst>
              <a:ext uri="{FF2B5EF4-FFF2-40B4-BE49-F238E27FC236}">
                <a16:creationId xmlns=""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7CCC83-723E-4C0A-97DA-BCDAD92CBC4B}"/>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kumimoji="0" lang="en-US" altLang="en-US" sz="6000" i="0" u="none" strike="noStrike" normalizeH="0" baseline="0" dirty="0">
                <a:ln w="0"/>
                <a:solidFill>
                  <a:schemeClr val="accent1"/>
                </a:solidFill>
                <a:effectLst>
                  <a:outerShdw blurRad="38100" dist="25400" dir="5400000" algn="ctr" rotWithShape="0">
                    <a:srgbClr val="6E747A">
                      <a:alpha val="43000"/>
                    </a:srgbClr>
                  </a:outerShdw>
                </a:effectLst>
                <a:latin typeface="Arial" panose="020B0604020202020204" pitchFamily="34" charset="0"/>
              </a:rPr>
              <a:t>Statistical Analysis</a:t>
            </a:r>
            <a:endParaRPr lang="en-IN" dirty="0">
              <a:ln w="0"/>
              <a:solidFill>
                <a:schemeClr val="accent1"/>
              </a:solidFill>
              <a:effectLst>
                <a:outerShdw blurRad="38100" dist="25400" dir="5400000" algn="ctr" rotWithShape="0">
                  <a:srgbClr val="6E747A">
                    <a:alpha val="43000"/>
                  </a:srgbClr>
                </a:outerShdw>
              </a:effectLst>
            </a:endParaRPr>
          </a:p>
        </p:txBody>
      </p:sp>
      <p:sp>
        <p:nvSpPr>
          <p:cNvPr id="4" name="Slide Number Placeholder 3">
            <a:extLst>
              <a:ext uri="{FF2B5EF4-FFF2-40B4-BE49-F238E27FC236}">
                <a16:creationId xmlns="" xmlns:a16="http://schemas.microsoft.com/office/drawing/2014/main" id="{377003F1-BBE5-4235-ACAB-4BC780201243}"/>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559652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F23DC3B-9D47-48DA-A643-ADB66AF6FDD5}"/>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 xmlns:a16="http://schemas.microsoft.com/office/drawing/2014/main" id="{63EC3A6F-33DB-4ABB-8373-93F37FAB1172}"/>
              </a:ext>
            </a:extLst>
          </p:cNvPr>
          <p:cNvGraphicFramePr/>
          <p:nvPr>
            <p:extLst>
              <p:ext uri="{D42A27DB-BD31-4B8C-83A1-F6EECF244321}">
                <p14:modId xmlns:p14="http://schemas.microsoft.com/office/powerpoint/2010/main" val="3460358801"/>
              </p:ext>
            </p:extLst>
          </p:nvPr>
        </p:nvGraphicFramePr>
        <p:xfrm>
          <a:off x="784447" y="233916"/>
          <a:ext cx="10983010" cy="6347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938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B758360-1DC9-4BA2-8374-806E2E2B7182}"/>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 xmlns:a16="http://schemas.microsoft.com/office/drawing/2014/main" id="{88AA8BFD-F0BF-4C93-9ADF-09D4C5D12D7F}"/>
              </a:ext>
            </a:extLst>
          </p:cNvPr>
          <p:cNvGraphicFramePr/>
          <p:nvPr>
            <p:extLst>
              <p:ext uri="{D42A27DB-BD31-4B8C-83A1-F6EECF244321}">
                <p14:modId xmlns:p14="http://schemas.microsoft.com/office/powerpoint/2010/main" val="2159666206"/>
              </p:ext>
            </p:extLst>
          </p:nvPr>
        </p:nvGraphicFramePr>
        <p:xfrm>
          <a:off x="862417" y="251833"/>
          <a:ext cx="10727071" cy="6469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947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789432E-53DA-4807-AF09-7CBB8DD6D7FB}"/>
              </a:ext>
            </a:extLst>
          </p:cNvPr>
          <p:cNvSpPr>
            <a:spLocks noGrp="1"/>
          </p:cNvSpPr>
          <p:nvPr>
            <p:ph type="sldNum" sz="quarter" idx="12"/>
          </p:nvPr>
        </p:nvSpPr>
        <p:spPr/>
        <p:txBody>
          <a:bodyPr/>
          <a:lstStyle/>
          <a:p>
            <a:fld id="{BDCDBBEF-AA6C-4BA6-85B2-A17D7F280E38}" type="slidenum">
              <a:rPr lang="en-US" smtClean="0"/>
              <a:pPr/>
              <a:t>7</a:t>
            </a:fld>
            <a:endParaRPr lang="en-US"/>
          </a:p>
        </p:txBody>
      </p:sp>
      <p:graphicFrame>
        <p:nvGraphicFramePr>
          <p:cNvPr id="3" name="Diagram 2">
            <a:extLst>
              <a:ext uri="{FF2B5EF4-FFF2-40B4-BE49-F238E27FC236}">
                <a16:creationId xmlns="" xmlns:a16="http://schemas.microsoft.com/office/drawing/2014/main" id="{EC6BEFB7-6264-41D6-82E5-1A697C8EBCC0}"/>
              </a:ext>
            </a:extLst>
          </p:cNvPr>
          <p:cNvGraphicFramePr/>
          <p:nvPr>
            <p:extLst>
              <p:ext uri="{D42A27DB-BD31-4B8C-83A1-F6EECF244321}">
                <p14:modId xmlns:p14="http://schemas.microsoft.com/office/powerpoint/2010/main" val="3785767323"/>
              </p:ext>
            </p:extLst>
          </p:nvPr>
        </p:nvGraphicFramePr>
        <p:xfrm>
          <a:off x="968745" y="336894"/>
          <a:ext cx="10631376" cy="6019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148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5D551E7-801C-47F6-AD09-460A10FE60B2}"/>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 xmlns:a16="http://schemas.microsoft.com/office/drawing/2014/main" id="{8069A885-D1F9-4C41-800D-497BF19241E9}"/>
              </a:ext>
            </a:extLst>
          </p:cNvPr>
          <p:cNvGraphicFramePr/>
          <p:nvPr>
            <p:extLst>
              <p:ext uri="{D42A27DB-BD31-4B8C-83A1-F6EECF244321}">
                <p14:modId xmlns:p14="http://schemas.microsoft.com/office/powerpoint/2010/main" val="1540181691"/>
              </p:ext>
            </p:extLst>
          </p:nvPr>
        </p:nvGraphicFramePr>
        <p:xfrm>
          <a:off x="990009" y="517647"/>
          <a:ext cx="10578214" cy="5617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614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5D83F0CB-CF78-4BDF-AB20-BA240DCBED82}"/>
              </a:ext>
            </a:extLst>
          </p:cNvPr>
          <p:cNvSpPr>
            <a:spLocks noGrp="1"/>
          </p:cNvSpPr>
          <p:nvPr>
            <p:ph type="sldNum" sz="quarter" idx="12"/>
          </p:nvPr>
        </p:nvSpPr>
        <p:spPr/>
        <p:txBody>
          <a:bodyPr/>
          <a:lstStyle/>
          <a:p>
            <a:fld id="{BDCDBBEF-AA6C-4BA6-85B2-A17D7F280E38}" type="slidenum">
              <a:rPr lang="en-US" smtClean="0"/>
              <a:pPr/>
              <a:t>9</a:t>
            </a:fld>
            <a:endParaRPr lang="en-US"/>
          </a:p>
        </p:txBody>
      </p:sp>
      <p:graphicFrame>
        <p:nvGraphicFramePr>
          <p:cNvPr id="3" name="Diagram 2">
            <a:extLst>
              <a:ext uri="{FF2B5EF4-FFF2-40B4-BE49-F238E27FC236}">
                <a16:creationId xmlns="" xmlns:a16="http://schemas.microsoft.com/office/drawing/2014/main" id="{72658863-E824-444D-A492-0E7C18A25CB3}"/>
              </a:ext>
            </a:extLst>
          </p:cNvPr>
          <p:cNvGraphicFramePr/>
          <p:nvPr>
            <p:extLst>
              <p:ext uri="{D42A27DB-BD31-4B8C-83A1-F6EECF244321}">
                <p14:modId xmlns:p14="http://schemas.microsoft.com/office/powerpoint/2010/main" val="2131013243"/>
              </p:ext>
            </p:extLst>
          </p:nvPr>
        </p:nvGraphicFramePr>
        <p:xfrm>
          <a:off x="979376" y="485749"/>
          <a:ext cx="10556949" cy="60001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625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DE0E0A-01ED-4923-9BAB-69BE95A41CAD}"/>
              </a:ext>
            </a:extLst>
          </p:cNvPr>
          <p:cNvSpPr>
            <a:spLocks noGrp="1"/>
          </p:cNvSpPr>
          <p:nvPr>
            <p:ph type="title"/>
          </p:nvPr>
        </p:nvSpPr>
        <p:spPr>
          <a:xfrm>
            <a:off x="838200" y="301328"/>
            <a:ext cx="10515600" cy="995841"/>
          </a:xfrm>
        </p:spPr>
        <p:txBody>
          <a:bodyPr>
            <a:normAutofit/>
          </a:bodyPr>
          <a:lstStyle/>
          <a:p>
            <a:pPr algn="ctr"/>
            <a:r>
              <a:rPr lang="en-US" sz="3600" b="0" i="0" dirty="0">
                <a:solidFill>
                  <a:srgbClr val="049AD6"/>
                </a:solidFill>
                <a:effectLst/>
              </a:rPr>
              <a:t>Components of a Data Acquisition System</a:t>
            </a:r>
            <a:endParaRPr lang="en-IN" sz="3600" dirty="0"/>
          </a:p>
        </p:txBody>
      </p:sp>
      <p:sp>
        <p:nvSpPr>
          <p:cNvPr id="3" name="Slide Number Placeholder 2">
            <a:extLst>
              <a:ext uri="{FF2B5EF4-FFF2-40B4-BE49-F238E27FC236}">
                <a16:creationId xmlns="" xmlns:a16="http://schemas.microsoft.com/office/drawing/2014/main" id="{B402701F-BC74-4748-8A91-536F8964728D}"/>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a:extLst>
              <a:ext uri="{FF2B5EF4-FFF2-40B4-BE49-F238E27FC236}">
                <a16:creationId xmlns="" xmlns:a16="http://schemas.microsoft.com/office/drawing/2014/main" id="{CCA4B4AA-8344-486C-BBBE-2330D357602D}"/>
              </a:ext>
            </a:extLst>
          </p:cNvPr>
          <p:cNvPicPr>
            <a:picLocks noChangeAspect="1"/>
          </p:cNvPicPr>
          <p:nvPr/>
        </p:nvPicPr>
        <p:blipFill rotWithShape="1">
          <a:blip r:embed="rId2">
            <a:extLst>
              <a:ext uri="{28A0092B-C50C-407E-A947-70E740481C1C}">
                <a14:useLocalDpi xmlns:a14="http://schemas.microsoft.com/office/drawing/2010/main" val="0"/>
              </a:ext>
            </a:extLst>
          </a:blip>
          <a:srcRect t="9619"/>
          <a:stretch/>
        </p:blipFill>
        <p:spPr>
          <a:xfrm>
            <a:off x="975602" y="3880881"/>
            <a:ext cx="10263012" cy="2828260"/>
          </a:xfrm>
          <a:prstGeom prst="rect">
            <a:avLst/>
          </a:prstGeom>
        </p:spPr>
      </p:pic>
      <p:sp>
        <p:nvSpPr>
          <p:cNvPr id="7" name="TextBox 6">
            <a:extLst>
              <a:ext uri="{FF2B5EF4-FFF2-40B4-BE49-F238E27FC236}">
                <a16:creationId xmlns="" xmlns:a16="http://schemas.microsoft.com/office/drawing/2014/main" id="{46593ACA-D6C2-46D2-BC5E-230DF6187747}"/>
              </a:ext>
            </a:extLst>
          </p:cNvPr>
          <p:cNvSpPr txBox="1"/>
          <p:nvPr/>
        </p:nvSpPr>
        <p:spPr>
          <a:xfrm>
            <a:off x="975601" y="1244851"/>
            <a:ext cx="10656417" cy="2539157"/>
          </a:xfrm>
          <a:prstGeom prst="rect">
            <a:avLst/>
          </a:prstGeom>
          <a:noFill/>
        </p:spPr>
        <p:txBody>
          <a:bodyPr wrap="square">
            <a:spAutoFit/>
          </a:bodyPr>
          <a:lstStyle/>
          <a:p>
            <a:pPr marL="285750" indent="-285750" algn="just">
              <a:spcAft>
                <a:spcPts val="600"/>
              </a:spcAft>
              <a:buFont typeface="Arial" panose="020B0604020202020204" pitchFamily="34" charset="0"/>
              <a:buChar char="•"/>
            </a:pPr>
            <a:r>
              <a:rPr lang="en-US" sz="2400" b="0" i="0" dirty="0">
                <a:solidFill>
                  <a:srgbClr val="333333"/>
                </a:solidFill>
                <a:effectLst/>
              </a:rPr>
              <a:t>All data acquisition systems consist of three essential elements </a:t>
            </a:r>
          </a:p>
          <a:p>
            <a:pPr marL="742950" lvl="1" indent="-285750" algn="just">
              <a:spcAft>
                <a:spcPts val="600"/>
              </a:spcAft>
              <a:buFont typeface="Arial" panose="020B0604020202020204" pitchFamily="34" charset="0"/>
              <a:buChar char="•"/>
            </a:pPr>
            <a:r>
              <a:rPr lang="en-US" sz="2400" b="1" i="0" dirty="0">
                <a:solidFill>
                  <a:srgbClr val="333333"/>
                </a:solidFill>
                <a:effectLst/>
              </a:rPr>
              <a:t>Sensor</a:t>
            </a:r>
            <a:r>
              <a:rPr lang="en-US" sz="2400" b="0" i="0" dirty="0">
                <a:solidFill>
                  <a:srgbClr val="333333"/>
                </a:solidFill>
                <a:effectLst/>
              </a:rPr>
              <a:t> that convert physical parameters to electrical signals</a:t>
            </a:r>
          </a:p>
          <a:p>
            <a:pPr marL="742950" lvl="1" indent="-285750" algn="just">
              <a:spcAft>
                <a:spcPts val="600"/>
              </a:spcAft>
              <a:buFont typeface="Arial" panose="020B0604020202020204" pitchFamily="34" charset="0"/>
              <a:buChar char="•"/>
            </a:pPr>
            <a:r>
              <a:rPr lang="en-US" sz="2400" b="1" i="0" dirty="0">
                <a:solidFill>
                  <a:srgbClr val="333333"/>
                </a:solidFill>
                <a:effectLst/>
              </a:rPr>
              <a:t>Signal conditioning </a:t>
            </a:r>
            <a:r>
              <a:rPr lang="en-US" sz="2400" b="0" i="0" dirty="0">
                <a:solidFill>
                  <a:srgbClr val="333333"/>
                </a:solidFill>
                <a:effectLst/>
              </a:rPr>
              <a:t>circuitry to convert sensor signals into a form that can be converted to digital values.</a:t>
            </a:r>
          </a:p>
          <a:p>
            <a:pPr marL="742950" lvl="1" indent="-285750" algn="just">
              <a:spcAft>
                <a:spcPts val="600"/>
              </a:spcAft>
              <a:buFont typeface="Arial" panose="020B0604020202020204" pitchFamily="34" charset="0"/>
              <a:buChar char="•"/>
            </a:pPr>
            <a:r>
              <a:rPr lang="en-US" sz="2400" b="1" i="0" dirty="0">
                <a:solidFill>
                  <a:srgbClr val="333333"/>
                </a:solidFill>
                <a:effectLst/>
              </a:rPr>
              <a:t>Analog-to-Digital Converter (ADC</a:t>
            </a:r>
            <a:r>
              <a:rPr lang="en-US" sz="2400" b="1" dirty="0">
                <a:solidFill>
                  <a:srgbClr val="333333"/>
                </a:solidFill>
                <a:effectLst/>
              </a:rPr>
              <a:t>)</a:t>
            </a:r>
            <a:r>
              <a:rPr lang="en-US" sz="2400" dirty="0">
                <a:solidFill>
                  <a:srgbClr val="333333"/>
                </a:solidFill>
                <a:effectLst/>
              </a:rPr>
              <a:t>, which convert conditioned sensor signals to digital values</a:t>
            </a:r>
            <a:r>
              <a:rPr lang="en-US" sz="2400" b="1" i="0" dirty="0">
                <a:solidFill>
                  <a:srgbClr val="333333"/>
                </a:solidFill>
                <a:effectLst/>
              </a:rPr>
              <a:t>.</a:t>
            </a:r>
            <a:endParaRPr lang="en-IN" sz="2400" b="1" dirty="0"/>
          </a:p>
        </p:txBody>
      </p:sp>
    </p:spTree>
    <p:extLst>
      <p:ext uri="{BB962C8B-B14F-4D97-AF65-F5344CB8AC3E}">
        <p14:creationId xmlns:p14="http://schemas.microsoft.com/office/powerpoint/2010/main" val="3378406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4B8763D9-9B61-4155-8977-269B1398FB56}"/>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 xmlns:a16="http://schemas.microsoft.com/office/drawing/2014/main" id="{9993494D-F956-49D4-85D4-C8AE40D0898D}"/>
              </a:ext>
            </a:extLst>
          </p:cNvPr>
          <p:cNvGraphicFramePr/>
          <p:nvPr>
            <p:extLst>
              <p:ext uri="{D42A27DB-BD31-4B8C-83A1-F6EECF244321}">
                <p14:modId xmlns:p14="http://schemas.microsoft.com/office/powerpoint/2010/main" val="2548736954"/>
              </p:ext>
            </p:extLst>
          </p:nvPr>
        </p:nvGraphicFramePr>
        <p:xfrm>
          <a:off x="1096334" y="212651"/>
          <a:ext cx="10599480" cy="6358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0861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cs typeface="Times New Roman" panose="02020603050405020304" pitchFamily="18" charset="0"/>
              </a:rPr>
              <a:t>REFERENCES  </a:t>
            </a:r>
            <a:r>
              <a:rPr lang="en-US" sz="3600" dirty="0"/>
              <a:t> </a:t>
            </a:r>
          </a:p>
        </p:txBody>
      </p:sp>
      <p:sp>
        <p:nvSpPr>
          <p:cNvPr id="3" name="Content Placeholder 2"/>
          <p:cNvSpPr>
            <a:spLocks noGrp="1"/>
          </p:cNvSpPr>
          <p:nvPr>
            <p:ph idx="1"/>
          </p:nvPr>
        </p:nvSpPr>
        <p:spPr>
          <a:xfrm>
            <a:off x="838200" y="1825625"/>
            <a:ext cx="10515600" cy="4672014"/>
          </a:xfrm>
        </p:spPr>
        <p:txBody>
          <a:bodyPr>
            <a:noAutofit/>
          </a:bodyPr>
          <a:lstStyle/>
          <a:p>
            <a:pPr marL="265113" indent="-265113" algn="just">
              <a:buFont typeface="Courier New" panose="02070309020205020404" pitchFamily="49" charset="0"/>
              <a:buChar char="o"/>
              <a:defRPr/>
            </a:pPr>
            <a:r>
              <a:rPr lang="en-IN" sz="1600" dirty="0"/>
              <a:t>C. R. Balamurugan and D. </a:t>
            </a:r>
            <a:r>
              <a:rPr lang="en-IN" sz="1600" dirty="0" err="1"/>
              <a:t>Periazhaagar</a:t>
            </a:r>
            <a:r>
              <a:rPr lang="en-IN" sz="1600" dirty="0"/>
              <a:t> Basics of Biomedical Instrumentation. Magnus Publications, Chennai ISBN: 978-81-939626-7-1</a:t>
            </a:r>
          </a:p>
          <a:p>
            <a:pPr marL="265113" indent="-265113" algn="just">
              <a:buFont typeface="Courier New" panose="02070309020205020404" pitchFamily="49" charset="0"/>
              <a:buChar char="o"/>
              <a:defRPr/>
            </a:pPr>
            <a:r>
              <a:rPr lang="en-IN" sz="1600" dirty="0"/>
              <a:t>Gupta, P.K.. Cytology, Genetics and Molecular Biology, Rastogi Publishers, Meerut, 1993.</a:t>
            </a:r>
          </a:p>
          <a:p>
            <a:pPr marL="265113" indent="-265113" algn="just">
              <a:buFont typeface="Courier New" panose="02070309020205020404" pitchFamily="49" charset="0"/>
              <a:buChar char="o"/>
              <a:defRPr/>
            </a:pPr>
            <a:r>
              <a:rPr lang="en-IN" sz="1600" dirty="0" err="1"/>
              <a:t>Roit</a:t>
            </a:r>
            <a:r>
              <a:rPr lang="en-IN" sz="1600" dirty="0"/>
              <a:t> I.M., </a:t>
            </a:r>
            <a:r>
              <a:rPr lang="en-IN" sz="1600" dirty="0" err="1"/>
              <a:t>Brostoff</a:t>
            </a:r>
            <a:r>
              <a:rPr lang="en-IN" sz="1600" dirty="0"/>
              <a:t> J. and Male D. Mosby .Immunology (6 </a:t>
            </a:r>
            <a:r>
              <a:rPr lang="en-IN" sz="1600" dirty="0" err="1"/>
              <a:t>th</a:t>
            </a:r>
            <a:r>
              <a:rPr lang="en-IN" sz="1600" dirty="0"/>
              <a:t> Edition) by, An imprint of Elsevier Sci Ltd., 2002.</a:t>
            </a:r>
          </a:p>
          <a:p>
            <a:pPr marL="265113" indent="-265113" algn="just">
              <a:buFont typeface="Courier New" panose="02070309020205020404" pitchFamily="49" charset="0"/>
              <a:buChar char="o"/>
              <a:defRPr/>
            </a:pPr>
            <a:r>
              <a:rPr lang="en-IN" sz="1600" dirty="0"/>
              <a:t>G. Webster , Medical Instrumentation: Application And Design, 3rd edition ,Wiley Publishers</a:t>
            </a:r>
          </a:p>
          <a:p>
            <a:pPr marL="265113" indent="-265113" algn="just">
              <a:buFont typeface="Courier New" panose="02070309020205020404" pitchFamily="49" charset="0"/>
              <a:buChar char="o"/>
              <a:defRPr/>
            </a:pPr>
            <a:r>
              <a:rPr lang="en-IN" sz="1600" dirty="0"/>
              <a:t>D Reddy, Biomedical Signal Processing, Tata </a:t>
            </a:r>
            <a:r>
              <a:rPr lang="en-IN" sz="1600" dirty="0" err="1"/>
              <a:t>Mcgraw</a:t>
            </a:r>
            <a:r>
              <a:rPr lang="en-IN" sz="1600" dirty="0"/>
              <a:t> Hill Publications. </a:t>
            </a:r>
          </a:p>
          <a:p>
            <a:pPr marL="265113" indent="-265113" algn="just">
              <a:buFont typeface="Courier New" panose="02070309020205020404" pitchFamily="49" charset="0"/>
              <a:buChar char="o"/>
              <a:defRPr/>
            </a:pPr>
            <a:r>
              <a:rPr lang="en-IN" sz="1600" dirty="0"/>
              <a:t>Sergio </a:t>
            </a:r>
            <a:r>
              <a:rPr lang="en-IN" sz="1600" dirty="0" err="1"/>
              <a:t>Cerutti</a:t>
            </a:r>
            <a:r>
              <a:rPr lang="en-IN" sz="1600" dirty="0"/>
              <a:t> Advanced Methods of Biomedical Signal Processing, Oxford Publications. </a:t>
            </a:r>
          </a:p>
          <a:p>
            <a:pPr marL="265113" indent="-265113" algn="just">
              <a:buFont typeface="Courier New" panose="02070309020205020404" pitchFamily="49" charset="0"/>
              <a:buChar char="o"/>
              <a:defRPr/>
            </a:pPr>
            <a:r>
              <a:rPr lang="en-IN" sz="1600" dirty="0"/>
              <a:t>B. Jacobson, J.G. Webster, Medical and Clinical Engineering, Prentice Hall, International. </a:t>
            </a:r>
          </a:p>
          <a:p>
            <a:pPr marL="265113" indent="-265113" algn="just">
              <a:buFont typeface="Courier New" panose="02070309020205020404" pitchFamily="49" charset="0"/>
              <a:buChar char="o"/>
              <a:defRPr/>
            </a:pPr>
            <a:r>
              <a:rPr lang="en-IN" sz="1600" dirty="0"/>
              <a:t>Cromwell, Biomedical Instrumentation and Measurements, Prentice Hall, International. </a:t>
            </a:r>
          </a:p>
          <a:p>
            <a:pPr marL="265113" indent="-265113" algn="just">
              <a:buFont typeface="Courier New" panose="02070309020205020404" pitchFamily="49" charset="0"/>
              <a:buChar char="o"/>
              <a:defRPr/>
            </a:pPr>
            <a:r>
              <a:rPr lang="en-IN" sz="1600" dirty="0"/>
              <a:t>R.S. </a:t>
            </a:r>
            <a:r>
              <a:rPr lang="en-IN" sz="1600" dirty="0" err="1"/>
              <a:t>Khandupur</a:t>
            </a:r>
            <a:r>
              <a:rPr lang="en-IN" sz="1600" dirty="0"/>
              <a:t>, Handbook of Biomedical Instrumentation, - Tata McGraw Hill</a:t>
            </a:r>
          </a:p>
          <a:p>
            <a:pPr marL="265113" indent="-265113" algn="just">
              <a:buFont typeface="Courier New" panose="02070309020205020404" pitchFamily="49" charset="0"/>
              <a:buChar char="o"/>
              <a:defRPr/>
            </a:pPr>
            <a:r>
              <a:rPr lang="en-US" sz="1600" dirty="0"/>
              <a:t>Leslie Cromwell, Fred J. </a:t>
            </a:r>
            <a:r>
              <a:rPr lang="en-US" sz="1600" dirty="0" err="1"/>
              <a:t>Weibell</a:t>
            </a:r>
            <a:r>
              <a:rPr lang="en-US" sz="1600" dirty="0"/>
              <a:t>, Erich A. Pfeiffer, "Biomedical Instrumentation and Measurements", Pearson Education.</a:t>
            </a:r>
            <a:endParaRPr lang="en-IN" sz="1600" dirty="0"/>
          </a:p>
          <a:p>
            <a:pPr marL="265113" indent="-265113" algn="just">
              <a:buFont typeface="Courier New" panose="02070309020205020404" pitchFamily="49" charset="0"/>
              <a:buChar char="o"/>
              <a:defRPr/>
            </a:pPr>
            <a:r>
              <a:rPr lang="en-IN" sz="1600" dirty="0">
                <a:hlinkClick r:id="rId2"/>
              </a:rPr>
              <a:t>https://nptel.ac.in/courses/121/106/121106008/</a:t>
            </a:r>
            <a:r>
              <a:rPr lang="en-IN" sz="1600" dirty="0"/>
              <a:t> </a:t>
            </a:r>
          </a:p>
          <a:p>
            <a:pPr lvl="0" algn="just"/>
            <a:r>
              <a:rPr lang="en-US" sz="1600" dirty="0">
                <a:hlinkClick r:id="rId3"/>
              </a:rPr>
              <a:t>http://mediatoget.blogspot.in/2012/01/static-dynamic-characteristicsof.htm</a:t>
            </a:r>
            <a:endParaRPr lang="en-US" sz="1600" dirty="0"/>
          </a:p>
          <a:p>
            <a:pPr lvl="0"/>
            <a:endParaRPr lang="en-IN" sz="1600" dirty="0">
              <a:cs typeface="Times New Roman" pitchFamily="18" charset="0"/>
            </a:endParaRPr>
          </a:p>
          <a:p>
            <a:pPr marL="0" indent="0">
              <a:buNone/>
            </a:pPr>
            <a:endParaRPr lang="en-IN" sz="1600" dirty="0">
              <a:cs typeface="Times New Roman" pitchFamily="18" charset="0"/>
            </a:endParaRPr>
          </a:p>
        </p:txBody>
      </p:sp>
      <p:sp>
        <p:nvSpPr>
          <p:cNvPr id="5" name="Rectangle 4"/>
          <p:cNvSpPr/>
          <p:nvPr/>
        </p:nvSpPr>
        <p:spPr>
          <a:xfrm>
            <a:off x="838200" y="1803399"/>
            <a:ext cx="10515600" cy="476636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40B98195-5ABF-4693-B288-355060121239}"/>
              </a:ext>
            </a:extLst>
          </p:cNvPr>
          <p:cNvSpPr/>
          <p:nvPr/>
        </p:nvSpPr>
        <p:spPr>
          <a:xfrm>
            <a:off x="0" y="-87086"/>
            <a:ext cx="12192000" cy="4686918"/>
          </a:xfrm>
          <a:prstGeom prst="rect">
            <a:avLst/>
          </a:prstGeom>
          <a:solidFill>
            <a:schemeClr val="accent1">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2" name="Slide Number Placeholder 1">
            <a:extLst>
              <a:ext uri="{FF2B5EF4-FFF2-40B4-BE49-F238E27FC236}">
                <a16:creationId xmlns="" xmlns:a16="http://schemas.microsoft.com/office/drawing/2014/main" id="{7F906C23-0AE8-4A48-A678-C648F210775B}"/>
              </a:ext>
            </a:extLst>
          </p:cNvPr>
          <p:cNvSpPr>
            <a:spLocks noGrp="1"/>
          </p:cNvSpPr>
          <p:nvPr>
            <p:ph type="sldNum" sz="quarter" idx="12"/>
          </p:nvPr>
        </p:nvSpPr>
        <p:spPr/>
        <p:txBody>
          <a:bodyPr/>
          <a:lstStyle/>
          <a:p>
            <a:fld id="{BDCDBBEF-AA6C-4BA6-85B2-A17D7F280E38}" type="slidenum">
              <a:rPr lang="en-US" smtClean="0"/>
              <a:pPr/>
              <a:t>13</a:t>
            </a:fld>
            <a:endParaRPr lang="en-US"/>
          </a:p>
        </p:txBody>
      </p:sp>
      <p:cxnSp>
        <p:nvCxnSpPr>
          <p:cNvPr id="4" name="Straight Connector 3">
            <a:extLst>
              <a:ext uri="{FF2B5EF4-FFF2-40B4-BE49-F238E27FC236}">
                <a16:creationId xmlns="" xmlns:a16="http://schemas.microsoft.com/office/drawing/2014/main" id="{9CACAAB6-5F36-45B8-87A1-7D478C02000B}"/>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 xmlns:a16="http://schemas.microsoft.com/office/drawing/2014/main" id="{66F67FB5-FDC1-47BE-9274-E5F41809A995}"/>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 xmlns:a16="http://schemas.microsoft.com/office/drawing/2014/main" id="{68D0EDC0-2A3F-43AD-B0D4-D5B505D835BC}"/>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 xmlns:a16="http://schemas.microsoft.com/office/drawing/2014/main" id="{796D98D5-E408-4B7A-8A8C-9D058EFF4CB1}"/>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 xmlns:a16="http://schemas.microsoft.com/office/drawing/2014/main" id="{97F27BB1-4B7E-405A-83EE-E0C52D07D307}"/>
              </a:ext>
            </a:extLst>
          </p:cNvPr>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9" name="Diamond 6">
            <a:extLst>
              <a:ext uri="{FF2B5EF4-FFF2-40B4-BE49-F238E27FC236}">
                <a16:creationId xmlns="" xmlns:a16="http://schemas.microsoft.com/office/drawing/2014/main" id="{07074993-8B0B-426B-8805-EEA090855EA7}"/>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10" name="Diamond 6">
            <a:extLst>
              <a:ext uri="{FF2B5EF4-FFF2-40B4-BE49-F238E27FC236}">
                <a16:creationId xmlns="" xmlns:a16="http://schemas.microsoft.com/office/drawing/2014/main" id="{9F3B9286-056B-43DE-870D-073E66CCCCD4}"/>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Tree>
    <p:extLst>
      <p:ext uri="{BB962C8B-B14F-4D97-AF65-F5344CB8AC3E}">
        <p14:creationId xmlns:p14="http://schemas.microsoft.com/office/powerpoint/2010/main" val="1755213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nstantia-Franklin Gothic Book">
      <a:maj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3876</TotalTime>
  <Words>1058</Words>
  <Application>Microsoft Office PowerPoint</Application>
  <PresentationFormat>Widescreen</PresentationFormat>
  <Paragraphs>116</Paragraphs>
  <Slides>13</Slides>
  <Notes>0</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31" baseType="lpstr">
      <vt:lpstr>Arial Unicode MS</vt:lpstr>
      <vt:lpstr>SimSun</vt:lpstr>
      <vt:lpstr>Arial</vt:lpstr>
      <vt:lpstr>Calibri</vt:lpstr>
      <vt:lpstr>Calibri Light</vt:lpstr>
      <vt:lpstr>Casper</vt:lpstr>
      <vt:lpstr>Constantia</vt:lpstr>
      <vt:lpstr>Courier New</vt:lpstr>
      <vt:lpstr>Franklin Gothic Book</vt:lpstr>
      <vt:lpstr>Karla</vt:lpstr>
      <vt:lpstr>King</vt:lpstr>
      <vt:lpstr>Open Sans</vt:lpstr>
      <vt:lpstr>Raleway ExtraBold</vt:lpstr>
      <vt:lpstr>Segoe UI</vt:lpstr>
      <vt:lpstr>Times New Roman</vt:lpstr>
      <vt:lpstr>1_Office Theme</vt:lpstr>
      <vt:lpstr>Contents Slide Master</vt:lpstr>
      <vt:lpstr>CorelDRAW</vt:lpstr>
      <vt:lpstr>PowerPoint Presentation</vt:lpstr>
      <vt:lpstr>Course Outcome </vt:lpstr>
      <vt:lpstr>SYLLABUS</vt:lpstr>
      <vt:lpstr>Statistical Analysis</vt:lpstr>
      <vt:lpstr>PowerPoint Presentation</vt:lpstr>
      <vt:lpstr>PowerPoint Presentation</vt:lpstr>
      <vt:lpstr>PowerPoint Presentation</vt:lpstr>
      <vt:lpstr>PowerPoint Presentation</vt:lpstr>
      <vt:lpstr>PowerPoint Presentation</vt:lpstr>
      <vt:lpstr>Components of a Data Acquisition System</vt:lpstr>
      <vt:lpstr>PowerPoint Presentation</vt:lpstr>
      <vt:lpstr>REFERENCES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253</cp:revision>
  <dcterms:created xsi:type="dcterms:W3CDTF">2019-01-09T10:33:58Z</dcterms:created>
  <dcterms:modified xsi:type="dcterms:W3CDTF">2023-07-05T14:12:02Z</dcterms:modified>
</cp:coreProperties>
</file>