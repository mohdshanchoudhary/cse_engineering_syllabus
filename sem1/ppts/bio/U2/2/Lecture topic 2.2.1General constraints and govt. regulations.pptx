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20"/>
  </p:notesMasterIdLst>
  <p:handoutMasterIdLst>
    <p:handoutMasterId r:id="rId21"/>
  </p:handoutMasterIdLst>
  <p:sldIdLst>
    <p:sldId id="277" r:id="rId3"/>
    <p:sldId id="374" r:id="rId4"/>
    <p:sldId id="382" r:id="rId5"/>
    <p:sldId id="391" r:id="rId6"/>
    <p:sldId id="407" r:id="rId7"/>
    <p:sldId id="408" r:id="rId8"/>
    <p:sldId id="409" r:id="rId9"/>
    <p:sldId id="395" r:id="rId10"/>
    <p:sldId id="448" r:id="rId11"/>
    <p:sldId id="449" r:id="rId12"/>
    <p:sldId id="450" r:id="rId13"/>
    <p:sldId id="451" r:id="rId14"/>
    <p:sldId id="452" r:id="rId15"/>
    <p:sldId id="453" r:id="rId16"/>
    <p:sldId id="454" r:id="rId17"/>
    <p:sldId id="413" r:id="rId18"/>
    <p:sldId id="45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46"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vinder Kaur" userId="89161a673412ba18" providerId="LiveId" clId="{7626DBD8-AC51-4509-A61A-D1A029445EC8}"/>
    <pc:docChg chg="delSld modSld">
      <pc:chgData name="Devinder Kaur" userId="89161a673412ba18" providerId="LiveId" clId="{7626DBD8-AC51-4509-A61A-D1A029445EC8}" dt="2022-11-24T06:16:13.482" v="1" actId="47"/>
      <pc:docMkLst>
        <pc:docMk/>
      </pc:docMkLst>
      <pc:sldChg chg="modSp mod">
        <pc:chgData name="Devinder Kaur" userId="89161a673412ba18" providerId="LiveId" clId="{7626DBD8-AC51-4509-A61A-D1A029445EC8}" dt="2022-11-24T06:16:03.567" v="0" actId="20577"/>
        <pc:sldMkLst>
          <pc:docMk/>
          <pc:sldMk cId="456502190" sldId="277"/>
        </pc:sldMkLst>
        <pc:spChg chg="mod">
          <ac:chgData name="Devinder Kaur" userId="89161a673412ba18" providerId="LiveId" clId="{7626DBD8-AC51-4509-A61A-D1A029445EC8}" dt="2022-11-24T06:16:03.567" v="0" actId="20577"/>
          <ac:spMkLst>
            <pc:docMk/>
            <pc:sldMk cId="456502190" sldId="277"/>
            <ac:spMk id="26" creationId="{00000000-0000-0000-0000-000000000000}"/>
          </ac:spMkLst>
        </pc:spChg>
      </pc:sldChg>
      <pc:sldChg chg="del">
        <pc:chgData name="Devinder Kaur" userId="89161a673412ba18" providerId="LiveId" clId="{7626DBD8-AC51-4509-A61A-D1A029445EC8}" dt="2022-11-24T06:16:13.482" v="1" actId="47"/>
        <pc:sldMkLst>
          <pc:docMk/>
          <pc:sldMk cId="0" sldId="375"/>
        </pc:sldMkLst>
      </pc:sldChg>
    </pc:docChg>
  </pc:docChgLst>
  <pc:docChgLst>
    <pc:chgData name="Devinder Kaur" userId="89161a673412ba18" providerId="LiveId" clId="{7CD520C5-4A48-426E-BB64-0B303536535B}"/>
    <pc:docChg chg="modSld">
      <pc:chgData name="Devinder Kaur" userId="89161a673412ba18" providerId="LiveId" clId="{7CD520C5-4A48-426E-BB64-0B303536535B}" dt="2022-10-28T08:40:10.858" v="5" actId="14100"/>
      <pc:docMkLst>
        <pc:docMk/>
      </pc:docMkLst>
      <pc:sldChg chg="modSp mod">
        <pc:chgData name="Devinder Kaur" userId="89161a673412ba18" providerId="LiveId" clId="{7CD520C5-4A48-426E-BB64-0B303536535B}" dt="2022-10-28T08:39:34.072" v="3" actId="20577"/>
        <pc:sldMkLst>
          <pc:docMk/>
          <pc:sldMk cId="2790113747" sldId="378"/>
        </pc:sldMkLst>
        <pc:spChg chg="mod">
          <ac:chgData name="Devinder Kaur" userId="89161a673412ba18" providerId="LiveId" clId="{7CD520C5-4A48-426E-BB64-0B303536535B}" dt="2022-10-28T08:39:34.072" v="3" actId="20577"/>
          <ac:spMkLst>
            <pc:docMk/>
            <pc:sldMk cId="2790113747" sldId="378"/>
            <ac:spMk id="2" creationId="{786D637A-D1FE-49FE-BE6A-44C68B6DD4B1}"/>
          </ac:spMkLst>
        </pc:spChg>
      </pc:sldChg>
      <pc:sldChg chg="modSp mod">
        <pc:chgData name="Devinder Kaur" userId="89161a673412ba18" providerId="LiveId" clId="{7CD520C5-4A48-426E-BB64-0B303536535B}" dt="2022-10-28T08:40:10.858" v="5" actId="14100"/>
        <pc:sldMkLst>
          <pc:docMk/>
          <pc:sldMk cId="109873146" sldId="402"/>
        </pc:sldMkLst>
        <pc:graphicFrameChg chg="mod">
          <ac:chgData name="Devinder Kaur" userId="89161a673412ba18" providerId="LiveId" clId="{7CD520C5-4A48-426E-BB64-0B303536535B}" dt="2022-10-28T08:40:10.858" v="5" actId="14100"/>
          <ac:graphicFrameMkLst>
            <pc:docMk/>
            <pc:sldMk cId="109873146" sldId="402"/>
            <ac:graphicFrameMk id="2" creationId="{8D1CEDEA-EA24-4CD1-BD75-5D5FEB28463F}"/>
          </ac:graphicFrameMkLst>
        </pc:graphicFrameChg>
      </pc:sldChg>
      <pc:sldChg chg="modSp">
        <pc:chgData name="Devinder Kaur" userId="89161a673412ba18" providerId="LiveId" clId="{7CD520C5-4A48-426E-BB64-0B303536535B}" dt="2022-10-28T08:36:35.636" v="0" actId="123"/>
        <pc:sldMkLst>
          <pc:docMk/>
          <pc:sldMk cId="0" sldId="424"/>
        </pc:sldMkLst>
        <pc:graphicFrameChg chg="mod">
          <ac:chgData name="Devinder Kaur" userId="89161a673412ba18" providerId="LiveId" clId="{7CD520C5-4A48-426E-BB64-0B303536535B}" dt="2022-10-28T08:36:35.636" v="0" actId="123"/>
          <ac:graphicFrameMkLst>
            <pc:docMk/>
            <pc:sldMk cId="0" sldId="424"/>
            <ac:graphicFrameMk id="2" creationId="{4DF9158C-8C80-4FA9-AA11-B35C6CB5711C}"/>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2D23C38-814E-4F7E-A3D0-211268166010}"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602F1AC2-8CDF-43C8-9F34-E976BAFA7660}">
      <dgm:prSet phldrT="[Text]" custT="1"/>
      <dgm:spPr/>
      <dgm:t>
        <a:bodyPr/>
        <a:lstStyle/>
        <a:p>
          <a:pPr algn="just"/>
          <a:r>
            <a:rPr lang="en-IN" sz="2400" dirty="0"/>
            <a:t>Medical equipment are primarily used for making measurements of physiological parameters of the human body and also in some cases as stimulus or some kind of energy is applied to the human body for diagnosis and treatment.</a:t>
          </a:r>
        </a:p>
      </dgm:t>
    </dgm:pt>
    <dgm:pt modelId="{9DBCB550-FA73-4CCF-96FD-CA40FB76CF7F}" type="parTrans" cxnId="{C9C8A34A-3F73-4D74-939D-AC962A1E0BA1}">
      <dgm:prSet/>
      <dgm:spPr/>
      <dgm:t>
        <a:bodyPr/>
        <a:lstStyle/>
        <a:p>
          <a:endParaRPr lang="en-IN"/>
        </a:p>
      </dgm:t>
    </dgm:pt>
    <dgm:pt modelId="{3E8C3E97-6BF4-4EDA-B35E-97A61D30D885}" type="sibTrans" cxnId="{C9C8A34A-3F73-4D74-939D-AC962A1E0BA1}">
      <dgm:prSet/>
      <dgm:spPr/>
      <dgm:t>
        <a:bodyPr/>
        <a:lstStyle/>
        <a:p>
          <a:endParaRPr lang="en-IN"/>
        </a:p>
      </dgm:t>
    </dgm:pt>
    <dgm:pt modelId="{445076C1-4ECE-496C-9627-BD339EDB08FF}">
      <dgm:prSet phldrT="[Text]" custT="1"/>
      <dgm:spPr/>
      <dgm:t>
        <a:bodyPr/>
        <a:lstStyle/>
        <a:p>
          <a:pPr algn="just"/>
          <a:r>
            <a:rPr lang="en-IN" sz="2400" dirty="0"/>
            <a:t>Some of important factors, which determine the design of a medical measuring instrument, are:</a:t>
          </a:r>
        </a:p>
      </dgm:t>
    </dgm:pt>
    <dgm:pt modelId="{5B4E9CEC-6A14-4B23-A896-0F3F9E6C283C}" type="parTrans" cxnId="{107029B0-3B6B-4610-9710-0A604865D66C}">
      <dgm:prSet/>
      <dgm:spPr/>
      <dgm:t>
        <a:bodyPr/>
        <a:lstStyle/>
        <a:p>
          <a:endParaRPr lang="en-IN"/>
        </a:p>
      </dgm:t>
    </dgm:pt>
    <dgm:pt modelId="{309349A1-53BF-4774-8CA0-285AF05940DC}" type="sibTrans" cxnId="{107029B0-3B6B-4610-9710-0A604865D66C}">
      <dgm:prSet/>
      <dgm:spPr/>
      <dgm:t>
        <a:bodyPr/>
        <a:lstStyle/>
        <a:p>
          <a:endParaRPr lang="en-IN"/>
        </a:p>
      </dgm:t>
    </dgm:pt>
    <dgm:pt modelId="{86D4C52B-9368-40AC-B4A8-0785FFFDE5A1}">
      <dgm:prSet phldrT="[Text]"/>
      <dgm:spPr/>
      <dgm:t>
        <a:bodyPr/>
        <a:lstStyle/>
        <a:p>
          <a:pPr algn="just"/>
          <a:r>
            <a:rPr lang="en-IN" b="1" dirty="0"/>
            <a:t>Measurement range:</a:t>
          </a:r>
          <a:endParaRPr lang="en-IN" dirty="0"/>
        </a:p>
      </dgm:t>
    </dgm:pt>
    <dgm:pt modelId="{2A4F67E3-D91E-4722-80B5-CA6D5793362D}" type="parTrans" cxnId="{70C0F22B-6A5D-483D-817A-748255B86C22}">
      <dgm:prSet/>
      <dgm:spPr/>
      <dgm:t>
        <a:bodyPr/>
        <a:lstStyle/>
        <a:p>
          <a:endParaRPr lang="en-IN"/>
        </a:p>
      </dgm:t>
    </dgm:pt>
    <dgm:pt modelId="{A5D148A1-1BC7-4E7F-BB18-47B2E0FA8C88}" type="sibTrans" cxnId="{70C0F22B-6A5D-483D-817A-748255B86C22}">
      <dgm:prSet/>
      <dgm:spPr/>
      <dgm:t>
        <a:bodyPr/>
        <a:lstStyle/>
        <a:p>
          <a:endParaRPr lang="en-IN"/>
        </a:p>
      </dgm:t>
    </dgm:pt>
    <dgm:pt modelId="{C20F7B9E-207A-414C-BBFC-4C388F16F195}">
      <dgm:prSet phldrT="[Text]"/>
      <dgm:spPr/>
      <dgm:t>
        <a:bodyPr/>
        <a:lstStyle/>
        <a:p>
          <a:pPr algn="just"/>
          <a:r>
            <a:rPr lang="en-IN" b="1" dirty="0"/>
            <a:t>Frequency range:</a:t>
          </a:r>
          <a:endParaRPr lang="en-IN" dirty="0"/>
        </a:p>
      </dgm:t>
    </dgm:pt>
    <dgm:pt modelId="{2440BB7B-B844-4808-AF07-E479ED282B99}" type="parTrans" cxnId="{2D9A6C72-64FF-42C0-8188-962A0B1CBCD2}">
      <dgm:prSet/>
      <dgm:spPr/>
      <dgm:t>
        <a:bodyPr/>
        <a:lstStyle/>
        <a:p>
          <a:endParaRPr lang="en-IN"/>
        </a:p>
      </dgm:t>
    </dgm:pt>
    <dgm:pt modelId="{DD962C61-CC59-40BA-891D-71EF40E5FD98}" type="sibTrans" cxnId="{2D9A6C72-64FF-42C0-8188-962A0B1CBCD2}">
      <dgm:prSet/>
      <dgm:spPr/>
      <dgm:t>
        <a:bodyPr/>
        <a:lstStyle/>
        <a:p>
          <a:endParaRPr lang="en-IN"/>
        </a:p>
      </dgm:t>
    </dgm:pt>
    <dgm:pt modelId="{FD1AF0DA-6614-4653-B3B1-C61B8F442620}">
      <dgm:prSet phldrT="[Text]"/>
      <dgm:spPr/>
      <dgm:t>
        <a:bodyPr/>
        <a:lstStyle/>
        <a:p>
          <a:pPr algn="just"/>
          <a:r>
            <a:rPr lang="en-IN" dirty="0"/>
            <a:t>Most signals are in microvolt range.</a:t>
          </a:r>
        </a:p>
      </dgm:t>
    </dgm:pt>
    <dgm:pt modelId="{18448600-4EAF-475A-A7F1-7BF7F943C990}" type="parTrans" cxnId="{0261F5D7-4F20-4CBF-AA85-5FAA5AC0FACC}">
      <dgm:prSet/>
      <dgm:spPr/>
      <dgm:t>
        <a:bodyPr/>
        <a:lstStyle/>
        <a:p>
          <a:endParaRPr lang="en-IN"/>
        </a:p>
      </dgm:t>
    </dgm:pt>
    <dgm:pt modelId="{D2845670-D137-4A36-B41C-B635E7432A59}" type="sibTrans" cxnId="{0261F5D7-4F20-4CBF-AA85-5FAA5AC0FACC}">
      <dgm:prSet/>
      <dgm:spPr/>
      <dgm:t>
        <a:bodyPr/>
        <a:lstStyle/>
        <a:p>
          <a:endParaRPr lang="en-IN"/>
        </a:p>
      </dgm:t>
    </dgm:pt>
    <dgm:pt modelId="{4C514D86-BAAF-400B-88FE-ED01306E70E8}">
      <dgm:prSet phldrT="[Text]"/>
      <dgm:spPr/>
      <dgm:t>
        <a:bodyPr/>
        <a:lstStyle/>
        <a:p>
          <a:pPr algn="just"/>
          <a:r>
            <a:rPr lang="en-IN" dirty="0"/>
            <a:t>Generally the ranges are quite low compared with non-medical parameters. </a:t>
          </a:r>
        </a:p>
      </dgm:t>
    </dgm:pt>
    <dgm:pt modelId="{E1A34D3E-026B-4F74-AB6D-231864D2D14E}" type="parTrans" cxnId="{951F7D3B-B370-400E-BD21-A77A1674341F}">
      <dgm:prSet/>
      <dgm:spPr/>
      <dgm:t>
        <a:bodyPr/>
        <a:lstStyle/>
        <a:p>
          <a:endParaRPr lang="en-IN"/>
        </a:p>
      </dgm:t>
    </dgm:pt>
    <dgm:pt modelId="{9F079768-6433-4306-8405-45013832BF5A}" type="sibTrans" cxnId="{951F7D3B-B370-400E-BD21-A77A1674341F}">
      <dgm:prSet/>
      <dgm:spPr/>
      <dgm:t>
        <a:bodyPr/>
        <a:lstStyle/>
        <a:p>
          <a:endParaRPr lang="en-IN"/>
        </a:p>
      </dgm:t>
    </dgm:pt>
    <dgm:pt modelId="{4ABEB080-D2D8-4300-A53B-ED25E3E3515B}">
      <dgm:prSet phldrT="[Text]"/>
      <dgm:spPr/>
      <dgm:t>
        <a:bodyPr/>
        <a:lstStyle/>
        <a:p>
          <a:pPr algn="just"/>
          <a:r>
            <a:rPr lang="en-IN" dirty="0"/>
            <a:t>Most of the biomedical signals are in the audio frequency range or below and many signal contain DC and very low frequency components.</a:t>
          </a:r>
        </a:p>
      </dgm:t>
    </dgm:pt>
    <dgm:pt modelId="{D4333CEE-5288-432E-8F50-77F8EFC99AE8}" type="parTrans" cxnId="{4D7379DC-3329-4D49-9EEB-F88E2B8CD6F5}">
      <dgm:prSet/>
      <dgm:spPr/>
      <dgm:t>
        <a:bodyPr/>
        <a:lstStyle/>
        <a:p>
          <a:endParaRPr lang="en-IN"/>
        </a:p>
      </dgm:t>
    </dgm:pt>
    <dgm:pt modelId="{D10D667C-03B2-450E-9639-0B7DF36B03F7}" type="sibTrans" cxnId="{4D7379DC-3329-4D49-9EEB-F88E2B8CD6F5}">
      <dgm:prSet/>
      <dgm:spPr/>
      <dgm:t>
        <a:bodyPr/>
        <a:lstStyle/>
        <a:p>
          <a:endParaRPr lang="en-IN"/>
        </a:p>
      </dgm:t>
    </dgm:pt>
    <dgm:pt modelId="{A55286E3-4529-40AD-8774-2DFA1C477D8B}" type="pres">
      <dgm:prSet presAssocID="{02D23C38-814E-4F7E-A3D0-211268166010}" presName="linear" presStyleCnt="0">
        <dgm:presLayoutVars>
          <dgm:dir/>
          <dgm:animLvl val="lvl"/>
          <dgm:resizeHandles val="exact"/>
        </dgm:presLayoutVars>
      </dgm:prSet>
      <dgm:spPr/>
      <dgm:t>
        <a:bodyPr/>
        <a:lstStyle/>
        <a:p>
          <a:endParaRPr lang="en-IN"/>
        </a:p>
      </dgm:t>
    </dgm:pt>
    <dgm:pt modelId="{63A79B43-2156-4EA3-A3B8-0595C1FAFE6D}" type="pres">
      <dgm:prSet presAssocID="{602F1AC2-8CDF-43C8-9F34-E976BAFA7660}" presName="parentLin" presStyleCnt="0"/>
      <dgm:spPr/>
    </dgm:pt>
    <dgm:pt modelId="{D232D0D9-63E8-4A1A-86A8-D142C03C1891}" type="pres">
      <dgm:prSet presAssocID="{602F1AC2-8CDF-43C8-9F34-E976BAFA7660}" presName="parentLeftMargin" presStyleLbl="node1" presStyleIdx="0" presStyleCnt="2"/>
      <dgm:spPr/>
      <dgm:t>
        <a:bodyPr/>
        <a:lstStyle/>
        <a:p>
          <a:endParaRPr lang="en-IN"/>
        </a:p>
      </dgm:t>
    </dgm:pt>
    <dgm:pt modelId="{0EC1C3A9-6EFC-417C-ABD3-EC8261AF7144}" type="pres">
      <dgm:prSet presAssocID="{602F1AC2-8CDF-43C8-9F34-E976BAFA7660}" presName="parentText" presStyleLbl="node1" presStyleIdx="0" presStyleCnt="2" custScaleX="133907" custScaleY="292683">
        <dgm:presLayoutVars>
          <dgm:chMax val="0"/>
          <dgm:bulletEnabled val="1"/>
        </dgm:presLayoutVars>
      </dgm:prSet>
      <dgm:spPr/>
      <dgm:t>
        <a:bodyPr/>
        <a:lstStyle/>
        <a:p>
          <a:endParaRPr lang="en-IN"/>
        </a:p>
      </dgm:t>
    </dgm:pt>
    <dgm:pt modelId="{43A112AB-55D2-4F36-BF8D-F45915060F41}" type="pres">
      <dgm:prSet presAssocID="{602F1AC2-8CDF-43C8-9F34-E976BAFA7660}" presName="negativeSpace" presStyleCnt="0"/>
      <dgm:spPr/>
    </dgm:pt>
    <dgm:pt modelId="{6D044F13-7AEE-4D33-9CFE-E69416695FE5}" type="pres">
      <dgm:prSet presAssocID="{602F1AC2-8CDF-43C8-9F34-E976BAFA7660}" presName="childText" presStyleLbl="conFgAcc1" presStyleIdx="0" presStyleCnt="2">
        <dgm:presLayoutVars>
          <dgm:bulletEnabled val="1"/>
        </dgm:presLayoutVars>
      </dgm:prSet>
      <dgm:spPr/>
    </dgm:pt>
    <dgm:pt modelId="{EE5A5CF6-5C3D-4E60-A836-0204779E8128}" type="pres">
      <dgm:prSet presAssocID="{3E8C3E97-6BF4-4EDA-B35E-97A61D30D885}" presName="spaceBetweenRectangles" presStyleCnt="0"/>
      <dgm:spPr/>
    </dgm:pt>
    <dgm:pt modelId="{364BA27A-55AE-41A0-871B-0BE57D50F0D7}" type="pres">
      <dgm:prSet presAssocID="{445076C1-4ECE-496C-9627-BD339EDB08FF}" presName="parentLin" presStyleCnt="0"/>
      <dgm:spPr/>
    </dgm:pt>
    <dgm:pt modelId="{6B0C98B6-BD3F-4962-9C6F-E91848ADCF1A}" type="pres">
      <dgm:prSet presAssocID="{445076C1-4ECE-496C-9627-BD339EDB08FF}" presName="parentLeftMargin" presStyleLbl="node1" presStyleIdx="0" presStyleCnt="2"/>
      <dgm:spPr/>
      <dgm:t>
        <a:bodyPr/>
        <a:lstStyle/>
        <a:p>
          <a:endParaRPr lang="en-IN"/>
        </a:p>
      </dgm:t>
    </dgm:pt>
    <dgm:pt modelId="{8A0A72BF-64B3-4B7F-A857-5EC8E412935F}" type="pres">
      <dgm:prSet presAssocID="{445076C1-4ECE-496C-9627-BD339EDB08FF}" presName="parentText" presStyleLbl="node1" presStyleIdx="1" presStyleCnt="2" custScaleX="133907" custScaleY="185830">
        <dgm:presLayoutVars>
          <dgm:chMax val="0"/>
          <dgm:bulletEnabled val="1"/>
        </dgm:presLayoutVars>
      </dgm:prSet>
      <dgm:spPr/>
      <dgm:t>
        <a:bodyPr/>
        <a:lstStyle/>
        <a:p>
          <a:endParaRPr lang="en-IN"/>
        </a:p>
      </dgm:t>
    </dgm:pt>
    <dgm:pt modelId="{06452F1E-1743-46AA-A8FB-563386D957B5}" type="pres">
      <dgm:prSet presAssocID="{445076C1-4ECE-496C-9627-BD339EDB08FF}" presName="negativeSpace" presStyleCnt="0"/>
      <dgm:spPr/>
    </dgm:pt>
    <dgm:pt modelId="{BBD1F52D-312D-415F-8B4A-982891CE4054}" type="pres">
      <dgm:prSet presAssocID="{445076C1-4ECE-496C-9627-BD339EDB08FF}" presName="childText" presStyleLbl="conFgAcc1" presStyleIdx="1" presStyleCnt="2">
        <dgm:presLayoutVars>
          <dgm:bulletEnabled val="1"/>
        </dgm:presLayoutVars>
      </dgm:prSet>
      <dgm:spPr/>
      <dgm:t>
        <a:bodyPr/>
        <a:lstStyle/>
        <a:p>
          <a:endParaRPr lang="en-IN"/>
        </a:p>
      </dgm:t>
    </dgm:pt>
  </dgm:ptLst>
  <dgm:cxnLst>
    <dgm:cxn modelId="{85165012-6C92-47AB-ACF9-8E74E0994CE7}" type="presOf" srcId="{445076C1-4ECE-496C-9627-BD339EDB08FF}" destId="{8A0A72BF-64B3-4B7F-A857-5EC8E412935F}" srcOrd="1" destOrd="0" presId="urn:microsoft.com/office/officeart/2005/8/layout/list1"/>
    <dgm:cxn modelId="{49BF74D1-7A6F-4AEC-AAB7-216478786E2E}" type="presOf" srcId="{86D4C52B-9368-40AC-B4A8-0785FFFDE5A1}" destId="{BBD1F52D-312D-415F-8B4A-982891CE4054}" srcOrd="0" destOrd="0" presId="urn:microsoft.com/office/officeart/2005/8/layout/list1"/>
    <dgm:cxn modelId="{B2CFA0E1-0B2A-43F6-B1F0-B4EEB254B9A2}" type="presOf" srcId="{602F1AC2-8CDF-43C8-9F34-E976BAFA7660}" destId="{0EC1C3A9-6EFC-417C-ABD3-EC8261AF7144}" srcOrd="1" destOrd="0" presId="urn:microsoft.com/office/officeart/2005/8/layout/list1"/>
    <dgm:cxn modelId="{0261F5D7-4F20-4CBF-AA85-5FAA5AC0FACC}" srcId="{86D4C52B-9368-40AC-B4A8-0785FFFDE5A1}" destId="{FD1AF0DA-6614-4653-B3B1-C61B8F442620}" srcOrd="1" destOrd="0" parTransId="{18448600-4EAF-475A-A7F1-7BF7F943C990}" sibTransId="{D2845670-D137-4A36-B41C-B635E7432A59}"/>
    <dgm:cxn modelId="{2D9A6C72-64FF-42C0-8188-962A0B1CBCD2}" srcId="{445076C1-4ECE-496C-9627-BD339EDB08FF}" destId="{C20F7B9E-207A-414C-BBFC-4C388F16F195}" srcOrd="1" destOrd="0" parTransId="{2440BB7B-B844-4808-AF07-E479ED282B99}" sibTransId="{DD962C61-CC59-40BA-891D-71EF40E5FD98}"/>
    <dgm:cxn modelId="{07B3A8EE-312F-46B3-B393-A1304F46B0A7}" type="presOf" srcId="{4ABEB080-D2D8-4300-A53B-ED25E3E3515B}" destId="{BBD1F52D-312D-415F-8B4A-982891CE4054}" srcOrd="0" destOrd="4" presId="urn:microsoft.com/office/officeart/2005/8/layout/list1"/>
    <dgm:cxn modelId="{4D7379DC-3329-4D49-9EEB-F88E2B8CD6F5}" srcId="{C20F7B9E-207A-414C-BBFC-4C388F16F195}" destId="{4ABEB080-D2D8-4300-A53B-ED25E3E3515B}" srcOrd="0" destOrd="0" parTransId="{D4333CEE-5288-432E-8F50-77F8EFC99AE8}" sibTransId="{D10D667C-03B2-450E-9639-0B7DF36B03F7}"/>
    <dgm:cxn modelId="{107029B0-3B6B-4610-9710-0A604865D66C}" srcId="{02D23C38-814E-4F7E-A3D0-211268166010}" destId="{445076C1-4ECE-496C-9627-BD339EDB08FF}" srcOrd="1" destOrd="0" parTransId="{5B4E9CEC-6A14-4B23-A896-0F3F9E6C283C}" sibTransId="{309349A1-53BF-4774-8CA0-285AF05940DC}"/>
    <dgm:cxn modelId="{CBE73DDC-7351-4D2B-B6ED-0C06DCFE5F51}" type="presOf" srcId="{FD1AF0DA-6614-4653-B3B1-C61B8F442620}" destId="{BBD1F52D-312D-415F-8B4A-982891CE4054}" srcOrd="0" destOrd="2" presId="urn:microsoft.com/office/officeart/2005/8/layout/list1"/>
    <dgm:cxn modelId="{70C0F22B-6A5D-483D-817A-748255B86C22}" srcId="{445076C1-4ECE-496C-9627-BD339EDB08FF}" destId="{86D4C52B-9368-40AC-B4A8-0785FFFDE5A1}" srcOrd="0" destOrd="0" parTransId="{2A4F67E3-D91E-4722-80B5-CA6D5793362D}" sibTransId="{A5D148A1-1BC7-4E7F-BB18-47B2E0FA8C88}"/>
    <dgm:cxn modelId="{FCCA7070-1A12-43A3-B0E9-F8CB175A5254}" type="presOf" srcId="{C20F7B9E-207A-414C-BBFC-4C388F16F195}" destId="{BBD1F52D-312D-415F-8B4A-982891CE4054}" srcOrd="0" destOrd="3" presId="urn:microsoft.com/office/officeart/2005/8/layout/list1"/>
    <dgm:cxn modelId="{C9C8A34A-3F73-4D74-939D-AC962A1E0BA1}" srcId="{02D23C38-814E-4F7E-A3D0-211268166010}" destId="{602F1AC2-8CDF-43C8-9F34-E976BAFA7660}" srcOrd="0" destOrd="0" parTransId="{9DBCB550-FA73-4CCF-96FD-CA40FB76CF7F}" sibTransId="{3E8C3E97-6BF4-4EDA-B35E-97A61D30D885}"/>
    <dgm:cxn modelId="{1D96FD79-24F4-46CE-A34D-01765C5C5DC7}" type="presOf" srcId="{02D23C38-814E-4F7E-A3D0-211268166010}" destId="{A55286E3-4529-40AD-8774-2DFA1C477D8B}" srcOrd="0" destOrd="0" presId="urn:microsoft.com/office/officeart/2005/8/layout/list1"/>
    <dgm:cxn modelId="{6EE5058E-6D4D-4C4A-81B9-C224271CB825}" type="presOf" srcId="{445076C1-4ECE-496C-9627-BD339EDB08FF}" destId="{6B0C98B6-BD3F-4962-9C6F-E91848ADCF1A}" srcOrd="0" destOrd="0" presId="urn:microsoft.com/office/officeart/2005/8/layout/list1"/>
    <dgm:cxn modelId="{951F7D3B-B370-400E-BD21-A77A1674341F}" srcId="{86D4C52B-9368-40AC-B4A8-0785FFFDE5A1}" destId="{4C514D86-BAAF-400B-88FE-ED01306E70E8}" srcOrd="0" destOrd="0" parTransId="{E1A34D3E-026B-4F74-AB6D-231864D2D14E}" sibTransId="{9F079768-6433-4306-8405-45013832BF5A}"/>
    <dgm:cxn modelId="{58D8F5FB-8B51-4362-9E0B-54DFDFDF5291}" type="presOf" srcId="{4C514D86-BAAF-400B-88FE-ED01306E70E8}" destId="{BBD1F52D-312D-415F-8B4A-982891CE4054}" srcOrd="0" destOrd="1" presId="urn:microsoft.com/office/officeart/2005/8/layout/list1"/>
    <dgm:cxn modelId="{2809AA42-6B75-403D-A4B7-1ED22E1CEF06}" type="presOf" srcId="{602F1AC2-8CDF-43C8-9F34-E976BAFA7660}" destId="{D232D0D9-63E8-4A1A-86A8-D142C03C1891}" srcOrd="0" destOrd="0" presId="urn:microsoft.com/office/officeart/2005/8/layout/list1"/>
    <dgm:cxn modelId="{FADF19A5-A71B-48DC-9F21-86CE4B613D4E}" type="presParOf" srcId="{A55286E3-4529-40AD-8774-2DFA1C477D8B}" destId="{63A79B43-2156-4EA3-A3B8-0595C1FAFE6D}" srcOrd="0" destOrd="0" presId="urn:microsoft.com/office/officeart/2005/8/layout/list1"/>
    <dgm:cxn modelId="{FBA6FD19-EA7E-459C-85C6-2A2C190C6BCE}" type="presParOf" srcId="{63A79B43-2156-4EA3-A3B8-0595C1FAFE6D}" destId="{D232D0D9-63E8-4A1A-86A8-D142C03C1891}" srcOrd="0" destOrd="0" presId="urn:microsoft.com/office/officeart/2005/8/layout/list1"/>
    <dgm:cxn modelId="{1F1A1518-B578-47E0-95D6-F6DA2EDD08F1}" type="presParOf" srcId="{63A79B43-2156-4EA3-A3B8-0595C1FAFE6D}" destId="{0EC1C3A9-6EFC-417C-ABD3-EC8261AF7144}" srcOrd="1" destOrd="0" presId="urn:microsoft.com/office/officeart/2005/8/layout/list1"/>
    <dgm:cxn modelId="{7224C204-2DFD-43DA-B675-29B7AD45B400}" type="presParOf" srcId="{A55286E3-4529-40AD-8774-2DFA1C477D8B}" destId="{43A112AB-55D2-4F36-BF8D-F45915060F41}" srcOrd="1" destOrd="0" presId="urn:microsoft.com/office/officeart/2005/8/layout/list1"/>
    <dgm:cxn modelId="{1CBE4252-82DA-43C1-8B02-1BFD31828E31}" type="presParOf" srcId="{A55286E3-4529-40AD-8774-2DFA1C477D8B}" destId="{6D044F13-7AEE-4D33-9CFE-E69416695FE5}" srcOrd="2" destOrd="0" presId="urn:microsoft.com/office/officeart/2005/8/layout/list1"/>
    <dgm:cxn modelId="{0A42A99D-44C0-4729-9273-FBDD61584C7E}" type="presParOf" srcId="{A55286E3-4529-40AD-8774-2DFA1C477D8B}" destId="{EE5A5CF6-5C3D-4E60-A836-0204779E8128}" srcOrd="3" destOrd="0" presId="urn:microsoft.com/office/officeart/2005/8/layout/list1"/>
    <dgm:cxn modelId="{AE1C86BC-D350-41E0-9305-F37B1A403DEE}" type="presParOf" srcId="{A55286E3-4529-40AD-8774-2DFA1C477D8B}" destId="{364BA27A-55AE-41A0-871B-0BE57D50F0D7}" srcOrd="4" destOrd="0" presId="urn:microsoft.com/office/officeart/2005/8/layout/list1"/>
    <dgm:cxn modelId="{E9140AEC-4798-4232-A1EB-4B3C56DA9AE7}" type="presParOf" srcId="{364BA27A-55AE-41A0-871B-0BE57D50F0D7}" destId="{6B0C98B6-BD3F-4962-9C6F-E91848ADCF1A}" srcOrd="0" destOrd="0" presId="urn:microsoft.com/office/officeart/2005/8/layout/list1"/>
    <dgm:cxn modelId="{2D02686E-43AC-4DD3-B0BA-E4721C2DD47B}" type="presParOf" srcId="{364BA27A-55AE-41A0-871B-0BE57D50F0D7}" destId="{8A0A72BF-64B3-4B7F-A857-5EC8E412935F}" srcOrd="1" destOrd="0" presId="urn:microsoft.com/office/officeart/2005/8/layout/list1"/>
    <dgm:cxn modelId="{63C6F5B0-D96F-4DC7-BFDC-2A7EF88FC006}" type="presParOf" srcId="{A55286E3-4529-40AD-8774-2DFA1C477D8B}" destId="{06452F1E-1743-46AA-A8FB-563386D957B5}" srcOrd="5" destOrd="0" presId="urn:microsoft.com/office/officeart/2005/8/layout/list1"/>
    <dgm:cxn modelId="{A36029ED-9627-432F-B414-3076BA70C72E}" type="presParOf" srcId="{A55286E3-4529-40AD-8774-2DFA1C477D8B}" destId="{BBD1F52D-312D-415F-8B4A-982891CE4054}"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27B96E0-1F81-4EAF-BF92-3F1F73056311}"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2D1CF76A-FB92-4B3A-BE03-6FCCC53CA771}">
      <dgm:prSet phldrT="[Text]" custT="1"/>
      <dgm:spPr/>
      <dgm:t>
        <a:bodyPr/>
        <a:lstStyle/>
        <a:p>
          <a:pPr algn="just"/>
          <a:r>
            <a:rPr lang="en-IN" sz="2000" dirty="0"/>
            <a:t>The signal to be measured imposes constraints on how it should be acquired and processed</a:t>
          </a:r>
        </a:p>
      </dgm:t>
    </dgm:pt>
    <dgm:pt modelId="{F72A411C-6CDB-4F10-9FCA-A9D9ED9279C5}" type="parTrans" cxnId="{B6DC0B82-A528-435F-928E-E6C385E3C6E5}">
      <dgm:prSet/>
      <dgm:spPr/>
      <dgm:t>
        <a:bodyPr/>
        <a:lstStyle/>
        <a:p>
          <a:endParaRPr lang="en-IN"/>
        </a:p>
      </dgm:t>
    </dgm:pt>
    <dgm:pt modelId="{2CDE65EB-65B2-432A-AE04-41A86F0D2409}" type="sibTrans" cxnId="{B6DC0B82-A528-435F-928E-E6C385E3C6E5}">
      <dgm:prSet/>
      <dgm:spPr/>
      <dgm:t>
        <a:bodyPr/>
        <a:lstStyle/>
        <a:p>
          <a:endParaRPr lang="en-IN"/>
        </a:p>
      </dgm:t>
    </dgm:pt>
    <dgm:pt modelId="{A26C3F8D-ED31-4BD3-A336-3765E109268A}">
      <dgm:prSet phldrT="[Text]" custT="1"/>
      <dgm:spPr/>
      <dgm:t>
        <a:bodyPr/>
        <a:lstStyle/>
        <a:p>
          <a:pPr algn="just"/>
          <a:r>
            <a:rPr lang="en-IN" sz="2000" dirty="0"/>
            <a:t>Many measurand in living systems are inaccessible</a:t>
          </a:r>
        </a:p>
      </dgm:t>
    </dgm:pt>
    <dgm:pt modelId="{0012A3B1-73A4-4586-A897-92135F3CFB3C}" type="parTrans" cxnId="{D1C039F8-760C-4F96-9A5D-5BE02D5518F4}">
      <dgm:prSet/>
      <dgm:spPr/>
      <dgm:t>
        <a:bodyPr/>
        <a:lstStyle/>
        <a:p>
          <a:endParaRPr lang="en-IN"/>
        </a:p>
      </dgm:t>
    </dgm:pt>
    <dgm:pt modelId="{98E05FCD-AE42-4429-AC4E-8C0D4A48B15C}" type="sibTrans" cxnId="{D1C039F8-760C-4F96-9A5D-5BE02D5518F4}">
      <dgm:prSet/>
      <dgm:spPr/>
      <dgm:t>
        <a:bodyPr/>
        <a:lstStyle/>
        <a:p>
          <a:endParaRPr lang="en-IN"/>
        </a:p>
      </dgm:t>
    </dgm:pt>
    <dgm:pt modelId="{C8016524-3034-47FB-B6C6-0829E18B3608}">
      <dgm:prSet phldrT="[Text]" custT="1"/>
      <dgm:spPr/>
      <dgm:t>
        <a:bodyPr/>
        <a:lstStyle/>
        <a:p>
          <a:pPr algn="just"/>
          <a:r>
            <a:rPr lang="en-IN" sz="2000" dirty="0"/>
            <a:t>Placement of sensor(s) in/on the body plays a key role in medical instrumentation design</a:t>
          </a:r>
        </a:p>
      </dgm:t>
    </dgm:pt>
    <dgm:pt modelId="{5944F402-D474-4A01-954E-5EBD47EEA639}" type="parTrans" cxnId="{50A28960-3BF9-4EE8-81A8-4C8D807305B9}">
      <dgm:prSet/>
      <dgm:spPr/>
      <dgm:t>
        <a:bodyPr/>
        <a:lstStyle/>
        <a:p>
          <a:endParaRPr lang="en-IN"/>
        </a:p>
      </dgm:t>
    </dgm:pt>
    <dgm:pt modelId="{69C5FBBD-EE79-4CAD-88E4-DF08FD9BE0C5}" type="sibTrans" cxnId="{50A28960-3BF9-4EE8-81A8-4C8D807305B9}">
      <dgm:prSet/>
      <dgm:spPr/>
      <dgm:t>
        <a:bodyPr/>
        <a:lstStyle/>
        <a:p>
          <a:endParaRPr lang="en-IN"/>
        </a:p>
      </dgm:t>
    </dgm:pt>
    <dgm:pt modelId="{6BD9BD58-4443-4E54-8D05-90269147327D}">
      <dgm:prSet phldrT="[Text]" custT="1"/>
      <dgm:spPr/>
      <dgm:t>
        <a:bodyPr/>
        <a:lstStyle/>
        <a:p>
          <a:pPr algn="just"/>
          <a:r>
            <a:rPr lang="en-IN" sz="2000"/>
            <a:t>Magnitude and frequency range of medical measurand are very low</a:t>
          </a:r>
          <a:endParaRPr lang="en-IN" sz="2000" dirty="0"/>
        </a:p>
      </dgm:t>
    </dgm:pt>
    <dgm:pt modelId="{9BEE912B-25B1-4B55-8B25-73D4D68BF940}" type="parTrans" cxnId="{9FF1899E-30DD-48ED-9F18-905AA98A01B3}">
      <dgm:prSet/>
      <dgm:spPr/>
      <dgm:t>
        <a:bodyPr/>
        <a:lstStyle/>
        <a:p>
          <a:endParaRPr lang="en-IN"/>
        </a:p>
      </dgm:t>
    </dgm:pt>
    <dgm:pt modelId="{E27B03F9-F602-4812-BAD2-C1600872D346}" type="sibTrans" cxnId="{9FF1899E-30DD-48ED-9F18-905AA98A01B3}">
      <dgm:prSet/>
      <dgm:spPr/>
      <dgm:t>
        <a:bodyPr/>
        <a:lstStyle/>
        <a:p>
          <a:endParaRPr lang="en-IN"/>
        </a:p>
      </dgm:t>
    </dgm:pt>
    <dgm:pt modelId="{1E37800C-1BAC-4100-94DA-C32926028C3B}">
      <dgm:prSet custT="1"/>
      <dgm:spPr/>
      <dgm:t>
        <a:bodyPr/>
        <a:lstStyle/>
        <a:p>
          <a:pPr algn="just"/>
          <a:r>
            <a:rPr lang="en-IN" sz="2000"/>
            <a:t>Interference and cross-talk artifacts</a:t>
          </a:r>
          <a:endParaRPr lang="en-IN" sz="2000" dirty="0"/>
        </a:p>
      </dgm:t>
    </dgm:pt>
    <dgm:pt modelId="{35AD99D0-52D5-4F84-8004-1076EA45AF76}" type="parTrans" cxnId="{46A24D51-77B7-484B-9EF3-F96FE1CBED35}">
      <dgm:prSet/>
      <dgm:spPr/>
      <dgm:t>
        <a:bodyPr/>
        <a:lstStyle/>
        <a:p>
          <a:endParaRPr lang="en-IN"/>
        </a:p>
      </dgm:t>
    </dgm:pt>
    <dgm:pt modelId="{745BEC9D-AE37-4634-B85F-B0D1FB7A1A0B}" type="sibTrans" cxnId="{46A24D51-77B7-484B-9EF3-F96FE1CBED35}">
      <dgm:prSet/>
      <dgm:spPr/>
      <dgm:t>
        <a:bodyPr/>
        <a:lstStyle/>
        <a:p>
          <a:endParaRPr lang="en-IN"/>
        </a:p>
      </dgm:t>
    </dgm:pt>
    <dgm:pt modelId="{D12BFD70-9486-482B-BF2F-1B96A1A29375}">
      <dgm:prSet custT="1"/>
      <dgm:spPr/>
      <dgm:t>
        <a:bodyPr/>
        <a:lstStyle/>
        <a:p>
          <a:pPr algn="just"/>
          <a:r>
            <a:rPr lang="en-IN" sz="2000" dirty="0"/>
            <a:t>Proper sensor interface with measurand cannot be obtained</a:t>
          </a:r>
        </a:p>
      </dgm:t>
    </dgm:pt>
    <dgm:pt modelId="{CE2534CD-5BAA-4BD9-955F-3FB1D95758E9}" type="parTrans" cxnId="{318A1CD2-DC68-42A2-B39B-E2ECE4026A78}">
      <dgm:prSet/>
      <dgm:spPr/>
      <dgm:t>
        <a:bodyPr/>
        <a:lstStyle/>
        <a:p>
          <a:endParaRPr lang="en-IN"/>
        </a:p>
      </dgm:t>
    </dgm:pt>
    <dgm:pt modelId="{743FCC42-E1ED-4D6B-BE23-9ACE1048A906}" type="sibTrans" cxnId="{318A1CD2-DC68-42A2-B39B-E2ECE4026A78}">
      <dgm:prSet/>
      <dgm:spPr/>
      <dgm:t>
        <a:bodyPr/>
        <a:lstStyle/>
        <a:p>
          <a:endParaRPr lang="en-IN"/>
        </a:p>
      </dgm:t>
    </dgm:pt>
    <dgm:pt modelId="{99453C45-1588-4993-AB0F-25D53F2A1588}">
      <dgm:prSet custT="1"/>
      <dgm:spPr/>
      <dgm:t>
        <a:bodyPr/>
        <a:lstStyle/>
        <a:p>
          <a:pPr algn="just"/>
          <a:r>
            <a:rPr lang="en-IN" sz="2000" dirty="0"/>
            <a:t>Medical variables are seldom deterministic (varying with time)</a:t>
          </a:r>
        </a:p>
      </dgm:t>
    </dgm:pt>
    <dgm:pt modelId="{8E93D29E-CA5C-490D-8580-4806A42F9B85}" type="parTrans" cxnId="{3AB2971E-44E2-4732-BC1E-3DB616840936}">
      <dgm:prSet/>
      <dgm:spPr/>
      <dgm:t>
        <a:bodyPr/>
        <a:lstStyle/>
        <a:p>
          <a:endParaRPr lang="en-IN"/>
        </a:p>
      </dgm:t>
    </dgm:pt>
    <dgm:pt modelId="{869C8590-A476-4148-B033-6E35713AD2D4}" type="sibTrans" cxnId="{3AB2971E-44E2-4732-BC1E-3DB616840936}">
      <dgm:prSet/>
      <dgm:spPr/>
      <dgm:t>
        <a:bodyPr/>
        <a:lstStyle/>
        <a:p>
          <a:endParaRPr lang="en-IN"/>
        </a:p>
      </dgm:t>
    </dgm:pt>
    <dgm:pt modelId="{B330CC48-1860-469D-8E97-8330828E2D14}" type="pres">
      <dgm:prSet presAssocID="{427B96E0-1F81-4EAF-BF92-3F1F73056311}" presName="linear" presStyleCnt="0">
        <dgm:presLayoutVars>
          <dgm:dir/>
          <dgm:animLvl val="lvl"/>
          <dgm:resizeHandles val="exact"/>
        </dgm:presLayoutVars>
      </dgm:prSet>
      <dgm:spPr/>
      <dgm:t>
        <a:bodyPr/>
        <a:lstStyle/>
        <a:p>
          <a:endParaRPr lang="en-IN"/>
        </a:p>
      </dgm:t>
    </dgm:pt>
    <dgm:pt modelId="{8F3A27B2-DD4F-47B0-BD59-250E472E46DE}" type="pres">
      <dgm:prSet presAssocID="{2D1CF76A-FB92-4B3A-BE03-6FCCC53CA771}" presName="parentLin" presStyleCnt="0"/>
      <dgm:spPr/>
    </dgm:pt>
    <dgm:pt modelId="{6DFD721E-FCC0-4D2F-9EBE-4BFA35A7DF17}" type="pres">
      <dgm:prSet presAssocID="{2D1CF76A-FB92-4B3A-BE03-6FCCC53CA771}" presName="parentLeftMargin" presStyleLbl="node1" presStyleIdx="0" presStyleCnt="7"/>
      <dgm:spPr/>
      <dgm:t>
        <a:bodyPr/>
        <a:lstStyle/>
        <a:p>
          <a:endParaRPr lang="en-IN"/>
        </a:p>
      </dgm:t>
    </dgm:pt>
    <dgm:pt modelId="{743A7A57-8036-414A-98BD-A3E3018AF6D6}" type="pres">
      <dgm:prSet presAssocID="{2D1CF76A-FB92-4B3A-BE03-6FCCC53CA771}" presName="parentText" presStyleLbl="node1" presStyleIdx="0" presStyleCnt="7" custScaleX="133833" custScaleY="115176">
        <dgm:presLayoutVars>
          <dgm:chMax val="0"/>
          <dgm:bulletEnabled val="1"/>
        </dgm:presLayoutVars>
      </dgm:prSet>
      <dgm:spPr/>
      <dgm:t>
        <a:bodyPr/>
        <a:lstStyle/>
        <a:p>
          <a:endParaRPr lang="en-IN"/>
        </a:p>
      </dgm:t>
    </dgm:pt>
    <dgm:pt modelId="{044B6AC8-6ACA-43BE-B40C-923A7D564E09}" type="pres">
      <dgm:prSet presAssocID="{2D1CF76A-FB92-4B3A-BE03-6FCCC53CA771}" presName="negativeSpace" presStyleCnt="0"/>
      <dgm:spPr/>
    </dgm:pt>
    <dgm:pt modelId="{06908EE0-BE4F-46DB-8D18-05648D9BD5AE}" type="pres">
      <dgm:prSet presAssocID="{2D1CF76A-FB92-4B3A-BE03-6FCCC53CA771}" presName="childText" presStyleLbl="conFgAcc1" presStyleIdx="0" presStyleCnt="7">
        <dgm:presLayoutVars>
          <dgm:bulletEnabled val="1"/>
        </dgm:presLayoutVars>
      </dgm:prSet>
      <dgm:spPr/>
    </dgm:pt>
    <dgm:pt modelId="{9D031C5F-F63A-4035-A945-B72F979196F6}" type="pres">
      <dgm:prSet presAssocID="{2CDE65EB-65B2-432A-AE04-41A86F0D2409}" presName="spaceBetweenRectangles" presStyleCnt="0"/>
      <dgm:spPr/>
    </dgm:pt>
    <dgm:pt modelId="{F6DD7858-71E7-4658-9767-6F5FD8020C51}" type="pres">
      <dgm:prSet presAssocID="{A26C3F8D-ED31-4BD3-A336-3765E109268A}" presName="parentLin" presStyleCnt="0"/>
      <dgm:spPr/>
    </dgm:pt>
    <dgm:pt modelId="{43AB5EEF-E271-435F-B4EA-0D6A5B595561}" type="pres">
      <dgm:prSet presAssocID="{A26C3F8D-ED31-4BD3-A336-3765E109268A}" presName="parentLeftMargin" presStyleLbl="node1" presStyleIdx="0" presStyleCnt="7"/>
      <dgm:spPr/>
      <dgm:t>
        <a:bodyPr/>
        <a:lstStyle/>
        <a:p>
          <a:endParaRPr lang="en-IN"/>
        </a:p>
      </dgm:t>
    </dgm:pt>
    <dgm:pt modelId="{0E0495F2-13EA-4312-A836-34E2D4FC05DB}" type="pres">
      <dgm:prSet presAssocID="{A26C3F8D-ED31-4BD3-A336-3765E109268A}" presName="parentText" presStyleLbl="node1" presStyleIdx="1" presStyleCnt="7" custScaleX="133833" custScaleY="115176">
        <dgm:presLayoutVars>
          <dgm:chMax val="0"/>
          <dgm:bulletEnabled val="1"/>
        </dgm:presLayoutVars>
      </dgm:prSet>
      <dgm:spPr/>
      <dgm:t>
        <a:bodyPr/>
        <a:lstStyle/>
        <a:p>
          <a:endParaRPr lang="en-IN"/>
        </a:p>
      </dgm:t>
    </dgm:pt>
    <dgm:pt modelId="{12F4B00D-35BD-4089-9F7D-F7E39F3DB275}" type="pres">
      <dgm:prSet presAssocID="{A26C3F8D-ED31-4BD3-A336-3765E109268A}" presName="negativeSpace" presStyleCnt="0"/>
      <dgm:spPr/>
    </dgm:pt>
    <dgm:pt modelId="{986FAFF2-EAE6-48AE-9217-B0E007696EC1}" type="pres">
      <dgm:prSet presAssocID="{A26C3F8D-ED31-4BD3-A336-3765E109268A}" presName="childText" presStyleLbl="conFgAcc1" presStyleIdx="1" presStyleCnt="7">
        <dgm:presLayoutVars>
          <dgm:bulletEnabled val="1"/>
        </dgm:presLayoutVars>
      </dgm:prSet>
      <dgm:spPr/>
    </dgm:pt>
    <dgm:pt modelId="{8D563F04-4B4F-487B-A0D1-0AF9A2CFFA63}" type="pres">
      <dgm:prSet presAssocID="{98E05FCD-AE42-4429-AC4E-8C0D4A48B15C}" presName="spaceBetweenRectangles" presStyleCnt="0"/>
      <dgm:spPr/>
    </dgm:pt>
    <dgm:pt modelId="{EC0EEC51-2875-45E2-B696-198B0BB61902}" type="pres">
      <dgm:prSet presAssocID="{C8016524-3034-47FB-B6C6-0829E18B3608}" presName="parentLin" presStyleCnt="0"/>
      <dgm:spPr/>
    </dgm:pt>
    <dgm:pt modelId="{EC4742AA-6EDE-43CD-9044-D1B53C243B54}" type="pres">
      <dgm:prSet presAssocID="{C8016524-3034-47FB-B6C6-0829E18B3608}" presName="parentLeftMargin" presStyleLbl="node1" presStyleIdx="1" presStyleCnt="7"/>
      <dgm:spPr/>
      <dgm:t>
        <a:bodyPr/>
        <a:lstStyle/>
        <a:p>
          <a:endParaRPr lang="en-IN"/>
        </a:p>
      </dgm:t>
    </dgm:pt>
    <dgm:pt modelId="{9B29C430-D349-415A-B863-4A1B756D257B}" type="pres">
      <dgm:prSet presAssocID="{C8016524-3034-47FB-B6C6-0829E18B3608}" presName="parentText" presStyleLbl="node1" presStyleIdx="2" presStyleCnt="7" custScaleX="133833" custScaleY="115176">
        <dgm:presLayoutVars>
          <dgm:chMax val="0"/>
          <dgm:bulletEnabled val="1"/>
        </dgm:presLayoutVars>
      </dgm:prSet>
      <dgm:spPr/>
      <dgm:t>
        <a:bodyPr/>
        <a:lstStyle/>
        <a:p>
          <a:endParaRPr lang="en-IN"/>
        </a:p>
      </dgm:t>
    </dgm:pt>
    <dgm:pt modelId="{82822446-1F80-49C1-A7AB-C52DA2253377}" type="pres">
      <dgm:prSet presAssocID="{C8016524-3034-47FB-B6C6-0829E18B3608}" presName="negativeSpace" presStyleCnt="0"/>
      <dgm:spPr/>
    </dgm:pt>
    <dgm:pt modelId="{8ECA1317-0590-449E-885C-F8FCF15FAE8D}" type="pres">
      <dgm:prSet presAssocID="{C8016524-3034-47FB-B6C6-0829E18B3608}" presName="childText" presStyleLbl="conFgAcc1" presStyleIdx="2" presStyleCnt="7">
        <dgm:presLayoutVars>
          <dgm:bulletEnabled val="1"/>
        </dgm:presLayoutVars>
      </dgm:prSet>
      <dgm:spPr/>
    </dgm:pt>
    <dgm:pt modelId="{660DC1D8-7040-4F4B-A580-480057730D9B}" type="pres">
      <dgm:prSet presAssocID="{69C5FBBD-EE79-4CAD-88E4-DF08FD9BE0C5}" presName="spaceBetweenRectangles" presStyleCnt="0"/>
      <dgm:spPr/>
    </dgm:pt>
    <dgm:pt modelId="{9F573068-C884-4C7D-9975-255C4CD499F0}" type="pres">
      <dgm:prSet presAssocID="{6BD9BD58-4443-4E54-8D05-90269147327D}" presName="parentLin" presStyleCnt="0"/>
      <dgm:spPr/>
    </dgm:pt>
    <dgm:pt modelId="{B4667E71-ACCF-4F6C-8191-1AC51CAF1B10}" type="pres">
      <dgm:prSet presAssocID="{6BD9BD58-4443-4E54-8D05-90269147327D}" presName="parentLeftMargin" presStyleLbl="node1" presStyleIdx="2" presStyleCnt="7"/>
      <dgm:spPr/>
      <dgm:t>
        <a:bodyPr/>
        <a:lstStyle/>
        <a:p>
          <a:endParaRPr lang="en-IN"/>
        </a:p>
      </dgm:t>
    </dgm:pt>
    <dgm:pt modelId="{5FF0213E-F425-430A-B5D2-CB2AC86D28D6}" type="pres">
      <dgm:prSet presAssocID="{6BD9BD58-4443-4E54-8D05-90269147327D}" presName="parentText" presStyleLbl="node1" presStyleIdx="3" presStyleCnt="7" custScaleX="133833" custScaleY="115176">
        <dgm:presLayoutVars>
          <dgm:chMax val="0"/>
          <dgm:bulletEnabled val="1"/>
        </dgm:presLayoutVars>
      </dgm:prSet>
      <dgm:spPr/>
      <dgm:t>
        <a:bodyPr/>
        <a:lstStyle/>
        <a:p>
          <a:endParaRPr lang="en-IN"/>
        </a:p>
      </dgm:t>
    </dgm:pt>
    <dgm:pt modelId="{3BDF7AAF-F25A-4437-9756-889CA4B70898}" type="pres">
      <dgm:prSet presAssocID="{6BD9BD58-4443-4E54-8D05-90269147327D}" presName="negativeSpace" presStyleCnt="0"/>
      <dgm:spPr/>
    </dgm:pt>
    <dgm:pt modelId="{840DE479-E1EA-4D43-8B89-80676FEC8FC9}" type="pres">
      <dgm:prSet presAssocID="{6BD9BD58-4443-4E54-8D05-90269147327D}" presName="childText" presStyleLbl="conFgAcc1" presStyleIdx="3" presStyleCnt="7">
        <dgm:presLayoutVars>
          <dgm:bulletEnabled val="1"/>
        </dgm:presLayoutVars>
      </dgm:prSet>
      <dgm:spPr/>
    </dgm:pt>
    <dgm:pt modelId="{8CD20AA6-84FF-4A34-A66B-B2645978EA87}" type="pres">
      <dgm:prSet presAssocID="{E27B03F9-F602-4812-BAD2-C1600872D346}" presName="spaceBetweenRectangles" presStyleCnt="0"/>
      <dgm:spPr/>
    </dgm:pt>
    <dgm:pt modelId="{A0954A1C-DF8A-434E-A663-6A89E578E6B0}" type="pres">
      <dgm:prSet presAssocID="{1E37800C-1BAC-4100-94DA-C32926028C3B}" presName="parentLin" presStyleCnt="0"/>
      <dgm:spPr/>
    </dgm:pt>
    <dgm:pt modelId="{C75B23AA-3468-4C7C-A9A2-E67C315E756F}" type="pres">
      <dgm:prSet presAssocID="{1E37800C-1BAC-4100-94DA-C32926028C3B}" presName="parentLeftMargin" presStyleLbl="node1" presStyleIdx="3" presStyleCnt="7"/>
      <dgm:spPr/>
      <dgm:t>
        <a:bodyPr/>
        <a:lstStyle/>
        <a:p>
          <a:endParaRPr lang="en-IN"/>
        </a:p>
      </dgm:t>
    </dgm:pt>
    <dgm:pt modelId="{FC16E0A3-472B-4BA9-AA67-D0DE8F0BE0C5}" type="pres">
      <dgm:prSet presAssocID="{1E37800C-1BAC-4100-94DA-C32926028C3B}" presName="parentText" presStyleLbl="node1" presStyleIdx="4" presStyleCnt="7" custScaleX="133833" custScaleY="115176">
        <dgm:presLayoutVars>
          <dgm:chMax val="0"/>
          <dgm:bulletEnabled val="1"/>
        </dgm:presLayoutVars>
      </dgm:prSet>
      <dgm:spPr/>
      <dgm:t>
        <a:bodyPr/>
        <a:lstStyle/>
        <a:p>
          <a:endParaRPr lang="en-IN"/>
        </a:p>
      </dgm:t>
    </dgm:pt>
    <dgm:pt modelId="{C699520F-27BD-43CD-8837-A21AB147DA2B}" type="pres">
      <dgm:prSet presAssocID="{1E37800C-1BAC-4100-94DA-C32926028C3B}" presName="negativeSpace" presStyleCnt="0"/>
      <dgm:spPr/>
    </dgm:pt>
    <dgm:pt modelId="{64ABF9D0-E666-4DD2-9927-B66E9026E7AA}" type="pres">
      <dgm:prSet presAssocID="{1E37800C-1BAC-4100-94DA-C32926028C3B}" presName="childText" presStyleLbl="conFgAcc1" presStyleIdx="4" presStyleCnt="7">
        <dgm:presLayoutVars>
          <dgm:bulletEnabled val="1"/>
        </dgm:presLayoutVars>
      </dgm:prSet>
      <dgm:spPr/>
    </dgm:pt>
    <dgm:pt modelId="{431DA411-41AD-4309-B0BD-013F070C2BD9}" type="pres">
      <dgm:prSet presAssocID="{745BEC9D-AE37-4634-B85F-B0D1FB7A1A0B}" presName="spaceBetweenRectangles" presStyleCnt="0"/>
      <dgm:spPr/>
    </dgm:pt>
    <dgm:pt modelId="{3BC3E86F-F53C-4FCB-81A6-623B8962D33D}" type="pres">
      <dgm:prSet presAssocID="{D12BFD70-9486-482B-BF2F-1B96A1A29375}" presName="parentLin" presStyleCnt="0"/>
      <dgm:spPr/>
    </dgm:pt>
    <dgm:pt modelId="{F7E69179-0D64-4393-9E0D-912FA5C2C83B}" type="pres">
      <dgm:prSet presAssocID="{D12BFD70-9486-482B-BF2F-1B96A1A29375}" presName="parentLeftMargin" presStyleLbl="node1" presStyleIdx="4" presStyleCnt="7"/>
      <dgm:spPr/>
      <dgm:t>
        <a:bodyPr/>
        <a:lstStyle/>
        <a:p>
          <a:endParaRPr lang="en-IN"/>
        </a:p>
      </dgm:t>
    </dgm:pt>
    <dgm:pt modelId="{ABC82FC5-1DB5-4579-A789-ADCC920351AB}" type="pres">
      <dgm:prSet presAssocID="{D12BFD70-9486-482B-BF2F-1B96A1A29375}" presName="parentText" presStyleLbl="node1" presStyleIdx="5" presStyleCnt="7" custScaleX="133833" custScaleY="115176">
        <dgm:presLayoutVars>
          <dgm:chMax val="0"/>
          <dgm:bulletEnabled val="1"/>
        </dgm:presLayoutVars>
      </dgm:prSet>
      <dgm:spPr/>
      <dgm:t>
        <a:bodyPr/>
        <a:lstStyle/>
        <a:p>
          <a:endParaRPr lang="en-IN"/>
        </a:p>
      </dgm:t>
    </dgm:pt>
    <dgm:pt modelId="{51BA91D4-FC03-4EA8-BCD6-9F81D3CE424D}" type="pres">
      <dgm:prSet presAssocID="{D12BFD70-9486-482B-BF2F-1B96A1A29375}" presName="negativeSpace" presStyleCnt="0"/>
      <dgm:spPr/>
    </dgm:pt>
    <dgm:pt modelId="{88D1B575-FC8A-4204-A900-ED71BE6D6501}" type="pres">
      <dgm:prSet presAssocID="{D12BFD70-9486-482B-BF2F-1B96A1A29375}" presName="childText" presStyleLbl="conFgAcc1" presStyleIdx="5" presStyleCnt="7">
        <dgm:presLayoutVars>
          <dgm:bulletEnabled val="1"/>
        </dgm:presLayoutVars>
      </dgm:prSet>
      <dgm:spPr/>
    </dgm:pt>
    <dgm:pt modelId="{5BE5D24B-A206-4253-B789-30F407466141}" type="pres">
      <dgm:prSet presAssocID="{743FCC42-E1ED-4D6B-BE23-9ACE1048A906}" presName="spaceBetweenRectangles" presStyleCnt="0"/>
      <dgm:spPr/>
    </dgm:pt>
    <dgm:pt modelId="{CCC167E9-ED4E-44E0-A2B6-40ACAD32A718}" type="pres">
      <dgm:prSet presAssocID="{99453C45-1588-4993-AB0F-25D53F2A1588}" presName="parentLin" presStyleCnt="0"/>
      <dgm:spPr/>
    </dgm:pt>
    <dgm:pt modelId="{6FFFB73A-EB24-4C34-958C-25453E757703}" type="pres">
      <dgm:prSet presAssocID="{99453C45-1588-4993-AB0F-25D53F2A1588}" presName="parentLeftMargin" presStyleLbl="node1" presStyleIdx="5" presStyleCnt="7"/>
      <dgm:spPr/>
      <dgm:t>
        <a:bodyPr/>
        <a:lstStyle/>
        <a:p>
          <a:endParaRPr lang="en-IN"/>
        </a:p>
      </dgm:t>
    </dgm:pt>
    <dgm:pt modelId="{C2B90697-CB3D-4182-A5D5-1B30044E3E9B}" type="pres">
      <dgm:prSet presAssocID="{99453C45-1588-4993-AB0F-25D53F2A1588}" presName="parentText" presStyleLbl="node1" presStyleIdx="6" presStyleCnt="7" custScaleX="133833" custScaleY="115176">
        <dgm:presLayoutVars>
          <dgm:chMax val="0"/>
          <dgm:bulletEnabled val="1"/>
        </dgm:presLayoutVars>
      </dgm:prSet>
      <dgm:spPr/>
      <dgm:t>
        <a:bodyPr/>
        <a:lstStyle/>
        <a:p>
          <a:endParaRPr lang="en-IN"/>
        </a:p>
      </dgm:t>
    </dgm:pt>
    <dgm:pt modelId="{39CB7685-C8A2-4784-8FBD-A0B6B8FC6694}" type="pres">
      <dgm:prSet presAssocID="{99453C45-1588-4993-AB0F-25D53F2A1588}" presName="negativeSpace" presStyleCnt="0"/>
      <dgm:spPr/>
    </dgm:pt>
    <dgm:pt modelId="{B94D55C4-8969-4E06-82E2-62F8058F13F2}" type="pres">
      <dgm:prSet presAssocID="{99453C45-1588-4993-AB0F-25D53F2A1588}" presName="childText" presStyleLbl="conFgAcc1" presStyleIdx="6" presStyleCnt="7">
        <dgm:presLayoutVars>
          <dgm:bulletEnabled val="1"/>
        </dgm:presLayoutVars>
      </dgm:prSet>
      <dgm:spPr/>
    </dgm:pt>
  </dgm:ptLst>
  <dgm:cxnLst>
    <dgm:cxn modelId="{B0B431D2-3359-4F50-9E59-5CDA26C309E8}" type="presOf" srcId="{C8016524-3034-47FB-B6C6-0829E18B3608}" destId="{EC4742AA-6EDE-43CD-9044-D1B53C243B54}" srcOrd="0" destOrd="0" presId="urn:microsoft.com/office/officeart/2005/8/layout/list1"/>
    <dgm:cxn modelId="{22F83E59-37A0-45D1-BC0C-6F47F6A05762}" type="presOf" srcId="{1E37800C-1BAC-4100-94DA-C32926028C3B}" destId="{FC16E0A3-472B-4BA9-AA67-D0DE8F0BE0C5}" srcOrd="1" destOrd="0" presId="urn:microsoft.com/office/officeart/2005/8/layout/list1"/>
    <dgm:cxn modelId="{5800BB45-AA9A-4095-A90A-569FDD12A964}" type="presOf" srcId="{2D1CF76A-FB92-4B3A-BE03-6FCCC53CA771}" destId="{6DFD721E-FCC0-4D2F-9EBE-4BFA35A7DF17}" srcOrd="0" destOrd="0" presId="urn:microsoft.com/office/officeart/2005/8/layout/list1"/>
    <dgm:cxn modelId="{A67A6792-7147-4503-9AF4-023909E2551A}" type="presOf" srcId="{1E37800C-1BAC-4100-94DA-C32926028C3B}" destId="{C75B23AA-3468-4C7C-A9A2-E67C315E756F}" srcOrd="0" destOrd="0" presId="urn:microsoft.com/office/officeart/2005/8/layout/list1"/>
    <dgm:cxn modelId="{9476C166-1750-43D8-81DC-AA3E1461A27D}" type="presOf" srcId="{A26C3F8D-ED31-4BD3-A336-3765E109268A}" destId="{43AB5EEF-E271-435F-B4EA-0D6A5B595561}" srcOrd="0" destOrd="0" presId="urn:microsoft.com/office/officeart/2005/8/layout/list1"/>
    <dgm:cxn modelId="{9FF1899E-30DD-48ED-9F18-905AA98A01B3}" srcId="{427B96E0-1F81-4EAF-BF92-3F1F73056311}" destId="{6BD9BD58-4443-4E54-8D05-90269147327D}" srcOrd="3" destOrd="0" parTransId="{9BEE912B-25B1-4B55-8B25-73D4D68BF940}" sibTransId="{E27B03F9-F602-4812-BAD2-C1600872D346}"/>
    <dgm:cxn modelId="{97939641-3D15-492E-B9D5-4D97150CC7E5}" type="presOf" srcId="{6BD9BD58-4443-4E54-8D05-90269147327D}" destId="{5FF0213E-F425-430A-B5D2-CB2AC86D28D6}" srcOrd="1" destOrd="0" presId="urn:microsoft.com/office/officeart/2005/8/layout/list1"/>
    <dgm:cxn modelId="{F1FD2AA5-F761-4974-976B-315F8755FC8A}" type="presOf" srcId="{D12BFD70-9486-482B-BF2F-1B96A1A29375}" destId="{F7E69179-0D64-4393-9E0D-912FA5C2C83B}" srcOrd="0" destOrd="0" presId="urn:microsoft.com/office/officeart/2005/8/layout/list1"/>
    <dgm:cxn modelId="{779EBEF7-5C64-4CEB-A504-A33A39D1DD47}" type="presOf" srcId="{A26C3F8D-ED31-4BD3-A336-3765E109268A}" destId="{0E0495F2-13EA-4312-A836-34E2D4FC05DB}" srcOrd="1" destOrd="0" presId="urn:microsoft.com/office/officeart/2005/8/layout/list1"/>
    <dgm:cxn modelId="{B6DC0B82-A528-435F-928E-E6C385E3C6E5}" srcId="{427B96E0-1F81-4EAF-BF92-3F1F73056311}" destId="{2D1CF76A-FB92-4B3A-BE03-6FCCC53CA771}" srcOrd="0" destOrd="0" parTransId="{F72A411C-6CDB-4F10-9FCA-A9D9ED9279C5}" sibTransId="{2CDE65EB-65B2-432A-AE04-41A86F0D2409}"/>
    <dgm:cxn modelId="{50A28960-3BF9-4EE8-81A8-4C8D807305B9}" srcId="{427B96E0-1F81-4EAF-BF92-3F1F73056311}" destId="{C8016524-3034-47FB-B6C6-0829E18B3608}" srcOrd="2" destOrd="0" parTransId="{5944F402-D474-4A01-954E-5EBD47EEA639}" sibTransId="{69C5FBBD-EE79-4CAD-88E4-DF08FD9BE0C5}"/>
    <dgm:cxn modelId="{CD79ADE7-6FD7-49F1-A3A6-37B6E5A59A11}" type="presOf" srcId="{D12BFD70-9486-482B-BF2F-1B96A1A29375}" destId="{ABC82FC5-1DB5-4579-A789-ADCC920351AB}" srcOrd="1" destOrd="0" presId="urn:microsoft.com/office/officeart/2005/8/layout/list1"/>
    <dgm:cxn modelId="{377C39D4-DCF1-47EA-B2A2-73F308C9F1A9}" type="presOf" srcId="{C8016524-3034-47FB-B6C6-0829E18B3608}" destId="{9B29C430-D349-415A-B863-4A1B756D257B}" srcOrd="1" destOrd="0" presId="urn:microsoft.com/office/officeart/2005/8/layout/list1"/>
    <dgm:cxn modelId="{0DD5EA60-29ED-4234-AE8E-B5BEF1D83DA9}" type="presOf" srcId="{99453C45-1588-4993-AB0F-25D53F2A1588}" destId="{C2B90697-CB3D-4182-A5D5-1B30044E3E9B}" srcOrd="1" destOrd="0" presId="urn:microsoft.com/office/officeart/2005/8/layout/list1"/>
    <dgm:cxn modelId="{003DAA0E-5A7B-4741-98D0-97A8A5C4BF13}" type="presOf" srcId="{2D1CF76A-FB92-4B3A-BE03-6FCCC53CA771}" destId="{743A7A57-8036-414A-98BD-A3E3018AF6D6}" srcOrd="1" destOrd="0" presId="urn:microsoft.com/office/officeart/2005/8/layout/list1"/>
    <dgm:cxn modelId="{318A1CD2-DC68-42A2-B39B-E2ECE4026A78}" srcId="{427B96E0-1F81-4EAF-BF92-3F1F73056311}" destId="{D12BFD70-9486-482B-BF2F-1B96A1A29375}" srcOrd="5" destOrd="0" parTransId="{CE2534CD-5BAA-4BD9-955F-3FB1D95758E9}" sibTransId="{743FCC42-E1ED-4D6B-BE23-9ACE1048A906}"/>
    <dgm:cxn modelId="{3AB2971E-44E2-4732-BC1E-3DB616840936}" srcId="{427B96E0-1F81-4EAF-BF92-3F1F73056311}" destId="{99453C45-1588-4993-AB0F-25D53F2A1588}" srcOrd="6" destOrd="0" parTransId="{8E93D29E-CA5C-490D-8580-4806A42F9B85}" sibTransId="{869C8590-A476-4148-B033-6E35713AD2D4}"/>
    <dgm:cxn modelId="{46A24D51-77B7-484B-9EF3-F96FE1CBED35}" srcId="{427B96E0-1F81-4EAF-BF92-3F1F73056311}" destId="{1E37800C-1BAC-4100-94DA-C32926028C3B}" srcOrd="4" destOrd="0" parTransId="{35AD99D0-52D5-4F84-8004-1076EA45AF76}" sibTransId="{745BEC9D-AE37-4634-B85F-B0D1FB7A1A0B}"/>
    <dgm:cxn modelId="{6D7F5C33-64AE-4CE5-BEFB-25ED8F522988}" type="presOf" srcId="{99453C45-1588-4993-AB0F-25D53F2A1588}" destId="{6FFFB73A-EB24-4C34-958C-25453E757703}" srcOrd="0" destOrd="0" presId="urn:microsoft.com/office/officeart/2005/8/layout/list1"/>
    <dgm:cxn modelId="{4BA598B5-3A80-4D19-9D36-2BFCC9840CCE}" type="presOf" srcId="{427B96E0-1F81-4EAF-BF92-3F1F73056311}" destId="{B330CC48-1860-469D-8E97-8330828E2D14}" srcOrd="0" destOrd="0" presId="urn:microsoft.com/office/officeart/2005/8/layout/list1"/>
    <dgm:cxn modelId="{D1C039F8-760C-4F96-9A5D-5BE02D5518F4}" srcId="{427B96E0-1F81-4EAF-BF92-3F1F73056311}" destId="{A26C3F8D-ED31-4BD3-A336-3765E109268A}" srcOrd="1" destOrd="0" parTransId="{0012A3B1-73A4-4586-A897-92135F3CFB3C}" sibTransId="{98E05FCD-AE42-4429-AC4E-8C0D4A48B15C}"/>
    <dgm:cxn modelId="{5A68CEA3-4583-4F17-8D5A-8CB0C97ADCB4}" type="presOf" srcId="{6BD9BD58-4443-4E54-8D05-90269147327D}" destId="{B4667E71-ACCF-4F6C-8191-1AC51CAF1B10}" srcOrd="0" destOrd="0" presId="urn:microsoft.com/office/officeart/2005/8/layout/list1"/>
    <dgm:cxn modelId="{4946E48F-397E-42AD-9CEA-6B919950669E}" type="presParOf" srcId="{B330CC48-1860-469D-8E97-8330828E2D14}" destId="{8F3A27B2-DD4F-47B0-BD59-250E472E46DE}" srcOrd="0" destOrd="0" presId="urn:microsoft.com/office/officeart/2005/8/layout/list1"/>
    <dgm:cxn modelId="{47993E96-2F3C-4EE0-A7C5-1AD9AA5DCAA6}" type="presParOf" srcId="{8F3A27B2-DD4F-47B0-BD59-250E472E46DE}" destId="{6DFD721E-FCC0-4D2F-9EBE-4BFA35A7DF17}" srcOrd="0" destOrd="0" presId="urn:microsoft.com/office/officeart/2005/8/layout/list1"/>
    <dgm:cxn modelId="{5C2230C0-8706-4CAA-B6A8-AF92AAE2897C}" type="presParOf" srcId="{8F3A27B2-DD4F-47B0-BD59-250E472E46DE}" destId="{743A7A57-8036-414A-98BD-A3E3018AF6D6}" srcOrd="1" destOrd="0" presId="urn:microsoft.com/office/officeart/2005/8/layout/list1"/>
    <dgm:cxn modelId="{8FC69540-331B-47B6-BF20-38DDBE08377B}" type="presParOf" srcId="{B330CC48-1860-469D-8E97-8330828E2D14}" destId="{044B6AC8-6ACA-43BE-B40C-923A7D564E09}" srcOrd="1" destOrd="0" presId="urn:microsoft.com/office/officeart/2005/8/layout/list1"/>
    <dgm:cxn modelId="{4CE1D230-99E7-43D1-A970-3A3BB5D03DB4}" type="presParOf" srcId="{B330CC48-1860-469D-8E97-8330828E2D14}" destId="{06908EE0-BE4F-46DB-8D18-05648D9BD5AE}" srcOrd="2" destOrd="0" presId="urn:microsoft.com/office/officeart/2005/8/layout/list1"/>
    <dgm:cxn modelId="{A9D705ED-504E-49B9-8762-2134E8D145D3}" type="presParOf" srcId="{B330CC48-1860-469D-8E97-8330828E2D14}" destId="{9D031C5F-F63A-4035-A945-B72F979196F6}" srcOrd="3" destOrd="0" presId="urn:microsoft.com/office/officeart/2005/8/layout/list1"/>
    <dgm:cxn modelId="{CA871AB7-9606-42E0-8B6A-39CB034B79CA}" type="presParOf" srcId="{B330CC48-1860-469D-8E97-8330828E2D14}" destId="{F6DD7858-71E7-4658-9767-6F5FD8020C51}" srcOrd="4" destOrd="0" presId="urn:microsoft.com/office/officeart/2005/8/layout/list1"/>
    <dgm:cxn modelId="{60F8E942-DD9E-4F2A-8E1F-402614C19536}" type="presParOf" srcId="{F6DD7858-71E7-4658-9767-6F5FD8020C51}" destId="{43AB5EEF-E271-435F-B4EA-0D6A5B595561}" srcOrd="0" destOrd="0" presId="urn:microsoft.com/office/officeart/2005/8/layout/list1"/>
    <dgm:cxn modelId="{CF2201B7-3EA2-434B-B392-E110BE4C87BA}" type="presParOf" srcId="{F6DD7858-71E7-4658-9767-6F5FD8020C51}" destId="{0E0495F2-13EA-4312-A836-34E2D4FC05DB}" srcOrd="1" destOrd="0" presId="urn:microsoft.com/office/officeart/2005/8/layout/list1"/>
    <dgm:cxn modelId="{68147A6A-B0D6-42A0-86DF-5FC23DC11506}" type="presParOf" srcId="{B330CC48-1860-469D-8E97-8330828E2D14}" destId="{12F4B00D-35BD-4089-9F7D-F7E39F3DB275}" srcOrd="5" destOrd="0" presId="urn:microsoft.com/office/officeart/2005/8/layout/list1"/>
    <dgm:cxn modelId="{DF10D490-89A2-426B-B599-75C551BCC261}" type="presParOf" srcId="{B330CC48-1860-469D-8E97-8330828E2D14}" destId="{986FAFF2-EAE6-48AE-9217-B0E007696EC1}" srcOrd="6" destOrd="0" presId="urn:microsoft.com/office/officeart/2005/8/layout/list1"/>
    <dgm:cxn modelId="{7BB2F816-CC59-4268-8779-62449971526E}" type="presParOf" srcId="{B330CC48-1860-469D-8E97-8330828E2D14}" destId="{8D563F04-4B4F-487B-A0D1-0AF9A2CFFA63}" srcOrd="7" destOrd="0" presId="urn:microsoft.com/office/officeart/2005/8/layout/list1"/>
    <dgm:cxn modelId="{6619E533-52A3-4BAF-AE53-522BBED16D88}" type="presParOf" srcId="{B330CC48-1860-469D-8E97-8330828E2D14}" destId="{EC0EEC51-2875-45E2-B696-198B0BB61902}" srcOrd="8" destOrd="0" presId="urn:microsoft.com/office/officeart/2005/8/layout/list1"/>
    <dgm:cxn modelId="{A4C5010C-BA67-4FC0-BD9D-F8D975DD9003}" type="presParOf" srcId="{EC0EEC51-2875-45E2-B696-198B0BB61902}" destId="{EC4742AA-6EDE-43CD-9044-D1B53C243B54}" srcOrd="0" destOrd="0" presId="urn:microsoft.com/office/officeart/2005/8/layout/list1"/>
    <dgm:cxn modelId="{EAB28072-7C29-4DD2-91EA-B9B4ED42CBD9}" type="presParOf" srcId="{EC0EEC51-2875-45E2-B696-198B0BB61902}" destId="{9B29C430-D349-415A-B863-4A1B756D257B}" srcOrd="1" destOrd="0" presId="urn:microsoft.com/office/officeart/2005/8/layout/list1"/>
    <dgm:cxn modelId="{6FE796F3-0D16-45A0-AE12-BC2017F5DA7A}" type="presParOf" srcId="{B330CC48-1860-469D-8E97-8330828E2D14}" destId="{82822446-1F80-49C1-A7AB-C52DA2253377}" srcOrd="9" destOrd="0" presId="urn:microsoft.com/office/officeart/2005/8/layout/list1"/>
    <dgm:cxn modelId="{C629B216-D60D-4F4C-AA01-D53EBF9C4502}" type="presParOf" srcId="{B330CC48-1860-469D-8E97-8330828E2D14}" destId="{8ECA1317-0590-449E-885C-F8FCF15FAE8D}" srcOrd="10" destOrd="0" presId="urn:microsoft.com/office/officeart/2005/8/layout/list1"/>
    <dgm:cxn modelId="{8AAA9EA2-BDEB-4F03-A325-ACDCDB760651}" type="presParOf" srcId="{B330CC48-1860-469D-8E97-8330828E2D14}" destId="{660DC1D8-7040-4F4B-A580-480057730D9B}" srcOrd="11" destOrd="0" presId="urn:microsoft.com/office/officeart/2005/8/layout/list1"/>
    <dgm:cxn modelId="{F2AFDA57-78E8-461D-A5E5-ECD0EEF3AF52}" type="presParOf" srcId="{B330CC48-1860-469D-8E97-8330828E2D14}" destId="{9F573068-C884-4C7D-9975-255C4CD499F0}" srcOrd="12" destOrd="0" presId="urn:microsoft.com/office/officeart/2005/8/layout/list1"/>
    <dgm:cxn modelId="{81294E2A-A5F4-4289-9D26-66A41747B7D2}" type="presParOf" srcId="{9F573068-C884-4C7D-9975-255C4CD499F0}" destId="{B4667E71-ACCF-4F6C-8191-1AC51CAF1B10}" srcOrd="0" destOrd="0" presId="urn:microsoft.com/office/officeart/2005/8/layout/list1"/>
    <dgm:cxn modelId="{32D588F0-EF59-4B60-AAAA-3C1F398FD914}" type="presParOf" srcId="{9F573068-C884-4C7D-9975-255C4CD499F0}" destId="{5FF0213E-F425-430A-B5D2-CB2AC86D28D6}" srcOrd="1" destOrd="0" presId="urn:microsoft.com/office/officeart/2005/8/layout/list1"/>
    <dgm:cxn modelId="{6C972933-86E9-4EC2-965A-FD5AD5664720}" type="presParOf" srcId="{B330CC48-1860-469D-8E97-8330828E2D14}" destId="{3BDF7AAF-F25A-4437-9756-889CA4B70898}" srcOrd="13" destOrd="0" presId="urn:microsoft.com/office/officeart/2005/8/layout/list1"/>
    <dgm:cxn modelId="{116D15F4-BE5E-449B-93FE-78F5DC3A2D42}" type="presParOf" srcId="{B330CC48-1860-469D-8E97-8330828E2D14}" destId="{840DE479-E1EA-4D43-8B89-80676FEC8FC9}" srcOrd="14" destOrd="0" presId="urn:microsoft.com/office/officeart/2005/8/layout/list1"/>
    <dgm:cxn modelId="{62FDFB82-B43C-4F80-9822-BB0FCD4916DC}" type="presParOf" srcId="{B330CC48-1860-469D-8E97-8330828E2D14}" destId="{8CD20AA6-84FF-4A34-A66B-B2645978EA87}" srcOrd="15" destOrd="0" presId="urn:microsoft.com/office/officeart/2005/8/layout/list1"/>
    <dgm:cxn modelId="{7711B71F-B780-4362-89FB-7DD3BD409994}" type="presParOf" srcId="{B330CC48-1860-469D-8E97-8330828E2D14}" destId="{A0954A1C-DF8A-434E-A663-6A89E578E6B0}" srcOrd="16" destOrd="0" presId="urn:microsoft.com/office/officeart/2005/8/layout/list1"/>
    <dgm:cxn modelId="{C3B78D81-5B41-4FF4-8D8A-AE46FAD06E31}" type="presParOf" srcId="{A0954A1C-DF8A-434E-A663-6A89E578E6B0}" destId="{C75B23AA-3468-4C7C-A9A2-E67C315E756F}" srcOrd="0" destOrd="0" presId="urn:microsoft.com/office/officeart/2005/8/layout/list1"/>
    <dgm:cxn modelId="{B96706F5-A885-480A-B269-23ABE9651BCC}" type="presParOf" srcId="{A0954A1C-DF8A-434E-A663-6A89E578E6B0}" destId="{FC16E0A3-472B-4BA9-AA67-D0DE8F0BE0C5}" srcOrd="1" destOrd="0" presId="urn:microsoft.com/office/officeart/2005/8/layout/list1"/>
    <dgm:cxn modelId="{C2DD5C75-ACE7-4EC3-858D-47C9E439D9F2}" type="presParOf" srcId="{B330CC48-1860-469D-8E97-8330828E2D14}" destId="{C699520F-27BD-43CD-8837-A21AB147DA2B}" srcOrd="17" destOrd="0" presId="urn:microsoft.com/office/officeart/2005/8/layout/list1"/>
    <dgm:cxn modelId="{8CD2F649-1FEF-4499-A8AD-98980F7DF886}" type="presParOf" srcId="{B330CC48-1860-469D-8E97-8330828E2D14}" destId="{64ABF9D0-E666-4DD2-9927-B66E9026E7AA}" srcOrd="18" destOrd="0" presId="urn:microsoft.com/office/officeart/2005/8/layout/list1"/>
    <dgm:cxn modelId="{2585DDE3-1FE1-4920-9511-7D66DD138267}" type="presParOf" srcId="{B330CC48-1860-469D-8E97-8330828E2D14}" destId="{431DA411-41AD-4309-B0BD-013F070C2BD9}" srcOrd="19" destOrd="0" presId="urn:microsoft.com/office/officeart/2005/8/layout/list1"/>
    <dgm:cxn modelId="{DE558763-6145-4BB1-BA75-45AC39683DE5}" type="presParOf" srcId="{B330CC48-1860-469D-8E97-8330828E2D14}" destId="{3BC3E86F-F53C-4FCB-81A6-623B8962D33D}" srcOrd="20" destOrd="0" presId="urn:microsoft.com/office/officeart/2005/8/layout/list1"/>
    <dgm:cxn modelId="{A44CF0CD-20AC-429C-9744-0342AA074882}" type="presParOf" srcId="{3BC3E86F-F53C-4FCB-81A6-623B8962D33D}" destId="{F7E69179-0D64-4393-9E0D-912FA5C2C83B}" srcOrd="0" destOrd="0" presId="urn:microsoft.com/office/officeart/2005/8/layout/list1"/>
    <dgm:cxn modelId="{3C77822A-276C-4046-9AA0-FBAD48617889}" type="presParOf" srcId="{3BC3E86F-F53C-4FCB-81A6-623B8962D33D}" destId="{ABC82FC5-1DB5-4579-A789-ADCC920351AB}" srcOrd="1" destOrd="0" presId="urn:microsoft.com/office/officeart/2005/8/layout/list1"/>
    <dgm:cxn modelId="{6D996303-B6AF-4B3F-B5A3-EACCAE1747DD}" type="presParOf" srcId="{B330CC48-1860-469D-8E97-8330828E2D14}" destId="{51BA91D4-FC03-4EA8-BCD6-9F81D3CE424D}" srcOrd="21" destOrd="0" presId="urn:microsoft.com/office/officeart/2005/8/layout/list1"/>
    <dgm:cxn modelId="{09D80139-5877-4B93-A626-FA03767ABE46}" type="presParOf" srcId="{B330CC48-1860-469D-8E97-8330828E2D14}" destId="{88D1B575-FC8A-4204-A900-ED71BE6D6501}" srcOrd="22" destOrd="0" presId="urn:microsoft.com/office/officeart/2005/8/layout/list1"/>
    <dgm:cxn modelId="{C100C976-86F9-44BD-A246-41ED63904C29}" type="presParOf" srcId="{B330CC48-1860-469D-8E97-8330828E2D14}" destId="{5BE5D24B-A206-4253-B789-30F407466141}" srcOrd="23" destOrd="0" presId="urn:microsoft.com/office/officeart/2005/8/layout/list1"/>
    <dgm:cxn modelId="{B737638E-CC74-4093-BD7E-C9D224C6FD6A}" type="presParOf" srcId="{B330CC48-1860-469D-8E97-8330828E2D14}" destId="{CCC167E9-ED4E-44E0-A2B6-40ACAD32A718}" srcOrd="24" destOrd="0" presId="urn:microsoft.com/office/officeart/2005/8/layout/list1"/>
    <dgm:cxn modelId="{E4E37815-8E83-4737-8801-1B35D58F3333}" type="presParOf" srcId="{CCC167E9-ED4E-44E0-A2B6-40ACAD32A718}" destId="{6FFFB73A-EB24-4C34-958C-25453E757703}" srcOrd="0" destOrd="0" presId="urn:microsoft.com/office/officeart/2005/8/layout/list1"/>
    <dgm:cxn modelId="{93D9F33C-1295-47D5-B562-B0C3AC105A2A}" type="presParOf" srcId="{CCC167E9-ED4E-44E0-A2B6-40ACAD32A718}" destId="{C2B90697-CB3D-4182-A5D5-1B30044E3E9B}" srcOrd="1" destOrd="0" presId="urn:microsoft.com/office/officeart/2005/8/layout/list1"/>
    <dgm:cxn modelId="{C3B267CC-12AB-4E8F-927A-EEC799B6E489}" type="presParOf" srcId="{B330CC48-1860-469D-8E97-8330828E2D14}" destId="{39CB7685-C8A2-4784-8FBD-A0B6B8FC6694}" srcOrd="25" destOrd="0" presId="urn:microsoft.com/office/officeart/2005/8/layout/list1"/>
    <dgm:cxn modelId="{CA841633-BB39-4921-BA89-092EE994A2E5}" type="presParOf" srcId="{B330CC48-1860-469D-8E97-8330828E2D14}" destId="{B94D55C4-8969-4E06-82E2-62F8058F13F2}" srcOrd="2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BB0B8CF-E59C-4F38-A582-07BE45E6A397}"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0038AEDB-07A6-4F5B-91CF-58DFCEC3F58A}">
      <dgm:prSet phldrT="[Text]" custT="1"/>
      <dgm:spPr/>
      <dgm:t>
        <a:bodyPr/>
        <a:lstStyle/>
        <a:p>
          <a:pPr algn="just"/>
          <a:r>
            <a:rPr lang="en-IN" sz="2800"/>
            <a:t>Many medical measurements vary widely among normal patients, even when conditions are similar</a:t>
          </a:r>
          <a:endParaRPr lang="en-IN" sz="2800" dirty="0"/>
        </a:p>
      </dgm:t>
    </dgm:pt>
    <dgm:pt modelId="{2B239A6E-3AC0-45CF-8137-4E87B9773084}" type="parTrans" cxnId="{7E3E0C6F-C528-442C-A441-DE895319031F}">
      <dgm:prSet/>
      <dgm:spPr/>
      <dgm:t>
        <a:bodyPr/>
        <a:lstStyle/>
        <a:p>
          <a:pPr algn="just"/>
          <a:endParaRPr lang="en-IN"/>
        </a:p>
      </dgm:t>
    </dgm:pt>
    <dgm:pt modelId="{52A9FFCE-3CA1-4260-84C7-C144614B8CB3}" type="sibTrans" cxnId="{7E3E0C6F-C528-442C-A441-DE895319031F}">
      <dgm:prSet/>
      <dgm:spPr/>
      <dgm:t>
        <a:bodyPr/>
        <a:lstStyle/>
        <a:p>
          <a:pPr algn="just"/>
          <a:endParaRPr lang="en-IN"/>
        </a:p>
      </dgm:t>
    </dgm:pt>
    <dgm:pt modelId="{A57463C4-1842-4C75-B452-D07C6486ACD1}">
      <dgm:prSet phldrT="[Text]" custT="1"/>
      <dgm:spPr/>
      <dgm:t>
        <a:bodyPr/>
        <a:lstStyle/>
        <a:p>
          <a:pPr algn="just"/>
          <a:r>
            <a:rPr lang="en-IN" sz="2800" dirty="0"/>
            <a:t>Safety of patient and medical personnel also must be considered</a:t>
          </a:r>
        </a:p>
      </dgm:t>
    </dgm:pt>
    <dgm:pt modelId="{CD36157A-F6A5-4AFE-92B4-BCE017F95BE1}" type="parTrans" cxnId="{10DDE38D-9CE1-4577-9F26-7808D422A87A}">
      <dgm:prSet/>
      <dgm:spPr/>
      <dgm:t>
        <a:bodyPr/>
        <a:lstStyle/>
        <a:p>
          <a:pPr algn="just"/>
          <a:endParaRPr lang="en-IN"/>
        </a:p>
      </dgm:t>
    </dgm:pt>
    <dgm:pt modelId="{7F699119-D313-4E1D-BB63-F53F60CF203F}" type="sibTrans" cxnId="{10DDE38D-9CE1-4577-9F26-7808D422A87A}">
      <dgm:prSet/>
      <dgm:spPr/>
      <dgm:t>
        <a:bodyPr/>
        <a:lstStyle/>
        <a:p>
          <a:pPr algn="just"/>
          <a:endParaRPr lang="en-IN"/>
        </a:p>
      </dgm:t>
    </dgm:pt>
    <dgm:pt modelId="{97283B4A-4CB2-477E-B1E0-A07CD12CEB2C}">
      <dgm:prSet phldrT="[Text]"/>
      <dgm:spPr/>
      <dgm:t>
        <a:bodyPr/>
        <a:lstStyle/>
        <a:p>
          <a:pPr algn="just">
            <a:spcAft>
              <a:spcPts val="1200"/>
            </a:spcAft>
          </a:pPr>
          <a:r>
            <a:rPr lang="en-IN" dirty="0"/>
            <a:t>External energy must be minimized to avoid any damage</a:t>
          </a:r>
        </a:p>
      </dgm:t>
    </dgm:pt>
    <dgm:pt modelId="{4479B932-B580-4E9D-8B1B-68857AFF3394}" type="parTrans" cxnId="{C4DF6721-E94F-4355-A51B-85CEB81C2D96}">
      <dgm:prSet/>
      <dgm:spPr/>
      <dgm:t>
        <a:bodyPr/>
        <a:lstStyle/>
        <a:p>
          <a:pPr algn="just"/>
          <a:endParaRPr lang="en-IN"/>
        </a:p>
      </dgm:t>
    </dgm:pt>
    <dgm:pt modelId="{8530051A-BFF1-42A7-88FC-331E3C58B526}" type="sibTrans" cxnId="{C4DF6721-E94F-4355-A51B-85CEB81C2D96}">
      <dgm:prSet/>
      <dgm:spPr/>
      <dgm:t>
        <a:bodyPr/>
        <a:lstStyle/>
        <a:p>
          <a:pPr algn="just"/>
          <a:endParaRPr lang="en-IN"/>
        </a:p>
      </dgm:t>
    </dgm:pt>
    <dgm:pt modelId="{CB07EF8D-1C8C-42A3-BE65-8D4EF93E5C9A}">
      <dgm:prSet phldrT="[Text]"/>
      <dgm:spPr/>
      <dgm:t>
        <a:bodyPr/>
        <a:lstStyle/>
        <a:p>
          <a:pPr algn="just">
            <a:spcAft>
              <a:spcPts val="1200"/>
            </a:spcAft>
          </a:pPr>
          <a:r>
            <a:rPr lang="en-IN" dirty="0"/>
            <a:t>Equipment must be reliable, easy to operate, and durable</a:t>
          </a:r>
        </a:p>
      </dgm:t>
    </dgm:pt>
    <dgm:pt modelId="{A142612D-707F-44E8-A5C0-C631C966360A}" type="parTrans" cxnId="{275068AC-E9C9-4938-BF88-BDF620FA502E}">
      <dgm:prSet/>
      <dgm:spPr/>
      <dgm:t>
        <a:bodyPr/>
        <a:lstStyle/>
        <a:p>
          <a:pPr algn="just"/>
          <a:endParaRPr lang="en-IN"/>
        </a:p>
      </dgm:t>
    </dgm:pt>
    <dgm:pt modelId="{E67D564C-524B-4100-90C0-988E42752FC3}" type="sibTrans" cxnId="{275068AC-E9C9-4938-BF88-BDF620FA502E}">
      <dgm:prSet/>
      <dgm:spPr/>
      <dgm:t>
        <a:bodyPr/>
        <a:lstStyle/>
        <a:p>
          <a:pPr algn="just"/>
          <a:endParaRPr lang="en-IN"/>
        </a:p>
      </dgm:t>
    </dgm:pt>
    <dgm:pt modelId="{62314B29-95E7-46D9-9EFD-D3AFB92C3CCB}">
      <dgm:prSet phldrT="[Text]"/>
      <dgm:spPr/>
      <dgm:t>
        <a:bodyPr/>
        <a:lstStyle/>
        <a:p>
          <a:pPr algn="just">
            <a:spcAft>
              <a:spcPts val="1200"/>
            </a:spcAft>
          </a:pPr>
          <a:r>
            <a:rPr lang="en-IN" dirty="0"/>
            <a:t>Government regulations</a:t>
          </a:r>
        </a:p>
      </dgm:t>
    </dgm:pt>
    <dgm:pt modelId="{8CA59678-46E3-4BD4-B7A9-3B6A9DF1A9B5}" type="parTrans" cxnId="{F0F595D1-1EAC-40D7-A963-9D4DD86A7795}">
      <dgm:prSet/>
      <dgm:spPr/>
      <dgm:t>
        <a:bodyPr/>
        <a:lstStyle/>
        <a:p>
          <a:pPr algn="just"/>
          <a:endParaRPr lang="en-IN"/>
        </a:p>
      </dgm:t>
    </dgm:pt>
    <dgm:pt modelId="{00958948-AE4A-4E9D-8EB8-50AEBA0CA7D7}" type="sibTrans" cxnId="{F0F595D1-1EAC-40D7-A963-9D4DD86A7795}">
      <dgm:prSet/>
      <dgm:spPr/>
      <dgm:t>
        <a:bodyPr/>
        <a:lstStyle/>
        <a:p>
          <a:pPr algn="just"/>
          <a:endParaRPr lang="en-IN"/>
        </a:p>
      </dgm:t>
    </dgm:pt>
    <dgm:pt modelId="{F16C1D0F-74B7-488A-BD8D-6DE70212F4DD}" type="pres">
      <dgm:prSet presAssocID="{4BB0B8CF-E59C-4F38-A582-07BE45E6A397}" presName="linear" presStyleCnt="0">
        <dgm:presLayoutVars>
          <dgm:dir/>
          <dgm:animLvl val="lvl"/>
          <dgm:resizeHandles val="exact"/>
        </dgm:presLayoutVars>
      </dgm:prSet>
      <dgm:spPr/>
      <dgm:t>
        <a:bodyPr/>
        <a:lstStyle/>
        <a:p>
          <a:endParaRPr lang="en-IN"/>
        </a:p>
      </dgm:t>
    </dgm:pt>
    <dgm:pt modelId="{F1234940-4535-4C6B-A263-80BC6EC9D020}" type="pres">
      <dgm:prSet presAssocID="{0038AEDB-07A6-4F5B-91CF-58DFCEC3F58A}" presName="parentLin" presStyleCnt="0"/>
      <dgm:spPr/>
    </dgm:pt>
    <dgm:pt modelId="{BA8C30DF-90E1-473D-8732-CC80F2127A56}" type="pres">
      <dgm:prSet presAssocID="{0038AEDB-07A6-4F5B-91CF-58DFCEC3F58A}" presName="parentLeftMargin" presStyleLbl="node1" presStyleIdx="0" presStyleCnt="2"/>
      <dgm:spPr/>
      <dgm:t>
        <a:bodyPr/>
        <a:lstStyle/>
        <a:p>
          <a:endParaRPr lang="en-IN"/>
        </a:p>
      </dgm:t>
    </dgm:pt>
    <dgm:pt modelId="{37866650-6728-41AF-8D3C-E51BC113D907}" type="pres">
      <dgm:prSet presAssocID="{0038AEDB-07A6-4F5B-91CF-58DFCEC3F58A}" presName="parentText" presStyleLbl="node1" presStyleIdx="0" presStyleCnt="2" custScaleX="129413">
        <dgm:presLayoutVars>
          <dgm:chMax val="0"/>
          <dgm:bulletEnabled val="1"/>
        </dgm:presLayoutVars>
      </dgm:prSet>
      <dgm:spPr/>
      <dgm:t>
        <a:bodyPr/>
        <a:lstStyle/>
        <a:p>
          <a:endParaRPr lang="en-IN"/>
        </a:p>
      </dgm:t>
    </dgm:pt>
    <dgm:pt modelId="{B9D40D44-95AB-4660-ADF4-6A8D5D6AD4FE}" type="pres">
      <dgm:prSet presAssocID="{0038AEDB-07A6-4F5B-91CF-58DFCEC3F58A}" presName="negativeSpace" presStyleCnt="0"/>
      <dgm:spPr/>
    </dgm:pt>
    <dgm:pt modelId="{15ACD021-AB90-41CA-83D5-A2DADD269D97}" type="pres">
      <dgm:prSet presAssocID="{0038AEDB-07A6-4F5B-91CF-58DFCEC3F58A}" presName="childText" presStyleLbl="conFgAcc1" presStyleIdx="0" presStyleCnt="2">
        <dgm:presLayoutVars>
          <dgm:bulletEnabled val="1"/>
        </dgm:presLayoutVars>
      </dgm:prSet>
      <dgm:spPr/>
    </dgm:pt>
    <dgm:pt modelId="{3FEB388C-23CA-43C2-9AF5-90941BBE9778}" type="pres">
      <dgm:prSet presAssocID="{52A9FFCE-3CA1-4260-84C7-C144614B8CB3}" presName="spaceBetweenRectangles" presStyleCnt="0"/>
      <dgm:spPr/>
    </dgm:pt>
    <dgm:pt modelId="{7DD74EC6-2E8C-4845-904E-DF987725E726}" type="pres">
      <dgm:prSet presAssocID="{A57463C4-1842-4C75-B452-D07C6486ACD1}" presName="parentLin" presStyleCnt="0"/>
      <dgm:spPr/>
    </dgm:pt>
    <dgm:pt modelId="{8D5F9BFA-5CA5-44B1-AA89-6C8C57B55EC3}" type="pres">
      <dgm:prSet presAssocID="{A57463C4-1842-4C75-B452-D07C6486ACD1}" presName="parentLeftMargin" presStyleLbl="node1" presStyleIdx="0" presStyleCnt="2"/>
      <dgm:spPr/>
      <dgm:t>
        <a:bodyPr/>
        <a:lstStyle/>
        <a:p>
          <a:endParaRPr lang="en-IN"/>
        </a:p>
      </dgm:t>
    </dgm:pt>
    <dgm:pt modelId="{8AF897F1-AF62-4625-855D-100D9BF01A14}" type="pres">
      <dgm:prSet presAssocID="{A57463C4-1842-4C75-B452-D07C6486ACD1}" presName="parentText" presStyleLbl="node1" presStyleIdx="1" presStyleCnt="2" custScaleX="129413">
        <dgm:presLayoutVars>
          <dgm:chMax val="0"/>
          <dgm:bulletEnabled val="1"/>
        </dgm:presLayoutVars>
      </dgm:prSet>
      <dgm:spPr/>
      <dgm:t>
        <a:bodyPr/>
        <a:lstStyle/>
        <a:p>
          <a:endParaRPr lang="en-IN"/>
        </a:p>
      </dgm:t>
    </dgm:pt>
    <dgm:pt modelId="{307CC662-7F10-46C1-8179-953F56F25683}" type="pres">
      <dgm:prSet presAssocID="{A57463C4-1842-4C75-B452-D07C6486ACD1}" presName="negativeSpace" presStyleCnt="0"/>
      <dgm:spPr/>
    </dgm:pt>
    <dgm:pt modelId="{FF4818D8-C287-46A0-B959-0AD23DA494B6}" type="pres">
      <dgm:prSet presAssocID="{A57463C4-1842-4C75-B452-D07C6486ACD1}" presName="childText" presStyleLbl="conFgAcc1" presStyleIdx="1" presStyleCnt="2">
        <dgm:presLayoutVars>
          <dgm:bulletEnabled val="1"/>
        </dgm:presLayoutVars>
      </dgm:prSet>
      <dgm:spPr/>
      <dgm:t>
        <a:bodyPr/>
        <a:lstStyle/>
        <a:p>
          <a:endParaRPr lang="en-IN"/>
        </a:p>
      </dgm:t>
    </dgm:pt>
  </dgm:ptLst>
  <dgm:cxnLst>
    <dgm:cxn modelId="{BECF107A-E5BD-4DD6-901F-0644041009AD}" type="presOf" srcId="{97283B4A-4CB2-477E-B1E0-A07CD12CEB2C}" destId="{FF4818D8-C287-46A0-B959-0AD23DA494B6}" srcOrd="0" destOrd="0" presId="urn:microsoft.com/office/officeart/2005/8/layout/list1"/>
    <dgm:cxn modelId="{2C46E6E8-676E-436A-8926-5A13E3525CE2}" type="presOf" srcId="{0038AEDB-07A6-4F5B-91CF-58DFCEC3F58A}" destId="{37866650-6728-41AF-8D3C-E51BC113D907}" srcOrd="1" destOrd="0" presId="urn:microsoft.com/office/officeart/2005/8/layout/list1"/>
    <dgm:cxn modelId="{F0F595D1-1EAC-40D7-A963-9D4DD86A7795}" srcId="{A57463C4-1842-4C75-B452-D07C6486ACD1}" destId="{62314B29-95E7-46D9-9EFD-D3AFB92C3CCB}" srcOrd="2" destOrd="0" parTransId="{8CA59678-46E3-4BD4-B7A9-3B6A9DF1A9B5}" sibTransId="{00958948-AE4A-4E9D-8EB8-50AEBA0CA7D7}"/>
    <dgm:cxn modelId="{49DBDCF3-9B03-4142-8B61-65F81F017659}" type="presOf" srcId="{A57463C4-1842-4C75-B452-D07C6486ACD1}" destId="{8D5F9BFA-5CA5-44B1-AA89-6C8C57B55EC3}" srcOrd="0" destOrd="0" presId="urn:microsoft.com/office/officeart/2005/8/layout/list1"/>
    <dgm:cxn modelId="{C4DF6721-E94F-4355-A51B-85CEB81C2D96}" srcId="{A57463C4-1842-4C75-B452-D07C6486ACD1}" destId="{97283B4A-4CB2-477E-B1E0-A07CD12CEB2C}" srcOrd="0" destOrd="0" parTransId="{4479B932-B580-4E9D-8B1B-68857AFF3394}" sibTransId="{8530051A-BFF1-42A7-88FC-331E3C58B526}"/>
    <dgm:cxn modelId="{10DDE38D-9CE1-4577-9F26-7808D422A87A}" srcId="{4BB0B8CF-E59C-4F38-A582-07BE45E6A397}" destId="{A57463C4-1842-4C75-B452-D07C6486ACD1}" srcOrd="1" destOrd="0" parTransId="{CD36157A-F6A5-4AFE-92B4-BCE017F95BE1}" sibTransId="{7F699119-D313-4E1D-BB63-F53F60CF203F}"/>
    <dgm:cxn modelId="{7E3E0C6F-C528-442C-A441-DE895319031F}" srcId="{4BB0B8CF-E59C-4F38-A582-07BE45E6A397}" destId="{0038AEDB-07A6-4F5B-91CF-58DFCEC3F58A}" srcOrd="0" destOrd="0" parTransId="{2B239A6E-3AC0-45CF-8137-4E87B9773084}" sibTransId="{52A9FFCE-3CA1-4260-84C7-C144614B8CB3}"/>
    <dgm:cxn modelId="{275068AC-E9C9-4938-BF88-BDF620FA502E}" srcId="{A57463C4-1842-4C75-B452-D07C6486ACD1}" destId="{CB07EF8D-1C8C-42A3-BE65-8D4EF93E5C9A}" srcOrd="1" destOrd="0" parTransId="{A142612D-707F-44E8-A5C0-C631C966360A}" sibTransId="{E67D564C-524B-4100-90C0-988E42752FC3}"/>
    <dgm:cxn modelId="{8FA980ED-617A-4008-AB85-D9F7EB218FFF}" type="presOf" srcId="{4BB0B8CF-E59C-4F38-A582-07BE45E6A397}" destId="{F16C1D0F-74B7-488A-BD8D-6DE70212F4DD}" srcOrd="0" destOrd="0" presId="urn:microsoft.com/office/officeart/2005/8/layout/list1"/>
    <dgm:cxn modelId="{9B6AE28B-4B12-4C5E-9965-22817C2F7EE6}" type="presOf" srcId="{0038AEDB-07A6-4F5B-91CF-58DFCEC3F58A}" destId="{BA8C30DF-90E1-473D-8732-CC80F2127A56}" srcOrd="0" destOrd="0" presId="urn:microsoft.com/office/officeart/2005/8/layout/list1"/>
    <dgm:cxn modelId="{959C6E5A-ED09-4D13-9545-6C57D7C1A18E}" type="presOf" srcId="{CB07EF8D-1C8C-42A3-BE65-8D4EF93E5C9A}" destId="{FF4818D8-C287-46A0-B959-0AD23DA494B6}" srcOrd="0" destOrd="1" presId="urn:microsoft.com/office/officeart/2005/8/layout/list1"/>
    <dgm:cxn modelId="{A854364A-EBCB-4BEF-86CC-B7627DF52AD7}" type="presOf" srcId="{62314B29-95E7-46D9-9EFD-D3AFB92C3CCB}" destId="{FF4818D8-C287-46A0-B959-0AD23DA494B6}" srcOrd="0" destOrd="2" presId="urn:microsoft.com/office/officeart/2005/8/layout/list1"/>
    <dgm:cxn modelId="{B73A67BE-2E3D-4506-9606-2C20FEC16156}" type="presOf" srcId="{A57463C4-1842-4C75-B452-D07C6486ACD1}" destId="{8AF897F1-AF62-4625-855D-100D9BF01A14}" srcOrd="1" destOrd="0" presId="urn:microsoft.com/office/officeart/2005/8/layout/list1"/>
    <dgm:cxn modelId="{52D3D82F-AC4C-4428-AA0E-0A1532BF30B0}" type="presParOf" srcId="{F16C1D0F-74B7-488A-BD8D-6DE70212F4DD}" destId="{F1234940-4535-4C6B-A263-80BC6EC9D020}" srcOrd="0" destOrd="0" presId="urn:microsoft.com/office/officeart/2005/8/layout/list1"/>
    <dgm:cxn modelId="{13205329-A96E-4F83-A582-C8A3D7B0F78F}" type="presParOf" srcId="{F1234940-4535-4C6B-A263-80BC6EC9D020}" destId="{BA8C30DF-90E1-473D-8732-CC80F2127A56}" srcOrd="0" destOrd="0" presId="urn:microsoft.com/office/officeart/2005/8/layout/list1"/>
    <dgm:cxn modelId="{853AC3DE-F6F2-4263-A3BB-21BBA3F83792}" type="presParOf" srcId="{F1234940-4535-4C6B-A263-80BC6EC9D020}" destId="{37866650-6728-41AF-8D3C-E51BC113D907}" srcOrd="1" destOrd="0" presId="urn:microsoft.com/office/officeart/2005/8/layout/list1"/>
    <dgm:cxn modelId="{2E993DD9-FE6C-457B-9B84-2FE23B72DA2B}" type="presParOf" srcId="{F16C1D0F-74B7-488A-BD8D-6DE70212F4DD}" destId="{B9D40D44-95AB-4660-ADF4-6A8D5D6AD4FE}" srcOrd="1" destOrd="0" presId="urn:microsoft.com/office/officeart/2005/8/layout/list1"/>
    <dgm:cxn modelId="{C6BBA111-3E0E-41E3-A7B6-97E5FA9D8364}" type="presParOf" srcId="{F16C1D0F-74B7-488A-BD8D-6DE70212F4DD}" destId="{15ACD021-AB90-41CA-83D5-A2DADD269D97}" srcOrd="2" destOrd="0" presId="urn:microsoft.com/office/officeart/2005/8/layout/list1"/>
    <dgm:cxn modelId="{5D567A1B-7553-4AFC-92A7-889AC2777BA4}" type="presParOf" srcId="{F16C1D0F-74B7-488A-BD8D-6DE70212F4DD}" destId="{3FEB388C-23CA-43C2-9AF5-90941BBE9778}" srcOrd="3" destOrd="0" presId="urn:microsoft.com/office/officeart/2005/8/layout/list1"/>
    <dgm:cxn modelId="{EAB3673D-D4EF-4860-85D2-898B6A5B89DA}" type="presParOf" srcId="{F16C1D0F-74B7-488A-BD8D-6DE70212F4DD}" destId="{7DD74EC6-2E8C-4845-904E-DF987725E726}" srcOrd="4" destOrd="0" presId="urn:microsoft.com/office/officeart/2005/8/layout/list1"/>
    <dgm:cxn modelId="{FAC14F09-3DCF-4B15-8689-4CA4021714C5}" type="presParOf" srcId="{7DD74EC6-2E8C-4845-904E-DF987725E726}" destId="{8D5F9BFA-5CA5-44B1-AA89-6C8C57B55EC3}" srcOrd="0" destOrd="0" presId="urn:microsoft.com/office/officeart/2005/8/layout/list1"/>
    <dgm:cxn modelId="{6EE6AA36-32FB-4DDF-8751-6DA42CD9DB64}" type="presParOf" srcId="{7DD74EC6-2E8C-4845-904E-DF987725E726}" destId="{8AF897F1-AF62-4625-855D-100D9BF01A14}" srcOrd="1" destOrd="0" presId="urn:microsoft.com/office/officeart/2005/8/layout/list1"/>
    <dgm:cxn modelId="{40148D79-A951-4468-A5E8-E4630FCA0683}" type="presParOf" srcId="{F16C1D0F-74B7-488A-BD8D-6DE70212F4DD}" destId="{307CC662-7F10-46C1-8179-953F56F25683}" srcOrd="5" destOrd="0" presId="urn:microsoft.com/office/officeart/2005/8/layout/list1"/>
    <dgm:cxn modelId="{57C5FB70-6FE5-4B70-B94F-0671A03B6088}" type="presParOf" srcId="{F16C1D0F-74B7-488A-BD8D-6DE70212F4DD}" destId="{FF4818D8-C287-46A0-B959-0AD23DA494B6}"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06C8165-B0A3-4D2C-ADD2-906A4A671815}"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4B48E967-BDE3-4C4F-8514-6A64C8915569}">
      <dgm:prSet phldrT="[Text]" custT="1"/>
      <dgm:spPr/>
      <dgm:t>
        <a:bodyPr/>
        <a:lstStyle/>
        <a:p>
          <a:pPr algn="just"/>
          <a:r>
            <a:rPr lang="en-IN" sz="2400" dirty="0">
              <a:latin typeface="+mn-lt"/>
            </a:rPr>
            <a:t>The medical instrumentation industry in general and hospitals in particular are required to be most regulated industries</a:t>
          </a:r>
        </a:p>
      </dgm:t>
    </dgm:pt>
    <dgm:pt modelId="{52B45AB4-CA18-46BE-BBB2-FFDCA06ADAED}" type="parTrans" cxnId="{DE37D430-B294-4157-A923-3E531872514F}">
      <dgm:prSet/>
      <dgm:spPr/>
      <dgm:t>
        <a:bodyPr/>
        <a:lstStyle/>
        <a:p>
          <a:pPr algn="just"/>
          <a:endParaRPr lang="en-IN" sz="2400">
            <a:latin typeface="+mn-lt"/>
          </a:endParaRPr>
        </a:p>
      </dgm:t>
    </dgm:pt>
    <dgm:pt modelId="{8CE2AF20-3E23-46FE-BB9C-5384D2D8F5A6}" type="sibTrans" cxnId="{DE37D430-B294-4157-A923-3E531872514F}">
      <dgm:prSet/>
      <dgm:spPr/>
      <dgm:t>
        <a:bodyPr/>
        <a:lstStyle/>
        <a:p>
          <a:pPr algn="just"/>
          <a:endParaRPr lang="en-IN" sz="2400">
            <a:latin typeface="+mn-lt"/>
          </a:endParaRPr>
        </a:p>
      </dgm:t>
    </dgm:pt>
    <dgm:pt modelId="{B7D65D81-A66A-4717-B076-07124D468950}">
      <dgm:prSet phldrT="[Text]" custT="1"/>
      <dgm:spPr/>
      <dgm:t>
        <a:bodyPr/>
        <a:lstStyle/>
        <a:p>
          <a:pPr algn="just"/>
          <a:r>
            <a:rPr lang="en-IN" sz="2400" dirty="0">
              <a:latin typeface="+mn-lt"/>
            </a:rPr>
            <a:t>To minimize the problems various countries have introduced a large numbers of codes, standards and regulations for different types of equipment and facilities</a:t>
          </a:r>
        </a:p>
      </dgm:t>
    </dgm:pt>
    <dgm:pt modelId="{935862BD-36EA-4A71-9AE3-57598E29C2BE}" type="parTrans" cxnId="{B9C6EE80-CCDE-4D6B-92C9-62B60C010D06}">
      <dgm:prSet/>
      <dgm:spPr/>
      <dgm:t>
        <a:bodyPr/>
        <a:lstStyle/>
        <a:p>
          <a:pPr algn="just"/>
          <a:endParaRPr lang="en-IN" sz="2400">
            <a:latin typeface="+mn-lt"/>
          </a:endParaRPr>
        </a:p>
      </dgm:t>
    </dgm:pt>
    <dgm:pt modelId="{A3844E3F-37DF-488D-B808-5BC3049560F1}" type="sibTrans" cxnId="{B9C6EE80-CCDE-4D6B-92C9-62B60C010D06}">
      <dgm:prSet/>
      <dgm:spPr/>
      <dgm:t>
        <a:bodyPr/>
        <a:lstStyle/>
        <a:p>
          <a:pPr algn="just"/>
          <a:endParaRPr lang="en-IN" sz="2400">
            <a:latin typeface="+mn-lt"/>
          </a:endParaRPr>
        </a:p>
      </dgm:t>
    </dgm:pt>
    <dgm:pt modelId="{4527F777-3B8B-4990-BF7A-99A85C4A61DD}">
      <dgm:prSet phldrT="[Text]" custT="1"/>
      <dgm:spPr/>
      <dgm:t>
        <a:bodyPr/>
        <a:lstStyle/>
        <a:p>
          <a:pPr algn="just"/>
          <a:r>
            <a:rPr lang="en-IN" sz="2400" dirty="0">
              <a:latin typeface="+mn-lt"/>
            </a:rPr>
            <a:t>It is therefore, essential that engineers understand their significance and be aware of the issues that are brought about by technological and economical realities</a:t>
          </a:r>
        </a:p>
      </dgm:t>
    </dgm:pt>
    <dgm:pt modelId="{4E6C52E9-BF0B-4D9D-A3D9-E09622EC5F16}" type="parTrans" cxnId="{74E41EBE-09DD-48C2-A85E-A03A96B0C18E}">
      <dgm:prSet/>
      <dgm:spPr/>
      <dgm:t>
        <a:bodyPr/>
        <a:lstStyle/>
        <a:p>
          <a:pPr algn="just"/>
          <a:endParaRPr lang="en-IN" sz="2400">
            <a:latin typeface="+mn-lt"/>
          </a:endParaRPr>
        </a:p>
      </dgm:t>
    </dgm:pt>
    <dgm:pt modelId="{6B2C70C7-444B-4560-B0C1-5540803B0E16}" type="sibTrans" cxnId="{74E41EBE-09DD-48C2-A85E-A03A96B0C18E}">
      <dgm:prSet/>
      <dgm:spPr/>
      <dgm:t>
        <a:bodyPr/>
        <a:lstStyle/>
        <a:p>
          <a:pPr algn="just"/>
          <a:endParaRPr lang="en-IN" sz="2400">
            <a:latin typeface="+mn-lt"/>
          </a:endParaRPr>
        </a:p>
      </dgm:t>
    </dgm:pt>
    <dgm:pt modelId="{89C6152A-565B-4BA5-BD81-28EF5D6EACB5}">
      <dgm:prSet phldrT="[Text]" custT="1"/>
      <dgm:spPr/>
      <dgm:t>
        <a:bodyPr/>
        <a:lstStyle/>
        <a:p>
          <a:pPr algn="just"/>
          <a:r>
            <a:rPr lang="en-IN" sz="2400">
              <a:latin typeface="+mn-lt"/>
            </a:rPr>
            <a:t>This is because when instruments are made on human beings and by the human beings, the equipment should not only be safe to operate but must give intended performance so that the patients could be properly diagnosed and treated</a:t>
          </a:r>
          <a:endParaRPr lang="en-IN" sz="2400" dirty="0">
            <a:latin typeface="+mn-lt"/>
          </a:endParaRPr>
        </a:p>
      </dgm:t>
    </dgm:pt>
    <dgm:pt modelId="{36B49522-7E23-4B2E-A3CA-8DDAF3CF61F7}" type="parTrans" cxnId="{548A119E-4984-42CD-B8C1-956979F8E074}">
      <dgm:prSet/>
      <dgm:spPr/>
      <dgm:t>
        <a:bodyPr/>
        <a:lstStyle/>
        <a:p>
          <a:pPr algn="just"/>
          <a:endParaRPr lang="en-IN" sz="2400">
            <a:latin typeface="+mn-lt"/>
          </a:endParaRPr>
        </a:p>
      </dgm:t>
    </dgm:pt>
    <dgm:pt modelId="{76C029FE-E82C-4214-A9B2-AE242F7164F0}" type="sibTrans" cxnId="{548A119E-4984-42CD-B8C1-956979F8E074}">
      <dgm:prSet/>
      <dgm:spPr/>
      <dgm:t>
        <a:bodyPr/>
        <a:lstStyle/>
        <a:p>
          <a:pPr algn="just"/>
          <a:endParaRPr lang="en-IN" sz="2400">
            <a:latin typeface="+mn-lt"/>
          </a:endParaRPr>
        </a:p>
      </dgm:t>
    </dgm:pt>
    <dgm:pt modelId="{7678311C-4888-475D-B926-4AE27F01F4D9}" type="pres">
      <dgm:prSet presAssocID="{806C8165-B0A3-4D2C-ADD2-906A4A671815}" presName="linear" presStyleCnt="0">
        <dgm:presLayoutVars>
          <dgm:dir/>
          <dgm:animLvl val="lvl"/>
          <dgm:resizeHandles val="exact"/>
        </dgm:presLayoutVars>
      </dgm:prSet>
      <dgm:spPr/>
      <dgm:t>
        <a:bodyPr/>
        <a:lstStyle/>
        <a:p>
          <a:endParaRPr lang="en-IN"/>
        </a:p>
      </dgm:t>
    </dgm:pt>
    <dgm:pt modelId="{40CE3DA2-A9B7-4DD1-9829-308B303616C4}" type="pres">
      <dgm:prSet presAssocID="{4B48E967-BDE3-4C4F-8514-6A64C8915569}" presName="parentLin" presStyleCnt="0"/>
      <dgm:spPr/>
    </dgm:pt>
    <dgm:pt modelId="{7CC1F93E-FECF-40B6-8CC1-1087BA59853E}" type="pres">
      <dgm:prSet presAssocID="{4B48E967-BDE3-4C4F-8514-6A64C8915569}" presName="parentLeftMargin" presStyleLbl="node1" presStyleIdx="0" presStyleCnt="3"/>
      <dgm:spPr/>
      <dgm:t>
        <a:bodyPr/>
        <a:lstStyle/>
        <a:p>
          <a:endParaRPr lang="en-IN"/>
        </a:p>
      </dgm:t>
    </dgm:pt>
    <dgm:pt modelId="{34EB18DC-4305-4FCC-AFCC-F07FBF5E5DEE}" type="pres">
      <dgm:prSet presAssocID="{4B48E967-BDE3-4C4F-8514-6A64C8915569}" presName="parentText" presStyleLbl="node1" presStyleIdx="0" presStyleCnt="3" custScaleX="132277">
        <dgm:presLayoutVars>
          <dgm:chMax val="0"/>
          <dgm:bulletEnabled val="1"/>
        </dgm:presLayoutVars>
      </dgm:prSet>
      <dgm:spPr/>
      <dgm:t>
        <a:bodyPr/>
        <a:lstStyle/>
        <a:p>
          <a:endParaRPr lang="en-IN"/>
        </a:p>
      </dgm:t>
    </dgm:pt>
    <dgm:pt modelId="{AC2C7372-5A11-4C6E-9B18-E27A8DF7C0E0}" type="pres">
      <dgm:prSet presAssocID="{4B48E967-BDE3-4C4F-8514-6A64C8915569}" presName="negativeSpace" presStyleCnt="0"/>
      <dgm:spPr/>
    </dgm:pt>
    <dgm:pt modelId="{3F6FFA3E-057E-4119-B0D0-5A41E48B3607}" type="pres">
      <dgm:prSet presAssocID="{4B48E967-BDE3-4C4F-8514-6A64C8915569}" presName="childText" presStyleLbl="conFgAcc1" presStyleIdx="0" presStyleCnt="3">
        <dgm:presLayoutVars>
          <dgm:bulletEnabled val="1"/>
        </dgm:presLayoutVars>
      </dgm:prSet>
      <dgm:spPr/>
      <dgm:t>
        <a:bodyPr/>
        <a:lstStyle/>
        <a:p>
          <a:endParaRPr lang="en-IN"/>
        </a:p>
      </dgm:t>
    </dgm:pt>
    <dgm:pt modelId="{EA2F8473-612D-4CB6-A9D1-8DFB01997715}" type="pres">
      <dgm:prSet presAssocID="{8CE2AF20-3E23-46FE-BB9C-5384D2D8F5A6}" presName="spaceBetweenRectangles" presStyleCnt="0"/>
      <dgm:spPr/>
    </dgm:pt>
    <dgm:pt modelId="{AD5F4D69-773A-4C5C-8BFF-F2BB1BBAE1DA}" type="pres">
      <dgm:prSet presAssocID="{B7D65D81-A66A-4717-B076-07124D468950}" presName="parentLin" presStyleCnt="0"/>
      <dgm:spPr/>
    </dgm:pt>
    <dgm:pt modelId="{1B5910B8-F6CE-40EE-8F04-F235AB4A626C}" type="pres">
      <dgm:prSet presAssocID="{B7D65D81-A66A-4717-B076-07124D468950}" presName="parentLeftMargin" presStyleLbl="node1" presStyleIdx="0" presStyleCnt="3"/>
      <dgm:spPr/>
      <dgm:t>
        <a:bodyPr/>
        <a:lstStyle/>
        <a:p>
          <a:endParaRPr lang="en-IN"/>
        </a:p>
      </dgm:t>
    </dgm:pt>
    <dgm:pt modelId="{1CE205E6-30C7-4748-85FC-E8988D8A3AA8}" type="pres">
      <dgm:prSet presAssocID="{B7D65D81-A66A-4717-B076-07124D468950}" presName="parentText" presStyleLbl="node1" presStyleIdx="1" presStyleCnt="3" custScaleX="132277" custScaleY="121951">
        <dgm:presLayoutVars>
          <dgm:chMax val="0"/>
          <dgm:bulletEnabled val="1"/>
        </dgm:presLayoutVars>
      </dgm:prSet>
      <dgm:spPr/>
      <dgm:t>
        <a:bodyPr/>
        <a:lstStyle/>
        <a:p>
          <a:endParaRPr lang="en-IN"/>
        </a:p>
      </dgm:t>
    </dgm:pt>
    <dgm:pt modelId="{6829B538-F56C-4A0E-8CCD-8A421B3A82AF}" type="pres">
      <dgm:prSet presAssocID="{B7D65D81-A66A-4717-B076-07124D468950}" presName="negativeSpace" presStyleCnt="0"/>
      <dgm:spPr/>
    </dgm:pt>
    <dgm:pt modelId="{8E827B4F-D5FD-4C32-8847-D3FA5E3DB888}" type="pres">
      <dgm:prSet presAssocID="{B7D65D81-A66A-4717-B076-07124D468950}" presName="childText" presStyleLbl="conFgAcc1" presStyleIdx="1" presStyleCnt="3">
        <dgm:presLayoutVars>
          <dgm:bulletEnabled val="1"/>
        </dgm:presLayoutVars>
      </dgm:prSet>
      <dgm:spPr/>
    </dgm:pt>
    <dgm:pt modelId="{81B79BCE-5F3E-4F4E-B90D-C3B664936C92}" type="pres">
      <dgm:prSet presAssocID="{A3844E3F-37DF-488D-B808-5BC3049560F1}" presName="spaceBetweenRectangles" presStyleCnt="0"/>
      <dgm:spPr/>
    </dgm:pt>
    <dgm:pt modelId="{D4A48786-5544-43E6-A7E0-8BB12526B26C}" type="pres">
      <dgm:prSet presAssocID="{4527F777-3B8B-4990-BF7A-99A85C4A61DD}" presName="parentLin" presStyleCnt="0"/>
      <dgm:spPr/>
    </dgm:pt>
    <dgm:pt modelId="{4000DB94-0A35-4A03-B3F2-1C08FA45F45C}" type="pres">
      <dgm:prSet presAssocID="{4527F777-3B8B-4990-BF7A-99A85C4A61DD}" presName="parentLeftMargin" presStyleLbl="node1" presStyleIdx="1" presStyleCnt="3"/>
      <dgm:spPr/>
      <dgm:t>
        <a:bodyPr/>
        <a:lstStyle/>
        <a:p>
          <a:endParaRPr lang="en-IN"/>
        </a:p>
      </dgm:t>
    </dgm:pt>
    <dgm:pt modelId="{EC299FD8-1B16-48A1-8674-88CE1DC97E14}" type="pres">
      <dgm:prSet presAssocID="{4527F777-3B8B-4990-BF7A-99A85C4A61DD}" presName="parentText" presStyleLbl="node1" presStyleIdx="2" presStyleCnt="3" custScaleX="132277" custScaleY="125538">
        <dgm:presLayoutVars>
          <dgm:chMax val="0"/>
          <dgm:bulletEnabled val="1"/>
        </dgm:presLayoutVars>
      </dgm:prSet>
      <dgm:spPr/>
      <dgm:t>
        <a:bodyPr/>
        <a:lstStyle/>
        <a:p>
          <a:endParaRPr lang="en-IN"/>
        </a:p>
      </dgm:t>
    </dgm:pt>
    <dgm:pt modelId="{46FD8310-6A3F-4BD0-897D-E6F76875EC9E}" type="pres">
      <dgm:prSet presAssocID="{4527F777-3B8B-4990-BF7A-99A85C4A61DD}" presName="negativeSpace" presStyleCnt="0"/>
      <dgm:spPr/>
    </dgm:pt>
    <dgm:pt modelId="{2812A1DC-54F0-46D2-B992-0F7BDD4EAA4B}" type="pres">
      <dgm:prSet presAssocID="{4527F777-3B8B-4990-BF7A-99A85C4A61DD}" presName="childText" presStyleLbl="conFgAcc1" presStyleIdx="2" presStyleCnt="3">
        <dgm:presLayoutVars>
          <dgm:bulletEnabled val="1"/>
        </dgm:presLayoutVars>
      </dgm:prSet>
      <dgm:spPr/>
    </dgm:pt>
  </dgm:ptLst>
  <dgm:cxnLst>
    <dgm:cxn modelId="{B4ADC03C-B447-42D9-8A48-1952627DBE82}" type="presOf" srcId="{4527F777-3B8B-4990-BF7A-99A85C4A61DD}" destId="{4000DB94-0A35-4A03-B3F2-1C08FA45F45C}" srcOrd="0" destOrd="0" presId="urn:microsoft.com/office/officeart/2005/8/layout/list1"/>
    <dgm:cxn modelId="{DE37D430-B294-4157-A923-3E531872514F}" srcId="{806C8165-B0A3-4D2C-ADD2-906A4A671815}" destId="{4B48E967-BDE3-4C4F-8514-6A64C8915569}" srcOrd="0" destOrd="0" parTransId="{52B45AB4-CA18-46BE-BBB2-FFDCA06ADAED}" sibTransId="{8CE2AF20-3E23-46FE-BB9C-5384D2D8F5A6}"/>
    <dgm:cxn modelId="{91B54C4B-A204-474B-842B-4F5445152EA6}" type="presOf" srcId="{4527F777-3B8B-4990-BF7A-99A85C4A61DD}" destId="{EC299FD8-1B16-48A1-8674-88CE1DC97E14}" srcOrd="1" destOrd="0" presId="urn:microsoft.com/office/officeart/2005/8/layout/list1"/>
    <dgm:cxn modelId="{548A119E-4984-42CD-B8C1-956979F8E074}" srcId="{4B48E967-BDE3-4C4F-8514-6A64C8915569}" destId="{89C6152A-565B-4BA5-BD81-28EF5D6EACB5}" srcOrd="0" destOrd="0" parTransId="{36B49522-7E23-4B2E-A3CA-8DDAF3CF61F7}" sibTransId="{76C029FE-E82C-4214-A9B2-AE242F7164F0}"/>
    <dgm:cxn modelId="{67132B6B-BC64-42EB-B8FF-2A3C15C6B5BE}" type="presOf" srcId="{806C8165-B0A3-4D2C-ADD2-906A4A671815}" destId="{7678311C-4888-475D-B926-4AE27F01F4D9}" srcOrd="0" destOrd="0" presId="urn:microsoft.com/office/officeart/2005/8/layout/list1"/>
    <dgm:cxn modelId="{9FA18E9E-23F7-48FD-8BB4-938EA87ABFBA}" type="presOf" srcId="{89C6152A-565B-4BA5-BD81-28EF5D6EACB5}" destId="{3F6FFA3E-057E-4119-B0D0-5A41E48B3607}" srcOrd="0" destOrd="0" presId="urn:microsoft.com/office/officeart/2005/8/layout/list1"/>
    <dgm:cxn modelId="{EE1554CC-B2B7-41E7-908F-CAC1B4CD2F6F}" type="presOf" srcId="{4B48E967-BDE3-4C4F-8514-6A64C8915569}" destId="{34EB18DC-4305-4FCC-AFCC-F07FBF5E5DEE}" srcOrd="1" destOrd="0" presId="urn:microsoft.com/office/officeart/2005/8/layout/list1"/>
    <dgm:cxn modelId="{03A05C41-F8EC-471D-8969-FDBD3FAEFA11}" type="presOf" srcId="{B7D65D81-A66A-4717-B076-07124D468950}" destId="{1B5910B8-F6CE-40EE-8F04-F235AB4A626C}" srcOrd="0" destOrd="0" presId="urn:microsoft.com/office/officeart/2005/8/layout/list1"/>
    <dgm:cxn modelId="{74E41EBE-09DD-48C2-A85E-A03A96B0C18E}" srcId="{806C8165-B0A3-4D2C-ADD2-906A4A671815}" destId="{4527F777-3B8B-4990-BF7A-99A85C4A61DD}" srcOrd="2" destOrd="0" parTransId="{4E6C52E9-BF0B-4D9D-A3D9-E09622EC5F16}" sibTransId="{6B2C70C7-444B-4560-B0C1-5540803B0E16}"/>
    <dgm:cxn modelId="{E629014B-F86D-4EA2-9B35-0332F8D7FF0F}" type="presOf" srcId="{4B48E967-BDE3-4C4F-8514-6A64C8915569}" destId="{7CC1F93E-FECF-40B6-8CC1-1087BA59853E}" srcOrd="0" destOrd="0" presId="urn:microsoft.com/office/officeart/2005/8/layout/list1"/>
    <dgm:cxn modelId="{305D27A7-C185-4662-A279-2054EE950BD3}" type="presOf" srcId="{B7D65D81-A66A-4717-B076-07124D468950}" destId="{1CE205E6-30C7-4748-85FC-E8988D8A3AA8}" srcOrd="1" destOrd="0" presId="urn:microsoft.com/office/officeart/2005/8/layout/list1"/>
    <dgm:cxn modelId="{B9C6EE80-CCDE-4D6B-92C9-62B60C010D06}" srcId="{806C8165-B0A3-4D2C-ADD2-906A4A671815}" destId="{B7D65D81-A66A-4717-B076-07124D468950}" srcOrd="1" destOrd="0" parTransId="{935862BD-36EA-4A71-9AE3-57598E29C2BE}" sibTransId="{A3844E3F-37DF-488D-B808-5BC3049560F1}"/>
    <dgm:cxn modelId="{3B1AD60A-21E9-40B2-94AB-971D638C614E}" type="presParOf" srcId="{7678311C-4888-475D-B926-4AE27F01F4D9}" destId="{40CE3DA2-A9B7-4DD1-9829-308B303616C4}" srcOrd="0" destOrd="0" presId="urn:microsoft.com/office/officeart/2005/8/layout/list1"/>
    <dgm:cxn modelId="{93F6BCCC-F1A4-4351-849A-3858761D3B7D}" type="presParOf" srcId="{40CE3DA2-A9B7-4DD1-9829-308B303616C4}" destId="{7CC1F93E-FECF-40B6-8CC1-1087BA59853E}" srcOrd="0" destOrd="0" presId="urn:microsoft.com/office/officeart/2005/8/layout/list1"/>
    <dgm:cxn modelId="{E09EA44D-AB4B-45AB-B6E1-58D65AB0FFDB}" type="presParOf" srcId="{40CE3DA2-A9B7-4DD1-9829-308B303616C4}" destId="{34EB18DC-4305-4FCC-AFCC-F07FBF5E5DEE}" srcOrd="1" destOrd="0" presId="urn:microsoft.com/office/officeart/2005/8/layout/list1"/>
    <dgm:cxn modelId="{DE642B15-7633-4E1D-9DB9-65D9C1D32C87}" type="presParOf" srcId="{7678311C-4888-475D-B926-4AE27F01F4D9}" destId="{AC2C7372-5A11-4C6E-9B18-E27A8DF7C0E0}" srcOrd="1" destOrd="0" presId="urn:microsoft.com/office/officeart/2005/8/layout/list1"/>
    <dgm:cxn modelId="{7A76459F-A1C0-4786-8A76-C20AEC16A2E3}" type="presParOf" srcId="{7678311C-4888-475D-B926-4AE27F01F4D9}" destId="{3F6FFA3E-057E-4119-B0D0-5A41E48B3607}" srcOrd="2" destOrd="0" presId="urn:microsoft.com/office/officeart/2005/8/layout/list1"/>
    <dgm:cxn modelId="{263DE686-7373-4555-BFF8-D27F5DA5A748}" type="presParOf" srcId="{7678311C-4888-475D-B926-4AE27F01F4D9}" destId="{EA2F8473-612D-4CB6-A9D1-8DFB01997715}" srcOrd="3" destOrd="0" presId="urn:microsoft.com/office/officeart/2005/8/layout/list1"/>
    <dgm:cxn modelId="{5670E046-235F-4CC4-9FFD-DEE8455D1602}" type="presParOf" srcId="{7678311C-4888-475D-B926-4AE27F01F4D9}" destId="{AD5F4D69-773A-4C5C-8BFF-F2BB1BBAE1DA}" srcOrd="4" destOrd="0" presId="urn:microsoft.com/office/officeart/2005/8/layout/list1"/>
    <dgm:cxn modelId="{B1B330D1-2261-4C07-9395-1098CA2B2D6C}" type="presParOf" srcId="{AD5F4D69-773A-4C5C-8BFF-F2BB1BBAE1DA}" destId="{1B5910B8-F6CE-40EE-8F04-F235AB4A626C}" srcOrd="0" destOrd="0" presId="urn:microsoft.com/office/officeart/2005/8/layout/list1"/>
    <dgm:cxn modelId="{FA09C389-31D3-4F87-8FFD-CAF7B8B9F4F9}" type="presParOf" srcId="{AD5F4D69-773A-4C5C-8BFF-F2BB1BBAE1DA}" destId="{1CE205E6-30C7-4748-85FC-E8988D8A3AA8}" srcOrd="1" destOrd="0" presId="urn:microsoft.com/office/officeart/2005/8/layout/list1"/>
    <dgm:cxn modelId="{1FA5A678-D331-4A6E-AC38-0066F58BF88C}" type="presParOf" srcId="{7678311C-4888-475D-B926-4AE27F01F4D9}" destId="{6829B538-F56C-4A0E-8CCD-8A421B3A82AF}" srcOrd="5" destOrd="0" presId="urn:microsoft.com/office/officeart/2005/8/layout/list1"/>
    <dgm:cxn modelId="{C78F48AB-9B9E-41C0-AD28-78EEFBABA897}" type="presParOf" srcId="{7678311C-4888-475D-B926-4AE27F01F4D9}" destId="{8E827B4F-D5FD-4C32-8847-D3FA5E3DB888}" srcOrd="6" destOrd="0" presId="urn:microsoft.com/office/officeart/2005/8/layout/list1"/>
    <dgm:cxn modelId="{C3EDE98E-EE1A-4853-A037-48E2DFA3D3B8}" type="presParOf" srcId="{7678311C-4888-475D-B926-4AE27F01F4D9}" destId="{81B79BCE-5F3E-4F4E-B90D-C3B664936C92}" srcOrd="7" destOrd="0" presId="urn:microsoft.com/office/officeart/2005/8/layout/list1"/>
    <dgm:cxn modelId="{D3B7DF7B-3A37-4312-82EB-11E3D71FF13A}" type="presParOf" srcId="{7678311C-4888-475D-B926-4AE27F01F4D9}" destId="{D4A48786-5544-43E6-A7E0-8BB12526B26C}" srcOrd="8" destOrd="0" presId="urn:microsoft.com/office/officeart/2005/8/layout/list1"/>
    <dgm:cxn modelId="{5ACA3AE0-0896-48B4-83F1-AF79CE7CEA70}" type="presParOf" srcId="{D4A48786-5544-43E6-A7E0-8BB12526B26C}" destId="{4000DB94-0A35-4A03-B3F2-1C08FA45F45C}" srcOrd="0" destOrd="0" presId="urn:microsoft.com/office/officeart/2005/8/layout/list1"/>
    <dgm:cxn modelId="{F642F610-1631-419A-8E5F-EF88E6A2C846}" type="presParOf" srcId="{D4A48786-5544-43E6-A7E0-8BB12526B26C}" destId="{EC299FD8-1B16-48A1-8674-88CE1DC97E14}" srcOrd="1" destOrd="0" presId="urn:microsoft.com/office/officeart/2005/8/layout/list1"/>
    <dgm:cxn modelId="{07B4892C-9414-46DD-8C56-D1BDE7ACCE58}" type="presParOf" srcId="{7678311C-4888-475D-B926-4AE27F01F4D9}" destId="{46FD8310-6A3F-4BD0-897D-E6F76875EC9E}" srcOrd="9" destOrd="0" presId="urn:microsoft.com/office/officeart/2005/8/layout/list1"/>
    <dgm:cxn modelId="{597C510A-074A-4655-A33B-C83966933703}" type="presParOf" srcId="{7678311C-4888-475D-B926-4AE27F01F4D9}" destId="{2812A1DC-54F0-46D2-B992-0F7BDD4EAA4B}"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37C0460-6048-4069-B88E-04303BDF5E88}" type="doc">
      <dgm:prSet loTypeId="urn:microsoft.com/office/officeart/2011/layout/TabList" loCatId="list" qsTypeId="urn:microsoft.com/office/officeart/2005/8/quickstyle/simple1" qsCatId="simple" csTypeId="urn:microsoft.com/office/officeart/2005/8/colors/accent1_2" csCatId="accent1" phldr="1"/>
      <dgm:spPr/>
      <dgm:t>
        <a:bodyPr/>
        <a:lstStyle/>
        <a:p>
          <a:endParaRPr lang="en-IN"/>
        </a:p>
      </dgm:t>
    </dgm:pt>
    <dgm:pt modelId="{DDF6413D-B90E-4608-B8F4-F603989FC7EC}">
      <dgm:prSet phldrT="[Text]"/>
      <dgm:spPr/>
      <dgm:t>
        <a:bodyPr/>
        <a:lstStyle/>
        <a:p>
          <a:pPr algn="l"/>
          <a:r>
            <a:rPr lang="en-IN" dirty="0"/>
            <a:t>Regulations:</a:t>
          </a:r>
        </a:p>
      </dgm:t>
    </dgm:pt>
    <dgm:pt modelId="{2F02707F-5340-4D51-9F2D-BB6953077D42}" type="parTrans" cxnId="{8DA611EF-1C24-4E85-9A53-7C3610171A4E}">
      <dgm:prSet/>
      <dgm:spPr/>
      <dgm:t>
        <a:bodyPr/>
        <a:lstStyle/>
        <a:p>
          <a:endParaRPr lang="en-IN"/>
        </a:p>
      </dgm:t>
    </dgm:pt>
    <dgm:pt modelId="{F26573F9-4235-4238-8ECF-89AD595C7FDE}" type="sibTrans" cxnId="{8DA611EF-1C24-4E85-9A53-7C3610171A4E}">
      <dgm:prSet/>
      <dgm:spPr/>
      <dgm:t>
        <a:bodyPr/>
        <a:lstStyle/>
        <a:p>
          <a:endParaRPr lang="en-IN"/>
        </a:p>
      </dgm:t>
    </dgm:pt>
    <dgm:pt modelId="{54B7E1F2-8E23-4F72-99D4-DA6B4DE8186B}">
      <dgm:prSet phldrT="[Text]" custT="1"/>
      <dgm:spPr/>
      <dgm:t>
        <a:bodyPr/>
        <a:lstStyle/>
        <a:p>
          <a:pPr algn="just"/>
          <a:r>
            <a:rPr lang="en-IN" sz="2300" dirty="0"/>
            <a:t>A regulation is an organization’s way of specifying that some particular standard must be adhered to these are rules normally promulgate by the government</a:t>
          </a:r>
        </a:p>
      </dgm:t>
    </dgm:pt>
    <dgm:pt modelId="{D0AA89C4-9CDE-48C4-B6D4-9263BDFBA4D3}" type="parTrans" cxnId="{C9C16C92-7F9C-492A-A7B9-542CE9D30335}">
      <dgm:prSet/>
      <dgm:spPr/>
      <dgm:t>
        <a:bodyPr/>
        <a:lstStyle/>
        <a:p>
          <a:endParaRPr lang="en-IN"/>
        </a:p>
      </dgm:t>
    </dgm:pt>
    <dgm:pt modelId="{58CFB83B-3955-41EB-8DD3-9228B862F9B3}" type="sibTrans" cxnId="{C9C16C92-7F9C-492A-A7B9-542CE9D30335}">
      <dgm:prSet/>
      <dgm:spPr/>
      <dgm:t>
        <a:bodyPr/>
        <a:lstStyle/>
        <a:p>
          <a:endParaRPr lang="en-IN"/>
        </a:p>
      </dgm:t>
    </dgm:pt>
    <dgm:pt modelId="{5318541F-EA8B-4B09-9C9E-FF24D64521F7}">
      <dgm:prSet phldrT="[Text]"/>
      <dgm:spPr/>
      <dgm:t>
        <a:bodyPr/>
        <a:lstStyle/>
        <a:p>
          <a:pPr algn="l"/>
          <a:r>
            <a:rPr lang="en-IN" dirty="0"/>
            <a:t>Codes:</a:t>
          </a:r>
        </a:p>
      </dgm:t>
    </dgm:pt>
    <dgm:pt modelId="{30C889DB-7F49-414A-BA1A-567AA8C15A8A}" type="parTrans" cxnId="{5BE63328-E5B5-41A5-81A4-AF8C86005289}">
      <dgm:prSet/>
      <dgm:spPr/>
      <dgm:t>
        <a:bodyPr/>
        <a:lstStyle/>
        <a:p>
          <a:endParaRPr lang="en-IN"/>
        </a:p>
      </dgm:t>
    </dgm:pt>
    <dgm:pt modelId="{9F16A7B4-FB76-4AEF-8390-B29DAC0AD3C6}" type="sibTrans" cxnId="{5BE63328-E5B5-41A5-81A4-AF8C86005289}">
      <dgm:prSet/>
      <dgm:spPr/>
      <dgm:t>
        <a:bodyPr/>
        <a:lstStyle/>
        <a:p>
          <a:endParaRPr lang="en-IN"/>
        </a:p>
      </dgm:t>
    </dgm:pt>
    <dgm:pt modelId="{35E17887-3334-44D3-8427-1C593A9BC8DE}">
      <dgm:prSet phldrT="[Text]"/>
      <dgm:spPr/>
      <dgm:t>
        <a:bodyPr/>
        <a:lstStyle/>
        <a:p>
          <a:r>
            <a:rPr lang="en-US" dirty="0">
              <a:solidFill>
                <a:schemeClr val="bg1"/>
              </a:solidFill>
            </a:rPr>
            <a:t>2</a:t>
          </a:r>
          <a:endParaRPr lang="en-IN" dirty="0">
            <a:solidFill>
              <a:schemeClr val="bg1"/>
            </a:solidFill>
          </a:endParaRPr>
        </a:p>
      </dgm:t>
    </dgm:pt>
    <dgm:pt modelId="{20EAC1BF-7323-48C6-B59E-3B1A1BD0FDBF}" type="parTrans" cxnId="{F96B1162-E690-469B-AE49-28F6CCA14149}">
      <dgm:prSet/>
      <dgm:spPr/>
      <dgm:t>
        <a:bodyPr/>
        <a:lstStyle/>
        <a:p>
          <a:endParaRPr lang="en-IN"/>
        </a:p>
      </dgm:t>
    </dgm:pt>
    <dgm:pt modelId="{BE46054A-1857-4AAB-867D-498C75C96B25}" type="sibTrans" cxnId="{F96B1162-E690-469B-AE49-28F6CCA14149}">
      <dgm:prSet/>
      <dgm:spPr/>
      <dgm:t>
        <a:bodyPr/>
        <a:lstStyle/>
        <a:p>
          <a:endParaRPr lang="en-IN"/>
        </a:p>
      </dgm:t>
    </dgm:pt>
    <dgm:pt modelId="{FA83E6C8-2485-4F1F-8F4D-A719B6E34645}">
      <dgm:prSet phldrT="[Text]"/>
      <dgm:spPr/>
      <dgm:t>
        <a:bodyPr/>
        <a:lstStyle/>
        <a:p>
          <a:pPr algn="just"/>
          <a:r>
            <a:rPr lang="en-IN" dirty="0"/>
            <a:t>A systems of principles or regulations or a systematized body of law or an accumulation of a system of regulations and standards. </a:t>
          </a:r>
        </a:p>
      </dgm:t>
    </dgm:pt>
    <dgm:pt modelId="{3780FF7B-14D4-457C-BD6C-FD2C3C5BA476}" type="parTrans" cxnId="{9EA34E3E-14A5-4FFB-AC23-31F2A437AFBF}">
      <dgm:prSet/>
      <dgm:spPr/>
      <dgm:t>
        <a:bodyPr/>
        <a:lstStyle/>
        <a:p>
          <a:endParaRPr lang="en-IN"/>
        </a:p>
      </dgm:t>
    </dgm:pt>
    <dgm:pt modelId="{35D3F7B3-855A-42CE-9FD8-1F9753918DC5}" type="sibTrans" cxnId="{9EA34E3E-14A5-4FFB-AC23-31F2A437AFBF}">
      <dgm:prSet/>
      <dgm:spPr/>
      <dgm:t>
        <a:bodyPr/>
        <a:lstStyle/>
        <a:p>
          <a:endParaRPr lang="en-IN"/>
        </a:p>
      </dgm:t>
    </dgm:pt>
    <dgm:pt modelId="{B813A1BC-7813-47F5-9D77-F97DC19894FF}">
      <dgm:prSet phldrT="[Text]"/>
      <dgm:spPr/>
      <dgm:t>
        <a:bodyPr/>
        <a:lstStyle/>
        <a:p>
          <a:pPr algn="l"/>
          <a:r>
            <a:rPr lang="en-IN" dirty="0"/>
            <a:t>Specification:</a:t>
          </a:r>
        </a:p>
      </dgm:t>
    </dgm:pt>
    <dgm:pt modelId="{8D1B2462-1EC3-466D-A311-35596C6198F2}" type="parTrans" cxnId="{7298F092-977B-49D4-9604-800D939AA74D}">
      <dgm:prSet/>
      <dgm:spPr/>
      <dgm:t>
        <a:bodyPr/>
        <a:lstStyle/>
        <a:p>
          <a:endParaRPr lang="en-IN"/>
        </a:p>
      </dgm:t>
    </dgm:pt>
    <dgm:pt modelId="{C55CFC2F-96A4-497A-8662-51C9F768C404}" type="sibTrans" cxnId="{7298F092-977B-49D4-9604-800D939AA74D}">
      <dgm:prSet/>
      <dgm:spPr/>
      <dgm:t>
        <a:bodyPr/>
        <a:lstStyle/>
        <a:p>
          <a:endParaRPr lang="en-IN"/>
        </a:p>
      </dgm:t>
    </dgm:pt>
    <dgm:pt modelId="{8EC8D3B1-3B78-47E1-8FFD-2E5A032F0ADB}">
      <dgm:prSet phldrT="[Text]"/>
      <dgm:spPr/>
      <dgm:t>
        <a:bodyPr/>
        <a:lstStyle/>
        <a:p>
          <a:r>
            <a:rPr lang="en-US" dirty="0">
              <a:solidFill>
                <a:schemeClr val="bg1"/>
              </a:solidFill>
            </a:rPr>
            <a:t>3</a:t>
          </a:r>
          <a:endParaRPr lang="en-IN" dirty="0">
            <a:solidFill>
              <a:schemeClr val="bg1"/>
            </a:solidFill>
          </a:endParaRPr>
        </a:p>
      </dgm:t>
    </dgm:pt>
    <dgm:pt modelId="{331E82AC-7D2C-4F69-9D03-5DA8D816E1E2}" type="parTrans" cxnId="{ECADB86B-0DAD-4ECE-A7F6-8E1C1D633327}">
      <dgm:prSet/>
      <dgm:spPr/>
      <dgm:t>
        <a:bodyPr/>
        <a:lstStyle/>
        <a:p>
          <a:endParaRPr lang="en-IN"/>
        </a:p>
      </dgm:t>
    </dgm:pt>
    <dgm:pt modelId="{E14376D6-A8BC-4AC2-9A12-A3D84C1D9651}" type="sibTrans" cxnId="{ECADB86B-0DAD-4ECE-A7F6-8E1C1D633327}">
      <dgm:prSet/>
      <dgm:spPr/>
      <dgm:t>
        <a:bodyPr/>
        <a:lstStyle/>
        <a:p>
          <a:endParaRPr lang="en-IN"/>
        </a:p>
      </dgm:t>
    </dgm:pt>
    <dgm:pt modelId="{C8804F78-82E8-4B0B-A4CC-989E7386845C}">
      <dgm:prSet phldrT="[Text]"/>
      <dgm:spPr/>
      <dgm:t>
        <a:bodyPr/>
        <a:lstStyle/>
        <a:p>
          <a:pPr algn="just"/>
          <a:r>
            <a:rPr lang="en-IN" dirty="0"/>
            <a:t>Documents used to control the procurement of equipment by laying down the performance and other associated criteria. </a:t>
          </a:r>
        </a:p>
      </dgm:t>
    </dgm:pt>
    <dgm:pt modelId="{1C3F7AEA-5410-46AC-9F19-87ED524FBC5F}" type="parTrans" cxnId="{DEC17EBB-2D58-43DA-B9A4-4C14B735D678}">
      <dgm:prSet/>
      <dgm:spPr/>
      <dgm:t>
        <a:bodyPr/>
        <a:lstStyle/>
        <a:p>
          <a:endParaRPr lang="en-IN"/>
        </a:p>
      </dgm:t>
    </dgm:pt>
    <dgm:pt modelId="{558C96C2-B070-4AC5-AAE6-2614B07C01CA}" type="sibTrans" cxnId="{DEC17EBB-2D58-43DA-B9A4-4C14B735D678}">
      <dgm:prSet/>
      <dgm:spPr/>
      <dgm:t>
        <a:bodyPr/>
        <a:lstStyle/>
        <a:p>
          <a:endParaRPr lang="en-IN"/>
        </a:p>
      </dgm:t>
    </dgm:pt>
    <dgm:pt modelId="{036CDEBE-1134-416D-8335-C050A3005F0C}">
      <dgm:prSet phldrT="[Text]"/>
      <dgm:spPr/>
      <dgm:t>
        <a:bodyPr/>
        <a:lstStyle/>
        <a:p>
          <a:r>
            <a:rPr lang="en-US" dirty="0">
              <a:solidFill>
                <a:schemeClr val="bg1"/>
              </a:solidFill>
            </a:rPr>
            <a:t>1</a:t>
          </a:r>
          <a:endParaRPr lang="en-IN" dirty="0">
            <a:solidFill>
              <a:schemeClr val="bg1"/>
            </a:solidFill>
          </a:endParaRPr>
        </a:p>
      </dgm:t>
    </dgm:pt>
    <dgm:pt modelId="{56468C6D-F5DD-4EAA-A0E1-DA60CCCB91BE}" type="sibTrans" cxnId="{DF8D80CC-114E-4AC7-92C6-F35D1F8698E8}">
      <dgm:prSet/>
      <dgm:spPr/>
      <dgm:t>
        <a:bodyPr/>
        <a:lstStyle/>
        <a:p>
          <a:endParaRPr lang="en-IN"/>
        </a:p>
      </dgm:t>
    </dgm:pt>
    <dgm:pt modelId="{8554EBFC-E21C-4CA5-B950-C2A3D5717F2B}" type="parTrans" cxnId="{DF8D80CC-114E-4AC7-92C6-F35D1F8698E8}">
      <dgm:prSet/>
      <dgm:spPr/>
      <dgm:t>
        <a:bodyPr/>
        <a:lstStyle/>
        <a:p>
          <a:endParaRPr lang="en-IN"/>
        </a:p>
      </dgm:t>
    </dgm:pt>
    <dgm:pt modelId="{AA1E8EDA-21B4-436A-BF22-01657C7D963E}">
      <dgm:prSet phldrT="[Text]"/>
      <dgm:spPr/>
      <dgm:t>
        <a:bodyPr/>
        <a:lstStyle/>
        <a:p>
          <a:pPr algn="just"/>
          <a:r>
            <a:rPr lang="en-IN" dirty="0"/>
            <a:t>In general, a code is compilation of standards relating to providing health care to the state population</a:t>
          </a:r>
        </a:p>
      </dgm:t>
    </dgm:pt>
    <dgm:pt modelId="{49F303BD-7BEA-43B8-8FAC-1FD673EC001D}" type="parTrans" cxnId="{6F5186A4-72FF-4AC5-B65F-681D10C58012}">
      <dgm:prSet/>
      <dgm:spPr/>
      <dgm:t>
        <a:bodyPr/>
        <a:lstStyle/>
        <a:p>
          <a:endParaRPr lang="en-IN"/>
        </a:p>
      </dgm:t>
    </dgm:pt>
    <dgm:pt modelId="{7E954F85-49D6-4D71-B94A-4F4B32E83B51}" type="sibTrans" cxnId="{6F5186A4-72FF-4AC5-B65F-681D10C58012}">
      <dgm:prSet/>
      <dgm:spPr/>
      <dgm:t>
        <a:bodyPr/>
        <a:lstStyle/>
        <a:p>
          <a:endParaRPr lang="en-IN"/>
        </a:p>
      </dgm:t>
    </dgm:pt>
    <dgm:pt modelId="{1BAA6936-22F4-4DC5-AB87-98BDFC23C646}">
      <dgm:prSet phldrT="[Text]"/>
      <dgm:spPr/>
      <dgm:t>
        <a:bodyPr/>
        <a:lstStyle/>
        <a:p>
          <a:pPr algn="just"/>
          <a:r>
            <a:rPr lang="en-IN" dirty="0"/>
            <a:t>These documents usually cover design criteria, system performance, materials and technical data</a:t>
          </a:r>
        </a:p>
      </dgm:t>
    </dgm:pt>
    <dgm:pt modelId="{4C66C1BC-19AA-4EB4-BED4-B0559C38B80F}" type="parTrans" cxnId="{E3903B23-A583-4458-BC52-66AFBF214DA0}">
      <dgm:prSet/>
      <dgm:spPr/>
      <dgm:t>
        <a:bodyPr/>
        <a:lstStyle/>
        <a:p>
          <a:endParaRPr lang="en-IN"/>
        </a:p>
      </dgm:t>
    </dgm:pt>
    <dgm:pt modelId="{FB7D2A8D-EFB8-4674-B3E4-FE406C4BAF99}" type="sibTrans" cxnId="{E3903B23-A583-4458-BC52-66AFBF214DA0}">
      <dgm:prSet/>
      <dgm:spPr/>
      <dgm:t>
        <a:bodyPr/>
        <a:lstStyle/>
        <a:p>
          <a:endParaRPr lang="en-IN"/>
        </a:p>
      </dgm:t>
    </dgm:pt>
    <dgm:pt modelId="{F38C8262-F834-4EC1-A3DE-AD7352747250}" type="pres">
      <dgm:prSet presAssocID="{537C0460-6048-4069-B88E-04303BDF5E88}" presName="Name0" presStyleCnt="0">
        <dgm:presLayoutVars>
          <dgm:chMax/>
          <dgm:chPref val="3"/>
          <dgm:dir/>
          <dgm:animOne val="branch"/>
          <dgm:animLvl val="lvl"/>
        </dgm:presLayoutVars>
      </dgm:prSet>
      <dgm:spPr/>
      <dgm:t>
        <a:bodyPr/>
        <a:lstStyle/>
        <a:p>
          <a:endParaRPr lang="en-IN"/>
        </a:p>
      </dgm:t>
    </dgm:pt>
    <dgm:pt modelId="{D652C7D6-ED83-4929-90F7-9013597CBFB4}" type="pres">
      <dgm:prSet presAssocID="{DDF6413D-B90E-4608-B8F4-F603989FC7EC}" presName="composite" presStyleCnt="0"/>
      <dgm:spPr/>
    </dgm:pt>
    <dgm:pt modelId="{844D52D5-26ED-42A8-A384-59BA2287B792}" type="pres">
      <dgm:prSet presAssocID="{DDF6413D-B90E-4608-B8F4-F603989FC7EC}" presName="FirstChild" presStyleLbl="revTx" presStyleIdx="0" presStyleCnt="6">
        <dgm:presLayoutVars>
          <dgm:chMax val="0"/>
          <dgm:chPref val="0"/>
          <dgm:bulletEnabled val="1"/>
        </dgm:presLayoutVars>
      </dgm:prSet>
      <dgm:spPr/>
      <dgm:t>
        <a:bodyPr/>
        <a:lstStyle/>
        <a:p>
          <a:endParaRPr lang="en-IN"/>
        </a:p>
      </dgm:t>
    </dgm:pt>
    <dgm:pt modelId="{EC48E214-146A-456B-85AB-92DE8E387132}" type="pres">
      <dgm:prSet presAssocID="{DDF6413D-B90E-4608-B8F4-F603989FC7EC}" presName="Parent" presStyleLbl="alignNode1" presStyleIdx="0" presStyleCnt="3">
        <dgm:presLayoutVars>
          <dgm:chMax val="3"/>
          <dgm:chPref val="3"/>
          <dgm:bulletEnabled val="1"/>
        </dgm:presLayoutVars>
      </dgm:prSet>
      <dgm:spPr/>
      <dgm:t>
        <a:bodyPr/>
        <a:lstStyle/>
        <a:p>
          <a:endParaRPr lang="en-IN"/>
        </a:p>
      </dgm:t>
    </dgm:pt>
    <dgm:pt modelId="{0873BAD0-67B5-423C-9551-E6D2944B78AE}" type="pres">
      <dgm:prSet presAssocID="{DDF6413D-B90E-4608-B8F4-F603989FC7EC}" presName="Accent" presStyleLbl="parChTrans1D1" presStyleIdx="0" presStyleCnt="3"/>
      <dgm:spPr/>
    </dgm:pt>
    <dgm:pt modelId="{BB89724E-0AD1-4C51-8CEA-028E8CB0CA6E}" type="pres">
      <dgm:prSet presAssocID="{DDF6413D-B90E-4608-B8F4-F603989FC7EC}" presName="Child" presStyleLbl="revTx" presStyleIdx="1" presStyleCnt="6" custScaleY="61332">
        <dgm:presLayoutVars>
          <dgm:chMax val="0"/>
          <dgm:chPref val="0"/>
          <dgm:bulletEnabled val="1"/>
        </dgm:presLayoutVars>
      </dgm:prSet>
      <dgm:spPr/>
      <dgm:t>
        <a:bodyPr/>
        <a:lstStyle/>
        <a:p>
          <a:endParaRPr lang="en-IN"/>
        </a:p>
      </dgm:t>
    </dgm:pt>
    <dgm:pt modelId="{4835A869-B6E7-4AB0-9217-6586FAE0890F}" type="pres">
      <dgm:prSet presAssocID="{F26573F9-4235-4238-8ECF-89AD595C7FDE}" presName="sibTrans" presStyleCnt="0"/>
      <dgm:spPr/>
    </dgm:pt>
    <dgm:pt modelId="{DE0493E6-E14B-4CED-866E-99B3CA00150F}" type="pres">
      <dgm:prSet presAssocID="{5318541F-EA8B-4B09-9C9E-FF24D64521F7}" presName="composite" presStyleCnt="0"/>
      <dgm:spPr/>
    </dgm:pt>
    <dgm:pt modelId="{598FE87D-5D32-4F6B-8F54-31F0AF379D08}" type="pres">
      <dgm:prSet presAssocID="{5318541F-EA8B-4B09-9C9E-FF24D64521F7}" presName="FirstChild" presStyleLbl="revTx" presStyleIdx="2" presStyleCnt="6">
        <dgm:presLayoutVars>
          <dgm:chMax val="0"/>
          <dgm:chPref val="0"/>
          <dgm:bulletEnabled val="1"/>
        </dgm:presLayoutVars>
      </dgm:prSet>
      <dgm:spPr/>
      <dgm:t>
        <a:bodyPr/>
        <a:lstStyle/>
        <a:p>
          <a:endParaRPr lang="en-IN"/>
        </a:p>
      </dgm:t>
    </dgm:pt>
    <dgm:pt modelId="{E6F87C97-40E6-4436-81F0-20B3A8C938F9}" type="pres">
      <dgm:prSet presAssocID="{5318541F-EA8B-4B09-9C9E-FF24D64521F7}" presName="Parent" presStyleLbl="alignNode1" presStyleIdx="1" presStyleCnt="3">
        <dgm:presLayoutVars>
          <dgm:chMax val="3"/>
          <dgm:chPref val="3"/>
          <dgm:bulletEnabled val="1"/>
        </dgm:presLayoutVars>
      </dgm:prSet>
      <dgm:spPr/>
      <dgm:t>
        <a:bodyPr/>
        <a:lstStyle/>
        <a:p>
          <a:endParaRPr lang="en-IN"/>
        </a:p>
      </dgm:t>
    </dgm:pt>
    <dgm:pt modelId="{7F838BA9-82D2-4955-B6A9-55C4C2B6EFAA}" type="pres">
      <dgm:prSet presAssocID="{5318541F-EA8B-4B09-9C9E-FF24D64521F7}" presName="Accent" presStyleLbl="parChTrans1D1" presStyleIdx="1" presStyleCnt="3"/>
      <dgm:spPr/>
    </dgm:pt>
    <dgm:pt modelId="{C48D1E24-7200-4FF0-B6C6-5C89AC78B3D5}" type="pres">
      <dgm:prSet presAssocID="{5318541F-EA8B-4B09-9C9E-FF24D64521F7}" presName="Child" presStyleLbl="revTx" presStyleIdx="3" presStyleCnt="6">
        <dgm:presLayoutVars>
          <dgm:chMax val="0"/>
          <dgm:chPref val="0"/>
          <dgm:bulletEnabled val="1"/>
        </dgm:presLayoutVars>
      </dgm:prSet>
      <dgm:spPr/>
      <dgm:t>
        <a:bodyPr/>
        <a:lstStyle/>
        <a:p>
          <a:endParaRPr lang="en-IN"/>
        </a:p>
      </dgm:t>
    </dgm:pt>
    <dgm:pt modelId="{F7C9F0B3-4125-484B-BD83-73FE66C48E61}" type="pres">
      <dgm:prSet presAssocID="{9F16A7B4-FB76-4AEF-8390-B29DAC0AD3C6}" presName="sibTrans" presStyleCnt="0"/>
      <dgm:spPr/>
    </dgm:pt>
    <dgm:pt modelId="{FE348480-8327-4532-BD0A-E70093023315}" type="pres">
      <dgm:prSet presAssocID="{B813A1BC-7813-47F5-9D77-F97DC19894FF}" presName="composite" presStyleCnt="0"/>
      <dgm:spPr/>
    </dgm:pt>
    <dgm:pt modelId="{543C0874-4365-46D2-904A-70B2C7FE8BD8}" type="pres">
      <dgm:prSet presAssocID="{B813A1BC-7813-47F5-9D77-F97DC19894FF}" presName="FirstChild" presStyleLbl="revTx" presStyleIdx="4" presStyleCnt="6">
        <dgm:presLayoutVars>
          <dgm:chMax val="0"/>
          <dgm:chPref val="0"/>
          <dgm:bulletEnabled val="1"/>
        </dgm:presLayoutVars>
      </dgm:prSet>
      <dgm:spPr/>
      <dgm:t>
        <a:bodyPr/>
        <a:lstStyle/>
        <a:p>
          <a:endParaRPr lang="en-IN"/>
        </a:p>
      </dgm:t>
    </dgm:pt>
    <dgm:pt modelId="{FBF40E2B-1E07-45A8-A5FB-BAE769D77EBB}" type="pres">
      <dgm:prSet presAssocID="{B813A1BC-7813-47F5-9D77-F97DC19894FF}" presName="Parent" presStyleLbl="alignNode1" presStyleIdx="2" presStyleCnt="3">
        <dgm:presLayoutVars>
          <dgm:chMax val="3"/>
          <dgm:chPref val="3"/>
          <dgm:bulletEnabled val="1"/>
        </dgm:presLayoutVars>
      </dgm:prSet>
      <dgm:spPr/>
      <dgm:t>
        <a:bodyPr/>
        <a:lstStyle/>
        <a:p>
          <a:endParaRPr lang="en-IN"/>
        </a:p>
      </dgm:t>
    </dgm:pt>
    <dgm:pt modelId="{A89F3117-D0C1-4CC3-BF14-59DD3C9DBAD9}" type="pres">
      <dgm:prSet presAssocID="{B813A1BC-7813-47F5-9D77-F97DC19894FF}" presName="Accent" presStyleLbl="parChTrans1D1" presStyleIdx="2" presStyleCnt="3"/>
      <dgm:spPr/>
    </dgm:pt>
    <dgm:pt modelId="{D6C7553D-1A2D-43E1-A98E-70E237794D7F}" type="pres">
      <dgm:prSet presAssocID="{B813A1BC-7813-47F5-9D77-F97DC19894FF}" presName="Child" presStyleLbl="revTx" presStyleIdx="5" presStyleCnt="6">
        <dgm:presLayoutVars>
          <dgm:chMax val="0"/>
          <dgm:chPref val="0"/>
          <dgm:bulletEnabled val="1"/>
        </dgm:presLayoutVars>
      </dgm:prSet>
      <dgm:spPr/>
      <dgm:t>
        <a:bodyPr/>
        <a:lstStyle/>
        <a:p>
          <a:endParaRPr lang="en-IN"/>
        </a:p>
      </dgm:t>
    </dgm:pt>
  </dgm:ptLst>
  <dgm:cxnLst>
    <dgm:cxn modelId="{5BE63328-E5B5-41A5-81A4-AF8C86005289}" srcId="{537C0460-6048-4069-B88E-04303BDF5E88}" destId="{5318541F-EA8B-4B09-9C9E-FF24D64521F7}" srcOrd="1" destOrd="0" parTransId="{30C889DB-7F49-414A-BA1A-567AA8C15A8A}" sibTransId="{9F16A7B4-FB76-4AEF-8390-B29DAC0AD3C6}"/>
    <dgm:cxn modelId="{06BF6709-47A3-44DD-806C-9506C3EC4785}" type="presOf" srcId="{C8804F78-82E8-4B0B-A4CC-989E7386845C}" destId="{D6C7553D-1A2D-43E1-A98E-70E237794D7F}" srcOrd="0" destOrd="0" presId="urn:microsoft.com/office/officeart/2011/layout/TabList"/>
    <dgm:cxn modelId="{F96B1162-E690-469B-AE49-28F6CCA14149}" srcId="{5318541F-EA8B-4B09-9C9E-FF24D64521F7}" destId="{35E17887-3334-44D3-8427-1C593A9BC8DE}" srcOrd="0" destOrd="0" parTransId="{20EAC1BF-7323-48C6-B59E-3B1A1BD0FDBF}" sibTransId="{BE46054A-1857-4AAB-867D-498C75C96B25}"/>
    <dgm:cxn modelId="{ECADB86B-0DAD-4ECE-A7F6-8E1C1D633327}" srcId="{B813A1BC-7813-47F5-9D77-F97DC19894FF}" destId="{8EC8D3B1-3B78-47E1-8FFD-2E5A032F0ADB}" srcOrd="0" destOrd="0" parTransId="{331E82AC-7D2C-4F69-9D03-5DA8D816E1E2}" sibTransId="{E14376D6-A8BC-4AC2-9A12-A3D84C1D9651}"/>
    <dgm:cxn modelId="{DEC17EBB-2D58-43DA-B9A4-4C14B735D678}" srcId="{B813A1BC-7813-47F5-9D77-F97DC19894FF}" destId="{C8804F78-82E8-4B0B-A4CC-989E7386845C}" srcOrd="1" destOrd="0" parTransId="{1C3F7AEA-5410-46AC-9F19-87ED524FBC5F}" sibTransId="{558C96C2-B070-4AC5-AAE6-2614B07C01CA}"/>
    <dgm:cxn modelId="{D4F68322-C311-4AD7-9DE3-C8B73EAF60CA}" type="presOf" srcId="{AA1E8EDA-21B4-436A-BF22-01657C7D963E}" destId="{C48D1E24-7200-4FF0-B6C6-5C89AC78B3D5}" srcOrd="0" destOrd="1" presId="urn:microsoft.com/office/officeart/2011/layout/TabList"/>
    <dgm:cxn modelId="{7298F092-977B-49D4-9604-800D939AA74D}" srcId="{537C0460-6048-4069-B88E-04303BDF5E88}" destId="{B813A1BC-7813-47F5-9D77-F97DC19894FF}" srcOrd="2" destOrd="0" parTransId="{8D1B2462-1EC3-466D-A311-35596C6198F2}" sibTransId="{C55CFC2F-96A4-497A-8662-51C9F768C404}"/>
    <dgm:cxn modelId="{2AE4906B-D03B-4F59-B29F-DE8CBABBE3C8}" type="presOf" srcId="{036CDEBE-1134-416D-8335-C050A3005F0C}" destId="{844D52D5-26ED-42A8-A384-59BA2287B792}" srcOrd="0" destOrd="0" presId="urn:microsoft.com/office/officeart/2011/layout/TabList"/>
    <dgm:cxn modelId="{5AF2F044-C143-496F-AC91-53FA3BAA4C92}" type="presOf" srcId="{35E17887-3334-44D3-8427-1C593A9BC8DE}" destId="{598FE87D-5D32-4F6B-8F54-31F0AF379D08}" srcOrd="0" destOrd="0" presId="urn:microsoft.com/office/officeart/2011/layout/TabList"/>
    <dgm:cxn modelId="{E3903B23-A583-4458-BC52-66AFBF214DA0}" srcId="{B813A1BC-7813-47F5-9D77-F97DC19894FF}" destId="{1BAA6936-22F4-4DC5-AB87-98BDFC23C646}" srcOrd="2" destOrd="0" parTransId="{4C66C1BC-19AA-4EB4-BED4-B0559C38B80F}" sibTransId="{FB7D2A8D-EFB8-4674-B3E4-FE406C4BAF99}"/>
    <dgm:cxn modelId="{6FE0CC98-2FBD-411E-B714-485C2BEC4CD1}" type="presOf" srcId="{DDF6413D-B90E-4608-B8F4-F603989FC7EC}" destId="{EC48E214-146A-456B-85AB-92DE8E387132}" srcOrd="0" destOrd="0" presId="urn:microsoft.com/office/officeart/2011/layout/TabList"/>
    <dgm:cxn modelId="{DF8D80CC-114E-4AC7-92C6-F35D1F8698E8}" srcId="{DDF6413D-B90E-4608-B8F4-F603989FC7EC}" destId="{036CDEBE-1134-416D-8335-C050A3005F0C}" srcOrd="0" destOrd="0" parTransId="{8554EBFC-E21C-4CA5-B950-C2A3D5717F2B}" sibTransId="{56468C6D-F5DD-4EAA-A0E1-DA60CCCB91BE}"/>
    <dgm:cxn modelId="{6F5186A4-72FF-4AC5-B65F-681D10C58012}" srcId="{5318541F-EA8B-4B09-9C9E-FF24D64521F7}" destId="{AA1E8EDA-21B4-436A-BF22-01657C7D963E}" srcOrd="2" destOrd="0" parTransId="{49F303BD-7BEA-43B8-8FAC-1FD673EC001D}" sibTransId="{7E954F85-49D6-4D71-B94A-4F4B32E83B51}"/>
    <dgm:cxn modelId="{9EA34E3E-14A5-4FFB-AC23-31F2A437AFBF}" srcId="{5318541F-EA8B-4B09-9C9E-FF24D64521F7}" destId="{FA83E6C8-2485-4F1F-8F4D-A719B6E34645}" srcOrd="1" destOrd="0" parTransId="{3780FF7B-14D4-457C-BD6C-FD2C3C5BA476}" sibTransId="{35D3F7B3-855A-42CE-9FD8-1F9753918DC5}"/>
    <dgm:cxn modelId="{6D9AB931-1D74-4E5A-A7C6-8017D2C480D9}" type="presOf" srcId="{FA83E6C8-2485-4F1F-8F4D-A719B6E34645}" destId="{C48D1E24-7200-4FF0-B6C6-5C89AC78B3D5}" srcOrd="0" destOrd="0" presId="urn:microsoft.com/office/officeart/2011/layout/TabList"/>
    <dgm:cxn modelId="{571AD743-B8DC-4A67-9915-6A94CCAD1DE8}" type="presOf" srcId="{B813A1BC-7813-47F5-9D77-F97DC19894FF}" destId="{FBF40E2B-1E07-45A8-A5FB-BAE769D77EBB}" srcOrd="0" destOrd="0" presId="urn:microsoft.com/office/officeart/2011/layout/TabList"/>
    <dgm:cxn modelId="{372CCD40-FF00-456E-985D-0E38D9711D5C}" type="presOf" srcId="{8EC8D3B1-3B78-47E1-8FFD-2E5A032F0ADB}" destId="{543C0874-4365-46D2-904A-70B2C7FE8BD8}" srcOrd="0" destOrd="0" presId="urn:microsoft.com/office/officeart/2011/layout/TabList"/>
    <dgm:cxn modelId="{D0B44E68-941E-437B-A0C6-48289FC2451A}" type="presOf" srcId="{1BAA6936-22F4-4DC5-AB87-98BDFC23C646}" destId="{D6C7553D-1A2D-43E1-A98E-70E237794D7F}" srcOrd="0" destOrd="1" presId="urn:microsoft.com/office/officeart/2011/layout/TabList"/>
    <dgm:cxn modelId="{9928EBED-68E9-4E29-8ADC-68EB8C4A2572}" type="presOf" srcId="{5318541F-EA8B-4B09-9C9E-FF24D64521F7}" destId="{E6F87C97-40E6-4436-81F0-20B3A8C938F9}" srcOrd="0" destOrd="0" presId="urn:microsoft.com/office/officeart/2011/layout/TabList"/>
    <dgm:cxn modelId="{33D4C247-CE01-4996-AD18-3D76086D2D8F}" type="presOf" srcId="{537C0460-6048-4069-B88E-04303BDF5E88}" destId="{F38C8262-F834-4EC1-A3DE-AD7352747250}" srcOrd="0" destOrd="0" presId="urn:microsoft.com/office/officeart/2011/layout/TabList"/>
    <dgm:cxn modelId="{4B400280-E2B3-4EBC-844D-10E52FA794DF}" type="presOf" srcId="{54B7E1F2-8E23-4F72-99D4-DA6B4DE8186B}" destId="{BB89724E-0AD1-4C51-8CEA-028E8CB0CA6E}" srcOrd="0" destOrd="0" presId="urn:microsoft.com/office/officeart/2011/layout/TabList"/>
    <dgm:cxn modelId="{C9C16C92-7F9C-492A-A7B9-542CE9D30335}" srcId="{DDF6413D-B90E-4608-B8F4-F603989FC7EC}" destId="{54B7E1F2-8E23-4F72-99D4-DA6B4DE8186B}" srcOrd="1" destOrd="0" parTransId="{D0AA89C4-9CDE-48C4-B6D4-9263BDFBA4D3}" sibTransId="{58CFB83B-3955-41EB-8DD3-9228B862F9B3}"/>
    <dgm:cxn modelId="{8DA611EF-1C24-4E85-9A53-7C3610171A4E}" srcId="{537C0460-6048-4069-B88E-04303BDF5E88}" destId="{DDF6413D-B90E-4608-B8F4-F603989FC7EC}" srcOrd="0" destOrd="0" parTransId="{2F02707F-5340-4D51-9F2D-BB6953077D42}" sibTransId="{F26573F9-4235-4238-8ECF-89AD595C7FDE}"/>
    <dgm:cxn modelId="{A079F42D-1D7A-40F6-B185-832F1A0CE67F}" type="presParOf" srcId="{F38C8262-F834-4EC1-A3DE-AD7352747250}" destId="{D652C7D6-ED83-4929-90F7-9013597CBFB4}" srcOrd="0" destOrd="0" presId="urn:microsoft.com/office/officeart/2011/layout/TabList"/>
    <dgm:cxn modelId="{5C19DB5F-70BC-45D2-92CD-03D23474F4BD}" type="presParOf" srcId="{D652C7D6-ED83-4929-90F7-9013597CBFB4}" destId="{844D52D5-26ED-42A8-A384-59BA2287B792}" srcOrd="0" destOrd="0" presId="urn:microsoft.com/office/officeart/2011/layout/TabList"/>
    <dgm:cxn modelId="{C920D85A-F4FB-428C-8EE3-A3A1EE0558E0}" type="presParOf" srcId="{D652C7D6-ED83-4929-90F7-9013597CBFB4}" destId="{EC48E214-146A-456B-85AB-92DE8E387132}" srcOrd="1" destOrd="0" presId="urn:microsoft.com/office/officeart/2011/layout/TabList"/>
    <dgm:cxn modelId="{B6161051-92FC-47D8-AC72-45C2576C1F18}" type="presParOf" srcId="{D652C7D6-ED83-4929-90F7-9013597CBFB4}" destId="{0873BAD0-67B5-423C-9551-E6D2944B78AE}" srcOrd="2" destOrd="0" presId="urn:microsoft.com/office/officeart/2011/layout/TabList"/>
    <dgm:cxn modelId="{044B8954-71A5-4B93-A0A3-DAD0F0AC923C}" type="presParOf" srcId="{F38C8262-F834-4EC1-A3DE-AD7352747250}" destId="{BB89724E-0AD1-4C51-8CEA-028E8CB0CA6E}" srcOrd="1" destOrd="0" presId="urn:microsoft.com/office/officeart/2011/layout/TabList"/>
    <dgm:cxn modelId="{A172FEA3-A0C3-4B32-AC7E-CAF8AD1E933F}" type="presParOf" srcId="{F38C8262-F834-4EC1-A3DE-AD7352747250}" destId="{4835A869-B6E7-4AB0-9217-6586FAE0890F}" srcOrd="2" destOrd="0" presId="urn:microsoft.com/office/officeart/2011/layout/TabList"/>
    <dgm:cxn modelId="{911ADE4F-1CDC-45E2-A208-17954E1D1A68}" type="presParOf" srcId="{F38C8262-F834-4EC1-A3DE-AD7352747250}" destId="{DE0493E6-E14B-4CED-866E-99B3CA00150F}" srcOrd="3" destOrd="0" presId="urn:microsoft.com/office/officeart/2011/layout/TabList"/>
    <dgm:cxn modelId="{BBE153D8-ECCB-4EF3-A2A4-A3FD72A68342}" type="presParOf" srcId="{DE0493E6-E14B-4CED-866E-99B3CA00150F}" destId="{598FE87D-5D32-4F6B-8F54-31F0AF379D08}" srcOrd="0" destOrd="0" presId="urn:microsoft.com/office/officeart/2011/layout/TabList"/>
    <dgm:cxn modelId="{C439B721-8772-471F-BAFA-D78EF188770D}" type="presParOf" srcId="{DE0493E6-E14B-4CED-866E-99B3CA00150F}" destId="{E6F87C97-40E6-4436-81F0-20B3A8C938F9}" srcOrd="1" destOrd="0" presId="urn:microsoft.com/office/officeart/2011/layout/TabList"/>
    <dgm:cxn modelId="{E0908E13-BFB3-4B9F-A756-2179C7D5E4E5}" type="presParOf" srcId="{DE0493E6-E14B-4CED-866E-99B3CA00150F}" destId="{7F838BA9-82D2-4955-B6A9-55C4C2B6EFAA}" srcOrd="2" destOrd="0" presId="urn:microsoft.com/office/officeart/2011/layout/TabList"/>
    <dgm:cxn modelId="{BA7A5208-7C98-4CFA-9C51-C923FAAEC485}" type="presParOf" srcId="{F38C8262-F834-4EC1-A3DE-AD7352747250}" destId="{C48D1E24-7200-4FF0-B6C6-5C89AC78B3D5}" srcOrd="4" destOrd="0" presId="urn:microsoft.com/office/officeart/2011/layout/TabList"/>
    <dgm:cxn modelId="{F65E9276-C9E6-4E31-BA4C-12CAB4C6A702}" type="presParOf" srcId="{F38C8262-F834-4EC1-A3DE-AD7352747250}" destId="{F7C9F0B3-4125-484B-BD83-73FE66C48E61}" srcOrd="5" destOrd="0" presId="urn:microsoft.com/office/officeart/2011/layout/TabList"/>
    <dgm:cxn modelId="{7C94BDF9-5EFF-490D-8082-1EECBE5F29ED}" type="presParOf" srcId="{F38C8262-F834-4EC1-A3DE-AD7352747250}" destId="{FE348480-8327-4532-BD0A-E70093023315}" srcOrd="6" destOrd="0" presId="urn:microsoft.com/office/officeart/2011/layout/TabList"/>
    <dgm:cxn modelId="{2EF9703A-8B45-46FA-97BF-4BF8FB00C840}" type="presParOf" srcId="{FE348480-8327-4532-BD0A-E70093023315}" destId="{543C0874-4365-46D2-904A-70B2C7FE8BD8}" srcOrd="0" destOrd="0" presId="urn:microsoft.com/office/officeart/2011/layout/TabList"/>
    <dgm:cxn modelId="{E7DB5B77-E208-4846-B9DE-BF8F473AEE3E}" type="presParOf" srcId="{FE348480-8327-4532-BD0A-E70093023315}" destId="{FBF40E2B-1E07-45A8-A5FB-BAE769D77EBB}" srcOrd="1" destOrd="0" presId="urn:microsoft.com/office/officeart/2011/layout/TabList"/>
    <dgm:cxn modelId="{D26FFDE5-89DD-43B3-816A-4DBF1E671695}" type="presParOf" srcId="{FE348480-8327-4532-BD0A-E70093023315}" destId="{A89F3117-D0C1-4CC3-BF14-59DD3C9DBAD9}" srcOrd="2" destOrd="0" presId="urn:microsoft.com/office/officeart/2011/layout/TabList"/>
    <dgm:cxn modelId="{07B9E6BE-9126-475A-A47C-A0AA4605231B}" type="presParOf" srcId="{F38C8262-F834-4EC1-A3DE-AD7352747250}" destId="{D6C7553D-1A2D-43E1-A98E-70E237794D7F}" srcOrd="7" destOrd="0" presId="urn:microsoft.com/office/officeart/2011/layout/Tab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867F631-E031-4FEB-A6E8-BB93775C96E7}" type="doc">
      <dgm:prSet loTypeId="urn:microsoft.com/office/officeart/2011/layout/TabList" loCatId="list" qsTypeId="urn:microsoft.com/office/officeart/2005/8/quickstyle/simple1" qsCatId="simple" csTypeId="urn:microsoft.com/office/officeart/2005/8/colors/accent1_2" csCatId="accent1" phldr="1"/>
      <dgm:spPr/>
      <dgm:t>
        <a:bodyPr/>
        <a:lstStyle/>
        <a:p>
          <a:endParaRPr lang="en-IN"/>
        </a:p>
      </dgm:t>
    </dgm:pt>
    <dgm:pt modelId="{7155F931-F213-4D85-9231-7EABDDB49E57}">
      <dgm:prSet phldrT="[Text]" custT="1"/>
      <dgm:spPr/>
      <dgm:t>
        <a:bodyPr/>
        <a:lstStyle/>
        <a:p>
          <a:pPr algn="just"/>
          <a:r>
            <a:rPr lang="en-IN" sz="3200" dirty="0"/>
            <a:t>Standards:</a:t>
          </a:r>
        </a:p>
      </dgm:t>
    </dgm:pt>
    <dgm:pt modelId="{8FA4947B-62D2-4787-ABD2-0AC13C147BC4}" type="parTrans" cxnId="{16544C9B-08AB-4A04-AD03-918371F6CBAD}">
      <dgm:prSet/>
      <dgm:spPr/>
      <dgm:t>
        <a:bodyPr/>
        <a:lstStyle/>
        <a:p>
          <a:pPr algn="just"/>
          <a:endParaRPr lang="en-IN"/>
        </a:p>
      </dgm:t>
    </dgm:pt>
    <dgm:pt modelId="{BA17F2F5-6C96-47E3-9969-881A2814030A}" type="sibTrans" cxnId="{16544C9B-08AB-4A04-AD03-918371F6CBAD}">
      <dgm:prSet/>
      <dgm:spPr/>
      <dgm:t>
        <a:bodyPr/>
        <a:lstStyle/>
        <a:p>
          <a:pPr algn="just"/>
          <a:endParaRPr lang="en-IN"/>
        </a:p>
      </dgm:t>
    </dgm:pt>
    <dgm:pt modelId="{BBB6747B-3BAA-4EE4-9DE4-FAB16C8BC061}">
      <dgm:prSet phldrT="[Text]" custT="1"/>
      <dgm:spPr/>
      <dgm:t>
        <a:bodyPr/>
        <a:lstStyle/>
        <a:p>
          <a:pPr algn="just"/>
          <a:r>
            <a:rPr lang="en-IN" sz="2800" dirty="0"/>
            <a:t>A standard is a multi-party agreement for establishment of an arbitrary criterion for reference</a:t>
          </a:r>
        </a:p>
      </dgm:t>
    </dgm:pt>
    <dgm:pt modelId="{95B0006A-F549-4DAF-A2BA-3AD4187C0036}" type="parTrans" cxnId="{E8FC93BF-6A9D-4049-B4C5-77B254430AEB}">
      <dgm:prSet/>
      <dgm:spPr/>
      <dgm:t>
        <a:bodyPr/>
        <a:lstStyle/>
        <a:p>
          <a:pPr algn="just"/>
          <a:endParaRPr lang="en-IN"/>
        </a:p>
      </dgm:t>
    </dgm:pt>
    <dgm:pt modelId="{054C1E7E-9A54-4DBC-968C-5E33C15F7A06}" type="sibTrans" cxnId="{E8FC93BF-6A9D-4049-B4C5-77B254430AEB}">
      <dgm:prSet/>
      <dgm:spPr/>
      <dgm:t>
        <a:bodyPr/>
        <a:lstStyle/>
        <a:p>
          <a:pPr algn="just"/>
          <a:endParaRPr lang="en-IN"/>
        </a:p>
      </dgm:t>
    </dgm:pt>
    <dgm:pt modelId="{F5062161-34C9-482F-A065-4BE3112F1F82}">
      <dgm:prSet phldrT="[Text]" custT="1"/>
      <dgm:spPr/>
      <dgm:t>
        <a:bodyPr/>
        <a:lstStyle/>
        <a:p>
          <a:pPr algn="just"/>
          <a:r>
            <a:rPr lang="en-IN" sz="2400" dirty="0"/>
            <a:t>Alternatively standard is prescribed set of:</a:t>
          </a:r>
        </a:p>
      </dgm:t>
    </dgm:pt>
    <dgm:pt modelId="{482FB3DB-5765-4AB9-B484-8D557E09F49C}" type="parTrans" cxnId="{F8E6A0B9-9981-4FBA-8124-6BD386E2EC6D}">
      <dgm:prSet/>
      <dgm:spPr/>
      <dgm:t>
        <a:bodyPr/>
        <a:lstStyle/>
        <a:p>
          <a:pPr algn="just"/>
          <a:endParaRPr lang="en-IN"/>
        </a:p>
      </dgm:t>
    </dgm:pt>
    <dgm:pt modelId="{F61AE2BF-39B7-449C-97F8-296DFBD5D048}" type="sibTrans" cxnId="{F8E6A0B9-9981-4FBA-8124-6BD386E2EC6D}">
      <dgm:prSet/>
      <dgm:spPr/>
      <dgm:t>
        <a:bodyPr/>
        <a:lstStyle/>
        <a:p>
          <a:pPr algn="just"/>
          <a:endParaRPr lang="en-IN"/>
        </a:p>
      </dgm:t>
    </dgm:pt>
    <dgm:pt modelId="{73C343AF-501F-4B35-9DE7-6FA129561CA1}">
      <dgm:prSet phldrT="[Text]" custT="1"/>
      <dgm:spPr/>
      <dgm:t>
        <a:bodyPr/>
        <a:lstStyle/>
        <a:p>
          <a:pPr algn="just"/>
          <a:r>
            <a:rPr lang="en-IN" sz="2400" dirty="0"/>
            <a:t>Standards exist that address systems (protection of the electrical power distribution systems from faults), individuals (measure to reduce potential electric shock hazards) and protection of the environment (disposal of medical waste)</a:t>
          </a:r>
        </a:p>
      </dgm:t>
    </dgm:pt>
    <dgm:pt modelId="{97B47DF3-A01E-403A-B7C5-EEBD032E133D}" type="parTrans" cxnId="{37F2A16F-07B2-401A-82FC-1F44D423E863}">
      <dgm:prSet/>
      <dgm:spPr/>
      <dgm:t>
        <a:bodyPr/>
        <a:lstStyle/>
        <a:p>
          <a:pPr algn="just"/>
          <a:endParaRPr lang="en-IN"/>
        </a:p>
      </dgm:t>
    </dgm:pt>
    <dgm:pt modelId="{F3061A4C-2E40-44DB-9056-1F5964EE984B}" type="sibTrans" cxnId="{37F2A16F-07B2-401A-82FC-1F44D423E863}">
      <dgm:prSet/>
      <dgm:spPr/>
      <dgm:t>
        <a:bodyPr/>
        <a:lstStyle/>
        <a:p>
          <a:pPr algn="just"/>
          <a:endParaRPr lang="en-IN"/>
        </a:p>
      </dgm:t>
    </dgm:pt>
    <dgm:pt modelId="{F56DB8F0-3F76-46F8-BCE4-DDE83751B405}">
      <dgm:prSet phldrT="[Text]" custT="1"/>
      <dgm:spPr/>
      <dgm:t>
        <a:bodyPr/>
        <a:lstStyle/>
        <a:p>
          <a:pPr algn="just"/>
          <a:r>
            <a:rPr lang="en-IN" sz="2000" dirty="0"/>
            <a:t>Rules</a:t>
          </a:r>
        </a:p>
      </dgm:t>
    </dgm:pt>
    <dgm:pt modelId="{D4CE39D4-072B-4D7D-988A-6429300DA8E3}" type="parTrans" cxnId="{A990B059-8D67-455E-9FEE-26EB86176055}">
      <dgm:prSet/>
      <dgm:spPr/>
      <dgm:t>
        <a:bodyPr/>
        <a:lstStyle/>
        <a:p>
          <a:endParaRPr lang="en-IN"/>
        </a:p>
      </dgm:t>
    </dgm:pt>
    <dgm:pt modelId="{90ED887F-C9D7-48FF-93E4-E44B46C0FF59}" type="sibTrans" cxnId="{A990B059-8D67-455E-9FEE-26EB86176055}">
      <dgm:prSet/>
      <dgm:spPr/>
      <dgm:t>
        <a:bodyPr/>
        <a:lstStyle/>
        <a:p>
          <a:endParaRPr lang="en-IN"/>
        </a:p>
      </dgm:t>
    </dgm:pt>
    <dgm:pt modelId="{A4BA9CEB-CCC5-4F88-BA11-0C5FE833A6AA}">
      <dgm:prSet phldrT="[Text]" custT="1"/>
      <dgm:spPr/>
      <dgm:t>
        <a:bodyPr/>
        <a:lstStyle/>
        <a:p>
          <a:pPr algn="just"/>
          <a:r>
            <a:rPr lang="en-IN" sz="2000" dirty="0"/>
            <a:t>Conditions or classification of components</a:t>
          </a:r>
        </a:p>
      </dgm:t>
    </dgm:pt>
    <dgm:pt modelId="{4D92B7B9-EBF6-4359-8E95-4FB019BCF948}" type="parTrans" cxnId="{86358BF0-53DD-445D-AE6F-E7815C3ABCC3}">
      <dgm:prSet/>
      <dgm:spPr/>
      <dgm:t>
        <a:bodyPr/>
        <a:lstStyle/>
        <a:p>
          <a:endParaRPr lang="en-IN"/>
        </a:p>
      </dgm:t>
    </dgm:pt>
    <dgm:pt modelId="{7BB1B11F-C8F7-4B13-9AC0-C9A9F0CBCB49}" type="sibTrans" cxnId="{86358BF0-53DD-445D-AE6F-E7815C3ABCC3}">
      <dgm:prSet/>
      <dgm:spPr/>
      <dgm:t>
        <a:bodyPr/>
        <a:lstStyle/>
        <a:p>
          <a:endParaRPr lang="en-IN"/>
        </a:p>
      </dgm:t>
    </dgm:pt>
    <dgm:pt modelId="{63FA274C-6764-45F8-877C-E9A8CDA56B84}">
      <dgm:prSet phldrT="[Text]" custT="1"/>
      <dgm:spPr/>
      <dgm:t>
        <a:bodyPr/>
        <a:lstStyle/>
        <a:p>
          <a:pPr algn="just"/>
          <a:r>
            <a:rPr lang="en-IN" sz="2000" dirty="0"/>
            <a:t>Delineation of procedures</a:t>
          </a:r>
        </a:p>
      </dgm:t>
    </dgm:pt>
    <dgm:pt modelId="{AC327FB5-90D2-49DA-9A78-823DFF533DFC}" type="parTrans" cxnId="{902031AC-E538-46B1-B4F1-9BEE2EEF5710}">
      <dgm:prSet/>
      <dgm:spPr/>
      <dgm:t>
        <a:bodyPr/>
        <a:lstStyle/>
        <a:p>
          <a:endParaRPr lang="en-IN"/>
        </a:p>
      </dgm:t>
    </dgm:pt>
    <dgm:pt modelId="{6AFB68C0-317B-4115-8E3D-6834CA691FE3}" type="sibTrans" cxnId="{902031AC-E538-46B1-B4F1-9BEE2EEF5710}">
      <dgm:prSet/>
      <dgm:spPr/>
      <dgm:t>
        <a:bodyPr/>
        <a:lstStyle/>
        <a:p>
          <a:endParaRPr lang="en-IN"/>
        </a:p>
      </dgm:t>
    </dgm:pt>
    <dgm:pt modelId="{C9F3CEE1-009F-49D4-96B1-4FF8754B476E}">
      <dgm:prSet phldrT="[Text]" custT="1"/>
      <dgm:spPr/>
      <dgm:t>
        <a:bodyPr/>
        <a:lstStyle/>
        <a:p>
          <a:pPr algn="just"/>
          <a:r>
            <a:rPr lang="en-IN" sz="2000" dirty="0"/>
            <a:t>Specification of materials</a:t>
          </a:r>
        </a:p>
      </dgm:t>
    </dgm:pt>
    <dgm:pt modelId="{83CDA794-54AE-49A6-A9E8-000E38268E62}" type="parTrans" cxnId="{9CC6EE85-D386-444C-80F3-850B4B628390}">
      <dgm:prSet/>
      <dgm:spPr/>
      <dgm:t>
        <a:bodyPr/>
        <a:lstStyle/>
        <a:p>
          <a:endParaRPr lang="en-IN"/>
        </a:p>
      </dgm:t>
    </dgm:pt>
    <dgm:pt modelId="{F0CB053E-3A33-4294-851C-7914F37C839A}" type="sibTrans" cxnId="{9CC6EE85-D386-444C-80F3-850B4B628390}">
      <dgm:prSet/>
      <dgm:spPr/>
      <dgm:t>
        <a:bodyPr/>
        <a:lstStyle/>
        <a:p>
          <a:endParaRPr lang="en-IN"/>
        </a:p>
      </dgm:t>
    </dgm:pt>
    <dgm:pt modelId="{56BFEE11-5F0E-424F-826C-CDA3710C443C}">
      <dgm:prSet phldrT="[Text]" custT="1"/>
      <dgm:spPr/>
      <dgm:t>
        <a:bodyPr/>
        <a:lstStyle/>
        <a:p>
          <a:pPr algn="just"/>
          <a:r>
            <a:rPr lang="en-IN" sz="2000" dirty="0"/>
            <a:t>Performance</a:t>
          </a:r>
        </a:p>
      </dgm:t>
    </dgm:pt>
    <dgm:pt modelId="{D55A2B1B-7A74-4ECF-9D21-603352DDFAF4}" type="parTrans" cxnId="{DE7669E0-7DB6-40A1-9C0F-2B7CC050715C}">
      <dgm:prSet/>
      <dgm:spPr/>
      <dgm:t>
        <a:bodyPr/>
        <a:lstStyle/>
        <a:p>
          <a:endParaRPr lang="en-IN"/>
        </a:p>
      </dgm:t>
    </dgm:pt>
    <dgm:pt modelId="{CBD28302-5FCC-4F6C-BCF5-69E27A642F23}" type="sibTrans" cxnId="{DE7669E0-7DB6-40A1-9C0F-2B7CC050715C}">
      <dgm:prSet/>
      <dgm:spPr/>
      <dgm:t>
        <a:bodyPr/>
        <a:lstStyle/>
        <a:p>
          <a:endParaRPr lang="en-IN"/>
        </a:p>
      </dgm:t>
    </dgm:pt>
    <dgm:pt modelId="{9B715B2D-2C28-43D0-8E9A-5D8077E480AE}">
      <dgm:prSet phldrT="[Text]" custT="1"/>
      <dgm:spPr/>
      <dgm:t>
        <a:bodyPr/>
        <a:lstStyle/>
        <a:p>
          <a:pPr algn="just"/>
          <a:r>
            <a:rPr lang="en-IN" sz="2000" dirty="0"/>
            <a:t>Design or operations</a:t>
          </a:r>
        </a:p>
      </dgm:t>
    </dgm:pt>
    <dgm:pt modelId="{02710C2A-EB47-4312-BF12-E034ADAC4E09}" type="parTrans" cxnId="{48D07C07-3D39-4BCE-ABD4-6952EDAF6F91}">
      <dgm:prSet/>
      <dgm:spPr/>
      <dgm:t>
        <a:bodyPr/>
        <a:lstStyle/>
        <a:p>
          <a:endParaRPr lang="en-IN"/>
        </a:p>
      </dgm:t>
    </dgm:pt>
    <dgm:pt modelId="{92D3A2D1-02E1-4490-A8DA-D507DE92F373}" type="sibTrans" cxnId="{48D07C07-3D39-4BCE-ABD4-6952EDAF6F91}">
      <dgm:prSet/>
      <dgm:spPr/>
      <dgm:t>
        <a:bodyPr/>
        <a:lstStyle/>
        <a:p>
          <a:endParaRPr lang="en-IN"/>
        </a:p>
      </dgm:t>
    </dgm:pt>
    <dgm:pt modelId="{5EDEFE99-611D-44CC-8AF3-6FC58F2E89D8}">
      <dgm:prSet phldrT="[Text]" custT="1"/>
      <dgm:spPr/>
      <dgm:t>
        <a:bodyPr/>
        <a:lstStyle/>
        <a:p>
          <a:pPr algn="just"/>
          <a:r>
            <a:rPr lang="en-IN" sz="2000" dirty="0"/>
            <a:t>Measurements of quality and quality in describing materials, products, systems, services or practice</a:t>
          </a:r>
        </a:p>
      </dgm:t>
    </dgm:pt>
    <dgm:pt modelId="{6C14A756-10ED-416C-88B9-E30BEABB5F7D}" type="parTrans" cxnId="{5A1F45E6-333B-4DB4-8914-C283BFA6D448}">
      <dgm:prSet/>
      <dgm:spPr/>
      <dgm:t>
        <a:bodyPr/>
        <a:lstStyle/>
        <a:p>
          <a:endParaRPr lang="en-IN"/>
        </a:p>
      </dgm:t>
    </dgm:pt>
    <dgm:pt modelId="{B931FA8B-6AA8-4D2A-ACDC-F673156E2C17}" type="sibTrans" cxnId="{5A1F45E6-333B-4DB4-8914-C283BFA6D448}">
      <dgm:prSet/>
      <dgm:spPr/>
      <dgm:t>
        <a:bodyPr/>
        <a:lstStyle/>
        <a:p>
          <a:endParaRPr lang="en-IN"/>
        </a:p>
      </dgm:t>
    </dgm:pt>
    <dgm:pt modelId="{F8130A74-440A-4BE5-97A8-5BD670EF0045}" type="pres">
      <dgm:prSet presAssocID="{F867F631-E031-4FEB-A6E8-BB93775C96E7}" presName="Name0" presStyleCnt="0">
        <dgm:presLayoutVars>
          <dgm:chMax/>
          <dgm:chPref val="3"/>
          <dgm:dir/>
          <dgm:animOne val="branch"/>
          <dgm:animLvl val="lvl"/>
        </dgm:presLayoutVars>
      </dgm:prSet>
      <dgm:spPr/>
      <dgm:t>
        <a:bodyPr/>
        <a:lstStyle/>
        <a:p>
          <a:endParaRPr lang="en-IN"/>
        </a:p>
      </dgm:t>
    </dgm:pt>
    <dgm:pt modelId="{CB5142C8-D260-427B-A0C9-66B3CF6B6871}" type="pres">
      <dgm:prSet presAssocID="{7155F931-F213-4D85-9231-7EABDDB49E57}" presName="composite" presStyleCnt="0"/>
      <dgm:spPr/>
    </dgm:pt>
    <dgm:pt modelId="{4E6557C8-A247-456D-82CD-ED3ED7B4231F}" type="pres">
      <dgm:prSet presAssocID="{7155F931-F213-4D85-9231-7EABDDB49E57}" presName="FirstChild" presStyleLbl="revTx" presStyleIdx="0" presStyleCnt="2" custScaleY="62096" custLinFactNeighborY="11561">
        <dgm:presLayoutVars>
          <dgm:chMax val="0"/>
          <dgm:chPref val="0"/>
          <dgm:bulletEnabled val="1"/>
        </dgm:presLayoutVars>
      </dgm:prSet>
      <dgm:spPr/>
      <dgm:t>
        <a:bodyPr/>
        <a:lstStyle/>
        <a:p>
          <a:endParaRPr lang="en-IN"/>
        </a:p>
      </dgm:t>
    </dgm:pt>
    <dgm:pt modelId="{373A618E-E6E9-4B0B-9D83-539AE2C48090}" type="pres">
      <dgm:prSet presAssocID="{7155F931-F213-4D85-9231-7EABDDB49E57}" presName="Parent" presStyleLbl="alignNode1" presStyleIdx="0" presStyleCnt="1" custScaleY="62096" custLinFactNeighborY="9280">
        <dgm:presLayoutVars>
          <dgm:chMax val="3"/>
          <dgm:chPref val="3"/>
          <dgm:bulletEnabled val="1"/>
        </dgm:presLayoutVars>
      </dgm:prSet>
      <dgm:spPr/>
      <dgm:t>
        <a:bodyPr/>
        <a:lstStyle/>
        <a:p>
          <a:endParaRPr lang="en-IN"/>
        </a:p>
      </dgm:t>
    </dgm:pt>
    <dgm:pt modelId="{7EB60BA6-E230-43B7-8EE0-0514AEA72BC3}" type="pres">
      <dgm:prSet presAssocID="{7155F931-F213-4D85-9231-7EABDDB49E57}" presName="Accent" presStyleLbl="parChTrans1D1" presStyleIdx="0" presStyleCnt="1"/>
      <dgm:spPr/>
    </dgm:pt>
    <dgm:pt modelId="{75805146-8205-41AC-A57D-3A26993FC671}" type="pres">
      <dgm:prSet presAssocID="{7155F931-F213-4D85-9231-7EABDDB49E57}" presName="Child" presStyleLbl="revTx" presStyleIdx="1" presStyleCnt="2" custScaleY="116656">
        <dgm:presLayoutVars>
          <dgm:chMax val="0"/>
          <dgm:chPref val="0"/>
          <dgm:bulletEnabled val="1"/>
        </dgm:presLayoutVars>
      </dgm:prSet>
      <dgm:spPr/>
      <dgm:t>
        <a:bodyPr/>
        <a:lstStyle/>
        <a:p>
          <a:endParaRPr lang="en-IN"/>
        </a:p>
      </dgm:t>
    </dgm:pt>
  </dgm:ptLst>
  <dgm:cxnLst>
    <dgm:cxn modelId="{7D7C99FB-409F-4485-8789-21E0DF698A64}" type="presOf" srcId="{7155F931-F213-4D85-9231-7EABDDB49E57}" destId="{373A618E-E6E9-4B0B-9D83-539AE2C48090}" srcOrd="0" destOrd="0" presId="urn:microsoft.com/office/officeart/2011/layout/TabList"/>
    <dgm:cxn modelId="{DE7669E0-7DB6-40A1-9C0F-2B7CC050715C}" srcId="{F5062161-34C9-482F-A065-4BE3112F1F82}" destId="{56BFEE11-5F0E-424F-826C-CDA3710C443C}" srcOrd="4" destOrd="0" parTransId="{D55A2B1B-7A74-4ECF-9D21-603352DDFAF4}" sibTransId="{CBD28302-5FCC-4F6C-BCF5-69E27A642F23}"/>
    <dgm:cxn modelId="{78A48791-88D5-476C-8E0B-6422B4989F00}" type="presOf" srcId="{56BFEE11-5F0E-424F-826C-CDA3710C443C}" destId="{75805146-8205-41AC-A57D-3A26993FC671}" srcOrd="0" destOrd="5" presId="urn:microsoft.com/office/officeart/2011/layout/TabList"/>
    <dgm:cxn modelId="{F8E6A0B9-9981-4FBA-8124-6BD386E2EC6D}" srcId="{7155F931-F213-4D85-9231-7EABDDB49E57}" destId="{F5062161-34C9-482F-A065-4BE3112F1F82}" srcOrd="1" destOrd="0" parTransId="{482FB3DB-5765-4AB9-B484-8D557E09F49C}" sibTransId="{F61AE2BF-39B7-449C-97F8-296DFBD5D048}"/>
    <dgm:cxn modelId="{86358BF0-53DD-445D-AE6F-E7815C3ABCC3}" srcId="{F5062161-34C9-482F-A065-4BE3112F1F82}" destId="{A4BA9CEB-CCC5-4F88-BA11-0C5FE833A6AA}" srcOrd="1" destOrd="0" parTransId="{4D92B7B9-EBF6-4359-8E95-4FB019BCF948}" sibTransId="{7BB1B11F-C8F7-4B13-9AC0-C9A9F0CBCB49}"/>
    <dgm:cxn modelId="{C3C8521C-01B8-4456-8885-62F4BD28295C}" type="presOf" srcId="{BBB6747B-3BAA-4EE4-9DE4-FAB16C8BC061}" destId="{4E6557C8-A247-456D-82CD-ED3ED7B4231F}" srcOrd="0" destOrd="0" presId="urn:microsoft.com/office/officeart/2011/layout/TabList"/>
    <dgm:cxn modelId="{FAB19CEC-2766-4AD1-A94B-6232E7620B9E}" type="presOf" srcId="{A4BA9CEB-CCC5-4F88-BA11-0C5FE833A6AA}" destId="{75805146-8205-41AC-A57D-3A26993FC671}" srcOrd="0" destOrd="2" presId="urn:microsoft.com/office/officeart/2011/layout/TabList"/>
    <dgm:cxn modelId="{09326CB9-5851-4CD3-BF22-B61E6D9E4549}" type="presOf" srcId="{63FA274C-6764-45F8-877C-E9A8CDA56B84}" destId="{75805146-8205-41AC-A57D-3A26993FC671}" srcOrd="0" destOrd="3" presId="urn:microsoft.com/office/officeart/2011/layout/TabList"/>
    <dgm:cxn modelId="{8E18A255-3E94-426C-AC0B-224EB0A0EFAD}" type="presOf" srcId="{9B715B2D-2C28-43D0-8E9A-5D8077E480AE}" destId="{75805146-8205-41AC-A57D-3A26993FC671}" srcOrd="0" destOrd="6" presId="urn:microsoft.com/office/officeart/2011/layout/TabList"/>
    <dgm:cxn modelId="{58C4E2A9-FE2C-44D2-8F12-7BA76554A643}" type="presOf" srcId="{73C343AF-501F-4B35-9DE7-6FA129561CA1}" destId="{75805146-8205-41AC-A57D-3A26993FC671}" srcOrd="0" destOrd="8" presId="urn:microsoft.com/office/officeart/2011/layout/TabList"/>
    <dgm:cxn modelId="{5A1F45E6-333B-4DB4-8914-C283BFA6D448}" srcId="{F5062161-34C9-482F-A065-4BE3112F1F82}" destId="{5EDEFE99-611D-44CC-8AF3-6FC58F2E89D8}" srcOrd="6" destOrd="0" parTransId="{6C14A756-10ED-416C-88B9-E30BEABB5F7D}" sibTransId="{B931FA8B-6AA8-4D2A-ACDC-F673156E2C17}"/>
    <dgm:cxn modelId="{68529600-E6C4-42B4-9CEC-76523DD1855B}" type="presOf" srcId="{F5062161-34C9-482F-A065-4BE3112F1F82}" destId="{75805146-8205-41AC-A57D-3A26993FC671}" srcOrd="0" destOrd="0" presId="urn:microsoft.com/office/officeart/2011/layout/TabList"/>
    <dgm:cxn modelId="{48D07C07-3D39-4BCE-ABD4-6952EDAF6F91}" srcId="{F5062161-34C9-482F-A065-4BE3112F1F82}" destId="{9B715B2D-2C28-43D0-8E9A-5D8077E480AE}" srcOrd="5" destOrd="0" parTransId="{02710C2A-EB47-4312-BF12-E034ADAC4E09}" sibTransId="{92D3A2D1-02E1-4490-A8DA-D507DE92F373}"/>
    <dgm:cxn modelId="{37F2A16F-07B2-401A-82FC-1F44D423E863}" srcId="{7155F931-F213-4D85-9231-7EABDDB49E57}" destId="{73C343AF-501F-4B35-9DE7-6FA129561CA1}" srcOrd="2" destOrd="0" parTransId="{97B47DF3-A01E-403A-B7C5-EEBD032E133D}" sibTransId="{F3061A4C-2E40-44DB-9056-1F5964EE984B}"/>
    <dgm:cxn modelId="{9CC6EE85-D386-444C-80F3-850B4B628390}" srcId="{F5062161-34C9-482F-A065-4BE3112F1F82}" destId="{C9F3CEE1-009F-49D4-96B1-4FF8754B476E}" srcOrd="3" destOrd="0" parTransId="{83CDA794-54AE-49A6-A9E8-000E38268E62}" sibTransId="{F0CB053E-3A33-4294-851C-7914F37C839A}"/>
    <dgm:cxn modelId="{431FF493-FE0B-4B7E-86B4-55A04FC1B2E9}" type="presOf" srcId="{F867F631-E031-4FEB-A6E8-BB93775C96E7}" destId="{F8130A74-440A-4BE5-97A8-5BD670EF0045}" srcOrd="0" destOrd="0" presId="urn:microsoft.com/office/officeart/2011/layout/TabList"/>
    <dgm:cxn modelId="{9CC239BB-C8ED-4212-AA79-60C0089C0910}" type="presOf" srcId="{C9F3CEE1-009F-49D4-96B1-4FF8754B476E}" destId="{75805146-8205-41AC-A57D-3A26993FC671}" srcOrd="0" destOrd="4" presId="urn:microsoft.com/office/officeart/2011/layout/TabList"/>
    <dgm:cxn modelId="{475A3789-C192-46A3-BD2D-3636E5A9D150}" type="presOf" srcId="{5EDEFE99-611D-44CC-8AF3-6FC58F2E89D8}" destId="{75805146-8205-41AC-A57D-3A26993FC671}" srcOrd="0" destOrd="7" presId="urn:microsoft.com/office/officeart/2011/layout/TabList"/>
    <dgm:cxn modelId="{16544C9B-08AB-4A04-AD03-918371F6CBAD}" srcId="{F867F631-E031-4FEB-A6E8-BB93775C96E7}" destId="{7155F931-F213-4D85-9231-7EABDDB49E57}" srcOrd="0" destOrd="0" parTransId="{8FA4947B-62D2-4787-ABD2-0AC13C147BC4}" sibTransId="{BA17F2F5-6C96-47E3-9969-881A2814030A}"/>
    <dgm:cxn modelId="{A990B059-8D67-455E-9FEE-26EB86176055}" srcId="{F5062161-34C9-482F-A065-4BE3112F1F82}" destId="{F56DB8F0-3F76-46F8-BCE4-DDE83751B405}" srcOrd="0" destOrd="0" parTransId="{D4CE39D4-072B-4D7D-988A-6429300DA8E3}" sibTransId="{90ED887F-C9D7-48FF-93E4-E44B46C0FF59}"/>
    <dgm:cxn modelId="{E8FC93BF-6A9D-4049-B4C5-77B254430AEB}" srcId="{7155F931-F213-4D85-9231-7EABDDB49E57}" destId="{BBB6747B-3BAA-4EE4-9DE4-FAB16C8BC061}" srcOrd="0" destOrd="0" parTransId="{95B0006A-F549-4DAF-A2BA-3AD4187C0036}" sibTransId="{054C1E7E-9A54-4DBC-968C-5E33C15F7A06}"/>
    <dgm:cxn modelId="{F5101759-042A-49AC-B3E6-E942D7CE00ED}" type="presOf" srcId="{F56DB8F0-3F76-46F8-BCE4-DDE83751B405}" destId="{75805146-8205-41AC-A57D-3A26993FC671}" srcOrd="0" destOrd="1" presId="urn:microsoft.com/office/officeart/2011/layout/TabList"/>
    <dgm:cxn modelId="{902031AC-E538-46B1-B4F1-9BEE2EEF5710}" srcId="{F5062161-34C9-482F-A065-4BE3112F1F82}" destId="{63FA274C-6764-45F8-877C-E9A8CDA56B84}" srcOrd="2" destOrd="0" parTransId="{AC327FB5-90D2-49DA-9A78-823DFF533DFC}" sibTransId="{6AFB68C0-317B-4115-8E3D-6834CA691FE3}"/>
    <dgm:cxn modelId="{EE18DE00-5FE8-40A6-9549-F4384110DF25}" type="presParOf" srcId="{F8130A74-440A-4BE5-97A8-5BD670EF0045}" destId="{CB5142C8-D260-427B-A0C9-66B3CF6B6871}" srcOrd="0" destOrd="0" presId="urn:microsoft.com/office/officeart/2011/layout/TabList"/>
    <dgm:cxn modelId="{F7D5751E-59EC-46D1-9746-85B200802C86}" type="presParOf" srcId="{CB5142C8-D260-427B-A0C9-66B3CF6B6871}" destId="{4E6557C8-A247-456D-82CD-ED3ED7B4231F}" srcOrd="0" destOrd="0" presId="urn:microsoft.com/office/officeart/2011/layout/TabList"/>
    <dgm:cxn modelId="{DC88B6CF-5E7B-4922-ACF3-BE9E6DA08298}" type="presParOf" srcId="{CB5142C8-D260-427B-A0C9-66B3CF6B6871}" destId="{373A618E-E6E9-4B0B-9D83-539AE2C48090}" srcOrd="1" destOrd="0" presId="urn:microsoft.com/office/officeart/2011/layout/TabList"/>
    <dgm:cxn modelId="{E4C63474-5B34-4D2C-BF83-5F7ECE5D9DDA}" type="presParOf" srcId="{CB5142C8-D260-427B-A0C9-66B3CF6B6871}" destId="{7EB60BA6-E230-43B7-8EE0-0514AEA72BC3}" srcOrd="2" destOrd="0" presId="urn:microsoft.com/office/officeart/2011/layout/TabList"/>
    <dgm:cxn modelId="{63ED29E3-72E9-43D1-80E1-A931F1BD5D5E}" type="presParOf" srcId="{F8130A74-440A-4BE5-97A8-5BD670EF0045}" destId="{75805146-8205-41AC-A57D-3A26993FC671}" srcOrd="1" destOrd="0" presId="urn:microsoft.com/office/officeart/2011/layout/Tab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BE11566-D7C6-42C1-AD82-75EF926C64F4}"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E6B734D3-D045-4367-9FF3-295252D4714C}">
      <dgm:prSet phldrT="[Text]" custT="1"/>
      <dgm:spPr/>
      <dgm:t>
        <a:bodyPr/>
        <a:lstStyle/>
        <a:p>
          <a:pPr algn="just"/>
          <a:r>
            <a:rPr lang="en-IN" sz="2400" dirty="0"/>
            <a:t>There are in general three type of standards for medical devices:</a:t>
          </a:r>
        </a:p>
      </dgm:t>
    </dgm:pt>
    <dgm:pt modelId="{DF84335A-B1CF-46EA-A56F-3BC37966BCCD}" type="parTrans" cxnId="{72DF7CE2-0079-4DCC-9934-A0E944D9B771}">
      <dgm:prSet/>
      <dgm:spPr/>
      <dgm:t>
        <a:bodyPr/>
        <a:lstStyle/>
        <a:p>
          <a:endParaRPr lang="en-IN" sz="1600"/>
        </a:p>
      </dgm:t>
    </dgm:pt>
    <dgm:pt modelId="{560978B6-AA27-4089-A54C-9CF87FC7D2AC}" type="sibTrans" cxnId="{72DF7CE2-0079-4DCC-9934-A0E944D9B771}">
      <dgm:prSet/>
      <dgm:spPr/>
      <dgm:t>
        <a:bodyPr/>
        <a:lstStyle/>
        <a:p>
          <a:endParaRPr lang="en-IN" sz="1600"/>
        </a:p>
      </dgm:t>
    </dgm:pt>
    <dgm:pt modelId="{FD696853-7CAA-4CD9-A6AA-101DE3F9DE43}">
      <dgm:prSet phldrT="[Text]" custT="1"/>
      <dgm:spPr/>
      <dgm:t>
        <a:bodyPr/>
        <a:lstStyle/>
        <a:p>
          <a:r>
            <a:rPr lang="en-IN" sz="2800" dirty="0"/>
            <a:t>Voluntary Standards: </a:t>
          </a:r>
        </a:p>
      </dgm:t>
    </dgm:pt>
    <dgm:pt modelId="{A5F8F0C5-594F-4DC8-B04E-1BC8A29C3845}" type="parTrans" cxnId="{07BD12AA-F133-4154-B432-C9F5D0490AA5}">
      <dgm:prSet/>
      <dgm:spPr/>
      <dgm:t>
        <a:bodyPr/>
        <a:lstStyle/>
        <a:p>
          <a:endParaRPr lang="en-IN" sz="1600"/>
        </a:p>
      </dgm:t>
    </dgm:pt>
    <dgm:pt modelId="{7141E502-ADE6-4FAF-9F27-1020E123C8FA}" type="sibTrans" cxnId="{07BD12AA-F133-4154-B432-C9F5D0490AA5}">
      <dgm:prSet/>
      <dgm:spPr/>
      <dgm:t>
        <a:bodyPr/>
        <a:lstStyle/>
        <a:p>
          <a:endParaRPr lang="en-IN" sz="1600"/>
        </a:p>
      </dgm:t>
    </dgm:pt>
    <dgm:pt modelId="{1D59F369-5ACA-4C36-8396-F13FAB34EB0D}">
      <dgm:prSet phldrT="[Text]" custT="1"/>
      <dgm:spPr/>
      <dgm:t>
        <a:bodyPr/>
        <a:lstStyle/>
        <a:p>
          <a:r>
            <a:rPr lang="en-IN" sz="2800" dirty="0"/>
            <a:t>Mandatory standards: </a:t>
          </a:r>
        </a:p>
      </dgm:t>
    </dgm:pt>
    <dgm:pt modelId="{F1C47906-2377-4F9F-990A-2ECB714B814A}" type="parTrans" cxnId="{0D502E89-0287-41E5-9511-2A746B9EB9CD}">
      <dgm:prSet/>
      <dgm:spPr/>
      <dgm:t>
        <a:bodyPr/>
        <a:lstStyle/>
        <a:p>
          <a:endParaRPr lang="en-IN" sz="1600"/>
        </a:p>
      </dgm:t>
    </dgm:pt>
    <dgm:pt modelId="{E63C535F-86FE-48D0-A13D-16EE53C869E8}" type="sibTrans" cxnId="{0D502E89-0287-41E5-9511-2A746B9EB9CD}">
      <dgm:prSet/>
      <dgm:spPr/>
      <dgm:t>
        <a:bodyPr/>
        <a:lstStyle/>
        <a:p>
          <a:endParaRPr lang="en-IN" sz="1600"/>
        </a:p>
      </dgm:t>
    </dgm:pt>
    <dgm:pt modelId="{5957D213-C2B7-44D7-872B-07C5C03FD438}">
      <dgm:prSet phldrT="[Text]" custT="1"/>
      <dgm:spPr/>
      <dgm:t>
        <a:bodyPr/>
        <a:lstStyle/>
        <a:p>
          <a:pPr algn="just"/>
          <a:r>
            <a:rPr lang="en-IN" sz="2400" dirty="0"/>
            <a:t>Developed through a consensus process where manufactures, users, consumers and government agencies participates</a:t>
          </a:r>
        </a:p>
      </dgm:t>
    </dgm:pt>
    <dgm:pt modelId="{FD8BED46-6832-40BF-AECB-DADD3E28E0F2}" type="parTrans" cxnId="{54A6AFDE-741F-4818-B415-748E6C713395}">
      <dgm:prSet/>
      <dgm:spPr/>
      <dgm:t>
        <a:bodyPr/>
        <a:lstStyle/>
        <a:p>
          <a:endParaRPr lang="en-IN" sz="1600"/>
        </a:p>
      </dgm:t>
    </dgm:pt>
    <dgm:pt modelId="{EBBCEC96-5ECD-4A04-89FE-10BFE556FE22}" type="sibTrans" cxnId="{54A6AFDE-741F-4818-B415-748E6C713395}">
      <dgm:prSet/>
      <dgm:spPr/>
      <dgm:t>
        <a:bodyPr/>
        <a:lstStyle/>
        <a:p>
          <a:endParaRPr lang="en-IN" sz="1600"/>
        </a:p>
      </dgm:t>
    </dgm:pt>
    <dgm:pt modelId="{07CF5F1A-C300-4523-88F6-C7965434DAEF}">
      <dgm:prSet phldrT="[Text]" custT="1"/>
      <dgm:spPr/>
      <dgm:t>
        <a:bodyPr/>
        <a:lstStyle/>
        <a:p>
          <a:pPr algn="just"/>
          <a:r>
            <a:rPr lang="en-IN" sz="2400" dirty="0"/>
            <a:t>Required to be followed under law. </a:t>
          </a:r>
        </a:p>
      </dgm:t>
    </dgm:pt>
    <dgm:pt modelId="{162CBFA1-1229-490D-8BD2-4FE20C2A925D}" type="parTrans" cxnId="{01B7B747-E864-458F-A330-5E8475CC0FB7}">
      <dgm:prSet/>
      <dgm:spPr/>
      <dgm:t>
        <a:bodyPr/>
        <a:lstStyle/>
        <a:p>
          <a:endParaRPr lang="en-IN"/>
        </a:p>
      </dgm:t>
    </dgm:pt>
    <dgm:pt modelId="{2D7B6D31-0F2D-499C-AAF5-954693014C56}" type="sibTrans" cxnId="{01B7B747-E864-458F-A330-5E8475CC0FB7}">
      <dgm:prSet/>
      <dgm:spPr/>
      <dgm:t>
        <a:bodyPr/>
        <a:lstStyle/>
        <a:p>
          <a:endParaRPr lang="en-IN"/>
        </a:p>
      </dgm:t>
    </dgm:pt>
    <dgm:pt modelId="{4091E927-353E-4652-8E59-C092CD69821C}">
      <dgm:prSet phldrT="[Text]" custT="1"/>
      <dgm:spPr/>
      <dgm:t>
        <a:bodyPr/>
        <a:lstStyle/>
        <a:p>
          <a:pPr algn="just"/>
          <a:r>
            <a:rPr lang="en-IN" sz="2400" dirty="0"/>
            <a:t>They are incumbent on those to whom the standard is addressed and enforceable by the authority having jurisdiction</a:t>
          </a:r>
        </a:p>
      </dgm:t>
    </dgm:pt>
    <dgm:pt modelId="{70928685-093C-443B-B408-D511A34350A4}" type="parTrans" cxnId="{48E9199B-D1E2-4308-A6C4-3C2FB7C34696}">
      <dgm:prSet/>
      <dgm:spPr/>
      <dgm:t>
        <a:bodyPr/>
        <a:lstStyle/>
        <a:p>
          <a:endParaRPr lang="en-IN"/>
        </a:p>
      </dgm:t>
    </dgm:pt>
    <dgm:pt modelId="{2B77FA22-364A-4FB8-ABD0-80B17C4CC663}" type="sibTrans" cxnId="{48E9199B-D1E2-4308-A6C4-3C2FB7C34696}">
      <dgm:prSet/>
      <dgm:spPr/>
      <dgm:t>
        <a:bodyPr/>
        <a:lstStyle/>
        <a:p>
          <a:endParaRPr lang="en-IN"/>
        </a:p>
      </dgm:t>
    </dgm:pt>
    <dgm:pt modelId="{D89AAB19-D10D-4525-974F-FD4BD582CAD0}">
      <dgm:prSet phldrT="[Text]" custT="1"/>
      <dgm:spPr/>
      <dgm:t>
        <a:bodyPr/>
        <a:lstStyle/>
        <a:p>
          <a:pPr algn="just"/>
          <a:r>
            <a:rPr lang="en-IN" sz="2800" dirty="0"/>
            <a:t>Proprietary Standards: </a:t>
          </a:r>
        </a:p>
      </dgm:t>
    </dgm:pt>
    <dgm:pt modelId="{58B83937-79BA-49CD-8B9A-418AA7EAC4DF}" type="parTrans" cxnId="{F5864F12-4B7E-4BD6-9E78-7A0AD99C9676}">
      <dgm:prSet/>
      <dgm:spPr/>
      <dgm:t>
        <a:bodyPr/>
        <a:lstStyle/>
        <a:p>
          <a:endParaRPr lang="en-IN"/>
        </a:p>
      </dgm:t>
    </dgm:pt>
    <dgm:pt modelId="{41604B4D-AF5B-4CD7-82D0-4C9FE0B578E2}" type="sibTrans" cxnId="{F5864F12-4B7E-4BD6-9E78-7A0AD99C9676}">
      <dgm:prSet/>
      <dgm:spPr/>
      <dgm:t>
        <a:bodyPr/>
        <a:lstStyle/>
        <a:p>
          <a:endParaRPr lang="en-IN"/>
        </a:p>
      </dgm:t>
    </dgm:pt>
    <dgm:pt modelId="{6F771FDC-78AF-4905-BE8C-A3D766510426}">
      <dgm:prSet phldrT="[Text]" custT="1"/>
      <dgm:spPr/>
      <dgm:t>
        <a:bodyPr/>
        <a:lstStyle/>
        <a:p>
          <a:pPr algn="just"/>
          <a:r>
            <a:rPr lang="en-IN" sz="2400" dirty="0"/>
            <a:t>Developed either by a manufacturer for its own internal use or by a trade association for use by its members</a:t>
          </a:r>
        </a:p>
      </dgm:t>
    </dgm:pt>
    <dgm:pt modelId="{47D7CAAE-D98E-4DDF-B1CD-E2F590F221BC}" type="parTrans" cxnId="{423A450A-82BC-4C51-8D6E-39ECD12B539B}">
      <dgm:prSet/>
      <dgm:spPr/>
      <dgm:t>
        <a:bodyPr/>
        <a:lstStyle/>
        <a:p>
          <a:endParaRPr lang="en-IN"/>
        </a:p>
      </dgm:t>
    </dgm:pt>
    <dgm:pt modelId="{614A6075-2C3A-44C9-BEB3-41863E27EFA0}" type="sibTrans" cxnId="{423A450A-82BC-4C51-8D6E-39ECD12B539B}">
      <dgm:prSet/>
      <dgm:spPr/>
      <dgm:t>
        <a:bodyPr/>
        <a:lstStyle/>
        <a:p>
          <a:endParaRPr lang="en-IN"/>
        </a:p>
      </dgm:t>
    </dgm:pt>
    <dgm:pt modelId="{74802D13-9D14-4FDD-B15D-2D86B89A7F9D}" type="pres">
      <dgm:prSet presAssocID="{BBE11566-D7C6-42C1-AD82-75EF926C64F4}" presName="linear" presStyleCnt="0">
        <dgm:presLayoutVars>
          <dgm:dir/>
          <dgm:animLvl val="lvl"/>
          <dgm:resizeHandles val="exact"/>
        </dgm:presLayoutVars>
      </dgm:prSet>
      <dgm:spPr/>
      <dgm:t>
        <a:bodyPr/>
        <a:lstStyle/>
        <a:p>
          <a:endParaRPr lang="en-IN"/>
        </a:p>
      </dgm:t>
    </dgm:pt>
    <dgm:pt modelId="{14CF202B-728C-487D-BD7A-7D5605F683EF}" type="pres">
      <dgm:prSet presAssocID="{E6B734D3-D045-4367-9FF3-295252D4714C}" presName="parentLin" presStyleCnt="0"/>
      <dgm:spPr/>
    </dgm:pt>
    <dgm:pt modelId="{4A7989C2-147F-4E40-A8CA-D274723E2855}" type="pres">
      <dgm:prSet presAssocID="{E6B734D3-D045-4367-9FF3-295252D4714C}" presName="parentLeftMargin" presStyleLbl="node1" presStyleIdx="0" presStyleCnt="4"/>
      <dgm:spPr/>
      <dgm:t>
        <a:bodyPr/>
        <a:lstStyle/>
        <a:p>
          <a:endParaRPr lang="en-IN"/>
        </a:p>
      </dgm:t>
    </dgm:pt>
    <dgm:pt modelId="{5210B23D-ABF6-4658-BF38-CB596C4AB677}" type="pres">
      <dgm:prSet presAssocID="{E6B734D3-D045-4367-9FF3-295252D4714C}" presName="parentText" presStyleLbl="node1" presStyleIdx="0" presStyleCnt="4" custScaleX="134222" custScaleY="203252" custLinFactNeighborY="-7813">
        <dgm:presLayoutVars>
          <dgm:chMax val="0"/>
          <dgm:bulletEnabled val="1"/>
        </dgm:presLayoutVars>
      </dgm:prSet>
      <dgm:spPr/>
      <dgm:t>
        <a:bodyPr/>
        <a:lstStyle/>
        <a:p>
          <a:endParaRPr lang="en-IN"/>
        </a:p>
      </dgm:t>
    </dgm:pt>
    <dgm:pt modelId="{B66EFBCE-F40D-459F-B983-FA1E3A992ECE}" type="pres">
      <dgm:prSet presAssocID="{E6B734D3-D045-4367-9FF3-295252D4714C}" presName="negativeSpace" presStyleCnt="0"/>
      <dgm:spPr/>
    </dgm:pt>
    <dgm:pt modelId="{7E46A081-2C4A-490E-B365-43E3AAD0CCBC}" type="pres">
      <dgm:prSet presAssocID="{E6B734D3-D045-4367-9FF3-295252D4714C}" presName="childText" presStyleLbl="conFgAcc1" presStyleIdx="0" presStyleCnt="4">
        <dgm:presLayoutVars>
          <dgm:bulletEnabled val="1"/>
        </dgm:presLayoutVars>
      </dgm:prSet>
      <dgm:spPr/>
    </dgm:pt>
    <dgm:pt modelId="{577FA4F5-B6AF-46AA-919E-4EEC0A845F32}" type="pres">
      <dgm:prSet presAssocID="{560978B6-AA27-4089-A54C-9CF87FC7D2AC}" presName="spaceBetweenRectangles" presStyleCnt="0"/>
      <dgm:spPr/>
    </dgm:pt>
    <dgm:pt modelId="{3C2ED429-FDAA-4EB1-A272-67633021FDA1}" type="pres">
      <dgm:prSet presAssocID="{FD696853-7CAA-4CD9-A6AA-101DE3F9DE43}" presName="parentLin" presStyleCnt="0"/>
      <dgm:spPr/>
    </dgm:pt>
    <dgm:pt modelId="{E8CFCD03-1486-4556-B876-F2843BC3DE11}" type="pres">
      <dgm:prSet presAssocID="{FD696853-7CAA-4CD9-A6AA-101DE3F9DE43}" presName="parentLeftMargin" presStyleLbl="node1" presStyleIdx="0" presStyleCnt="4"/>
      <dgm:spPr/>
      <dgm:t>
        <a:bodyPr/>
        <a:lstStyle/>
        <a:p>
          <a:endParaRPr lang="en-IN"/>
        </a:p>
      </dgm:t>
    </dgm:pt>
    <dgm:pt modelId="{1D6F9664-DF68-4D32-B48B-5640F19B5C20}" type="pres">
      <dgm:prSet presAssocID="{FD696853-7CAA-4CD9-A6AA-101DE3F9DE43}" presName="parentText" presStyleLbl="node1" presStyleIdx="1" presStyleCnt="4" custScaleX="57116" custScaleY="152439" custLinFactNeighborY="11867">
        <dgm:presLayoutVars>
          <dgm:chMax val="0"/>
          <dgm:bulletEnabled val="1"/>
        </dgm:presLayoutVars>
      </dgm:prSet>
      <dgm:spPr/>
      <dgm:t>
        <a:bodyPr/>
        <a:lstStyle/>
        <a:p>
          <a:endParaRPr lang="en-IN"/>
        </a:p>
      </dgm:t>
    </dgm:pt>
    <dgm:pt modelId="{66D23AD1-ECF1-42C1-A8FD-AF0CFCD626A4}" type="pres">
      <dgm:prSet presAssocID="{FD696853-7CAA-4CD9-A6AA-101DE3F9DE43}" presName="negativeSpace" presStyleCnt="0"/>
      <dgm:spPr/>
    </dgm:pt>
    <dgm:pt modelId="{6CB9C81F-E0E8-40F0-B383-A6A38D44760C}" type="pres">
      <dgm:prSet presAssocID="{FD696853-7CAA-4CD9-A6AA-101DE3F9DE43}" presName="childText" presStyleLbl="conFgAcc1" presStyleIdx="1" presStyleCnt="4" custLinFactY="1977" custLinFactNeighborY="100000">
        <dgm:presLayoutVars>
          <dgm:bulletEnabled val="1"/>
        </dgm:presLayoutVars>
      </dgm:prSet>
      <dgm:spPr/>
      <dgm:t>
        <a:bodyPr/>
        <a:lstStyle/>
        <a:p>
          <a:endParaRPr lang="en-IN"/>
        </a:p>
      </dgm:t>
    </dgm:pt>
    <dgm:pt modelId="{4AAD6347-92CF-452B-BB99-C571D16B3CD9}" type="pres">
      <dgm:prSet presAssocID="{7141E502-ADE6-4FAF-9F27-1020E123C8FA}" presName="spaceBetweenRectangles" presStyleCnt="0"/>
      <dgm:spPr/>
    </dgm:pt>
    <dgm:pt modelId="{9A081CA0-8E74-43C4-BC5C-A4796263596E}" type="pres">
      <dgm:prSet presAssocID="{1D59F369-5ACA-4C36-8396-F13FAB34EB0D}" presName="parentLin" presStyleCnt="0"/>
      <dgm:spPr/>
    </dgm:pt>
    <dgm:pt modelId="{0805FAAE-AC7D-4805-9BB0-1ECE44AC4599}" type="pres">
      <dgm:prSet presAssocID="{1D59F369-5ACA-4C36-8396-F13FAB34EB0D}" presName="parentLeftMargin" presStyleLbl="node1" presStyleIdx="1" presStyleCnt="4"/>
      <dgm:spPr/>
      <dgm:t>
        <a:bodyPr/>
        <a:lstStyle/>
        <a:p>
          <a:endParaRPr lang="en-IN"/>
        </a:p>
      </dgm:t>
    </dgm:pt>
    <dgm:pt modelId="{0E180855-2678-43D9-9B95-6A46063C0C97}" type="pres">
      <dgm:prSet presAssocID="{1D59F369-5ACA-4C36-8396-F13FAB34EB0D}" presName="parentText" presStyleLbl="node1" presStyleIdx="2" presStyleCnt="4" custScaleX="57116" custScaleY="166297" custLinFactNeighborY="-13213">
        <dgm:presLayoutVars>
          <dgm:chMax val="0"/>
          <dgm:bulletEnabled val="1"/>
        </dgm:presLayoutVars>
      </dgm:prSet>
      <dgm:spPr/>
      <dgm:t>
        <a:bodyPr/>
        <a:lstStyle/>
        <a:p>
          <a:endParaRPr lang="en-IN"/>
        </a:p>
      </dgm:t>
    </dgm:pt>
    <dgm:pt modelId="{594072FE-FC13-4A5D-9FE2-21B5239F3320}" type="pres">
      <dgm:prSet presAssocID="{1D59F369-5ACA-4C36-8396-F13FAB34EB0D}" presName="negativeSpace" presStyleCnt="0"/>
      <dgm:spPr/>
    </dgm:pt>
    <dgm:pt modelId="{4B9D5C67-6317-4409-888C-D8922716598D}" type="pres">
      <dgm:prSet presAssocID="{1D59F369-5ACA-4C36-8396-F13FAB34EB0D}" presName="childText" presStyleLbl="conFgAcc1" presStyleIdx="2" presStyleCnt="4" custLinFactNeighborY="-5540">
        <dgm:presLayoutVars>
          <dgm:bulletEnabled val="1"/>
        </dgm:presLayoutVars>
      </dgm:prSet>
      <dgm:spPr/>
      <dgm:t>
        <a:bodyPr/>
        <a:lstStyle/>
        <a:p>
          <a:endParaRPr lang="en-IN"/>
        </a:p>
      </dgm:t>
    </dgm:pt>
    <dgm:pt modelId="{339FED97-AD40-462B-9C01-C9AA7C641002}" type="pres">
      <dgm:prSet presAssocID="{E63C535F-86FE-48D0-A13D-16EE53C869E8}" presName="spaceBetweenRectangles" presStyleCnt="0"/>
      <dgm:spPr/>
    </dgm:pt>
    <dgm:pt modelId="{BCF8649B-CE55-42D5-A1E1-61B6F6815DB0}" type="pres">
      <dgm:prSet presAssocID="{D89AAB19-D10D-4525-974F-FD4BD582CAD0}" presName="parentLin" presStyleCnt="0"/>
      <dgm:spPr/>
    </dgm:pt>
    <dgm:pt modelId="{EA3A7C3C-045D-4B2B-916C-55DEF25F6D24}" type="pres">
      <dgm:prSet presAssocID="{D89AAB19-D10D-4525-974F-FD4BD582CAD0}" presName="parentLeftMargin" presStyleLbl="node1" presStyleIdx="2" presStyleCnt="4"/>
      <dgm:spPr/>
      <dgm:t>
        <a:bodyPr/>
        <a:lstStyle/>
        <a:p>
          <a:endParaRPr lang="en-IN"/>
        </a:p>
      </dgm:t>
    </dgm:pt>
    <dgm:pt modelId="{7060F381-AC33-4B98-8BD4-82C8073E1362}" type="pres">
      <dgm:prSet presAssocID="{D89AAB19-D10D-4525-974F-FD4BD582CAD0}" presName="parentText" presStyleLbl="node1" presStyleIdx="3" presStyleCnt="4" custScaleX="57116" custScaleY="182927" custLinFactNeighborY="-39622">
        <dgm:presLayoutVars>
          <dgm:chMax val="0"/>
          <dgm:bulletEnabled val="1"/>
        </dgm:presLayoutVars>
      </dgm:prSet>
      <dgm:spPr/>
      <dgm:t>
        <a:bodyPr/>
        <a:lstStyle/>
        <a:p>
          <a:endParaRPr lang="en-IN"/>
        </a:p>
      </dgm:t>
    </dgm:pt>
    <dgm:pt modelId="{B28F5136-A77C-42AD-90A8-EB68AA155E99}" type="pres">
      <dgm:prSet presAssocID="{D89AAB19-D10D-4525-974F-FD4BD582CAD0}" presName="negativeSpace" presStyleCnt="0"/>
      <dgm:spPr/>
    </dgm:pt>
    <dgm:pt modelId="{67A35EFB-05BC-4803-8518-1005B06F96BF}" type="pres">
      <dgm:prSet presAssocID="{D89AAB19-D10D-4525-974F-FD4BD582CAD0}" presName="childText" presStyleLbl="conFgAcc1" presStyleIdx="3" presStyleCnt="4" custScaleY="116911" custLinFactNeighborY="-50428">
        <dgm:presLayoutVars>
          <dgm:bulletEnabled val="1"/>
        </dgm:presLayoutVars>
      </dgm:prSet>
      <dgm:spPr/>
      <dgm:t>
        <a:bodyPr/>
        <a:lstStyle/>
        <a:p>
          <a:endParaRPr lang="en-IN"/>
        </a:p>
      </dgm:t>
    </dgm:pt>
  </dgm:ptLst>
  <dgm:cxnLst>
    <dgm:cxn modelId="{BAF3CE03-7112-4DF5-895B-C09F2BE86DE4}" type="presOf" srcId="{5957D213-C2B7-44D7-872B-07C5C03FD438}" destId="{6CB9C81F-E0E8-40F0-B383-A6A38D44760C}" srcOrd="0" destOrd="0" presId="urn:microsoft.com/office/officeart/2005/8/layout/list1"/>
    <dgm:cxn modelId="{0D502E89-0287-41E5-9511-2A746B9EB9CD}" srcId="{BBE11566-D7C6-42C1-AD82-75EF926C64F4}" destId="{1D59F369-5ACA-4C36-8396-F13FAB34EB0D}" srcOrd="2" destOrd="0" parTransId="{F1C47906-2377-4F9F-990A-2ECB714B814A}" sibTransId="{E63C535F-86FE-48D0-A13D-16EE53C869E8}"/>
    <dgm:cxn modelId="{423A450A-82BC-4C51-8D6E-39ECD12B539B}" srcId="{D89AAB19-D10D-4525-974F-FD4BD582CAD0}" destId="{6F771FDC-78AF-4905-BE8C-A3D766510426}" srcOrd="0" destOrd="0" parTransId="{47D7CAAE-D98E-4DDF-B1CD-E2F590F221BC}" sibTransId="{614A6075-2C3A-44C9-BEB3-41863E27EFA0}"/>
    <dgm:cxn modelId="{F5864F12-4B7E-4BD6-9E78-7A0AD99C9676}" srcId="{BBE11566-D7C6-42C1-AD82-75EF926C64F4}" destId="{D89AAB19-D10D-4525-974F-FD4BD582CAD0}" srcOrd="3" destOrd="0" parTransId="{58B83937-79BA-49CD-8B9A-418AA7EAC4DF}" sibTransId="{41604B4D-AF5B-4CD7-82D0-4C9FE0B578E2}"/>
    <dgm:cxn modelId="{4A214633-3090-4FBA-B2BD-325C8C31DA3C}" type="presOf" srcId="{FD696853-7CAA-4CD9-A6AA-101DE3F9DE43}" destId="{1D6F9664-DF68-4D32-B48B-5640F19B5C20}" srcOrd="1" destOrd="0" presId="urn:microsoft.com/office/officeart/2005/8/layout/list1"/>
    <dgm:cxn modelId="{51AFBAAA-CA73-4350-B473-30EC98C470A8}" type="presOf" srcId="{D89AAB19-D10D-4525-974F-FD4BD582CAD0}" destId="{EA3A7C3C-045D-4B2B-916C-55DEF25F6D24}" srcOrd="0" destOrd="0" presId="urn:microsoft.com/office/officeart/2005/8/layout/list1"/>
    <dgm:cxn modelId="{AC53EE5E-17D6-4D88-9FAB-9315CA901B24}" type="presOf" srcId="{D89AAB19-D10D-4525-974F-FD4BD582CAD0}" destId="{7060F381-AC33-4B98-8BD4-82C8073E1362}" srcOrd="1" destOrd="0" presId="urn:microsoft.com/office/officeart/2005/8/layout/list1"/>
    <dgm:cxn modelId="{804E494D-6E37-4F89-9BB7-BC332549DF09}" type="presOf" srcId="{FD696853-7CAA-4CD9-A6AA-101DE3F9DE43}" destId="{E8CFCD03-1486-4556-B876-F2843BC3DE11}" srcOrd="0" destOrd="0" presId="urn:microsoft.com/office/officeart/2005/8/layout/list1"/>
    <dgm:cxn modelId="{ADFD55C0-1507-408D-AB1A-386404139C27}" type="presOf" srcId="{4091E927-353E-4652-8E59-C092CD69821C}" destId="{4B9D5C67-6317-4409-888C-D8922716598D}" srcOrd="0" destOrd="1" presId="urn:microsoft.com/office/officeart/2005/8/layout/list1"/>
    <dgm:cxn modelId="{3696B813-E984-4B32-933A-E1A4943D9543}" type="presOf" srcId="{07CF5F1A-C300-4523-88F6-C7965434DAEF}" destId="{4B9D5C67-6317-4409-888C-D8922716598D}" srcOrd="0" destOrd="0" presId="urn:microsoft.com/office/officeart/2005/8/layout/list1"/>
    <dgm:cxn modelId="{72DF7CE2-0079-4DCC-9934-A0E944D9B771}" srcId="{BBE11566-D7C6-42C1-AD82-75EF926C64F4}" destId="{E6B734D3-D045-4367-9FF3-295252D4714C}" srcOrd="0" destOrd="0" parTransId="{DF84335A-B1CF-46EA-A56F-3BC37966BCCD}" sibTransId="{560978B6-AA27-4089-A54C-9CF87FC7D2AC}"/>
    <dgm:cxn modelId="{54A6AFDE-741F-4818-B415-748E6C713395}" srcId="{FD696853-7CAA-4CD9-A6AA-101DE3F9DE43}" destId="{5957D213-C2B7-44D7-872B-07C5C03FD438}" srcOrd="0" destOrd="0" parTransId="{FD8BED46-6832-40BF-AECB-DADD3E28E0F2}" sibTransId="{EBBCEC96-5ECD-4A04-89FE-10BFE556FE22}"/>
    <dgm:cxn modelId="{2A78A8BD-3E0D-4BAA-8F75-A1721440C8B5}" type="presOf" srcId="{E6B734D3-D045-4367-9FF3-295252D4714C}" destId="{5210B23D-ABF6-4658-BF38-CB596C4AB677}" srcOrd="1" destOrd="0" presId="urn:microsoft.com/office/officeart/2005/8/layout/list1"/>
    <dgm:cxn modelId="{E1D7023B-5E60-46FB-9C5D-34D0D877640C}" type="presOf" srcId="{BBE11566-D7C6-42C1-AD82-75EF926C64F4}" destId="{74802D13-9D14-4FDD-B15D-2D86B89A7F9D}" srcOrd="0" destOrd="0" presId="urn:microsoft.com/office/officeart/2005/8/layout/list1"/>
    <dgm:cxn modelId="{9F9423B6-755D-4953-9CA8-73B9F7E74916}" type="presOf" srcId="{1D59F369-5ACA-4C36-8396-F13FAB34EB0D}" destId="{0E180855-2678-43D9-9B95-6A46063C0C97}" srcOrd="1" destOrd="0" presId="urn:microsoft.com/office/officeart/2005/8/layout/list1"/>
    <dgm:cxn modelId="{07BD12AA-F133-4154-B432-C9F5D0490AA5}" srcId="{BBE11566-D7C6-42C1-AD82-75EF926C64F4}" destId="{FD696853-7CAA-4CD9-A6AA-101DE3F9DE43}" srcOrd="1" destOrd="0" parTransId="{A5F8F0C5-594F-4DC8-B04E-1BC8A29C3845}" sibTransId="{7141E502-ADE6-4FAF-9F27-1020E123C8FA}"/>
    <dgm:cxn modelId="{2FB3EDB4-C72A-40C5-B00E-EEC83D2B620A}" type="presOf" srcId="{6F771FDC-78AF-4905-BE8C-A3D766510426}" destId="{67A35EFB-05BC-4803-8518-1005B06F96BF}" srcOrd="0" destOrd="0" presId="urn:microsoft.com/office/officeart/2005/8/layout/list1"/>
    <dgm:cxn modelId="{C4EBA1F3-94A8-44B2-B69F-9CAB6449A032}" type="presOf" srcId="{E6B734D3-D045-4367-9FF3-295252D4714C}" destId="{4A7989C2-147F-4E40-A8CA-D274723E2855}" srcOrd="0" destOrd="0" presId="urn:microsoft.com/office/officeart/2005/8/layout/list1"/>
    <dgm:cxn modelId="{48E9199B-D1E2-4308-A6C4-3C2FB7C34696}" srcId="{1D59F369-5ACA-4C36-8396-F13FAB34EB0D}" destId="{4091E927-353E-4652-8E59-C092CD69821C}" srcOrd="1" destOrd="0" parTransId="{70928685-093C-443B-B408-D511A34350A4}" sibTransId="{2B77FA22-364A-4FB8-ABD0-80B17C4CC663}"/>
    <dgm:cxn modelId="{AADEB81D-B4FF-4288-ADC3-CD292CB3E641}" type="presOf" srcId="{1D59F369-5ACA-4C36-8396-F13FAB34EB0D}" destId="{0805FAAE-AC7D-4805-9BB0-1ECE44AC4599}" srcOrd="0" destOrd="0" presId="urn:microsoft.com/office/officeart/2005/8/layout/list1"/>
    <dgm:cxn modelId="{01B7B747-E864-458F-A330-5E8475CC0FB7}" srcId="{1D59F369-5ACA-4C36-8396-F13FAB34EB0D}" destId="{07CF5F1A-C300-4523-88F6-C7965434DAEF}" srcOrd="0" destOrd="0" parTransId="{162CBFA1-1229-490D-8BD2-4FE20C2A925D}" sibTransId="{2D7B6D31-0F2D-499C-AAF5-954693014C56}"/>
    <dgm:cxn modelId="{7E9D5A4F-CF40-4716-BB06-974D2B29F0BF}" type="presParOf" srcId="{74802D13-9D14-4FDD-B15D-2D86B89A7F9D}" destId="{14CF202B-728C-487D-BD7A-7D5605F683EF}" srcOrd="0" destOrd="0" presId="urn:microsoft.com/office/officeart/2005/8/layout/list1"/>
    <dgm:cxn modelId="{730517BF-A53E-4350-913A-FA67A9EA646B}" type="presParOf" srcId="{14CF202B-728C-487D-BD7A-7D5605F683EF}" destId="{4A7989C2-147F-4E40-A8CA-D274723E2855}" srcOrd="0" destOrd="0" presId="urn:microsoft.com/office/officeart/2005/8/layout/list1"/>
    <dgm:cxn modelId="{0A80FD8F-B782-4704-B96C-30F98822765B}" type="presParOf" srcId="{14CF202B-728C-487D-BD7A-7D5605F683EF}" destId="{5210B23D-ABF6-4658-BF38-CB596C4AB677}" srcOrd="1" destOrd="0" presId="urn:microsoft.com/office/officeart/2005/8/layout/list1"/>
    <dgm:cxn modelId="{83F29B2B-9302-430B-98A7-519AB9E479A5}" type="presParOf" srcId="{74802D13-9D14-4FDD-B15D-2D86B89A7F9D}" destId="{B66EFBCE-F40D-459F-B983-FA1E3A992ECE}" srcOrd="1" destOrd="0" presId="urn:microsoft.com/office/officeart/2005/8/layout/list1"/>
    <dgm:cxn modelId="{08278832-8C5E-426A-9A59-63194D51497F}" type="presParOf" srcId="{74802D13-9D14-4FDD-B15D-2D86B89A7F9D}" destId="{7E46A081-2C4A-490E-B365-43E3AAD0CCBC}" srcOrd="2" destOrd="0" presId="urn:microsoft.com/office/officeart/2005/8/layout/list1"/>
    <dgm:cxn modelId="{2EDB0503-5B67-46BE-BC84-4776436792F7}" type="presParOf" srcId="{74802D13-9D14-4FDD-B15D-2D86B89A7F9D}" destId="{577FA4F5-B6AF-46AA-919E-4EEC0A845F32}" srcOrd="3" destOrd="0" presId="urn:microsoft.com/office/officeart/2005/8/layout/list1"/>
    <dgm:cxn modelId="{20A8D8AE-602B-4F46-9036-93826E5AFEE9}" type="presParOf" srcId="{74802D13-9D14-4FDD-B15D-2D86B89A7F9D}" destId="{3C2ED429-FDAA-4EB1-A272-67633021FDA1}" srcOrd="4" destOrd="0" presId="urn:microsoft.com/office/officeart/2005/8/layout/list1"/>
    <dgm:cxn modelId="{D8B60866-BCF6-42AB-AB38-17E77DB8F5E9}" type="presParOf" srcId="{3C2ED429-FDAA-4EB1-A272-67633021FDA1}" destId="{E8CFCD03-1486-4556-B876-F2843BC3DE11}" srcOrd="0" destOrd="0" presId="urn:microsoft.com/office/officeart/2005/8/layout/list1"/>
    <dgm:cxn modelId="{6A79B993-5910-46C8-B415-352B19B91F50}" type="presParOf" srcId="{3C2ED429-FDAA-4EB1-A272-67633021FDA1}" destId="{1D6F9664-DF68-4D32-B48B-5640F19B5C20}" srcOrd="1" destOrd="0" presId="urn:microsoft.com/office/officeart/2005/8/layout/list1"/>
    <dgm:cxn modelId="{80D4ECCD-A607-46D6-8CFB-2C32116DE935}" type="presParOf" srcId="{74802D13-9D14-4FDD-B15D-2D86B89A7F9D}" destId="{66D23AD1-ECF1-42C1-A8FD-AF0CFCD626A4}" srcOrd="5" destOrd="0" presId="urn:microsoft.com/office/officeart/2005/8/layout/list1"/>
    <dgm:cxn modelId="{0EA529EB-57AE-482F-8D0B-5B16D8FAD82B}" type="presParOf" srcId="{74802D13-9D14-4FDD-B15D-2D86B89A7F9D}" destId="{6CB9C81F-E0E8-40F0-B383-A6A38D44760C}" srcOrd="6" destOrd="0" presId="urn:microsoft.com/office/officeart/2005/8/layout/list1"/>
    <dgm:cxn modelId="{35F5048D-EF6C-4FF2-A7AB-7C23DB6AE1FF}" type="presParOf" srcId="{74802D13-9D14-4FDD-B15D-2D86B89A7F9D}" destId="{4AAD6347-92CF-452B-BB99-C571D16B3CD9}" srcOrd="7" destOrd="0" presId="urn:microsoft.com/office/officeart/2005/8/layout/list1"/>
    <dgm:cxn modelId="{013C9970-2F2B-4465-964E-9977A64E0DE7}" type="presParOf" srcId="{74802D13-9D14-4FDD-B15D-2D86B89A7F9D}" destId="{9A081CA0-8E74-43C4-BC5C-A4796263596E}" srcOrd="8" destOrd="0" presId="urn:microsoft.com/office/officeart/2005/8/layout/list1"/>
    <dgm:cxn modelId="{45B95F98-1B4B-4ADB-82BC-5D6F9A63C744}" type="presParOf" srcId="{9A081CA0-8E74-43C4-BC5C-A4796263596E}" destId="{0805FAAE-AC7D-4805-9BB0-1ECE44AC4599}" srcOrd="0" destOrd="0" presId="urn:microsoft.com/office/officeart/2005/8/layout/list1"/>
    <dgm:cxn modelId="{14C8217F-C8FB-445A-8034-267A9CEDBDF9}" type="presParOf" srcId="{9A081CA0-8E74-43C4-BC5C-A4796263596E}" destId="{0E180855-2678-43D9-9B95-6A46063C0C97}" srcOrd="1" destOrd="0" presId="urn:microsoft.com/office/officeart/2005/8/layout/list1"/>
    <dgm:cxn modelId="{5B72C194-30C2-44F9-A989-71CB3F640627}" type="presParOf" srcId="{74802D13-9D14-4FDD-B15D-2D86B89A7F9D}" destId="{594072FE-FC13-4A5D-9FE2-21B5239F3320}" srcOrd="9" destOrd="0" presId="urn:microsoft.com/office/officeart/2005/8/layout/list1"/>
    <dgm:cxn modelId="{159A0FE0-0DA2-40AC-95AC-D4D49F1533C6}" type="presParOf" srcId="{74802D13-9D14-4FDD-B15D-2D86B89A7F9D}" destId="{4B9D5C67-6317-4409-888C-D8922716598D}" srcOrd="10" destOrd="0" presId="urn:microsoft.com/office/officeart/2005/8/layout/list1"/>
    <dgm:cxn modelId="{274D145C-C90C-4022-8C11-D56D0A8A4C97}" type="presParOf" srcId="{74802D13-9D14-4FDD-B15D-2D86B89A7F9D}" destId="{339FED97-AD40-462B-9C01-C9AA7C641002}" srcOrd="11" destOrd="0" presId="urn:microsoft.com/office/officeart/2005/8/layout/list1"/>
    <dgm:cxn modelId="{EA137C1A-9BBB-4B95-B26C-E7574261232D}" type="presParOf" srcId="{74802D13-9D14-4FDD-B15D-2D86B89A7F9D}" destId="{BCF8649B-CE55-42D5-A1E1-61B6F6815DB0}" srcOrd="12" destOrd="0" presId="urn:microsoft.com/office/officeart/2005/8/layout/list1"/>
    <dgm:cxn modelId="{2930E5C9-CE06-4599-8566-2F0254A3111B}" type="presParOf" srcId="{BCF8649B-CE55-42D5-A1E1-61B6F6815DB0}" destId="{EA3A7C3C-045D-4B2B-916C-55DEF25F6D24}" srcOrd="0" destOrd="0" presId="urn:microsoft.com/office/officeart/2005/8/layout/list1"/>
    <dgm:cxn modelId="{97673A82-0165-4E87-88BD-5156599A2653}" type="presParOf" srcId="{BCF8649B-CE55-42D5-A1E1-61B6F6815DB0}" destId="{7060F381-AC33-4B98-8BD4-82C8073E1362}" srcOrd="1" destOrd="0" presId="urn:microsoft.com/office/officeart/2005/8/layout/list1"/>
    <dgm:cxn modelId="{61EB8AD3-07B6-4907-A4CB-AC0795EAFE93}" type="presParOf" srcId="{74802D13-9D14-4FDD-B15D-2D86B89A7F9D}" destId="{B28F5136-A77C-42AD-90A8-EB68AA155E99}" srcOrd="13" destOrd="0" presId="urn:microsoft.com/office/officeart/2005/8/layout/list1"/>
    <dgm:cxn modelId="{DB08098E-C8D9-46B2-8CAC-833B85B3725D}" type="presParOf" srcId="{74802D13-9D14-4FDD-B15D-2D86B89A7F9D}" destId="{67A35EFB-05BC-4803-8518-1005B06F96BF}"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951ACAE3-024C-40E4-8446-B1192EF46D80}"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D42A35E4-8AA7-46FD-84B1-42604B55712E}">
      <dgm:prSet phldrT="[Text]" custT="1"/>
      <dgm:spPr/>
      <dgm:t>
        <a:bodyPr/>
        <a:lstStyle/>
        <a:p>
          <a:pPr algn="ctr"/>
          <a:r>
            <a:rPr lang="en-US" sz="3200" b="1" dirty="0">
              <a:effectLst>
                <a:outerShdw blurRad="38100" dist="38100" dir="2700000" algn="tl">
                  <a:srgbClr val="000000">
                    <a:alpha val="43137"/>
                  </a:srgbClr>
                </a:outerShdw>
              </a:effectLst>
            </a:rPr>
            <a:t>Regulatory Requirements</a:t>
          </a:r>
          <a:endParaRPr lang="en-IN" sz="3200" b="1" dirty="0">
            <a:effectLst>
              <a:outerShdw blurRad="38100" dist="38100" dir="2700000" algn="tl">
                <a:srgbClr val="000000">
                  <a:alpha val="43137"/>
                </a:srgbClr>
              </a:outerShdw>
            </a:effectLst>
          </a:endParaRPr>
        </a:p>
      </dgm:t>
    </dgm:pt>
    <dgm:pt modelId="{A6ACBEC8-EF48-4E8A-A895-AA1BD2016834}" type="parTrans" cxnId="{7951F223-4052-4ACA-888C-6703DC7C6308}">
      <dgm:prSet/>
      <dgm:spPr/>
      <dgm:t>
        <a:bodyPr/>
        <a:lstStyle/>
        <a:p>
          <a:endParaRPr lang="en-IN"/>
        </a:p>
      </dgm:t>
    </dgm:pt>
    <dgm:pt modelId="{B89791DB-200F-49E1-ACFA-EC4336A2893F}" type="sibTrans" cxnId="{7951F223-4052-4ACA-888C-6703DC7C6308}">
      <dgm:prSet/>
      <dgm:spPr/>
      <dgm:t>
        <a:bodyPr/>
        <a:lstStyle/>
        <a:p>
          <a:endParaRPr lang="en-IN"/>
        </a:p>
      </dgm:t>
    </dgm:pt>
    <dgm:pt modelId="{DC8FAE47-E45E-4A88-B808-852FD41FEA02}">
      <dgm:prSet phldrT="[Text]" custT="1"/>
      <dgm:spPr/>
      <dgm:t>
        <a:bodyPr/>
        <a:lstStyle/>
        <a:p>
          <a:pPr algn="just">
            <a:spcBef>
              <a:spcPts val="600"/>
            </a:spcBef>
            <a:spcAft>
              <a:spcPts val="1200"/>
            </a:spcAft>
          </a:pPr>
          <a:r>
            <a:rPr lang="en-US" sz="2800" dirty="0"/>
            <a:t>In 1976 United States Congress passed what are known as the Medical Device Amendments (Public Law 94-295) to the Federal Food, Drug, and Cosmetics Act that dates back to the 1930s.</a:t>
          </a:r>
          <a:endParaRPr lang="en-IN" sz="2800" dirty="0"/>
        </a:p>
      </dgm:t>
    </dgm:pt>
    <dgm:pt modelId="{51C2AF05-B00D-45B8-9117-0D8715D2A3B6}" type="parTrans" cxnId="{027EAE2A-B856-48F7-9608-F82FFAD4462D}">
      <dgm:prSet/>
      <dgm:spPr/>
      <dgm:t>
        <a:bodyPr/>
        <a:lstStyle/>
        <a:p>
          <a:endParaRPr lang="en-IN"/>
        </a:p>
      </dgm:t>
    </dgm:pt>
    <dgm:pt modelId="{2C80E49B-9FCC-4285-A60D-B2C2140B7965}" type="sibTrans" cxnId="{027EAE2A-B856-48F7-9608-F82FFAD4462D}">
      <dgm:prSet/>
      <dgm:spPr/>
      <dgm:t>
        <a:bodyPr/>
        <a:lstStyle/>
        <a:p>
          <a:endParaRPr lang="en-IN"/>
        </a:p>
      </dgm:t>
    </dgm:pt>
    <dgm:pt modelId="{7ED1BBAD-ABA1-4BBE-AD09-3C99D4EB5159}">
      <dgm:prSet custT="1"/>
      <dgm:spPr/>
      <dgm:t>
        <a:bodyPr/>
        <a:lstStyle/>
        <a:p>
          <a:pPr algn="just">
            <a:spcBef>
              <a:spcPts val="600"/>
            </a:spcBef>
            <a:spcAft>
              <a:spcPts val="1200"/>
            </a:spcAft>
          </a:pPr>
          <a:r>
            <a:rPr lang="en-US" sz="2800" dirty="0"/>
            <a:t>The primary purpose was to ensure the safety and efficacy of new medical devices prior to marketing of the device</a:t>
          </a:r>
        </a:p>
      </dgm:t>
    </dgm:pt>
    <dgm:pt modelId="{34BD0946-277A-4863-935C-FE6E71A09E6A}" type="parTrans" cxnId="{744CD64E-9917-4805-A1DD-93527FFABECD}">
      <dgm:prSet/>
      <dgm:spPr/>
      <dgm:t>
        <a:bodyPr/>
        <a:lstStyle/>
        <a:p>
          <a:endParaRPr lang="en-IN"/>
        </a:p>
      </dgm:t>
    </dgm:pt>
    <dgm:pt modelId="{6C04F584-5A35-4C62-AE9E-6EB67FAA4A2C}" type="sibTrans" cxnId="{744CD64E-9917-4805-A1DD-93527FFABECD}">
      <dgm:prSet/>
      <dgm:spPr/>
      <dgm:t>
        <a:bodyPr/>
        <a:lstStyle/>
        <a:p>
          <a:endParaRPr lang="en-IN"/>
        </a:p>
      </dgm:t>
    </dgm:pt>
    <dgm:pt modelId="{5E105289-738A-4DCA-B4BB-35B0C25E4E72}" type="pres">
      <dgm:prSet presAssocID="{951ACAE3-024C-40E4-8446-B1192EF46D80}" presName="linear" presStyleCnt="0">
        <dgm:presLayoutVars>
          <dgm:dir/>
          <dgm:animLvl val="lvl"/>
          <dgm:resizeHandles val="exact"/>
        </dgm:presLayoutVars>
      </dgm:prSet>
      <dgm:spPr/>
      <dgm:t>
        <a:bodyPr/>
        <a:lstStyle/>
        <a:p>
          <a:endParaRPr lang="en-IN"/>
        </a:p>
      </dgm:t>
    </dgm:pt>
    <dgm:pt modelId="{76D98452-FE11-42DD-8BF3-6DDA1E078FFD}" type="pres">
      <dgm:prSet presAssocID="{D42A35E4-8AA7-46FD-84B1-42604B55712E}" presName="parentLin" presStyleCnt="0"/>
      <dgm:spPr/>
    </dgm:pt>
    <dgm:pt modelId="{837451E9-855F-44C8-A5CC-775F0BFBF507}" type="pres">
      <dgm:prSet presAssocID="{D42A35E4-8AA7-46FD-84B1-42604B55712E}" presName="parentLeftMargin" presStyleLbl="node1" presStyleIdx="0" presStyleCnt="1"/>
      <dgm:spPr/>
      <dgm:t>
        <a:bodyPr/>
        <a:lstStyle/>
        <a:p>
          <a:endParaRPr lang="en-IN"/>
        </a:p>
      </dgm:t>
    </dgm:pt>
    <dgm:pt modelId="{221243B8-C344-4267-A2AB-F3138C0ACA1C}" type="pres">
      <dgm:prSet presAssocID="{D42A35E4-8AA7-46FD-84B1-42604B55712E}" presName="parentText" presStyleLbl="node1" presStyleIdx="0" presStyleCnt="1" custScaleX="132662" custScaleY="53286" custLinFactNeighborY="-41471">
        <dgm:presLayoutVars>
          <dgm:chMax val="0"/>
          <dgm:bulletEnabled val="1"/>
        </dgm:presLayoutVars>
      </dgm:prSet>
      <dgm:spPr/>
      <dgm:t>
        <a:bodyPr/>
        <a:lstStyle/>
        <a:p>
          <a:endParaRPr lang="en-IN"/>
        </a:p>
      </dgm:t>
    </dgm:pt>
    <dgm:pt modelId="{F24C837E-D512-48A2-B6D3-BACB53C151E6}" type="pres">
      <dgm:prSet presAssocID="{D42A35E4-8AA7-46FD-84B1-42604B55712E}" presName="negativeSpace" presStyleCnt="0"/>
      <dgm:spPr/>
    </dgm:pt>
    <dgm:pt modelId="{A87572DD-1C83-4619-BA94-925F6D09083E}" type="pres">
      <dgm:prSet presAssocID="{D42A35E4-8AA7-46FD-84B1-42604B55712E}" presName="childText" presStyleLbl="conFgAcc1" presStyleIdx="0" presStyleCnt="1">
        <dgm:presLayoutVars>
          <dgm:bulletEnabled val="1"/>
        </dgm:presLayoutVars>
      </dgm:prSet>
      <dgm:spPr/>
      <dgm:t>
        <a:bodyPr/>
        <a:lstStyle/>
        <a:p>
          <a:endParaRPr lang="en-IN"/>
        </a:p>
      </dgm:t>
    </dgm:pt>
  </dgm:ptLst>
  <dgm:cxnLst>
    <dgm:cxn modelId="{582DCCFE-9249-4289-9D62-780343C28327}" type="presOf" srcId="{7ED1BBAD-ABA1-4BBE-AD09-3C99D4EB5159}" destId="{A87572DD-1C83-4619-BA94-925F6D09083E}" srcOrd="0" destOrd="1" presId="urn:microsoft.com/office/officeart/2005/8/layout/list1"/>
    <dgm:cxn modelId="{744CD64E-9917-4805-A1DD-93527FFABECD}" srcId="{D42A35E4-8AA7-46FD-84B1-42604B55712E}" destId="{7ED1BBAD-ABA1-4BBE-AD09-3C99D4EB5159}" srcOrd="1" destOrd="0" parTransId="{34BD0946-277A-4863-935C-FE6E71A09E6A}" sibTransId="{6C04F584-5A35-4C62-AE9E-6EB67FAA4A2C}"/>
    <dgm:cxn modelId="{027EAE2A-B856-48F7-9608-F82FFAD4462D}" srcId="{D42A35E4-8AA7-46FD-84B1-42604B55712E}" destId="{DC8FAE47-E45E-4A88-B808-852FD41FEA02}" srcOrd="0" destOrd="0" parTransId="{51C2AF05-B00D-45B8-9117-0D8715D2A3B6}" sibTransId="{2C80E49B-9FCC-4285-A60D-B2C2140B7965}"/>
    <dgm:cxn modelId="{7C9AB5BA-194D-4164-90FC-FB8B524C8D96}" type="presOf" srcId="{951ACAE3-024C-40E4-8446-B1192EF46D80}" destId="{5E105289-738A-4DCA-B4BB-35B0C25E4E72}" srcOrd="0" destOrd="0" presId="urn:microsoft.com/office/officeart/2005/8/layout/list1"/>
    <dgm:cxn modelId="{0A82C99B-A755-42F3-9B19-E9DE7A00EDC1}" type="presOf" srcId="{D42A35E4-8AA7-46FD-84B1-42604B55712E}" destId="{837451E9-855F-44C8-A5CC-775F0BFBF507}" srcOrd="0" destOrd="0" presId="urn:microsoft.com/office/officeart/2005/8/layout/list1"/>
    <dgm:cxn modelId="{E850C0C7-BAA0-4F84-A711-6A39435A791F}" type="presOf" srcId="{D42A35E4-8AA7-46FD-84B1-42604B55712E}" destId="{221243B8-C344-4267-A2AB-F3138C0ACA1C}" srcOrd="1" destOrd="0" presId="urn:microsoft.com/office/officeart/2005/8/layout/list1"/>
    <dgm:cxn modelId="{7951F223-4052-4ACA-888C-6703DC7C6308}" srcId="{951ACAE3-024C-40E4-8446-B1192EF46D80}" destId="{D42A35E4-8AA7-46FD-84B1-42604B55712E}" srcOrd="0" destOrd="0" parTransId="{A6ACBEC8-EF48-4E8A-A895-AA1BD2016834}" sibTransId="{B89791DB-200F-49E1-ACFA-EC4336A2893F}"/>
    <dgm:cxn modelId="{228F7715-01D4-4868-AECA-E5381D4D2736}" type="presOf" srcId="{DC8FAE47-E45E-4A88-B808-852FD41FEA02}" destId="{A87572DD-1C83-4619-BA94-925F6D09083E}" srcOrd="0" destOrd="0" presId="urn:microsoft.com/office/officeart/2005/8/layout/list1"/>
    <dgm:cxn modelId="{AE4D7D16-FD84-4BA7-B7D1-80DB008DBA72}" type="presParOf" srcId="{5E105289-738A-4DCA-B4BB-35B0C25E4E72}" destId="{76D98452-FE11-42DD-8BF3-6DDA1E078FFD}" srcOrd="0" destOrd="0" presId="urn:microsoft.com/office/officeart/2005/8/layout/list1"/>
    <dgm:cxn modelId="{F0087D6E-2081-4F35-ACAB-1E4BF95B5351}" type="presParOf" srcId="{76D98452-FE11-42DD-8BF3-6DDA1E078FFD}" destId="{837451E9-855F-44C8-A5CC-775F0BFBF507}" srcOrd="0" destOrd="0" presId="urn:microsoft.com/office/officeart/2005/8/layout/list1"/>
    <dgm:cxn modelId="{79F747D2-5A98-4E67-8CFD-E9002C27B174}" type="presParOf" srcId="{76D98452-FE11-42DD-8BF3-6DDA1E078FFD}" destId="{221243B8-C344-4267-A2AB-F3138C0ACA1C}" srcOrd="1" destOrd="0" presId="urn:microsoft.com/office/officeart/2005/8/layout/list1"/>
    <dgm:cxn modelId="{59C33667-AFE2-4303-874C-3A1DE5EB07F2}" type="presParOf" srcId="{5E105289-738A-4DCA-B4BB-35B0C25E4E72}" destId="{F24C837E-D512-48A2-B6D3-BACB53C151E6}" srcOrd="1" destOrd="0" presId="urn:microsoft.com/office/officeart/2005/8/layout/list1"/>
    <dgm:cxn modelId="{F2588A2E-A248-41B5-9055-D0D792D35E13}" type="presParOf" srcId="{5E105289-738A-4DCA-B4BB-35B0C25E4E72}" destId="{A87572DD-1C83-4619-BA94-925F6D09083E}"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E062B55A-4434-48B7-B7F9-71089C13BD6C}" type="doc">
      <dgm:prSet loTypeId="urn:microsoft.com/office/officeart/2005/8/layout/hierarchy4" loCatId="hierarchy" qsTypeId="urn:microsoft.com/office/officeart/2005/8/quickstyle/simple3" qsCatId="simple" csTypeId="urn:microsoft.com/office/officeart/2005/8/colors/accent1_2" csCatId="accent1" phldr="1"/>
      <dgm:spPr/>
      <dgm:t>
        <a:bodyPr/>
        <a:lstStyle/>
        <a:p>
          <a:endParaRPr lang="en-IN"/>
        </a:p>
      </dgm:t>
    </dgm:pt>
    <dgm:pt modelId="{3D52DC42-61BB-4F92-8510-E89E3FEEE721}">
      <dgm:prSet phldrT="[Text]" custT="1"/>
      <dgm:spPr/>
      <dgm:t>
        <a:bodyPr/>
        <a:lstStyle/>
        <a:p>
          <a:r>
            <a:rPr lang="en-US" sz="3200" dirty="0"/>
            <a:t>Medical devices were classified in two ways:</a:t>
          </a:r>
          <a:endParaRPr lang="en-IN" sz="3200" dirty="0"/>
        </a:p>
      </dgm:t>
    </dgm:pt>
    <dgm:pt modelId="{05E4A0F2-51F5-4834-BEF8-919AE96FBE48}" type="parTrans" cxnId="{D4FCD7F4-D1E2-4EFF-BC92-BF27E151C4DD}">
      <dgm:prSet/>
      <dgm:spPr/>
      <dgm:t>
        <a:bodyPr/>
        <a:lstStyle/>
        <a:p>
          <a:endParaRPr lang="en-IN"/>
        </a:p>
      </dgm:t>
    </dgm:pt>
    <dgm:pt modelId="{0E778EEA-3D43-4E08-AAD2-190460BD3593}" type="sibTrans" cxnId="{D4FCD7F4-D1E2-4EFF-BC92-BF27E151C4DD}">
      <dgm:prSet/>
      <dgm:spPr/>
      <dgm:t>
        <a:bodyPr/>
        <a:lstStyle/>
        <a:p>
          <a:endParaRPr lang="en-IN"/>
        </a:p>
      </dgm:t>
    </dgm:pt>
    <dgm:pt modelId="{FB2432F2-D025-4A65-A996-8FF27AF8CE6C}">
      <dgm:prSet phldrT="[Text]" custT="1"/>
      <dgm:spPr/>
      <dgm:t>
        <a:bodyPr/>
        <a:lstStyle/>
        <a:p>
          <a:pPr marL="0" algn="just"/>
          <a:r>
            <a:rPr lang="en-US" sz="2800" dirty="0"/>
            <a:t>First, the division of such devices into:</a:t>
          </a:r>
        </a:p>
        <a:p>
          <a:pPr marL="180975" indent="0" algn="just"/>
          <a:r>
            <a:rPr lang="en-US" sz="2400" dirty="0"/>
            <a:t>Class I</a:t>
          </a:r>
        </a:p>
        <a:p>
          <a:pPr marL="180975" indent="0" algn="just"/>
          <a:r>
            <a:rPr lang="en-US" sz="2400" dirty="0"/>
            <a:t>Class II</a:t>
          </a:r>
        </a:p>
        <a:p>
          <a:pPr marL="180975" indent="0" algn="just"/>
          <a:r>
            <a:rPr lang="en-US" sz="2400" dirty="0"/>
            <a:t>Class III </a:t>
          </a:r>
        </a:p>
        <a:p>
          <a:pPr marL="0" algn="just"/>
          <a:r>
            <a:rPr lang="en-US" sz="2800" dirty="0"/>
            <a:t>It was based on the principle that devices that pose greater potential hazards should be subject to more regulatory requirements </a:t>
          </a:r>
          <a:endParaRPr lang="en-IN" sz="2800" dirty="0"/>
        </a:p>
      </dgm:t>
    </dgm:pt>
    <dgm:pt modelId="{3B8D92FB-2221-456A-A922-08995151BB57}" type="parTrans" cxnId="{9E6DD1C8-DA2D-4151-90FF-9E8C9FBBCC6F}">
      <dgm:prSet/>
      <dgm:spPr/>
      <dgm:t>
        <a:bodyPr/>
        <a:lstStyle/>
        <a:p>
          <a:endParaRPr lang="en-IN"/>
        </a:p>
      </dgm:t>
    </dgm:pt>
    <dgm:pt modelId="{67BDB074-6B8D-4AA6-B7D1-753C1231A11F}" type="sibTrans" cxnId="{9E6DD1C8-DA2D-4151-90FF-9E8C9FBBCC6F}">
      <dgm:prSet/>
      <dgm:spPr/>
      <dgm:t>
        <a:bodyPr/>
        <a:lstStyle/>
        <a:p>
          <a:endParaRPr lang="en-IN"/>
        </a:p>
      </dgm:t>
    </dgm:pt>
    <dgm:pt modelId="{3E23DA95-305F-4C2C-BE87-1F5E91FD73E7}">
      <dgm:prSet phldrT="[Text]" custT="1"/>
      <dgm:spPr/>
      <dgm:t>
        <a:bodyPr/>
        <a:lstStyle/>
        <a:p>
          <a:pPr marL="0" algn="just">
            <a:buNone/>
          </a:pPr>
          <a:r>
            <a:rPr lang="en-US" sz="2800" dirty="0"/>
            <a:t>Second, seven categories were established:</a:t>
          </a:r>
        </a:p>
        <a:p>
          <a:pPr marL="361950" indent="-180975" algn="just">
            <a:buFont typeface="Arial" panose="020B0604020202020204" pitchFamily="34" charset="0"/>
            <a:buChar char="•"/>
          </a:pPr>
          <a:r>
            <a:rPr lang="en-US" sz="2400" dirty="0"/>
            <a:t>1. Pre-amendment</a:t>
          </a:r>
        </a:p>
        <a:p>
          <a:pPr marL="361950" indent="-180975" algn="just">
            <a:buFont typeface="Arial" panose="020B0604020202020204" pitchFamily="34" charset="0"/>
            <a:buChar char="•"/>
          </a:pPr>
          <a:r>
            <a:rPr lang="en-US" sz="2400" dirty="0"/>
            <a:t>2. Post-amendment, </a:t>
          </a:r>
        </a:p>
        <a:p>
          <a:pPr marL="361950" indent="-180975" algn="just">
            <a:buFont typeface="Arial" panose="020B0604020202020204" pitchFamily="34" charset="0"/>
            <a:buChar char="•"/>
          </a:pPr>
          <a:r>
            <a:rPr lang="en-US" sz="2400" dirty="0"/>
            <a:t>3. Substantially equivalent</a:t>
          </a:r>
        </a:p>
        <a:p>
          <a:pPr marL="361950" indent="-180975" algn="just">
            <a:buFont typeface="Arial" panose="020B0604020202020204" pitchFamily="34" charset="0"/>
            <a:buChar char="•"/>
          </a:pPr>
          <a:r>
            <a:rPr lang="en-US" sz="2400" dirty="0"/>
            <a:t>4. Implant</a:t>
          </a:r>
        </a:p>
        <a:p>
          <a:pPr marL="361950" indent="-180975" algn="just">
            <a:buFont typeface="Arial" panose="020B0604020202020204" pitchFamily="34" charset="0"/>
            <a:buChar char="•"/>
          </a:pPr>
          <a:r>
            <a:rPr lang="en-US" sz="2400" dirty="0"/>
            <a:t>5. Custom</a:t>
          </a:r>
        </a:p>
        <a:p>
          <a:pPr marL="361950" indent="-180975" algn="just">
            <a:buFont typeface="Arial" panose="020B0604020202020204" pitchFamily="34" charset="0"/>
            <a:buChar char="•"/>
          </a:pPr>
          <a:r>
            <a:rPr lang="en-US" sz="2400" dirty="0"/>
            <a:t>6. Investigational</a:t>
          </a:r>
        </a:p>
        <a:p>
          <a:pPr marL="361950" indent="-180975" algn="just">
            <a:buFont typeface="Arial" panose="020B0604020202020204" pitchFamily="34" charset="0"/>
            <a:buChar char="•"/>
          </a:pPr>
          <a:r>
            <a:rPr lang="en-US" sz="2400" dirty="0"/>
            <a:t>7. Transitional</a:t>
          </a:r>
          <a:endParaRPr lang="en-IN" sz="2400" dirty="0"/>
        </a:p>
      </dgm:t>
    </dgm:pt>
    <dgm:pt modelId="{FBF817A4-BA62-4D90-8BA8-DBBC55543E73}" type="parTrans" cxnId="{C43B6625-569D-4FFC-BBA9-0B5D82F30DF2}">
      <dgm:prSet/>
      <dgm:spPr/>
      <dgm:t>
        <a:bodyPr/>
        <a:lstStyle/>
        <a:p>
          <a:endParaRPr lang="en-IN"/>
        </a:p>
      </dgm:t>
    </dgm:pt>
    <dgm:pt modelId="{D18B0247-9209-4409-9E47-925A53209F50}" type="sibTrans" cxnId="{C43B6625-569D-4FFC-BBA9-0B5D82F30DF2}">
      <dgm:prSet/>
      <dgm:spPr/>
      <dgm:t>
        <a:bodyPr/>
        <a:lstStyle/>
        <a:p>
          <a:endParaRPr lang="en-IN"/>
        </a:p>
      </dgm:t>
    </dgm:pt>
    <dgm:pt modelId="{8F5D4604-7275-40CA-ADCD-F90252FA4631}" type="pres">
      <dgm:prSet presAssocID="{E062B55A-4434-48B7-B7F9-71089C13BD6C}" presName="Name0" presStyleCnt="0">
        <dgm:presLayoutVars>
          <dgm:chPref val="1"/>
          <dgm:dir/>
          <dgm:animOne val="branch"/>
          <dgm:animLvl val="lvl"/>
          <dgm:resizeHandles/>
        </dgm:presLayoutVars>
      </dgm:prSet>
      <dgm:spPr/>
      <dgm:t>
        <a:bodyPr/>
        <a:lstStyle/>
        <a:p>
          <a:endParaRPr lang="en-IN"/>
        </a:p>
      </dgm:t>
    </dgm:pt>
    <dgm:pt modelId="{6AA3E1C7-3D3A-4EC6-BBB4-D884EBDCE90D}" type="pres">
      <dgm:prSet presAssocID="{3D52DC42-61BB-4F92-8510-E89E3FEEE721}" presName="vertOne" presStyleCnt="0"/>
      <dgm:spPr/>
    </dgm:pt>
    <dgm:pt modelId="{7E8A6003-67BB-42CE-9A1F-AF032447FB9D}" type="pres">
      <dgm:prSet presAssocID="{3D52DC42-61BB-4F92-8510-E89E3FEEE721}" presName="txOne" presStyleLbl="node0" presStyleIdx="0" presStyleCnt="1" custScaleY="15349" custLinFactNeighborX="-142">
        <dgm:presLayoutVars>
          <dgm:chPref val="3"/>
        </dgm:presLayoutVars>
      </dgm:prSet>
      <dgm:spPr/>
      <dgm:t>
        <a:bodyPr/>
        <a:lstStyle/>
        <a:p>
          <a:endParaRPr lang="en-IN"/>
        </a:p>
      </dgm:t>
    </dgm:pt>
    <dgm:pt modelId="{3F674F21-4207-46F1-AEA3-228A4869DDD3}" type="pres">
      <dgm:prSet presAssocID="{3D52DC42-61BB-4F92-8510-E89E3FEEE721}" presName="parTransOne" presStyleCnt="0"/>
      <dgm:spPr/>
    </dgm:pt>
    <dgm:pt modelId="{7F70AC7A-78D9-4CBE-BB66-E9E146B1AED2}" type="pres">
      <dgm:prSet presAssocID="{3D52DC42-61BB-4F92-8510-E89E3FEEE721}" presName="horzOne" presStyleCnt="0"/>
      <dgm:spPr/>
    </dgm:pt>
    <dgm:pt modelId="{1AB99C04-A726-4D8C-9148-6E0B6BE52CEF}" type="pres">
      <dgm:prSet presAssocID="{FB2432F2-D025-4A65-A996-8FF27AF8CE6C}" presName="vertTwo" presStyleCnt="0"/>
      <dgm:spPr/>
    </dgm:pt>
    <dgm:pt modelId="{72EB0BA4-E4AB-4772-B16D-171F0CE46CA3}" type="pres">
      <dgm:prSet presAssocID="{FB2432F2-D025-4A65-A996-8FF27AF8CE6C}" presName="txTwo" presStyleLbl="node2" presStyleIdx="0" presStyleCnt="2">
        <dgm:presLayoutVars>
          <dgm:chPref val="3"/>
        </dgm:presLayoutVars>
      </dgm:prSet>
      <dgm:spPr/>
      <dgm:t>
        <a:bodyPr/>
        <a:lstStyle/>
        <a:p>
          <a:endParaRPr lang="en-IN"/>
        </a:p>
      </dgm:t>
    </dgm:pt>
    <dgm:pt modelId="{B20CA5D6-0877-4A21-9CF8-205F18CEC885}" type="pres">
      <dgm:prSet presAssocID="{FB2432F2-D025-4A65-A996-8FF27AF8CE6C}" presName="horzTwo" presStyleCnt="0"/>
      <dgm:spPr/>
    </dgm:pt>
    <dgm:pt modelId="{499AE15E-7E0C-4F99-B9D7-F02C8D03D126}" type="pres">
      <dgm:prSet presAssocID="{67BDB074-6B8D-4AA6-B7D1-753C1231A11F}" presName="sibSpaceTwo" presStyleCnt="0"/>
      <dgm:spPr/>
    </dgm:pt>
    <dgm:pt modelId="{21590BAB-9236-4F3A-B874-7CF9FA4CAC7C}" type="pres">
      <dgm:prSet presAssocID="{3E23DA95-305F-4C2C-BE87-1F5E91FD73E7}" presName="vertTwo" presStyleCnt="0"/>
      <dgm:spPr/>
    </dgm:pt>
    <dgm:pt modelId="{6529091E-E796-4408-BF70-75F3EB59B088}" type="pres">
      <dgm:prSet presAssocID="{3E23DA95-305F-4C2C-BE87-1F5E91FD73E7}" presName="txTwo" presStyleLbl="node2" presStyleIdx="1" presStyleCnt="2">
        <dgm:presLayoutVars>
          <dgm:chPref val="3"/>
        </dgm:presLayoutVars>
      </dgm:prSet>
      <dgm:spPr/>
      <dgm:t>
        <a:bodyPr/>
        <a:lstStyle/>
        <a:p>
          <a:endParaRPr lang="en-IN"/>
        </a:p>
      </dgm:t>
    </dgm:pt>
    <dgm:pt modelId="{E5CAE007-2AE2-4CCC-B818-1487C6A3E1B3}" type="pres">
      <dgm:prSet presAssocID="{3E23DA95-305F-4C2C-BE87-1F5E91FD73E7}" presName="horzTwo" presStyleCnt="0"/>
      <dgm:spPr/>
    </dgm:pt>
  </dgm:ptLst>
  <dgm:cxnLst>
    <dgm:cxn modelId="{46657226-5522-4989-9639-3B482B135EF1}" type="presOf" srcId="{3D52DC42-61BB-4F92-8510-E89E3FEEE721}" destId="{7E8A6003-67BB-42CE-9A1F-AF032447FB9D}" srcOrd="0" destOrd="0" presId="urn:microsoft.com/office/officeart/2005/8/layout/hierarchy4"/>
    <dgm:cxn modelId="{5BB8F33C-4369-4D47-A19E-564777996EA9}" type="presOf" srcId="{FB2432F2-D025-4A65-A996-8FF27AF8CE6C}" destId="{72EB0BA4-E4AB-4772-B16D-171F0CE46CA3}" srcOrd="0" destOrd="0" presId="urn:microsoft.com/office/officeart/2005/8/layout/hierarchy4"/>
    <dgm:cxn modelId="{0A5E3AFC-2D82-4307-A6A9-797348798CAD}" type="presOf" srcId="{E062B55A-4434-48B7-B7F9-71089C13BD6C}" destId="{8F5D4604-7275-40CA-ADCD-F90252FA4631}" srcOrd="0" destOrd="0" presId="urn:microsoft.com/office/officeart/2005/8/layout/hierarchy4"/>
    <dgm:cxn modelId="{58816AB1-8225-4B00-840A-45A80B89D40B}" type="presOf" srcId="{3E23DA95-305F-4C2C-BE87-1F5E91FD73E7}" destId="{6529091E-E796-4408-BF70-75F3EB59B088}" srcOrd="0" destOrd="0" presId="urn:microsoft.com/office/officeart/2005/8/layout/hierarchy4"/>
    <dgm:cxn modelId="{C43B6625-569D-4FFC-BBA9-0B5D82F30DF2}" srcId="{3D52DC42-61BB-4F92-8510-E89E3FEEE721}" destId="{3E23DA95-305F-4C2C-BE87-1F5E91FD73E7}" srcOrd="1" destOrd="0" parTransId="{FBF817A4-BA62-4D90-8BA8-DBBC55543E73}" sibTransId="{D18B0247-9209-4409-9E47-925A53209F50}"/>
    <dgm:cxn modelId="{D4FCD7F4-D1E2-4EFF-BC92-BF27E151C4DD}" srcId="{E062B55A-4434-48B7-B7F9-71089C13BD6C}" destId="{3D52DC42-61BB-4F92-8510-E89E3FEEE721}" srcOrd="0" destOrd="0" parTransId="{05E4A0F2-51F5-4834-BEF8-919AE96FBE48}" sibTransId="{0E778EEA-3D43-4E08-AAD2-190460BD3593}"/>
    <dgm:cxn modelId="{9E6DD1C8-DA2D-4151-90FF-9E8C9FBBCC6F}" srcId="{3D52DC42-61BB-4F92-8510-E89E3FEEE721}" destId="{FB2432F2-D025-4A65-A996-8FF27AF8CE6C}" srcOrd="0" destOrd="0" parTransId="{3B8D92FB-2221-456A-A922-08995151BB57}" sibTransId="{67BDB074-6B8D-4AA6-B7D1-753C1231A11F}"/>
    <dgm:cxn modelId="{29F7E4C3-CF1B-4C08-AC08-4E785815F459}" type="presParOf" srcId="{8F5D4604-7275-40CA-ADCD-F90252FA4631}" destId="{6AA3E1C7-3D3A-4EC6-BBB4-D884EBDCE90D}" srcOrd="0" destOrd="0" presId="urn:microsoft.com/office/officeart/2005/8/layout/hierarchy4"/>
    <dgm:cxn modelId="{4B6C9ADD-19D5-419C-8685-5C8C1C3C8F51}" type="presParOf" srcId="{6AA3E1C7-3D3A-4EC6-BBB4-D884EBDCE90D}" destId="{7E8A6003-67BB-42CE-9A1F-AF032447FB9D}" srcOrd="0" destOrd="0" presId="urn:microsoft.com/office/officeart/2005/8/layout/hierarchy4"/>
    <dgm:cxn modelId="{6DB220F7-6849-428B-B002-AF0BCDD8A47B}" type="presParOf" srcId="{6AA3E1C7-3D3A-4EC6-BBB4-D884EBDCE90D}" destId="{3F674F21-4207-46F1-AEA3-228A4869DDD3}" srcOrd="1" destOrd="0" presId="urn:microsoft.com/office/officeart/2005/8/layout/hierarchy4"/>
    <dgm:cxn modelId="{8507D2CA-3AEC-4CF9-9F98-D3AD62CDA5D8}" type="presParOf" srcId="{6AA3E1C7-3D3A-4EC6-BBB4-D884EBDCE90D}" destId="{7F70AC7A-78D9-4CBE-BB66-E9E146B1AED2}" srcOrd="2" destOrd="0" presId="urn:microsoft.com/office/officeart/2005/8/layout/hierarchy4"/>
    <dgm:cxn modelId="{CEE99215-313B-43CD-84A6-7638733B39EF}" type="presParOf" srcId="{7F70AC7A-78D9-4CBE-BB66-E9E146B1AED2}" destId="{1AB99C04-A726-4D8C-9148-6E0B6BE52CEF}" srcOrd="0" destOrd="0" presId="urn:microsoft.com/office/officeart/2005/8/layout/hierarchy4"/>
    <dgm:cxn modelId="{6747923B-669A-43BD-957B-A3210FEA36D2}" type="presParOf" srcId="{1AB99C04-A726-4D8C-9148-6E0B6BE52CEF}" destId="{72EB0BA4-E4AB-4772-B16D-171F0CE46CA3}" srcOrd="0" destOrd="0" presId="urn:microsoft.com/office/officeart/2005/8/layout/hierarchy4"/>
    <dgm:cxn modelId="{7D0E894A-C52D-4257-AF70-692FBE8ABBE5}" type="presParOf" srcId="{1AB99C04-A726-4D8C-9148-6E0B6BE52CEF}" destId="{B20CA5D6-0877-4A21-9CF8-205F18CEC885}" srcOrd="1" destOrd="0" presId="urn:microsoft.com/office/officeart/2005/8/layout/hierarchy4"/>
    <dgm:cxn modelId="{E7E1B196-3197-4CB2-BABD-C67BC8A11BA9}" type="presParOf" srcId="{7F70AC7A-78D9-4CBE-BB66-E9E146B1AED2}" destId="{499AE15E-7E0C-4F99-B9D7-F02C8D03D126}" srcOrd="1" destOrd="0" presId="urn:microsoft.com/office/officeart/2005/8/layout/hierarchy4"/>
    <dgm:cxn modelId="{3F60BF7D-453B-46FB-9EB6-703F6E524739}" type="presParOf" srcId="{7F70AC7A-78D9-4CBE-BB66-E9E146B1AED2}" destId="{21590BAB-9236-4F3A-B874-7CF9FA4CAC7C}" srcOrd="2" destOrd="0" presId="urn:microsoft.com/office/officeart/2005/8/layout/hierarchy4"/>
    <dgm:cxn modelId="{3EA6BAAA-532B-4CD0-916A-396769609994}" type="presParOf" srcId="{21590BAB-9236-4F3A-B874-7CF9FA4CAC7C}" destId="{6529091E-E796-4408-BF70-75F3EB59B088}" srcOrd="0" destOrd="0" presId="urn:microsoft.com/office/officeart/2005/8/layout/hierarchy4"/>
    <dgm:cxn modelId="{C865CE42-F758-4533-BBD5-5538DC461704}" type="presParOf" srcId="{21590BAB-9236-4F3A-B874-7CF9FA4CAC7C}" destId="{E5CAE007-2AE2-4CCC-B818-1487C6A3E1B3}" srcOrd="1" destOrd="0" presId="urn:microsoft.com/office/officeart/2005/8/layout/hierarchy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3B02DD5-6A31-4A73-9B74-DF34C45107D6}" type="doc">
      <dgm:prSet loTypeId="urn:microsoft.com/office/officeart/2011/layout/TabList" loCatId="list" qsTypeId="urn:microsoft.com/office/officeart/2005/8/quickstyle/simple1" qsCatId="simple" csTypeId="urn:microsoft.com/office/officeart/2005/8/colors/accent1_2" csCatId="accent1" phldr="1"/>
      <dgm:spPr/>
      <dgm:t>
        <a:bodyPr/>
        <a:lstStyle/>
        <a:p>
          <a:endParaRPr lang="en-IN"/>
        </a:p>
      </dgm:t>
    </dgm:pt>
    <dgm:pt modelId="{5A563212-E19B-421B-B77A-9C1D7C95C470}">
      <dgm:prSet phldrT="[Text]" custT="1"/>
      <dgm:spPr/>
      <dgm:t>
        <a:bodyPr/>
        <a:lstStyle/>
        <a:p>
          <a:r>
            <a:rPr lang="en-US" sz="2400" dirty="0"/>
            <a:t>Class I </a:t>
          </a:r>
          <a:endParaRPr lang="en-IN" sz="2400" dirty="0"/>
        </a:p>
      </dgm:t>
    </dgm:pt>
    <dgm:pt modelId="{46C6226D-DF94-41C2-84F2-C917B44A0C7D}" type="parTrans" cxnId="{5E7D706E-9180-453C-921E-A636520D7DB9}">
      <dgm:prSet/>
      <dgm:spPr/>
      <dgm:t>
        <a:bodyPr/>
        <a:lstStyle/>
        <a:p>
          <a:endParaRPr lang="en-IN"/>
        </a:p>
      </dgm:t>
    </dgm:pt>
    <dgm:pt modelId="{4611FF41-1066-4213-A4E9-4FFF97B80B04}" type="sibTrans" cxnId="{5E7D706E-9180-453C-921E-A636520D7DB9}">
      <dgm:prSet/>
      <dgm:spPr/>
      <dgm:t>
        <a:bodyPr/>
        <a:lstStyle/>
        <a:p>
          <a:endParaRPr lang="en-IN"/>
        </a:p>
      </dgm:t>
    </dgm:pt>
    <dgm:pt modelId="{318C1B1F-B07B-40D7-8BE3-669F51E7B599}">
      <dgm:prSet phldrT="[Text]" custT="1"/>
      <dgm:spPr/>
      <dgm:t>
        <a:bodyPr/>
        <a:lstStyle/>
        <a:p>
          <a:r>
            <a:rPr lang="en-US" sz="2400" b="1" dirty="0"/>
            <a:t>General Controls: </a:t>
          </a:r>
          <a:endParaRPr lang="en-IN" sz="2400" b="1" dirty="0"/>
        </a:p>
      </dgm:t>
    </dgm:pt>
    <dgm:pt modelId="{33E6D494-8848-4FC9-BBA7-56830318AE91}" type="parTrans" cxnId="{CBC4449D-EA30-4513-8AEF-F39D085A8285}">
      <dgm:prSet/>
      <dgm:spPr/>
      <dgm:t>
        <a:bodyPr/>
        <a:lstStyle/>
        <a:p>
          <a:endParaRPr lang="en-IN"/>
        </a:p>
      </dgm:t>
    </dgm:pt>
    <dgm:pt modelId="{623216FB-C7EC-4367-A27E-882785465EFA}" type="sibTrans" cxnId="{CBC4449D-EA30-4513-8AEF-F39D085A8285}">
      <dgm:prSet/>
      <dgm:spPr/>
      <dgm:t>
        <a:bodyPr/>
        <a:lstStyle/>
        <a:p>
          <a:endParaRPr lang="en-IN"/>
        </a:p>
      </dgm:t>
    </dgm:pt>
    <dgm:pt modelId="{01981A4A-EAD2-453A-93B3-2B2002CB1B14}">
      <dgm:prSet phldrT="[Text]" custT="1"/>
      <dgm:spPr/>
      <dgm:t>
        <a:bodyPr/>
        <a:lstStyle/>
        <a:p>
          <a:pPr algn="just"/>
          <a:r>
            <a:rPr lang="en-US" sz="2000" dirty="0"/>
            <a:t>Manufacturers are required to perform registration, premarketing notification, record keeping, labeling, reporting of adverse experiences, and good manufacturing practices, these controls apply to all three classes.</a:t>
          </a:r>
          <a:endParaRPr lang="en-IN" sz="2000" dirty="0"/>
        </a:p>
      </dgm:t>
    </dgm:pt>
    <dgm:pt modelId="{A584DC69-4B20-41D3-AD27-5B3C86817ACF}" type="parTrans" cxnId="{0A3320EC-B852-4A86-B25E-B4C43447F01E}">
      <dgm:prSet/>
      <dgm:spPr/>
      <dgm:t>
        <a:bodyPr/>
        <a:lstStyle/>
        <a:p>
          <a:endParaRPr lang="en-IN"/>
        </a:p>
      </dgm:t>
    </dgm:pt>
    <dgm:pt modelId="{BA8F9F24-09FA-4664-A56D-5E5D98C917A6}" type="sibTrans" cxnId="{0A3320EC-B852-4A86-B25E-B4C43447F01E}">
      <dgm:prSet/>
      <dgm:spPr/>
      <dgm:t>
        <a:bodyPr/>
        <a:lstStyle/>
        <a:p>
          <a:endParaRPr lang="en-IN"/>
        </a:p>
      </dgm:t>
    </dgm:pt>
    <dgm:pt modelId="{99E3589D-2F51-4194-BE6D-8AF43264AEC3}">
      <dgm:prSet phldrT="[Text]" custT="1"/>
      <dgm:spPr/>
      <dgm:t>
        <a:bodyPr/>
        <a:lstStyle/>
        <a:p>
          <a:r>
            <a:rPr lang="en-US" sz="2400" dirty="0"/>
            <a:t>Class II </a:t>
          </a:r>
          <a:endParaRPr lang="en-IN" sz="2400" dirty="0"/>
        </a:p>
      </dgm:t>
    </dgm:pt>
    <dgm:pt modelId="{CF93F162-5C9B-4031-BE76-BA7C19B3573E}" type="parTrans" cxnId="{1E1D6E6F-0933-45B5-9A9E-B08536473F33}">
      <dgm:prSet/>
      <dgm:spPr/>
      <dgm:t>
        <a:bodyPr/>
        <a:lstStyle/>
        <a:p>
          <a:endParaRPr lang="en-IN"/>
        </a:p>
      </dgm:t>
    </dgm:pt>
    <dgm:pt modelId="{34DC6D1A-161F-4E24-860D-6AB0F7CF9879}" type="sibTrans" cxnId="{1E1D6E6F-0933-45B5-9A9E-B08536473F33}">
      <dgm:prSet/>
      <dgm:spPr/>
      <dgm:t>
        <a:bodyPr/>
        <a:lstStyle/>
        <a:p>
          <a:endParaRPr lang="en-IN"/>
        </a:p>
      </dgm:t>
    </dgm:pt>
    <dgm:pt modelId="{BC31D059-FDA7-433A-A058-163B5A5B1ED1}">
      <dgm:prSet phldrT="[Text]" custT="1"/>
      <dgm:spPr/>
      <dgm:t>
        <a:bodyPr/>
        <a:lstStyle/>
        <a:p>
          <a:r>
            <a:rPr lang="en-US" sz="2400" b="1" dirty="0"/>
            <a:t>Performance Standards: </a:t>
          </a:r>
          <a:endParaRPr lang="en-IN" sz="2400" b="1" dirty="0"/>
        </a:p>
      </dgm:t>
    </dgm:pt>
    <dgm:pt modelId="{8E39C79D-16F5-4A19-9DA9-91E6FC51F1AD}" type="parTrans" cxnId="{BC9650AE-A65B-4CAA-BF40-D500B4567818}">
      <dgm:prSet/>
      <dgm:spPr/>
      <dgm:t>
        <a:bodyPr/>
        <a:lstStyle/>
        <a:p>
          <a:endParaRPr lang="en-IN"/>
        </a:p>
      </dgm:t>
    </dgm:pt>
    <dgm:pt modelId="{846D8B76-564E-49D2-BCCA-1B8D3FC33E83}" type="sibTrans" cxnId="{BC9650AE-A65B-4CAA-BF40-D500B4567818}">
      <dgm:prSet/>
      <dgm:spPr/>
      <dgm:t>
        <a:bodyPr/>
        <a:lstStyle/>
        <a:p>
          <a:endParaRPr lang="en-IN"/>
        </a:p>
      </dgm:t>
    </dgm:pt>
    <dgm:pt modelId="{E2F465DD-209B-4FBA-82A9-F638B642637E}">
      <dgm:prSet phldrT="[Text]" custT="1"/>
      <dgm:spPr/>
      <dgm:t>
        <a:bodyPr/>
        <a:lstStyle/>
        <a:p>
          <a:pPr algn="just"/>
          <a:r>
            <a:rPr lang="en-US" sz="2000" dirty="0"/>
            <a:t>Apply to devices for reasonable assurance of safety and efficacy, and for which existing information is sufficient to establish a performance standard. </a:t>
          </a:r>
          <a:endParaRPr lang="en-IN" sz="2000" dirty="0"/>
        </a:p>
      </dgm:t>
    </dgm:pt>
    <dgm:pt modelId="{225C64A9-0158-49AF-BB1E-0BD60346DD04}" type="parTrans" cxnId="{5CB02B72-1D53-4CA7-8F1E-19F5CD35BAFB}">
      <dgm:prSet/>
      <dgm:spPr/>
      <dgm:t>
        <a:bodyPr/>
        <a:lstStyle/>
        <a:p>
          <a:endParaRPr lang="en-IN"/>
        </a:p>
      </dgm:t>
    </dgm:pt>
    <dgm:pt modelId="{D6C09118-3BF1-49F3-A347-A1B894CDEC27}" type="sibTrans" cxnId="{5CB02B72-1D53-4CA7-8F1E-19F5CD35BAFB}">
      <dgm:prSet/>
      <dgm:spPr/>
      <dgm:t>
        <a:bodyPr/>
        <a:lstStyle/>
        <a:p>
          <a:endParaRPr lang="en-IN"/>
        </a:p>
      </dgm:t>
    </dgm:pt>
    <dgm:pt modelId="{6D95A3D0-4F55-4041-ADD1-D80CA89B242C}">
      <dgm:prSet phldrT="[Text]" custT="1"/>
      <dgm:spPr/>
      <dgm:t>
        <a:bodyPr/>
        <a:lstStyle/>
        <a:p>
          <a:r>
            <a:rPr lang="en-US" sz="2400" dirty="0"/>
            <a:t>Class III </a:t>
          </a:r>
          <a:endParaRPr lang="en-IN" sz="2400" dirty="0"/>
        </a:p>
      </dgm:t>
    </dgm:pt>
    <dgm:pt modelId="{65A94F76-3F81-4118-96A5-58F365CEB14A}" type="parTrans" cxnId="{6014061A-8C9B-4A31-AE7F-EA94FA1AAD96}">
      <dgm:prSet/>
      <dgm:spPr/>
      <dgm:t>
        <a:bodyPr/>
        <a:lstStyle/>
        <a:p>
          <a:endParaRPr lang="en-IN"/>
        </a:p>
      </dgm:t>
    </dgm:pt>
    <dgm:pt modelId="{BAFFDBAA-E4E8-47E0-9165-6B38DA2A4CDD}" type="sibTrans" cxnId="{6014061A-8C9B-4A31-AE7F-EA94FA1AAD96}">
      <dgm:prSet/>
      <dgm:spPr/>
      <dgm:t>
        <a:bodyPr/>
        <a:lstStyle/>
        <a:p>
          <a:endParaRPr lang="en-IN"/>
        </a:p>
      </dgm:t>
    </dgm:pt>
    <dgm:pt modelId="{93AED9C8-D5F4-48C0-BE6E-2718BCBD3164}">
      <dgm:prSet phldrT="[Text]" custT="1"/>
      <dgm:spPr/>
      <dgm:t>
        <a:bodyPr/>
        <a:lstStyle/>
        <a:p>
          <a:r>
            <a:rPr lang="en-US" sz="2400" b="1" dirty="0"/>
            <a:t>Premarketing Approval: </a:t>
          </a:r>
          <a:endParaRPr lang="en-IN" sz="2400" b="1" dirty="0"/>
        </a:p>
      </dgm:t>
    </dgm:pt>
    <dgm:pt modelId="{F34D12D0-BBEB-4114-AA0F-A2E85E1D986F}" type="parTrans" cxnId="{B8C73D0D-F74C-4419-BC8C-84ED92B2DBF6}">
      <dgm:prSet/>
      <dgm:spPr/>
      <dgm:t>
        <a:bodyPr/>
        <a:lstStyle/>
        <a:p>
          <a:endParaRPr lang="en-IN"/>
        </a:p>
      </dgm:t>
    </dgm:pt>
    <dgm:pt modelId="{505A8E3B-30BE-485A-A555-BFF935485C33}" type="sibTrans" cxnId="{B8C73D0D-F74C-4419-BC8C-84ED92B2DBF6}">
      <dgm:prSet/>
      <dgm:spPr/>
      <dgm:t>
        <a:bodyPr/>
        <a:lstStyle/>
        <a:p>
          <a:endParaRPr lang="en-IN"/>
        </a:p>
      </dgm:t>
    </dgm:pt>
    <dgm:pt modelId="{0CC6EC27-A2EF-4001-AF11-72DA1DF3DAAE}">
      <dgm:prSet phldrT="[Text]" custT="1"/>
      <dgm:spPr/>
      <dgm:t>
        <a:bodyPr/>
        <a:lstStyle/>
        <a:p>
          <a:pPr algn="just"/>
          <a:r>
            <a:rPr lang="en-US" sz="2000" dirty="0"/>
            <a:t>Such approval is required for devices used in supporting or sustaining human life and preventing impairment of human health</a:t>
          </a:r>
          <a:endParaRPr lang="en-IN" sz="2000" dirty="0"/>
        </a:p>
      </dgm:t>
    </dgm:pt>
    <dgm:pt modelId="{BC1DFAAB-1ADF-4717-B630-B60CABB207E3}" type="parTrans" cxnId="{4504C34F-62F2-4C63-8845-43AB5A500D30}">
      <dgm:prSet/>
      <dgm:spPr/>
      <dgm:t>
        <a:bodyPr/>
        <a:lstStyle/>
        <a:p>
          <a:endParaRPr lang="en-IN"/>
        </a:p>
      </dgm:t>
    </dgm:pt>
    <dgm:pt modelId="{C3CE640C-05F7-4F04-82D3-2246C21A0D72}" type="sibTrans" cxnId="{4504C34F-62F2-4C63-8845-43AB5A500D30}">
      <dgm:prSet/>
      <dgm:spPr/>
      <dgm:t>
        <a:bodyPr/>
        <a:lstStyle/>
        <a:p>
          <a:endParaRPr lang="en-IN"/>
        </a:p>
      </dgm:t>
    </dgm:pt>
    <dgm:pt modelId="{72A34B15-BC9E-4FDA-9467-97E0C85E50C1}">
      <dgm:prSet phldrT="[Text]" custT="1"/>
      <dgm:spPr/>
      <dgm:t>
        <a:bodyPr/>
        <a:lstStyle/>
        <a:p>
          <a:pPr algn="just"/>
          <a:r>
            <a:rPr lang="en-US" sz="2000" dirty="0"/>
            <a:t>However, until performance standards are developed by regulation, only general control apply.</a:t>
          </a:r>
          <a:endParaRPr lang="en-IN" sz="2000" dirty="0"/>
        </a:p>
      </dgm:t>
    </dgm:pt>
    <dgm:pt modelId="{BB32CAEC-7745-4756-9219-357A2BB7B3D6}" type="parTrans" cxnId="{9E6D561A-4CC0-43B1-82A8-2B56173542B6}">
      <dgm:prSet/>
      <dgm:spPr/>
      <dgm:t>
        <a:bodyPr/>
        <a:lstStyle/>
        <a:p>
          <a:endParaRPr lang="en-IN"/>
        </a:p>
      </dgm:t>
    </dgm:pt>
    <dgm:pt modelId="{5A41C772-294B-4BF9-8661-459E8460C41E}" type="sibTrans" cxnId="{9E6D561A-4CC0-43B1-82A8-2B56173542B6}">
      <dgm:prSet/>
      <dgm:spPr/>
      <dgm:t>
        <a:bodyPr/>
        <a:lstStyle/>
        <a:p>
          <a:endParaRPr lang="en-IN"/>
        </a:p>
      </dgm:t>
    </dgm:pt>
    <dgm:pt modelId="{829F834E-0727-44C5-98D8-39753179A6D4}">
      <dgm:prSet phldrT="[Text]" custT="1"/>
      <dgm:spPr/>
      <dgm:t>
        <a:bodyPr/>
        <a:lstStyle/>
        <a:p>
          <a:pPr algn="just"/>
          <a:r>
            <a:rPr lang="en-US" sz="2200" dirty="0"/>
            <a:t>The FDA has extensively regulated these devices by requiring manufactures to prove their safety and effectiveness prior to market release. </a:t>
          </a:r>
          <a:endParaRPr lang="en-IN" sz="2200" dirty="0"/>
        </a:p>
      </dgm:t>
    </dgm:pt>
    <dgm:pt modelId="{FBA042E9-51AC-4888-A2DA-3320F51D4FA1}" type="parTrans" cxnId="{4F88BDC8-0CDF-4151-9B27-772D0C50C065}">
      <dgm:prSet/>
      <dgm:spPr/>
      <dgm:t>
        <a:bodyPr/>
        <a:lstStyle/>
        <a:p>
          <a:endParaRPr lang="en-IN"/>
        </a:p>
      </dgm:t>
    </dgm:pt>
    <dgm:pt modelId="{7C4C9494-16CD-4596-AAE5-1E68AF39DB02}" type="sibTrans" cxnId="{4F88BDC8-0CDF-4151-9B27-772D0C50C065}">
      <dgm:prSet/>
      <dgm:spPr/>
      <dgm:t>
        <a:bodyPr/>
        <a:lstStyle/>
        <a:p>
          <a:endParaRPr lang="en-IN"/>
        </a:p>
      </dgm:t>
    </dgm:pt>
    <dgm:pt modelId="{FAF5A00F-1225-4F82-9157-5932E81A1995}" type="pres">
      <dgm:prSet presAssocID="{33B02DD5-6A31-4A73-9B74-DF34C45107D6}" presName="Name0" presStyleCnt="0">
        <dgm:presLayoutVars>
          <dgm:chMax/>
          <dgm:chPref val="3"/>
          <dgm:dir/>
          <dgm:animOne val="branch"/>
          <dgm:animLvl val="lvl"/>
        </dgm:presLayoutVars>
      </dgm:prSet>
      <dgm:spPr/>
      <dgm:t>
        <a:bodyPr/>
        <a:lstStyle/>
        <a:p>
          <a:endParaRPr lang="en-IN"/>
        </a:p>
      </dgm:t>
    </dgm:pt>
    <dgm:pt modelId="{E7FD41D6-B78A-4CE7-8C12-ED80EBC2C092}" type="pres">
      <dgm:prSet presAssocID="{5A563212-E19B-421B-B77A-9C1D7C95C470}" presName="composite" presStyleCnt="0"/>
      <dgm:spPr/>
    </dgm:pt>
    <dgm:pt modelId="{635F5AFD-978D-48D1-87BC-9DAC94272D67}" type="pres">
      <dgm:prSet presAssocID="{5A563212-E19B-421B-B77A-9C1D7C95C470}" presName="FirstChild" presStyleLbl="revTx" presStyleIdx="0" presStyleCnt="7">
        <dgm:presLayoutVars>
          <dgm:chMax val="0"/>
          <dgm:chPref val="0"/>
          <dgm:bulletEnabled val="1"/>
        </dgm:presLayoutVars>
      </dgm:prSet>
      <dgm:spPr/>
      <dgm:t>
        <a:bodyPr/>
        <a:lstStyle/>
        <a:p>
          <a:endParaRPr lang="en-IN"/>
        </a:p>
      </dgm:t>
    </dgm:pt>
    <dgm:pt modelId="{5EBF5B3A-1F0C-4BE1-BBA3-7D0400D05205}" type="pres">
      <dgm:prSet presAssocID="{5A563212-E19B-421B-B77A-9C1D7C95C470}" presName="Parent" presStyleLbl="alignNode1" presStyleIdx="0" presStyleCnt="4">
        <dgm:presLayoutVars>
          <dgm:chMax val="3"/>
          <dgm:chPref val="3"/>
          <dgm:bulletEnabled val="1"/>
        </dgm:presLayoutVars>
      </dgm:prSet>
      <dgm:spPr/>
      <dgm:t>
        <a:bodyPr/>
        <a:lstStyle/>
        <a:p>
          <a:endParaRPr lang="en-IN"/>
        </a:p>
      </dgm:t>
    </dgm:pt>
    <dgm:pt modelId="{0B3EB9A0-2FA5-45E5-B45B-BBCD91C12F8A}" type="pres">
      <dgm:prSet presAssocID="{5A563212-E19B-421B-B77A-9C1D7C95C470}" presName="Accent" presStyleLbl="parChTrans1D1" presStyleIdx="0" presStyleCnt="4"/>
      <dgm:spPr/>
    </dgm:pt>
    <dgm:pt modelId="{7989ED2B-4FA1-4FCE-BBED-0409944BA8DD}" type="pres">
      <dgm:prSet presAssocID="{5A563212-E19B-421B-B77A-9C1D7C95C470}" presName="Child" presStyleLbl="revTx" presStyleIdx="1" presStyleCnt="7" custLinFactY="3176" custLinFactNeighborY="100000">
        <dgm:presLayoutVars>
          <dgm:chMax val="0"/>
          <dgm:chPref val="0"/>
          <dgm:bulletEnabled val="1"/>
        </dgm:presLayoutVars>
      </dgm:prSet>
      <dgm:spPr/>
      <dgm:t>
        <a:bodyPr/>
        <a:lstStyle/>
        <a:p>
          <a:endParaRPr lang="en-IN"/>
        </a:p>
      </dgm:t>
    </dgm:pt>
    <dgm:pt modelId="{90E7B452-8CE4-453A-9720-D6E1FF2C8C0E}" type="pres">
      <dgm:prSet presAssocID="{4611FF41-1066-4213-A4E9-4FFF97B80B04}" presName="sibTrans" presStyleCnt="0"/>
      <dgm:spPr/>
    </dgm:pt>
    <dgm:pt modelId="{7ED93B0D-4105-4BF0-98F4-9B1FF032425D}" type="pres">
      <dgm:prSet presAssocID="{99E3589D-2F51-4194-BE6D-8AF43264AEC3}" presName="composite" presStyleCnt="0"/>
      <dgm:spPr/>
    </dgm:pt>
    <dgm:pt modelId="{2165CCE0-48BD-4820-A704-28B1FC504E29}" type="pres">
      <dgm:prSet presAssocID="{99E3589D-2F51-4194-BE6D-8AF43264AEC3}" presName="FirstChild" presStyleLbl="revTx" presStyleIdx="2" presStyleCnt="7">
        <dgm:presLayoutVars>
          <dgm:chMax val="0"/>
          <dgm:chPref val="0"/>
          <dgm:bulletEnabled val="1"/>
        </dgm:presLayoutVars>
      </dgm:prSet>
      <dgm:spPr/>
      <dgm:t>
        <a:bodyPr/>
        <a:lstStyle/>
        <a:p>
          <a:endParaRPr lang="en-IN"/>
        </a:p>
      </dgm:t>
    </dgm:pt>
    <dgm:pt modelId="{A83EDFF8-7352-4455-B70E-3C238A69CB1F}" type="pres">
      <dgm:prSet presAssocID="{99E3589D-2F51-4194-BE6D-8AF43264AEC3}" presName="Parent" presStyleLbl="alignNode1" presStyleIdx="1" presStyleCnt="4">
        <dgm:presLayoutVars>
          <dgm:chMax val="3"/>
          <dgm:chPref val="3"/>
          <dgm:bulletEnabled val="1"/>
        </dgm:presLayoutVars>
      </dgm:prSet>
      <dgm:spPr/>
      <dgm:t>
        <a:bodyPr/>
        <a:lstStyle/>
        <a:p>
          <a:endParaRPr lang="en-IN"/>
        </a:p>
      </dgm:t>
    </dgm:pt>
    <dgm:pt modelId="{4A8F6247-2710-4203-9FC4-42C860DB42D3}" type="pres">
      <dgm:prSet presAssocID="{99E3589D-2F51-4194-BE6D-8AF43264AEC3}" presName="Accent" presStyleLbl="parChTrans1D1" presStyleIdx="1" presStyleCnt="4"/>
      <dgm:spPr/>
    </dgm:pt>
    <dgm:pt modelId="{11573F93-BFBF-49AD-9CF0-3D73D23B8334}" type="pres">
      <dgm:prSet presAssocID="{99E3589D-2F51-4194-BE6D-8AF43264AEC3}" presName="Child" presStyleLbl="revTx" presStyleIdx="3" presStyleCnt="7" custScaleY="117499">
        <dgm:presLayoutVars>
          <dgm:chMax val="0"/>
          <dgm:chPref val="0"/>
          <dgm:bulletEnabled val="1"/>
        </dgm:presLayoutVars>
      </dgm:prSet>
      <dgm:spPr/>
      <dgm:t>
        <a:bodyPr/>
        <a:lstStyle/>
        <a:p>
          <a:endParaRPr lang="en-IN"/>
        </a:p>
      </dgm:t>
    </dgm:pt>
    <dgm:pt modelId="{76A8ECDC-F082-4835-AC10-619C1C81DD24}" type="pres">
      <dgm:prSet presAssocID="{34DC6D1A-161F-4E24-860D-6AB0F7CF9879}" presName="sibTrans" presStyleCnt="0"/>
      <dgm:spPr/>
    </dgm:pt>
    <dgm:pt modelId="{2C06BEF9-3F0A-45BA-92EB-A9A28FBD9960}" type="pres">
      <dgm:prSet presAssocID="{6D95A3D0-4F55-4041-ADD1-D80CA89B242C}" presName="composite" presStyleCnt="0"/>
      <dgm:spPr/>
    </dgm:pt>
    <dgm:pt modelId="{3AFAD955-6C84-44BA-BFFA-FB3F21D9B8AD}" type="pres">
      <dgm:prSet presAssocID="{6D95A3D0-4F55-4041-ADD1-D80CA89B242C}" presName="FirstChild" presStyleLbl="revTx" presStyleIdx="4" presStyleCnt="7">
        <dgm:presLayoutVars>
          <dgm:chMax val="0"/>
          <dgm:chPref val="0"/>
          <dgm:bulletEnabled val="1"/>
        </dgm:presLayoutVars>
      </dgm:prSet>
      <dgm:spPr/>
      <dgm:t>
        <a:bodyPr/>
        <a:lstStyle/>
        <a:p>
          <a:endParaRPr lang="en-IN"/>
        </a:p>
      </dgm:t>
    </dgm:pt>
    <dgm:pt modelId="{B919640F-0B48-4DDF-8254-D4A8EDC16923}" type="pres">
      <dgm:prSet presAssocID="{6D95A3D0-4F55-4041-ADD1-D80CA89B242C}" presName="Parent" presStyleLbl="alignNode1" presStyleIdx="2" presStyleCnt="4">
        <dgm:presLayoutVars>
          <dgm:chMax val="3"/>
          <dgm:chPref val="3"/>
          <dgm:bulletEnabled val="1"/>
        </dgm:presLayoutVars>
      </dgm:prSet>
      <dgm:spPr/>
      <dgm:t>
        <a:bodyPr/>
        <a:lstStyle/>
        <a:p>
          <a:endParaRPr lang="en-IN"/>
        </a:p>
      </dgm:t>
    </dgm:pt>
    <dgm:pt modelId="{597B209A-6DA4-4B1E-A0CE-25105BC56CDF}" type="pres">
      <dgm:prSet presAssocID="{6D95A3D0-4F55-4041-ADD1-D80CA89B242C}" presName="Accent" presStyleLbl="parChTrans1D1" presStyleIdx="2" presStyleCnt="4"/>
      <dgm:spPr/>
    </dgm:pt>
    <dgm:pt modelId="{6D72E6B7-BA24-4DF4-B6C4-84D60AFAB7FD}" type="pres">
      <dgm:prSet presAssocID="{6D95A3D0-4F55-4041-ADD1-D80CA89B242C}" presName="Child" presStyleLbl="revTx" presStyleIdx="5" presStyleCnt="7" custScaleY="81050">
        <dgm:presLayoutVars>
          <dgm:chMax val="0"/>
          <dgm:chPref val="0"/>
          <dgm:bulletEnabled val="1"/>
        </dgm:presLayoutVars>
      </dgm:prSet>
      <dgm:spPr/>
      <dgm:t>
        <a:bodyPr/>
        <a:lstStyle/>
        <a:p>
          <a:endParaRPr lang="en-IN"/>
        </a:p>
      </dgm:t>
    </dgm:pt>
    <dgm:pt modelId="{DD9085AA-7BE0-49E0-8BD5-059C614B1B03}" type="pres">
      <dgm:prSet presAssocID="{BAFFDBAA-E4E8-47E0-9165-6B38DA2A4CDD}" presName="sibTrans" presStyleCnt="0"/>
      <dgm:spPr/>
    </dgm:pt>
    <dgm:pt modelId="{22F6CE3B-DBB2-46C5-B930-B5E611758DFF}" type="pres">
      <dgm:prSet presAssocID="{829F834E-0727-44C5-98D8-39753179A6D4}" presName="composite" presStyleCnt="0"/>
      <dgm:spPr/>
    </dgm:pt>
    <dgm:pt modelId="{A46ACAF8-DD98-4F5F-9677-674F4C39A95A}" type="pres">
      <dgm:prSet presAssocID="{829F834E-0727-44C5-98D8-39753179A6D4}" presName="FirstChild" presStyleLbl="revTx" presStyleIdx="6" presStyleCnt="7" custLinFactNeighborX="-25188" custLinFactNeighborY="5688">
        <dgm:presLayoutVars>
          <dgm:chMax val="0"/>
          <dgm:chPref val="0"/>
          <dgm:bulletEnabled val="1"/>
        </dgm:presLayoutVars>
      </dgm:prSet>
      <dgm:spPr/>
    </dgm:pt>
    <dgm:pt modelId="{92544C21-E4D2-4137-9226-28A1F476DBE0}" type="pres">
      <dgm:prSet presAssocID="{829F834E-0727-44C5-98D8-39753179A6D4}" presName="Parent" presStyleLbl="alignNode1" presStyleIdx="3" presStyleCnt="4" custScaleX="384615" custScaleY="176115" custLinFactNeighborX="71533">
        <dgm:presLayoutVars>
          <dgm:chMax val="3"/>
          <dgm:chPref val="3"/>
          <dgm:bulletEnabled val="1"/>
        </dgm:presLayoutVars>
      </dgm:prSet>
      <dgm:spPr/>
      <dgm:t>
        <a:bodyPr/>
        <a:lstStyle/>
        <a:p>
          <a:endParaRPr lang="en-IN"/>
        </a:p>
      </dgm:t>
    </dgm:pt>
    <dgm:pt modelId="{31A8E3D4-4116-4DCB-9D8B-91E90AEA0D5A}" type="pres">
      <dgm:prSet presAssocID="{829F834E-0727-44C5-98D8-39753179A6D4}" presName="Accent" presStyleLbl="parChTrans1D1" presStyleIdx="3" presStyleCnt="4" custLinFactY="116979" custLinFactNeighborX="-18500" custLinFactNeighborY="200000"/>
      <dgm:spPr/>
    </dgm:pt>
  </dgm:ptLst>
  <dgm:cxnLst>
    <dgm:cxn modelId="{C4E043D1-281F-4FED-8659-3DAD50CDD504}" type="presOf" srcId="{0CC6EC27-A2EF-4001-AF11-72DA1DF3DAAE}" destId="{6D72E6B7-BA24-4DF4-B6C4-84D60AFAB7FD}" srcOrd="0" destOrd="0" presId="urn:microsoft.com/office/officeart/2011/layout/TabList"/>
    <dgm:cxn modelId="{41DB2E2B-4396-4779-B963-EBD2F24E2240}" type="presOf" srcId="{01981A4A-EAD2-453A-93B3-2B2002CB1B14}" destId="{7989ED2B-4FA1-4FCE-BBED-0409944BA8DD}" srcOrd="0" destOrd="0" presId="urn:microsoft.com/office/officeart/2011/layout/TabList"/>
    <dgm:cxn modelId="{226446E9-3A90-4B4A-A738-E885A1500979}" type="presOf" srcId="{318C1B1F-B07B-40D7-8BE3-669F51E7B599}" destId="{635F5AFD-978D-48D1-87BC-9DAC94272D67}" srcOrd="0" destOrd="0" presId="urn:microsoft.com/office/officeart/2011/layout/TabList"/>
    <dgm:cxn modelId="{E5E9AA82-B4DC-449C-A004-CCD33A55FEE7}" type="presOf" srcId="{99E3589D-2F51-4194-BE6D-8AF43264AEC3}" destId="{A83EDFF8-7352-4455-B70E-3C238A69CB1F}" srcOrd="0" destOrd="0" presId="urn:microsoft.com/office/officeart/2011/layout/TabList"/>
    <dgm:cxn modelId="{4504C34F-62F2-4C63-8845-43AB5A500D30}" srcId="{6D95A3D0-4F55-4041-ADD1-D80CA89B242C}" destId="{0CC6EC27-A2EF-4001-AF11-72DA1DF3DAAE}" srcOrd="1" destOrd="0" parTransId="{BC1DFAAB-1ADF-4717-B630-B60CABB207E3}" sibTransId="{C3CE640C-05F7-4F04-82D3-2246C21A0D72}"/>
    <dgm:cxn modelId="{BC9650AE-A65B-4CAA-BF40-D500B4567818}" srcId="{99E3589D-2F51-4194-BE6D-8AF43264AEC3}" destId="{BC31D059-FDA7-433A-A058-163B5A5B1ED1}" srcOrd="0" destOrd="0" parTransId="{8E39C79D-16F5-4A19-9DA9-91E6FC51F1AD}" sibTransId="{846D8B76-564E-49D2-BCCA-1B8D3FC33E83}"/>
    <dgm:cxn modelId="{6014061A-8C9B-4A31-AE7F-EA94FA1AAD96}" srcId="{33B02DD5-6A31-4A73-9B74-DF34C45107D6}" destId="{6D95A3D0-4F55-4041-ADD1-D80CA89B242C}" srcOrd="2" destOrd="0" parTransId="{65A94F76-3F81-4118-96A5-58F365CEB14A}" sibTransId="{BAFFDBAA-E4E8-47E0-9165-6B38DA2A4CDD}"/>
    <dgm:cxn modelId="{9E6D561A-4CC0-43B1-82A8-2B56173542B6}" srcId="{99E3589D-2F51-4194-BE6D-8AF43264AEC3}" destId="{72A34B15-BC9E-4FDA-9467-97E0C85E50C1}" srcOrd="2" destOrd="0" parTransId="{BB32CAEC-7745-4756-9219-357A2BB7B3D6}" sibTransId="{5A41C772-294B-4BF9-8661-459E8460C41E}"/>
    <dgm:cxn modelId="{165EBA68-F8CC-4E0F-967F-EA6333CD8AEC}" type="presOf" srcId="{BC31D059-FDA7-433A-A058-163B5A5B1ED1}" destId="{2165CCE0-48BD-4820-A704-28B1FC504E29}" srcOrd="0" destOrd="0" presId="urn:microsoft.com/office/officeart/2011/layout/TabList"/>
    <dgm:cxn modelId="{28BFD480-9E45-479D-BAB8-0E647D51EF4B}" type="presOf" srcId="{72A34B15-BC9E-4FDA-9467-97E0C85E50C1}" destId="{11573F93-BFBF-49AD-9CF0-3D73D23B8334}" srcOrd="0" destOrd="1" presId="urn:microsoft.com/office/officeart/2011/layout/TabList"/>
    <dgm:cxn modelId="{5E7D706E-9180-453C-921E-A636520D7DB9}" srcId="{33B02DD5-6A31-4A73-9B74-DF34C45107D6}" destId="{5A563212-E19B-421B-B77A-9C1D7C95C470}" srcOrd="0" destOrd="0" parTransId="{46C6226D-DF94-41C2-84F2-C917B44A0C7D}" sibTransId="{4611FF41-1066-4213-A4E9-4FFF97B80B04}"/>
    <dgm:cxn modelId="{1E1D6E6F-0933-45B5-9A9E-B08536473F33}" srcId="{33B02DD5-6A31-4A73-9B74-DF34C45107D6}" destId="{99E3589D-2F51-4194-BE6D-8AF43264AEC3}" srcOrd="1" destOrd="0" parTransId="{CF93F162-5C9B-4031-BE76-BA7C19B3573E}" sibTransId="{34DC6D1A-161F-4E24-860D-6AB0F7CF9879}"/>
    <dgm:cxn modelId="{06022184-5AB1-450B-9474-99C2924F4959}" type="presOf" srcId="{5A563212-E19B-421B-B77A-9C1D7C95C470}" destId="{5EBF5B3A-1F0C-4BE1-BBA3-7D0400D05205}" srcOrd="0" destOrd="0" presId="urn:microsoft.com/office/officeart/2011/layout/TabList"/>
    <dgm:cxn modelId="{04EE10D6-81C5-450D-8C0E-67598AB83CAE}" type="presOf" srcId="{E2F465DD-209B-4FBA-82A9-F638B642637E}" destId="{11573F93-BFBF-49AD-9CF0-3D73D23B8334}" srcOrd="0" destOrd="0" presId="urn:microsoft.com/office/officeart/2011/layout/TabList"/>
    <dgm:cxn modelId="{C1648A73-12A6-464A-ADDD-AE0A561F3E6E}" type="presOf" srcId="{6D95A3D0-4F55-4041-ADD1-D80CA89B242C}" destId="{B919640F-0B48-4DDF-8254-D4A8EDC16923}" srcOrd="0" destOrd="0" presId="urn:microsoft.com/office/officeart/2011/layout/TabList"/>
    <dgm:cxn modelId="{B8C73D0D-F74C-4419-BC8C-84ED92B2DBF6}" srcId="{6D95A3D0-4F55-4041-ADD1-D80CA89B242C}" destId="{93AED9C8-D5F4-48C0-BE6E-2718BCBD3164}" srcOrd="0" destOrd="0" parTransId="{F34D12D0-BBEB-4114-AA0F-A2E85E1D986F}" sibTransId="{505A8E3B-30BE-485A-A555-BFF935485C33}"/>
    <dgm:cxn modelId="{4F88BDC8-0CDF-4151-9B27-772D0C50C065}" srcId="{33B02DD5-6A31-4A73-9B74-DF34C45107D6}" destId="{829F834E-0727-44C5-98D8-39753179A6D4}" srcOrd="3" destOrd="0" parTransId="{FBA042E9-51AC-4888-A2DA-3320F51D4FA1}" sibTransId="{7C4C9494-16CD-4596-AAE5-1E68AF39DB02}"/>
    <dgm:cxn modelId="{42311AF7-1168-466E-9191-51B7C95ADF15}" type="presOf" srcId="{33B02DD5-6A31-4A73-9B74-DF34C45107D6}" destId="{FAF5A00F-1225-4F82-9157-5932E81A1995}" srcOrd="0" destOrd="0" presId="urn:microsoft.com/office/officeart/2011/layout/TabList"/>
    <dgm:cxn modelId="{DD88BA53-96F6-4D53-93BE-F74B22D53A0B}" type="presOf" srcId="{829F834E-0727-44C5-98D8-39753179A6D4}" destId="{92544C21-E4D2-4137-9226-28A1F476DBE0}" srcOrd="0" destOrd="0" presId="urn:microsoft.com/office/officeart/2011/layout/TabList"/>
    <dgm:cxn modelId="{0A3320EC-B852-4A86-B25E-B4C43447F01E}" srcId="{5A563212-E19B-421B-B77A-9C1D7C95C470}" destId="{01981A4A-EAD2-453A-93B3-2B2002CB1B14}" srcOrd="1" destOrd="0" parTransId="{A584DC69-4B20-41D3-AD27-5B3C86817ACF}" sibTransId="{BA8F9F24-09FA-4664-A56D-5E5D98C917A6}"/>
    <dgm:cxn modelId="{5CB02B72-1D53-4CA7-8F1E-19F5CD35BAFB}" srcId="{99E3589D-2F51-4194-BE6D-8AF43264AEC3}" destId="{E2F465DD-209B-4FBA-82A9-F638B642637E}" srcOrd="1" destOrd="0" parTransId="{225C64A9-0158-49AF-BB1E-0BD60346DD04}" sibTransId="{D6C09118-3BF1-49F3-A347-A1B894CDEC27}"/>
    <dgm:cxn modelId="{1F3FCDE8-B5E8-4DD5-B0F8-B04EE4F74C7E}" type="presOf" srcId="{93AED9C8-D5F4-48C0-BE6E-2718BCBD3164}" destId="{3AFAD955-6C84-44BA-BFFA-FB3F21D9B8AD}" srcOrd="0" destOrd="0" presId="urn:microsoft.com/office/officeart/2011/layout/TabList"/>
    <dgm:cxn modelId="{CBC4449D-EA30-4513-8AEF-F39D085A8285}" srcId="{5A563212-E19B-421B-B77A-9C1D7C95C470}" destId="{318C1B1F-B07B-40D7-8BE3-669F51E7B599}" srcOrd="0" destOrd="0" parTransId="{33E6D494-8848-4FC9-BBA7-56830318AE91}" sibTransId="{623216FB-C7EC-4367-A27E-882785465EFA}"/>
    <dgm:cxn modelId="{B92F1B72-5739-4839-81E0-79BD23B2D2A0}" type="presParOf" srcId="{FAF5A00F-1225-4F82-9157-5932E81A1995}" destId="{E7FD41D6-B78A-4CE7-8C12-ED80EBC2C092}" srcOrd="0" destOrd="0" presId="urn:microsoft.com/office/officeart/2011/layout/TabList"/>
    <dgm:cxn modelId="{3861989E-8F12-47B1-A921-5C7CB0624940}" type="presParOf" srcId="{E7FD41D6-B78A-4CE7-8C12-ED80EBC2C092}" destId="{635F5AFD-978D-48D1-87BC-9DAC94272D67}" srcOrd="0" destOrd="0" presId="urn:microsoft.com/office/officeart/2011/layout/TabList"/>
    <dgm:cxn modelId="{48D10AA7-2A37-4FC4-918A-CE172C1F8F0B}" type="presParOf" srcId="{E7FD41D6-B78A-4CE7-8C12-ED80EBC2C092}" destId="{5EBF5B3A-1F0C-4BE1-BBA3-7D0400D05205}" srcOrd="1" destOrd="0" presId="urn:microsoft.com/office/officeart/2011/layout/TabList"/>
    <dgm:cxn modelId="{EE1837CF-BBD6-43E0-840F-AC0746AD1FC5}" type="presParOf" srcId="{E7FD41D6-B78A-4CE7-8C12-ED80EBC2C092}" destId="{0B3EB9A0-2FA5-45E5-B45B-BBCD91C12F8A}" srcOrd="2" destOrd="0" presId="urn:microsoft.com/office/officeart/2011/layout/TabList"/>
    <dgm:cxn modelId="{FEBCC46F-BC61-427F-A6A2-CDAD9CB2279C}" type="presParOf" srcId="{FAF5A00F-1225-4F82-9157-5932E81A1995}" destId="{7989ED2B-4FA1-4FCE-BBED-0409944BA8DD}" srcOrd="1" destOrd="0" presId="urn:microsoft.com/office/officeart/2011/layout/TabList"/>
    <dgm:cxn modelId="{95913043-52C1-43EF-8350-84B21366936B}" type="presParOf" srcId="{FAF5A00F-1225-4F82-9157-5932E81A1995}" destId="{90E7B452-8CE4-453A-9720-D6E1FF2C8C0E}" srcOrd="2" destOrd="0" presId="urn:microsoft.com/office/officeart/2011/layout/TabList"/>
    <dgm:cxn modelId="{F4D12883-FD10-46DD-B935-BE60C1266A0E}" type="presParOf" srcId="{FAF5A00F-1225-4F82-9157-5932E81A1995}" destId="{7ED93B0D-4105-4BF0-98F4-9B1FF032425D}" srcOrd="3" destOrd="0" presId="urn:microsoft.com/office/officeart/2011/layout/TabList"/>
    <dgm:cxn modelId="{A418EB35-DF99-4400-AED0-719D1CF9D9AB}" type="presParOf" srcId="{7ED93B0D-4105-4BF0-98F4-9B1FF032425D}" destId="{2165CCE0-48BD-4820-A704-28B1FC504E29}" srcOrd="0" destOrd="0" presId="urn:microsoft.com/office/officeart/2011/layout/TabList"/>
    <dgm:cxn modelId="{858E24DA-DFE4-4D4B-85F2-DD02640DB1C3}" type="presParOf" srcId="{7ED93B0D-4105-4BF0-98F4-9B1FF032425D}" destId="{A83EDFF8-7352-4455-B70E-3C238A69CB1F}" srcOrd="1" destOrd="0" presId="urn:microsoft.com/office/officeart/2011/layout/TabList"/>
    <dgm:cxn modelId="{704FD2E4-ECCD-42B6-92B7-9A7A054CFC5C}" type="presParOf" srcId="{7ED93B0D-4105-4BF0-98F4-9B1FF032425D}" destId="{4A8F6247-2710-4203-9FC4-42C860DB42D3}" srcOrd="2" destOrd="0" presId="urn:microsoft.com/office/officeart/2011/layout/TabList"/>
    <dgm:cxn modelId="{930B3C16-019D-4C4A-B1A4-D552358CF34E}" type="presParOf" srcId="{FAF5A00F-1225-4F82-9157-5932E81A1995}" destId="{11573F93-BFBF-49AD-9CF0-3D73D23B8334}" srcOrd="4" destOrd="0" presId="urn:microsoft.com/office/officeart/2011/layout/TabList"/>
    <dgm:cxn modelId="{08709D1B-4B78-46DF-B92D-ED8B44EF9994}" type="presParOf" srcId="{FAF5A00F-1225-4F82-9157-5932E81A1995}" destId="{76A8ECDC-F082-4835-AC10-619C1C81DD24}" srcOrd="5" destOrd="0" presId="urn:microsoft.com/office/officeart/2011/layout/TabList"/>
    <dgm:cxn modelId="{7AB97D3D-5B16-4C7B-9510-77F02CF1F859}" type="presParOf" srcId="{FAF5A00F-1225-4F82-9157-5932E81A1995}" destId="{2C06BEF9-3F0A-45BA-92EB-A9A28FBD9960}" srcOrd="6" destOrd="0" presId="urn:microsoft.com/office/officeart/2011/layout/TabList"/>
    <dgm:cxn modelId="{5BE4A999-587A-4D90-86EF-4A1E49E4F503}" type="presParOf" srcId="{2C06BEF9-3F0A-45BA-92EB-A9A28FBD9960}" destId="{3AFAD955-6C84-44BA-BFFA-FB3F21D9B8AD}" srcOrd="0" destOrd="0" presId="urn:microsoft.com/office/officeart/2011/layout/TabList"/>
    <dgm:cxn modelId="{9C5ECF10-BE85-4BF5-8BEA-A7FC398269B1}" type="presParOf" srcId="{2C06BEF9-3F0A-45BA-92EB-A9A28FBD9960}" destId="{B919640F-0B48-4DDF-8254-D4A8EDC16923}" srcOrd="1" destOrd="0" presId="urn:microsoft.com/office/officeart/2011/layout/TabList"/>
    <dgm:cxn modelId="{3DA152EC-A0A0-45AE-9267-76DB75D45585}" type="presParOf" srcId="{2C06BEF9-3F0A-45BA-92EB-A9A28FBD9960}" destId="{597B209A-6DA4-4B1E-A0CE-25105BC56CDF}" srcOrd="2" destOrd="0" presId="urn:microsoft.com/office/officeart/2011/layout/TabList"/>
    <dgm:cxn modelId="{E1410794-5033-42FB-B674-77A0649FBE84}" type="presParOf" srcId="{FAF5A00F-1225-4F82-9157-5932E81A1995}" destId="{6D72E6B7-BA24-4DF4-B6C4-84D60AFAB7FD}" srcOrd="7" destOrd="0" presId="urn:microsoft.com/office/officeart/2011/layout/TabList"/>
    <dgm:cxn modelId="{9847E22C-4A04-4C69-9585-DC658E6D2FE5}" type="presParOf" srcId="{FAF5A00F-1225-4F82-9157-5932E81A1995}" destId="{DD9085AA-7BE0-49E0-8BD5-059C614B1B03}" srcOrd="8" destOrd="0" presId="urn:microsoft.com/office/officeart/2011/layout/TabList"/>
    <dgm:cxn modelId="{2B1BD81C-8E20-4A86-BF1B-B4B51CDF07A9}" type="presParOf" srcId="{FAF5A00F-1225-4F82-9157-5932E81A1995}" destId="{22F6CE3B-DBB2-46C5-B930-B5E611758DFF}" srcOrd="9" destOrd="0" presId="urn:microsoft.com/office/officeart/2011/layout/TabList"/>
    <dgm:cxn modelId="{4BD61CF0-0B74-4971-BB07-6AD3FA016645}" type="presParOf" srcId="{22F6CE3B-DBB2-46C5-B930-B5E611758DFF}" destId="{A46ACAF8-DD98-4F5F-9677-674F4C39A95A}" srcOrd="0" destOrd="0" presId="urn:microsoft.com/office/officeart/2011/layout/TabList"/>
    <dgm:cxn modelId="{61027B79-FAC5-4AA4-A5C5-8F5F678C958B}" type="presParOf" srcId="{22F6CE3B-DBB2-46C5-B930-B5E611758DFF}" destId="{92544C21-E4D2-4137-9226-28A1F476DBE0}" srcOrd="1" destOrd="0" presId="urn:microsoft.com/office/officeart/2011/layout/TabList"/>
    <dgm:cxn modelId="{20C8A4B9-C205-4DC8-8748-37635AB488EF}" type="presParOf" srcId="{22F6CE3B-DBB2-46C5-B930-B5E611758DFF}" destId="{31A8E3D4-4116-4DCB-9D8B-91E90AEA0D5A}" srcOrd="2" destOrd="0" presId="urn:microsoft.com/office/officeart/2011/layout/Tab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044F13-7AEE-4D33-9CFE-E69416695FE5}">
      <dsp:nvSpPr>
        <dsp:cNvPr id="0" name=""/>
        <dsp:cNvSpPr/>
      </dsp:nvSpPr>
      <dsp:spPr>
        <a:xfrm>
          <a:off x="0" y="1695426"/>
          <a:ext cx="10868988" cy="554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EC1C3A9-6EFC-417C-ABD3-EC8261AF7144}">
      <dsp:nvSpPr>
        <dsp:cNvPr id="0" name=""/>
        <dsp:cNvSpPr/>
      </dsp:nvSpPr>
      <dsp:spPr>
        <a:xfrm>
          <a:off x="543449" y="119346"/>
          <a:ext cx="10188035" cy="19008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7575" tIns="0" rIns="287575" bIns="0" numCol="1" spcCol="1270" anchor="ctr" anchorCtr="0">
          <a:noAutofit/>
        </a:bodyPr>
        <a:lstStyle/>
        <a:p>
          <a:pPr lvl="0" algn="just" defTabSz="1066800">
            <a:lnSpc>
              <a:spcPct val="90000"/>
            </a:lnSpc>
            <a:spcBef>
              <a:spcPct val="0"/>
            </a:spcBef>
            <a:spcAft>
              <a:spcPct val="35000"/>
            </a:spcAft>
          </a:pPr>
          <a:r>
            <a:rPr lang="en-IN" sz="2400" kern="1200" dirty="0"/>
            <a:t>Medical equipment are primarily used for making measurements of physiological parameters of the human body and also in some cases as stimulus or some kind of energy is applied to the human body for diagnosis and treatment.</a:t>
          </a:r>
        </a:p>
      </dsp:txBody>
      <dsp:txXfrm>
        <a:off x="636238" y="212135"/>
        <a:ext cx="10002457" cy="1715222"/>
      </dsp:txXfrm>
    </dsp:sp>
    <dsp:sp modelId="{BBD1F52D-312D-415F-8B4A-982891CE4054}">
      <dsp:nvSpPr>
        <dsp:cNvPr id="0" name=""/>
        <dsp:cNvSpPr/>
      </dsp:nvSpPr>
      <dsp:spPr>
        <a:xfrm>
          <a:off x="0" y="3250760"/>
          <a:ext cx="10868988" cy="270269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3554" tIns="458216" rIns="843554" bIns="156464" numCol="1" spcCol="1270" anchor="t" anchorCtr="0">
          <a:noAutofit/>
        </a:bodyPr>
        <a:lstStyle/>
        <a:p>
          <a:pPr marL="228600" lvl="1" indent="-228600" algn="just" defTabSz="977900">
            <a:lnSpc>
              <a:spcPct val="90000"/>
            </a:lnSpc>
            <a:spcBef>
              <a:spcPct val="0"/>
            </a:spcBef>
            <a:spcAft>
              <a:spcPct val="15000"/>
            </a:spcAft>
            <a:buChar char="••"/>
          </a:pPr>
          <a:r>
            <a:rPr lang="en-IN" sz="2200" b="1" kern="1200" dirty="0"/>
            <a:t>Measurement range:</a:t>
          </a:r>
          <a:endParaRPr lang="en-IN" sz="2200" kern="1200" dirty="0"/>
        </a:p>
        <a:p>
          <a:pPr marL="457200" lvl="2" indent="-228600" algn="just" defTabSz="977900">
            <a:lnSpc>
              <a:spcPct val="90000"/>
            </a:lnSpc>
            <a:spcBef>
              <a:spcPct val="0"/>
            </a:spcBef>
            <a:spcAft>
              <a:spcPct val="15000"/>
            </a:spcAft>
            <a:buChar char="••"/>
          </a:pPr>
          <a:r>
            <a:rPr lang="en-IN" sz="2200" kern="1200" dirty="0"/>
            <a:t>Generally the ranges are quite low compared with non-medical parameters. </a:t>
          </a:r>
        </a:p>
        <a:p>
          <a:pPr marL="457200" lvl="2" indent="-228600" algn="just" defTabSz="977900">
            <a:lnSpc>
              <a:spcPct val="90000"/>
            </a:lnSpc>
            <a:spcBef>
              <a:spcPct val="0"/>
            </a:spcBef>
            <a:spcAft>
              <a:spcPct val="15000"/>
            </a:spcAft>
            <a:buChar char="••"/>
          </a:pPr>
          <a:r>
            <a:rPr lang="en-IN" sz="2200" kern="1200" dirty="0"/>
            <a:t>Most signals are in microvolt range.</a:t>
          </a:r>
        </a:p>
        <a:p>
          <a:pPr marL="228600" lvl="1" indent="-228600" algn="just" defTabSz="977900">
            <a:lnSpc>
              <a:spcPct val="90000"/>
            </a:lnSpc>
            <a:spcBef>
              <a:spcPct val="0"/>
            </a:spcBef>
            <a:spcAft>
              <a:spcPct val="15000"/>
            </a:spcAft>
            <a:buChar char="••"/>
          </a:pPr>
          <a:r>
            <a:rPr lang="en-IN" sz="2200" b="1" kern="1200" dirty="0"/>
            <a:t>Frequency range:</a:t>
          </a:r>
          <a:endParaRPr lang="en-IN" sz="2200" kern="1200" dirty="0"/>
        </a:p>
        <a:p>
          <a:pPr marL="457200" lvl="2" indent="-228600" algn="just" defTabSz="977900">
            <a:lnSpc>
              <a:spcPct val="90000"/>
            </a:lnSpc>
            <a:spcBef>
              <a:spcPct val="0"/>
            </a:spcBef>
            <a:spcAft>
              <a:spcPct val="15000"/>
            </a:spcAft>
            <a:buChar char="••"/>
          </a:pPr>
          <a:r>
            <a:rPr lang="en-IN" sz="2200" kern="1200" dirty="0"/>
            <a:t>Most of the biomedical signals are in the audio frequency range or below and many signal contain DC and very low frequency components.</a:t>
          </a:r>
        </a:p>
      </dsp:txBody>
      <dsp:txXfrm>
        <a:off x="0" y="3250760"/>
        <a:ext cx="10868988" cy="2702699"/>
      </dsp:txXfrm>
    </dsp:sp>
    <dsp:sp modelId="{8A0A72BF-64B3-4B7F-A857-5EC8E412935F}">
      <dsp:nvSpPr>
        <dsp:cNvPr id="0" name=""/>
        <dsp:cNvSpPr/>
      </dsp:nvSpPr>
      <dsp:spPr>
        <a:xfrm>
          <a:off x="543449" y="2368626"/>
          <a:ext cx="10188035" cy="120685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7575" tIns="0" rIns="287575" bIns="0" numCol="1" spcCol="1270" anchor="ctr" anchorCtr="0">
          <a:noAutofit/>
        </a:bodyPr>
        <a:lstStyle/>
        <a:p>
          <a:pPr lvl="0" algn="just" defTabSz="1066800">
            <a:lnSpc>
              <a:spcPct val="90000"/>
            </a:lnSpc>
            <a:spcBef>
              <a:spcPct val="0"/>
            </a:spcBef>
            <a:spcAft>
              <a:spcPct val="35000"/>
            </a:spcAft>
          </a:pPr>
          <a:r>
            <a:rPr lang="en-IN" sz="2400" kern="1200" dirty="0"/>
            <a:t>Some of important factors, which determine the design of a medical measuring instrument, are:</a:t>
          </a:r>
        </a:p>
      </dsp:txBody>
      <dsp:txXfrm>
        <a:off x="602363" y="2427540"/>
        <a:ext cx="10070207" cy="108902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908EE0-BE4F-46DB-8D18-05648D9BD5AE}">
      <dsp:nvSpPr>
        <dsp:cNvPr id="0" name=""/>
        <dsp:cNvSpPr/>
      </dsp:nvSpPr>
      <dsp:spPr>
        <a:xfrm>
          <a:off x="0" y="390797"/>
          <a:ext cx="10759659" cy="453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43A7A57-8036-414A-98BD-A3E3018AF6D6}">
      <dsp:nvSpPr>
        <dsp:cNvPr id="0" name=""/>
        <dsp:cNvSpPr/>
      </dsp:nvSpPr>
      <dsp:spPr>
        <a:xfrm>
          <a:off x="537982" y="44477"/>
          <a:ext cx="10079982" cy="6119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4683" tIns="0" rIns="284683" bIns="0" numCol="1" spcCol="1270" anchor="ctr" anchorCtr="0">
          <a:noAutofit/>
        </a:bodyPr>
        <a:lstStyle/>
        <a:p>
          <a:pPr lvl="0" algn="just" defTabSz="889000">
            <a:lnSpc>
              <a:spcPct val="90000"/>
            </a:lnSpc>
            <a:spcBef>
              <a:spcPct val="0"/>
            </a:spcBef>
            <a:spcAft>
              <a:spcPct val="35000"/>
            </a:spcAft>
          </a:pPr>
          <a:r>
            <a:rPr lang="en-IN" sz="2000" kern="1200" dirty="0"/>
            <a:t>The signal to be measured imposes constraints on how it should be acquired and processed</a:t>
          </a:r>
        </a:p>
      </dsp:txBody>
      <dsp:txXfrm>
        <a:off x="567857" y="74352"/>
        <a:ext cx="10020232" cy="552249"/>
      </dsp:txXfrm>
    </dsp:sp>
    <dsp:sp modelId="{986FAFF2-EAE6-48AE-9217-B0E007696EC1}">
      <dsp:nvSpPr>
        <dsp:cNvPr id="0" name=""/>
        <dsp:cNvSpPr/>
      </dsp:nvSpPr>
      <dsp:spPr>
        <a:xfrm>
          <a:off x="0" y="1287916"/>
          <a:ext cx="10759659" cy="453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E0495F2-13EA-4312-A836-34E2D4FC05DB}">
      <dsp:nvSpPr>
        <dsp:cNvPr id="0" name=""/>
        <dsp:cNvSpPr/>
      </dsp:nvSpPr>
      <dsp:spPr>
        <a:xfrm>
          <a:off x="537982" y="941597"/>
          <a:ext cx="10079982" cy="6119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4683" tIns="0" rIns="284683" bIns="0" numCol="1" spcCol="1270" anchor="ctr" anchorCtr="0">
          <a:noAutofit/>
        </a:bodyPr>
        <a:lstStyle/>
        <a:p>
          <a:pPr lvl="0" algn="just" defTabSz="889000">
            <a:lnSpc>
              <a:spcPct val="90000"/>
            </a:lnSpc>
            <a:spcBef>
              <a:spcPct val="0"/>
            </a:spcBef>
            <a:spcAft>
              <a:spcPct val="35000"/>
            </a:spcAft>
          </a:pPr>
          <a:r>
            <a:rPr lang="en-IN" sz="2000" kern="1200" dirty="0"/>
            <a:t>Many measurand in living systems are inaccessible</a:t>
          </a:r>
        </a:p>
      </dsp:txBody>
      <dsp:txXfrm>
        <a:off x="567857" y="971472"/>
        <a:ext cx="10020232" cy="552249"/>
      </dsp:txXfrm>
    </dsp:sp>
    <dsp:sp modelId="{8ECA1317-0590-449E-885C-F8FCF15FAE8D}">
      <dsp:nvSpPr>
        <dsp:cNvPr id="0" name=""/>
        <dsp:cNvSpPr/>
      </dsp:nvSpPr>
      <dsp:spPr>
        <a:xfrm>
          <a:off x="0" y="2185035"/>
          <a:ext cx="10759659" cy="453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B29C430-D349-415A-B863-4A1B756D257B}">
      <dsp:nvSpPr>
        <dsp:cNvPr id="0" name=""/>
        <dsp:cNvSpPr/>
      </dsp:nvSpPr>
      <dsp:spPr>
        <a:xfrm>
          <a:off x="537982" y="1838716"/>
          <a:ext cx="10079982" cy="6119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4683" tIns="0" rIns="284683" bIns="0" numCol="1" spcCol="1270" anchor="ctr" anchorCtr="0">
          <a:noAutofit/>
        </a:bodyPr>
        <a:lstStyle/>
        <a:p>
          <a:pPr lvl="0" algn="just" defTabSz="889000">
            <a:lnSpc>
              <a:spcPct val="90000"/>
            </a:lnSpc>
            <a:spcBef>
              <a:spcPct val="0"/>
            </a:spcBef>
            <a:spcAft>
              <a:spcPct val="35000"/>
            </a:spcAft>
          </a:pPr>
          <a:r>
            <a:rPr lang="en-IN" sz="2000" kern="1200" dirty="0"/>
            <a:t>Placement of sensor(s) in/on the body plays a key role in medical instrumentation design</a:t>
          </a:r>
        </a:p>
      </dsp:txBody>
      <dsp:txXfrm>
        <a:off x="567857" y="1868591"/>
        <a:ext cx="10020232" cy="552249"/>
      </dsp:txXfrm>
    </dsp:sp>
    <dsp:sp modelId="{840DE479-E1EA-4D43-8B89-80676FEC8FC9}">
      <dsp:nvSpPr>
        <dsp:cNvPr id="0" name=""/>
        <dsp:cNvSpPr/>
      </dsp:nvSpPr>
      <dsp:spPr>
        <a:xfrm>
          <a:off x="0" y="3082154"/>
          <a:ext cx="10759659" cy="453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FF0213E-F425-430A-B5D2-CB2AC86D28D6}">
      <dsp:nvSpPr>
        <dsp:cNvPr id="0" name=""/>
        <dsp:cNvSpPr/>
      </dsp:nvSpPr>
      <dsp:spPr>
        <a:xfrm>
          <a:off x="537982" y="2735835"/>
          <a:ext cx="10079982" cy="6119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4683" tIns="0" rIns="284683" bIns="0" numCol="1" spcCol="1270" anchor="ctr" anchorCtr="0">
          <a:noAutofit/>
        </a:bodyPr>
        <a:lstStyle/>
        <a:p>
          <a:pPr lvl="0" algn="just" defTabSz="889000">
            <a:lnSpc>
              <a:spcPct val="90000"/>
            </a:lnSpc>
            <a:spcBef>
              <a:spcPct val="0"/>
            </a:spcBef>
            <a:spcAft>
              <a:spcPct val="35000"/>
            </a:spcAft>
          </a:pPr>
          <a:r>
            <a:rPr lang="en-IN" sz="2000" kern="1200"/>
            <a:t>Magnitude and frequency range of medical measurand are very low</a:t>
          </a:r>
          <a:endParaRPr lang="en-IN" sz="2000" kern="1200" dirty="0"/>
        </a:p>
      </dsp:txBody>
      <dsp:txXfrm>
        <a:off x="567857" y="2765710"/>
        <a:ext cx="10020232" cy="552249"/>
      </dsp:txXfrm>
    </dsp:sp>
    <dsp:sp modelId="{64ABF9D0-E666-4DD2-9927-B66E9026E7AA}">
      <dsp:nvSpPr>
        <dsp:cNvPr id="0" name=""/>
        <dsp:cNvSpPr/>
      </dsp:nvSpPr>
      <dsp:spPr>
        <a:xfrm>
          <a:off x="0" y="3979273"/>
          <a:ext cx="10759659" cy="453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C16E0A3-472B-4BA9-AA67-D0DE8F0BE0C5}">
      <dsp:nvSpPr>
        <dsp:cNvPr id="0" name=""/>
        <dsp:cNvSpPr/>
      </dsp:nvSpPr>
      <dsp:spPr>
        <a:xfrm>
          <a:off x="537982" y="3632954"/>
          <a:ext cx="10079982" cy="6119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4683" tIns="0" rIns="284683" bIns="0" numCol="1" spcCol="1270" anchor="ctr" anchorCtr="0">
          <a:noAutofit/>
        </a:bodyPr>
        <a:lstStyle/>
        <a:p>
          <a:pPr lvl="0" algn="just" defTabSz="889000">
            <a:lnSpc>
              <a:spcPct val="90000"/>
            </a:lnSpc>
            <a:spcBef>
              <a:spcPct val="0"/>
            </a:spcBef>
            <a:spcAft>
              <a:spcPct val="35000"/>
            </a:spcAft>
          </a:pPr>
          <a:r>
            <a:rPr lang="en-IN" sz="2000" kern="1200"/>
            <a:t>Interference and cross-talk artifacts</a:t>
          </a:r>
          <a:endParaRPr lang="en-IN" sz="2000" kern="1200" dirty="0"/>
        </a:p>
      </dsp:txBody>
      <dsp:txXfrm>
        <a:off x="567857" y="3662829"/>
        <a:ext cx="10020232" cy="552249"/>
      </dsp:txXfrm>
    </dsp:sp>
    <dsp:sp modelId="{88D1B575-FC8A-4204-A900-ED71BE6D6501}">
      <dsp:nvSpPr>
        <dsp:cNvPr id="0" name=""/>
        <dsp:cNvSpPr/>
      </dsp:nvSpPr>
      <dsp:spPr>
        <a:xfrm>
          <a:off x="0" y="4876392"/>
          <a:ext cx="10759659" cy="453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BC82FC5-1DB5-4579-A789-ADCC920351AB}">
      <dsp:nvSpPr>
        <dsp:cNvPr id="0" name=""/>
        <dsp:cNvSpPr/>
      </dsp:nvSpPr>
      <dsp:spPr>
        <a:xfrm>
          <a:off x="537982" y="4530073"/>
          <a:ext cx="10079982" cy="6119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4683" tIns="0" rIns="284683" bIns="0" numCol="1" spcCol="1270" anchor="ctr" anchorCtr="0">
          <a:noAutofit/>
        </a:bodyPr>
        <a:lstStyle/>
        <a:p>
          <a:pPr lvl="0" algn="just" defTabSz="889000">
            <a:lnSpc>
              <a:spcPct val="90000"/>
            </a:lnSpc>
            <a:spcBef>
              <a:spcPct val="0"/>
            </a:spcBef>
            <a:spcAft>
              <a:spcPct val="35000"/>
            </a:spcAft>
          </a:pPr>
          <a:r>
            <a:rPr lang="en-IN" sz="2000" kern="1200" dirty="0"/>
            <a:t>Proper sensor interface with measurand cannot be obtained</a:t>
          </a:r>
        </a:p>
      </dsp:txBody>
      <dsp:txXfrm>
        <a:off x="567857" y="4559948"/>
        <a:ext cx="10020232" cy="552249"/>
      </dsp:txXfrm>
    </dsp:sp>
    <dsp:sp modelId="{B94D55C4-8969-4E06-82E2-62F8058F13F2}">
      <dsp:nvSpPr>
        <dsp:cNvPr id="0" name=""/>
        <dsp:cNvSpPr/>
      </dsp:nvSpPr>
      <dsp:spPr>
        <a:xfrm>
          <a:off x="0" y="5773512"/>
          <a:ext cx="10759659" cy="453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2B90697-CB3D-4182-A5D5-1B30044E3E9B}">
      <dsp:nvSpPr>
        <dsp:cNvPr id="0" name=""/>
        <dsp:cNvSpPr/>
      </dsp:nvSpPr>
      <dsp:spPr>
        <a:xfrm>
          <a:off x="537982" y="5427192"/>
          <a:ext cx="10079982" cy="6119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4683" tIns="0" rIns="284683" bIns="0" numCol="1" spcCol="1270" anchor="ctr" anchorCtr="0">
          <a:noAutofit/>
        </a:bodyPr>
        <a:lstStyle/>
        <a:p>
          <a:pPr lvl="0" algn="just" defTabSz="889000">
            <a:lnSpc>
              <a:spcPct val="90000"/>
            </a:lnSpc>
            <a:spcBef>
              <a:spcPct val="0"/>
            </a:spcBef>
            <a:spcAft>
              <a:spcPct val="35000"/>
            </a:spcAft>
          </a:pPr>
          <a:r>
            <a:rPr lang="en-IN" sz="2000" kern="1200" dirty="0"/>
            <a:t>Medical variables are seldom deterministic (varying with time)</a:t>
          </a:r>
        </a:p>
      </dsp:txBody>
      <dsp:txXfrm>
        <a:off x="567857" y="5457067"/>
        <a:ext cx="10020232" cy="55224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ACD021-AB90-41CA-83D5-A2DADD269D97}">
      <dsp:nvSpPr>
        <dsp:cNvPr id="0" name=""/>
        <dsp:cNvSpPr/>
      </dsp:nvSpPr>
      <dsp:spPr>
        <a:xfrm>
          <a:off x="0" y="533729"/>
          <a:ext cx="10570817" cy="831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7866650-6728-41AF-8D3C-E51BC113D907}">
      <dsp:nvSpPr>
        <dsp:cNvPr id="0" name=""/>
        <dsp:cNvSpPr/>
      </dsp:nvSpPr>
      <dsp:spPr>
        <a:xfrm>
          <a:off x="528540" y="46649"/>
          <a:ext cx="9576007" cy="974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686" tIns="0" rIns="279686" bIns="0" numCol="1" spcCol="1270" anchor="ctr" anchorCtr="0">
          <a:noAutofit/>
        </a:bodyPr>
        <a:lstStyle/>
        <a:p>
          <a:pPr lvl="0" algn="just" defTabSz="1244600">
            <a:lnSpc>
              <a:spcPct val="90000"/>
            </a:lnSpc>
            <a:spcBef>
              <a:spcPct val="0"/>
            </a:spcBef>
            <a:spcAft>
              <a:spcPct val="35000"/>
            </a:spcAft>
          </a:pPr>
          <a:r>
            <a:rPr lang="en-IN" sz="2800" kern="1200"/>
            <a:t>Many medical measurements vary widely among normal patients, even when conditions are similar</a:t>
          </a:r>
          <a:endParaRPr lang="en-IN" sz="2800" kern="1200" dirty="0"/>
        </a:p>
      </dsp:txBody>
      <dsp:txXfrm>
        <a:off x="576095" y="94204"/>
        <a:ext cx="9480897" cy="879050"/>
      </dsp:txXfrm>
    </dsp:sp>
    <dsp:sp modelId="{FF4818D8-C287-46A0-B959-0AD23DA494B6}">
      <dsp:nvSpPr>
        <dsp:cNvPr id="0" name=""/>
        <dsp:cNvSpPr/>
      </dsp:nvSpPr>
      <dsp:spPr>
        <a:xfrm>
          <a:off x="0" y="2030609"/>
          <a:ext cx="10570817" cy="35343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20413" tIns="687324" rIns="820413" bIns="234696" numCol="1" spcCol="1270" anchor="t" anchorCtr="0">
          <a:noAutofit/>
        </a:bodyPr>
        <a:lstStyle/>
        <a:p>
          <a:pPr marL="285750" lvl="1" indent="-285750" algn="just" defTabSz="1466850">
            <a:lnSpc>
              <a:spcPct val="90000"/>
            </a:lnSpc>
            <a:spcBef>
              <a:spcPct val="0"/>
            </a:spcBef>
            <a:spcAft>
              <a:spcPts val="1200"/>
            </a:spcAft>
            <a:buChar char="••"/>
          </a:pPr>
          <a:r>
            <a:rPr lang="en-IN" sz="3300" kern="1200" dirty="0"/>
            <a:t>External energy must be minimized to avoid any damage</a:t>
          </a:r>
        </a:p>
        <a:p>
          <a:pPr marL="285750" lvl="1" indent="-285750" algn="just" defTabSz="1466850">
            <a:lnSpc>
              <a:spcPct val="90000"/>
            </a:lnSpc>
            <a:spcBef>
              <a:spcPct val="0"/>
            </a:spcBef>
            <a:spcAft>
              <a:spcPts val="1200"/>
            </a:spcAft>
            <a:buChar char="••"/>
          </a:pPr>
          <a:r>
            <a:rPr lang="en-IN" sz="3300" kern="1200" dirty="0"/>
            <a:t>Equipment must be reliable, easy to operate, and durable</a:t>
          </a:r>
        </a:p>
        <a:p>
          <a:pPr marL="285750" lvl="1" indent="-285750" algn="just" defTabSz="1466850">
            <a:lnSpc>
              <a:spcPct val="90000"/>
            </a:lnSpc>
            <a:spcBef>
              <a:spcPct val="0"/>
            </a:spcBef>
            <a:spcAft>
              <a:spcPts val="1200"/>
            </a:spcAft>
            <a:buChar char="••"/>
          </a:pPr>
          <a:r>
            <a:rPr lang="en-IN" sz="3300" kern="1200" dirty="0"/>
            <a:t>Government regulations</a:t>
          </a:r>
        </a:p>
      </dsp:txBody>
      <dsp:txXfrm>
        <a:off x="0" y="2030609"/>
        <a:ext cx="10570817" cy="3534300"/>
      </dsp:txXfrm>
    </dsp:sp>
    <dsp:sp modelId="{8AF897F1-AF62-4625-855D-100D9BF01A14}">
      <dsp:nvSpPr>
        <dsp:cNvPr id="0" name=""/>
        <dsp:cNvSpPr/>
      </dsp:nvSpPr>
      <dsp:spPr>
        <a:xfrm>
          <a:off x="528540" y="1543529"/>
          <a:ext cx="9576007" cy="974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686" tIns="0" rIns="279686" bIns="0" numCol="1" spcCol="1270" anchor="ctr" anchorCtr="0">
          <a:noAutofit/>
        </a:bodyPr>
        <a:lstStyle/>
        <a:p>
          <a:pPr lvl="0" algn="just" defTabSz="1244600">
            <a:lnSpc>
              <a:spcPct val="90000"/>
            </a:lnSpc>
            <a:spcBef>
              <a:spcPct val="0"/>
            </a:spcBef>
            <a:spcAft>
              <a:spcPct val="35000"/>
            </a:spcAft>
          </a:pPr>
          <a:r>
            <a:rPr lang="en-IN" sz="2800" kern="1200" dirty="0"/>
            <a:t>Safety of patient and medical personnel also must be considered</a:t>
          </a:r>
        </a:p>
      </dsp:txBody>
      <dsp:txXfrm>
        <a:off x="576095" y="1591084"/>
        <a:ext cx="9480897" cy="87905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6FFA3E-057E-4119-B0D0-5A41E48B3607}">
      <dsp:nvSpPr>
        <dsp:cNvPr id="0" name=""/>
        <dsp:cNvSpPr/>
      </dsp:nvSpPr>
      <dsp:spPr>
        <a:xfrm>
          <a:off x="0" y="507911"/>
          <a:ext cx="10769596" cy="223492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5840" tIns="687324" rIns="835840" bIns="170688" numCol="1" spcCol="1270" anchor="t" anchorCtr="0">
          <a:noAutofit/>
        </a:bodyPr>
        <a:lstStyle/>
        <a:p>
          <a:pPr marL="228600" lvl="1" indent="-228600" algn="just" defTabSz="1066800">
            <a:lnSpc>
              <a:spcPct val="90000"/>
            </a:lnSpc>
            <a:spcBef>
              <a:spcPct val="0"/>
            </a:spcBef>
            <a:spcAft>
              <a:spcPct val="15000"/>
            </a:spcAft>
            <a:buChar char="••"/>
          </a:pPr>
          <a:r>
            <a:rPr lang="en-IN" sz="2400" kern="1200">
              <a:latin typeface="+mn-lt"/>
            </a:rPr>
            <a:t>This is because when instruments are made on human beings and by the human beings, the equipment should not only be safe to operate but must give intended performance so that the patients could be properly diagnosed and treated</a:t>
          </a:r>
          <a:endParaRPr lang="en-IN" sz="2400" kern="1200" dirty="0">
            <a:latin typeface="+mn-lt"/>
          </a:endParaRPr>
        </a:p>
      </dsp:txBody>
      <dsp:txXfrm>
        <a:off x="0" y="507911"/>
        <a:ext cx="10769596" cy="2234925"/>
      </dsp:txXfrm>
    </dsp:sp>
    <dsp:sp modelId="{34EB18DC-4305-4FCC-AFCC-F07FBF5E5DEE}">
      <dsp:nvSpPr>
        <dsp:cNvPr id="0" name=""/>
        <dsp:cNvSpPr/>
      </dsp:nvSpPr>
      <dsp:spPr>
        <a:xfrm>
          <a:off x="538479" y="20831"/>
          <a:ext cx="9971988" cy="974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4946" tIns="0" rIns="284946" bIns="0" numCol="1" spcCol="1270" anchor="ctr" anchorCtr="0">
          <a:noAutofit/>
        </a:bodyPr>
        <a:lstStyle/>
        <a:p>
          <a:pPr lvl="0" algn="just" defTabSz="1066800">
            <a:lnSpc>
              <a:spcPct val="90000"/>
            </a:lnSpc>
            <a:spcBef>
              <a:spcPct val="0"/>
            </a:spcBef>
            <a:spcAft>
              <a:spcPct val="35000"/>
            </a:spcAft>
          </a:pPr>
          <a:r>
            <a:rPr lang="en-IN" sz="2400" kern="1200" dirty="0">
              <a:latin typeface="+mn-lt"/>
            </a:rPr>
            <a:t>The medical instrumentation industry in general and hospitals in particular are required to be most regulated industries</a:t>
          </a:r>
        </a:p>
      </dsp:txBody>
      <dsp:txXfrm>
        <a:off x="586034" y="68386"/>
        <a:ext cx="9876878" cy="879050"/>
      </dsp:txXfrm>
    </dsp:sp>
    <dsp:sp modelId="{8E827B4F-D5FD-4C32-8847-D3FA5E3DB888}">
      <dsp:nvSpPr>
        <dsp:cNvPr id="0" name=""/>
        <dsp:cNvSpPr/>
      </dsp:nvSpPr>
      <dsp:spPr>
        <a:xfrm>
          <a:off x="0" y="3621953"/>
          <a:ext cx="10769596" cy="831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CE205E6-30C7-4748-85FC-E8988D8A3AA8}">
      <dsp:nvSpPr>
        <dsp:cNvPr id="0" name=""/>
        <dsp:cNvSpPr/>
      </dsp:nvSpPr>
      <dsp:spPr>
        <a:xfrm>
          <a:off x="538479" y="2921036"/>
          <a:ext cx="9971988" cy="118799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4946" tIns="0" rIns="284946" bIns="0" numCol="1" spcCol="1270" anchor="ctr" anchorCtr="0">
          <a:noAutofit/>
        </a:bodyPr>
        <a:lstStyle/>
        <a:p>
          <a:pPr lvl="0" algn="just" defTabSz="1066800">
            <a:lnSpc>
              <a:spcPct val="90000"/>
            </a:lnSpc>
            <a:spcBef>
              <a:spcPct val="0"/>
            </a:spcBef>
            <a:spcAft>
              <a:spcPct val="35000"/>
            </a:spcAft>
          </a:pPr>
          <a:r>
            <a:rPr lang="en-IN" sz="2400" kern="1200" dirty="0">
              <a:latin typeface="+mn-lt"/>
            </a:rPr>
            <a:t>To minimize the problems various countries have introduced a large numbers of codes, standards and regulations for different types of equipment and facilities</a:t>
          </a:r>
        </a:p>
      </dsp:txBody>
      <dsp:txXfrm>
        <a:off x="596472" y="2979029"/>
        <a:ext cx="9856002" cy="1072011"/>
      </dsp:txXfrm>
    </dsp:sp>
    <dsp:sp modelId="{2812A1DC-54F0-46D2-B992-0F7BDD4EAA4B}">
      <dsp:nvSpPr>
        <dsp:cNvPr id="0" name=""/>
        <dsp:cNvSpPr/>
      </dsp:nvSpPr>
      <dsp:spPr>
        <a:xfrm>
          <a:off x="0" y="5367614"/>
          <a:ext cx="10769596" cy="831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C299FD8-1B16-48A1-8674-88CE1DC97E14}">
      <dsp:nvSpPr>
        <dsp:cNvPr id="0" name=""/>
        <dsp:cNvSpPr/>
      </dsp:nvSpPr>
      <dsp:spPr>
        <a:xfrm>
          <a:off x="538479" y="4631753"/>
          <a:ext cx="9971988" cy="12229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4946" tIns="0" rIns="284946" bIns="0" numCol="1" spcCol="1270" anchor="ctr" anchorCtr="0">
          <a:noAutofit/>
        </a:bodyPr>
        <a:lstStyle/>
        <a:p>
          <a:pPr lvl="0" algn="just" defTabSz="1066800">
            <a:lnSpc>
              <a:spcPct val="90000"/>
            </a:lnSpc>
            <a:spcBef>
              <a:spcPct val="0"/>
            </a:spcBef>
            <a:spcAft>
              <a:spcPct val="35000"/>
            </a:spcAft>
          </a:pPr>
          <a:r>
            <a:rPr lang="en-IN" sz="2400" kern="1200" dirty="0">
              <a:latin typeface="+mn-lt"/>
            </a:rPr>
            <a:t>It is therefore, essential that engineers understand their significance and be aware of the issues that are brought about by technological and economical realities</a:t>
          </a:r>
        </a:p>
      </dsp:txBody>
      <dsp:txXfrm>
        <a:off x="598178" y="4691452"/>
        <a:ext cx="9852590" cy="110354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9F3117-D0C1-4CC3-BF14-59DD3C9DBAD9}">
      <dsp:nvSpPr>
        <dsp:cNvPr id="0" name=""/>
        <dsp:cNvSpPr/>
      </dsp:nvSpPr>
      <dsp:spPr>
        <a:xfrm>
          <a:off x="0" y="4469570"/>
          <a:ext cx="10802917"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F838BA9-82D2-4955-B6A9-55C4C2B6EFAA}">
      <dsp:nvSpPr>
        <dsp:cNvPr id="0" name=""/>
        <dsp:cNvSpPr/>
      </dsp:nvSpPr>
      <dsp:spPr>
        <a:xfrm>
          <a:off x="0" y="2316481"/>
          <a:ext cx="10802917"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873BAD0-67B5-423C-9551-E6D2944B78AE}">
      <dsp:nvSpPr>
        <dsp:cNvPr id="0" name=""/>
        <dsp:cNvSpPr/>
      </dsp:nvSpPr>
      <dsp:spPr>
        <a:xfrm>
          <a:off x="0" y="709358"/>
          <a:ext cx="10802917"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44D52D5-26ED-42A8-A384-59BA2287B792}">
      <dsp:nvSpPr>
        <dsp:cNvPr id="0" name=""/>
        <dsp:cNvSpPr/>
      </dsp:nvSpPr>
      <dsp:spPr>
        <a:xfrm>
          <a:off x="2808758" y="3497"/>
          <a:ext cx="7994158" cy="7058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675" tIns="66675" rIns="66675" bIns="66675" numCol="1" spcCol="1270" anchor="b" anchorCtr="0">
          <a:noAutofit/>
        </a:bodyPr>
        <a:lstStyle/>
        <a:p>
          <a:pPr lvl="0" algn="l" defTabSz="1555750">
            <a:lnSpc>
              <a:spcPct val="90000"/>
            </a:lnSpc>
            <a:spcBef>
              <a:spcPct val="0"/>
            </a:spcBef>
            <a:spcAft>
              <a:spcPct val="35000"/>
            </a:spcAft>
          </a:pPr>
          <a:r>
            <a:rPr lang="en-US" sz="3500" kern="1200" dirty="0">
              <a:solidFill>
                <a:schemeClr val="bg1"/>
              </a:solidFill>
            </a:rPr>
            <a:t>1</a:t>
          </a:r>
          <a:endParaRPr lang="en-IN" sz="3500" kern="1200" dirty="0">
            <a:solidFill>
              <a:schemeClr val="bg1"/>
            </a:solidFill>
          </a:endParaRPr>
        </a:p>
      </dsp:txBody>
      <dsp:txXfrm>
        <a:off x="2808758" y="3497"/>
        <a:ext cx="7994158" cy="705861"/>
      </dsp:txXfrm>
    </dsp:sp>
    <dsp:sp modelId="{EC48E214-146A-456B-85AB-92DE8E387132}">
      <dsp:nvSpPr>
        <dsp:cNvPr id="0" name=""/>
        <dsp:cNvSpPr/>
      </dsp:nvSpPr>
      <dsp:spPr>
        <a:xfrm>
          <a:off x="0" y="3497"/>
          <a:ext cx="2808758" cy="705861"/>
        </a:xfrm>
        <a:prstGeom prst="round2SameRect">
          <a:avLst>
            <a:gd name="adj1" fmla="val 1667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6675" tIns="66675" rIns="66675" bIns="66675" numCol="1" spcCol="1270" anchor="ctr" anchorCtr="0">
          <a:noAutofit/>
        </a:bodyPr>
        <a:lstStyle/>
        <a:p>
          <a:pPr lvl="0" algn="l" defTabSz="1555750">
            <a:lnSpc>
              <a:spcPct val="90000"/>
            </a:lnSpc>
            <a:spcBef>
              <a:spcPct val="0"/>
            </a:spcBef>
            <a:spcAft>
              <a:spcPct val="35000"/>
            </a:spcAft>
          </a:pPr>
          <a:r>
            <a:rPr lang="en-IN" sz="3500" kern="1200" dirty="0"/>
            <a:t>Regulations:</a:t>
          </a:r>
        </a:p>
      </dsp:txBody>
      <dsp:txXfrm>
        <a:off x="34463" y="37960"/>
        <a:ext cx="2739832" cy="671398"/>
      </dsp:txXfrm>
    </dsp:sp>
    <dsp:sp modelId="{BB89724E-0AD1-4C51-8CEA-028E8CB0CA6E}">
      <dsp:nvSpPr>
        <dsp:cNvPr id="0" name=""/>
        <dsp:cNvSpPr/>
      </dsp:nvSpPr>
      <dsp:spPr>
        <a:xfrm>
          <a:off x="0" y="709358"/>
          <a:ext cx="10802917" cy="8659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3815" tIns="43815" rIns="43815" bIns="43815" numCol="1" spcCol="1270" anchor="t" anchorCtr="0">
          <a:noAutofit/>
        </a:bodyPr>
        <a:lstStyle/>
        <a:p>
          <a:pPr marL="228600" lvl="1" indent="-228600" algn="just" defTabSz="1022350">
            <a:lnSpc>
              <a:spcPct val="90000"/>
            </a:lnSpc>
            <a:spcBef>
              <a:spcPct val="0"/>
            </a:spcBef>
            <a:spcAft>
              <a:spcPct val="15000"/>
            </a:spcAft>
            <a:buChar char="••"/>
          </a:pPr>
          <a:r>
            <a:rPr lang="en-IN" sz="2300" kern="1200" dirty="0"/>
            <a:t>A regulation is an organization’s way of specifying that some particular standard must be adhered to these are rules normally promulgate by the government</a:t>
          </a:r>
        </a:p>
      </dsp:txBody>
      <dsp:txXfrm>
        <a:off x="0" y="709358"/>
        <a:ext cx="10802917" cy="865967"/>
      </dsp:txXfrm>
    </dsp:sp>
    <dsp:sp modelId="{598FE87D-5D32-4F6B-8F54-31F0AF379D08}">
      <dsp:nvSpPr>
        <dsp:cNvPr id="0" name=""/>
        <dsp:cNvSpPr/>
      </dsp:nvSpPr>
      <dsp:spPr>
        <a:xfrm>
          <a:off x="2808758" y="1610619"/>
          <a:ext cx="7994158" cy="7058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675" tIns="66675" rIns="66675" bIns="66675" numCol="1" spcCol="1270" anchor="b" anchorCtr="0">
          <a:noAutofit/>
        </a:bodyPr>
        <a:lstStyle/>
        <a:p>
          <a:pPr lvl="0" algn="l" defTabSz="1555750">
            <a:lnSpc>
              <a:spcPct val="90000"/>
            </a:lnSpc>
            <a:spcBef>
              <a:spcPct val="0"/>
            </a:spcBef>
            <a:spcAft>
              <a:spcPct val="35000"/>
            </a:spcAft>
          </a:pPr>
          <a:r>
            <a:rPr lang="en-US" sz="3500" kern="1200" dirty="0">
              <a:solidFill>
                <a:schemeClr val="bg1"/>
              </a:solidFill>
            </a:rPr>
            <a:t>2</a:t>
          </a:r>
          <a:endParaRPr lang="en-IN" sz="3500" kern="1200" dirty="0">
            <a:solidFill>
              <a:schemeClr val="bg1"/>
            </a:solidFill>
          </a:endParaRPr>
        </a:p>
      </dsp:txBody>
      <dsp:txXfrm>
        <a:off x="2808758" y="1610619"/>
        <a:ext cx="7994158" cy="705861"/>
      </dsp:txXfrm>
    </dsp:sp>
    <dsp:sp modelId="{E6F87C97-40E6-4436-81F0-20B3A8C938F9}">
      <dsp:nvSpPr>
        <dsp:cNvPr id="0" name=""/>
        <dsp:cNvSpPr/>
      </dsp:nvSpPr>
      <dsp:spPr>
        <a:xfrm>
          <a:off x="0" y="1610619"/>
          <a:ext cx="2808758" cy="705861"/>
        </a:xfrm>
        <a:prstGeom prst="round2SameRect">
          <a:avLst>
            <a:gd name="adj1" fmla="val 1667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6675" tIns="66675" rIns="66675" bIns="66675" numCol="1" spcCol="1270" anchor="ctr" anchorCtr="0">
          <a:noAutofit/>
        </a:bodyPr>
        <a:lstStyle/>
        <a:p>
          <a:pPr lvl="0" algn="l" defTabSz="1555750">
            <a:lnSpc>
              <a:spcPct val="90000"/>
            </a:lnSpc>
            <a:spcBef>
              <a:spcPct val="0"/>
            </a:spcBef>
            <a:spcAft>
              <a:spcPct val="35000"/>
            </a:spcAft>
          </a:pPr>
          <a:r>
            <a:rPr lang="en-IN" sz="3500" kern="1200" dirty="0"/>
            <a:t>Codes:</a:t>
          </a:r>
        </a:p>
      </dsp:txBody>
      <dsp:txXfrm>
        <a:off x="34463" y="1645082"/>
        <a:ext cx="2739832" cy="671398"/>
      </dsp:txXfrm>
    </dsp:sp>
    <dsp:sp modelId="{C48D1E24-7200-4FF0-B6C6-5C89AC78B3D5}">
      <dsp:nvSpPr>
        <dsp:cNvPr id="0" name=""/>
        <dsp:cNvSpPr/>
      </dsp:nvSpPr>
      <dsp:spPr>
        <a:xfrm>
          <a:off x="0" y="2316481"/>
          <a:ext cx="10802917" cy="14119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228600" lvl="1" indent="-228600" algn="just" defTabSz="977900">
            <a:lnSpc>
              <a:spcPct val="90000"/>
            </a:lnSpc>
            <a:spcBef>
              <a:spcPct val="0"/>
            </a:spcBef>
            <a:spcAft>
              <a:spcPct val="15000"/>
            </a:spcAft>
            <a:buChar char="••"/>
          </a:pPr>
          <a:r>
            <a:rPr lang="en-IN" sz="2200" kern="1200" dirty="0"/>
            <a:t>A systems of principles or regulations or a systematized body of law or an accumulation of a system of regulations and standards. </a:t>
          </a:r>
        </a:p>
        <a:p>
          <a:pPr marL="228600" lvl="1" indent="-228600" algn="just" defTabSz="977900">
            <a:lnSpc>
              <a:spcPct val="90000"/>
            </a:lnSpc>
            <a:spcBef>
              <a:spcPct val="0"/>
            </a:spcBef>
            <a:spcAft>
              <a:spcPct val="15000"/>
            </a:spcAft>
            <a:buChar char="••"/>
          </a:pPr>
          <a:r>
            <a:rPr lang="en-IN" sz="2200" kern="1200" dirty="0"/>
            <a:t>In general, a code is compilation of standards relating to providing health care to the state population</a:t>
          </a:r>
        </a:p>
      </dsp:txBody>
      <dsp:txXfrm>
        <a:off x="0" y="2316481"/>
        <a:ext cx="10802917" cy="1411934"/>
      </dsp:txXfrm>
    </dsp:sp>
    <dsp:sp modelId="{543C0874-4365-46D2-904A-70B2C7FE8BD8}">
      <dsp:nvSpPr>
        <dsp:cNvPr id="0" name=""/>
        <dsp:cNvSpPr/>
      </dsp:nvSpPr>
      <dsp:spPr>
        <a:xfrm>
          <a:off x="2808758" y="3763709"/>
          <a:ext cx="7994158" cy="7058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675" tIns="66675" rIns="66675" bIns="66675" numCol="1" spcCol="1270" anchor="b" anchorCtr="0">
          <a:noAutofit/>
        </a:bodyPr>
        <a:lstStyle/>
        <a:p>
          <a:pPr lvl="0" algn="l" defTabSz="1555750">
            <a:lnSpc>
              <a:spcPct val="90000"/>
            </a:lnSpc>
            <a:spcBef>
              <a:spcPct val="0"/>
            </a:spcBef>
            <a:spcAft>
              <a:spcPct val="35000"/>
            </a:spcAft>
          </a:pPr>
          <a:r>
            <a:rPr lang="en-US" sz="3500" kern="1200" dirty="0">
              <a:solidFill>
                <a:schemeClr val="bg1"/>
              </a:solidFill>
            </a:rPr>
            <a:t>3</a:t>
          </a:r>
          <a:endParaRPr lang="en-IN" sz="3500" kern="1200" dirty="0">
            <a:solidFill>
              <a:schemeClr val="bg1"/>
            </a:solidFill>
          </a:endParaRPr>
        </a:p>
      </dsp:txBody>
      <dsp:txXfrm>
        <a:off x="2808758" y="3763709"/>
        <a:ext cx="7994158" cy="705861"/>
      </dsp:txXfrm>
    </dsp:sp>
    <dsp:sp modelId="{FBF40E2B-1E07-45A8-A5FB-BAE769D77EBB}">
      <dsp:nvSpPr>
        <dsp:cNvPr id="0" name=""/>
        <dsp:cNvSpPr/>
      </dsp:nvSpPr>
      <dsp:spPr>
        <a:xfrm>
          <a:off x="0" y="3763709"/>
          <a:ext cx="2808758" cy="705861"/>
        </a:xfrm>
        <a:prstGeom prst="round2SameRect">
          <a:avLst>
            <a:gd name="adj1" fmla="val 1667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6675" tIns="66675" rIns="66675" bIns="66675" numCol="1" spcCol="1270" anchor="ctr" anchorCtr="0">
          <a:noAutofit/>
        </a:bodyPr>
        <a:lstStyle/>
        <a:p>
          <a:pPr lvl="0" algn="l" defTabSz="1555750">
            <a:lnSpc>
              <a:spcPct val="90000"/>
            </a:lnSpc>
            <a:spcBef>
              <a:spcPct val="0"/>
            </a:spcBef>
            <a:spcAft>
              <a:spcPct val="35000"/>
            </a:spcAft>
          </a:pPr>
          <a:r>
            <a:rPr lang="en-IN" sz="3500" kern="1200" dirty="0"/>
            <a:t>Specification:</a:t>
          </a:r>
        </a:p>
      </dsp:txBody>
      <dsp:txXfrm>
        <a:off x="34463" y="3798172"/>
        <a:ext cx="2739832" cy="671398"/>
      </dsp:txXfrm>
    </dsp:sp>
    <dsp:sp modelId="{D6C7553D-1A2D-43E1-A98E-70E237794D7F}">
      <dsp:nvSpPr>
        <dsp:cNvPr id="0" name=""/>
        <dsp:cNvSpPr/>
      </dsp:nvSpPr>
      <dsp:spPr>
        <a:xfrm>
          <a:off x="0" y="4469570"/>
          <a:ext cx="10802917" cy="14119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228600" lvl="1" indent="-228600" algn="just" defTabSz="977900">
            <a:lnSpc>
              <a:spcPct val="90000"/>
            </a:lnSpc>
            <a:spcBef>
              <a:spcPct val="0"/>
            </a:spcBef>
            <a:spcAft>
              <a:spcPct val="15000"/>
            </a:spcAft>
            <a:buChar char="••"/>
          </a:pPr>
          <a:r>
            <a:rPr lang="en-IN" sz="2200" kern="1200" dirty="0"/>
            <a:t>Documents used to control the procurement of equipment by laying down the performance and other associated criteria. </a:t>
          </a:r>
        </a:p>
        <a:p>
          <a:pPr marL="228600" lvl="1" indent="-228600" algn="just" defTabSz="977900">
            <a:lnSpc>
              <a:spcPct val="90000"/>
            </a:lnSpc>
            <a:spcBef>
              <a:spcPct val="0"/>
            </a:spcBef>
            <a:spcAft>
              <a:spcPct val="15000"/>
            </a:spcAft>
            <a:buChar char="••"/>
          </a:pPr>
          <a:r>
            <a:rPr lang="en-IN" sz="2200" kern="1200" dirty="0"/>
            <a:t>These documents usually cover design criteria, system performance, materials and technical data</a:t>
          </a:r>
        </a:p>
      </dsp:txBody>
      <dsp:txXfrm>
        <a:off x="0" y="4469570"/>
        <a:ext cx="10802917" cy="141193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B60BA6-E230-43B7-8EE0-0514AEA72BC3}">
      <dsp:nvSpPr>
        <dsp:cNvPr id="0" name=""/>
        <dsp:cNvSpPr/>
      </dsp:nvSpPr>
      <dsp:spPr>
        <a:xfrm>
          <a:off x="0" y="1609278"/>
          <a:ext cx="10769599"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E6557C8-A247-456D-82CD-ED3ED7B4231F}">
      <dsp:nvSpPr>
        <dsp:cNvPr id="0" name=""/>
        <dsp:cNvSpPr/>
      </dsp:nvSpPr>
      <dsp:spPr>
        <a:xfrm>
          <a:off x="2800095" y="230135"/>
          <a:ext cx="7969503" cy="12324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b" anchorCtr="0">
          <a:noAutofit/>
        </a:bodyPr>
        <a:lstStyle/>
        <a:p>
          <a:pPr lvl="0" algn="just" defTabSz="1244600">
            <a:lnSpc>
              <a:spcPct val="90000"/>
            </a:lnSpc>
            <a:spcBef>
              <a:spcPct val="0"/>
            </a:spcBef>
            <a:spcAft>
              <a:spcPct val="35000"/>
            </a:spcAft>
          </a:pPr>
          <a:r>
            <a:rPr lang="en-IN" sz="2800" kern="1200" dirty="0"/>
            <a:t>A standard is a multi-party agreement for establishment of an arbitrary criterion for reference</a:t>
          </a:r>
        </a:p>
      </dsp:txBody>
      <dsp:txXfrm>
        <a:off x="2800095" y="230135"/>
        <a:ext cx="7969503" cy="1232450"/>
      </dsp:txXfrm>
    </dsp:sp>
    <dsp:sp modelId="{373A618E-E6E9-4B0B-9D83-539AE2C48090}">
      <dsp:nvSpPr>
        <dsp:cNvPr id="0" name=""/>
        <dsp:cNvSpPr/>
      </dsp:nvSpPr>
      <dsp:spPr>
        <a:xfrm>
          <a:off x="0" y="184863"/>
          <a:ext cx="2800095" cy="1232450"/>
        </a:xfrm>
        <a:prstGeom prst="round2SameRect">
          <a:avLst>
            <a:gd name="adj1" fmla="val 1667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just" defTabSz="1422400">
            <a:lnSpc>
              <a:spcPct val="90000"/>
            </a:lnSpc>
            <a:spcBef>
              <a:spcPct val="0"/>
            </a:spcBef>
            <a:spcAft>
              <a:spcPct val="35000"/>
            </a:spcAft>
          </a:pPr>
          <a:r>
            <a:rPr lang="en-IN" sz="3200" kern="1200" dirty="0"/>
            <a:t>Standards:</a:t>
          </a:r>
        </a:p>
      </dsp:txBody>
      <dsp:txXfrm>
        <a:off x="60174" y="245037"/>
        <a:ext cx="2679747" cy="1172276"/>
      </dsp:txXfrm>
    </dsp:sp>
    <dsp:sp modelId="{75805146-8205-41AC-A57D-3A26993FC671}">
      <dsp:nvSpPr>
        <dsp:cNvPr id="0" name=""/>
        <dsp:cNvSpPr/>
      </dsp:nvSpPr>
      <dsp:spPr>
        <a:xfrm>
          <a:off x="0" y="1609278"/>
          <a:ext cx="10769599" cy="46313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228600" lvl="1" indent="-228600" algn="just" defTabSz="1066800">
            <a:lnSpc>
              <a:spcPct val="90000"/>
            </a:lnSpc>
            <a:spcBef>
              <a:spcPct val="0"/>
            </a:spcBef>
            <a:spcAft>
              <a:spcPct val="15000"/>
            </a:spcAft>
            <a:buChar char="••"/>
          </a:pPr>
          <a:r>
            <a:rPr lang="en-IN" sz="2400" kern="1200" dirty="0"/>
            <a:t>Alternatively standard is prescribed set of:</a:t>
          </a:r>
        </a:p>
        <a:p>
          <a:pPr marL="457200" lvl="2" indent="-228600" algn="just" defTabSz="889000">
            <a:lnSpc>
              <a:spcPct val="90000"/>
            </a:lnSpc>
            <a:spcBef>
              <a:spcPct val="0"/>
            </a:spcBef>
            <a:spcAft>
              <a:spcPct val="15000"/>
            </a:spcAft>
            <a:buChar char="••"/>
          </a:pPr>
          <a:r>
            <a:rPr lang="en-IN" sz="2000" kern="1200" dirty="0"/>
            <a:t>Rules</a:t>
          </a:r>
        </a:p>
        <a:p>
          <a:pPr marL="457200" lvl="2" indent="-228600" algn="just" defTabSz="889000">
            <a:lnSpc>
              <a:spcPct val="90000"/>
            </a:lnSpc>
            <a:spcBef>
              <a:spcPct val="0"/>
            </a:spcBef>
            <a:spcAft>
              <a:spcPct val="15000"/>
            </a:spcAft>
            <a:buChar char="••"/>
          </a:pPr>
          <a:r>
            <a:rPr lang="en-IN" sz="2000" kern="1200" dirty="0"/>
            <a:t>Conditions or classification of components</a:t>
          </a:r>
        </a:p>
        <a:p>
          <a:pPr marL="457200" lvl="2" indent="-228600" algn="just" defTabSz="889000">
            <a:lnSpc>
              <a:spcPct val="90000"/>
            </a:lnSpc>
            <a:spcBef>
              <a:spcPct val="0"/>
            </a:spcBef>
            <a:spcAft>
              <a:spcPct val="15000"/>
            </a:spcAft>
            <a:buChar char="••"/>
          </a:pPr>
          <a:r>
            <a:rPr lang="en-IN" sz="2000" kern="1200" dirty="0"/>
            <a:t>Delineation of procedures</a:t>
          </a:r>
        </a:p>
        <a:p>
          <a:pPr marL="457200" lvl="2" indent="-228600" algn="just" defTabSz="889000">
            <a:lnSpc>
              <a:spcPct val="90000"/>
            </a:lnSpc>
            <a:spcBef>
              <a:spcPct val="0"/>
            </a:spcBef>
            <a:spcAft>
              <a:spcPct val="15000"/>
            </a:spcAft>
            <a:buChar char="••"/>
          </a:pPr>
          <a:r>
            <a:rPr lang="en-IN" sz="2000" kern="1200" dirty="0"/>
            <a:t>Specification of materials</a:t>
          </a:r>
        </a:p>
        <a:p>
          <a:pPr marL="457200" lvl="2" indent="-228600" algn="just" defTabSz="889000">
            <a:lnSpc>
              <a:spcPct val="90000"/>
            </a:lnSpc>
            <a:spcBef>
              <a:spcPct val="0"/>
            </a:spcBef>
            <a:spcAft>
              <a:spcPct val="15000"/>
            </a:spcAft>
            <a:buChar char="••"/>
          </a:pPr>
          <a:r>
            <a:rPr lang="en-IN" sz="2000" kern="1200" dirty="0"/>
            <a:t>Performance</a:t>
          </a:r>
        </a:p>
        <a:p>
          <a:pPr marL="457200" lvl="2" indent="-228600" algn="just" defTabSz="889000">
            <a:lnSpc>
              <a:spcPct val="90000"/>
            </a:lnSpc>
            <a:spcBef>
              <a:spcPct val="0"/>
            </a:spcBef>
            <a:spcAft>
              <a:spcPct val="15000"/>
            </a:spcAft>
            <a:buChar char="••"/>
          </a:pPr>
          <a:r>
            <a:rPr lang="en-IN" sz="2000" kern="1200" dirty="0"/>
            <a:t>Design or operations</a:t>
          </a:r>
        </a:p>
        <a:p>
          <a:pPr marL="457200" lvl="2" indent="-228600" algn="just" defTabSz="889000">
            <a:lnSpc>
              <a:spcPct val="90000"/>
            </a:lnSpc>
            <a:spcBef>
              <a:spcPct val="0"/>
            </a:spcBef>
            <a:spcAft>
              <a:spcPct val="15000"/>
            </a:spcAft>
            <a:buChar char="••"/>
          </a:pPr>
          <a:r>
            <a:rPr lang="en-IN" sz="2000" kern="1200" dirty="0"/>
            <a:t>Measurements of quality and quality in describing materials, products, systems, services or practice</a:t>
          </a:r>
        </a:p>
        <a:p>
          <a:pPr marL="228600" lvl="1" indent="-228600" algn="just" defTabSz="1066800">
            <a:lnSpc>
              <a:spcPct val="90000"/>
            </a:lnSpc>
            <a:spcBef>
              <a:spcPct val="0"/>
            </a:spcBef>
            <a:spcAft>
              <a:spcPct val="15000"/>
            </a:spcAft>
            <a:buChar char="••"/>
          </a:pPr>
          <a:r>
            <a:rPr lang="en-IN" sz="2400" kern="1200" dirty="0"/>
            <a:t>Standards exist that address systems (protection of the electrical power distribution systems from faults), individuals (measure to reduce potential electric shock hazards) and protection of the environment (disposal of medical waste)</a:t>
          </a:r>
        </a:p>
      </dsp:txBody>
      <dsp:txXfrm>
        <a:off x="0" y="1609278"/>
        <a:ext cx="10769599" cy="463135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46A081-2C4A-490E-B365-43E3AAD0CCBC}">
      <dsp:nvSpPr>
        <dsp:cNvPr id="0" name=""/>
        <dsp:cNvSpPr/>
      </dsp:nvSpPr>
      <dsp:spPr>
        <a:xfrm>
          <a:off x="0" y="458662"/>
          <a:ext cx="10791101" cy="226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210B23D-ABF6-4658-BF38-CB596C4AB677}">
      <dsp:nvSpPr>
        <dsp:cNvPr id="0" name=""/>
        <dsp:cNvSpPr/>
      </dsp:nvSpPr>
      <dsp:spPr>
        <a:xfrm>
          <a:off x="539555" y="30745"/>
          <a:ext cx="10138822" cy="5399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5515" tIns="0" rIns="285515" bIns="0" numCol="1" spcCol="1270" anchor="ctr" anchorCtr="0">
          <a:noAutofit/>
        </a:bodyPr>
        <a:lstStyle/>
        <a:p>
          <a:pPr lvl="0" algn="just" defTabSz="1066800">
            <a:lnSpc>
              <a:spcPct val="90000"/>
            </a:lnSpc>
            <a:spcBef>
              <a:spcPct val="0"/>
            </a:spcBef>
            <a:spcAft>
              <a:spcPct val="35000"/>
            </a:spcAft>
          </a:pPr>
          <a:r>
            <a:rPr lang="en-IN" sz="2400" kern="1200" dirty="0"/>
            <a:t>There are in general three type of standards for medical devices:</a:t>
          </a:r>
        </a:p>
      </dsp:txBody>
      <dsp:txXfrm>
        <a:off x="565916" y="57106"/>
        <a:ext cx="10086100" cy="487277"/>
      </dsp:txXfrm>
    </dsp:sp>
    <dsp:sp modelId="{6CB9C81F-E0E8-40F0-B383-A6A38D44760C}">
      <dsp:nvSpPr>
        <dsp:cNvPr id="0" name=""/>
        <dsp:cNvSpPr/>
      </dsp:nvSpPr>
      <dsp:spPr>
        <a:xfrm>
          <a:off x="0" y="1075560"/>
          <a:ext cx="10791101" cy="104895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7509" tIns="187452" rIns="837509" bIns="170688" numCol="1" spcCol="1270" anchor="t" anchorCtr="0">
          <a:noAutofit/>
        </a:bodyPr>
        <a:lstStyle/>
        <a:p>
          <a:pPr marL="228600" lvl="1" indent="-228600" algn="just" defTabSz="1066800">
            <a:lnSpc>
              <a:spcPct val="90000"/>
            </a:lnSpc>
            <a:spcBef>
              <a:spcPct val="0"/>
            </a:spcBef>
            <a:spcAft>
              <a:spcPct val="15000"/>
            </a:spcAft>
            <a:buChar char="••"/>
          </a:pPr>
          <a:r>
            <a:rPr lang="en-IN" sz="2400" kern="1200" dirty="0"/>
            <a:t>Developed through a consensus process where manufactures, users, consumers and government agencies participates</a:t>
          </a:r>
        </a:p>
      </dsp:txBody>
      <dsp:txXfrm>
        <a:off x="0" y="1075560"/>
        <a:ext cx="10791101" cy="1048950"/>
      </dsp:txXfrm>
    </dsp:sp>
    <dsp:sp modelId="{1D6F9664-DF68-4D32-B48B-5640F19B5C20}">
      <dsp:nvSpPr>
        <dsp:cNvPr id="0" name=""/>
        <dsp:cNvSpPr/>
      </dsp:nvSpPr>
      <dsp:spPr>
        <a:xfrm>
          <a:off x="539555" y="765591"/>
          <a:ext cx="4314411" cy="4049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5515" tIns="0" rIns="285515" bIns="0" numCol="1" spcCol="1270" anchor="ctr" anchorCtr="0">
          <a:noAutofit/>
        </a:bodyPr>
        <a:lstStyle/>
        <a:p>
          <a:pPr lvl="0" algn="l" defTabSz="1244600">
            <a:lnSpc>
              <a:spcPct val="90000"/>
            </a:lnSpc>
            <a:spcBef>
              <a:spcPct val="0"/>
            </a:spcBef>
            <a:spcAft>
              <a:spcPct val="35000"/>
            </a:spcAft>
          </a:pPr>
          <a:r>
            <a:rPr lang="en-IN" sz="2800" kern="1200" dirty="0"/>
            <a:t>Voluntary Standards: </a:t>
          </a:r>
        </a:p>
      </dsp:txBody>
      <dsp:txXfrm>
        <a:off x="559325" y="785361"/>
        <a:ext cx="4274871" cy="365459"/>
      </dsp:txXfrm>
    </dsp:sp>
    <dsp:sp modelId="{4B9D5C67-6317-4409-888C-D8922716598D}">
      <dsp:nvSpPr>
        <dsp:cNvPr id="0" name=""/>
        <dsp:cNvSpPr/>
      </dsp:nvSpPr>
      <dsp:spPr>
        <a:xfrm>
          <a:off x="0" y="2410058"/>
          <a:ext cx="10791101" cy="144585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7509" tIns="187452" rIns="837509" bIns="170688" numCol="1" spcCol="1270" anchor="t" anchorCtr="0">
          <a:noAutofit/>
        </a:bodyPr>
        <a:lstStyle/>
        <a:p>
          <a:pPr marL="228600" lvl="1" indent="-228600" algn="just" defTabSz="1066800">
            <a:lnSpc>
              <a:spcPct val="90000"/>
            </a:lnSpc>
            <a:spcBef>
              <a:spcPct val="0"/>
            </a:spcBef>
            <a:spcAft>
              <a:spcPct val="15000"/>
            </a:spcAft>
            <a:buChar char="••"/>
          </a:pPr>
          <a:r>
            <a:rPr lang="en-IN" sz="2400" kern="1200" dirty="0"/>
            <a:t>Required to be followed under law. </a:t>
          </a:r>
        </a:p>
        <a:p>
          <a:pPr marL="228600" lvl="1" indent="-228600" algn="just" defTabSz="1066800">
            <a:lnSpc>
              <a:spcPct val="90000"/>
            </a:lnSpc>
            <a:spcBef>
              <a:spcPct val="0"/>
            </a:spcBef>
            <a:spcAft>
              <a:spcPct val="15000"/>
            </a:spcAft>
            <a:buChar char="••"/>
          </a:pPr>
          <a:r>
            <a:rPr lang="en-IN" sz="2400" kern="1200" dirty="0"/>
            <a:t>They are incumbent on those to whom the standard is addressed and enforceable by the authority having jurisdiction</a:t>
          </a:r>
        </a:p>
      </dsp:txBody>
      <dsp:txXfrm>
        <a:off x="0" y="2410058"/>
        <a:ext cx="10791101" cy="1445850"/>
      </dsp:txXfrm>
    </dsp:sp>
    <dsp:sp modelId="{0E180855-2678-43D9-9B95-6A46063C0C97}">
      <dsp:nvSpPr>
        <dsp:cNvPr id="0" name=""/>
        <dsp:cNvSpPr/>
      </dsp:nvSpPr>
      <dsp:spPr>
        <a:xfrm>
          <a:off x="539555" y="2068668"/>
          <a:ext cx="4314411" cy="44181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5515" tIns="0" rIns="285515" bIns="0" numCol="1" spcCol="1270" anchor="ctr" anchorCtr="0">
          <a:noAutofit/>
        </a:bodyPr>
        <a:lstStyle/>
        <a:p>
          <a:pPr lvl="0" algn="l" defTabSz="1244600">
            <a:lnSpc>
              <a:spcPct val="90000"/>
            </a:lnSpc>
            <a:spcBef>
              <a:spcPct val="0"/>
            </a:spcBef>
            <a:spcAft>
              <a:spcPct val="35000"/>
            </a:spcAft>
          </a:pPr>
          <a:r>
            <a:rPr lang="en-IN" sz="2800" kern="1200" dirty="0"/>
            <a:t>Mandatory standards: </a:t>
          </a:r>
        </a:p>
      </dsp:txBody>
      <dsp:txXfrm>
        <a:off x="561123" y="2090236"/>
        <a:ext cx="4271275" cy="398681"/>
      </dsp:txXfrm>
    </dsp:sp>
    <dsp:sp modelId="{67A35EFB-05BC-4803-8518-1005B06F96BF}">
      <dsp:nvSpPr>
        <dsp:cNvPr id="0" name=""/>
        <dsp:cNvSpPr/>
      </dsp:nvSpPr>
      <dsp:spPr>
        <a:xfrm>
          <a:off x="0" y="4193372"/>
          <a:ext cx="10791101" cy="1226337"/>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7509" tIns="187452" rIns="837509" bIns="170688" numCol="1" spcCol="1270" anchor="t" anchorCtr="0">
          <a:noAutofit/>
        </a:bodyPr>
        <a:lstStyle/>
        <a:p>
          <a:pPr marL="228600" lvl="1" indent="-228600" algn="just" defTabSz="1066800">
            <a:lnSpc>
              <a:spcPct val="90000"/>
            </a:lnSpc>
            <a:spcBef>
              <a:spcPct val="0"/>
            </a:spcBef>
            <a:spcAft>
              <a:spcPct val="15000"/>
            </a:spcAft>
            <a:buChar char="••"/>
          </a:pPr>
          <a:r>
            <a:rPr lang="en-IN" sz="2400" kern="1200" dirty="0"/>
            <a:t>Developed either by a manufacturer for its own internal use or by a trade association for use by its members</a:t>
          </a:r>
        </a:p>
      </dsp:txBody>
      <dsp:txXfrm>
        <a:off x="0" y="4193372"/>
        <a:ext cx="10791101" cy="1226337"/>
      </dsp:txXfrm>
    </dsp:sp>
    <dsp:sp modelId="{7060F381-AC33-4B98-8BD4-82C8073E1362}">
      <dsp:nvSpPr>
        <dsp:cNvPr id="0" name=""/>
        <dsp:cNvSpPr/>
      </dsp:nvSpPr>
      <dsp:spPr>
        <a:xfrm>
          <a:off x="539555" y="3801932"/>
          <a:ext cx="4314411" cy="4860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5515" tIns="0" rIns="285515" bIns="0" numCol="1" spcCol="1270" anchor="ctr" anchorCtr="0">
          <a:noAutofit/>
        </a:bodyPr>
        <a:lstStyle/>
        <a:p>
          <a:pPr lvl="0" algn="just" defTabSz="1244600">
            <a:lnSpc>
              <a:spcPct val="90000"/>
            </a:lnSpc>
            <a:spcBef>
              <a:spcPct val="0"/>
            </a:spcBef>
            <a:spcAft>
              <a:spcPct val="35000"/>
            </a:spcAft>
          </a:pPr>
          <a:r>
            <a:rPr lang="en-IN" sz="2800" kern="1200" dirty="0"/>
            <a:t>Proprietary Standards: </a:t>
          </a:r>
        </a:p>
      </dsp:txBody>
      <dsp:txXfrm>
        <a:off x="563280" y="3825657"/>
        <a:ext cx="4266961" cy="43855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7572DD-1C83-4619-BA94-925F6D09083E}">
      <dsp:nvSpPr>
        <dsp:cNvPr id="0" name=""/>
        <dsp:cNvSpPr/>
      </dsp:nvSpPr>
      <dsp:spPr>
        <a:xfrm>
          <a:off x="0" y="519891"/>
          <a:ext cx="10854661" cy="40950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2442" tIns="1353820" rIns="842442" bIns="199136" numCol="1" spcCol="1270" anchor="t" anchorCtr="0">
          <a:noAutofit/>
        </a:bodyPr>
        <a:lstStyle/>
        <a:p>
          <a:pPr marL="285750" lvl="1" indent="-285750" algn="just" defTabSz="1244600">
            <a:lnSpc>
              <a:spcPct val="90000"/>
            </a:lnSpc>
            <a:spcBef>
              <a:spcPct val="0"/>
            </a:spcBef>
            <a:spcAft>
              <a:spcPts val="1200"/>
            </a:spcAft>
            <a:buChar char="••"/>
          </a:pPr>
          <a:r>
            <a:rPr lang="en-US" sz="2800" kern="1200" dirty="0"/>
            <a:t>In 1976 United States Congress passed what are known as the Medical Device Amendments (Public Law 94-295) to the Federal Food, Drug, and Cosmetics Act that dates back to the 1930s.</a:t>
          </a:r>
          <a:endParaRPr lang="en-IN" sz="2800" kern="1200" dirty="0"/>
        </a:p>
        <a:p>
          <a:pPr marL="285750" lvl="1" indent="-285750" algn="just" defTabSz="1244600">
            <a:lnSpc>
              <a:spcPct val="90000"/>
            </a:lnSpc>
            <a:spcBef>
              <a:spcPct val="0"/>
            </a:spcBef>
            <a:spcAft>
              <a:spcPts val="1200"/>
            </a:spcAft>
            <a:buChar char="••"/>
          </a:pPr>
          <a:r>
            <a:rPr lang="en-US" sz="2800" kern="1200" dirty="0"/>
            <a:t>The primary purpose was to ensure the safety and efficacy of new medical devices prior to marketing of the device</a:t>
          </a:r>
        </a:p>
      </dsp:txBody>
      <dsp:txXfrm>
        <a:off x="0" y="519891"/>
        <a:ext cx="10854661" cy="4095000"/>
      </dsp:txXfrm>
    </dsp:sp>
    <dsp:sp modelId="{221243B8-C344-4267-A2AB-F3138C0ACA1C}">
      <dsp:nvSpPr>
        <dsp:cNvPr id="0" name=""/>
        <dsp:cNvSpPr/>
      </dsp:nvSpPr>
      <dsp:spPr>
        <a:xfrm>
          <a:off x="542733" y="0"/>
          <a:ext cx="10080008" cy="102245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7196" tIns="0" rIns="287196" bIns="0" numCol="1" spcCol="1270" anchor="ctr" anchorCtr="0">
          <a:noAutofit/>
        </a:bodyPr>
        <a:lstStyle/>
        <a:p>
          <a:pPr lvl="0" algn="ctr" defTabSz="1422400">
            <a:lnSpc>
              <a:spcPct val="90000"/>
            </a:lnSpc>
            <a:spcBef>
              <a:spcPct val="0"/>
            </a:spcBef>
            <a:spcAft>
              <a:spcPct val="35000"/>
            </a:spcAft>
          </a:pPr>
          <a:r>
            <a:rPr lang="en-US" sz="3200" b="1" kern="1200" dirty="0">
              <a:effectLst>
                <a:outerShdw blurRad="38100" dist="38100" dir="2700000" algn="tl">
                  <a:srgbClr val="000000">
                    <a:alpha val="43137"/>
                  </a:srgbClr>
                </a:outerShdw>
              </a:effectLst>
            </a:rPr>
            <a:t>Regulatory Requirements</a:t>
          </a:r>
          <a:endParaRPr lang="en-IN" sz="3200" b="1" kern="1200" dirty="0">
            <a:effectLst>
              <a:outerShdw blurRad="38100" dist="38100" dir="2700000" algn="tl">
                <a:srgbClr val="000000">
                  <a:alpha val="43137"/>
                </a:srgbClr>
              </a:outerShdw>
            </a:effectLst>
          </a:endParaRPr>
        </a:p>
      </dsp:txBody>
      <dsp:txXfrm>
        <a:off x="592645" y="49912"/>
        <a:ext cx="9980184" cy="92262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8A6003-67BB-42CE-9A1F-AF032447FB9D}">
      <dsp:nvSpPr>
        <dsp:cNvPr id="0" name=""/>
        <dsp:cNvSpPr/>
      </dsp:nvSpPr>
      <dsp:spPr>
        <a:xfrm>
          <a:off x="0" y="2191"/>
          <a:ext cx="10772272" cy="711331"/>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US" sz="3200" kern="1200" dirty="0"/>
            <a:t>Medical devices were classified in two ways:</a:t>
          </a:r>
          <a:endParaRPr lang="en-IN" sz="3200" kern="1200" dirty="0"/>
        </a:p>
      </dsp:txBody>
      <dsp:txXfrm>
        <a:off x="20834" y="23025"/>
        <a:ext cx="10730604" cy="669663"/>
      </dsp:txXfrm>
    </dsp:sp>
    <dsp:sp modelId="{72EB0BA4-E4AB-4772-B16D-171F0CE46CA3}">
      <dsp:nvSpPr>
        <dsp:cNvPr id="0" name=""/>
        <dsp:cNvSpPr/>
      </dsp:nvSpPr>
      <dsp:spPr>
        <a:xfrm>
          <a:off x="3979" y="1193411"/>
          <a:ext cx="5169036" cy="4634385"/>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algn="just" defTabSz="1244600">
            <a:lnSpc>
              <a:spcPct val="90000"/>
            </a:lnSpc>
            <a:spcBef>
              <a:spcPct val="0"/>
            </a:spcBef>
            <a:spcAft>
              <a:spcPct val="35000"/>
            </a:spcAft>
          </a:pPr>
          <a:r>
            <a:rPr lang="en-US" sz="2800" kern="1200" dirty="0"/>
            <a:t>First, the division of such devices into:</a:t>
          </a:r>
        </a:p>
        <a:p>
          <a:pPr marL="180975" lvl="0" indent="0" algn="just" defTabSz="1244600">
            <a:lnSpc>
              <a:spcPct val="90000"/>
            </a:lnSpc>
            <a:spcBef>
              <a:spcPct val="0"/>
            </a:spcBef>
            <a:spcAft>
              <a:spcPct val="35000"/>
            </a:spcAft>
          </a:pPr>
          <a:r>
            <a:rPr lang="en-US" sz="2400" kern="1200" dirty="0"/>
            <a:t>Class I</a:t>
          </a:r>
        </a:p>
        <a:p>
          <a:pPr marL="180975" lvl="0" indent="0" algn="just" defTabSz="1244600">
            <a:lnSpc>
              <a:spcPct val="90000"/>
            </a:lnSpc>
            <a:spcBef>
              <a:spcPct val="0"/>
            </a:spcBef>
            <a:spcAft>
              <a:spcPct val="35000"/>
            </a:spcAft>
          </a:pPr>
          <a:r>
            <a:rPr lang="en-US" sz="2400" kern="1200" dirty="0"/>
            <a:t>Class II</a:t>
          </a:r>
        </a:p>
        <a:p>
          <a:pPr marL="180975" lvl="0" indent="0" algn="just" defTabSz="1244600">
            <a:lnSpc>
              <a:spcPct val="90000"/>
            </a:lnSpc>
            <a:spcBef>
              <a:spcPct val="0"/>
            </a:spcBef>
            <a:spcAft>
              <a:spcPct val="35000"/>
            </a:spcAft>
          </a:pPr>
          <a:r>
            <a:rPr lang="en-US" sz="2400" kern="1200" dirty="0"/>
            <a:t>Class III </a:t>
          </a:r>
        </a:p>
        <a:p>
          <a:pPr marL="0" lvl="0" algn="just" defTabSz="1244600">
            <a:lnSpc>
              <a:spcPct val="90000"/>
            </a:lnSpc>
            <a:spcBef>
              <a:spcPct val="0"/>
            </a:spcBef>
            <a:spcAft>
              <a:spcPct val="35000"/>
            </a:spcAft>
          </a:pPr>
          <a:r>
            <a:rPr lang="en-US" sz="2800" kern="1200" dirty="0"/>
            <a:t>It was based on the principle that devices that pose greater potential hazards should be subject to more regulatory requirements </a:t>
          </a:r>
          <a:endParaRPr lang="en-IN" sz="2800" kern="1200" dirty="0"/>
        </a:p>
      </dsp:txBody>
      <dsp:txXfrm>
        <a:off x="139716" y="1329148"/>
        <a:ext cx="4897562" cy="4362911"/>
      </dsp:txXfrm>
    </dsp:sp>
    <dsp:sp modelId="{6529091E-E796-4408-BF70-75F3EB59B088}">
      <dsp:nvSpPr>
        <dsp:cNvPr id="0" name=""/>
        <dsp:cNvSpPr/>
      </dsp:nvSpPr>
      <dsp:spPr>
        <a:xfrm>
          <a:off x="5607215" y="1193411"/>
          <a:ext cx="5169036" cy="4634385"/>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algn="just" defTabSz="1244600">
            <a:lnSpc>
              <a:spcPct val="90000"/>
            </a:lnSpc>
            <a:spcBef>
              <a:spcPct val="0"/>
            </a:spcBef>
            <a:spcAft>
              <a:spcPct val="35000"/>
            </a:spcAft>
            <a:buNone/>
          </a:pPr>
          <a:r>
            <a:rPr lang="en-US" sz="2800" kern="1200" dirty="0"/>
            <a:t>Second, seven categories were established:</a:t>
          </a:r>
        </a:p>
        <a:p>
          <a:pPr marL="361950" lvl="0" indent="-180975" algn="just" defTabSz="1244600">
            <a:lnSpc>
              <a:spcPct val="90000"/>
            </a:lnSpc>
            <a:spcBef>
              <a:spcPct val="0"/>
            </a:spcBef>
            <a:spcAft>
              <a:spcPct val="35000"/>
            </a:spcAft>
            <a:buFont typeface="Arial" panose="020B0604020202020204" pitchFamily="34" charset="0"/>
            <a:buChar char="•"/>
          </a:pPr>
          <a:r>
            <a:rPr lang="en-US" sz="2400" kern="1200" dirty="0"/>
            <a:t>1. Pre-amendment</a:t>
          </a:r>
        </a:p>
        <a:p>
          <a:pPr marL="361950" lvl="0" indent="-180975" algn="just" defTabSz="1244600">
            <a:lnSpc>
              <a:spcPct val="90000"/>
            </a:lnSpc>
            <a:spcBef>
              <a:spcPct val="0"/>
            </a:spcBef>
            <a:spcAft>
              <a:spcPct val="35000"/>
            </a:spcAft>
            <a:buFont typeface="Arial" panose="020B0604020202020204" pitchFamily="34" charset="0"/>
            <a:buChar char="•"/>
          </a:pPr>
          <a:r>
            <a:rPr lang="en-US" sz="2400" kern="1200" dirty="0"/>
            <a:t>2. Post-amendment, </a:t>
          </a:r>
        </a:p>
        <a:p>
          <a:pPr marL="361950" lvl="0" indent="-180975" algn="just" defTabSz="1244600">
            <a:lnSpc>
              <a:spcPct val="90000"/>
            </a:lnSpc>
            <a:spcBef>
              <a:spcPct val="0"/>
            </a:spcBef>
            <a:spcAft>
              <a:spcPct val="35000"/>
            </a:spcAft>
            <a:buFont typeface="Arial" panose="020B0604020202020204" pitchFamily="34" charset="0"/>
            <a:buChar char="•"/>
          </a:pPr>
          <a:r>
            <a:rPr lang="en-US" sz="2400" kern="1200" dirty="0"/>
            <a:t>3. Substantially equivalent</a:t>
          </a:r>
        </a:p>
        <a:p>
          <a:pPr marL="361950" lvl="0" indent="-180975" algn="just" defTabSz="1244600">
            <a:lnSpc>
              <a:spcPct val="90000"/>
            </a:lnSpc>
            <a:spcBef>
              <a:spcPct val="0"/>
            </a:spcBef>
            <a:spcAft>
              <a:spcPct val="35000"/>
            </a:spcAft>
            <a:buFont typeface="Arial" panose="020B0604020202020204" pitchFamily="34" charset="0"/>
            <a:buChar char="•"/>
          </a:pPr>
          <a:r>
            <a:rPr lang="en-US" sz="2400" kern="1200" dirty="0"/>
            <a:t>4. Implant</a:t>
          </a:r>
        </a:p>
        <a:p>
          <a:pPr marL="361950" lvl="0" indent="-180975" algn="just" defTabSz="1244600">
            <a:lnSpc>
              <a:spcPct val="90000"/>
            </a:lnSpc>
            <a:spcBef>
              <a:spcPct val="0"/>
            </a:spcBef>
            <a:spcAft>
              <a:spcPct val="35000"/>
            </a:spcAft>
            <a:buFont typeface="Arial" panose="020B0604020202020204" pitchFamily="34" charset="0"/>
            <a:buChar char="•"/>
          </a:pPr>
          <a:r>
            <a:rPr lang="en-US" sz="2400" kern="1200" dirty="0"/>
            <a:t>5. Custom</a:t>
          </a:r>
        </a:p>
        <a:p>
          <a:pPr marL="361950" lvl="0" indent="-180975" algn="just" defTabSz="1244600">
            <a:lnSpc>
              <a:spcPct val="90000"/>
            </a:lnSpc>
            <a:spcBef>
              <a:spcPct val="0"/>
            </a:spcBef>
            <a:spcAft>
              <a:spcPct val="35000"/>
            </a:spcAft>
            <a:buFont typeface="Arial" panose="020B0604020202020204" pitchFamily="34" charset="0"/>
            <a:buChar char="•"/>
          </a:pPr>
          <a:r>
            <a:rPr lang="en-US" sz="2400" kern="1200" dirty="0"/>
            <a:t>6. Investigational</a:t>
          </a:r>
        </a:p>
        <a:p>
          <a:pPr marL="361950" lvl="0" indent="-180975" algn="just" defTabSz="1244600">
            <a:lnSpc>
              <a:spcPct val="90000"/>
            </a:lnSpc>
            <a:spcBef>
              <a:spcPct val="0"/>
            </a:spcBef>
            <a:spcAft>
              <a:spcPct val="35000"/>
            </a:spcAft>
            <a:buFont typeface="Arial" panose="020B0604020202020204" pitchFamily="34" charset="0"/>
            <a:buChar char="•"/>
          </a:pPr>
          <a:r>
            <a:rPr lang="en-US" sz="2400" kern="1200" dirty="0"/>
            <a:t>7. Transitional</a:t>
          </a:r>
          <a:endParaRPr lang="en-IN" sz="2400" kern="1200" dirty="0"/>
        </a:p>
      </dsp:txBody>
      <dsp:txXfrm>
        <a:off x="5742952" y="1329148"/>
        <a:ext cx="4897562" cy="4362911"/>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A8E3D4-4116-4DCB-9D8B-91E90AEA0D5A}">
      <dsp:nvSpPr>
        <dsp:cNvPr id="0" name=""/>
        <dsp:cNvSpPr/>
      </dsp:nvSpPr>
      <dsp:spPr>
        <a:xfrm>
          <a:off x="0" y="5910715"/>
          <a:ext cx="10722107"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97B209A-6DA4-4B1E-A0CE-25105BC56CDF}">
      <dsp:nvSpPr>
        <dsp:cNvPr id="0" name=""/>
        <dsp:cNvSpPr/>
      </dsp:nvSpPr>
      <dsp:spPr>
        <a:xfrm>
          <a:off x="0" y="4113153"/>
          <a:ext cx="10722107"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A8F6247-2710-4203-9FC4-42C860DB42D3}">
      <dsp:nvSpPr>
        <dsp:cNvPr id="0" name=""/>
        <dsp:cNvSpPr/>
      </dsp:nvSpPr>
      <dsp:spPr>
        <a:xfrm>
          <a:off x="0" y="2237455"/>
          <a:ext cx="10722107"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B3EB9A0-2FA5-45E5-B45B-BBCD91C12F8A}">
      <dsp:nvSpPr>
        <dsp:cNvPr id="0" name=""/>
        <dsp:cNvSpPr/>
      </dsp:nvSpPr>
      <dsp:spPr>
        <a:xfrm>
          <a:off x="0" y="554843"/>
          <a:ext cx="10722107"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35F5AFD-978D-48D1-87BC-9DAC94272D67}">
      <dsp:nvSpPr>
        <dsp:cNvPr id="0" name=""/>
        <dsp:cNvSpPr/>
      </dsp:nvSpPr>
      <dsp:spPr>
        <a:xfrm>
          <a:off x="2787747" y="3221"/>
          <a:ext cx="7934359" cy="5516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b" anchorCtr="0">
          <a:noAutofit/>
        </a:bodyPr>
        <a:lstStyle/>
        <a:p>
          <a:pPr lvl="0" algn="l" defTabSz="1066800">
            <a:lnSpc>
              <a:spcPct val="90000"/>
            </a:lnSpc>
            <a:spcBef>
              <a:spcPct val="0"/>
            </a:spcBef>
            <a:spcAft>
              <a:spcPct val="35000"/>
            </a:spcAft>
          </a:pPr>
          <a:r>
            <a:rPr lang="en-US" sz="2400" b="1" kern="1200" dirty="0"/>
            <a:t>General Controls: </a:t>
          </a:r>
          <a:endParaRPr lang="en-IN" sz="2400" b="1" kern="1200" dirty="0"/>
        </a:p>
      </dsp:txBody>
      <dsp:txXfrm>
        <a:off x="2787747" y="3221"/>
        <a:ext cx="7934359" cy="551621"/>
      </dsp:txXfrm>
    </dsp:sp>
    <dsp:sp modelId="{5EBF5B3A-1F0C-4BE1-BBA3-7D0400D05205}">
      <dsp:nvSpPr>
        <dsp:cNvPr id="0" name=""/>
        <dsp:cNvSpPr/>
      </dsp:nvSpPr>
      <dsp:spPr>
        <a:xfrm>
          <a:off x="0" y="3221"/>
          <a:ext cx="2787747" cy="551621"/>
        </a:xfrm>
        <a:prstGeom prst="round2SameRect">
          <a:avLst>
            <a:gd name="adj1" fmla="val 1667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1066800">
            <a:lnSpc>
              <a:spcPct val="90000"/>
            </a:lnSpc>
            <a:spcBef>
              <a:spcPct val="0"/>
            </a:spcBef>
            <a:spcAft>
              <a:spcPct val="35000"/>
            </a:spcAft>
          </a:pPr>
          <a:r>
            <a:rPr lang="en-US" sz="2400" kern="1200" dirty="0"/>
            <a:t>Class I </a:t>
          </a:r>
          <a:endParaRPr lang="en-IN" sz="2400" kern="1200" dirty="0"/>
        </a:p>
      </dsp:txBody>
      <dsp:txXfrm>
        <a:off x="26933" y="30154"/>
        <a:ext cx="2733881" cy="524688"/>
      </dsp:txXfrm>
    </dsp:sp>
    <dsp:sp modelId="{7989ED2B-4FA1-4FCE-BBED-0409944BA8DD}">
      <dsp:nvSpPr>
        <dsp:cNvPr id="0" name=""/>
        <dsp:cNvSpPr/>
      </dsp:nvSpPr>
      <dsp:spPr>
        <a:xfrm>
          <a:off x="0" y="617468"/>
          <a:ext cx="10722107" cy="11034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228600" lvl="1" indent="-228600" algn="just" defTabSz="889000">
            <a:lnSpc>
              <a:spcPct val="90000"/>
            </a:lnSpc>
            <a:spcBef>
              <a:spcPct val="0"/>
            </a:spcBef>
            <a:spcAft>
              <a:spcPct val="15000"/>
            </a:spcAft>
            <a:buChar char="••"/>
          </a:pPr>
          <a:r>
            <a:rPr lang="en-US" sz="2000" kern="1200" dirty="0"/>
            <a:t>Manufacturers are required to perform registration, premarketing notification, record keeping, labeling, reporting of adverse experiences, and good manufacturing practices, these controls apply to all three classes.</a:t>
          </a:r>
          <a:endParaRPr lang="en-IN" sz="2000" kern="1200" dirty="0"/>
        </a:p>
      </dsp:txBody>
      <dsp:txXfrm>
        <a:off x="0" y="617468"/>
        <a:ext cx="10722107" cy="1103409"/>
      </dsp:txXfrm>
    </dsp:sp>
    <dsp:sp modelId="{2165CCE0-48BD-4820-A704-28B1FC504E29}">
      <dsp:nvSpPr>
        <dsp:cNvPr id="0" name=""/>
        <dsp:cNvSpPr/>
      </dsp:nvSpPr>
      <dsp:spPr>
        <a:xfrm>
          <a:off x="2787747" y="1685833"/>
          <a:ext cx="7934359" cy="5516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b" anchorCtr="0">
          <a:noAutofit/>
        </a:bodyPr>
        <a:lstStyle/>
        <a:p>
          <a:pPr lvl="0" algn="l" defTabSz="1066800">
            <a:lnSpc>
              <a:spcPct val="90000"/>
            </a:lnSpc>
            <a:spcBef>
              <a:spcPct val="0"/>
            </a:spcBef>
            <a:spcAft>
              <a:spcPct val="35000"/>
            </a:spcAft>
          </a:pPr>
          <a:r>
            <a:rPr lang="en-US" sz="2400" b="1" kern="1200" dirty="0"/>
            <a:t>Performance Standards: </a:t>
          </a:r>
          <a:endParaRPr lang="en-IN" sz="2400" b="1" kern="1200" dirty="0"/>
        </a:p>
      </dsp:txBody>
      <dsp:txXfrm>
        <a:off x="2787747" y="1685833"/>
        <a:ext cx="7934359" cy="551621"/>
      </dsp:txXfrm>
    </dsp:sp>
    <dsp:sp modelId="{A83EDFF8-7352-4455-B70E-3C238A69CB1F}">
      <dsp:nvSpPr>
        <dsp:cNvPr id="0" name=""/>
        <dsp:cNvSpPr/>
      </dsp:nvSpPr>
      <dsp:spPr>
        <a:xfrm>
          <a:off x="0" y="1685833"/>
          <a:ext cx="2787747" cy="551621"/>
        </a:xfrm>
        <a:prstGeom prst="round2SameRect">
          <a:avLst>
            <a:gd name="adj1" fmla="val 1667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1066800">
            <a:lnSpc>
              <a:spcPct val="90000"/>
            </a:lnSpc>
            <a:spcBef>
              <a:spcPct val="0"/>
            </a:spcBef>
            <a:spcAft>
              <a:spcPct val="35000"/>
            </a:spcAft>
          </a:pPr>
          <a:r>
            <a:rPr lang="en-US" sz="2400" kern="1200" dirty="0"/>
            <a:t>Class II </a:t>
          </a:r>
          <a:endParaRPr lang="en-IN" sz="2400" kern="1200" dirty="0"/>
        </a:p>
      </dsp:txBody>
      <dsp:txXfrm>
        <a:off x="26933" y="1712766"/>
        <a:ext cx="2733881" cy="524688"/>
      </dsp:txXfrm>
    </dsp:sp>
    <dsp:sp modelId="{11573F93-BFBF-49AD-9CF0-3D73D23B8334}">
      <dsp:nvSpPr>
        <dsp:cNvPr id="0" name=""/>
        <dsp:cNvSpPr/>
      </dsp:nvSpPr>
      <dsp:spPr>
        <a:xfrm>
          <a:off x="0" y="2237455"/>
          <a:ext cx="10722107" cy="12964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228600" lvl="1" indent="-228600" algn="just" defTabSz="889000">
            <a:lnSpc>
              <a:spcPct val="90000"/>
            </a:lnSpc>
            <a:spcBef>
              <a:spcPct val="0"/>
            </a:spcBef>
            <a:spcAft>
              <a:spcPct val="15000"/>
            </a:spcAft>
            <a:buChar char="••"/>
          </a:pPr>
          <a:r>
            <a:rPr lang="en-US" sz="2000" kern="1200" dirty="0"/>
            <a:t>Apply to devices for reasonable assurance of safety and efficacy, and for which existing information is sufficient to establish a performance standard. </a:t>
          </a:r>
          <a:endParaRPr lang="en-IN" sz="2000" kern="1200" dirty="0"/>
        </a:p>
        <a:p>
          <a:pPr marL="228600" lvl="1" indent="-228600" algn="just" defTabSz="889000">
            <a:lnSpc>
              <a:spcPct val="90000"/>
            </a:lnSpc>
            <a:spcBef>
              <a:spcPct val="0"/>
            </a:spcBef>
            <a:spcAft>
              <a:spcPct val="15000"/>
            </a:spcAft>
            <a:buChar char="••"/>
          </a:pPr>
          <a:r>
            <a:rPr lang="en-US" sz="2000" kern="1200" dirty="0"/>
            <a:t>However, until performance standards are developed by regulation, only general control apply.</a:t>
          </a:r>
          <a:endParaRPr lang="en-IN" sz="2000" kern="1200" dirty="0"/>
        </a:p>
      </dsp:txBody>
      <dsp:txXfrm>
        <a:off x="0" y="2237455"/>
        <a:ext cx="10722107" cy="1296494"/>
      </dsp:txXfrm>
    </dsp:sp>
    <dsp:sp modelId="{3AFAD955-6C84-44BA-BFFA-FB3F21D9B8AD}">
      <dsp:nvSpPr>
        <dsp:cNvPr id="0" name=""/>
        <dsp:cNvSpPr/>
      </dsp:nvSpPr>
      <dsp:spPr>
        <a:xfrm>
          <a:off x="2787747" y="3561531"/>
          <a:ext cx="7934359" cy="5516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b" anchorCtr="0">
          <a:noAutofit/>
        </a:bodyPr>
        <a:lstStyle/>
        <a:p>
          <a:pPr lvl="0" algn="l" defTabSz="1066800">
            <a:lnSpc>
              <a:spcPct val="90000"/>
            </a:lnSpc>
            <a:spcBef>
              <a:spcPct val="0"/>
            </a:spcBef>
            <a:spcAft>
              <a:spcPct val="35000"/>
            </a:spcAft>
          </a:pPr>
          <a:r>
            <a:rPr lang="en-US" sz="2400" b="1" kern="1200" dirty="0"/>
            <a:t>Premarketing Approval: </a:t>
          </a:r>
          <a:endParaRPr lang="en-IN" sz="2400" b="1" kern="1200" dirty="0"/>
        </a:p>
      </dsp:txBody>
      <dsp:txXfrm>
        <a:off x="2787747" y="3561531"/>
        <a:ext cx="7934359" cy="551621"/>
      </dsp:txXfrm>
    </dsp:sp>
    <dsp:sp modelId="{B919640F-0B48-4DDF-8254-D4A8EDC16923}">
      <dsp:nvSpPr>
        <dsp:cNvPr id="0" name=""/>
        <dsp:cNvSpPr/>
      </dsp:nvSpPr>
      <dsp:spPr>
        <a:xfrm>
          <a:off x="0" y="3561531"/>
          <a:ext cx="2787747" cy="551621"/>
        </a:xfrm>
        <a:prstGeom prst="round2SameRect">
          <a:avLst>
            <a:gd name="adj1" fmla="val 1667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1066800">
            <a:lnSpc>
              <a:spcPct val="90000"/>
            </a:lnSpc>
            <a:spcBef>
              <a:spcPct val="0"/>
            </a:spcBef>
            <a:spcAft>
              <a:spcPct val="35000"/>
            </a:spcAft>
          </a:pPr>
          <a:r>
            <a:rPr lang="en-US" sz="2400" kern="1200" dirty="0"/>
            <a:t>Class III </a:t>
          </a:r>
          <a:endParaRPr lang="en-IN" sz="2400" kern="1200" dirty="0"/>
        </a:p>
      </dsp:txBody>
      <dsp:txXfrm>
        <a:off x="26933" y="3588464"/>
        <a:ext cx="2733881" cy="524688"/>
      </dsp:txXfrm>
    </dsp:sp>
    <dsp:sp modelId="{6D72E6B7-BA24-4DF4-B6C4-84D60AFAB7FD}">
      <dsp:nvSpPr>
        <dsp:cNvPr id="0" name=""/>
        <dsp:cNvSpPr/>
      </dsp:nvSpPr>
      <dsp:spPr>
        <a:xfrm>
          <a:off x="0" y="4113153"/>
          <a:ext cx="10722107" cy="8943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228600" lvl="1" indent="-228600" algn="just" defTabSz="889000">
            <a:lnSpc>
              <a:spcPct val="90000"/>
            </a:lnSpc>
            <a:spcBef>
              <a:spcPct val="0"/>
            </a:spcBef>
            <a:spcAft>
              <a:spcPct val="15000"/>
            </a:spcAft>
            <a:buChar char="••"/>
          </a:pPr>
          <a:r>
            <a:rPr lang="en-US" sz="2000" kern="1200" dirty="0"/>
            <a:t>Such approval is required for devices used in supporting or sustaining human life and preventing impairment of human health</a:t>
          </a:r>
          <a:endParaRPr lang="en-IN" sz="2000" kern="1200" dirty="0"/>
        </a:p>
      </dsp:txBody>
      <dsp:txXfrm>
        <a:off x="0" y="4113153"/>
        <a:ext cx="10722107" cy="894313"/>
      </dsp:txXfrm>
    </dsp:sp>
    <dsp:sp modelId="{A46ACAF8-DD98-4F5F-9677-674F4C39A95A}">
      <dsp:nvSpPr>
        <dsp:cNvPr id="0" name=""/>
        <dsp:cNvSpPr/>
      </dsp:nvSpPr>
      <dsp:spPr>
        <a:xfrm>
          <a:off x="2772828" y="5276357"/>
          <a:ext cx="7934359" cy="551621"/>
        </a:xfrm>
        <a:prstGeom prst="rect">
          <a:avLst/>
        </a:prstGeom>
        <a:noFill/>
        <a:ln>
          <a:noFill/>
        </a:ln>
        <a:effectLst/>
      </dsp:spPr>
      <dsp:style>
        <a:lnRef idx="0">
          <a:scrgbClr r="0" g="0" b="0"/>
        </a:lnRef>
        <a:fillRef idx="0">
          <a:scrgbClr r="0" g="0" b="0"/>
        </a:fillRef>
        <a:effectRef idx="0">
          <a:scrgbClr r="0" g="0" b="0"/>
        </a:effectRef>
        <a:fontRef idx="minor"/>
      </dsp:style>
    </dsp:sp>
    <dsp:sp modelId="{92544C21-E4D2-4137-9226-28A1F476DBE0}">
      <dsp:nvSpPr>
        <dsp:cNvPr id="0" name=""/>
        <dsp:cNvSpPr/>
      </dsp:nvSpPr>
      <dsp:spPr>
        <a:xfrm>
          <a:off x="10" y="5035047"/>
          <a:ext cx="10722096" cy="971488"/>
        </a:xfrm>
        <a:prstGeom prst="round2SameRect">
          <a:avLst>
            <a:gd name="adj1" fmla="val 1667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lvl="0" algn="just" defTabSz="977900">
            <a:lnSpc>
              <a:spcPct val="90000"/>
            </a:lnSpc>
            <a:spcBef>
              <a:spcPct val="0"/>
            </a:spcBef>
            <a:spcAft>
              <a:spcPct val="35000"/>
            </a:spcAft>
          </a:pPr>
          <a:r>
            <a:rPr lang="en-US" sz="2200" kern="1200" dirty="0"/>
            <a:t>The FDA has extensively regulated these devices by requiring manufactures to prove their safety and effectiveness prior to market release. </a:t>
          </a:r>
          <a:endParaRPr lang="en-IN" sz="2200" kern="1200" dirty="0"/>
        </a:p>
      </dsp:txBody>
      <dsp:txXfrm>
        <a:off x="47443" y="5082480"/>
        <a:ext cx="10627230" cy="924055"/>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10.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7/5/2023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7/5/2023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6E412D53-8694-46CE-BCBE-8B1881A41CCE}"/>
              </a:ext>
            </a:extLst>
          </p:cNvPr>
          <p:cNvSpPr>
            <a:spLocks noGrp="1"/>
          </p:cNvSpPr>
          <p:nvPr>
            <p:ph type="dt" sz="half" idx="10"/>
          </p:nvPr>
        </p:nvSpPr>
        <p:spPr/>
        <p:txBody>
          <a:bodyPr/>
          <a:lstStyle>
            <a:lvl1pPr>
              <a:defRPr/>
            </a:lvl1pPr>
          </a:lstStyle>
          <a:p>
            <a:pPr>
              <a:defRPr/>
            </a:pPr>
            <a:fld id="{26A85860-796E-4F17-A3D6-20B1BF2F6E2D}" type="datetime1">
              <a:rPr lang="en-IN"/>
              <a:pPr>
                <a:defRPr/>
              </a:pPr>
              <a:t>05-07-2023</a:t>
            </a:fld>
            <a:endParaRPr lang="en-IN"/>
          </a:p>
        </p:txBody>
      </p:sp>
      <p:sp>
        <p:nvSpPr>
          <p:cNvPr id="5" name="Footer Placeholder 4">
            <a:extLst>
              <a:ext uri="{FF2B5EF4-FFF2-40B4-BE49-F238E27FC236}">
                <a16:creationId xmlns:a16="http://schemas.microsoft.com/office/drawing/2014/main" xmlns="" id="{0901A12B-EB51-4B2C-983A-B4F629470F7C}"/>
              </a:ext>
            </a:extLst>
          </p:cNvPr>
          <p:cNvSpPr>
            <a:spLocks noGrp="1"/>
          </p:cNvSpPr>
          <p:nvPr>
            <p:ph type="ftr" sz="quarter" idx="11"/>
          </p:nvPr>
        </p:nvSpPr>
        <p:spPr/>
        <p:txBody>
          <a:bodyPr/>
          <a:lstStyle>
            <a:lvl1pPr>
              <a:defRPr/>
            </a:lvl1pPr>
          </a:lstStyle>
          <a:p>
            <a:pPr>
              <a:defRPr/>
            </a:pPr>
            <a:r>
              <a:rPr lang="en-IN"/>
              <a:t>Biology for Engineers</a:t>
            </a:r>
          </a:p>
        </p:txBody>
      </p:sp>
      <p:sp>
        <p:nvSpPr>
          <p:cNvPr id="6" name="Slide Number Placeholder 5">
            <a:extLst>
              <a:ext uri="{FF2B5EF4-FFF2-40B4-BE49-F238E27FC236}">
                <a16:creationId xmlns:a16="http://schemas.microsoft.com/office/drawing/2014/main" xmlns="" id="{8490A95F-C38C-460D-A8A8-E89A56AD0711}"/>
              </a:ext>
            </a:extLst>
          </p:cNvPr>
          <p:cNvSpPr>
            <a:spLocks noGrp="1"/>
          </p:cNvSpPr>
          <p:nvPr>
            <p:ph type="sldNum" sz="quarter" idx="12"/>
          </p:nvPr>
        </p:nvSpPr>
        <p:spPr/>
        <p:txBody>
          <a:bodyPr/>
          <a:lstStyle>
            <a:lvl1pPr>
              <a:defRPr/>
            </a:lvl1pPr>
          </a:lstStyle>
          <a:p>
            <a:pPr>
              <a:defRPr/>
            </a:pPr>
            <a:fld id="{FFFE9A7A-8A6C-4E0C-A578-931B7B729D49}" type="slidenum">
              <a:rPr lang="en-IN"/>
              <a:pPr>
                <a:defRPr/>
              </a:pPr>
              <a:t>‹#›</a:t>
            </a:fld>
            <a:endParaRPr lang="en-IN"/>
          </a:p>
        </p:txBody>
      </p:sp>
    </p:spTree>
    <p:extLst>
      <p:ext uri="{BB962C8B-B14F-4D97-AF65-F5344CB8AC3E}">
        <p14:creationId xmlns:p14="http://schemas.microsoft.com/office/powerpoint/2010/main" val="6756939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16"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image" Target="../media/image6.emf"/></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images.app.goo.gl/5obqqxo93P2UBmdU6" TargetMode="Externa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7.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7.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7.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6.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7.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7.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7.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6.xml.rels><?xml version="1.0" encoding="UTF-8" standalone="yes"?>
<Relationships xmlns="http://schemas.openxmlformats.org/package/2006/relationships"><Relationship Id="rId3" Type="http://schemas.openxmlformats.org/officeDocument/2006/relationships/hyperlink" Target="https://www.utoledo.edu/engineering/bioengineering/undergrad/prospective/whatisbioe.html#:~:text=Bioengineering%20is%20the%20application%20of,health%20care%20and%20other%20fields" TargetMode="External"/><Relationship Id="rId2" Type="http://schemas.openxmlformats.org/officeDocument/2006/relationships/hyperlink" Target="https://nptel.ac.in/courses/121/106/121106008/" TargetMode="External"/><Relationship Id="rId1" Type="http://schemas.openxmlformats.org/officeDocument/2006/relationships/slideLayout" Target="../slideLayouts/slideLayout2.xml"/><Relationship Id="rId6" Type="http://schemas.openxmlformats.org/officeDocument/2006/relationships/image" Target="../media/image9.jpg"/><Relationship Id="rId5" Type="http://schemas.openxmlformats.org/officeDocument/2006/relationships/hyperlink" Target="https://youtu.be/FBUpnG1G4yQ" TargetMode="External"/><Relationship Id="rId4" Type="http://schemas.openxmlformats.org/officeDocument/2006/relationships/hyperlink" Target="https://i.pinimg.com/originals/68/c9/30/68c930e95113ceb2e3dfc9de2f164680.png"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xmlns=""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xmlns="" id="{CAD0D7B8-E462-453C-B296-CA0154FA54AE}"/>
              </a:ext>
            </a:extLst>
          </p:cNvPr>
          <p:cNvGraphicFramePr>
            <a:graphicFrameLocks noChangeAspect="1"/>
          </p:cNvGraphicFramePr>
          <p:nvPr>
            <p:extLst>
              <p:ext uri="{D42A27DB-BD31-4B8C-83A1-F6EECF244321}">
                <p14:modId xmlns:p14="http://schemas.microsoft.com/office/powerpoint/2010/main" val="689304721"/>
              </p:ext>
            </p:extLst>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spid="_x0000_s1032" name="CorelDRAW" r:id="rId3" imgW="2169000" imgH="2169360" progId="">
                  <p:embed/>
                </p:oleObj>
              </mc:Choice>
              <mc:Fallback>
                <p:oleObj name="CorelDRAW" r:id="rId3" imgW="2169000" imgH="2169360" progId="">
                  <p:embed/>
                  <p:pic>
                    <p:nvPicPr>
                      <p:cNvPr id="48" name="Object 47">
                        <a:extLst>
                          <a:ext uri="{FF2B5EF4-FFF2-40B4-BE49-F238E27FC236}">
                            <a16:creationId xmlns:a16="http://schemas.microsoft.com/office/drawing/2014/main" xmlns="" id="{CAD0D7B8-E462-453C-B296-CA0154FA54AE}"/>
                          </a:ext>
                        </a:extLst>
                      </p:cNvPr>
                      <p:cNvPicPr>
                        <a:picLocks noChangeAspect="1" noChangeArrowheads="1"/>
                      </p:cNvPicPr>
                      <p:nvPr/>
                    </p:nvPicPr>
                    <p:blipFill>
                      <a:blip r:embed="rId4">
                        <a:lum bright="76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xmlns=""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descr="This is a logo of chandigarh University" title="chandigarh university"/>
          <p:cNvPicPr>
            <a:picLocks noChangeAspect="1"/>
          </p:cNvPicPr>
          <p:nvPr/>
        </p:nvPicPr>
        <p:blipFill>
          <a:blip r:embed="rId5">
            <a:extLst>
              <a:ext uri="{BEBA8EAE-BF5A-486C-A8C5-ECC9F3942E4B}">
                <a14:imgProps xmlns:a14="http://schemas.microsoft.com/office/drawing/2010/main">
                  <a14:imgLayer r:embed="rId6">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a:spLocks noChangeArrowheads="1"/>
          </p:cNvSpPr>
          <p:nvPr/>
        </p:nvSpPr>
        <p:spPr bwMode="auto">
          <a:xfrm>
            <a:off x="1410789" y="1554480"/>
            <a:ext cx="9780386" cy="580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800" b="1" dirty="0">
                <a:latin typeface="Times New Roman" pitchFamily="18" charset="0"/>
                <a:ea typeface="Karla" pitchFamily="2" charset="0"/>
                <a:cs typeface="Times New Roman" pitchFamily="18" charset="0"/>
              </a:rPr>
              <a:t>UNIVERSITY INSTITUTE OF SCIENCES</a:t>
            </a:r>
          </a:p>
          <a:p>
            <a:pPr lvl="0" algn="ctr" defTabSz="622300">
              <a:lnSpc>
                <a:spcPct val="90000"/>
              </a:lnSpc>
              <a:spcBef>
                <a:spcPct val="0"/>
              </a:spcBef>
              <a:spcAft>
                <a:spcPct val="35000"/>
              </a:spcAft>
            </a:pPr>
            <a:r>
              <a:rPr lang="en-US" sz="2800" b="1" dirty="0">
                <a:latin typeface="Times New Roman" pitchFamily="18" charset="0"/>
                <a:ea typeface="Karla" pitchFamily="2" charset="0"/>
                <a:cs typeface="Times New Roman" pitchFamily="18" charset="0"/>
              </a:rPr>
              <a:t>Academic Unit </a:t>
            </a:r>
            <a:r>
              <a:rPr lang="en-US" sz="2800" b="1" dirty="0" smtClean="0">
                <a:latin typeface="Times New Roman" pitchFamily="18" charset="0"/>
                <a:ea typeface="Karla" pitchFamily="2" charset="0"/>
                <a:cs typeface="Times New Roman" pitchFamily="18" charset="0"/>
              </a:rPr>
              <a:t>V</a:t>
            </a:r>
            <a:endParaRPr lang="en-US" sz="2800" b="1" dirty="0">
              <a:latin typeface="Times New Roman" pitchFamily="18" charset="0"/>
              <a:ea typeface="Karla" pitchFamily="2" charset="0"/>
              <a:cs typeface="Times New Roman" pitchFamily="18" charset="0"/>
            </a:endParaRP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(Computer Science &amp; Engineering) </a:t>
            </a:r>
          </a:p>
          <a:p>
            <a:pPr lvl="0" algn="ctr" defTabSz="622300">
              <a:lnSpc>
                <a:spcPct val="90000"/>
              </a:lnSpc>
              <a:spcBef>
                <a:spcPct val="0"/>
              </a:spcBef>
              <a:spcAft>
                <a:spcPct val="35000"/>
              </a:spcAft>
            </a:pPr>
            <a:r>
              <a:rPr lang="en-US" altLang="en-US" sz="2800" dirty="0">
                <a:ln w="0"/>
                <a:effectLst>
                  <a:outerShdw blurRad="38100" dist="19050" dir="2700000" algn="tl" rotWithShape="0">
                    <a:schemeClr val="dk1">
                      <a:alpha val="40000"/>
                    </a:schemeClr>
                  </a:outerShdw>
                </a:effectLst>
                <a:latin typeface="+mn-lt"/>
                <a:ea typeface="Calibri" panose="020F0502020204030204" pitchFamily="34" charset="0"/>
                <a:cs typeface="Times New Roman" panose="02020603050405020304" pitchFamily="18" charset="0"/>
              </a:rPr>
              <a:t>Biology For Engineers </a:t>
            </a:r>
            <a:br>
              <a:rPr lang="en-US" altLang="en-US" sz="2800" dirty="0">
                <a:ln w="0"/>
                <a:effectLst>
                  <a:outerShdw blurRad="38100" dist="19050" dir="2700000" algn="tl" rotWithShape="0">
                    <a:schemeClr val="dk1">
                      <a:alpha val="40000"/>
                    </a:schemeClr>
                  </a:outerShdw>
                </a:effectLst>
                <a:latin typeface="+mn-lt"/>
                <a:ea typeface="Calibri" panose="020F0502020204030204" pitchFamily="34" charset="0"/>
                <a:cs typeface="Times New Roman" panose="02020603050405020304" pitchFamily="18" charset="0"/>
              </a:rPr>
            </a:br>
            <a:r>
              <a:rPr lang="en-US" altLang="en-US" sz="2800" dirty="0" smtClean="0">
                <a:ln w="0"/>
                <a:effectLst>
                  <a:outerShdw blurRad="38100" dist="19050" dir="2700000" algn="tl" rotWithShape="0">
                    <a:schemeClr val="dk1">
                      <a:alpha val="40000"/>
                    </a:schemeClr>
                  </a:outerShdw>
                </a:effectLst>
                <a:latin typeface="+mn-lt"/>
                <a:ea typeface="Calibri" panose="020F0502020204030204" pitchFamily="34" charset="0"/>
                <a:cs typeface="Times New Roman" panose="02020603050405020304" pitchFamily="18" charset="0"/>
              </a:rPr>
              <a:t>23SZT-148</a:t>
            </a:r>
          </a:p>
          <a:p>
            <a:pPr lvl="0" algn="ctr" defTabSz="622300">
              <a:lnSpc>
                <a:spcPct val="90000"/>
              </a:lnSpc>
              <a:spcBef>
                <a:spcPct val="0"/>
              </a:spcBef>
              <a:spcAft>
                <a:spcPct val="35000"/>
              </a:spcAft>
            </a:pPr>
            <a:endParaRPr lang="en-US" sz="2800" b="1" dirty="0">
              <a:solidFill>
                <a:prstClr val="black">
                  <a:lumMod val="85000"/>
                  <a:lumOff val="15000"/>
                </a:prstClr>
              </a:solidFill>
              <a:latin typeface="+mn-lt"/>
              <a:cs typeface="Times New Roman" panose="02020603050405020304" pitchFamily="18" charset="0"/>
            </a:endParaRPr>
          </a:p>
          <a:p>
            <a:pPr marL="342900" indent="-342900" algn="just">
              <a:buFont typeface="Wingdings" panose="05000000000000000000" pitchFamily="2" charset="2"/>
              <a:buChar char="Ø"/>
            </a:pPr>
            <a:r>
              <a:rPr lang="en-US" altLang="en-US" sz="2000" b="1" dirty="0">
                <a:latin typeface="Arial" panose="020B0604020202020204" pitchFamily="34" charset="0"/>
              </a:rPr>
              <a:t>General constraints in design of medical Instrumentation system</a:t>
            </a:r>
          </a:p>
          <a:p>
            <a:pPr marL="342900" indent="-342900" algn="just">
              <a:buFont typeface="Wingdings" panose="05000000000000000000" pitchFamily="2" charset="2"/>
              <a:buChar char="Ø"/>
            </a:pPr>
            <a:r>
              <a:rPr lang="en-US" altLang="en-US" sz="2000" b="1" dirty="0">
                <a:latin typeface="Arial" panose="020B0604020202020204" pitchFamily="34" charset="0"/>
              </a:rPr>
              <a:t> Regulation of Medical Devices</a:t>
            </a:r>
            <a:endParaRPr lang="en-IN" sz="2000" b="1" dirty="0"/>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 </a:t>
            </a:r>
          </a:p>
          <a:p>
            <a:pPr eaLnBrk="1" hangingPunct="1"/>
            <a:endParaRPr lang="en-US" sz="1600" dirty="0">
              <a:latin typeface="Raleway ExtraBold" pitchFamily="34" charset="-52"/>
            </a:endParaRPr>
          </a:p>
        </p:txBody>
      </p:sp>
    </p:spTree>
    <p:extLst>
      <p:ext uri="{BB962C8B-B14F-4D97-AF65-F5344CB8AC3E}">
        <p14:creationId xmlns:p14="http://schemas.microsoft.com/office/powerpoint/2010/main" val="456502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844A225-0C39-41B8-8156-52FA829B56EA}"/>
              </a:ext>
            </a:extLst>
          </p:cNvPr>
          <p:cNvSpPr>
            <a:spLocks noGrp="1"/>
          </p:cNvSpPr>
          <p:nvPr>
            <p:ph type="title"/>
          </p:nvPr>
        </p:nvSpPr>
        <p:spPr>
          <a:xfrm>
            <a:off x="1205327" y="921373"/>
            <a:ext cx="6056313" cy="715962"/>
          </a:xfrm>
        </p:spPr>
        <p:txBody>
          <a:bodyPr>
            <a:normAutofit/>
          </a:bodyPr>
          <a:lstStyle/>
          <a:p>
            <a:pPr algn="ctr" eaLnBrk="1" fontAlgn="auto" hangingPunct="1">
              <a:spcAft>
                <a:spcPts val="0"/>
              </a:spcAft>
              <a:defRPr/>
            </a:pPr>
            <a:r>
              <a:rPr lang="en-US" b="1" dirty="0">
                <a:solidFill>
                  <a:schemeClr val="tx1">
                    <a:lumMod val="75000"/>
                    <a:lumOff val="25000"/>
                  </a:schemeClr>
                </a:solidFill>
                <a:cs typeface="Times New Roman" panose="02020603050405020304" pitchFamily="18" charset="0"/>
              </a:rPr>
              <a:t>Course Outcome </a:t>
            </a:r>
            <a:endParaRPr lang="en-IN" dirty="0">
              <a:solidFill>
                <a:schemeClr val="tx1">
                  <a:lumMod val="75000"/>
                  <a:lumOff val="25000"/>
                </a:schemeClr>
              </a:solidFill>
            </a:endParaRPr>
          </a:p>
        </p:txBody>
      </p:sp>
      <p:graphicFrame>
        <p:nvGraphicFramePr>
          <p:cNvPr id="6" name="Table 5">
            <a:extLst>
              <a:ext uri="{FF2B5EF4-FFF2-40B4-BE49-F238E27FC236}">
                <a16:creationId xmlns:a16="http://schemas.microsoft.com/office/drawing/2014/main" xmlns="" id="{6F774966-ABEE-421A-86C4-FF2E9BD06FAB}"/>
              </a:ext>
            </a:extLst>
          </p:cNvPr>
          <p:cNvGraphicFramePr>
            <a:graphicFrameLocks noGrp="1"/>
          </p:cNvGraphicFramePr>
          <p:nvPr/>
        </p:nvGraphicFramePr>
        <p:xfrm>
          <a:off x="1044989" y="1889125"/>
          <a:ext cx="6376988" cy="3799206"/>
        </p:xfrm>
        <a:graphic>
          <a:graphicData uri="http://schemas.openxmlformats.org/drawingml/2006/table">
            <a:tbl>
              <a:tblPr/>
              <a:tblGrid>
                <a:gridCol w="981075">
                  <a:extLst>
                    <a:ext uri="{9D8B030D-6E8A-4147-A177-3AD203B41FA5}">
                      <a16:colId xmlns:a16="http://schemas.microsoft.com/office/drawing/2014/main" xmlns="" val="20000"/>
                    </a:ext>
                  </a:extLst>
                </a:gridCol>
                <a:gridCol w="4019550">
                  <a:extLst>
                    <a:ext uri="{9D8B030D-6E8A-4147-A177-3AD203B41FA5}">
                      <a16:colId xmlns:a16="http://schemas.microsoft.com/office/drawing/2014/main" xmlns="" val="20001"/>
                    </a:ext>
                  </a:extLst>
                </a:gridCol>
                <a:gridCol w="1376363">
                  <a:extLst>
                    <a:ext uri="{9D8B030D-6E8A-4147-A177-3AD203B41FA5}">
                      <a16:colId xmlns:a16="http://schemas.microsoft.com/office/drawing/2014/main" xmlns="" val="20002"/>
                    </a:ext>
                  </a:extLst>
                </a:gridCol>
              </a:tblGrid>
              <a:tr h="557213">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CO Number</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Title </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Level </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958850">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a:ln>
                            <a:noFill/>
                          </a:ln>
                          <a:solidFill>
                            <a:srgbClr val="FF0000"/>
                          </a:solidFill>
                          <a:effectLst/>
                          <a:latin typeface="Times New Roman" panose="02020603050405020304" pitchFamily="18" charset="0"/>
                          <a:cs typeface="Times New Roman" panose="02020603050405020304" pitchFamily="18" charset="0"/>
                        </a:rPr>
                        <a:t>CO1</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To develop the firm foundation in  science principles and higher level of understanding in each of the biology sub-discipline.</a:t>
                      </a:r>
                      <a:endParaRPr kumimoji="0" lang="en-US" altLang="en-US" sz="1600" b="1" i="0" u="none" strike="noStrike" cap="none" normalizeH="0" baseline="0">
                        <a:ln>
                          <a:noFill/>
                        </a:ln>
                        <a:solidFill>
                          <a:srgbClr val="FF0000"/>
                        </a:solidFill>
                        <a:effectLst/>
                        <a:latin typeface="Times New Roman" panose="02020603050405020304" pitchFamily="18" charset="0"/>
                        <a:cs typeface="Times New Roman" panose="02020603050405020304"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a:ln>
                            <a:noFill/>
                          </a:ln>
                          <a:solidFill>
                            <a:srgbClr val="FF0000"/>
                          </a:solidFill>
                          <a:effectLst/>
                          <a:latin typeface="Times New Roman" panose="02020603050405020304" pitchFamily="18" charset="0"/>
                          <a:cs typeface="Times New Roman" panose="02020603050405020304" pitchFamily="18" charset="0"/>
                        </a:rPr>
                        <a:t>Remember</a:t>
                      </a:r>
                    </a:p>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a:ln>
                            <a:noFill/>
                          </a:ln>
                          <a:solidFill>
                            <a:srgbClr val="FF0000"/>
                          </a:solidFill>
                          <a:effectLst/>
                          <a:latin typeface="Times New Roman" panose="02020603050405020304" pitchFamily="18" charset="0"/>
                          <a:cs typeface="Times New Roman" panose="02020603050405020304" pitchFamily="18" charset="0"/>
                        </a:rPr>
                        <a:t> </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719138">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a:ln>
                            <a:noFill/>
                          </a:ln>
                          <a:solidFill>
                            <a:srgbClr val="FF0000"/>
                          </a:solidFill>
                          <a:effectLst/>
                          <a:latin typeface="Times New Roman" panose="02020603050405020304" pitchFamily="18" charset="0"/>
                          <a:cs typeface="Times New Roman" panose="02020603050405020304" pitchFamily="18" charset="0"/>
                        </a:rPr>
                        <a:t>CO2</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To excel in career as researcher in both traditional and emerging fields of science .</a:t>
                      </a:r>
                      <a:endParaRPr kumimoji="0" lang="en-US" altLang="en-US" sz="1600" b="1" i="0" u="none" strike="noStrike" cap="none" normalizeH="0" baseline="0">
                        <a:ln>
                          <a:noFill/>
                        </a:ln>
                        <a:solidFill>
                          <a:srgbClr val="FF0000"/>
                        </a:solidFill>
                        <a:effectLst/>
                        <a:latin typeface="Times New Roman" panose="02020603050405020304" pitchFamily="18" charset="0"/>
                        <a:cs typeface="Times New Roman" panose="02020603050405020304"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a:ln>
                            <a:noFill/>
                          </a:ln>
                          <a:solidFill>
                            <a:srgbClr val="FF0000"/>
                          </a:solidFill>
                          <a:effectLst/>
                          <a:latin typeface="Times New Roman" panose="02020603050405020304" pitchFamily="18" charset="0"/>
                          <a:cs typeface="Times New Roman" panose="02020603050405020304" pitchFamily="18" charset="0"/>
                        </a:rPr>
                        <a:t>Understand </a:t>
                      </a:r>
                    </a:p>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a:ln>
                            <a:noFill/>
                          </a:ln>
                          <a:solidFill>
                            <a:srgbClr val="FF0000"/>
                          </a:solidFill>
                          <a:effectLst/>
                          <a:latin typeface="Times New Roman" panose="02020603050405020304" pitchFamily="18" charset="0"/>
                          <a:cs typeface="Times New Roman" panose="02020603050405020304" pitchFamily="18" charset="0"/>
                        </a:rPr>
                        <a:t> </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719138">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CO3</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Understand ethical principles and responsibilities for science practices in society.</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Understand</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835025">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CO4</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l" defTabSz="914400" rtl="0" eaLnBrk="1" fontAlgn="base" latinLnBrk="0" hangingPunct="1">
                        <a:lnSpc>
                          <a:spcPct val="115000"/>
                        </a:lnSpc>
                        <a:spcBef>
                          <a:spcPct val="0"/>
                        </a:spcBef>
                        <a:spcAft>
                          <a:spcPts val="100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To learn the new areas of biology for contemporary research with interdisciplinary  approach</a:t>
                      </a:r>
                    </a:p>
                  </a:txBody>
                  <a:tcPr marL="114300" marR="1143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Understand</a:t>
                      </a:r>
                    </a:p>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bl>
          </a:graphicData>
        </a:graphic>
      </p:graphicFrame>
      <p:sp>
        <p:nvSpPr>
          <p:cNvPr id="7" name="Rectangle 6">
            <a:extLst>
              <a:ext uri="{FF2B5EF4-FFF2-40B4-BE49-F238E27FC236}">
                <a16:creationId xmlns:a16="http://schemas.microsoft.com/office/drawing/2014/main" xmlns="" id="{A95C3D83-8F2E-42AB-9062-CA4D5D042D8B}"/>
              </a:ext>
            </a:extLst>
          </p:cNvPr>
          <p:cNvSpPr/>
          <p:nvPr/>
        </p:nvSpPr>
        <p:spPr>
          <a:xfrm>
            <a:off x="8169275" y="5022850"/>
            <a:ext cx="3300413" cy="6731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dirty="0">
                <a:solidFill>
                  <a:schemeClr val="tx1"/>
                </a:solidFill>
                <a:latin typeface="Times New Roman" panose="02020603050405020304" pitchFamily="18" charset="0"/>
                <a:cs typeface="Times New Roman" panose="02020603050405020304" pitchFamily="18" charset="0"/>
              </a:rPr>
              <a:t>Will be covered in this lecture</a:t>
            </a:r>
          </a:p>
        </p:txBody>
      </p:sp>
      <p:cxnSp>
        <p:nvCxnSpPr>
          <p:cNvPr id="8" name="Straight Arrow Connector 7">
            <a:extLst>
              <a:ext uri="{FF2B5EF4-FFF2-40B4-BE49-F238E27FC236}">
                <a16:creationId xmlns:a16="http://schemas.microsoft.com/office/drawing/2014/main" xmlns="" id="{65EE6DA7-3F8E-46CE-A5B7-337A4278EAE8}"/>
              </a:ext>
            </a:extLst>
          </p:cNvPr>
          <p:cNvCxnSpPr>
            <a:cxnSpLocks/>
          </p:cNvCxnSpPr>
          <p:nvPr/>
        </p:nvCxnSpPr>
        <p:spPr>
          <a:xfrm>
            <a:off x="7065963" y="4403725"/>
            <a:ext cx="995362" cy="6953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271" name="Rectangle 9">
            <a:extLst>
              <a:ext uri="{FF2B5EF4-FFF2-40B4-BE49-F238E27FC236}">
                <a16:creationId xmlns:a16="http://schemas.microsoft.com/office/drawing/2014/main" xmlns="" id="{7D66934D-516E-4810-AFFC-286DF459E0F8}"/>
              </a:ext>
            </a:extLst>
          </p:cNvPr>
          <p:cNvSpPr>
            <a:spLocks noChangeArrowheads="1"/>
          </p:cNvSpPr>
          <p:nvPr/>
        </p:nvSpPr>
        <p:spPr bwMode="auto">
          <a:xfrm>
            <a:off x="7440613" y="5808663"/>
            <a:ext cx="47577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IN" altLang="en-US" sz="1200">
                <a:latin typeface="Times New Roman" panose="02020603050405020304" pitchFamily="18" charset="0"/>
                <a:cs typeface="Times New Roman" panose="02020603050405020304" pitchFamily="18" charset="0"/>
                <a:hlinkClick r:id="rId2"/>
              </a:rPr>
              <a:t>https://images.app.goo.gl/5obqqxo93P2UBmdU6</a:t>
            </a:r>
            <a:r>
              <a:rPr lang="en-IN" altLang="en-US" sz="1200">
                <a:latin typeface="Times New Roman" panose="02020603050405020304" pitchFamily="18" charset="0"/>
                <a:cs typeface="Times New Roman" panose="02020603050405020304" pitchFamily="18" charset="0"/>
              </a:rPr>
              <a:t> </a:t>
            </a:r>
          </a:p>
        </p:txBody>
      </p:sp>
      <p:pic>
        <p:nvPicPr>
          <p:cNvPr id="10272" name="Picture 3">
            <a:extLst>
              <a:ext uri="{FF2B5EF4-FFF2-40B4-BE49-F238E27FC236}">
                <a16:creationId xmlns:a16="http://schemas.microsoft.com/office/drawing/2014/main" xmlns="" id="{1185B659-D744-4388-BAE3-B680E0F01E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45026"/>
          <a:stretch>
            <a:fillRect/>
          </a:stretch>
        </p:blipFill>
        <p:spPr bwMode="auto">
          <a:xfrm>
            <a:off x="7720013" y="1889125"/>
            <a:ext cx="4198937" cy="294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86CAAAA-1DAB-4779-A8F8-3B8B853C067E}"/>
              </a:ext>
            </a:extLst>
          </p:cNvPr>
          <p:cNvSpPr>
            <a:spLocks noGrp="1"/>
          </p:cNvSpPr>
          <p:nvPr>
            <p:ph type="title"/>
          </p:nvPr>
        </p:nvSpPr>
        <p:spPr>
          <a:xfrm>
            <a:off x="1134649" y="595792"/>
            <a:ext cx="10018712" cy="964649"/>
          </a:xfrm>
        </p:spPr>
        <p:txBody>
          <a:bodyPr/>
          <a:lstStyle/>
          <a:p>
            <a:pPr algn="ctr">
              <a:defRPr/>
            </a:pPr>
            <a:r>
              <a:rPr lang="en-US" sz="4400" b="1" dirty="0">
                <a:solidFill>
                  <a:schemeClr val="tx1">
                    <a:lumMod val="75000"/>
                    <a:lumOff val="25000"/>
                  </a:schemeClr>
                </a:solidFill>
                <a:cs typeface="Times New Roman" panose="02020603050405020304" pitchFamily="18" charset="0"/>
              </a:rPr>
              <a:t>SYLLABUS</a:t>
            </a:r>
            <a:endParaRPr lang="en-IN" dirty="0"/>
          </a:p>
        </p:txBody>
      </p:sp>
      <p:sp>
        <p:nvSpPr>
          <p:cNvPr id="11267" name="Content Placeholder 2">
            <a:extLst>
              <a:ext uri="{FF2B5EF4-FFF2-40B4-BE49-F238E27FC236}">
                <a16:creationId xmlns:a16="http://schemas.microsoft.com/office/drawing/2014/main" xmlns="" id="{F2A3BAA2-2588-43A9-8606-0FB507D22537}"/>
              </a:ext>
            </a:extLst>
          </p:cNvPr>
          <p:cNvSpPr>
            <a:spLocks noGrp="1" noChangeArrowheads="1"/>
          </p:cNvSpPr>
          <p:nvPr>
            <p:ph idx="1"/>
          </p:nvPr>
        </p:nvSpPr>
        <p:spPr/>
        <p:txBody>
          <a:bodyPr/>
          <a:lstStyle/>
          <a:p>
            <a:endParaRPr lang="en-IN" altLang="en-US"/>
          </a:p>
        </p:txBody>
      </p:sp>
      <p:graphicFrame>
        <p:nvGraphicFramePr>
          <p:cNvPr id="4" name="Content Placeholder 9">
            <a:extLst>
              <a:ext uri="{FF2B5EF4-FFF2-40B4-BE49-F238E27FC236}">
                <a16:creationId xmlns:a16="http://schemas.microsoft.com/office/drawing/2014/main" xmlns="" id="{133B9873-0D72-4F00-B232-68A50C2F664D}"/>
              </a:ext>
            </a:extLst>
          </p:cNvPr>
          <p:cNvGraphicFramePr>
            <a:graphicFrameLocks noGrp="1"/>
          </p:cNvGraphicFramePr>
          <p:nvPr/>
        </p:nvGraphicFramePr>
        <p:xfrm>
          <a:off x="901382" y="1706145"/>
          <a:ext cx="10485247" cy="4680295"/>
        </p:xfrm>
        <a:graphic>
          <a:graphicData uri="http://schemas.openxmlformats.org/drawingml/2006/table">
            <a:tbl>
              <a:tblPr/>
              <a:tblGrid>
                <a:gridCol w="2018630">
                  <a:extLst>
                    <a:ext uri="{9D8B030D-6E8A-4147-A177-3AD203B41FA5}">
                      <a16:colId xmlns:a16="http://schemas.microsoft.com/office/drawing/2014/main" xmlns="" val="20000"/>
                    </a:ext>
                  </a:extLst>
                </a:gridCol>
                <a:gridCol w="6128994">
                  <a:extLst>
                    <a:ext uri="{9D8B030D-6E8A-4147-A177-3AD203B41FA5}">
                      <a16:colId xmlns:a16="http://schemas.microsoft.com/office/drawing/2014/main" xmlns="" val="20001"/>
                    </a:ext>
                  </a:extLst>
                </a:gridCol>
                <a:gridCol w="2337623">
                  <a:extLst>
                    <a:ext uri="{9D8B030D-6E8A-4147-A177-3AD203B41FA5}">
                      <a16:colId xmlns:a16="http://schemas.microsoft.com/office/drawing/2014/main" xmlns="" val="20002"/>
                    </a:ext>
                  </a:extLst>
                </a:gridCol>
              </a:tblGrid>
              <a:tr h="433161">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rgbClr val="FFFFFF"/>
                          </a:solidFill>
                          <a:effectLst/>
                          <a:latin typeface="Arial" panose="020B0604020202020204" pitchFamily="34" charset="0"/>
                        </a:rPr>
                        <a:t>Unit-2</a:t>
                      </a:r>
                      <a:endParaRPr kumimoji="0" lang="en-IN" altLang="en-US" sz="1800" b="1" i="0" u="none" strike="noStrike" cap="none" normalizeH="0" baseline="0" dirty="0">
                        <a:ln>
                          <a:noFill/>
                        </a:ln>
                        <a:solidFill>
                          <a:srgbClr val="FFFFFF"/>
                        </a:solidFill>
                        <a:effectLst/>
                        <a:latin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a:ln>
                            <a:noFill/>
                          </a:ln>
                          <a:solidFill>
                            <a:srgbClr val="FFFFFF"/>
                          </a:solidFill>
                          <a:effectLst/>
                          <a:latin typeface="Arial" panose="020B0604020202020204" pitchFamily="34" charset="0"/>
                        </a:rPr>
                        <a:t>        Biosensors and measurement system</a:t>
                      </a:r>
                      <a:endParaRPr kumimoji="0" lang="en-IN" altLang="en-US" sz="1800" b="1" i="0" u="none" strike="noStrike" cap="none" normalizeH="0" baseline="0">
                        <a:ln>
                          <a:noFill/>
                        </a:ln>
                        <a:solidFill>
                          <a:srgbClr val="FFFFFF"/>
                        </a:solidFill>
                        <a:effectLst/>
                        <a:latin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rgbClr val="FFFFFF"/>
                          </a:solidFill>
                          <a:effectLst/>
                          <a:latin typeface="Arial" panose="020B0604020202020204" pitchFamily="34" charset="0"/>
                        </a:rPr>
                        <a:t>Contact Hours: 15</a:t>
                      </a:r>
                      <a:endParaRPr kumimoji="0" lang="en-IN" altLang="en-US" sz="1800" b="1" i="0" u="none" strike="noStrike" cap="none" normalizeH="0" baseline="0" dirty="0">
                        <a:ln>
                          <a:noFill/>
                        </a:ln>
                        <a:solidFill>
                          <a:srgbClr val="FFFFFF"/>
                        </a:solidFill>
                        <a:effectLst/>
                        <a:latin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xmlns="" val="10000"/>
                  </a:ext>
                </a:extLst>
              </a:tr>
              <a:tr h="4013016">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just"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Chapter 1</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60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Medical Instrumentation</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endPar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Chapter 2</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Measurement System</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endParaRPr kumimoji="0" lang="en-US" altLang="en-US" sz="1100" b="1"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Chapter 3</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Biological Sensor</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ea typeface="SimSun" panose="02010600030101010101" pitchFamily="2" charset="-122"/>
                        </a:rPr>
                        <a:t> </a:t>
                      </a:r>
                      <a:endParaRPr kumimoji="0" lang="en-IN" altLang="en-US" sz="1600" b="0" i="0" u="none" strike="noStrike" cap="none" normalizeH="0" baseline="0" dirty="0">
                        <a:ln>
                          <a:noFill/>
                        </a:ln>
                        <a:solidFill>
                          <a:schemeClr val="tx1"/>
                        </a:solidFill>
                        <a:effectLst/>
                        <a:latin typeface="Arial" panose="020B0604020202020204" pitchFamily="34" charset="0"/>
                        <a:ea typeface="SimSun" panose="02010600030101010101"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gridSpan="2">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just" defTabSz="457200" rtl="0" eaLnBrk="1" fontAlgn="base" latinLnBrk="0" hangingPunct="1">
                        <a:lnSpc>
                          <a:spcPct val="90000"/>
                        </a:lnSpc>
                        <a:spcBef>
                          <a:spcPts val="600"/>
                        </a:spcBef>
                        <a:spcAft>
                          <a:spcPct val="0"/>
                        </a:spcAft>
                        <a:buClr>
                          <a:schemeClr val="accent1"/>
                        </a:buClr>
                        <a:buSzPct val="100000"/>
                        <a:buFont typeface="Calibri" panose="020F0502020204030204" pitchFamily="34" charset="0"/>
                        <a:buNone/>
                        <a:tabLst/>
                      </a:pPr>
                      <a:endParaRPr kumimoji="0" lang="en-US" altLang="en-US" sz="100" b="1" i="0" u="none" strike="noStrike" cap="none" normalizeH="0" baseline="0" dirty="0">
                        <a:ln>
                          <a:noFill/>
                        </a:ln>
                        <a:solidFill>
                          <a:srgbClr val="404040"/>
                        </a:solidFill>
                        <a:effectLst/>
                        <a:latin typeface="Arial" panose="020B0604020202020204" pitchFamily="34" charset="0"/>
                      </a:endParaRPr>
                    </a:p>
                    <a:p>
                      <a:pPr marL="0" marR="0" lvl="0" indent="0" algn="just" defTabSz="457200" rtl="0" eaLnBrk="1" fontAlgn="base" latinLnBrk="0" hangingPunct="1">
                        <a:lnSpc>
                          <a:spcPct val="90000"/>
                        </a:lnSpc>
                        <a:spcBef>
                          <a:spcPts val="600"/>
                        </a:spcBef>
                        <a:spcAft>
                          <a:spcPts val="600"/>
                        </a:spcAft>
                        <a:buClr>
                          <a:schemeClr val="accent1"/>
                        </a:buClr>
                        <a:buSzPct val="100000"/>
                        <a:buFont typeface="Calibri" panose="020F0502020204030204" pitchFamily="34" charset="0"/>
                        <a:buNone/>
                        <a:tabLst/>
                      </a:pPr>
                      <a:r>
                        <a:rPr kumimoji="0" lang="en-US" altLang="en-US" sz="1800" b="1" i="0" u="none" strike="noStrike" cap="none" normalizeH="0" baseline="0" dirty="0">
                          <a:ln>
                            <a:noFill/>
                          </a:ln>
                          <a:solidFill>
                            <a:srgbClr val="404040"/>
                          </a:solidFill>
                          <a:effectLst/>
                          <a:latin typeface="Arial" panose="020B0604020202020204" pitchFamily="34" charset="0"/>
                        </a:rPr>
                        <a:t>Medical Instrumentation: </a:t>
                      </a:r>
                      <a:r>
                        <a:rPr kumimoji="0" lang="en-US" altLang="en-US" sz="1800" b="0" i="0" u="none" strike="noStrike" cap="none" normalizeH="0" baseline="0" dirty="0">
                          <a:ln>
                            <a:noFill/>
                          </a:ln>
                          <a:solidFill>
                            <a:srgbClr val="404040"/>
                          </a:solidFill>
                          <a:effectLst/>
                          <a:latin typeface="Arial" panose="020B0604020202020204" pitchFamily="34" charset="0"/>
                        </a:rPr>
                        <a:t>Sources of biomedical Signals, Basic medical Instrumentation system, Performance requirements of medical Instrumentation System, Microprocessors in Medical instruments, PC base medical Instruments, General constraints in the design of medical Instrumentation system, Regulation of Medical Devices.</a:t>
                      </a:r>
                      <a:endParaRPr kumimoji="0" lang="en-IN" altLang="en-US" sz="1800" b="0" i="0" u="none" strike="noStrike" cap="none" normalizeH="0" baseline="0" dirty="0">
                        <a:ln>
                          <a:noFill/>
                        </a:ln>
                        <a:solidFill>
                          <a:srgbClr val="404040"/>
                        </a:solidFill>
                        <a:effectLst/>
                        <a:latin typeface="Arial" panose="020B0604020202020204" pitchFamily="34" charset="0"/>
                      </a:endParaRPr>
                    </a:p>
                    <a:p>
                      <a:pPr marL="0" marR="0" lvl="0" indent="0" algn="just" defTabSz="457200" rtl="0" eaLnBrk="1" fontAlgn="base" latinLnBrk="0" hangingPunct="1">
                        <a:lnSpc>
                          <a:spcPct val="90000"/>
                        </a:lnSpc>
                        <a:spcBef>
                          <a:spcPts val="600"/>
                        </a:spcBef>
                        <a:spcAft>
                          <a:spcPts val="600"/>
                        </a:spcAft>
                        <a:buClr>
                          <a:schemeClr val="accent1"/>
                        </a:buClr>
                        <a:buSzPct val="100000"/>
                        <a:buFont typeface="Calibri" panose="020F0502020204030204" pitchFamily="34" charset="0"/>
                        <a:buNone/>
                        <a:tabLst/>
                      </a:pPr>
                      <a:r>
                        <a:rPr kumimoji="0" lang="en-US" altLang="en-US" sz="1800" b="1" i="0" u="none" strike="noStrike" cap="none" normalizeH="0" baseline="0" dirty="0">
                          <a:ln>
                            <a:noFill/>
                          </a:ln>
                          <a:solidFill>
                            <a:srgbClr val="404040"/>
                          </a:solidFill>
                          <a:effectLst/>
                          <a:latin typeface="Arial" panose="020B0604020202020204" pitchFamily="34" charset="0"/>
                        </a:rPr>
                        <a:t>Measurement System: </a:t>
                      </a:r>
                      <a:r>
                        <a:rPr kumimoji="0" lang="en-US" altLang="en-US" sz="1800" b="0" i="0" u="none" strike="noStrike" cap="none" normalizeH="0" baseline="0" dirty="0">
                          <a:ln>
                            <a:noFill/>
                          </a:ln>
                          <a:solidFill>
                            <a:srgbClr val="404040"/>
                          </a:solidFill>
                          <a:effectLst/>
                          <a:latin typeface="Arial" panose="020B0604020202020204" pitchFamily="34" charset="0"/>
                        </a:rPr>
                        <a:t>Specification of instruments, Statics &amp; Dynamic characteristics of medical instruments, Classification of errors. Statistical analysis, Reliability, Accuracy, Fidelity, Speed of responses, Linearization of technique, and Data Acquisition System.</a:t>
                      </a:r>
                      <a:endParaRPr kumimoji="0" lang="en-IN" altLang="en-US" sz="1800" b="0" i="0" u="none" strike="noStrike" cap="none" normalizeH="0" baseline="0" dirty="0">
                        <a:ln>
                          <a:noFill/>
                        </a:ln>
                        <a:solidFill>
                          <a:srgbClr val="404040"/>
                        </a:solidFill>
                        <a:effectLst/>
                        <a:latin typeface="Arial" panose="020B0604020202020204" pitchFamily="34" charset="0"/>
                      </a:endParaRPr>
                    </a:p>
                    <a:p>
                      <a:pPr marL="0" marR="0" lvl="0" indent="0" algn="just" defTabSz="457200" rtl="0" eaLnBrk="1" fontAlgn="base" latinLnBrk="0" hangingPunct="1">
                        <a:lnSpc>
                          <a:spcPct val="90000"/>
                        </a:lnSpc>
                        <a:spcBef>
                          <a:spcPts val="600"/>
                        </a:spcBef>
                        <a:spcAft>
                          <a:spcPts val="600"/>
                        </a:spcAft>
                        <a:buClr>
                          <a:schemeClr val="accent1"/>
                        </a:buClr>
                        <a:buSzPct val="100000"/>
                        <a:buFont typeface="Calibri" panose="020F0502020204030204" pitchFamily="34" charset="0"/>
                        <a:buNone/>
                        <a:tabLst/>
                      </a:pPr>
                      <a:r>
                        <a:rPr kumimoji="0" lang="en-US" altLang="en-US" sz="1800" b="1" i="0" u="none" strike="noStrike" cap="none" normalizeH="0" baseline="0" dirty="0">
                          <a:ln>
                            <a:noFill/>
                          </a:ln>
                          <a:solidFill>
                            <a:srgbClr val="404040"/>
                          </a:solidFill>
                          <a:effectLst/>
                          <a:latin typeface="Arial" panose="020B0604020202020204" pitchFamily="34" charset="0"/>
                        </a:rPr>
                        <a:t>Biological sensors: </a:t>
                      </a:r>
                      <a:r>
                        <a:rPr kumimoji="0" lang="en-US" altLang="en-US" sz="1800" b="0" i="0" u="none" strike="noStrike" cap="none" normalizeH="0" baseline="0" dirty="0">
                          <a:ln>
                            <a:noFill/>
                          </a:ln>
                          <a:solidFill>
                            <a:srgbClr val="404040"/>
                          </a:solidFill>
                          <a:effectLst/>
                          <a:latin typeface="Arial" panose="020B0604020202020204" pitchFamily="34" charset="0"/>
                        </a:rPr>
                        <a:t>Sensors/ receptors in the human body, basic organization of the nervous system- neural mechanism, Chemoreceptor: hot and cold receptors, sensors for smell, sound, vision, Ion exchange membrane electrodes, enzyme, glucose sensors, immunosensors, &amp; biosensors &amp; applications of biosensors.</a:t>
                      </a:r>
                      <a:endParaRPr kumimoji="0" lang="en-IN" altLang="en-US" sz="1800" b="0" i="0" u="none" strike="noStrike" cap="none" normalizeH="0" baseline="0" dirty="0">
                        <a:ln>
                          <a:noFill/>
                        </a:ln>
                        <a:solidFill>
                          <a:srgbClr val="000000"/>
                        </a:solidFill>
                        <a:effectLst/>
                        <a:latin typeface="Arial" panose="020B0604020202020204" pitchFamily="34"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CFCC"/>
                    </a:solidFill>
                  </a:tcPr>
                </a:tc>
                <a:tc hMerge="1">
                  <a:txBody>
                    <a:bodyPr/>
                    <a:lstStyle/>
                    <a:p>
                      <a:endParaRPr lang="en-IN"/>
                    </a:p>
                  </a:txBody>
                  <a:tcPr/>
                </a:tc>
                <a:extLst>
                  <a:ext uri="{0D108BD9-81ED-4DB2-BD59-A6C34878D82A}">
                    <a16:rowId xmlns:a16="http://schemas.microsoft.com/office/drawing/2014/main" xmlns="" val="10001"/>
                  </a:ext>
                </a:extLst>
              </a:tr>
            </a:tbl>
          </a:graphicData>
        </a:graphic>
      </p:graphicFrame>
      <p:pic>
        <p:nvPicPr>
          <p:cNvPr id="6" name="Picture 5">
            <a:extLst>
              <a:ext uri="{FF2B5EF4-FFF2-40B4-BE49-F238E27FC236}">
                <a16:creationId xmlns:a16="http://schemas.microsoft.com/office/drawing/2014/main" xmlns="" id="{886743DF-A2AA-40B4-9D51-6578F86F63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63375" y="5219700"/>
            <a:ext cx="428625" cy="16383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C75E2B7-71D5-47C9-BCA8-17C999924FB2}"/>
              </a:ext>
            </a:extLst>
          </p:cNvPr>
          <p:cNvSpPr>
            <a:spLocks noGrp="1"/>
          </p:cNvSpPr>
          <p:nvPr>
            <p:ph type="title"/>
          </p:nvPr>
        </p:nvSpPr>
        <p:spPr/>
        <p:txBody>
          <a:bodyPr/>
          <a:lstStyle/>
          <a:p>
            <a:pPr algn="ctr"/>
            <a:r>
              <a:rPr kumimoji="0" lang="en-US" altLang="en-US" sz="6000" b="0" i="0" u="none" strike="noStrike" cap="none" normalizeH="0" baseline="0" dirty="0">
                <a:ln>
                  <a:noFill/>
                </a:ln>
                <a:solidFill>
                  <a:schemeClr val="accent1"/>
                </a:solidFill>
                <a:effectLst/>
              </a:rPr>
              <a:t>General constraints in design of Medical Instrumentation System</a:t>
            </a:r>
            <a:endParaRPr lang="en-IN" dirty="0"/>
          </a:p>
        </p:txBody>
      </p:sp>
    </p:spTree>
    <p:extLst>
      <p:ext uri="{BB962C8B-B14F-4D97-AF65-F5344CB8AC3E}">
        <p14:creationId xmlns:p14="http://schemas.microsoft.com/office/powerpoint/2010/main" val="4871497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xmlns="" id="{84B7FCBA-1AA7-46E4-9005-A875BBCB89A7}"/>
              </a:ext>
            </a:extLst>
          </p:cNvPr>
          <p:cNvGraphicFramePr/>
          <p:nvPr/>
        </p:nvGraphicFramePr>
        <p:xfrm>
          <a:off x="958575" y="516835"/>
          <a:ext cx="10868989" cy="607280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124036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xmlns="" id="{8CBBE58D-AC09-42D0-862F-EA8C9BF82086}"/>
              </a:ext>
            </a:extLst>
          </p:cNvPr>
          <p:cNvGraphicFramePr/>
          <p:nvPr/>
        </p:nvGraphicFramePr>
        <p:xfrm>
          <a:off x="1057966" y="293205"/>
          <a:ext cx="10759659" cy="62715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900093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xmlns="" id="{A1F576CD-6897-435C-B89B-61499BF998B8}"/>
              </a:ext>
            </a:extLst>
          </p:cNvPr>
          <p:cNvGraphicFramePr/>
          <p:nvPr/>
        </p:nvGraphicFramePr>
        <p:xfrm>
          <a:off x="1057965" y="526774"/>
          <a:ext cx="10570817" cy="561155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663485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56F84C5-098D-47D9-896B-6019B40217F1}"/>
              </a:ext>
            </a:extLst>
          </p:cNvPr>
          <p:cNvSpPr>
            <a:spLocks noGrp="1"/>
          </p:cNvSpPr>
          <p:nvPr>
            <p:ph type="title"/>
          </p:nvPr>
        </p:nvSpPr>
        <p:spPr/>
        <p:txBody>
          <a:bodyPr/>
          <a:lstStyle/>
          <a:p>
            <a:r>
              <a:rPr kumimoji="0" lang="en-US" altLang="en-US" sz="6000" b="0" i="0" u="none" strike="noStrike" cap="none" normalizeH="0" baseline="0" dirty="0">
                <a:ln>
                  <a:noFill/>
                </a:ln>
                <a:solidFill>
                  <a:schemeClr val="accent1"/>
                </a:solidFill>
                <a:effectLst/>
                <a:latin typeface="Arial" panose="020B0604020202020204" pitchFamily="34" charset="0"/>
              </a:rPr>
              <a:t>Regulation of Medical Devices</a:t>
            </a:r>
            <a:endParaRPr lang="en-IN" dirty="0"/>
          </a:p>
        </p:txBody>
      </p:sp>
    </p:spTree>
    <p:extLst>
      <p:ext uri="{BB962C8B-B14F-4D97-AF65-F5344CB8AC3E}">
        <p14:creationId xmlns:p14="http://schemas.microsoft.com/office/powerpoint/2010/main" val="25139381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xmlns="" id="{CEF37523-4AC7-48DC-884B-A2EC01E01CC2}"/>
              </a:ext>
            </a:extLst>
          </p:cNvPr>
          <p:cNvGraphicFramePr/>
          <p:nvPr>
            <p:extLst>
              <p:ext uri="{D42A27DB-BD31-4B8C-83A1-F6EECF244321}">
                <p14:modId xmlns:p14="http://schemas.microsoft.com/office/powerpoint/2010/main" val="1766245995"/>
              </p:ext>
            </p:extLst>
          </p:nvPr>
        </p:nvGraphicFramePr>
        <p:xfrm>
          <a:off x="952209" y="372140"/>
          <a:ext cx="10769596" cy="62200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734714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xmlns="" id="{CC9C43D3-85EA-44FD-AA6C-04AB88FB0C9D}"/>
              </a:ext>
            </a:extLst>
          </p:cNvPr>
          <p:cNvGraphicFramePr/>
          <p:nvPr>
            <p:extLst>
              <p:ext uri="{D42A27DB-BD31-4B8C-83A1-F6EECF244321}">
                <p14:modId xmlns:p14="http://schemas.microsoft.com/office/powerpoint/2010/main" val="1716399358"/>
              </p:ext>
            </p:extLst>
          </p:nvPr>
        </p:nvGraphicFramePr>
        <p:xfrm>
          <a:off x="931883" y="568960"/>
          <a:ext cx="10802917" cy="58850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509139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xmlns="" id="{D6405124-6E58-402C-BBD0-F0661B7B902C}"/>
              </a:ext>
            </a:extLst>
          </p:cNvPr>
          <p:cNvGraphicFramePr/>
          <p:nvPr>
            <p:extLst>
              <p:ext uri="{D42A27DB-BD31-4B8C-83A1-F6EECF244321}">
                <p14:modId xmlns:p14="http://schemas.microsoft.com/office/powerpoint/2010/main" val="1724885003"/>
              </p:ext>
            </p:extLst>
          </p:nvPr>
        </p:nvGraphicFramePr>
        <p:xfrm>
          <a:off x="952205" y="318977"/>
          <a:ext cx="10769599" cy="624131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409051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D5D841D-C160-45BE-ADAC-19A2FF932B39}"/>
              </a:ext>
            </a:extLst>
          </p:cNvPr>
          <p:cNvSpPr>
            <a:spLocks noGrp="1"/>
          </p:cNvSpPr>
          <p:nvPr>
            <p:ph type="title"/>
          </p:nvPr>
        </p:nvSpPr>
        <p:spPr>
          <a:xfrm>
            <a:off x="1041990" y="90565"/>
            <a:ext cx="10311809" cy="910782"/>
          </a:xfrm>
        </p:spPr>
        <p:txBody>
          <a:bodyPr/>
          <a:lstStyle/>
          <a:p>
            <a:pPr algn="ctr"/>
            <a:r>
              <a:rPr lang="en-IN" b="1" dirty="0">
                <a:solidFill>
                  <a:schemeClr val="accent6"/>
                </a:solidFill>
                <a:effectLst>
                  <a:outerShdw blurRad="38100" dist="38100" dir="2700000" algn="tl">
                    <a:srgbClr val="000000">
                      <a:alpha val="43137"/>
                    </a:srgbClr>
                  </a:outerShdw>
                </a:effectLst>
              </a:rPr>
              <a:t>Types of Standards</a:t>
            </a:r>
          </a:p>
        </p:txBody>
      </p:sp>
      <p:graphicFrame>
        <p:nvGraphicFramePr>
          <p:cNvPr id="3" name="Diagram 2">
            <a:extLst>
              <a:ext uri="{FF2B5EF4-FFF2-40B4-BE49-F238E27FC236}">
                <a16:creationId xmlns:a16="http://schemas.microsoft.com/office/drawing/2014/main" xmlns="" id="{94D51CB6-877C-4623-892F-F37C66CD2011}"/>
              </a:ext>
            </a:extLst>
          </p:cNvPr>
          <p:cNvGraphicFramePr/>
          <p:nvPr>
            <p:extLst>
              <p:ext uri="{D42A27DB-BD31-4B8C-83A1-F6EECF244321}">
                <p14:modId xmlns:p14="http://schemas.microsoft.com/office/powerpoint/2010/main" val="1499922852"/>
              </p:ext>
            </p:extLst>
          </p:nvPr>
        </p:nvGraphicFramePr>
        <p:xfrm>
          <a:off x="933539" y="1097280"/>
          <a:ext cx="10791101" cy="55382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662781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xmlns="" id="{927292E6-70B0-4190-977B-5A55D61AA841}"/>
              </a:ext>
            </a:extLst>
          </p:cNvPr>
          <p:cNvGraphicFramePr/>
          <p:nvPr>
            <p:extLst>
              <p:ext uri="{D42A27DB-BD31-4B8C-83A1-F6EECF244321}">
                <p14:modId xmlns:p14="http://schemas.microsoft.com/office/powerpoint/2010/main" val="1467824249"/>
              </p:ext>
            </p:extLst>
          </p:nvPr>
        </p:nvGraphicFramePr>
        <p:xfrm>
          <a:off x="870923" y="584790"/>
          <a:ext cx="10854662" cy="50717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933402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xmlns="" id="{967C54E3-AA59-453C-B39F-68C6AA450237}"/>
              </a:ext>
            </a:extLst>
          </p:cNvPr>
          <p:cNvGraphicFramePr/>
          <p:nvPr>
            <p:extLst>
              <p:ext uri="{D42A27DB-BD31-4B8C-83A1-F6EECF244321}">
                <p14:modId xmlns:p14="http://schemas.microsoft.com/office/powerpoint/2010/main" val="1782326358"/>
              </p:ext>
            </p:extLst>
          </p:nvPr>
        </p:nvGraphicFramePr>
        <p:xfrm>
          <a:off x="922198" y="570811"/>
          <a:ext cx="10780231" cy="582998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553472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xmlns="" id="{9F39B35E-6C9E-4255-87B0-64B31AE7D92C}"/>
              </a:ext>
            </a:extLst>
          </p:cNvPr>
          <p:cNvGraphicFramePr/>
          <p:nvPr>
            <p:extLst>
              <p:ext uri="{D42A27DB-BD31-4B8C-83A1-F6EECF244321}">
                <p14:modId xmlns:p14="http://schemas.microsoft.com/office/powerpoint/2010/main" val="39576417"/>
              </p:ext>
            </p:extLst>
          </p:nvPr>
        </p:nvGraphicFramePr>
        <p:xfrm>
          <a:off x="1022853" y="508000"/>
          <a:ext cx="10722107" cy="60097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711671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a:extLst>
              <a:ext uri="{FF2B5EF4-FFF2-40B4-BE49-F238E27FC236}">
                <a16:creationId xmlns:a16="http://schemas.microsoft.com/office/drawing/2014/main" xmlns="" id="{E6D7DEEF-E0CF-48A4-B72D-B5BB3E51E980}"/>
              </a:ext>
            </a:extLst>
          </p:cNvPr>
          <p:cNvSpPr>
            <a:spLocks noGrp="1" noChangeArrowheads="1"/>
          </p:cNvSpPr>
          <p:nvPr>
            <p:ph type="title"/>
          </p:nvPr>
        </p:nvSpPr>
        <p:spPr>
          <a:xfrm>
            <a:off x="1701800" y="352425"/>
            <a:ext cx="9494838" cy="974725"/>
          </a:xfrm>
        </p:spPr>
        <p:txBody>
          <a:bodyPr/>
          <a:lstStyle/>
          <a:p>
            <a:pPr algn="ctr"/>
            <a:r>
              <a:rPr lang="en-IN" altLang="en-US" dirty="0">
                <a:ln>
                  <a:noFill/>
                </a:ln>
              </a:rPr>
              <a:t>REFERENCES</a:t>
            </a:r>
          </a:p>
        </p:txBody>
      </p:sp>
      <p:sp>
        <p:nvSpPr>
          <p:cNvPr id="3" name="Content Placeholder 2">
            <a:extLst>
              <a:ext uri="{FF2B5EF4-FFF2-40B4-BE49-F238E27FC236}">
                <a16:creationId xmlns:a16="http://schemas.microsoft.com/office/drawing/2014/main" xmlns="" id="{EAC403A0-C204-4BCF-ACA6-EAB912120CF5}"/>
              </a:ext>
            </a:extLst>
          </p:cNvPr>
          <p:cNvSpPr>
            <a:spLocks noGrp="1"/>
          </p:cNvSpPr>
          <p:nvPr>
            <p:ph idx="1"/>
          </p:nvPr>
        </p:nvSpPr>
        <p:spPr>
          <a:xfrm>
            <a:off x="883603" y="1327150"/>
            <a:ext cx="10828042" cy="5318125"/>
          </a:xfrm>
        </p:spPr>
        <p:txBody>
          <a:bodyPr>
            <a:normAutofit fontScale="92500" lnSpcReduction="10000"/>
          </a:bodyPr>
          <a:lstStyle/>
          <a:p>
            <a:pPr marL="265113" indent="-265113" algn="just">
              <a:buFont typeface="Courier New" panose="02070309020205020404" pitchFamily="49" charset="0"/>
              <a:buChar char="o"/>
              <a:defRPr/>
            </a:pPr>
            <a:r>
              <a:rPr lang="en-IN" sz="1800" dirty="0"/>
              <a:t>C. R. Balamurugan and D. </a:t>
            </a:r>
            <a:r>
              <a:rPr lang="en-IN" sz="1800" dirty="0" err="1"/>
              <a:t>Periazhaagar</a:t>
            </a:r>
            <a:r>
              <a:rPr lang="en-IN" sz="1800" dirty="0"/>
              <a:t> Basics of Biomedical Instrumentation. Magnus Publications, Chennai ISBN: 978-81-939626-7-1</a:t>
            </a:r>
          </a:p>
          <a:p>
            <a:pPr marL="265113" indent="-265113" algn="just">
              <a:buFont typeface="Courier New" panose="02070309020205020404" pitchFamily="49" charset="0"/>
              <a:buChar char="o"/>
              <a:defRPr/>
            </a:pPr>
            <a:r>
              <a:rPr lang="en-IN" sz="1800" dirty="0"/>
              <a:t>Gupta, P.K.. Cytology, Genetics and Molecular Biology, Rastogi Publishers, Meerut, 1993.</a:t>
            </a:r>
          </a:p>
          <a:p>
            <a:pPr marL="265113" indent="-265113" algn="just">
              <a:buFont typeface="Courier New" panose="02070309020205020404" pitchFamily="49" charset="0"/>
              <a:buChar char="o"/>
              <a:defRPr/>
            </a:pPr>
            <a:r>
              <a:rPr lang="en-IN" sz="1800" dirty="0" err="1"/>
              <a:t>Roit</a:t>
            </a:r>
            <a:r>
              <a:rPr lang="en-IN" sz="1800" dirty="0"/>
              <a:t> I.M., </a:t>
            </a:r>
            <a:r>
              <a:rPr lang="en-IN" sz="1800" dirty="0" err="1"/>
              <a:t>Brostoff</a:t>
            </a:r>
            <a:r>
              <a:rPr lang="en-IN" sz="1800" dirty="0"/>
              <a:t> J. and Male D. Mosby .Immunology (6 </a:t>
            </a:r>
            <a:r>
              <a:rPr lang="en-IN" sz="1800" dirty="0" err="1"/>
              <a:t>th</a:t>
            </a:r>
            <a:r>
              <a:rPr lang="en-IN" sz="1800" dirty="0"/>
              <a:t> Edition) by, An imprint of Elsevier Sci Ltd., 2002.</a:t>
            </a:r>
          </a:p>
          <a:p>
            <a:pPr marL="265113" indent="-265113" algn="just">
              <a:buFont typeface="Courier New" panose="02070309020205020404" pitchFamily="49" charset="0"/>
              <a:buChar char="o"/>
              <a:defRPr/>
            </a:pPr>
            <a:r>
              <a:rPr lang="en-IN" sz="1800" dirty="0"/>
              <a:t>G. Webster , Medical Instrumentation: Application And Design, 3rd edition ,Wiley Publishers</a:t>
            </a:r>
          </a:p>
          <a:p>
            <a:pPr marL="265113" indent="-265113" algn="just">
              <a:buFont typeface="Courier New" panose="02070309020205020404" pitchFamily="49" charset="0"/>
              <a:buChar char="o"/>
              <a:defRPr/>
            </a:pPr>
            <a:r>
              <a:rPr lang="en-IN" sz="1800" dirty="0"/>
              <a:t>D Reddy, Biomedical Signal Processing, Tata </a:t>
            </a:r>
            <a:r>
              <a:rPr lang="en-IN" sz="1800" dirty="0" err="1"/>
              <a:t>Mcgraw</a:t>
            </a:r>
            <a:r>
              <a:rPr lang="en-IN" sz="1800" dirty="0"/>
              <a:t> Hill Publications. </a:t>
            </a:r>
          </a:p>
          <a:p>
            <a:pPr marL="265113" indent="-265113" algn="just">
              <a:buFont typeface="Courier New" panose="02070309020205020404" pitchFamily="49" charset="0"/>
              <a:buChar char="o"/>
              <a:defRPr/>
            </a:pPr>
            <a:r>
              <a:rPr lang="en-IN" sz="1800" dirty="0"/>
              <a:t>Sergio </a:t>
            </a:r>
            <a:r>
              <a:rPr lang="en-IN" sz="1800" dirty="0" err="1"/>
              <a:t>Cerutti</a:t>
            </a:r>
            <a:r>
              <a:rPr lang="en-IN" sz="1800" dirty="0"/>
              <a:t> Advanced Methods of Biomedical Signal Processing, Oxford Publications. </a:t>
            </a:r>
          </a:p>
          <a:p>
            <a:pPr marL="265113" indent="-265113" algn="just">
              <a:buFont typeface="Courier New" panose="02070309020205020404" pitchFamily="49" charset="0"/>
              <a:buChar char="o"/>
              <a:defRPr/>
            </a:pPr>
            <a:r>
              <a:rPr lang="en-IN" sz="1800" dirty="0"/>
              <a:t>B. Jacobson, J.G. Webster, Medical and Clinical Engineering, Prentice Hall, International. </a:t>
            </a:r>
          </a:p>
          <a:p>
            <a:pPr marL="265113" indent="-265113" algn="just">
              <a:buFont typeface="Courier New" panose="02070309020205020404" pitchFamily="49" charset="0"/>
              <a:buChar char="o"/>
              <a:defRPr/>
            </a:pPr>
            <a:r>
              <a:rPr lang="en-IN" sz="1800" dirty="0"/>
              <a:t>Cromwell, Biomedical Instrumentation and Measurements, Prentice Hall, International. </a:t>
            </a:r>
          </a:p>
          <a:p>
            <a:pPr marL="265113" indent="-265113" algn="just">
              <a:buFont typeface="Courier New" panose="02070309020205020404" pitchFamily="49" charset="0"/>
              <a:buChar char="o"/>
              <a:defRPr/>
            </a:pPr>
            <a:r>
              <a:rPr lang="en-IN" sz="1800" dirty="0"/>
              <a:t>R.S. </a:t>
            </a:r>
            <a:r>
              <a:rPr lang="en-IN" sz="1800" dirty="0" err="1"/>
              <a:t>Khandupur</a:t>
            </a:r>
            <a:r>
              <a:rPr lang="en-IN" sz="1800" dirty="0"/>
              <a:t>, Handbook of Biomedical Instrumentation, - Tata McGraw Hill</a:t>
            </a:r>
          </a:p>
          <a:p>
            <a:pPr marL="265113" indent="-265113" algn="just">
              <a:buFont typeface="Courier New" panose="02070309020205020404" pitchFamily="49" charset="0"/>
              <a:buChar char="o"/>
              <a:defRPr/>
            </a:pPr>
            <a:r>
              <a:rPr lang="en-US" sz="1800" dirty="0"/>
              <a:t>Leslie Cromwell, Fred J. </a:t>
            </a:r>
            <a:r>
              <a:rPr lang="en-US" sz="1800" dirty="0" err="1"/>
              <a:t>Weibell</a:t>
            </a:r>
            <a:r>
              <a:rPr lang="en-US" sz="1800" dirty="0"/>
              <a:t>, Erich A. Pfeiffer, "Biomedical Instrumentation and Measurements", Pearson Education.</a:t>
            </a:r>
            <a:endParaRPr lang="en-IN" sz="1800" dirty="0"/>
          </a:p>
          <a:p>
            <a:pPr marL="265113" indent="-265113" algn="just">
              <a:buFont typeface="Courier New" panose="02070309020205020404" pitchFamily="49" charset="0"/>
              <a:buChar char="o"/>
              <a:defRPr/>
            </a:pPr>
            <a:r>
              <a:rPr lang="en-IN" sz="1800" dirty="0">
                <a:hlinkClick r:id="rId2"/>
              </a:rPr>
              <a:t>https://nptel.ac.in/courses/121/106/121106008/</a:t>
            </a:r>
            <a:r>
              <a:rPr lang="en-IN" sz="1800" dirty="0"/>
              <a:t> </a:t>
            </a:r>
          </a:p>
          <a:p>
            <a:pPr marL="265113" indent="-265113" algn="just">
              <a:buFont typeface="Courier New" panose="02070309020205020404" pitchFamily="49" charset="0"/>
              <a:buChar char="o"/>
              <a:defRPr/>
            </a:pPr>
            <a:r>
              <a:rPr lang="en-IN" sz="1800" dirty="0">
                <a:hlinkClick r:id="rId3"/>
              </a:rPr>
              <a:t>https://www.utoledo.edu/engineering/bioengineering/undergrad/prospective/whatisbioe.html#:~:text=Bioengineering%20is%20the%20application%20of,health%20care%20and%20other%20fields</a:t>
            </a:r>
            <a:r>
              <a:rPr lang="en-IN" sz="1800" dirty="0"/>
              <a:t> </a:t>
            </a:r>
          </a:p>
          <a:p>
            <a:pPr marL="265113" indent="-265113" algn="just">
              <a:buFont typeface="Courier New" panose="02070309020205020404" pitchFamily="49" charset="0"/>
              <a:buChar char="o"/>
              <a:defRPr/>
            </a:pPr>
            <a:r>
              <a:rPr lang="en-IN" sz="1800" dirty="0">
                <a:hlinkClick r:id="rId4"/>
              </a:rPr>
              <a:t>https://i.pinimg.com/originals/68/c9/30/68c930e95113ceb2e3dfc9de2f164680.png</a:t>
            </a:r>
            <a:r>
              <a:rPr lang="en-IN" sz="1800" dirty="0"/>
              <a:t> </a:t>
            </a:r>
          </a:p>
          <a:p>
            <a:pPr marL="265113" indent="-265113" algn="just">
              <a:buFont typeface="Courier New" panose="02070309020205020404" pitchFamily="49" charset="0"/>
              <a:buChar char="o"/>
              <a:defRPr/>
            </a:pPr>
            <a:r>
              <a:rPr lang="en-IN" sz="1800" dirty="0">
                <a:hlinkClick r:id="rId5"/>
              </a:rPr>
              <a:t>https://youtu.be/FBUpnG1G4yQ</a:t>
            </a:r>
            <a:r>
              <a:rPr lang="en-IN" sz="1800" dirty="0"/>
              <a:t> </a:t>
            </a:r>
          </a:p>
          <a:p>
            <a:pPr>
              <a:buFont typeface="Courier New" panose="02070309020205020404" pitchFamily="49" charset="0"/>
              <a:buChar char="o"/>
              <a:defRPr/>
            </a:pPr>
            <a:endParaRPr lang="en-IN" sz="1800" dirty="0"/>
          </a:p>
        </p:txBody>
      </p:sp>
      <p:pic>
        <p:nvPicPr>
          <p:cNvPr id="52228" name="Picture 4">
            <a:extLst>
              <a:ext uri="{FF2B5EF4-FFF2-40B4-BE49-F238E27FC236}">
                <a16:creationId xmlns:a16="http://schemas.microsoft.com/office/drawing/2014/main" xmlns="" id="{2B8D2B6E-10AD-422E-89BE-4A7DD53B777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5219700"/>
            <a:ext cx="428625" cy="163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FAEDDB13-82F4-410C-A82C-1604F87EBC20}"/>
              </a:ext>
            </a:extLst>
          </p:cNvPr>
          <p:cNvSpPr/>
          <p:nvPr/>
        </p:nvSpPr>
        <p:spPr>
          <a:xfrm>
            <a:off x="2571750" y="2213936"/>
            <a:ext cx="7605919" cy="1323439"/>
          </a:xfrm>
          <a:prstGeom prst="rect">
            <a:avLst/>
          </a:prstGeom>
          <a:noFill/>
          <a:scene3d>
            <a:camera prst="perspectiveRight"/>
            <a:lightRig rig="threePt" dir="t"/>
          </a:scene3d>
        </p:spPr>
        <p:txBody>
          <a:bodyPr>
            <a:spAutoFit/>
          </a:bodyPr>
          <a:lstStyle/>
          <a:p>
            <a:pPr algn="ctr" eaLnBrk="1" fontAlgn="auto" hangingPunct="1">
              <a:spcBef>
                <a:spcPts val="0"/>
              </a:spcBef>
              <a:spcAft>
                <a:spcPts val="0"/>
              </a:spcAft>
              <a:defRPr/>
            </a:pPr>
            <a:r>
              <a:rPr lang="en-US" sz="80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mn-lt"/>
              </a:rPr>
              <a:t>THANK YOU</a:t>
            </a:r>
          </a:p>
        </p:txBody>
      </p:sp>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1941</TotalTime>
  <Words>1336</Words>
  <Application>Microsoft Office PowerPoint</Application>
  <PresentationFormat>Widescreen</PresentationFormat>
  <Paragraphs>149</Paragraphs>
  <Slides>17</Slides>
  <Notes>0</Notes>
  <HiddenSlides>0</HiddenSlides>
  <MMClips>0</MMClips>
  <ScaleCrop>false</ScaleCrop>
  <HeadingPairs>
    <vt:vector size="8" baseType="variant">
      <vt:variant>
        <vt:lpstr>Fonts Used</vt:lpstr>
      </vt:variant>
      <vt:variant>
        <vt:i4>12</vt:i4>
      </vt:variant>
      <vt:variant>
        <vt:lpstr>Theme</vt:lpstr>
      </vt:variant>
      <vt:variant>
        <vt:i4>2</vt:i4>
      </vt:variant>
      <vt:variant>
        <vt:lpstr>Embedded OLE Servers</vt:lpstr>
      </vt:variant>
      <vt:variant>
        <vt:i4>1</vt:i4>
      </vt:variant>
      <vt:variant>
        <vt:lpstr>Slide Titles</vt:lpstr>
      </vt:variant>
      <vt:variant>
        <vt:i4>17</vt:i4>
      </vt:variant>
    </vt:vector>
  </HeadingPairs>
  <TitlesOfParts>
    <vt:vector size="32" baseType="lpstr">
      <vt:lpstr>Arial Unicode MS</vt:lpstr>
      <vt:lpstr>SimSun</vt:lpstr>
      <vt:lpstr>Arial</vt:lpstr>
      <vt:lpstr>Calibri</vt:lpstr>
      <vt:lpstr>Calibri Light</vt:lpstr>
      <vt:lpstr>Casper</vt:lpstr>
      <vt:lpstr>Courier New</vt:lpstr>
      <vt:lpstr>Karla</vt:lpstr>
      <vt:lpstr>King</vt:lpstr>
      <vt:lpstr>Raleway ExtraBold</vt:lpstr>
      <vt:lpstr>Times New Roman</vt:lpstr>
      <vt:lpstr>Wingdings</vt:lpstr>
      <vt:lpstr>1_Office Theme</vt:lpstr>
      <vt:lpstr>Contents Slide Master</vt:lpstr>
      <vt:lpstr>CorelDRAW</vt:lpstr>
      <vt:lpstr>PowerPoint Presentation</vt:lpstr>
      <vt:lpstr>Course Outcome </vt:lpstr>
      <vt:lpstr>SYLLABUS</vt:lpstr>
      <vt:lpstr>General constraints in design of Medical Instrumentation System</vt:lpstr>
      <vt:lpstr>PowerPoint Presentation</vt:lpstr>
      <vt:lpstr>PowerPoint Presentation</vt:lpstr>
      <vt:lpstr>PowerPoint Presentation</vt:lpstr>
      <vt:lpstr>Regulation of Medical Devices</vt:lpstr>
      <vt:lpstr>PowerPoint Presentation</vt:lpstr>
      <vt:lpstr>PowerPoint Presentation</vt:lpstr>
      <vt:lpstr>PowerPoint Presentation</vt:lpstr>
      <vt:lpstr>Types of Standards</vt:lpstr>
      <vt:lpstr>PowerPoint Presentation</vt:lpstr>
      <vt:lpstr>PowerPoint Presentation</vt:lpstr>
      <vt:lpstr>PowerPoint Presentation</vt:lpstr>
      <vt:lpstr>REFERENCES</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Microsoft account</cp:lastModifiedBy>
  <cp:revision>213</cp:revision>
  <dcterms:created xsi:type="dcterms:W3CDTF">2019-01-09T10:33:58Z</dcterms:created>
  <dcterms:modified xsi:type="dcterms:W3CDTF">2023-07-05T13:29:00Z</dcterms:modified>
</cp:coreProperties>
</file>