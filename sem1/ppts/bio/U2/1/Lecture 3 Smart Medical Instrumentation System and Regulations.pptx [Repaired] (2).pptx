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43"/>
  </p:notesMasterIdLst>
  <p:handoutMasterIdLst>
    <p:handoutMasterId r:id="rId44"/>
  </p:handoutMasterIdLst>
  <p:sldIdLst>
    <p:sldId id="277" r:id="rId3"/>
    <p:sldId id="374" r:id="rId4"/>
    <p:sldId id="382" r:id="rId5"/>
    <p:sldId id="377" r:id="rId6"/>
    <p:sldId id="378" r:id="rId7"/>
    <p:sldId id="401" r:id="rId8"/>
    <p:sldId id="402" r:id="rId9"/>
    <p:sldId id="456" r:id="rId10"/>
    <p:sldId id="457" r:id="rId11"/>
    <p:sldId id="458" r:id="rId12"/>
    <p:sldId id="459" r:id="rId13"/>
    <p:sldId id="460" r:id="rId14"/>
    <p:sldId id="461" r:id="rId15"/>
    <p:sldId id="462" r:id="rId16"/>
    <p:sldId id="386" r:id="rId17"/>
    <p:sldId id="404" r:id="rId18"/>
    <p:sldId id="388" r:id="rId19"/>
    <p:sldId id="405" r:id="rId20"/>
    <p:sldId id="406" r:id="rId21"/>
    <p:sldId id="463" r:id="rId22"/>
    <p:sldId id="464" r:id="rId23"/>
    <p:sldId id="465" r:id="rId24"/>
    <p:sldId id="466" r:id="rId25"/>
    <p:sldId id="467" r:id="rId26"/>
    <p:sldId id="468" r:id="rId27"/>
    <p:sldId id="391" r:id="rId28"/>
    <p:sldId id="469" r:id="rId29"/>
    <p:sldId id="470" r:id="rId30"/>
    <p:sldId id="471" r:id="rId31"/>
    <p:sldId id="472" r:id="rId32"/>
    <p:sldId id="473" r:id="rId33"/>
    <p:sldId id="474" r:id="rId34"/>
    <p:sldId id="395" r:id="rId35"/>
    <p:sldId id="448" r:id="rId36"/>
    <p:sldId id="449" r:id="rId37"/>
    <p:sldId id="450" r:id="rId38"/>
    <p:sldId id="453" r:id="rId39"/>
    <p:sldId id="454" r:id="rId40"/>
    <p:sldId id="413" r:id="rId41"/>
    <p:sldId id="455"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3" d="100"/>
          <a:sy n="63" d="100"/>
        </p:scale>
        <p:origin x="804" y="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5CC5EB2-0C6E-4C07-9EB8-0F00AF3DAB27}"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4BFF9E64-238A-4231-BB07-8812AB077A98}">
      <dgm:prSet phldrT="[Text]" custT="1"/>
      <dgm:spPr/>
      <dgm:t>
        <a:bodyPr/>
        <a:lstStyle/>
        <a:p>
          <a:r>
            <a:rPr lang="en-IN" sz="3600" dirty="0">
              <a:solidFill>
                <a:schemeClr val="tx1"/>
              </a:solidFill>
              <a:latin typeface="+mj-lt"/>
            </a:rPr>
            <a:t>What is a Microprocessor?</a:t>
          </a:r>
        </a:p>
      </dgm:t>
    </dgm:pt>
    <dgm:pt modelId="{10B18FBD-A7E4-4F1E-931A-03FD3BB001F3}" type="parTrans" cxnId="{CCB387F9-CF05-4325-8E84-250F0871C2BD}">
      <dgm:prSet/>
      <dgm:spPr/>
      <dgm:t>
        <a:bodyPr/>
        <a:lstStyle/>
        <a:p>
          <a:endParaRPr lang="en-IN"/>
        </a:p>
      </dgm:t>
    </dgm:pt>
    <dgm:pt modelId="{D0D69858-7920-4B1D-BDC3-819B5EEA7F5F}" type="sibTrans" cxnId="{CCB387F9-CF05-4325-8E84-250F0871C2BD}">
      <dgm:prSet/>
      <dgm:spPr/>
      <dgm:t>
        <a:bodyPr/>
        <a:lstStyle/>
        <a:p>
          <a:endParaRPr lang="en-IN"/>
        </a:p>
      </dgm:t>
    </dgm:pt>
    <dgm:pt modelId="{CBD9D074-90BC-4F16-9C68-EFB0DBC978DD}">
      <dgm:prSet phldrT="[Text]"/>
      <dgm:spPr/>
      <dgm:t>
        <a:bodyPr/>
        <a:lstStyle/>
        <a:p>
          <a:pPr algn="just">
            <a:spcAft>
              <a:spcPts val="1200"/>
            </a:spcAft>
          </a:pPr>
          <a:r>
            <a:rPr lang="en-US" dirty="0"/>
            <a:t>A microprocessor is a computer processor that incorporates the functions of a central processing unit (CPU) on a single integrated circuit (IC) or sometimes up to 8 integrated circuits. </a:t>
          </a:r>
          <a:endParaRPr lang="en-IN" dirty="0"/>
        </a:p>
      </dgm:t>
    </dgm:pt>
    <dgm:pt modelId="{A3091BD3-3E20-40CC-99F8-15F7C4900B53}" type="parTrans" cxnId="{ADC8BCA5-A576-4E26-9AFD-201417FC63FA}">
      <dgm:prSet/>
      <dgm:spPr/>
      <dgm:t>
        <a:bodyPr/>
        <a:lstStyle/>
        <a:p>
          <a:endParaRPr lang="en-IN"/>
        </a:p>
      </dgm:t>
    </dgm:pt>
    <dgm:pt modelId="{5F1531CA-342F-41C1-8BA4-1E9A8CBF85C7}" type="sibTrans" cxnId="{ADC8BCA5-A576-4E26-9AFD-201417FC63FA}">
      <dgm:prSet/>
      <dgm:spPr/>
      <dgm:t>
        <a:bodyPr/>
        <a:lstStyle/>
        <a:p>
          <a:endParaRPr lang="en-IN"/>
        </a:p>
      </dgm:t>
    </dgm:pt>
    <dgm:pt modelId="{E911B15C-7CC3-4428-93D1-14DFDCABD039}">
      <dgm:prSet/>
      <dgm:spPr/>
      <dgm:t>
        <a:bodyPr/>
        <a:lstStyle/>
        <a:p>
          <a:pPr algn="just">
            <a:spcAft>
              <a:spcPts val="1200"/>
            </a:spcAft>
          </a:pPr>
          <a:r>
            <a:rPr lang="en-US" dirty="0"/>
            <a:t>A microprocessor is programmable, multipurpose, clock-driven, register based electronic device that reads binary instructions from a storage device called memory, accepts binary data as input and processes data according to the instructions and then provides results as output.</a:t>
          </a:r>
        </a:p>
      </dgm:t>
    </dgm:pt>
    <dgm:pt modelId="{17F9BEE7-D44B-4163-8836-CB4CEDBD0B60}" type="parTrans" cxnId="{B3F806BF-70F3-418C-8947-8898A7C4F4E9}">
      <dgm:prSet/>
      <dgm:spPr/>
      <dgm:t>
        <a:bodyPr/>
        <a:lstStyle/>
        <a:p>
          <a:endParaRPr lang="en-IN"/>
        </a:p>
      </dgm:t>
    </dgm:pt>
    <dgm:pt modelId="{755BE6BB-3079-48C0-B875-8D7F0BC16909}" type="sibTrans" cxnId="{B3F806BF-70F3-418C-8947-8898A7C4F4E9}">
      <dgm:prSet/>
      <dgm:spPr/>
      <dgm:t>
        <a:bodyPr/>
        <a:lstStyle/>
        <a:p>
          <a:endParaRPr lang="en-IN"/>
        </a:p>
      </dgm:t>
    </dgm:pt>
    <dgm:pt modelId="{8F46B2F5-C11B-4BDF-8023-9BCBEE7FC682}">
      <dgm:prSet/>
      <dgm:spPr/>
      <dgm:t>
        <a:bodyPr/>
        <a:lstStyle/>
        <a:p>
          <a:pPr algn="just">
            <a:spcAft>
              <a:spcPts val="1200"/>
            </a:spcAft>
          </a:pPr>
          <a:r>
            <a:rPr lang="en-US" dirty="0"/>
            <a:t>A digital computer with one microprocessor which acts as a CPU is called Microcomputer.</a:t>
          </a:r>
          <a:endParaRPr lang="en-IN" dirty="0"/>
        </a:p>
      </dgm:t>
    </dgm:pt>
    <dgm:pt modelId="{D098CDBF-1DE0-4684-8FE3-E49643808C8E}" type="parTrans" cxnId="{F43E8DD7-104A-43DA-B595-E5E499AFDBF0}">
      <dgm:prSet/>
      <dgm:spPr/>
      <dgm:t>
        <a:bodyPr/>
        <a:lstStyle/>
        <a:p>
          <a:endParaRPr lang="en-IN"/>
        </a:p>
      </dgm:t>
    </dgm:pt>
    <dgm:pt modelId="{C8BCE28A-9548-40CE-A587-91131C704114}" type="sibTrans" cxnId="{F43E8DD7-104A-43DA-B595-E5E499AFDBF0}">
      <dgm:prSet/>
      <dgm:spPr/>
      <dgm:t>
        <a:bodyPr/>
        <a:lstStyle/>
        <a:p>
          <a:endParaRPr lang="en-IN"/>
        </a:p>
      </dgm:t>
    </dgm:pt>
    <dgm:pt modelId="{D68E0CCB-2557-4E3B-BB24-B27157D1F38E}" type="pres">
      <dgm:prSet presAssocID="{F5CC5EB2-0C6E-4C07-9EB8-0F00AF3DAB27}" presName="Name0" presStyleCnt="0">
        <dgm:presLayoutVars>
          <dgm:dir/>
          <dgm:animLvl val="lvl"/>
          <dgm:resizeHandles val="exact"/>
        </dgm:presLayoutVars>
      </dgm:prSet>
      <dgm:spPr/>
    </dgm:pt>
    <dgm:pt modelId="{20E21874-6C55-4608-880F-B3ED702DD323}" type="pres">
      <dgm:prSet presAssocID="{4BFF9E64-238A-4231-BB07-8812AB077A98}" presName="composite" presStyleCnt="0"/>
      <dgm:spPr/>
    </dgm:pt>
    <dgm:pt modelId="{DFB3B07A-7508-4562-BC65-AF702B336458}" type="pres">
      <dgm:prSet presAssocID="{4BFF9E64-238A-4231-BB07-8812AB077A98}" presName="parTx" presStyleLbl="alignNode1" presStyleIdx="0" presStyleCnt="1" custLinFactNeighborY="-5512">
        <dgm:presLayoutVars>
          <dgm:chMax val="0"/>
          <dgm:chPref val="0"/>
          <dgm:bulletEnabled val="1"/>
        </dgm:presLayoutVars>
      </dgm:prSet>
      <dgm:spPr/>
    </dgm:pt>
    <dgm:pt modelId="{F433C76A-7475-492E-BFD4-C9B577BBA9E4}" type="pres">
      <dgm:prSet presAssocID="{4BFF9E64-238A-4231-BB07-8812AB077A98}" presName="desTx" presStyleLbl="alignAccFollowNode1" presStyleIdx="0" presStyleCnt="1">
        <dgm:presLayoutVars>
          <dgm:bulletEnabled val="1"/>
        </dgm:presLayoutVars>
      </dgm:prSet>
      <dgm:spPr/>
    </dgm:pt>
  </dgm:ptLst>
  <dgm:cxnLst>
    <dgm:cxn modelId="{32CEA55B-62DE-453A-899F-5470430AAA44}" type="presOf" srcId="{E911B15C-7CC3-4428-93D1-14DFDCABD039}" destId="{F433C76A-7475-492E-BFD4-C9B577BBA9E4}" srcOrd="0" destOrd="1" presId="urn:microsoft.com/office/officeart/2005/8/layout/hList1"/>
    <dgm:cxn modelId="{0E17ED88-4951-4330-ABEB-19DF1AF2B326}" type="presOf" srcId="{8F46B2F5-C11B-4BDF-8023-9BCBEE7FC682}" destId="{F433C76A-7475-492E-BFD4-C9B577BBA9E4}" srcOrd="0" destOrd="2" presId="urn:microsoft.com/office/officeart/2005/8/layout/hList1"/>
    <dgm:cxn modelId="{EF54AB91-068C-4D36-A380-2B2916CF5AB6}" type="presOf" srcId="{F5CC5EB2-0C6E-4C07-9EB8-0F00AF3DAB27}" destId="{D68E0CCB-2557-4E3B-BB24-B27157D1F38E}" srcOrd="0" destOrd="0" presId="urn:microsoft.com/office/officeart/2005/8/layout/hList1"/>
    <dgm:cxn modelId="{EB123A94-9B0B-47DD-BA6A-ED96BFAF56F0}" type="presOf" srcId="{4BFF9E64-238A-4231-BB07-8812AB077A98}" destId="{DFB3B07A-7508-4562-BC65-AF702B336458}" srcOrd="0" destOrd="0" presId="urn:microsoft.com/office/officeart/2005/8/layout/hList1"/>
    <dgm:cxn modelId="{DE643997-D032-4142-9A7A-05F713FCD36D}" type="presOf" srcId="{CBD9D074-90BC-4F16-9C68-EFB0DBC978DD}" destId="{F433C76A-7475-492E-BFD4-C9B577BBA9E4}" srcOrd="0" destOrd="0" presId="urn:microsoft.com/office/officeart/2005/8/layout/hList1"/>
    <dgm:cxn modelId="{ADC8BCA5-A576-4E26-9AFD-201417FC63FA}" srcId="{4BFF9E64-238A-4231-BB07-8812AB077A98}" destId="{CBD9D074-90BC-4F16-9C68-EFB0DBC978DD}" srcOrd="0" destOrd="0" parTransId="{A3091BD3-3E20-40CC-99F8-15F7C4900B53}" sibTransId="{5F1531CA-342F-41C1-8BA4-1E9A8CBF85C7}"/>
    <dgm:cxn modelId="{B3F806BF-70F3-418C-8947-8898A7C4F4E9}" srcId="{4BFF9E64-238A-4231-BB07-8812AB077A98}" destId="{E911B15C-7CC3-4428-93D1-14DFDCABD039}" srcOrd="1" destOrd="0" parTransId="{17F9BEE7-D44B-4163-8836-CB4CEDBD0B60}" sibTransId="{755BE6BB-3079-48C0-B875-8D7F0BC16909}"/>
    <dgm:cxn modelId="{F43E8DD7-104A-43DA-B595-E5E499AFDBF0}" srcId="{4BFF9E64-238A-4231-BB07-8812AB077A98}" destId="{8F46B2F5-C11B-4BDF-8023-9BCBEE7FC682}" srcOrd="2" destOrd="0" parTransId="{D098CDBF-1DE0-4684-8FE3-E49643808C8E}" sibTransId="{C8BCE28A-9548-40CE-A587-91131C704114}"/>
    <dgm:cxn modelId="{CCB387F9-CF05-4325-8E84-250F0871C2BD}" srcId="{F5CC5EB2-0C6E-4C07-9EB8-0F00AF3DAB27}" destId="{4BFF9E64-238A-4231-BB07-8812AB077A98}" srcOrd="0" destOrd="0" parTransId="{10B18FBD-A7E4-4F1E-931A-03FD3BB001F3}" sibTransId="{D0D69858-7920-4B1D-BDC3-819B5EEA7F5F}"/>
    <dgm:cxn modelId="{A0738D98-881C-4C2D-9B31-B59812E148D6}" type="presParOf" srcId="{D68E0CCB-2557-4E3B-BB24-B27157D1F38E}" destId="{20E21874-6C55-4608-880F-B3ED702DD323}" srcOrd="0" destOrd="0" presId="urn:microsoft.com/office/officeart/2005/8/layout/hList1"/>
    <dgm:cxn modelId="{1F98FB12-97B1-4DEC-BD7D-C6FBFBD732B6}" type="presParOf" srcId="{20E21874-6C55-4608-880F-B3ED702DD323}" destId="{DFB3B07A-7508-4562-BC65-AF702B336458}" srcOrd="0" destOrd="0" presId="urn:microsoft.com/office/officeart/2005/8/layout/hList1"/>
    <dgm:cxn modelId="{E2F48971-6BC1-4E8B-864C-7B9C1004BDAC}" type="presParOf" srcId="{20E21874-6C55-4608-880F-B3ED702DD323}" destId="{F433C76A-7475-492E-BFD4-C9B577BBA9E4}"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971C041-4012-4CF2-9A9F-2481BF295EA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0EC3E207-CD70-4581-AD40-49AB35C99747}">
      <dgm:prSet phldrT="[Text]"/>
      <dgm:spPr/>
      <dgm:t>
        <a:bodyPr/>
        <a:lstStyle/>
        <a:p>
          <a:r>
            <a:rPr lang="en-US" dirty="0">
              <a:latin typeface="+mj-lt"/>
            </a:rPr>
            <a:t>Application of Microprocessors in Medical Instrumentation</a:t>
          </a:r>
          <a:endParaRPr lang="en-IN" dirty="0">
            <a:latin typeface="+mj-lt"/>
          </a:endParaRPr>
        </a:p>
      </dgm:t>
    </dgm:pt>
    <dgm:pt modelId="{13CE644A-8641-4751-A034-6CA12DBB0B40}" type="parTrans" cxnId="{B66391A8-6596-4118-84BD-0FAB7D93D26D}">
      <dgm:prSet/>
      <dgm:spPr/>
      <dgm:t>
        <a:bodyPr/>
        <a:lstStyle/>
        <a:p>
          <a:endParaRPr lang="en-IN"/>
        </a:p>
      </dgm:t>
    </dgm:pt>
    <dgm:pt modelId="{0EF92EE2-A3FD-4887-BD5B-761032098DDB}" type="sibTrans" cxnId="{B66391A8-6596-4118-84BD-0FAB7D93D26D}">
      <dgm:prSet/>
      <dgm:spPr/>
      <dgm:t>
        <a:bodyPr/>
        <a:lstStyle/>
        <a:p>
          <a:endParaRPr lang="en-IN"/>
        </a:p>
      </dgm:t>
    </dgm:pt>
    <dgm:pt modelId="{A20371FD-4DAB-46D1-9030-DB6D3AF95905}">
      <dgm:prSet phldrT="[Text]"/>
      <dgm:spPr/>
      <dgm:t>
        <a:bodyPr/>
        <a:lstStyle/>
        <a:p>
          <a:pPr algn="just">
            <a:spcAft>
              <a:spcPts val="1200"/>
            </a:spcAft>
          </a:pPr>
          <a:r>
            <a:rPr lang="en-US" b="1" i="0" dirty="0">
              <a:solidFill>
                <a:srgbClr val="1A1A1A"/>
              </a:solidFill>
              <a:effectLst/>
            </a:rPr>
            <a:t>Microprocessors</a:t>
          </a:r>
          <a:r>
            <a:rPr lang="en-US" b="0" i="0" dirty="0">
              <a:solidFill>
                <a:srgbClr val="1A1A1A"/>
              </a:solidFill>
              <a:effectLst/>
            </a:rPr>
            <a:t> have </a:t>
          </a:r>
          <a:r>
            <a:rPr lang="en-US" b="1" i="0" dirty="0">
              <a:solidFill>
                <a:srgbClr val="1A1A1A"/>
              </a:solidFill>
              <a:effectLst/>
            </a:rPr>
            <a:t>replaced</a:t>
          </a:r>
          <a:r>
            <a:rPr lang="en-US" b="0" i="0" dirty="0">
              <a:solidFill>
                <a:srgbClr val="1A1A1A"/>
              </a:solidFill>
              <a:effectLst/>
            </a:rPr>
            <a:t> </a:t>
          </a:r>
          <a:r>
            <a:rPr lang="en-US" b="1" i="0" dirty="0">
              <a:solidFill>
                <a:srgbClr val="1A1A1A"/>
              </a:solidFill>
              <a:effectLst/>
            </a:rPr>
            <a:t>conventional hard wired electronic systems</a:t>
          </a:r>
          <a:r>
            <a:rPr lang="en-US" b="0" i="0" dirty="0">
              <a:solidFill>
                <a:srgbClr val="1A1A1A"/>
              </a:solidFill>
              <a:effectLst/>
            </a:rPr>
            <a:t> that were initially used for processing data. </a:t>
          </a:r>
          <a:endParaRPr lang="en-IN" dirty="0"/>
        </a:p>
      </dgm:t>
    </dgm:pt>
    <dgm:pt modelId="{037AFDDB-BAD4-4611-ADCC-DCA8695B58A8}" type="parTrans" cxnId="{93406429-9029-47EF-A483-914F016D0E1B}">
      <dgm:prSet/>
      <dgm:spPr/>
      <dgm:t>
        <a:bodyPr/>
        <a:lstStyle/>
        <a:p>
          <a:endParaRPr lang="en-IN"/>
        </a:p>
      </dgm:t>
    </dgm:pt>
    <dgm:pt modelId="{8A580F2E-BF3D-4127-BA14-ECE89129FEDC}" type="sibTrans" cxnId="{93406429-9029-47EF-A483-914F016D0E1B}">
      <dgm:prSet/>
      <dgm:spPr/>
      <dgm:t>
        <a:bodyPr/>
        <a:lstStyle/>
        <a:p>
          <a:endParaRPr lang="en-IN"/>
        </a:p>
      </dgm:t>
    </dgm:pt>
    <dgm:pt modelId="{58877E42-87CC-4B71-A83D-1DAB26A85528}">
      <dgm:prSet/>
      <dgm:spPr/>
      <dgm:t>
        <a:bodyPr/>
        <a:lstStyle/>
        <a:p>
          <a:pPr algn="just">
            <a:spcAft>
              <a:spcPts val="1200"/>
            </a:spcAft>
          </a:pPr>
          <a:r>
            <a:rPr lang="en-US" b="0" i="0" dirty="0">
              <a:solidFill>
                <a:srgbClr val="1A1A1A"/>
              </a:solidFill>
              <a:effectLst/>
            </a:rPr>
            <a:t>This has resulted into a </a:t>
          </a:r>
          <a:r>
            <a:rPr lang="en-US" b="1" i="0" dirty="0">
              <a:solidFill>
                <a:srgbClr val="1A1A1A"/>
              </a:solidFill>
              <a:effectLst/>
            </a:rPr>
            <a:t>more reliable and faster data</a:t>
          </a:r>
          <a:r>
            <a:rPr lang="en-US" b="0" i="0" dirty="0">
              <a:solidFill>
                <a:srgbClr val="1A1A1A"/>
              </a:solidFill>
              <a:effectLst/>
            </a:rPr>
            <a:t>. </a:t>
          </a:r>
        </a:p>
      </dgm:t>
    </dgm:pt>
    <dgm:pt modelId="{3D49C30E-2161-4404-B51F-2B4F3E89E13A}" type="parTrans" cxnId="{EDF6E571-4A3D-45AC-ABCE-81423FC8ADF0}">
      <dgm:prSet/>
      <dgm:spPr/>
      <dgm:t>
        <a:bodyPr/>
        <a:lstStyle/>
        <a:p>
          <a:endParaRPr lang="en-IN"/>
        </a:p>
      </dgm:t>
    </dgm:pt>
    <dgm:pt modelId="{FEC10145-3E7A-4719-9476-BA01D27FF48A}" type="sibTrans" cxnId="{EDF6E571-4A3D-45AC-ABCE-81423FC8ADF0}">
      <dgm:prSet/>
      <dgm:spPr/>
      <dgm:t>
        <a:bodyPr/>
        <a:lstStyle/>
        <a:p>
          <a:endParaRPr lang="en-IN"/>
        </a:p>
      </dgm:t>
    </dgm:pt>
    <dgm:pt modelId="{B796BD46-A872-4060-9214-2F408AC7D60D}">
      <dgm:prSet/>
      <dgm:spPr/>
      <dgm:t>
        <a:bodyPr/>
        <a:lstStyle/>
        <a:p>
          <a:pPr algn="just">
            <a:spcAft>
              <a:spcPts val="1200"/>
            </a:spcAft>
          </a:pPr>
          <a:r>
            <a:rPr lang="en-US" b="0" i="0" dirty="0">
              <a:solidFill>
                <a:srgbClr val="1A1A1A"/>
              </a:solidFill>
              <a:effectLst/>
            </a:rPr>
            <a:t>Microprocessor system </a:t>
          </a:r>
          <a:r>
            <a:rPr lang="en-US" b="1" i="0" dirty="0">
              <a:solidFill>
                <a:srgbClr val="1A1A1A"/>
              </a:solidFill>
              <a:effectLst/>
            </a:rPr>
            <a:t>replaced</a:t>
          </a:r>
          <a:r>
            <a:rPr lang="en-US" b="0" i="0" dirty="0">
              <a:solidFill>
                <a:srgbClr val="1A1A1A"/>
              </a:solidFill>
              <a:effectLst/>
            </a:rPr>
            <a:t> programming devices as well as </a:t>
          </a:r>
          <a:r>
            <a:rPr lang="en-US" b="1" i="0" dirty="0">
              <a:solidFill>
                <a:srgbClr val="1A1A1A"/>
              </a:solidFill>
              <a:effectLst/>
            </a:rPr>
            <a:t>manual programming</a:t>
          </a:r>
          <a:r>
            <a:rPr lang="en-US" b="0" i="0" dirty="0">
              <a:solidFill>
                <a:srgbClr val="1A1A1A"/>
              </a:solidFill>
              <a:effectLst/>
            </a:rPr>
            <a:t>, </a:t>
          </a:r>
          <a:r>
            <a:rPr lang="en-US" b="1" i="0" dirty="0">
              <a:solidFill>
                <a:srgbClr val="1A1A1A"/>
              </a:solidFill>
              <a:effectLst/>
            </a:rPr>
            <a:t>making it possible for digital control</a:t>
          </a:r>
          <a:r>
            <a:rPr lang="en-US" b="0" i="0" dirty="0">
              <a:solidFill>
                <a:srgbClr val="1A1A1A"/>
              </a:solidFill>
              <a:effectLst/>
            </a:rPr>
            <a:t> of all the functions in medical instrumentation systems. </a:t>
          </a:r>
        </a:p>
      </dgm:t>
    </dgm:pt>
    <dgm:pt modelId="{CBD5B79F-6828-483F-B4DD-6FB252F5FC27}" type="parTrans" cxnId="{6530F04F-1C8A-44FC-9B73-C01E7E40B115}">
      <dgm:prSet/>
      <dgm:spPr/>
      <dgm:t>
        <a:bodyPr/>
        <a:lstStyle/>
        <a:p>
          <a:endParaRPr lang="en-IN"/>
        </a:p>
      </dgm:t>
    </dgm:pt>
    <dgm:pt modelId="{48078313-D111-4959-B327-A17A8A141F23}" type="sibTrans" cxnId="{6530F04F-1C8A-44FC-9B73-C01E7E40B115}">
      <dgm:prSet/>
      <dgm:spPr/>
      <dgm:t>
        <a:bodyPr/>
        <a:lstStyle/>
        <a:p>
          <a:endParaRPr lang="en-IN"/>
        </a:p>
      </dgm:t>
    </dgm:pt>
    <dgm:pt modelId="{5B309303-1454-4AE3-A2A5-ADAE176B503E}">
      <dgm:prSet/>
      <dgm:spPr/>
      <dgm:t>
        <a:bodyPr/>
        <a:lstStyle/>
        <a:p>
          <a:pPr algn="just">
            <a:spcAft>
              <a:spcPts val="1200"/>
            </a:spcAft>
          </a:pPr>
          <a:r>
            <a:rPr lang="en-US" b="0" i="0" dirty="0">
              <a:solidFill>
                <a:srgbClr val="1A1A1A"/>
              </a:solidFill>
              <a:effectLst/>
            </a:rPr>
            <a:t>The availability of more powerful microprocessors and large data storage capacities has made it possible to optimize the measurement conditions.</a:t>
          </a:r>
          <a:endParaRPr lang="en-IN" dirty="0"/>
        </a:p>
      </dgm:t>
    </dgm:pt>
    <dgm:pt modelId="{5B10D674-4CB8-4435-A935-5AE97C3B723B}" type="parTrans" cxnId="{B4A55D6A-E81D-4EAE-9688-961B6814288D}">
      <dgm:prSet/>
      <dgm:spPr/>
      <dgm:t>
        <a:bodyPr/>
        <a:lstStyle/>
        <a:p>
          <a:endParaRPr lang="en-IN"/>
        </a:p>
      </dgm:t>
    </dgm:pt>
    <dgm:pt modelId="{183DDF27-E331-4117-AB2A-8FCC2B91BE73}" type="sibTrans" cxnId="{B4A55D6A-E81D-4EAE-9688-961B6814288D}">
      <dgm:prSet/>
      <dgm:spPr/>
      <dgm:t>
        <a:bodyPr/>
        <a:lstStyle/>
        <a:p>
          <a:endParaRPr lang="en-IN"/>
        </a:p>
      </dgm:t>
    </dgm:pt>
    <dgm:pt modelId="{A2A7A962-F944-456A-A110-03752A2F80ED}" type="pres">
      <dgm:prSet presAssocID="{D971C041-4012-4CF2-9A9F-2481BF295EAE}" presName="Name0" presStyleCnt="0">
        <dgm:presLayoutVars>
          <dgm:dir/>
          <dgm:animLvl val="lvl"/>
          <dgm:resizeHandles val="exact"/>
        </dgm:presLayoutVars>
      </dgm:prSet>
      <dgm:spPr/>
    </dgm:pt>
    <dgm:pt modelId="{72620874-B6EB-49CF-917F-ABC67F89F4D2}" type="pres">
      <dgm:prSet presAssocID="{0EC3E207-CD70-4581-AD40-49AB35C99747}" presName="composite" presStyleCnt="0"/>
      <dgm:spPr/>
    </dgm:pt>
    <dgm:pt modelId="{26133218-EC85-4865-A649-FF743671DC26}" type="pres">
      <dgm:prSet presAssocID="{0EC3E207-CD70-4581-AD40-49AB35C99747}" presName="parTx" presStyleLbl="alignNode1" presStyleIdx="0" presStyleCnt="1">
        <dgm:presLayoutVars>
          <dgm:chMax val="0"/>
          <dgm:chPref val="0"/>
          <dgm:bulletEnabled val="1"/>
        </dgm:presLayoutVars>
      </dgm:prSet>
      <dgm:spPr/>
    </dgm:pt>
    <dgm:pt modelId="{6C131863-9654-4D3D-AF95-EDE1EA2E0F22}" type="pres">
      <dgm:prSet presAssocID="{0EC3E207-CD70-4581-AD40-49AB35C99747}" presName="desTx" presStyleLbl="alignAccFollowNode1" presStyleIdx="0" presStyleCnt="1">
        <dgm:presLayoutVars>
          <dgm:bulletEnabled val="1"/>
        </dgm:presLayoutVars>
      </dgm:prSet>
      <dgm:spPr/>
    </dgm:pt>
  </dgm:ptLst>
  <dgm:cxnLst>
    <dgm:cxn modelId="{6537E40C-EBBE-491C-92C2-E8035F320D58}" type="presOf" srcId="{B796BD46-A872-4060-9214-2F408AC7D60D}" destId="{6C131863-9654-4D3D-AF95-EDE1EA2E0F22}" srcOrd="0" destOrd="2" presId="urn:microsoft.com/office/officeart/2005/8/layout/hList1"/>
    <dgm:cxn modelId="{DA322A1D-9852-4954-B1C0-9C973500DA34}" type="presOf" srcId="{5B309303-1454-4AE3-A2A5-ADAE176B503E}" destId="{6C131863-9654-4D3D-AF95-EDE1EA2E0F22}" srcOrd="0" destOrd="3" presId="urn:microsoft.com/office/officeart/2005/8/layout/hList1"/>
    <dgm:cxn modelId="{B1718B22-2609-4617-9556-C85FA0D95565}" type="presOf" srcId="{58877E42-87CC-4B71-A83D-1DAB26A85528}" destId="{6C131863-9654-4D3D-AF95-EDE1EA2E0F22}" srcOrd="0" destOrd="1" presId="urn:microsoft.com/office/officeart/2005/8/layout/hList1"/>
    <dgm:cxn modelId="{93406429-9029-47EF-A483-914F016D0E1B}" srcId="{0EC3E207-CD70-4581-AD40-49AB35C99747}" destId="{A20371FD-4DAB-46D1-9030-DB6D3AF95905}" srcOrd="0" destOrd="0" parTransId="{037AFDDB-BAD4-4611-ADCC-DCA8695B58A8}" sibTransId="{8A580F2E-BF3D-4127-BA14-ECE89129FEDC}"/>
    <dgm:cxn modelId="{F4376441-7963-4ECA-8F37-9DEDCC14FA60}" type="presOf" srcId="{D971C041-4012-4CF2-9A9F-2481BF295EAE}" destId="{A2A7A962-F944-456A-A110-03752A2F80ED}" srcOrd="0" destOrd="0" presId="urn:microsoft.com/office/officeart/2005/8/layout/hList1"/>
    <dgm:cxn modelId="{B4A55D6A-E81D-4EAE-9688-961B6814288D}" srcId="{0EC3E207-CD70-4581-AD40-49AB35C99747}" destId="{5B309303-1454-4AE3-A2A5-ADAE176B503E}" srcOrd="3" destOrd="0" parTransId="{5B10D674-4CB8-4435-A935-5AE97C3B723B}" sibTransId="{183DDF27-E331-4117-AB2A-8FCC2B91BE73}"/>
    <dgm:cxn modelId="{6530F04F-1C8A-44FC-9B73-C01E7E40B115}" srcId="{0EC3E207-CD70-4581-AD40-49AB35C99747}" destId="{B796BD46-A872-4060-9214-2F408AC7D60D}" srcOrd="2" destOrd="0" parTransId="{CBD5B79F-6828-483F-B4DD-6FB252F5FC27}" sibTransId="{48078313-D111-4959-B327-A17A8A141F23}"/>
    <dgm:cxn modelId="{EDF6E571-4A3D-45AC-ABCE-81423FC8ADF0}" srcId="{0EC3E207-CD70-4581-AD40-49AB35C99747}" destId="{58877E42-87CC-4B71-A83D-1DAB26A85528}" srcOrd="1" destOrd="0" parTransId="{3D49C30E-2161-4404-B51F-2B4F3E89E13A}" sibTransId="{FEC10145-3E7A-4719-9476-BA01D27FF48A}"/>
    <dgm:cxn modelId="{B66391A8-6596-4118-84BD-0FAB7D93D26D}" srcId="{D971C041-4012-4CF2-9A9F-2481BF295EAE}" destId="{0EC3E207-CD70-4581-AD40-49AB35C99747}" srcOrd="0" destOrd="0" parTransId="{13CE644A-8641-4751-A034-6CA12DBB0B40}" sibTransId="{0EF92EE2-A3FD-4887-BD5B-761032098DDB}"/>
    <dgm:cxn modelId="{A6B503B2-E65C-4480-8095-1E9202DBD4A6}" type="presOf" srcId="{A20371FD-4DAB-46D1-9030-DB6D3AF95905}" destId="{6C131863-9654-4D3D-AF95-EDE1EA2E0F22}" srcOrd="0" destOrd="0" presId="urn:microsoft.com/office/officeart/2005/8/layout/hList1"/>
    <dgm:cxn modelId="{BCC5A7F8-2CD3-4759-9DB5-C87AB35F338B}" type="presOf" srcId="{0EC3E207-CD70-4581-AD40-49AB35C99747}" destId="{26133218-EC85-4865-A649-FF743671DC26}" srcOrd="0" destOrd="0" presId="urn:microsoft.com/office/officeart/2005/8/layout/hList1"/>
    <dgm:cxn modelId="{853FA3F4-571D-4613-A46A-EC083A2D55A4}" type="presParOf" srcId="{A2A7A962-F944-456A-A110-03752A2F80ED}" destId="{72620874-B6EB-49CF-917F-ABC67F89F4D2}" srcOrd="0" destOrd="0" presId="urn:microsoft.com/office/officeart/2005/8/layout/hList1"/>
    <dgm:cxn modelId="{1650A229-1F2A-4E73-A40A-932CA688B647}" type="presParOf" srcId="{72620874-B6EB-49CF-917F-ABC67F89F4D2}" destId="{26133218-EC85-4865-A649-FF743671DC26}" srcOrd="0" destOrd="0" presId="urn:microsoft.com/office/officeart/2005/8/layout/hList1"/>
    <dgm:cxn modelId="{97F6CF3A-EB2B-4B04-8938-3A63C5A7E848}" type="presParOf" srcId="{72620874-B6EB-49CF-917F-ABC67F89F4D2}" destId="{6C131863-9654-4D3D-AF95-EDE1EA2E0F22}"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57E4877-BBC6-4230-A5CD-B2AFD018CCB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F356D9CE-F0B5-45F7-AAE1-B2556D2C997E}">
      <dgm:prSet phldrT="[Text]" custT="1"/>
      <dgm:spPr/>
      <dgm:t>
        <a:bodyPr/>
        <a:lstStyle/>
        <a:p>
          <a:pPr algn="just"/>
          <a:r>
            <a:rPr lang="en-IN" sz="2800" dirty="0"/>
            <a:t>Personal computer are popular in medical field and also software is largely commercially available and the users can purchase and use it.</a:t>
          </a:r>
        </a:p>
      </dgm:t>
    </dgm:pt>
    <dgm:pt modelId="{D215A797-4FED-49DC-AF7D-CF51FF5764EC}" type="parTrans" cxnId="{3B843F5B-CDF5-44A2-998F-B79231595851}">
      <dgm:prSet/>
      <dgm:spPr/>
      <dgm:t>
        <a:bodyPr/>
        <a:lstStyle/>
        <a:p>
          <a:endParaRPr lang="en-IN"/>
        </a:p>
      </dgm:t>
    </dgm:pt>
    <dgm:pt modelId="{E4AB3049-18CD-49B4-9BAB-AF9D2F077E9E}" type="sibTrans" cxnId="{3B843F5B-CDF5-44A2-998F-B79231595851}">
      <dgm:prSet/>
      <dgm:spPr/>
      <dgm:t>
        <a:bodyPr/>
        <a:lstStyle/>
        <a:p>
          <a:endParaRPr lang="en-IN"/>
        </a:p>
      </dgm:t>
    </dgm:pt>
    <dgm:pt modelId="{8E3E2448-CD47-4A87-86D7-787733FFBBCC}">
      <dgm:prSet phldrT="[Text]" custT="1"/>
      <dgm:spPr/>
      <dgm:t>
        <a:bodyPr/>
        <a:lstStyle/>
        <a:p>
          <a:pPr algn="just"/>
          <a:r>
            <a:rPr lang="en-IN" sz="2800" dirty="0"/>
            <a:t>Computer are widely accepted in the medical field for data collection, manipulation, processing and a complete workstations for a variety of applications</a:t>
          </a:r>
        </a:p>
      </dgm:t>
    </dgm:pt>
    <dgm:pt modelId="{B85AD869-FD7A-4A39-92C4-B794499A02E2}" type="parTrans" cxnId="{325E6420-35F6-4345-A9E8-A49805CA65A2}">
      <dgm:prSet/>
      <dgm:spPr/>
      <dgm:t>
        <a:bodyPr/>
        <a:lstStyle/>
        <a:p>
          <a:endParaRPr lang="en-IN"/>
        </a:p>
      </dgm:t>
    </dgm:pt>
    <dgm:pt modelId="{511C6A6D-EEA9-4044-9618-60C8E6F79073}" type="sibTrans" cxnId="{325E6420-35F6-4345-A9E8-A49805CA65A2}">
      <dgm:prSet/>
      <dgm:spPr/>
      <dgm:t>
        <a:bodyPr/>
        <a:lstStyle/>
        <a:p>
          <a:endParaRPr lang="en-IN"/>
        </a:p>
      </dgm:t>
    </dgm:pt>
    <dgm:pt modelId="{AB000C71-34CA-4D62-8969-8256BA2FAD8B}">
      <dgm:prSet phldrT="[Text]" custT="1"/>
      <dgm:spPr/>
      <dgm:t>
        <a:bodyPr/>
        <a:lstStyle/>
        <a:p>
          <a:pPr algn="just"/>
          <a:r>
            <a:rPr lang="en-IN" sz="2800" dirty="0"/>
            <a:t>A personal computer becomes a workstation with the simple installation of one or more ‘instruments-on-a-board’ in its accessory slots.</a:t>
          </a:r>
        </a:p>
      </dgm:t>
    </dgm:pt>
    <dgm:pt modelId="{8FEFC2AF-C600-419F-AA1C-0928EE2A0B40}" type="parTrans" cxnId="{E3411C05-BD1F-4107-AD8D-F224DD38DC6D}">
      <dgm:prSet/>
      <dgm:spPr/>
      <dgm:t>
        <a:bodyPr/>
        <a:lstStyle/>
        <a:p>
          <a:endParaRPr lang="en-IN"/>
        </a:p>
      </dgm:t>
    </dgm:pt>
    <dgm:pt modelId="{9263A6F3-3D66-4BE1-B2DE-E6D72EF80C08}" type="sibTrans" cxnId="{E3411C05-BD1F-4107-AD8D-F224DD38DC6D}">
      <dgm:prSet/>
      <dgm:spPr/>
      <dgm:t>
        <a:bodyPr/>
        <a:lstStyle/>
        <a:p>
          <a:endParaRPr lang="en-IN"/>
        </a:p>
      </dgm:t>
    </dgm:pt>
    <dgm:pt modelId="{2F3E2D69-9550-45BF-B1BB-84F9BD3BF9D2}" type="pres">
      <dgm:prSet presAssocID="{C57E4877-BBC6-4230-A5CD-B2AFD018CCB8}" presName="linear" presStyleCnt="0">
        <dgm:presLayoutVars>
          <dgm:dir/>
          <dgm:animLvl val="lvl"/>
          <dgm:resizeHandles val="exact"/>
        </dgm:presLayoutVars>
      </dgm:prSet>
      <dgm:spPr/>
    </dgm:pt>
    <dgm:pt modelId="{B6B11F36-49F5-4F62-B923-A16357CC73FA}" type="pres">
      <dgm:prSet presAssocID="{F356D9CE-F0B5-45F7-AAE1-B2556D2C997E}" presName="parentLin" presStyleCnt="0"/>
      <dgm:spPr/>
    </dgm:pt>
    <dgm:pt modelId="{90641210-69E7-4161-9A2A-32A2BE49119D}" type="pres">
      <dgm:prSet presAssocID="{F356D9CE-F0B5-45F7-AAE1-B2556D2C997E}" presName="parentLeftMargin" presStyleLbl="node1" presStyleIdx="0" presStyleCnt="3"/>
      <dgm:spPr/>
    </dgm:pt>
    <dgm:pt modelId="{48652CA4-2DDD-479D-BF30-37E16FDDCC9B}" type="pres">
      <dgm:prSet presAssocID="{F356D9CE-F0B5-45F7-AAE1-B2556D2C997E}" presName="parentText" presStyleLbl="node1" presStyleIdx="0" presStyleCnt="3" custScaleX="131428" custScaleY="317073">
        <dgm:presLayoutVars>
          <dgm:chMax val="0"/>
          <dgm:bulletEnabled val="1"/>
        </dgm:presLayoutVars>
      </dgm:prSet>
      <dgm:spPr/>
    </dgm:pt>
    <dgm:pt modelId="{5AB86758-39F4-4C7E-A5CC-493E1786CF64}" type="pres">
      <dgm:prSet presAssocID="{F356D9CE-F0B5-45F7-AAE1-B2556D2C997E}" presName="negativeSpace" presStyleCnt="0"/>
      <dgm:spPr/>
    </dgm:pt>
    <dgm:pt modelId="{9E54554A-42C4-4FDF-9DCD-2421F33AAF8B}" type="pres">
      <dgm:prSet presAssocID="{F356D9CE-F0B5-45F7-AAE1-B2556D2C997E}" presName="childText" presStyleLbl="conFgAcc1" presStyleIdx="0" presStyleCnt="3">
        <dgm:presLayoutVars>
          <dgm:bulletEnabled val="1"/>
        </dgm:presLayoutVars>
      </dgm:prSet>
      <dgm:spPr/>
    </dgm:pt>
    <dgm:pt modelId="{C471054F-EF0A-4203-9058-8A14DE6936E3}" type="pres">
      <dgm:prSet presAssocID="{E4AB3049-18CD-49B4-9BAB-AF9D2F077E9E}" presName="spaceBetweenRectangles" presStyleCnt="0"/>
      <dgm:spPr/>
    </dgm:pt>
    <dgm:pt modelId="{32B87369-400B-46B8-BF2B-832260879D66}" type="pres">
      <dgm:prSet presAssocID="{8E3E2448-CD47-4A87-86D7-787733FFBBCC}" presName="parentLin" presStyleCnt="0"/>
      <dgm:spPr/>
    </dgm:pt>
    <dgm:pt modelId="{80FD0C63-322A-4A19-A669-EA4EC5337F05}" type="pres">
      <dgm:prSet presAssocID="{8E3E2448-CD47-4A87-86D7-787733FFBBCC}" presName="parentLeftMargin" presStyleLbl="node1" presStyleIdx="0" presStyleCnt="3"/>
      <dgm:spPr/>
    </dgm:pt>
    <dgm:pt modelId="{144AFC07-1496-4E75-BCFB-F7DDB915695E}" type="pres">
      <dgm:prSet presAssocID="{8E3E2448-CD47-4A87-86D7-787733FFBBCC}" presName="parentText" presStyleLbl="node1" presStyleIdx="1" presStyleCnt="3" custScaleX="131428" custScaleY="317073">
        <dgm:presLayoutVars>
          <dgm:chMax val="0"/>
          <dgm:bulletEnabled val="1"/>
        </dgm:presLayoutVars>
      </dgm:prSet>
      <dgm:spPr/>
    </dgm:pt>
    <dgm:pt modelId="{9B837A2A-9A75-40BD-9C11-C139384ACA84}" type="pres">
      <dgm:prSet presAssocID="{8E3E2448-CD47-4A87-86D7-787733FFBBCC}" presName="negativeSpace" presStyleCnt="0"/>
      <dgm:spPr/>
    </dgm:pt>
    <dgm:pt modelId="{996176FA-4CF5-43BD-984E-81A17AAFCF10}" type="pres">
      <dgm:prSet presAssocID="{8E3E2448-CD47-4A87-86D7-787733FFBBCC}" presName="childText" presStyleLbl="conFgAcc1" presStyleIdx="1" presStyleCnt="3">
        <dgm:presLayoutVars>
          <dgm:bulletEnabled val="1"/>
        </dgm:presLayoutVars>
      </dgm:prSet>
      <dgm:spPr/>
    </dgm:pt>
    <dgm:pt modelId="{B77D020A-6DCB-4CD6-871D-2087FED61621}" type="pres">
      <dgm:prSet presAssocID="{511C6A6D-EEA9-4044-9618-60C8E6F79073}" presName="spaceBetweenRectangles" presStyleCnt="0"/>
      <dgm:spPr/>
    </dgm:pt>
    <dgm:pt modelId="{98F5CB81-9496-4B05-AC42-39948CC12BA6}" type="pres">
      <dgm:prSet presAssocID="{AB000C71-34CA-4D62-8969-8256BA2FAD8B}" presName="parentLin" presStyleCnt="0"/>
      <dgm:spPr/>
    </dgm:pt>
    <dgm:pt modelId="{AED19735-DD89-436A-9739-1F10C6FBBFFA}" type="pres">
      <dgm:prSet presAssocID="{AB000C71-34CA-4D62-8969-8256BA2FAD8B}" presName="parentLeftMargin" presStyleLbl="node1" presStyleIdx="1" presStyleCnt="3"/>
      <dgm:spPr/>
    </dgm:pt>
    <dgm:pt modelId="{E6932263-ECFE-4ACF-A755-C5389EEEFF8C}" type="pres">
      <dgm:prSet presAssocID="{AB000C71-34CA-4D62-8969-8256BA2FAD8B}" presName="parentText" presStyleLbl="node1" presStyleIdx="2" presStyleCnt="3" custScaleX="131428" custScaleY="317073">
        <dgm:presLayoutVars>
          <dgm:chMax val="0"/>
          <dgm:bulletEnabled val="1"/>
        </dgm:presLayoutVars>
      </dgm:prSet>
      <dgm:spPr/>
    </dgm:pt>
    <dgm:pt modelId="{45959057-8FFA-4BA8-8ED2-ECEB4E9D02FB}" type="pres">
      <dgm:prSet presAssocID="{AB000C71-34CA-4D62-8969-8256BA2FAD8B}" presName="negativeSpace" presStyleCnt="0"/>
      <dgm:spPr/>
    </dgm:pt>
    <dgm:pt modelId="{A2ABE9DA-F012-4229-8040-6B99BD540218}" type="pres">
      <dgm:prSet presAssocID="{AB000C71-34CA-4D62-8969-8256BA2FAD8B}" presName="childText" presStyleLbl="conFgAcc1" presStyleIdx="2" presStyleCnt="3">
        <dgm:presLayoutVars>
          <dgm:bulletEnabled val="1"/>
        </dgm:presLayoutVars>
      </dgm:prSet>
      <dgm:spPr/>
    </dgm:pt>
  </dgm:ptLst>
  <dgm:cxnLst>
    <dgm:cxn modelId="{E3411C05-BD1F-4107-AD8D-F224DD38DC6D}" srcId="{C57E4877-BBC6-4230-A5CD-B2AFD018CCB8}" destId="{AB000C71-34CA-4D62-8969-8256BA2FAD8B}" srcOrd="2" destOrd="0" parTransId="{8FEFC2AF-C600-419F-AA1C-0928EE2A0B40}" sibTransId="{9263A6F3-3D66-4BE1-B2DE-E6D72EF80C08}"/>
    <dgm:cxn modelId="{95A6031A-7A96-49D3-BB0C-12BCC240DDCA}" type="presOf" srcId="{AB000C71-34CA-4D62-8969-8256BA2FAD8B}" destId="{AED19735-DD89-436A-9739-1F10C6FBBFFA}" srcOrd="0" destOrd="0" presId="urn:microsoft.com/office/officeart/2005/8/layout/list1"/>
    <dgm:cxn modelId="{325E6420-35F6-4345-A9E8-A49805CA65A2}" srcId="{C57E4877-BBC6-4230-A5CD-B2AFD018CCB8}" destId="{8E3E2448-CD47-4A87-86D7-787733FFBBCC}" srcOrd="1" destOrd="0" parTransId="{B85AD869-FD7A-4A39-92C4-B794499A02E2}" sibTransId="{511C6A6D-EEA9-4044-9618-60C8E6F79073}"/>
    <dgm:cxn modelId="{3B843F5B-CDF5-44A2-998F-B79231595851}" srcId="{C57E4877-BBC6-4230-A5CD-B2AFD018CCB8}" destId="{F356D9CE-F0B5-45F7-AAE1-B2556D2C997E}" srcOrd="0" destOrd="0" parTransId="{D215A797-4FED-49DC-AF7D-CF51FF5764EC}" sibTransId="{E4AB3049-18CD-49B4-9BAB-AF9D2F077E9E}"/>
    <dgm:cxn modelId="{5B23B26B-902A-406E-AC84-46E01CB1A2B4}" type="presOf" srcId="{8E3E2448-CD47-4A87-86D7-787733FFBBCC}" destId="{80FD0C63-322A-4A19-A669-EA4EC5337F05}" srcOrd="0" destOrd="0" presId="urn:microsoft.com/office/officeart/2005/8/layout/list1"/>
    <dgm:cxn modelId="{9175AA70-AE2A-468D-A7F1-8B5EFA4A79B3}" type="presOf" srcId="{C57E4877-BBC6-4230-A5CD-B2AFD018CCB8}" destId="{2F3E2D69-9550-45BF-B1BB-84F9BD3BF9D2}" srcOrd="0" destOrd="0" presId="urn:microsoft.com/office/officeart/2005/8/layout/list1"/>
    <dgm:cxn modelId="{23325281-B986-4A62-B2A8-3808D465BE3C}" type="presOf" srcId="{F356D9CE-F0B5-45F7-AAE1-B2556D2C997E}" destId="{90641210-69E7-4161-9A2A-32A2BE49119D}" srcOrd="0" destOrd="0" presId="urn:microsoft.com/office/officeart/2005/8/layout/list1"/>
    <dgm:cxn modelId="{641B2885-05D7-48D4-B133-10A74AF5C789}" type="presOf" srcId="{8E3E2448-CD47-4A87-86D7-787733FFBBCC}" destId="{144AFC07-1496-4E75-BCFB-F7DDB915695E}" srcOrd="1" destOrd="0" presId="urn:microsoft.com/office/officeart/2005/8/layout/list1"/>
    <dgm:cxn modelId="{1EE1B7C6-480B-4CBB-8198-60A31CE0FF9A}" type="presOf" srcId="{F356D9CE-F0B5-45F7-AAE1-B2556D2C997E}" destId="{48652CA4-2DDD-479D-BF30-37E16FDDCC9B}" srcOrd="1" destOrd="0" presId="urn:microsoft.com/office/officeart/2005/8/layout/list1"/>
    <dgm:cxn modelId="{266E6BD7-2E60-4F5D-89D1-44B537ED5FC9}" type="presOf" srcId="{AB000C71-34CA-4D62-8969-8256BA2FAD8B}" destId="{E6932263-ECFE-4ACF-A755-C5389EEEFF8C}" srcOrd="1" destOrd="0" presId="urn:microsoft.com/office/officeart/2005/8/layout/list1"/>
    <dgm:cxn modelId="{0714E148-55C4-43AE-9B4E-2558ED29038F}" type="presParOf" srcId="{2F3E2D69-9550-45BF-B1BB-84F9BD3BF9D2}" destId="{B6B11F36-49F5-4F62-B923-A16357CC73FA}" srcOrd="0" destOrd="0" presId="urn:microsoft.com/office/officeart/2005/8/layout/list1"/>
    <dgm:cxn modelId="{6160F0FA-A443-459C-B359-5749F4F8F1F7}" type="presParOf" srcId="{B6B11F36-49F5-4F62-B923-A16357CC73FA}" destId="{90641210-69E7-4161-9A2A-32A2BE49119D}" srcOrd="0" destOrd="0" presId="urn:microsoft.com/office/officeart/2005/8/layout/list1"/>
    <dgm:cxn modelId="{122AF555-1415-4DE0-B5A4-C8580211406F}" type="presParOf" srcId="{B6B11F36-49F5-4F62-B923-A16357CC73FA}" destId="{48652CA4-2DDD-479D-BF30-37E16FDDCC9B}" srcOrd="1" destOrd="0" presId="urn:microsoft.com/office/officeart/2005/8/layout/list1"/>
    <dgm:cxn modelId="{5664BC74-72AC-4659-803B-28F2020549C4}" type="presParOf" srcId="{2F3E2D69-9550-45BF-B1BB-84F9BD3BF9D2}" destId="{5AB86758-39F4-4C7E-A5CC-493E1786CF64}" srcOrd="1" destOrd="0" presId="urn:microsoft.com/office/officeart/2005/8/layout/list1"/>
    <dgm:cxn modelId="{306CD0D0-F9BF-41E5-A458-DD60F0177BB6}" type="presParOf" srcId="{2F3E2D69-9550-45BF-B1BB-84F9BD3BF9D2}" destId="{9E54554A-42C4-4FDF-9DCD-2421F33AAF8B}" srcOrd="2" destOrd="0" presId="urn:microsoft.com/office/officeart/2005/8/layout/list1"/>
    <dgm:cxn modelId="{139FB1F3-5DD8-41B7-97D5-64E608658B7F}" type="presParOf" srcId="{2F3E2D69-9550-45BF-B1BB-84F9BD3BF9D2}" destId="{C471054F-EF0A-4203-9058-8A14DE6936E3}" srcOrd="3" destOrd="0" presId="urn:microsoft.com/office/officeart/2005/8/layout/list1"/>
    <dgm:cxn modelId="{F33E19A8-8182-46AE-8823-BDBA5081E4E2}" type="presParOf" srcId="{2F3E2D69-9550-45BF-B1BB-84F9BD3BF9D2}" destId="{32B87369-400B-46B8-BF2B-832260879D66}" srcOrd="4" destOrd="0" presId="urn:microsoft.com/office/officeart/2005/8/layout/list1"/>
    <dgm:cxn modelId="{C6F52B37-9356-4721-A409-3633FB573D8F}" type="presParOf" srcId="{32B87369-400B-46B8-BF2B-832260879D66}" destId="{80FD0C63-322A-4A19-A669-EA4EC5337F05}" srcOrd="0" destOrd="0" presId="urn:microsoft.com/office/officeart/2005/8/layout/list1"/>
    <dgm:cxn modelId="{4CEAD189-6F4D-4C3A-A5B8-C006A8DA58CB}" type="presParOf" srcId="{32B87369-400B-46B8-BF2B-832260879D66}" destId="{144AFC07-1496-4E75-BCFB-F7DDB915695E}" srcOrd="1" destOrd="0" presId="urn:microsoft.com/office/officeart/2005/8/layout/list1"/>
    <dgm:cxn modelId="{29EF1A16-9D68-4B04-8A69-9DA3DC3615EE}" type="presParOf" srcId="{2F3E2D69-9550-45BF-B1BB-84F9BD3BF9D2}" destId="{9B837A2A-9A75-40BD-9C11-C139384ACA84}" srcOrd="5" destOrd="0" presId="urn:microsoft.com/office/officeart/2005/8/layout/list1"/>
    <dgm:cxn modelId="{90AF146D-B901-4F38-9F01-5CD0F5F69379}" type="presParOf" srcId="{2F3E2D69-9550-45BF-B1BB-84F9BD3BF9D2}" destId="{996176FA-4CF5-43BD-984E-81A17AAFCF10}" srcOrd="6" destOrd="0" presId="urn:microsoft.com/office/officeart/2005/8/layout/list1"/>
    <dgm:cxn modelId="{92714F73-4ABC-4132-AE53-ACCB88672174}" type="presParOf" srcId="{2F3E2D69-9550-45BF-B1BB-84F9BD3BF9D2}" destId="{B77D020A-6DCB-4CD6-871D-2087FED61621}" srcOrd="7" destOrd="0" presId="urn:microsoft.com/office/officeart/2005/8/layout/list1"/>
    <dgm:cxn modelId="{318E2275-5E44-40BF-B832-27D7295BB514}" type="presParOf" srcId="{2F3E2D69-9550-45BF-B1BB-84F9BD3BF9D2}" destId="{98F5CB81-9496-4B05-AC42-39948CC12BA6}" srcOrd="8" destOrd="0" presId="urn:microsoft.com/office/officeart/2005/8/layout/list1"/>
    <dgm:cxn modelId="{7AD08E2A-4B3A-434C-9A04-365D3EB8D871}" type="presParOf" srcId="{98F5CB81-9496-4B05-AC42-39948CC12BA6}" destId="{AED19735-DD89-436A-9739-1F10C6FBBFFA}" srcOrd="0" destOrd="0" presId="urn:microsoft.com/office/officeart/2005/8/layout/list1"/>
    <dgm:cxn modelId="{34737585-07E0-4D71-AC30-4386A9BB17CB}" type="presParOf" srcId="{98F5CB81-9496-4B05-AC42-39948CC12BA6}" destId="{E6932263-ECFE-4ACF-A755-C5389EEEFF8C}" srcOrd="1" destOrd="0" presId="urn:microsoft.com/office/officeart/2005/8/layout/list1"/>
    <dgm:cxn modelId="{113A2401-63E5-4307-A70B-D43DF64A5152}" type="presParOf" srcId="{2F3E2D69-9550-45BF-B1BB-84F9BD3BF9D2}" destId="{45959057-8FFA-4BA8-8ED2-ECEB4E9D02FB}" srcOrd="9" destOrd="0" presId="urn:microsoft.com/office/officeart/2005/8/layout/list1"/>
    <dgm:cxn modelId="{843341CB-7E5A-4919-8CE0-8E29F9EC8067}" type="presParOf" srcId="{2F3E2D69-9550-45BF-B1BB-84F9BD3BF9D2}" destId="{A2ABE9DA-F012-4229-8040-6B99BD540218}"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4758C08-8F69-41C8-ADC2-8810A87DC9AC}"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45C55093-2763-4AC7-81DB-03F89F94C4D7}">
      <dgm:prSet phldrT="[Text]" custT="1"/>
      <dgm:spPr/>
      <dgm:t>
        <a:bodyPr/>
        <a:lstStyle/>
        <a:p>
          <a:pPr algn="just"/>
          <a:r>
            <a:rPr lang="en-IN" sz="2400" dirty="0"/>
            <a:t>System is highly flexible and can accommodate a variety of inputs, which can be connected to PC for analysis, graphics and control</a:t>
          </a:r>
        </a:p>
      </dgm:t>
    </dgm:pt>
    <dgm:pt modelId="{D9A6ED9B-E603-4F3A-9198-FA6D2BA718A9}" type="parTrans" cxnId="{33E8C298-D256-4110-84C2-48530128A2BC}">
      <dgm:prSet/>
      <dgm:spPr/>
      <dgm:t>
        <a:bodyPr/>
        <a:lstStyle/>
        <a:p>
          <a:endParaRPr lang="en-IN" sz="2400"/>
        </a:p>
      </dgm:t>
    </dgm:pt>
    <dgm:pt modelId="{684ED00C-34A6-4D52-BF45-CB205843F54B}" type="sibTrans" cxnId="{33E8C298-D256-4110-84C2-48530128A2BC}">
      <dgm:prSet/>
      <dgm:spPr/>
      <dgm:t>
        <a:bodyPr/>
        <a:lstStyle/>
        <a:p>
          <a:endParaRPr lang="en-IN" sz="2400"/>
        </a:p>
      </dgm:t>
    </dgm:pt>
    <dgm:pt modelId="{E10A635F-D189-4A49-9C92-7647903AE26A}">
      <dgm:prSet phldrT="[Text]" custT="1"/>
      <dgm:spPr/>
      <dgm:t>
        <a:bodyPr/>
        <a:lstStyle/>
        <a:p>
          <a:pPr algn="just"/>
          <a:r>
            <a:rPr lang="en-IN" sz="2400" dirty="0"/>
            <a:t>The systems works totally under the control of software</a:t>
          </a:r>
        </a:p>
      </dgm:t>
    </dgm:pt>
    <dgm:pt modelId="{9676065A-C211-4EE8-A8DD-A158241FBD83}" type="parTrans" cxnId="{40481650-16FD-4105-B790-D5072795A05C}">
      <dgm:prSet/>
      <dgm:spPr/>
      <dgm:t>
        <a:bodyPr/>
        <a:lstStyle/>
        <a:p>
          <a:endParaRPr lang="en-IN" sz="2400"/>
        </a:p>
      </dgm:t>
    </dgm:pt>
    <dgm:pt modelId="{B1646EAE-74B6-4599-BF52-CF08425E15D3}" type="sibTrans" cxnId="{40481650-16FD-4105-B790-D5072795A05C}">
      <dgm:prSet/>
      <dgm:spPr/>
      <dgm:t>
        <a:bodyPr/>
        <a:lstStyle/>
        <a:p>
          <a:endParaRPr lang="en-IN" sz="2400"/>
        </a:p>
      </dgm:t>
    </dgm:pt>
    <dgm:pt modelId="{5D700A66-D4D7-479C-AE1D-91A3DCD85803}">
      <dgm:prSet phldrT="[Text]" custT="1"/>
      <dgm:spPr/>
      <dgm:t>
        <a:bodyPr/>
        <a:lstStyle/>
        <a:p>
          <a:pPr algn="just"/>
          <a:r>
            <a:rPr lang="en-IN" sz="2400" dirty="0"/>
            <a:t>PC medical instruments are gaining in popularity for several reasons including price, programmability and performance specifications</a:t>
          </a:r>
        </a:p>
      </dgm:t>
    </dgm:pt>
    <dgm:pt modelId="{DD5961BC-603F-4870-8DDD-BE518A965BBB}" type="parTrans" cxnId="{F477A011-E36F-47B8-AE44-E03EAC123457}">
      <dgm:prSet/>
      <dgm:spPr/>
      <dgm:t>
        <a:bodyPr/>
        <a:lstStyle/>
        <a:p>
          <a:endParaRPr lang="en-IN" sz="2400"/>
        </a:p>
      </dgm:t>
    </dgm:pt>
    <dgm:pt modelId="{4818DB61-006A-4281-95E3-10D028617647}" type="sibTrans" cxnId="{F477A011-E36F-47B8-AE44-E03EAC123457}">
      <dgm:prSet/>
      <dgm:spPr/>
      <dgm:t>
        <a:bodyPr/>
        <a:lstStyle/>
        <a:p>
          <a:endParaRPr lang="en-IN" sz="2400"/>
        </a:p>
      </dgm:t>
    </dgm:pt>
    <dgm:pt modelId="{AAA6F0C6-0E9D-4FB2-8207-94BBC4E35ACA}">
      <dgm:prSet phldrT="[Text]" custT="1"/>
      <dgm:spPr/>
      <dgm:t>
        <a:bodyPr/>
        <a:lstStyle/>
        <a:p>
          <a:pPr algn="just"/>
          <a:r>
            <a:rPr lang="en-IN" sz="2400" dirty="0"/>
            <a:t>Basic elements in the system include sensors or transducers that convert physical phenomena into a measurable signal, a data acquisition system, an </a:t>
          </a:r>
          <a:r>
            <a:rPr lang="en-IN" sz="2400" dirty="0" err="1"/>
            <a:t>accquistion</a:t>
          </a:r>
          <a:r>
            <a:rPr lang="en-IN" sz="2400" dirty="0"/>
            <a:t>/analysis software package or programme and computing platform.</a:t>
          </a:r>
        </a:p>
      </dgm:t>
    </dgm:pt>
    <dgm:pt modelId="{C98DD4A5-7526-4FC3-A9B7-6E36ACB8E2E4}" type="parTrans" cxnId="{0D2BB9E8-1A4E-4B1C-8512-DA1154A3EB1D}">
      <dgm:prSet/>
      <dgm:spPr/>
      <dgm:t>
        <a:bodyPr/>
        <a:lstStyle/>
        <a:p>
          <a:endParaRPr lang="en-IN"/>
        </a:p>
      </dgm:t>
    </dgm:pt>
    <dgm:pt modelId="{BADDBA9A-8971-48E0-8B4D-546BAF4DFC6F}" type="sibTrans" cxnId="{0D2BB9E8-1A4E-4B1C-8512-DA1154A3EB1D}">
      <dgm:prSet/>
      <dgm:spPr/>
      <dgm:t>
        <a:bodyPr/>
        <a:lstStyle/>
        <a:p>
          <a:endParaRPr lang="en-IN"/>
        </a:p>
      </dgm:t>
    </dgm:pt>
    <dgm:pt modelId="{AE4A6A98-9227-4BB4-AF05-498259768FC9}" type="pres">
      <dgm:prSet presAssocID="{A4758C08-8F69-41C8-ADC2-8810A87DC9AC}" presName="linear" presStyleCnt="0">
        <dgm:presLayoutVars>
          <dgm:dir/>
          <dgm:animLvl val="lvl"/>
          <dgm:resizeHandles val="exact"/>
        </dgm:presLayoutVars>
      </dgm:prSet>
      <dgm:spPr/>
    </dgm:pt>
    <dgm:pt modelId="{3325199D-E1B3-46D1-BFEB-7A6C4A0C8112}" type="pres">
      <dgm:prSet presAssocID="{AAA6F0C6-0E9D-4FB2-8207-94BBC4E35ACA}" presName="parentLin" presStyleCnt="0"/>
      <dgm:spPr/>
    </dgm:pt>
    <dgm:pt modelId="{0B2B939A-C639-4C96-AE19-A814B94EA525}" type="pres">
      <dgm:prSet presAssocID="{AAA6F0C6-0E9D-4FB2-8207-94BBC4E35ACA}" presName="parentLeftMargin" presStyleLbl="node1" presStyleIdx="0" presStyleCnt="4"/>
      <dgm:spPr/>
    </dgm:pt>
    <dgm:pt modelId="{720E9DA5-CB42-47A1-AA04-BF0CD665E47B}" type="pres">
      <dgm:prSet presAssocID="{AAA6F0C6-0E9D-4FB2-8207-94BBC4E35ACA}" presName="parentText" presStyleLbl="node1" presStyleIdx="0" presStyleCnt="4" custScaleX="134134" custScaleY="204523">
        <dgm:presLayoutVars>
          <dgm:chMax val="0"/>
          <dgm:bulletEnabled val="1"/>
        </dgm:presLayoutVars>
      </dgm:prSet>
      <dgm:spPr/>
    </dgm:pt>
    <dgm:pt modelId="{CF319372-9719-4C2B-A424-D84F230B9F5F}" type="pres">
      <dgm:prSet presAssocID="{AAA6F0C6-0E9D-4FB2-8207-94BBC4E35ACA}" presName="negativeSpace" presStyleCnt="0"/>
      <dgm:spPr/>
    </dgm:pt>
    <dgm:pt modelId="{7F5E0259-201D-45CA-B964-F177020CE8C9}" type="pres">
      <dgm:prSet presAssocID="{AAA6F0C6-0E9D-4FB2-8207-94BBC4E35ACA}" presName="childText" presStyleLbl="conFgAcc1" presStyleIdx="0" presStyleCnt="4">
        <dgm:presLayoutVars>
          <dgm:bulletEnabled val="1"/>
        </dgm:presLayoutVars>
      </dgm:prSet>
      <dgm:spPr/>
    </dgm:pt>
    <dgm:pt modelId="{989DEE5C-4608-48EF-9666-C117CDA06660}" type="pres">
      <dgm:prSet presAssocID="{BADDBA9A-8971-48E0-8B4D-546BAF4DFC6F}" presName="spaceBetweenRectangles" presStyleCnt="0"/>
      <dgm:spPr/>
    </dgm:pt>
    <dgm:pt modelId="{AB520BCD-0624-46BA-82E0-03364D72AB27}" type="pres">
      <dgm:prSet presAssocID="{45C55093-2763-4AC7-81DB-03F89F94C4D7}" presName="parentLin" presStyleCnt="0"/>
      <dgm:spPr/>
    </dgm:pt>
    <dgm:pt modelId="{29AA8F52-D1DA-4891-BAAE-0A5D59E499FD}" type="pres">
      <dgm:prSet presAssocID="{45C55093-2763-4AC7-81DB-03F89F94C4D7}" presName="parentLeftMargin" presStyleLbl="node1" presStyleIdx="0" presStyleCnt="4"/>
      <dgm:spPr/>
    </dgm:pt>
    <dgm:pt modelId="{984F9AE5-FDCE-4667-BCCE-F19313B85542}" type="pres">
      <dgm:prSet presAssocID="{45C55093-2763-4AC7-81DB-03F89F94C4D7}" presName="parentText" presStyleLbl="node1" presStyleIdx="1" presStyleCnt="4" custScaleX="134134" custScaleY="114329" custLinFactNeighborY="18961">
        <dgm:presLayoutVars>
          <dgm:chMax val="0"/>
          <dgm:bulletEnabled val="1"/>
        </dgm:presLayoutVars>
      </dgm:prSet>
      <dgm:spPr/>
    </dgm:pt>
    <dgm:pt modelId="{3CCE9C0B-316A-4A8B-ADA3-31158CBC422E}" type="pres">
      <dgm:prSet presAssocID="{45C55093-2763-4AC7-81DB-03F89F94C4D7}" presName="negativeSpace" presStyleCnt="0"/>
      <dgm:spPr/>
    </dgm:pt>
    <dgm:pt modelId="{C840F79D-5ACE-4A72-8590-24A4910BAF0D}" type="pres">
      <dgm:prSet presAssocID="{45C55093-2763-4AC7-81DB-03F89F94C4D7}" presName="childText" presStyleLbl="conFgAcc1" presStyleIdx="1" presStyleCnt="4">
        <dgm:presLayoutVars>
          <dgm:bulletEnabled val="1"/>
        </dgm:presLayoutVars>
      </dgm:prSet>
      <dgm:spPr/>
    </dgm:pt>
    <dgm:pt modelId="{9A33842F-B795-4712-9619-7BA2EB80AE6B}" type="pres">
      <dgm:prSet presAssocID="{684ED00C-34A6-4D52-BF45-CB205843F54B}" presName="spaceBetweenRectangles" presStyleCnt="0"/>
      <dgm:spPr/>
    </dgm:pt>
    <dgm:pt modelId="{7C137869-17A0-4A54-8AD1-8E8632AC1107}" type="pres">
      <dgm:prSet presAssocID="{E10A635F-D189-4A49-9C92-7647903AE26A}" presName="parentLin" presStyleCnt="0"/>
      <dgm:spPr/>
    </dgm:pt>
    <dgm:pt modelId="{E17D1BB0-D8E8-47BD-A997-06C2F2BBFF40}" type="pres">
      <dgm:prSet presAssocID="{E10A635F-D189-4A49-9C92-7647903AE26A}" presName="parentLeftMargin" presStyleLbl="node1" presStyleIdx="1" presStyleCnt="4"/>
      <dgm:spPr/>
    </dgm:pt>
    <dgm:pt modelId="{7E414E5A-45CB-4818-8CA6-29E43BBD3244}" type="pres">
      <dgm:prSet presAssocID="{E10A635F-D189-4A49-9C92-7647903AE26A}" presName="parentText" presStyleLbl="node1" presStyleIdx="2" presStyleCnt="4" custScaleX="134134" custScaleY="96083" custLinFactNeighborY="8860">
        <dgm:presLayoutVars>
          <dgm:chMax val="0"/>
          <dgm:bulletEnabled val="1"/>
        </dgm:presLayoutVars>
      </dgm:prSet>
      <dgm:spPr/>
    </dgm:pt>
    <dgm:pt modelId="{6406CEC6-E5CA-4242-A656-1EF4FD06277E}" type="pres">
      <dgm:prSet presAssocID="{E10A635F-D189-4A49-9C92-7647903AE26A}" presName="negativeSpace" presStyleCnt="0"/>
      <dgm:spPr/>
    </dgm:pt>
    <dgm:pt modelId="{06DC6262-F52B-46F2-9286-EDFF56B5C31C}" type="pres">
      <dgm:prSet presAssocID="{E10A635F-D189-4A49-9C92-7647903AE26A}" presName="childText" presStyleLbl="conFgAcc1" presStyleIdx="2" presStyleCnt="4">
        <dgm:presLayoutVars>
          <dgm:bulletEnabled val="1"/>
        </dgm:presLayoutVars>
      </dgm:prSet>
      <dgm:spPr/>
    </dgm:pt>
    <dgm:pt modelId="{500003AD-3E0C-4538-B293-72BE630861A1}" type="pres">
      <dgm:prSet presAssocID="{B1646EAE-74B6-4599-BF52-CF08425E15D3}" presName="spaceBetweenRectangles" presStyleCnt="0"/>
      <dgm:spPr/>
    </dgm:pt>
    <dgm:pt modelId="{C07E1BC3-DA99-444C-83BD-CBB6EF6BEFCC}" type="pres">
      <dgm:prSet presAssocID="{5D700A66-D4D7-479C-AE1D-91A3DCD85803}" presName="parentLin" presStyleCnt="0"/>
      <dgm:spPr/>
    </dgm:pt>
    <dgm:pt modelId="{9635F3AA-69CA-4C20-9EE0-494C9006EAD5}" type="pres">
      <dgm:prSet presAssocID="{5D700A66-D4D7-479C-AE1D-91A3DCD85803}" presName="parentLeftMargin" presStyleLbl="node1" presStyleIdx="2" presStyleCnt="4"/>
      <dgm:spPr/>
    </dgm:pt>
    <dgm:pt modelId="{7179E5E7-BFD8-4A72-8FD6-D08B29C14F1C}" type="pres">
      <dgm:prSet presAssocID="{5D700A66-D4D7-479C-AE1D-91A3DCD85803}" presName="parentText" presStyleLbl="node1" presStyleIdx="3" presStyleCnt="4" custScaleX="134134" custScaleY="149051" custLinFactNeighborY="18961">
        <dgm:presLayoutVars>
          <dgm:chMax val="0"/>
          <dgm:bulletEnabled val="1"/>
        </dgm:presLayoutVars>
      </dgm:prSet>
      <dgm:spPr/>
    </dgm:pt>
    <dgm:pt modelId="{A2497806-ED7D-4CDF-9D2A-81690E0F20EB}" type="pres">
      <dgm:prSet presAssocID="{5D700A66-D4D7-479C-AE1D-91A3DCD85803}" presName="negativeSpace" presStyleCnt="0"/>
      <dgm:spPr/>
    </dgm:pt>
    <dgm:pt modelId="{1B773A6A-646B-4E3B-B69D-8FE95876C658}" type="pres">
      <dgm:prSet presAssocID="{5D700A66-D4D7-479C-AE1D-91A3DCD85803}" presName="childText" presStyleLbl="conFgAcc1" presStyleIdx="3" presStyleCnt="4">
        <dgm:presLayoutVars>
          <dgm:bulletEnabled val="1"/>
        </dgm:presLayoutVars>
      </dgm:prSet>
      <dgm:spPr/>
    </dgm:pt>
  </dgm:ptLst>
  <dgm:cxnLst>
    <dgm:cxn modelId="{5F622303-4A57-4029-B4DE-84D57C301271}" type="presOf" srcId="{AAA6F0C6-0E9D-4FB2-8207-94BBC4E35ACA}" destId="{720E9DA5-CB42-47A1-AA04-BF0CD665E47B}" srcOrd="1" destOrd="0" presId="urn:microsoft.com/office/officeart/2005/8/layout/list1"/>
    <dgm:cxn modelId="{F477A011-E36F-47B8-AE44-E03EAC123457}" srcId="{A4758C08-8F69-41C8-ADC2-8810A87DC9AC}" destId="{5D700A66-D4D7-479C-AE1D-91A3DCD85803}" srcOrd="3" destOrd="0" parTransId="{DD5961BC-603F-4870-8DDD-BE518A965BBB}" sibTransId="{4818DB61-006A-4281-95E3-10D028617647}"/>
    <dgm:cxn modelId="{BC83FC2F-B395-4D5B-8142-DF19A55CE940}" type="presOf" srcId="{AAA6F0C6-0E9D-4FB2-8207-94BBC4E35ACA}" destId="{0B2B939A-C639-4C96-AE19-A814B94EA525}" srcOrd="0" destOrd="0" presId="urn:microsoft.com/office/officeart/2005/8/layout/list1"/>
    <dgm:cxn modelId="{63D90A36-645C-4B19-983E-AC441D8AF07F}" type="presOf" srcId="{E10A635F-D189-4A49-9C92-7647903AE26A}" destId="{E17D1BB0-D8E8-47BD-A997-06C2F2BBFF40}" srcOrd="0" destOrd="0" presId="urn:microsoft.com/office/officeart/2005/8/layout/list1"/>
    <dgm:cxn modelId="{0F432736-6A9C-4C30-92E1-501787F4A544}" type="presOf" srcId="{45C55093-2763-4AC7-81DB-03F89F94C4D7}" destId="{29AA8F52-D1DA-4891-BAAE-0A5D59E499FD}" srcOrd="0" destOrd="0" presId="urn:microsoft.com/office/officeart/2005/8/layout/list1"/>
    <dgm:cxn modelId="{73545D5E-DE5E-4179-BF57-755384B6165D}" type="presOf" srcId="{E10A635F-D189-4A49-9C92-7647903AE26A}" destId="{7E414E5A-45CB-4818-8CA6-29E43BBD3244}" srcOrd="1" destOrd="0" presId="urn:microsoft.com/office/officeart/2005/8/layout/list1"/>
    <dgm:cxn modelId="{D3AAE16E-935B-4106-A481-2E5F3E769F08}" type="presOf" srcId="{5D700A66-D4D7-479C-AE1D-91A3DCD85803}" destId="{7179E5E7-BFD8-4A72-8FD6-D08B29C14F1C}" srcOrd="1" destOrd="0" presId="urn:microsoft.com/office/officeart/2005/8/layout/list1"/>
    <dgm:cxn modelId="{40481650-16FD-4105-B790-D5072795A05C}" srcId="{A4758C08-8F69-41C8-ADC2-8810A87DC9AC}" destId="{E10A635F-D189-4A49-9C92-7647903AE26A}" srcOrd="2" destOrd="0" parTransId="{9676065A-C211-4EE8-A8DD-A158241FBD83}" sibTransId="{B1646EAE-74B6-4599-BF52-CF08425E15D3}"/>
    <dgm:cxn modelId="{E3AAF986-759A-4F9B-AE81-908E5F065F94}" type="presOf" srcId="{5D700A66-D4D7-479C-AE1D-91A3DCD85803}" destId="{9635F3AA-69CA-4C20-9EE0-494C9006EAD5}" srcOrd="0" destOrd="0" presId="urn:microsoft.com/office/officeart/2005/8/layout/list1"/>
    <dgm:cxn modelId="{33E8C298-D256-4110-84C2-48530128A2BC}" srcId="{A4758C08-8F69-41C8-ADC2-8810A87DC9AC}" destId="{45C55093-2763-4AC7-81DB-03F89F94C4D7}" srcOrd="1" destOrd="0" parTransId="{D9A6ED9B-E603-4F3A-9198-FA6D2BA718A9}" sibTransId="{684ED00C-34A6-4D52-BF45-CB205843F54B}"/>
    <dgm:cxn modelId="{12088CC9-1BE7-4B36-B485-1C492422FF68}" type="presOf" srcId="{45C55093-2763-4AC7-81DB-03F89F94C4D7}" destId="{984F9AE5-FDCE-4667-BCCE-F19313B85542}" srcOrd="1" destOrd="0" presId="urn:microsoft.com/office/officeart/2005/8/layout/list1"/>
    <dgm:cxn modelId="{0C90CCE4-BC48-4A67-A8BF-D3A2FCDD1444}" type="presOf" srcId="{A4758C08-8F69-41C8-ADC2-8810A87DC9AC}" destId="{AE4A6A98-9227-4BB4-AF05-498259768FC9}" srcOrd="0" destOrd="0" presId="urn:microsoft.com/office/officeart/2005/8/layout/list1"/>
    <dgm:cxn modelId="{0D2BB9E8-1A4E-4B1C-8512-DA1154A3EB1D}" srcId="{A4758C08-8F69-41C8-ADC2-8810A87DC9AC}" destId="{AAA6F0C6-0E9D-4FB2-8207-94BBC4E35ACA}" srcOrd="0" destOrd="0" parTransId="{C98DD4A5-7526-4FC3-A9B7-6E36ACB8E2E4}" sibTransId="{BADDBA9A-8971-48E0-8B4D-546BAF4DFC6F}"/>
    <dgm:cxn modelId="{57DF7F45-CF3A-4225-89FD-4AD0D985ABAB}" type="presParOf" srcId="{AE4A6A98-9227-4BB4-AF05-498259768FC9}" destId="{3325199D-E1B3-46D1-BFEB-7A6C4A0C8112}" srcOrd="0" destOrd="0" presId="urn:microsoft.com/office/officeart/2005/8/layout/list1"/>
    <dgm:cxn modelId="{14BDB1C0-0717-4D55-A6A6-5D85735D4256}" type="presParOf" srcId="{3325199D-E1B3-46D1-BFEB-7A6C4A0C8112}" destId="{0B2B939A-C639-4C96-AE19-A814B94EA525}" srcOrd="0" destOrd="0" presId="urn:microsoft.com/office/officeart/2005/8/layout/list1"/>
    <dgm:cxn modelId="{F896E0AF-3500-4BB2-81E2-DDDEED588BEE}" type="presParOf" srcId="{3325199D-E1B3-46D1-BFEB-7A6C4A0C8112}" destId="{720E9DA5-CB42-47A1-AA04-BF0CD665E47B}" srcOrd="1" destOrd="0" presId="urn:microsoft.com/office/officeart/2005/8/layout/list1"/>
    <dgm:cxn modelId="{2B9EA7D9-F354-44A7-9A31-758C1741FD56}" type="presParOf" srcId="{AE4A6A98-9227-4BB4-AF05-498259768FC9}" destId="{CF319372-9719-4C2B-A424-D84F230B9F5F}" srcOrd="1" destOrd="0" presId="urn:microsoft.com/office/officeart/2005/8/layout/list1"/>
    <dgm:cxn modelId="{7CBA2A0E-B1BE-48F1-BB2F-CBFAEDC55230}" type="presParOf" srcId="{AE4A6A98-9227-4BB4-AF05-498259768FC9}" destId="{7F5E0259-201D-45CA-B964-F177020CE8C9}" srcOrd="2" destOrd="0" presId="urn:microsoft.com/office/officeart/2005/8/layout/list1"/>
    <dgm:cxn modelId="{AA256A27-1AF2-469D-9B49-9526AD6DB37E}" type="presParOf" srcId="{AE4A6A98-9227-4BB4-AF05-498259768FC9}" destId="{989DEE5C-4608-48EF-9666-C117CDA06660}" srcOrd="3" destOrd="0" presId="urn:microsoft.com/office/officeart/2005/8/layout/list1"/>
    <dgm:cxn modelId="{EBAE0A3C-13D5-4C92-A1DF-387E1DE09400}" type="presParOf" srcId="{AE4A6A98-9227-4BB4-AF05-498259768FC9}" destId="{AB520BCD-0624-46BA-82E0-03364D72AB27}" srcOrd="4" destOrd="0" presId="urn:microsoft.com/office/officeart/2005/8/layout/list1"/>
    <dgm:cxn modelId="{1971206C-C755-4112-A798-8972CC193351}" type="presParOf" srcId="{AB520BCD-0624-46BA-82E0-03364D72AB27}" destId="{29AA8F52-D1DA-4891-BAAE-0A5D59E499FD}" srcOrd="0" destOrd="0" presId="urn:microsoft.com/office/officeart/2005/8/layout/list1"/>
    <dgm:cxn modelId="{747EB774-3282-4615-9B53-FA492C82254A}" type="presParOf" srcId="{AB520BCD-0624-46BA-82E0-03364D72AB27}" destId="{984F9AE5-FDCE-4667-BCCE-F19313B85542}" srcOrd="1" destOrd="0" presId="urn:microsoft.com/office/officeart/2005/8/layout/list1"/>
    <dgm:cxn modelId="{F0E5EEC6-CA4A-4FD2-918E-D0C0E73F6545}" type="presParOf" srcId="{AE4A6A98-9227-4BB4-AF05-498259768FC9}" destId="{3CCE9C0B-316A-4A8B-ADA3-31158CBC422E}" srcOrd="5" destOrd="0" presId="urn:microsoft.com/office/officeart/2005/8/layout/list1"/>
    <dgm:cxn modelId="{8B84EBD8-DA02-4D83-8C51-5F886D8B7B45}" type="presParOf" srcId="{AE4A6A98-9227-4BB4-AF05-498259768FC9}" destId="{C840F79D-5ACE-4A72-8590-24A4910BAF0D}" srcOrd="6" destOrd="0" presId="urn:microsoft.com/office/officeart/2005/8/layout/list1"/>
    <dgm:cxn modelId="{8E336D9B-B47B-4E20-90BC-40C04CD17AAB}" type="presParOf" srcId="{AE4A6A98-9227-4BB4-AF05-498259768FC9}" destId="{9A33842F-B795-4712-9619-7BA2EB80AE6B}" srcOrd="7" destOrd="0" presId="urn:microsoft.com/office/officeart/2005/8/layout/list1"/>
    <dgm:cxn modelId="{11B04579-ABFE-4480-98BB-BDB3F1D89F08}" type="presParOf" srcId="{AE4A6A98-9227-4BB4-AF05-498259768FC9}" destId="{7C137869-17A0-4A54-8AD1-8E8632AC1107}" srcOrd="8" destOrd="0" presId="urn:microsoft.com/office/officeart/2005/8/layout/list1"/>
    <dgm:cxn modelId="{506C06B5-C367-4F78-B31B-84E09AEE3FA9}" type="presParOf" srcId="{7C137869-17A0-4A54-8AD1-8E8632AC1107}" destId="{E17D1BB0-D8E8-47BD-A997-06C2F2BBFF40}" srcOrd="0" destOrd="0" presId="urn:microsoft.com/office/officeart/2005/8/layout/list1"/>
    <dgm:cxn modelId="{4A812CA2-DBB1-463F-A531-29B9C13FBF13}" type="presParOf" srcId="{7C137869-17A0-4A54-8AD1-8E8632AC1107}" destId="{7E414E5A-45CB-4818-8CA6-29E43BBD3244}" srcOrd="1" destOrd="0" presId="urn:microsoft.com/office/officeart/2005/8/layout/list1"/>
    <dgm:cxn modelId="{6CB1D31E-2B16-421B-B4F1-4A1D5B604FCC}" type="presParOf" srcId="{AE4A6A98-9227-4BB4-AF05-498259768FC9}" destId="{6406CEC6-E5CA-4242-A656-1EF4FD06277E}" srcOrd="9" destOrd="0" presId="urn:microsoft.com/office/officeart/2005/8/layout/list1"/>
    <dgm:cxn modelId="{190C9693-C0E5-424C-B88E-9000654EBED3}" type="presParOf" srcId="{AE4A6A98-9227-4BB4-AF05-498259768FC9}" destId="{06DC6262-F52B-46F2-9286-EDFF56B5C31C}" srcOrd="10" destOrd="0" presId="urn:microsoft.com/office/officeart/2005/8/layout/list1"/>
    <dgm:cxn modelId="{1859C6D1-F263-4782-95ED-B5CCED9A6A90}" type="presParOf" srcId="{AE4A6A98-9227-4BB4-AF05-498259768FC9}" destId="{500003AD-3E0C-4538-B293-72BE630861A1}" srcOrd="11" destOrd="0" presId="urn:microsoft.com/office/officeart/2005/8/layout/list1"/>
    <dgm:cxn modelId="{054F6548-F10D-4768-B8E0-D9EB32A02663}" type="presParOf" srcId="{AE4A6A98-9227-4BB4-AF05-498259768FC9}" destId="{C07E1BC3-DA99-444C-83BD-CBB6EF6BEFCC}" srcOrd="12" destOrd="0" presId="urn:microsoft.com/office/officeart/2005/8/layout/list1"/>
    <dgm:cxn modelId="{1837057D-3BFC-4833-927C-ACC918DE90F8}" type="presParOf" srcId="{C07E1BC3-DA99-444C-83BD-CBB6EF6BEFCC}" destId="{9635F3AA-69CA-4C20-9EE0-494C9006EAD5}" srcOrd="0" destOrd="0" presId="urn:microsoft.com/office/officeart/2005/8/layout/list1"/>
    <dgm:cxn modelId="{55C0EC37-6901-4FAC-8B51-4CF9139CF435}" type="presParOf" srcId="{C07E1BC3-DA99-444C-83BD-CBB6EF6BEFCC}" destId="{7179E5E7-BFD8-4A72-8FD6-D08B29C14F1C}" srcOrd="1" destOrd="0" presId="urn:microsoft.com/office/officeart/2005/8/layout/list1"/>
    <dgm:cxn modelId="{B08A92E7-569F-4F5E-B057-E44637F46CCA}" type="presParOf" srcId="{AE4A6A98-9227-4BB4-AF05-498259768FC9}" destId="{A2497806-ED7D-4CDF-9D2A-81690E0F20EB}" srcOrd="13" destOrd="0" presId="urn:microsoft.com/office/officeart/2005/8/layout/list1"/>
    <dgm:cxn modelId="{6612972C-E37F-4E04-918D-DC5F0C022CBA}" type="presParOf" srcId="{AE4A6A98-9227-4BB4-AF05-498259768FC9}" destId="{1B773A6A-646B-4E3B-B69D-8FE95876C658}"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F9B17BB-AA94-47CD-9B00-D358B5F74AB0}"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EABC138C-D2DF-4EFB-B873-0FB525365C34}">
      <dgm:prSet phldrT="[Text]" custT="1"/>
      <dgm:spPr/>
      <dgm:t>
        <a:bodyPr/>
        <a:lstStyle/>
        <a:p>
          <a:pPr algn="just"/>
          <a:r>
            <a:rPr lang="en-IN" sz="2400" dirty="0"/>
            <a:t>Software development, rather than hardware development, increasingly dominates new product design cycles</a:t>
          </a:r>
        </a:p>
      </dgm:t>
    </dgm:pt>
    <dgm:pt modelId="{BCC90F71-43F6-4696-B6C6-95E0A9D4683E}" type="parTrans" cxnId="{A225AE3D-DA55-428D-8A04-F6B8620CA8F2}">
      <dgm:prSet/>
      <dgm:spPr/>
      <dgm:t>
        <a:bodyPr/>
        <a:lstStyle/>
        <a:p>
          <a:endParaRPr lang="en-IN"/>
        </a:p>
      </dgm:t>
    </dgm:pt>
    <dgm:pt modelId="{42BCB83D-0ABF-4439-8E1B-3A538CD16519}" type="sibTrans" cxnId="{A225AE3D-DA55-428D-8A04-F6B8620CA8F2}">
      <dgm:prSet/>
      <dgm:spPr/>
      <dgm:t>
        <a:bodyPr/>
        <a:lstStyle/>
        <a:p>
          <a:endParaRPr lang="en-IN"/>
        </a:p>
      </dgm:t>
    </dgm:pt>
    <dgm:pt modelId="{37C5080B-1593-4162-BEA9-C7032308C164}">
      <dgm:prSet phldrT="[Text]" custT="1"/>
      <dgm:spPr/>
      <dgm:t>
        <a:bodyPr/>
        <a:lstStyle/>
        <a:p>
          <a:pPr algn="just"/>
          <a:r>
            <a:rPr lang="en-US" sz="2400" dirty="0"/>
            <a:t>Microprocessors have been used to replace the complicated instructional procedures that are now required in some medical instruments. </a:t>
          </a:r>
          <a:endParaRPr lang="en-IN" sz="2400" dirty="0"/>
        </a:p>
      </dgm:t>
    </dgm:pt>
    <dgm:pt modelId="{F591B437-8936-4074-9B7B-A6F0F5FCB3D7}" type="parTrans" cxnId="{DE07AAA4-CD3C-4129-88D2-E1A59C9F197C}">
      <dgm:prSet/>
      <dgm:spPr/>
      <dgm:t>
        <a:bodyPr/>
        <a:lstStyle/>
        <a:p>
          <a:endParaRPr lang="en-IN"/>
        </a:p>
      </dgm:t>
    </dgm:pt>
    <dgm:pt modelId="{E9BA6FE2-210C-4DD5-960A-29AF0B972AB2}" type="sibTrans" cxnId="{DE07AAA4-CD3C-4129-88D2-E1A59C9F197C}">
      <dgm:prSet/>
      <dgm:spPr/>
      <dgm:t>
        <a:bodyPr/>
        <a:lstStyle/>
        <a:p>
          <a:endParaRPr lang="en-IN"/>
        </a:p>
      </dgm:t>
    </dgm:pt>
    <dgm:pt modelId="{6F9FBE0F-0334-4CB4-BAD5-9A216554D4F1}">
      <dgm:prSet phldrT="[Text]" custT="1"/>
      <dgm:spPr/>
      <dgm:t>
        <a:bodyPr/>
        <a:lstStyle/>
        <a:p>
          <a:pPr algn="just"/>
          <a:r>
            <a:rPr lang="en-US" sz="2400" dirty="0"/>
            <a:t>Microprocessors based instrumentation has enabled the ability to make intelligent judgement and provide diagnostic signals/warnings in case of potential error or even take appropriate corrections!</a:t>
          </a:r>
          <a:endParaRPr lang="en-IN" sz="2400" dirty="0"/>
        </a:p>
      </dgm:t>
    </dgm:pt>
    <dgm:pt modelId="{9D211925-EAEA-464F-8841-28E1BAB2614F}" type="parTrans" cxnId="{8B329A13-1D24-4334-8E9B-E8F9982217FC}">
      <dgm:prSet/>
      <dgm:spPr/>
      <dgm:t>
        <a:bodyPr/>
        <a:lstStyle/>
        <a:p>
          <a:endParaRPr lang="en-IN"/>
        </a:p>
      </dgm:t>
    </dgm:pt>
    <dgm:pt modelId="{92B8115A-D203-432F-AC44-AC5EC35B0A34}" type="sibTrans" cxnId="{8B329A13-1D24-4334-8E9B-E8F9982217FC}">
      <dgm:prSet/>
      <dgm:spPr/>
      <dgm:t>
        <a:bodyPr/>
        <a:lstStyle/>
        <a:p>
          <a:endParaRPr lang="en-IN"/>
        </a:p>
      </dgm:t>
    </dgm:pt>
    <dgm:pt modelId="{A61A5436-AEAC-4F6A-B2D0-5A56C29A9433}">
      <dgm:prSet phldrT="[Text]" custT="1"/>
      <dgm:spPr/>
      <dgm:t>
        <a:bodyPr/>
        <a:lstStyle/>
        <a:p>
          <a:pPr algn="just"/>
          <a:r>
            <a:rPr lang="en-IN" sz="2400" dirty="0"/>
            <a:t>This includes operating systems, devices drivers, libraries, languages and debugging tools </a:t>
          </a:r>
        </a:p>
      </dgm:t>
    </dgm:pt>
    <dgm:pt modelId="{F2B4F3EC-1771-4AC7-B5C8-88D65D2E90F7}" type="parTrans" cxnId="{7DD7FE14-514A-4122-8FE8-A933D2026254}">
      <dgm:prSet/>
      <dgm:spPr/>
      <dgm:t>
        <a:bodyPr/>
        <a:lstStyle/>
        <a:p>
          <a:endParaRPr lang="en-IN"/>
        </a:p>
      </dgm:t>
    </dgm:pt>
    <dgm:pt modelId="{566BE6D4-B0F9-457E-A0CB-6F630AB0B43C}" type="sibTrans" cxnId="{7DD7FE14-514A-4122-8FE8-A933D2026254}">
      <dgm:prSet/>
      <dgm:spPr/>
      <dgm:t>
        <a:bodyPr/>
        <a:lstStyle/>
        <a:p>
          <a:endParaRPr lang="en-IN"/>
        </a:p>
      </dgm:t>
    </dgm:pt>
    <dgm:pt modelId="{C6968ECA-B337-4696-8148-3855AF2D8F58}" type="pres">
      <dgm:prSet presAssocID="{1F9B17BB-AA94-47CD-9B00-D358B5F74AB0}" presName="linear" presStyleCnt="0">
        <dgm:presLayoutVars>
          <dgm:dir/>
          <dgm:animLvl val="lvl"/>
          <dgm:resizeHandles val="exact"/>
        </dgm:presLayoutVars>
      </dgm:prSet>
      <dgm:spPr/>
    </dgm:pt>
    <dgm:pt modelId="{E7E59F9C-29A2-48FF-9CF6-0366DACABAF4}" type="pres">
      <dgm:prSet presAssocID="{EABC138C-D2DF-4EFB-B873-0FB525365C34}" presName="parentLin" presStyleCnt="0"/>
      <dgm:spPr/>
    </dgm:pt>
    <dgm:pt modelId="{DE53FA1A-091D-4515-AA3E-1932C934198C}" type="pres">
      <dgm:prSet presAssocID="{EABC138C-D2DF-4EFB-B873-0FB525365C34}" presName="parentLeftMargin" presStyleLbl="node1" presStyleIdx="0" presStyleCnt="4"/>
      <dgm:spPr/>
    </dgm:pt>
    <dgm:pt modelId="{342F1533-BF4F-475D-AD3B-29D1464B2E49}" type="pres">
      <dgm:prSet presAssocID="{EABC138C-D2DF-4EFB-B873-0FB525365C34}" presName="parentText" presStyleLbl="node1" presStyleIdx="0" presStyleCnt="4" custScaleX="131286" custScaleY="309568">
        <dgm:presLayoutVars>
          <dgm:chMax val="0"/>
          <dgm:bulletEnabled val="1"/>
        </dgm:presLayoutVars>
      </dgm:prSet>
      <dgm:spPr/>
    </dgm:pt>
    <dgm:pt modelId="{1A9574AB-483C-4F9C-ACA6-99B1214DC084}" type="pres">
      <dgm:prSet presAssocID="{EABC138C-D2DF-4EFB-B873-0FB525365C34}" presName="negativeSpace" presStyleCnt="0"/>
      <dgm:spPr/>
    </dgm:pt>
    <dgm:pt modelId="{CF5134D6-B512-472B-9C22-EBE65ACA38F6}" type="pres">
      <dgm:prSet presAssocID="{EABC138C-D2DF-4EFB-B873-0FB525365C34}" presName="childText" presStyleLbl="conFgAcc1" presStyleIdx="0" presStyleCnt="4">
        <dgm:presLayoutVars>
          <dgm:bulletEnabled val="1"/>
        </dgm:presLayoutVars>
      </dgm:prSet>
      <dgm:spPr/>
    </dgm:pt>
    <dgm:pt modelId="{83E8F9B4-F1F9-4463-9688-0F45F9A1207C}" type="pres">
      <dgm:prSet presAssocID="{42BCB83D-0ABF-4439-8E1B-3A538CD16519}" presName="spaceBetweenRectangles" presStyleCnt="0"/>
      <dgm:spPr/>
    </dgm:pt>
    <dgm:pt modelId="{A9B78869-A5FD-4AF4-8074-E1D95E97FEFA}" type="pres">
      <dgm:prSet presAssocID="{A61A5436-AEAC-4F6A-B2D0-5A56C29A9433}" presName="parentLin" presStyleCnt="0"/>
      <dgm:spPr/>
    </dgm:pt>
    <dgm:pt modelId="{1779CDF0-F812-4B58-818E-FB0B7FE76D36}" type="pres">
      <dgm:prSet presAssocID="{A61A5436-AEAC-4F6A-B2D0-5A56C29A9433}" presName="parentLeftMargin" presStyleLbl="node1" presStyleIdx="0" presStyleCnt="4"/>
      <dgm:spPr/>
    </dgm:pt>
    <dgm:pt modelId="{C67CFB86-9C7E-4765-AE47-51F2886D4C58}" type="pres">
      <dgm:prSet presAssocID="{A61A5436-AEAC-4F6A-B2D0-5A56C29A9433}" presName="parentText" presStyleLbl="node1" presStyleIdx="1" presStyleCnt="4" custScaleX="131286" custScaleY="304878">
        <dgm:presLayoutVars>
          <dgm:chMax val="0"/>
          <dgm:bulletEnabled val="1"/>
        </dgm:presLayoutVars>
      </dgm:prSet>
      <dgm:spPr/>
    </dgm:pt>
    <dgm:pt modelId="{5C71EA7C-CE27-413D-BA6D-4E5BC6F9E6C6}" type="pres">
      <dgm:prSet presAssocID="{A61A5436-AEAC-4F6A-B2D0-5A56C29A9433}" presName="negativeSpace" presStyleCnt="0"/>
      <dgm:spPr/>
    </dgm:pt>
    <dgm:pt modelId="{FDC1A98B-7657-4B95-A6C6-31F24FF5FA99}" type="pres">
      <dgm:prSet presAssocID="{A61A5436-AEAC-4F6A-B2D0-5A56C29A9433}" presName="childText" presStyleLbl="conFgAcc1" presStyleIdx="1" presStyleCnt="4">
        <dgm:presLayoutVars>
          <dgm:bulletEnabled val="1"/>
        </dgm:presLayoutVars>
      </dgm:prSet>
      <dgm:spPr/>
    </dgm:pt>
    <dgm:pt modelId="{62308E59-8FE6-4EDE-B38E-5B82F9D38CF3}" type="pres">
      <dgm:prSet presAssocID="{566BE6D4-B0F9-457E-A0CB-6F630AB0B43C}" presName="spaceBetweenRectangles" presStyleCnt="0"/>
      <dgm:spPr/>
    </dgm:pt>
    <dgm:pt modelId="{738B2C41-7DD1-4097-81F2-19549010E42C}" type="pres">
      <dgm:prSet presAssocID="{37C5080B-1593-4162-BEA9-C7032308C164}" presName="parentLin" presStyleCnt="0"/>
      <dgm:spPr/>
    </dgm:pt>
    <dgm:pt modelId="{224F58D7-92A5-4E11-B955-0EFFC0D6E61F}" type="pres">
      <dgm:prSet presAssocID="{37C5080B-1593-4162-BEA9-C7032308C164}" presName="parentLeftMargin" presStyleLbl="node1" presStyleIdx="1" presStyleCnt="4"/>
      <dgm:spPr/>
    </dgm:pt>
    <dgm:pt modelId="{B9B75764-E5D5-4D3F-9548-725A34C1EB4C}" type="pres">
      <dgm:prSet presAssocID="{37C5080B-1593-4162-BEA9-C7032308C164}" presName="parentText" presStyleLbl="node1" presStyleIdx="2" presStyleCnt="4" custScaleX="131286" custScaleY="396341">
        <dgm:presLayoutVars>
          <dgm:chMax val="0"/>
          <dgm:bulletEnabled val="1"/>
        </dgm:presLayoutVars>
      </dgm:prSet>
      <dgm:spPr/>
    </dgm:pt>
    <dgm:pt modelId="{1300C981-D5EB-4B74-84F4-AF0FE5B34D2E}" type="pres">
      <dgm:prSet presAssocID="{37C5080B-1593-4162-BEA9-C7032308C164}" presName="negativeSpace" presStyleCnt="0"/>
      <dgm:spPr/>
    </dgm:pt>
    <dgm:pt modelId="{A9234F1F-37AC-4F20-A226-E6C908DC7325}" type="pres">
      <dgm:prSet presAssocID="{37C5080B-1593-4162-BEA9-C7032308C164}" presName="childText" presStyleLbl="conFgAcc1" presStyleIdx="2" presStyleCnt="4">
        <dgm:presLayoutVars>
          <dgm:bulletEnabled val="1"/>
        </dgm:presLayoutVars>
      </dgm:prSet>
      <dgm:spPr/>
    </dgm:pt>
    <dgm:pt modelId="{62BCB55C-08CF-4BAB-9046-03F215E616F3}" type="pres">
      <dgm:prSet presAssocID="{E9BA6FE2-210C-4DD5-960A-29AF0B972AB2}" presName="spaceBetweenRectangles" presStyleCnt="0"/>
      <dgm:spPr/>
    </dgm:pt>
    <dgm:pt modelId="{17578B5B-F3D9-46C2-963B-0B54A5F73131}" type="pres">
      <dgm:prSet presAssocID="{6F9FBE0F-0334-4CB4-BAD5-9A216554D4F1}" presName="parentLin" presStyleCnt="0"/>
      <dgm:spPr/>
    </dgm:pt>
    <dgm:pt modelId="{23E6E719-278F-43E3-BA4E-B3B5F9990BBA}" type="pres">
      <dgm:prSet presAssocID="{6F9FBE0F-0334-4CB4-BAD5-9A216554D4F1}" presName="parentLeftMargin" presStyleLbl="node1" presStyleIdx="2" presStyleCnt="4"/>
      <dgm:spPr/>
    </dgm:pt>
    <dgm:pt modelId="{E502F0D3-A21C-466D-B434-EB798B5FA4D2}" type="pres">
      <dgm:prSet presAssocID="{6F9FBE0F-0334-4CB4-BAD5-9A216554D4F1}" presName="parentText" presStyleLbl="node1" presStyleIdx="3" presStyleCnt="4" custScaleX="131286" custScaleY="422139">
        <dgm:presLayoutVars>
          <dgm:chMax val="0"/>
          <dgm:bulletEnabled val="1"/>
        </dgm:presLayoutVars>
      </dgm:prSet>
      <dgm:spPr/>
    </dgm:pt>
    <dgm:pt modelId="{461169F0-FE2B-440E-B42B-2E32EE8C7C30}" type="pres">
      <dgm:prSet presAssocID="{6F9FBE0F-0334-4CB4-BAD5-9A216554D4F1}" presName="negativeSpace" presStyleCnt="0"/>
      <dgm:spPr/>
    </dgm:pt>
    <dgm:pt modelId="{25A4F69D-9CB2-49B1-8C4E-4F95E1644D4A}" type="pres">
      <dgm:prSet presAssocID="{6F9FBE0F-0334-4CB4-BAD5-9A216554D4F1}" presName="childText" presStyleLbl="conFgAcc1" presStyleIdx="3" presStyleCnt="4">
        <dgm:presLayoutVars>
          <dgm:bulletEnabled val="1"/>
        </dgm:presLayoutVars>
      </dgm:prSet>
      <dgm:spPr/>
    </dgm:pt>
  </dgm:ptLst>
  <dgm:cxnLst>
    <dgm:cxn modelId="{84E1D801-63ED-414C-B2DB-57BDDAA2D817}" type="presOf" srcId="{37C5080B-1593-4162-BEA9-C7032308C164}" destId="{224F58D7-92A5-4E11-B955-0EFFC0D6E61F}" srcOrd="0" destOrd="0" presId="urn:microsoft.com/office/officeart/2005/8/layout/list1"/>
    <dgm:cxn modelId="{8B329A13-1D24-4334-8E9B-E8F9982217FC}" srcId="{1F9B17BB-AA94-47CD-9B00-D358B5F74AB0}" destId="{6F9FBE0F-0334-4CB4-BAD5-9A216554D4F1}" srcOrd="3" destOrd="0" parTransId="{9D211925-EAEA-464F-8841-28E1BAB2614F}" sibTransId="{92B8115A-D203-432F-AC44-AC5EC35B0A34}"/>
    <dgm:cxn modelId="{7DD7FE14-514A-4122-8FE8-A933D2026254}" srcId="{1F9B17BB-AA94-47CD-9B00-D358B5F74AB0}" destId="{A61A5436-AEAC-4F6A-B2D0-5A56C29A9433}" srcOrd="1" destOrd="0" parTransId="{F2B4F3EC-1771-4AC7-B5C8-88D65D2E90F7}" sibTransId="{566BE6D4-B0F9-457E-A0CB-6F630AB0B43C}"/>
    <dgm:cxn modelId="{A225AE3D-DA55-428D-8A04-F6B8620CA8F2}" srcId="{1F9B17BB-AA94-47CD-9B00-D358B5F74AB0}" destId="{EABC138C-D2DF-4EFB-B873-0FB525365C34}" srcOrd="0" destOrd="0" parTransId="{BCC90F71-43F6-4696-B6C6-95E0A9D4683E}" sibTransId="{42BCB83D-0ABF-4439-8E1B-3A538CD16519}"/>
    <dgm:cxn modelId="{BBF93060-8FF2-4040-A817-110744D83301}" type="presOf" srcId="{37C5080B-1593-4162-BEA9-C7032308C164}" destId="{B9B75764-E5D5-4D3F-9548-725A34C1EB4C}" srcOrd="1" destOrd="0" presId="urn:microsoft.com/office/officeart/2005/8/layout/list1"/>
    <dgm:cxn modelId="{54753361-7858-42A4-B74C-7CFEDA6FE866}" type="presOf" srcId="{A61A5436-AEAC-4F6A-B2D0-5A56C29A9433}" destId="{1779CDF0-F812-4B58-818E-FB0B7FE76D36}" srcOrd="0" destOrd="0" presId="urn:microsoft.com/office/officeart/2005/8/layout/list1"/>
    <dgm:cxn modelId="{5BD8CC64-C291-4A89-9325-083F658E98CD}" type="presOf" srcId="{1F9B17BB-AA94-47CD-9B00-D358B5F74AB0}" destId="{C6968ECA-B337-4696-8148-3855AF2D8F58}" srcOrd="0" destOrd="0" presId="urn:microsoft.com/office/officeart/2005/8/layout/list1"/>
    <dgm:cxn modelId="{C264F667-B790-4599-A721-14989A65310F}" type="presOf" srcId="{6F9FBE0F-0334-4CB4-BAD5-9A216554D4F1}" destId="{E502F0D3-A21C-466D-B434-EB798B5FA4D2}" srcOrd="1" destOrd="0" presId="urn:microsoft.com/office/officeart/2005/8/layout/list1"/>
    <dgm:cxn modelId="{DE07AAA4-CD3C-4129-88D2-E1A59C9F197C}" srcId="{1F9B17BB-AA94-47CD-9B00-D358B5F74AB0}" destId="{37C5080B-1593-4162-BEA9-C7032308C164}" srcOrd="2" destOrd="0" parTransId="{F591B437-8936-4074-9B7B-A6F0F5FCB3D7}" sibTransId="{E9BA6FE2-210C-4DD5-960A-29AF0B972AB2}"/>
    <dgm:cxn modelId="{932A34AF-A89D-4108-BBDF-85B4385ECD6F}" type="presOf" srcId="{EABC138C-D2DF-4EFB-B873-0FB525365C34}" destId="{DE53FA1A-091D-4515-AA3E-1932C934198C}" srcOrd="0" destOrd="0" presId="urn:microsoft.com/office/officeart/2005/8/layout/list1"/>
    <dgm:cxn modelId="{A9DC5AB4-7E06-4A71-B072-10DD93AAA591}" type="presOf" srcId="{A61A5436-AEAC-4F6A-B2D0-5A56C29A9433}" destId="{C67CFB86-9C7E-4765-AE47-51F2886D4C58}" srcOrd="1" destOrd="0" presId="urn:microsoft.com/office/officeart/2005/8/layout/list1"/>
    <dgm:cxn modelId="{DE1C1CCA-8E64-4BC8-A7E3-F7F0B167534D}" type="presOf" srcId="{6F9FBE0F-0334-4CB4-BAD5-9A216554D4F1}" destId="{23E6E719-278F-43E3-BA4E-B3B5F9990BBA}" srcOrd="0" destOrd="0" presId="urn:microsoft.com/office/officeart/2005/8/layout/list1"/>
    <dgm:cxn modelId="{C3E019F1-8D34-45AB-A840-9EB67614A25E}" type="presOf" srcId="{EABC138C-D2DF-4EFB-B873-0FB525365C34}" destId="{342F1533-BF4F-475D-AD3B-29D1464B2E49}" srcOrd="1" destOrd="0" presId="urn:microsoft.com/office/officeart/2005/8/layout/list1"/>
    <dgm:cxn modelId="{1F9C8047-2B22-4ADC-9D37-3D8E413C144B}" type="presParOf" srcId="{C6968ECA-B337-4696-8148-3855AF2D8F58}" destId="{E7E59F9C-29A2-48FF-9CF6-0366DACABAF4}" srcOrd="0" destOrd="0" presId="urn:microsoft.com/office/officeart/2005/8/layout/list1"/>
    <dgm:cxn modelId="{0B64449E-41A2-46E7-95DA-341925BB45F3}" type="presParOf" srcId="{E7E59F9C-29A2-48FF-9CF6-0366DACABAF4}" destId="{DE53FA1A-091D-4515-AA3E-1932C934198C}" srcOrd="0" destOrd="0" presId="urn:microsoft.com/office/officeart/2005/8/layout/list1"/>
    <dgm:cxn modelId="{4C336AB4-DFCF-4F0B-99AD-2188463447CA}" type="presParOf" srcId="{E7E59F9C-29A2-48FF-9CF6-0366DACABAF4}" destId="{342F1533-BF4F-475D-AD3B-29D1464B2E49}" srcOrd="1" destOrd="0" presId="urn:microsoft.com/office/officeart/2005/8/layout/list1"/>
    <dgm:cxn modelId="{9E84852D-D817-42E3-9125-90BE6FAC16D7}" type="presParOf" srcId="{C6968ECA-B337-4696-8148-3855AF2D8F58}" destId="{1A9574AB-483C-4F9C-ACA6-99B1214DC084}" srcOrd="1" destOrd="0" presId="urn:microsoft.com/office/officeart/2005/8/layout/list1"/>
    <dgm:cxn modelId="{A16CA21D-6C36-44C6-BAB1-D855DD42BE9C}" type="presParOf" srcId="{C6968ECA-B337-4696-8148-3855AF2D8F58}" destId="{CF5134D6-B512-472B-9C22-EBE65ACA38F6}" srcOrd="2" destOrd="0" presId="urn:microsoft.com/office/officeart/2005/8/layout/list1"/>
    <dgm:cxn modelId="{9C9095E3-9951-4144-883F-2BA0D054E60F}" type="presParOf" srcId="{C6968ECA-B337-4696-8148-3855AF2D8F58}" destId="{83E8F9B4-F1F9-4463-9688-0F45F9A1207C}" srcOrd="3" destOrd="0" presId="urn:microsoft.com/office/officeart/2005/8/layout/list1"/>
    <dgm:cxn modelId="{B3B3F721-DCAC-42AF-845C-2E7111B2498D}" type="presParOf" srcId="{C6968ECA-B337-4696-8148-3855AF2D8F58}" destId="{A9B78869-A5FD-4AF4-8074-E1D95E97FEFA}" srcOrd="4" destOrd="0" presId="urn:microsoft.com/office/officeart/2005/8/layout/list1"/>
    <dgm:cxn modelId="{ABCE76C0-E9C1-4ECB-8F8D-707DDFC8F851}" type="presParOf" srcId="{A9B78869-A5FD-4AF4-8074-E1D95E97FEFA}" destId="{1779CDF0-F812-4B58-818E-FB0B7FE76D36}" srcOrd="0" destOrd="0" presId="urn:microsoft.com/office/officeart/2005/8/layout/list1"/>
    <dgm:cxn modelId="{CC11CD49-B9C6-4B40-B416-465828510D4F}" type="presParOf" srcId="{A9B78869-A5FD-4AF4-8074-E1D95E97FEFA}" destId="{C67CFB86-9C7E-4765-AE47-51F2886D4C58}" srcOrd="1" destOrd="0" presId="urn:microsoft.com/office/officeart/2005/8/layout/list1"/>
    <dgm:cxn modelId="{34766486-6001-4411-90A1-CF8FD70F9FD0}" type="presParOf" srcId="{C6968ECA-B337-4696-8148-3855AF2D8F58}" destId="{5C71EA7C-CE27-413D-BA6D-4E5BC6F9E6C6}" srcOrd="5" destOrd="0" presId="urn:microsoft.com/office/officeart/2005/8/layout/list1"/>
    <dgm:cxn modelId="{222A539E-FA95-44BC-AEB8-5FF40944971C}" type="presParOf" srcId="{C6968ECA-B337-4696-8148-3855AF2D8F58}" destId="{FDC1A98B-7657-4B95-A6C6-31F24FF5FA99}" srcOrd="6" destOrd="0" presId="urn:microsoft.com/office/officeart/2005/8/layout/list1"/>
    <dgm:cxn modelId="{178A9ABA-D35B-472C-AA59-4BDEF2387F40}" type="presParOf" srcId="{C6968ECA-B337-4696-8148-3855AF2D8F58}" destId="{62308E59-8FE6-4EDE-B38E-5B82F9D38CF3}" srcOrd="7" destOrd="0" presId="urn:microsoft.com/office/officeart/2005/8/layout/list1"/>
    <dgm:cxn modelId="{F8546A91-BCBA-431F-B1CB-0C9EBEC16342}" type="presParOf" srcId="{C6968ECA-B337-4696-8148-3855AF2D8F58}" destId="{738B2C41-7DD1-4097-81F2-19549010E42C}" srcOrd="8" destOrd="0" presId="urn:microsoft.com/office/officeart/2005/8/layout/list1"/>
    <dgm:cxn modelId="{FC17BDBD-BFDD-40B6-8EAF-7B3574706CFC}" type="presParOf" srcId="{738B2C41-7DD1-4097-81F2-19549010E42C}" destId="{224F58D7-92A5-4E11-B955-0EFFC0D6E61F}" srcOrd="0" destOrd="0" presId="urn:microsoft.com/office/officeart/2005/8/layout/list1"/>
    <dgm:cxn modelId="{E4041103-E6B1-4751-AEAE-FAE410EED396}" type="presParOf" srcId="{738B2C41-7DD1-4097-81F2-19549010E42C}" destId="{B9B75764-E5D5-4D3F-9548-725A34C1EB4C}" srcOrd="1" destOrd="0" presId="urn:microsoft.com/office/officeart/2005/8/layout/list1"/>
    <dgm:cxn modelId="{338C58DC-D4D6-4507-90C5-C7725067C73E}" type="presParOf" srcId="{C6968ECA-B337-4696-8148-3855AF2D8F58}" destId="{1300C981-D5EB-4B74-84F4-AF0FE5B34D2E}" srcOrd="9" destOrd="0" presId="urn:microsoft.com/office/officeart/2005/8/layout/list1"/>
    <dgm:cxn modelId="{99F9AB3C-3BB7-4D08-BF30-75AADF546225}" type="presParOf" srcId="{C6968ECA-B337-4696-8148-3855AF2D8F58}" destId="{A9234F1F-37AC-4F20-A226-E6C908DC7325}" srcOrd="10" destOrd="0" presId="urn:microsoft.com/office/officeart/2005/8/layout/list1"/>
    <dgm:cxn modelId="{E7E536D7-FF0D-4708-A30B-2D9CB83E4A25}" type="presParOf" srcId="{C6968ECA-B337-4696-8148-3855AF2D8F58}" destId="{62BCB55C-08CF-4BAB-9046-03F215E616F3}" srcOrd="11" destOrd="0" presId="urn:microsoft.com/office/officeart/2005/8/layout/list1"/>
    <dgm:cxn modelId="{E274BC09-1CC0-4638-BF55-F9B673F31F1E}" type="presParOf" srcId="{C6968ECA-B337-4696-8148-3855AF2D8F58}" destId="{17578B5B-F3D9-46C2-963B-0B54A5F73131}" srcOrd="12" destOrd="0" presId="urn:microsoft.com/office/officeart/2005/8/layout/list1"/>
    <dgm:cxn modelId="{8677BEA3-C5C8-4786-8675-888049A75D1A}" type="presParOf" srcId="{17578B5B-F3D9-46C2-963B-0B54A5F73131}" destId="{23E6E719-278F-43E3-BA4E-B3B5F9990BBA}" srcOrd="0" destOrd="0" presId="urn:microsoft.com/office/officeart/2005/8/layout/list1"/>
    <dgm:cxn modelId="{C4429388-A3FA-4C68-B75A-30B66E47405B}" type="presParOf" srcId="{17578B5B-F3D9-46C2-963B-0B54A5F73131}" destId="{E502F0D3-A21C-466D-B434-EB798B5FA4D2}" srcOrd="1" destOrd="0" presId="urn:microsoft.com/office/officeart/2005/8/layout/list1"/>
    <dgm:cxn modelId="{4A275F44-9859-4EBD-A915-284C9F83EF16}" type="presParOf" srcId="{C6968ECA-B337-4696-8148-3855AF2D8F58}" destId="{461169F0-FE2B-440E-B42B-2E32EE8C7C30}" srcOrd="13" destOrd="0" presId="urn:microsoft.com/office/officeart/2005/8/layout/list1"/>
    <dgm:cxn modelId="{02A29A49-9C90-48DF-83A0-77B7988AD27D}" type="presParOf" srcId="{C6968ECA-B337-4696-8148-3855AF2D8F58}" destId="{25A4F69D-9CB2-49B1-8C4E-4F95E1644D4A}"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06C8165-B0A3-4D2C-ADD2-906A4A671815}"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4B48E967-BDE3-4C4F-8514-6A64C8915569}">
      <dgm:prSet phldrT="[Text]" custT="1"/>
      <dgm:spPr/>
      <dgm:t>
        <a:bodyPr/>
        <a:lstStyle/>
        <a:p>
          <a:pPr algn="just"/>
          <a:r>
            <a:rPr lang="en-IN" sz="2400" dirty="0">
              <a:latin typeface="+mn-lt"/>
            </a:rPr>
            <a:t>The medical instrumentation industry in general and hospitals in particular are required to be most regulated industries</a:t>
          </a:r>
        </a:p>
      </dgm:t>
    </dgm:pt>
    <dgm:pt modelId="{52B45AB4-CA18-46BE-BBB2-FFDCA06ADAED}" type="parTrans" cxnId="{DE37D430-B294-4157-A923-3E531872514F}">
      <dgm:prSet/>
      <dgm:spPr/>
      <dgm:t>
        <a:bodyPr/>
        <a:lstStyle/>
        <a:p>
          <a:pPr algn="just"/>
          <a:endParaRPr lang="en-IN" sz="2400">
            <a:latin typeface="+mn-lt"/>
          </a:endParaRPr>
        </a:p>
      </dgm:t>
    </dgm:pt>
    <dgm:pt modelId="{8CE2AF20-3E23-46FE-BB9C-5384D2D8F5A6}" type="sibTrans" cxnId="{DE37D430-B294-4157-A923-3E531872514F}">
      <dgm:prSet/>
      <dgm:spPr/>
      <dgm:t>
        <a:bodyPr/>
        <a:lstStyle/>
        <a:p>
          <a:pPr algn="just"/>
          <a:endParaRPr lang="en-IN" sz="2400">
            <a:latin typeface="+mn-lt"/>
          </a:endParaRPr>
        </a:p>
      </dgm:t>
    </dgm:pt>
    <dgm:pt modelId="{B7D65D81-A66A-4717-B076-07124D468950}">
      <dgm:prSet phldrT="[Text]" custT="1"/>
      <dgm:spPr/>
      <dgm:t>
        <a:bodyPr/>
        <a:lstStyle/>
        <a:p>
          <a:pPr algn="just"/>
          <a:r>
            <a:rPr lang="en-IN" sz="2400" dirty="0">
              <a:latin typeface="+mn-lt"/>
            </a:rPr>
            <a:t>To minimize the problems various countries have introduced a large numbers of codes, standards and regulations for different types of equipment and facilities</a:t>
          </a:r>
        </a:p>
      </dgm:t>
    </dgm:pt>
    <dgm:pt modelId="{935862BD-36EA-4A71-9AE3-57598E29C2BE}" type="parTrans" cxnId="{B9C6EE80-CCDE-4D6B-92C9-62B60C010D06}">
      <dgm:prSet/>
      <dgm:spPr/>
      <dgm:t>
        <a:bodyPr/>
        <a:lstStyle/>
        <a:p>
          <a:pPr algn="just"/>
          <a:endParaRPr lang="en-IN" sz="2400">
            <a:latin typeface="+mn-lt"/>
          </a:endParaRPr>
        </a:p>
      </dgm:t>
    </dgm:pt>
    <dgm:pt modelId="{A3844E3F-37DF-488D-B808-5BC3049560F1}" type="sibTrans" cxnId="{B9C6EE80-CCDE-4D6B-92C9-62B60C010D06}">
      <dgm:prSet/>
      <dgm:spPr/>
      <dgm:t>
        <a:bodyPr/>
        <a:lstStyle/>
        <a:p>
          <a:pPr algn="just"/>
          <a:endParaRPr lang="en-IN" sz="2400">
            <a:latin typeface="+mn-lt"/>
          </a:endParaRPr>
        </a:p>
      </dgm:t>
    </dgm:pt>
    <dgm:pt modelId="{4527F777-3B8B-4990-BF7A-99A85C4A61DD}">
      <dgm:prSet phldrT="[Text]" custT="1"/>
      <dgm:spPr/>
      <dgm:t>
        <a:bodyPr/>
        <a:lstStyle/>
        <a:p>
          <a:pPr algn="just"/>
          <a:r>
            <a:rPr lang="en-IN" sz="2400" dirty="0">
              <a:latin typeface="+mn-lt"/>
            </a:rPr>
            <a:t>It is therefore, essential that engineers understand their significance and be aware of the issues that are brought about by technological and economical realities</a:t>
          </a:r>
        </a:p>
      </dgm:t>
    </dgm:pt>
    <dgm:pt modelId="{4E6C52E9-BF0B-4D9D-A3D9-E09622EC5F16}" type="parTrans" cxnId="{74E41EBE-09DD-48C2-A85E-A03A96B0C18E}">
      <dgm:prSet/>
      <dgm:spPr/>
      <dgm:t>
        <a:bodyPr/>
        <a:lstStyle/>
        <a:p>
          <a:pPr algn="just"/>
          <a:endParaRPr lang="en-IN" sz="2400">
            <a:latin typeface="+mn-lt"/>
          </a:endParaRPr>
        </a:p>
      </dgm:t>
    </dgm:pt>
    <dgm:pt modelId="{6B2C70C7-444B-4560-B0C1-5540803B0E16}" type="sibTrans" cxnId="{74E41EBE-09DD-48C2-A85E-A03A96B0C18E}">
      <dgm:prSet/>
      <dgm:spPr/>
      <dgm:t>
        <a:bodyPr/>
        <a:lstStyle/>
        <a:p>
          <a:pPr algn="just"/>
          <a:endParaRPr lang="en-IN" sz="2400">
            <a:latin typeface="+mn-lt"/>
          </a:endParaRPr>
        </a:p>
      </dgm:t>
    </dgm:pt>
    <dgm:pt modelId="{89C6152A-565B-4BA5-BD81-28EF5D6EACB5}">
      <dgm:prSet phldrT="[Text]" custT="1"/>
      <dgm:spPr/>
      <dgm:t>
        <a:bodyPr/>
        <a:lstStyle/>
        <a:p>
          <a:pPr algn="just"/>
          <a:r>
            <a:rPr lang="en-IN" sz="2400">
              <a:latin typeface="+mn-lt"/>
            </a:rPr>
            <a:t>This is because when instruments are made on human beings and by the human beings, the equipment should not only be safe to operate but must give intended performance so that the patients could be properly diagnosed and treated</a:t>
          </a:r>
          <a:endParaRPr lang="en-IN" sz="2400" dirty="0">
            <a:latin typeface="+mn-lt"/>
          </a:endParaRPr>
        </a:p>
      </dgm:t>
    </dgm:pt>
    <dgm:pt modelId="{36B49522-7E23-4B2E-A3CA-8DDAF3CF61F7}" type="parTrans" cxnId="{548A119E-4984-42CD-B8C1-956979F8E074}">
      <dgm:prSet/>
      <dgm:spPr/>
      <dgm:t>
        <a:bodyPr/>
        <a:lstStyle/>
        <a:p>
          <a:pPr algn="just"/>
          <a:endParaRPr lang="en-IN" sz="2400">
            <a:latin typeface="+mn-lt"/>
          </a:endParaRPr>
        </a:p>
      </dgm:t>
    </dgm:pt>
    <dgm:pt modelId="{76C029FE-E82C-4214-A9B2-AE242F7164F0}" type="sibTrans" cxnId="{548A119E-4984-42CD-B8C1-956979F8E074}">
      <dgm:prSet/>
      <dgm:spPr/>
      <dgm:t>
        <a:bodyPr/>
        <a:lstStyle/>
        <a:p>
          <a:pPr algn="just"/>
          <a:endParaRPr lang="en-IN" sz="2400">
            <a:latin typeface="+mn-lt"/>
          </a:endParaRPr>
        </a:p>
      </dgm:t>
    </dgm:pt>
    <dgm:pt modelId="{7678311C-4888-475D-B926-4AE27F01F4D9}" type="pres">
      <dgm:prSet presAssocID="{806C8165-B0A3-4D2C-ADD2-906A4A671815}" presName="linear" presStyleCnt="0">
        <dgm:presLayoutVars>
          <dgm:dir/>
          <dgm:animLvl val="lvl"/>
          <dgm:resizeHandles val="exact"/>
        </dgm:presLayoutVars>
      </dgm:prSet>
      <dgm:spPr/>
    </dgm:pt>
    <dgm:pt modelId="{40CE3DA2-A9B7-4DD1-9829-308B303616C4}" type="pres">
      <dgm:prSet presAssocID="{4B48E967-BDE3-4C4F-8514-6A64C8915569}" presName="parentLin" presStyleCnt="0"/>
      <dgm:spPr/>
    </dgm:pt>
    <dgm:pt modelId="{7CC1F93E-FECF-40B6-8CC1-1087BA59853E}" type="pres">
      <dgm:prSet presAssocID="{4B48E967-BDE3-4C4F-8514-6A64C8915569}" presName="parentLeftMargin" presStyleLbl="node1" presStyleIdx="0" presStyleCnt="3"/>
      <dgm:spPr/>
    </dgm:pt>
    <dgm:pt modelId="{34EB18DC-4305-4FCC-AFCC-F07FBF5E5DEE}" type="pres">
      <dgm:prSet presAssocID="{4B48E967-BDE3-4C4F-8514-6A64C8915569}" presName="parentText" presStyleLbl="node1" presStyleIdx="0" presStyleCnt="3" custScaleX="132277">
        <dgm:presLayoutVars>
          <dgm:chMax val="0"/>
          <dgm:bulletEnabled val="1"/>
        </dgm:presLayoutVars>
      </dgm:prSet>
      <dgm:spPr/>
    </dgm:pt>
    <dgm:pt modelId="{AC2C7372-5A11-4C6E-9B18-E27A8DF7C0E0}" type="pres">
      <dgm:prSet presAssocID="{4B48E967-BDE3-4C4F-8514-6A64C8915569}" presName="negativeSpace" presStyleCnt="0"/>
      <dgm:spPr/>
    </dgm:pt>
    <dgm:pt modelId="{3F6FFA3E-057E-4119-B0D0-5A41E48B3607}" type="pres">
      <dgm:prSet presAssocID="{4B48E967-BDE3-4C4F-8514-6A64C8915569}" presName="childText" presStyleLbl="conFgAcc1" presStyleIdx="0" presStyleCnt="3">
        <dgm:presLayoutVars>
          <dgm:bulletEnabled val="1"/>
        </dgm:presLayoutVars>
      </dgm:prSet>
      <dgm:spPr/>
    </dgm:pt>
    <dgm:pt modelId="{EA2F8473-612D-4CB6-A9D1-8DFB01997715}" type="pres">
      <dgm:prSet presAssocID="{8CE2AF20-3E23-46FE-BB9C-5384D2D8F5A6}" presName="spaceBetweenRectangles" presStyleCnt="0"/>
      <dgm:spPr/>
    </dgm:pt>
    <dgm:pt modelId="{AD5F4D69-773A-4C5C-8BFF-F2BB1BBAE1DA}" type="pres">
      <dgm:prSet presAssocID="{B7D65D81-A66A-4717-B076-07124D468950}" presName="parentLin" presStyleCnt="0"/>
      <dgm:spPr/>
    </dgm:pt>
    <dgm:pt modelId="{1B5910B8-F6CE-40EE-8F04-F235AB4A626C}" type="pres">
      <dgm:prSet presAssocID="{B7D65D81-A66A-4717-B076-07124D468950}" presName="parentLeftMargin" presStyleLbl="node1" presStyleIdx="0" presStyleCnt="3"/>
      <dgm:spPr/>
    </dgm:pt>
    <dgm:pt modelId="{1CE205E6-30C7-4748-85FC-E8988D8A3AA8}" type="pres">
      <dgm:prSet presAssocID="{B7D65D81-A66A-4717-B076-07124D468950}" presName="parentText" presStyleLbl="node1" presStyleIdx="1" presStyleCnt="3" custScaleX="132277" custScaleY="121951">
        <dgm:presLayoutVars>
          <dgm:chMax val="0"/>
          <dgm:bulletEnabled val="1"/>
        </dgm:presLayoutVars>
      </dgm:prSet>
      <dgm:spPr/>
    </dgm:pt>
    <dgm:pt modelId="{6829B538-F56C-4A0E-8CCD-8A421B3A82AF}" type="pres">
      <dgm:prSet presAssocID="{B7D65D81-A66A-4717-B076-07124D468950}" presName="negativeSpace" presStyleCnt="0"/>
      <dgm:spPr/>
    </dgm:pt>
    <dgm:pt modelId="{8E827B4F-D5FD-4C32-8847-D3FA5E3DB888}" type="pres">
      <dgm:prSet presAssocID="{B7D65D81-A66A-4717-B076-07124D468950}" presName="childText" presStyleLbl="conFgAcc1" presStyleIdx="1" presStyleCnt="3">
        <dgm:presLayoutVars>
          <dgm:bulletEnabled val="1"/>
        </dgm:presLayoutVars>
      </dgm:prSet>
      <dgm:spPr/>
    </dgm:pt>
    <dgm:pt modelId="{81B79BCE-5F3E-4F4E-B90D-C3B664936C92}" type="pres">
      <dgm:prSet presAssocID="{A3844E3F-37DF-488D-B808-5BC3049560F1}" presName="spaceBetweenRectangles" presStyleCnt="0"/>
      <dgm:spPr/>
    </dgm:pt>
    <dgm:pt modelId="{D4A48786-5544-43E6-A7E0-8BB12526B26C}" type="pres">
      <dgm:prSet presAssocID="{4527F777-3B8B-4990-BF7A-99A85C4A61DD}" presName="parentLin" presStyleCnt="0"/>
      <dgm:spPr/>
    </dgm:pt>
    <dgm:pt modelId="{4000DB94-0A35-4A03-B3F2-1C08FA45F45C}" type="pres">
      <dgm:prSet presAssocID="{4527F777-3B8B-4990-BF7A-99A85C4A61DD}" presName="parentLeftMargin" presStyleLbl="node1" presStyleIdx="1" presStyleCnt="3"/>
      <dgm:spPr/>
    </dgm:pt>
    <dgm:pt modelId="{EC299FD8-1B16-48A1-8674-88CE1DC97E14}" type="pres">
      <dgm:prSet presAssocID="{4527F777-3B8B-4990-BF7A-99A85C4A61DD}" presName="parentText" presStyleLbl="node1" presStyleIdx="2" presStyleCnt="3" custScaleX="132277" custScaleY="125538">
        <dgm:presLayoutVars>
          <dgm:chMax val="0"/>
          <dgm:bulletEnabled val="1"/>
        </dgm:presLayoutVars>
      </dgm:prSet>
      <dgm:spPr/>
    </dgm:pt>
    <dgm:pt modelId="{46FD8310-6A3F-4BD0-897D-E6F76875EC9E}" type="pres">
      <dgm:prSet presAssocID="{4527F777-3B8B-4990-BF7A-99A85C4A61DD}" presName="negativeSpace" presStyleCnt="0"/>
      <dgm:spPr/>
    </dgm:pt>
    <dgm:pt modelId="{2812A1DC-54F0-46D2-B992-0F7BDD4EAA4B}" type="pres">
      <dgm:prSet presAssocID="{4527F777-3B8B-4990-BF7A-99A85C4A61DD}" presName="childText" presStyleLbl="conFgAcc1" presStyleIdx="2" presStyleCnt="3">
        <dgm:presLayoutVars>
          <dgm:bulletEnabled val="1"/>
        </dgm:presLayoutVars>
      </dgm:prSet>
      <dgm:spPr/>
    </dgm:pt>
  </dgm:ptLst>
  <dgm:cxnLst>
    <dgm:cxn modelId="{DE37D430-B294-4157-A923-3E531872514F}" srcId="{806C8165-B0A3-4D2C-ADD2-906A4A671815}" destId="{4B48E967-BDE3-4C4F-8514-6A64C8915569}" srcOrd="0" destOrd="0" parTransId="{52B45AB4-CA18-46BE-BBB2-FFDCA06ADAED}" sibTransId="{8CE2AF20-3E23-46FE-BB9C-5384D2D8F5A6}"/>
    <dgm:cxn modelId="{B4ADC03C-B447-42D9-8A48-1952627DBE82}" type="presOf" srcId="{4527F777-3B8B-4990-BF7A-99A85C4A61DD}" destId="{4000DB94-0A35-4A03-B3F2-1C08FA45F45C}" srcOrd="0" destOrd="0" presId="urn:microsoft.com/office/officeart/2005/8/layout/list1"/>
    <dgm:cxn modelId="{03A05C41-F8EC-471D-8969-FDBD3FAEFA11}" type="presOf" srcId="{B7D65D81-A66A-4717-B076-07124D468950}" destId="{1B5910B8-F6CE-40EE-8F04-F235AB4A626C}" srcOrd="0" destOrd="0" presId="urn:microsoft.com/office/officeart/2005/8/layout/list1"/>
    <dgm:cxn modelId="{E629014B-F86D-4EA2-9B35-0332F8D7FF0F}" type="presOf" srcId="{4B48E967-BDE3-4C4F-8514-6A64C8915569}" destId="{7CC1F93E-FECF-40B6-8CC1-1087BA59853E}" srcOrd="0" destOrd="0" presId="urn:microsoft.com/office/officeart/2005/8/layout/list1"/>
    <dgm:cxn modelId="{67132B6B-BC64-42EB-B8FF-2A3C15C6B5BE}" type="presOf" srcId="{806C8165-B0A3-4D2C-ADD2-906A4A671815}" destId="{7678311C-4888-475D-B926-4AE27F01F4D9}" srcOrd="0" destOrd="0" presId="urn:microsoft.com/office/officeart/2005/8/layout/list1"/>
    <dgm:cxn modelId="{91B54C4B-A204-474B-842B-4F5445152EA6}" type="presOf" srcId="{4527F777-3B8B-4990-BF7A-99A85C4A61DD}" destId="{EC299FD8-1B16-48A1-8674-88CE1DC97E14}" srcOrd="1" destOrd="0" presId="urn:microsoft.com/office/officeart/2005/8/layout/list1"/>
    <dgm:cxn modelId="{B9C6EE80-CCDE-4D6B-92C9-62B60C010D06}" srcId="{806C8165-B0A3-4D2C-ADD2-906A4A671815}" destId="{B7D65D81-A66A-4717-B076-07124D468950}" srcOrd="1" destOrd="0" parTransId="{935862BD-36EA-4A71-9AE3-57598E29C2BE}" sibTransId="{A3844E3F-37DF-488D-B808-5BC3049560F1}"/>
    <dgm:cxn modelId="{548A119E-4984-42CD-B8C1-956979F8E074}" srcId="{4B48E967-BDE3-4C4F-8514-6A64C8915569}" destId="{89C6152A-565B-4BA5-BD81-28EF5D6EACB5}" srcOrd="0" destOrd="0" parTransId="{36B49522-7E23-4B2E-A3CA-8DDAF3CF61F7}" sibTransId="{76C029FE-E82C-4214-A9B2-AE242F7164F0}"/>
    <dgm:cxn modelId="{9FA18E9E-23F7-48FD-8BB4-938EA87ABFBA}" type="presOf" srcId="{89C6152A-565B-4BA5-BD81-28EF5D6EACB5}" destId="{3F6FFA3E-057E-4119-B0D0-5A41E48B3607}" srcOrd="0" destOrd="0" presId="urn:microsoft.com/office/officeart/2005/8/layout/list1"/>
    <dgm:cxn modelId="{305D27A7-C185-4662-A279-2054EE950BD3}" type="presOf" srcId="{B7D65D81-A66A-4717-B076-07124D468950}" destId="{1CE205E6-30C7-4748-85FC-E8988D8A3AA8}" srcOrd="1" destOrd="0" presId="urn:microsoft.com/office/officeart/2005/8/layout/list1"/>
    <dgm:cxn modelId="{74E41EBE-09DD-48C2-A85E-A03A96B0C18E}" srcId="{806C8165-B0A3-4D2C-ADD2-906A4A671815}" destId="{4527F777-3B8B-4990-BF7A-99A85C4A61DD}" srcOrd="2" destOrd="0" parTransId="{4E6C52E9-BF0B-4D9D-A3D9-E09622EC5F16}" sibTransId="{6B2C70C7-444B-4560-B0C1-5540803B0E16}"/>
    <dgm:cxn modelId="{EE1554CC-B2B7-41E7-908F-CAC1B4CD2F6F}" type="presOf" srcId="{4B48E967-BDE3-4C4F-8514-6A64C8915569}" destId="{34EB18DC-4305-4FCC-AFCC-F07FBF5E5DEE}" srcOrd="1" destOrd="0" presId="urn:microsoft.com/office/officeart/2005/8/layout/list1"/>
    <dgm:cxn modelId="{3B1AD60A-21E9-40B2-94AB-971D638C614E}" type="presParOf" srcId="{7678311C-4888-475D-B926-4AE27F01F4D9}" destId="{40CE3DA2-A9B7-4DD1-9829-308B303616C4}" srcOrd="0" destOrd="0" presId="urn:microsoft.com/office/officeart/2005/8/layout/list1"/>
    <dgm:cxn modelId="{93F6BCCC-F1A4-4351-849A-3858761D3B7D}" type="presParOf" srcId="{40CE3DA2-A9B7-4DD1-9829-308B303616C4}" destId="{7CC1F93E-FECF-40B6-8CC1-1087BA59853E}" srcOrd="0" destOrd="0" presId="urn:microsoft.com/office/officeart/2005/8/layout/list1"/>
    <dgm:cxn modelId="{E09EA44D-AB4B-45AB-B6E1-58D65AB0FFDB}" type="presParOf" srcId="{40CE3DA2-A9B7-4DD1-9829-308B303616C4}" destId="{34EB18DC-4305-4FCC-AFCC-F07FBF5E5DEE}" srcOrd="1" destOrd="0" presId="urn:microsoft.com/office/officeart/2005/8/layout/list1"/>
    <dgm:cxn modelId="{DE642B15-7633-4E1D-9DB9-65D9C1D32C87}" type="presParOf" srcId="{7678311C-4888-475D-B926-4AE27F01F4D9}" destId="{AC2C7372-5A11-4C6E-9B18-E27A8DF7C0E0}" srcOrd="1" destOrd="0" presId="urn:microsoft.com/office/officeart/2005/8/layout/list1"/>
    <dgm:cxn modelId="{7A76459F-A1C0-4786-8A76-C20AEC16A2E3}" type="presParOf" srcId="{7678311C-4888-475D-B926-4AE27F01F4D9}" destId="{3F6FFA3E-057E-4119-B0D0-5A41E48B3607}" srcOrd="2" destOrd="0" presId="urn:microsoft.com/office/officeart/2005/8/layout/list1"/>
    <dgm:cxn modelId="{263DE686-7373-4555-BFF8-D27F5DA5A748}" type="presParOf" srcId="{7678311C-4888-475D-B926-4AE27F01F4D9}" destId="{EA2F8473-612D-4CB6-A9D1-8DFB01997715}" srcOrd="3" destOrd="0" presId="urn:microsoft.com/office/officeart/2005/8/layout/list1"/>
    <dgm:cxn modelId="{5670E046-235F-4CC4-9FFD-DEE8455D1602}" type="presParOf" srcId="{7678311C-4888-475D-B926-4AE27F01F4D9}" destId="{AD5F4D69-773A-4C5C-8BFF-F2BB1BBAE1DA}" srcOrd="4" destOrd="0" presId="urn:microsoft.com/office/officeart/2005/8/layout/list1"/>
    <dgm:cxn modelId="{B1B330D1-2261-4C07-9395-1098CA2B2D6C}" type="presParOf" srcId="{AD5F4D69-773A-4C5C-8BFF-F2BB1BBAE1DA}" destId="{1B5910B8-F6CE-40EE-8F04-F235AB4A626C}" srcOrd="0" destOrd="0" presId="urn:microsoft.com/office/officeart/2005/8/layout/list1"/>
    <dgm:cxn modelId="{FA09C389-31D3-4F87-8FFD-CAF7B8B9F4F9}" type="presParOf" srcId="{AD5F4D69-773A-4C5C-8BFF-F2BB1BBAE1DA}" destId="{1CE205E6-30C7-4748-85FC-E8988D8A3AA8}" srcOrd="1" destOrd="0" presId="urn:microsoft.com/office/officeart/2005/8/layout/list1"/>
    <dgm:cxn modelId="{1FA5A678-D331-4A6E-AC38-0066F58BF88C}" type="presParOf" srcId="{7678311C-4888-475D-B926-4AE27F01F4D9}" destId="{6829B538-F56C-4A0E-8CCD-8A421B3A82AF}" srcOrd="5" destOrd="0" presId="urn:microsoft.com/office/officeart/2005/8/layout/list1"/>
    <dgm:cxn modelId="{C78F48AB-9B9E-41C0-AD28-78EEFBABA897}" type="presParOf" srcId="{7678311C-4888-475D-B926-4AE27F01F4D9}" destId="{8E827B4F-D5FD-4C32-8847-D3FA5E3DB888}" srcOrd="6" destOrd="0" presId="urn:microsoft.com/office/officeart/2005/8/layout/list1"/>
    <dgm:cxn modelId="{C3EDE98E-EE1A-4853-A037-48E2DFA3D3B8}" type="presParOf" srcId="{7678311C-4888-475D-B926-4AE27F01F4D9}" destId="{81B79BCE-5F3E-4F4E-B90D-C3B664936C92}" srcOrd="7" destOrd="0" presId="urn:microsoft.com/office/officeart/2005/8/layout/list1"/>
    <dgm:cxn modelId="{D3B7DF7B-3A37-4312-82EB-11E3D71FF13A}" type="presParOf" srcId="{7678311C-4888-475D-B926-4AE27F01F4D9}" destId="{D4A48786-5544-43E6-A7E0-8BB12526B26C}" srcOrd="8" destOrd="0" presId="urn:microsoft.com/office/officeart/2005/8/layout/list1"/>
    <dgm:cxn modelId="{5ACA3AE0-0896-48B4-83F1-AF79CE7CEA70}" type="presParOf" srcId="{D4A48786-5544-43E6-A7E0-8BB12526B26C}" destId="{4000DB94-0A35-4A03-B3F2-1C08FA45F45C}" srcOrd="0" destOrd="0" presId="urn:microsoft.com/office/officeart/2005/8/layout/list1"/>
    <dgm:cxn modelId="{F642F610-1631-419A-8E5F-EF88E6A2C846}" type="presParOf" srcId="{D4A48786-5544-43E6-A7E0-8BB12526B26C}" destId="{EC299FD8-1B16-48A1-8674-88CE1DC97E14}" srcOrd="1" destOrd="0" presId="urn:microsoft.com/office/officeart/2005/8/layout/list1"/>
    <dgm:cxn modelId="{07B4892C-9414-46DD-8C56-D1BDE7ACCE58}" type="presParOf" srcId="{7678311C-4888-475D-B926-4AE27F01F4D9}" destId="{46FD8310-6A3F-4BD0-897D-E6F76875EC9E}" srcOrd="9" destOrd="0" presId="urn:microsoft.com/office/officeart/2005/8/layout/list1"/>
    <dgm:cxn modelId="{597C510A-074A-4655-A33B-C83966933703}" type="presParOf" srcId="{7678311C-4888-475D-B926-4AE27F01F4D9}" destId="{2812A1DC-54F0-46D2-B992-0F7BDD4EAA4B}"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37C0460-6048-4069-B88E-04303BDF5E88}" type="doc">
      <dgm:prSet loTypeId="urn:microsoft.com/office/officeart/2011/layout/TabList" loCatId="list" qsTypeId="urn:microsoft.com/office/officeart/2005/8/quickstyle/simple1" qsCatId="simple" csTypeId="urn:microsoft.com/office/officeart/2005/8/colors/accent1_2" csCatId="accent1" phldr="1"/>
      <dgm:spPr/>
      <dgm:t>
        <a:bodyPr/>
        <a:lstStyle/>
        <a:p>
          <a:endParaRPr lang="en-IN"/>
        </a:p>
      </dgm:t>
    </dgm:pt>
    <dgm:pt modelId="{DDF6413D-B90E-4608-B8F4-F603989FC7EC}">
      <dgm:prSet phldrT="[Text]"/>
      <dgm:spPr/>
      <dgm:t>
        <a:bodyPr/>
        <a:lstStyle/>
        <a:p>
          <a:pPr algn="l"/>
          <a:r>
            <a:rPr lang="en-IN" dirty="0"/>
            <a:t>Regulations:</a:t>
          </a:r>
        </a:p>
      </dgm:t>
    </dgm:pt>
    <dgm:pt modelId="{2F02707F-5340-4D51-9F2D-BB6953077D42}" type="parTrans" cxnId="{8DA611EF-1C24-4E85-9A53-7C3610171A4E}">
      <dgm:prSet/>
      <dgm:spPr/>
      <dgm:t>
        <a:bodyPr/>
        <a:lstStyle/>
        <a:p>
          <a:endParaRPr lang="en-IN"/>
        </a:p>
      </dgm:t>
    </dgm:pt>
    <dgm:pt modelId="{F26573F9-4235-4238-8ECF-89AD595C7FDE}" type="sibTrans" cxnId="{8DA611EF-1C24-4E85-9A53-7C3610171A4E}">
      <dgm:prSet/>
      <dgm:spPr/>
      <dgm:t>
        <a:bodyPr/>
        <a:lstStyle/>
        <a:p>
          <a:endParaRPr lang="en-IN"/>
        </a:p>
      </dgm:t>
    </dgm:pt>
    <dgm:pt modelId="{54B7E1F2-8E23-4F72-99D4-DA6B4DE8186B}">
      <dgm:prSet phldrT="[Text]" custT="1"/>
      <dgm:spPr/>
      <dgm:t>
        <a:bodyPr/>
        <a:lstStyle/>
        <a:p>
          <a:pPr algn="just"/>
          <a:r>
            <a:rPr lang="en-IN" sz="2300" dirty="0"/>
            <a:t>A regulation is an organization’s way of specifying that some particular standard must be adhered to these are rules normally promulgate by the government</a:t>
          </a:r>
        </a:p>
      </dgm:t>
    </dgm:pt>
    <dgm:pt modelId="{D0AA89C4-9CDE-48C4-B6D4-9263BDFBA4D3}" type="parTrans" cxnId="{C9C16C92-7F9C-492A-A7B9-542CE9D30335}">
      <dgm:prSet/>
      <dgm:spPr/>
      <dgm:t>
        <a:bodyPr/>
        <a:lstStyle/>
        <a:p>
          <a:endParaRPr lang="en-IN"/>
        </a:p>
      </dgm:t>
    </dgm:pt>
    <dgm:pt modelId="{58CFB83B-3955-41EB-8DD3-9228B862F9B3}" type="sibTrans" cxnId="{C9C16C92-7F9C-492A-A7B9-542CE9D30335}">
      <dgm:prSet/>
      <dgm:spPr/>
      <dgm:t>
        <a:bodyPr/>
        <a:lstStyle/>
        <a:p>
          <a:endParaRPr lang="en-IN"/>
        </a:p>
      </dgm:t>
    </dgm:pt>
    <dgm:pt modelId="{5318541F-EA8B-4B09-9C9E-FF24D64521F7}">
      <dgm:prSet phldrT="[Text]"/>
      <dgm:spPr/>
      <dgm:t>
        <a:bodyPr/>
        <a:lstStyle/>
        <a:p>
          <a:pPr algn="l"/>
          <a:r>
            <a:rPr lang="en-IN" dirty="0"/>
            <a:t>Codes:</a:t>
          </a:r>
        </a:p>
      </dgm:t>
    </dgm:pt>
    <dgm:pt modelId="{30C889DB-7F49-414A-BA1A-567AA8C15A8A}" type="parTrans" cxnId="{5BE63328-E5B5-41A5-81A4-AF8C86005289}">
      <dgm:prSet/>
      <dgm:spPr/>
      <dgm:t>
        <a:bodyPr/>
        <a:lstStyle/>
        <a:p>
          <a:endParaRPr lang="en-IN"/>
        </a:p>
      </dgm:t>
    </dgm:pt>
    <dgm:pt modelId="{9F16A7B4-FB76-4AEF-8390-B29DAC0AD3C6}" type="sibTrans" cxnId="{5BE63328-E5B5-41A5-81A4-AF8C86005289}">
      <dgm:prSet/>
      <dgm:spPr/>
      <dgm:t>
        <a:bodyPr/>
        <a:lstStyle/>
        <a:p>
          <a:endParaRPr lang="en-IN"/>
        </a:p>
      </dgm:t>
    </dgm:pt>
    <dgm:pt modelId="{35E17887-3334-44D3-8427-1C593A9BC8DE}">
      <dgm:prSet phldrT="[Text]"/>
      <dgm:spPr/>
      <dgm:t>
        <a:bodyPr/>
        <a:lstStyle/>
        <a:p>
          <a:r>
            <a:rPr lang="en-US" dirty="0">
              <a:solidFill>
                <a:schemeClr val="bg1"/>
              </a:solidFill>
            </a:rPr>
            <a:t>2</a:t>
          </a:r>
          <a:endParaRPr lang="en-IN" dirty="0">
            <a:solidFill>
              <a:schemeClr val="bg1"/>
            </a:solidFill>
          </a:endParaRPr>
        </a:p>
      </dgm:t>
    </dgm:pt>
    <dgm:pt modelId="{20EAC1BF-7323-48C6-B59E-3B1A1BD0FDBF}" type="parTrans" cxnId="{F96B1162-E690-469B-AE49-28F6CCA14149}">
      <dgm:prSet/>
      <dgm:spPr/>
      <dgm:t>
        <a:bodyPr/>
        <a:lstStyle/>
        <a:p>
          <a:endParaRPr lang="en-IN"/>
        </a:p>
      </dgm:t>
    </dgm:pt>
    <dgm:pt modelId="{BE46054A-1857-4AAB-867D-498C75C96B25}" type="sibTrans" cxnId="{F96B1162-E690-469B-AE49-28F6CCA14149}">
      <dgm:prSet/>
      <dgm:spPr/>
      <dgm:t>
        <a:bodyPr/>
        <a:lstStyle/>
        <a:p>
          <a:endParaRPr lang="en-IN"/>
        </a:p>
      </dgm:t>
    </dgm:pt>
    <dgm:pt modelId="{FA83E6C8-2485-4F1F-8F4D-A719B6E34645}">
      <dgm:prSet phldrT="[Text]"/>
      <dgm:spPr/>
      <dgm:t>
        <a:bodyPr/>
        <a:lstStyle/>
        <a:p>
          <a:pPr algn="just"/>
          <a:r>
            <a:rPr lang="en-IN" dirty="0"/>
            <a:t>A systems of principles or regulations or a systematized body of law or an accumulation of a system of regulations and standards. </a:t>
          </a:r>
        </a:p>
      </dgm:t>
    </dgm:pt>
    <dgm:pt modelId="{3780FF7B-14D4-457C-BD6C-FD2C3C5BA476}" type="parTrans" cxnId="{9EA34E3E-14A5-4FFB-AC23-31F2A437AFBF}">
      <dgm:prSet/>
      <dgm:spPr/>
      <dgm:t>
        <a:bodyPr/>
        <a:lstStyle/>
        <a:p>
          <a:endParaRPr lang="en-IN"/>
        </a:p>
      </dgm:t>
    </dgm:pt>
    <dgm:pt modelId="{35D3F7B3-855A-42CE-9FD8-1F9753918DC5}" type="sibTrans" cxnId="{9EA34E3E-14A5-4FFB-AC23-31F2A437AFBF}">
      <dgm:prSet/>
      <dgm:spPr/>
      <dgm:t>
        <a:bodyPr/>
        <a:lstStyle/>
        <a:p>
          <a:endParaRPr lang="en-IN"/>
        </a:p>
      </dgm:t>
    </dgm:pt>
    <dgm:pt modelId="{B813A1BC-7813-47F5-9D77-F97DC19894FF}">
      <dgm:prSet phldrT="[Text]"/>
      <dgm:spPr/>
      <dgm:t>
        <a:bodyPr/>
        <a:lstStyle/>
        <a:p>
          <a:pPr algn="l"/>
          <a:r>
            <a:rPr lang="en-IN" dirty="0"/>
            <a:t>Specification:</a:t>
          </a:r>
        </a:p>
      </dgm:t>
    </dgm:pt>
    <dgm:pt modelId="{8D1B2462-1EC3-466D-A311-35596C6198F2}" type="parTrans" cxnId="{7298F092-977B-49D4-9604-800D939AA74D}">
      <dgm:prSet/>
      <dgm:spPr/>
      <dgm:t>
        <a:bodyPr/>
        <a:lstStyle/>
        <a:p>
          <a:endParaRPr lang="en-IN"/>
        </a:p>
      </dgm:t>
    </dgm:pt>
    <dgm:pt modelId="{C55CFC2F-96A4-497A-8662-51C9F768C404}" type="sibTrans" cxnId="{7298F092-977B-49D4-9604-800D939AA74D}">
      <dgm:prSet/>
      <dgm:spPr/>
      <dgm:t>
        <a:bodyPr/>
        <a:lstStyle/>
        <a:p>
          <a:endParaRPr lang="en-IN"/>
        </a:p>
      </dgm:t>
    </dgm:pt>
    <dgm:pt modelId="{8EC8D3B1-3B78-47E1-8FFD-2E5A032F0ADB}">
      <dgm:prSet phldrT="[Text]"/>
      <dgm:spPr/>
      <dgm:t>
        <a:bodyPr/>
        <a:lstStyle/>
        <a:p>
          <a:r>
            <a:rPr lang="en-US" dirty="0">
              <a:solidFill>
                <a:schemeClr val="bg1"/>
              </a:solidFill>
            </a:rPr>
            <a:t>3</a:t>
          </a:r>
          <a:endParaRPr lang="en-IN" dirty="0">
            <a:solidFill>
              <a:schemeClr val="bg1"/>
            </a:solidFill>
          </a:endParaRPr>
        </a:p>
      </dgm:t>
    </dgm:pt>
    <dgm:pt modelId="{331E82AC-7D2C-4F69-9D03-5DA8D816E1E2}" type="parTrans" cxnId="{ECADB86B-0DAD-4ECE-A7F6-8E1C1D633327}">
      <dgm:prSet/>
      <dgm:spPr/>
      <dgm:t>
        <a:bodyPr/>
        <a:lstStyle/>
        <a:p>
          <a:endParaRPr lang="en-IN"/>
        </a:p>
      </dgm:t>
    </dgm:pt>
    <dgm:pt modelId="{E14376D6-A8BC-4AC2-9A12-A3D84C1D9651}" type="sibTrans" cxnId="{ECADB86B-0DAD-4ECE-A7F6-8E1C1D633327}">
      <dgm:prSet/>
      <dgm:spPr/>
      <dgm:t>
        <a:bodyPr/>
        <a:lstStyle/>
        <a:p>
          <a:endParaRPr lang="en-IN"/>
        </a:p>
      </dgm:t>
    </dgm:pt>
    <dgm:pt modelId="{C8804F78-82E8-4B0B-A4CC-989E7386845C}">
      <dgm:prSet phldrT="[Text]"/>
      <dgm:spPr/>
      <dgm:t>
        <a:bodyPr/>
        <a:lstStyle/>
        <a:p>
          <a:pPr algn="just"/>
          <a:r>
            <a:rPr lang="en-IN" dirty="0"/>
            <a:t>Documents used to control the procurement of equipment by laying down the performance and other associated criteria. </a:t>
          </a:r>
        </a:p>
      </dgm:t>
    </dgm:pt>
    <dgm:pt modelId="{1C3F7AEA-5410-46AC-9F19-87ED524FBC5F}" type="parTrans" cxnId="{DEC17EBB-2D58-43DA-B9A4-4C14B735D678}">
      <dgm:prSet/>
      <dgm:spPr/>
      <dgm:t>
        <a:bodyPr/>
        <a:lstStyle/>
        <a:p>
          <a:endParaRPr lang="en-IN"/>
        </a:p>
      </dgm:t>
    </dgm:pt>
    <dgm:pt modelId="{558C96C2-B070-4AC5-AAE6-2614B07C01CA}" type="sibTrans" cxnId="{DEC17EBB-2D58-43DA-B9A4-4C14B735D678}">
      <dgm:prSet/>
      <dgm:spPr/>
      <dgm:t>
        <a:bodyPr/>
        <a:lstStyle/>
        <a:p>
          <a:endParaRPr lang="en-IN"/>
        </a:p>
      </dgm:t>
    </dgm:pt>
    <dgm:pt modelId="{036CDEBE-1134-416D-8335-C050A3005F0C}">
      <dgm:prSet phldrT="[Text]"/>
      <dgm:spPr/>
      <dgm:t>
        <a:bodyPr/>
        <a:lstStyle/>
        <a:p>
          <a:r>
            <a:rPr lang="en-US" dirty="0">
              <a:solidFill>
                <a:schemeClr val="bg1"/>
              </a:solidFill>
            </a:rPr>
            <a:t>1</a:t>
          </a:r>
          <a:endParaRPr lang="en-IN" dirty="0">
            <a:solidFill>
              <a:schemeClr val="bg1"/>
            </a:solidFill>
          </a:endParaRPr>
        </a:p>
      </dgm:t>
    </dgm:pt>
    <dgm:pt modelId="{56468C6D-F5DD-4EAA-A0E1-DA60CCCB91BE}" type="sibTrans" cxnId="{DF8D80CC-114E-4AC7-92C6-F35D1F8698E8}">
      <dgm:prSet/>
      <dgm:spPr/>
      <dgm:t>
        <a:bodyPr/>
        <a:lstStyle/>
        <a:p>
          <a:endParaRPr lang="en-IN"/>
        </a:p>
      </dgm:t>
    </dgm:pt>
    <dgm:pt modelId="{8554EBFC-E21C-4CA5-B950-C2A3D5717F2B}" type="parTrans" cxnId="{DF8D80CC-114E-4AC7-92C6-F35D1F8698E8}">
      <dgm:prSet/>
      <dgm:spPr/>
      <dgm:t>
        <a:bodyPr/>
        <a:lstStyle/>
        <a:p>
          <a:endParaRPr lang="en-IN"/>
        </a:p>
      </dgm:t>
    </dgm:pt>
    <dgm:pt modelId="{AA1E8EDA-21B4-436A-BF22-01657C7D963E}">
      <dgm:prSet phldrT="[Text]"/>
      <dgm:spPr/>
      <dgm:t>
        <a:bodyPr/>
        <a:lstStyle/>
        <a:p>
          <a:pPr algn="just"/>
          <a:r>
            <a:rPr lang="en-IN" dirty="0"/>
            <a:t>In general, a code is compilation of standards relating to providing health care to the state population</a:t>
          </a:r>
        </a:p>
      </dgm:t>
    </dgm:pt>
    <dgm:pt modelId="{49F303BD-7BEA-43B8-8FAC-1FD673EC001D}" type="parTrans" cxnId="{6F5186A4-72FF-4AC5-B65F-681D10C58012}">
      <dgm:prSet/>
      <dgm:spPr/>
      <dgm:t>
        <a:bodyPr/>
        <a:lstStyle/>
        <a:p>
          <a:endParaRPr lang="en-IN"/>
        </a:p>
      </dgm:t>
    </dgm:pt>
    <dgm:pt modelId="{7E954F85-49D6-4D71-B94A-4F4B32E83B51}" type="sibTrans" cxnId="{6F5186A4-72FF-4AC5-B65F-681D10C58012}">
      <dgm:prSet/>
      <dgm:spPr/>
      <dgm:t>
        <a:bodyPr/>
        <a:lstStyle/>
        <a:p>
          <a:endParaRPr lang="en-IN"/>
        </a:p>
      </dgm:t>
    </dgm:pt>
    <dgm:pt modelId="{1BAA6936-22F4-4DC5-AB87-98BDFC23C646}">
      <dgm:prSet phldrT="[Text]"/>
      <dgm:spPr/>
      <dgm:t>
        <a:bodyPr/>
        <a:lstStyle/>
        <a:p>
          <a:pPr algn="just"/>
          <a:r>
            <a:rPr lang="en-IN" dirty="0"/>
            <a:t>These documents usually cover design criteria, system performance, materials and technical data</a:t>
          </a:r>
        </a:p>
      </dgm:t>
    </dgm:pt>
    <dgm:pt modelId="{4C66C1BC-19AA-4EB4-BED4-B0559C38B80F}" type="parTrans" cxnId="{E3903B23-A583-4458-BC52-66AFBF214DA0}">
      <dgm:prSet/>
      <dgm:spPr/>
      <dgm:t>
        <a:bodyPr/>
        <a:lstStyle/>
        <a:p>
          <a:endParaRPr lang="en-IN"/>
        </a:p>
      </dgm:t>
    </dgm:pt>
    <dgm:pt modelId="{FB7D2A8D-EFB8-4674-B3E4-FE406C4BAF99}" type="sibTrans" cxnId="{E3903B23-A583-4458-BC52-66AFBF214DA0}">
      <dgm:prSet/>
      <dgm:spPr/>
      <dgm:t>
        <a:bodyPr/>
        <a:lstStyle/>
        <a:p>
          <a:endParaRPr lang="en-IN"/>
        </a:p>
      </dgm:t>
    </dgm:pt>
    <dgm:pt modelId="{F38C8262-F834-4EC1-A3DE-AD7352747250}" type="pres">
      <dgm:prSet presAssocID="{537C0460-6048-4069-B88E-04303BDF5E88}" presName="Name0" presStyleCnt="0">
        <dgm:presLayoutVars>
          <dgm:chMax/>
          <dgm:chPref val="3"/>
          <dgm:dir/>
          <dgm:animOne val="branch"/>
          <dgm:animLvl val="lvl"/>
        </dgm:presLayoutVars>
      </dgm:prSet>
      <dgm:spPr/>
    </dgm:pt>
    <dgm:pt modelId="{D652C7D6-ED83-4929-90F7-9013597CBFB4}" type="pres">
      <dgm:prSet presAssocID="{DDF6413D-B90E-4608-B8F4-F603989FC7EC}" presName="composite" presStyleCnt="0"/>
      <dgm:spPr/>
    </dgm:pt>
    <dgm:pt modelId="{844D52D5-26ED-42A8-A384-59BA2287B792}" type="pres">
      <dgm:prSet presAssocID="{DDF6413D-B90E-4608-B8F4-F603989FC7EC}" presName="FirstChild" presStyleLbl="revTx" presStyleIdx="0" presStyleCnt="6">
        <dgm:presLayoutVars>
          <dgm:chMax val="0"/>
          <dgm:chPref val="0"/>
          <dgm:bulletEnabled val="1"/>
        </dgm:presLayoutVars>
      </dgm:prSet>
      <dgm:spPr/>
    </dgm:pt>
    <dgm:pt modelId="{EC48E214-146A-456B-85AB-92DE8E387132}" type="pres">
      <dgm:prSet presAssocID="{DDF6413D-B90E-4608-B8F4-F603989FC7EC}" presName="Parent" presStyleLbl="alignNode1" presStyleIdx="0" presStyleCnt="3">
        <dgm:presLayoutVars>
          <dgm:chMax val="3"/>
          <dgm:chPref val="3"/>
          <dgm:bulletEnabled val="1"/>
        </dgm:presLayoutVars>
      </dgm:prSet>
      <dgm:spPr/>
    </dgm:pt>
    <dgm:pt modelId="{0873BAD0-67B5-423C-9551-E6D2944B78AE}" type="pres">
      <dgm:prSet presAssocID="{DDF6413D-B90E-4608-B8F4-F603989FC7EC}" presName="Accent" presStyleLbl="parChTrans1D1" presStyleIdx="0" presStyleCnt="3"/>
      <dgm:spPr/>
    </dgm:pt>
    <dgm:pt modelId="{BB89724E-0AD1-4C51-8CEA-028E8CB0CA6E}" type="pres">
      <dgm:prSet presAssocID="{DDF6413D-B90E-4608-B8F4-F603989FC7EC}" presName="Child" presStyleLbl="revTx" presStyleIdx="1" presStyleCnt="6" custScaleY="61332">
        <dgm:presLayoutVars>
          <dgm:chMax val="0"/>
          <dgm:chPref val="0"/>
          <dgm:bulletEnabled val="1"/>
        </dgm:presLayoutVars>
      </dgm:prSet>
      <dgm:spPr/>
    </dgm:pt>
    <dgm:pt modelId="{4835A869-B6E7-4AB0-9217-6586FAE0890F}" type="pres">
      <dgm:prSet presAssocID="{F26573F9-4235-4238-8ECF-89AD595C7FDE}" presName="sibTrans" presStyleCnt="0"/>
      <dgm:spPr/>
    </dgm:pt>
    <dgm:pt modelId="{DE0493E6-E14B-4CED-866E-99B3CA00150F}" type="pres">
      <dgm:prSet presAssocID="{5318541F-EA8B-4B09-9C9E-FF24D64521F7}" presName="composite" presStyleCnt="0"/>
      <dgm:spPr/>
    </dgm:pt>
    <dgm:pt modelId="{598FE87D-5D32-4F6B-8F54-31F0AF379D08}" type="pres">
      <dgm:prSet presAssocID="{5318541F-EA8B-4B09-9C9E-FF24D64521F7}" presName="FirstChild" presStyleLbl="revTx" presStyleIdx="2" presStyleCnt="6">
        <dgm:presLayoutVars>
          <dgm:chMax val="0"/>
          <dgm:chPref val="0"/>
          <dgm:bulletEnabled val="1"/>
        </dgm:presLayoutVars>
      </dgm:prSet>
      <dgm:spPr/>
    </dgm:pt>
    <dgm:pt modelId="{E6F87C97-40E6-4436-81F0-20B3A8C938F9}" type="pres">
      <dgm:prSet presAssocID="{5318541F-EA8B-4B09-9C9E-FF24D64521F7}" presName="Parent" presStyleLbl="alignNode1" presStyleIdx="1" presStyleCnt="3">
        <dgm:presLayoutVars>
          <dgm:chMax val="3"/>
          <dgm:chPref val="3"/>
          <dgm:bulletEnabled val="1"/>
        </dgm:presLayoutVars>
      </dgm:prSet>
      <dgm:spPr/>
    </dgm:pt>
    <dgm:pt modelId="{7F838BA9-82D2-4955-B6A9-55C4C2B6EFAA}" type="pres">
      <dgm:prSet presAssocID="{5318541F-EA8B-4B09-9C9E-FF24D64521F7}" presName="Accent" presStyleLbl="parChTrans1D1" presStyleIdx="1" presStyleCnt="3"/>
      <dgm:spPr/>
    </dgm:pt>
    <dgm:pt modelId="{C48D1E24-7200-4FF0-B6C6-5C89AC78B3D5}" type="pres">
      <dgm:prSet presAssocID="{5318541F-EA8B-4B09-9C9E-FF24D64521F7}" presName="Child" presStyleLbl="revTx" presStyleIdx="3" presStyleCnt="6">
        <dgm:presLayoutVars>
          <dgm:chMax val="0"/>
          <dgm:chPref val="0"/>
          <dgm:bulletEnabled val="1"/>
        </dgm:presLayoutVars>
      </dgm:prSet>
      <dgm:spPr/>
    </dgm:pt>
    <dgm:pt modelId="{F7C9F0B3-4125-484B-BD83-73FE66C48E61}" type="pres">
      <dgm:prSet presAssocID="{9F16A7B4-FB76-4AEF-8390-B29DAC0AD3C6}" presName="sibTrans" presStyleCnt="0"/>
      <dgm:spPr/>
    </dgm:pt>
    <dgm:pt modelId="{FE348480-8327-4532-BD0A-E70093023315}" type="pres">
      <dgm:prSet presAssocID="{B813A1BC-7813-47F5-9D77-F97DC19894FF}" presName="composite" presStyleCnt="0"/>
      <dgm:spPr/>
    </dgm:pt>
    <dgm:pt modelId="{543C0874-4365-46D2-904A-70B2C7FE8BD8}" type="pres">
      <dgm:prSet presAssocID="{B813A1BC-7813-47F5-9D77-F97DC19894FF}" presName="FirstChild" presStyleLbl="revTx" presStyleIdx="4" presStyleCnt="6">
        <dgm:presLayoutVars>
          <dgm:chMax val="0"/>
          <dgm:chPref val="0"/>
          <dgm:bulletEnabled val="1"/>
        </dgm:presLayoutVars>
      </dgm:prSet>
      <dgm:spPr/>
    </dgm:pt>
    <dgm:pt modelId="{FBF40E2B-1E07-45A8-A5FB-BAE769D77EBB}" type="pres">
      <dgm:prSet presAssocID="{B813A1BC-7813-47F5-9D77-F97DC19894FF}" presName="Parent" presStyleLbl="alignNode1" presStyleIdx="2" presStyleCnt="3">
        <dgm:presLayoutVars>
          <dgm:chMax val="3"/>
          <dgm:chPref val="3"/>
          <dgm:bulletEnabled val="1"/>
        </dgm:presLayoutVars>
      </dgm:prSet>
      <dgm:spPr/>
    </dgm:pt>
    <dgm:pt modelId="{A89F3117-D0C1-4CC3-BF14-59DD3C9DBAD9}" type="pres">
      <dgm:prSet presAssocID="{B813A1BC-7813-47F5-9D77-F97DC19894FF}" presName="Accent" presStyleLbl="parChTrans1D1" presStyleIdx="2" presStyleCnt="3"/>
      <dgm:spPr/>
    </dgm:pt>
    <dgm:pt modelId="{D6C7553D-1A2D-43E1-A98E-70E237794D7F}" type="pres">
      <dgm:prSet presAssocID="{B813A1BC-7813-47F5-9D77-F97DC19894FF}" presName="Child" presStyleLbl="revTx" presStyleIdx="5" presStyleCnt="6">
        <dgm:presLayoutVars>
          <dgm:chMax val="0"/>
          <dgm:chPref val="0"/>
          <dgm:bulletEnabled val="1"/>
        </dgm:presLayoutVars>
      </dgm:prSet>
      <dgm:spPr/>
    </dgm:pt>
  </dgm:ptLst>
  <dgm:cxnLst>
    <dgm:cxn modelId="{06BF6709-47A3-44DD-806C-9506C3EC4785}" type="presOf" srcId="{C8804F78-82E8-4B0B-A4CC-989E7386845C}" destId="{D6C7553D-1A2D-43E1-A98E-70E237794D7F}" srcOrd="0" destOrd="0" presId="urn:microsoft.com/office/officeart/2011/layout/TabList"/>
    <dgm:cxn modelId="{D4F68322-C311-4AD7-9DE3-C8B73EAF60CA}" type="presOf" srcId="{AA1E8EDA-21B4-436A-BF22-01657C7D963E}" destId="{C48D1E24-7200-4FF0-B6C6-5C89AC78B3D5}" srcOrd="0" destOrd="1" presId="urn:microsoft.com/office/officeart/2011/layout/TabList"/>
    <dgm:cxn modelId="{E3903B23-A583-4458-BC52-66AFBF214DA0}" srcId="{B813A1BC-7813-47F5-9D77-F97DC19894FF}" destId="{1BAA6936-22F4-4DC5-AB87-98BDFC23C646}" srcOrd="2" destOrd="0" parTransId="{4C66C1BC-19AA-4EB4-BED4-B0559C38B80F}" sibTransId="{FB7D2A8D-EFB8-4674-B3E4-FE406C4BAF99}"/>
    <dgm:cxn modelId="{5BE63328-E5B5-41A5-81A4-AF8C86005289}" srcId="{537C0460-6048-4069-B88E-04303BDF5E88}" destId="{5318541F-EA8B-4B09-9C9E-FF24D64521F7}" srcOrd="1" destOrd="0" parTransId="{30C889DB-7F49-414A-BA1A-567AA8C15A8A}" sibTransId="{9F16A7B4-FB76-4AEF-8390-B29DAC0AD3C6}"/>
    <dgm:cxn modelId="{6D9AB931-1D74-4E5A-A7C6-8017D2C480D9}" type="presOf" srcId="{FA83E6C8-2485-4F1F-8F4D-A719B6E34645}" destId="{C48D1E24-7200-4FF0-B6C6-5C89AC78B3D5}" srcOrd="0" destOrd="0" presId="urn:microsoft.com/office/officeart/2011/layout/TabList"/>
    <dgm:cxn modelId="{9EA34E3E-14A5-4FFB-AC23-31F2A437AFBF}" srcId="{5318541F-EA8B-4B09-9C9E-FF24D64521F7}" destId="{FA83E6C8-2485-4F1F-8F4D-A719B6E34645}" srcOrd="1" destOrd="0" parTransId="{3780FF7B-14D4-457C-BD6C-FD2C3C5BA476}" sibTransId="{35D3F7B3-855A-42CE-9FD8-1F9753918DC5}"/>
    <dgm:cxn modelId="{372CCD40-FF00-456E-985D-0E38D9711D5C}" type="presOf" srcId="{8EC8D3B1-3B78-47E1-8FFD-2E5A032F0ADB}" destId="{543C0874-4365-46D2-904A-70B2C7FE8BD8}" srcOrd="0" destOrd="0" presId="urn:microsoft.com/office/officeart/2011/layout/TabList"/>
    <dgm:cxn modelId="{F96B1162-E690-469B-AE49-28F6CCA14149}" srcId="{5318541F-EA8B-4B09-9C9E-FF24D64521F7}" destId="{35E17887-3334-44D3-8427-1C593A9BC8DE}" srcOrd="0" destOrd="0" parTransId="{20EAC1BF-7323-48C6-B59E-3B1A1BD0FDBF}" sibTransId="{BE46054A-1857-4AAB-867D-498C75C96B25}"/>
    <dgm:cxn modelId="{571AD743-B8DC-4A67-9915-6A94CCAD1DE8}" type="presOf" srcId="{B813A1BC-7813-47F5-9D77-F97DC19894FF}" destId="{FBF40E2B-1E07-45A8-A5FB-BAE769D77EBB}" srcOrd="0" destOrd="0" presId="urn:microsoft.com/office/officeart/2011/layout/TabList"/>
    <dgm:cxn modelId="{5AF2F044-C143-496F-AC91-53FA3BAA4C92}" type="presOf" srcId="{35E17887-3334-44D3-8427-1C593A9BC8DE}" destId="{598FE87D-5D32-4F6B-8F54-31F0AF379D08}" srcOrd="0" destOrd="0" presId="urn:microsoft.com/office/officeart/2011/layout/TabList"/>
    <dgm:cxn modelId="{33D4C247-CE01-4996-AD18-3D76086D2D8F}" type="presOf" srcId="{537C0460-6048-4069-B88E-04303BDF5E88}" destId="{F38C8262-F834-4EC1-A3DE-AD7352747250}" srcOrd="0" destOrd="0" presId="urn:microsoft.com/office/officeart/2011/layout/TabList"/>
    <dgm:cxn modelId="{D0B44E68-941E-437B-A0C6-48289FC2451A}" type="presOf" srcId="{1BAA6936-22F4-4DC5-AB87-98BDFC23C646}" destId="{D6C7553D-1A2D-43E1-A98E-70E237794D7F}" srcOrd="0" destOrd="1" presId="urn:microsoft.com/office/officeart/2011/layout/TabList"/>
    <dgm:cxn modelId="{2AE4906B-D03B-4F59-B29F-DE8CBABBE3C8}" type="presOf" srcId="{036CDEBE-1134-416D-8335-C050A3005F0C}" destId="{844D52D5-26ED-42A8-A384-59BA2287B792}" srcOrd="0" destOrd="0" presId="urn:microsoft.com/office/officeart/2011/layout/TabList"/>
    <dgm:cxn modelId="{ECADB86B-0DAD-4ECE-A7F6-8E1C1D633327}" srcId="{B813A1BC-7813-47F5-9D77-F97DC19894FF}" destId="{8EC8D3B1-3B78-47E1-8FFD-2E5A032F0ADB}" srcOrd="0" destOrd="0" parTransId="{331E82AC-7D2C-4F69-9D03-5DA8D816E1E2}" sibTransId="{E14376D6-A8BC-4AC2-9A12-A3D84C1D9651}"/>
    <dgm:cxn modelId="{4B400280-E2B3-4EBC-844D-10E52FA794DF}" type="presOf" srcId="{54B7E1F2-8E23-4F72-99D4-DA6B4DE8186B}" destId="{BB89724E-0AD1-4C51-8CEA-028E8CB0CA6E}" srcOrd="0" destOrd="0" presId="urn:microsoft.com/office/officeart/2011/layout/TabList"/>
    <dgm:cxn modelId="{C9C16C92-7F9C-492A-A7B9-542CE9D30335}" srcId="{DDF6413D-B90E-4608-B8F4-F603989FC7EC}" destId="{54B7E1F2-8E23-4F72-99D4-DA6B4DE8186B}" srcOrd="1" destOrd="0" parTransId="{D0AA89C4-9CDE-48C4-B6D4-9263BDFBA4D3}" sibTransId="{58CFB83B-3955-41EB-8DD3-9228B862F9B3}"/>
    <dgm:cxn modelId="{7298F092-977B-49D4-9604-800D939AA74D}" srcId="{537C0460-6048-4069-B88E-04303BDF5E88}" destId="{B813A1BC-7813-47F5-9D77-F97DC19894FF}" srcOrd="2" destOrd="0" parTransId="{8D1B2462-1EC3-466D-A311-35596C6198F2}" sibTransId="{C55CFC2F-96A4-497A-8662-51C9F768C404}"/>
    <dgm:cxn modelId="{6FE0CC98-2FBD-411E-B714-485C2BEC4CD1}" type="presOf" srcId="{DDF6413D-B90E-4608-B8F4-F603989FC7EC}" destId="{EC48E214-146A-456B-85AB-92DE8E387132}" srcOrd="0" destOrd="0" presId="urn:microsoft.com/office/officeart/2011/layout/TabList"/>
    <dgm:cxn modelId="{6F5186A4-72FF-4AC5-B65F-681D10C58012}" srcId="{5318541F-EA8B-4B09-9C9E-FF24D64521F7}" destId="{AA1E8EDA-21B4-436A-BF22-01657C7D963E}" srcOrd="2" destOrd="0" parTransId="{49F303BD-7BEA-43B8-8FAC-1FD673EC001D}" sibTransId="{7E954F85-49D6-4D71-B94A-4F4B32E83B51}"/>
    <dgm:cxn modelId="{DEC17EBB-2D58-43DA-B9A4-4C14B735D678}" srcId="{B813A1BC-7813-47F5-9D77-F97DC19894FF}" destId="{C8804F78-82E8-4B0B-A4CC-989E7386845C}" srcOrd="1" destOrd="0" parTransId="{1C3F7AEA-5410-46AC-9F19-87ED524FBC5F}" sibTransId="{558C96C2-B070-4AC5-AAE6-2614B07C01CA}"/>
    <dgm:cxn modelId="{DF8D80CC-114E-4AC7-92C6-F35D1F8698E8}" srcId="{DDF6413D-B90E-4608-B8F4-F603989FC7EC}" destId="{036CDEBE-1134-416D-8335-C050A3005F0C}" srcOrd="0" destOrd="0" parTransId="{8554EBFC-E21C-4CA5-B950-C2A3D5717F2B}" sibTransId="{56468C6D-F5DD-4EAA-A0E1-DA60CCCB91BE}"/>
    <dgm:cxn modelId="{9928EBED-68E9-4E29-8ADC-68EB8C4A2572}" type="presOf" srcId="{5318541F-EA8B-4B09-9C9E-FF24D64521F7}" destId="{E6F87C97-40E6-4436-81F0-20B3A8C938F9}" srcOrd="0" destOrd="0" presId="urn:microsoft.com/office/officeart/2011/layout/TabList"/>
    <dgm:cxn modelId="{8DA611EF-1C24-4E85-9A53-7C3610171A4E}" srcId="{537C0460-6048-4069-B88E-04303BDF5E88}" destId="{DDF6413D-B90E-4608-B8F4-F603989FC7EC}" srcOrd="0" destOrd="0" parTransId="{2F02707F-5340-4D51-9F2D-BB6953077D42}" sibTransId="{F26573F9-4235-4238-8ECF-89AD595C7FDE}"/>
    <dgm:cxn modelId="{A079F42D-1D7A-40F6-B185-832F1A0CE67F}" type="presParOf" srcId="{F38C8262-F834-4EC1-A3DE-AD7352747250}" destId="{D652C7D6-ED83-4929-90F7-9013597CBFB4}" srcOrd="0" destOrd="0" presId="urn:microsoft.com/office/officeart/2011/layout/TabList"/>
    <dgm:cxn modelId="{5C19DB5F-70BC-45D2-92CD-03D23474F4BD}" type="presParOf" srcId="{D652C7D6-ED83-4929-90F7-9013597CBFB4}" destId="{844D52D5-26ED-42A8-A384-59BA2287B792}" srcOrd="0" destOrd="0" presId="urn:microsoft.com/office/officeart/2011/layout/TabList"/>
    <dgm:cxn modelId="{C920D85A-F4FB-428C-8EE3-A3A1EE0558E0}" type="presParOf" srcId="{D652C7D6-ED83-4929-90F7-9013597CBFB4}" destId="{EC48E214-146A-456B-85AB-92DE8E387132}" srcOrd="1" destOrd="0" presId="urn:microsoft.com/office/officeart/2011/layout/TabList"/>
    <dgm:cxn modelId="{B6161051-92FC-47D8-AC72-45C2576C1F18}" type="presParOf" srcId="{D652C7D6-ED83-4929-90F7-9013597CBFB4}" destId="{0873BAD0-67B5-423C-9551-E6D2944B78AE}" srcOrd="2" destOrd="0" presId="urn:microsoft.com/office/officeart/2011/layout/TabList"/>
    <dgm:cxn modelId="{044B8954-71A5-4B93-A0A3-DAD0F0AC923C}" type="presParOf" srcId="{F38C8262-F834-4EC1-A3DE-AD7352747250}" destId="{BB89724E-0AD1-4C51-8CEA-028E8CB0CA6E}" srcOrd="1" destOrd="0" presId="urn:microsoft.com/office/officeart/2011/layout/TabList"/>
    <dgm:cxn modelId="{A172FEA3-A0C3-4B32-AC7E-CAF8AD1E933F}" type="presParOf" srcId="{F38C8262-F834-4EC1-A3DE-AD7352747250}" destId="{4835A869-B6E7-4AB0-9217-6586FAE0890F}" srcOrd="2" destOrd="0" presId="urn:microsoft.com/office/officeart/2011/layout/TabList"/>
    <dgm:cxn modelId="{911ADE4F-1CDC-45E2-A208-17954E1D1A68}" type="presParOf" srcId="{F38C8262-F834-4EC1-A3DE-AD7352747250}" destId="{DE0493E6-E14B-4CED-866E-99B3CA00150F}" srcOrd="3" destOrd="0" presId="urn:microsoft.com/office/officeart/2011/layout/TabList"/>
    <dgm:cxn modelId="{BBE153D8-ECCB-4EF3-A2A4-A3FD72A68342}" type="presParOf" srcId="{DE0493E6-E14B-4CED-866E-99B3CA00150F}" destId="{598FE87D-5D32-4F6B-8F54-31F0AF379D08}" srcOrd="0" destOrd="0" presId="urn:microsoft.com/office/officeart/2011/layout/TabList"/>
    <dgm:cxn modelId="{C439B721-8772-471F-BAFA-D78EF188770D}" type="presParOf" srcId="{DE0493E6-E14B-4CED-866E-99B3CA00150F}" destId="{E6F87C97-40E6-4436-81F0-20B3A8C938F9}" srcOrd="1" destOrd="0" presId="urn:microsoft.com/office/officeart/2011/layout/TabList"/>
    <dgm:cxn modelId="{E0908E13-BFB3-4B9F-A756-2179C7D5E4E5}" type="presParOf" srcId="{DE0493E6-E14B-4CED-866E-99B3CA00150F}" destId="{7F838BA9-82D2-4955-B6A9-55C4C2B6EFAA}" srcOrd="2" destOrd="0" presId="urn:microsoft.com/office/officeart/2011/layout/TabList"/>
    <dgm:cxn modelId="{BA7A5208-7C98-4CFA-9C51-C923FAAEC485}" type="presParOf" srcId="{F38C8262-F834-4EC1-A3DE-AD7352747250}" destId="{C48D1E24-7200-4FF0-B6C6-5C89AC78B3D5}" srcOrd="4" destOrd="0" presId="urn:microsoft.com/office/officeart/2011/layout/TabList"/>
    <dgm:cxn modelId="{F65E9276-C9E6-4E31-BA4C-12CAB4C6A702}" type="presParOf" srcId="{F38C8262-F834-4EC1-A3DE-AD7352747250}" destId="{F7C9F0B3-4125-484B-BD83-73FE66C48E61}" srcOrd="5" destOrd="0" presId="urn:microsoft.com/office/officeart/2011/layout/TabList"/>
    <dgm:cxn modelId="{7C94BDF9-5EFF-490D-8082-1EECBE5F29ED}" type="presParOf" srcId="{F38C8262-F834-4EC1-A3DE-AD7352747250}" destId="{FE348480-8327-4532-BD0A-E70093023315}" srcOrd="6" destOrd="0" presId="urn:microsoft.com/office/officeart/2011/layout/TabList"/>
    <dgm:cxn modelId="{2EF9703A-8B45-46FA-97BF-4BF8FB00C840}" type="presParOf" srcId="{FE348480-8327-4532-BD0A-E70093023315}" destId="{543C0874-4365-46D2-904A-70B2C7FE8BD8}" srcOrd="0" destOrd="0" presId="urn:microsoft.com/office/officeart/2011/layout/TabList"/>
    <dgm:cxn modelId="{E7DB5B77-E208-4846-B9DE-BF8F473AEE3E}" type="presParOf" srcId="{FE348480-8327-4532-BD0A-E70093023315}" destId="{FBF40E2B-1E07-45A8-A5FB-BAE769D77EBB}" srcOrd="1" destOrd="0" presId="urn:microsoft.com/office/officeart/2011/layout/TabList"/>
    <dgm:cxn modelId="{D26FFDE5-89DD-43B3-816A-4DBF1E671695}" type="presParOf" srcId="{FE348480-8327-4532-BD0A-E70093023315}" destId="{A89F3117-D0C1-4CC3-BF14-59DD3C9DBAD9}" srcOrd="2" destOrd="0" presId="urn:microsoft.com/office/officeart/2011/layout/TabList"/>
    <dgm:cxn modelId="{07B9E6BE-9126-475A-A47C-A0AA4605231B}" type="presParOf" srcId="{F38C8262-F834-4EC1-A3DE-AD7352747250}" destId="{D6C7553D-1A2D-43E1-A98E-70E237794D7F}" srcOrd="7" destOrd="0" presId="urn:microsoft.com/office/officeart/2011/layout/Tab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867F631-E031-4FEB-A6E8-BB93775C96E7}" type="doc">
      <dgm:prSet loTypeId="urn:microsoft.com/office/officeart/2011/layout/TabList" loCatId="list" qsTypeId="urn:microsoft.com/office/officeart/2005/8/quickstyle/simple1" qsCatId="simple" csTypeId="urn:microsoft.com/office/officeart/2005/8/colors/accent1_2" csCatId="accent1" phldr="1"/>
      <dgm:spPr/>
      <dgm:t>
        <a:bodyPr/>
        <a:lstStyle/>
        <a:p>
          <a:endParaRPr lang="en-IN"/>
        </a:p>
      </dgm:t>
    </dgm:pt>
    <dgm:pt modelId="{7155F931-F213-4D85-9231-7EABDDB49E57}">
      <dgm:prSet phldrT="[Text]" custT="1"/>
      <dgm:spPr/>
      <dgm:t>
        <a:bodyPr/>
        <a:lstStyle/>
        <a:p>
          <a:pPr algn="just"/>
          <a:r>
            <a:rPr lang="en-IN" sz="3200" dirty="0"/>
            <a:t>Standards:</a:t>
          </a:r>
        </a:p>
      </dgm:t>
    </dgm:pt>
    <dgm:pt modelId="{8FA4947B-62D2-4787-ABD2-0AC13C147BC4}" type="parTrans" cxnId="{16544C9B-08AB-4A04-AD03-918371F6CBAD}">
      <dgm:prSet/>
      <dgm:spPr/>
      <dgm:t>
        <a:bodyPr/>
        <a:lstStyle/>
        <a:p>
          <a:pPr algn="just"/>
          <a:endParaRPr lang="en-IN"/>
        </a:p>
      </dgm:t>
    </dgm:pt>
    <dgm:pt modelId="{BA17F2F5-6C96-47E3-9969-881A2814030A}" type="sibTrans" cxnId="{16544C9B-08AB-4A04-AD03-918371F6CBAD}">
      <dgm:prSet/>
      <dgm:spPr/>
      <dgm:t>
        <a:bodyPr/>
        <a:lstStyle/>
        <a:p>
          <a:pPr algn="just"/>
          <a:endParaRPr lang="en-IN"/>
        </a:p>
      </dgm:t>
    </dgm:pt>
    <dgm:pt modelId="{BBB6747B-3BAA-4EE4-9DE4-FAB16C8BC061}">
      <dgm:prSet phldrT="[Text]" custT="1"/>
      <dgm:spPr/>
      <dgm:t>
        <a:bodyPr/>
        <a:lstStyle/>
        <a:p>
          <a:pPr algn="just"/>
          <a:r>
            <a:rPr lang="en-IN" sz="2800" dirty="0"/>
            <a:t>A standard is a multi-party agreement for establishment of an arbitrary criterion for reference</a:t>
          </a:r>
        </a:p>
      </dgm:t>
    </dgm:pt>
    <dgm:pt modelId="{95B0006A-F549-4DAF-A2BA-3AD4187C0036}" type="parTrans" cxnId="{E8FC93BF-6A9D-4049-B4C5-77B254430AEB}">
      <dgm:prSet/>
      <dgm:spPr/>
      <dgm:t>
        <a:bodyPr/>
        <a:lstStyle/>
        <a:p>
          <a:pPr algn="just"/>
          <a:endParaRPr lang="en-IN"/>
        </a:p>
      </dgm:t>
    </dgm:pt>
    <dgm:pt modelId="{054C1E7E-9A54-4DBC-968C-5E33C15F7A06}" type="sibTrans" cxnId="{E8FC93BF-6A9D-4049-B4C5-77B254430AEB}">
      <dgm:prSet/>
      <dgm:spPr/>
      <dgm:t>
        <a:bodyPr/>
        <a:lstStyle/>
        <a:p>
          <a:pPr algn="just"/>
          <a:endParaRPr lang="en-IN"/>
        </a:p>
      </dgm:t>
    </dgm:pt>
    <dgm:pt modelId="{F5062161-34C9-482F-A065-4BE3112F1F82}">
      <dgm:prSet phldrT="[Text]" custT="1"/>
      <dgm:spPr/>
      <dgm:t>
        <a:bodyPr/>
        <a:lstStyle/>
        <a:p>
          <a:pPr algn="just"/>
          <a:r>
            <a:rPr lang="en-IN" sz="2400" dirty="0"/>
            <a:t>Alternatively standard is prescribed set of:</a:t>
          </a:r>
        </a:p>
      </dgm:t>
    </dgm:pt>
    <dgm:pt modelId="{482FB3DB-5765-4AB9-B484-8D557E09F49C}" type="parTrans" cxnId="{F8E6A0B9-9981-4FBA-8124-6BD386E2EC6D}">
      <dgm:prSet/>
      <dgm:spPr/>
      <dgm:t>
        <a:bodyPr/>
        <a:lstStyle/>
        <a:p>
          <a:pPr algn="just"/>
          <a:endParaRPr lang="en-IN"/>
        </a:p>
      </dgm:t>
    </dgm:pt>
    <dgm:pt modelId="{F61AE2BF-39B7-449C-97F8-296DFBD5D048}" type="sibTrans" cxnId="{F8E6A0B9-9981-4FBA-8124-6BD386E2EC6D}">
      <dgm:prSet/>
      <dgm:spPr/>
      <dgm:t>
        <a:bodyPr/>
        <a:lstStyle/>
        <a:p>
          <a:pPr algn="just"/>
          <a:endParaRPr lang="en-IN"/>
        </a:p>
      </dgm:t>
    </dgm:pt>
    <dgm:pt modelId="{73C343AF-501F-4B35-9DE7-6FA129561CA1}">
      <dgm:prSet phldrT="[Text]" custT="1"/>
      <dgm:spPr/>
      <dgm:t>
        <a:bodyPr/>
        <a:lstStyle/>
        <a:p>
          <a:pPr algn="just"/>
          <a:r>
            <a:rPr lang="en-IN" sz="2400" dirty="0"/>
            <a:t>Standards exist that address systems (protection of the electrical power distribution systems from faults), individuals (measure to reduce potential electric shock hazards) and protection of the environment (disposal of medical waste)</a:t>
          </a:r>
        </a:p>
      </dgm:t>
    </dgm:pt>
    <dgm:pt modelId="{97B47DF3-A01E-403A-B7C5-EEBD032E133D}" type="parTrans" cxnId="{37F2A16F-07B2-401A-82FC-1F44D423E863}">
      <dgm:prSet/>
      <dgm:spPr/>
      <dgm:t>
        <a:bodyPr/>
        <a:lstStyle/>
        <a:p>
          <a:pPr algn="just"/>
          <a:endParaRPr lang="en-IN"/>
        </a:p>
      </dgm:t>
    </dgm:pt>
    <dgm:pt modelId="{F3061A4C-2E40-44DB-9056-1F5964EE984B}" type="sibTrans" cxnId="{37F2A16F-07B2-401A-82FC-1F44D423E863}">
      <dgm:prSet/>
      <dgm:spPr/>
      <dgm:t>
        <a:bodyPr/>
        <a:lstStyle/>
        <a:p>
          <a:pPr algn="just"/>
          <a:endParaRPr lang="en-IN"/>
        </a:p>
      </dgm:t>
    </dgm:pt>
    <dgm:pt modelId="{F56DB8F0-3F76-46F8-BCE4-DDE83751B405}">
      <dgm:prSet phldrT="[Text]" custT="1"/>
      <dgm:spPr/>
      <dgm:t>
        <a:bodyPr/>
        <a:lstStyle/>
        <a:p>
          <a:pPr algn="just"/>
          <a:r>
            <a:rPr lang="en-IN" sz="2000" dirty="0"/>
            <a:t>Rules</a:t>
          </a:r>
        </a:p>
      </dgm:t>
    </dgm:pt>
    <dgm:pt modelId="{D4CE39D4-072B-4D7D-988A-6429300DA8E3}" type="parTrans" cxnId="{A990B059-8D67-455E-9FEE-26EB86176055}">
      <dgm:prSet/>
      <dgm:spPr/>
      <dgm:t>
        <a:bodyPr/>
        <a:lstStyle/>
        <a:p>
          <a:endParaRPr lang="en-IN"/>
        </a:p>
      </dgm:t>
    </dgm:pt>
    <dgm:pt modelId="{90ED887F-C9D7-48FF-93E4-E44B46C0FF59}" type="sibTrans" cxnId="{A990B059-8D67-455E-9FEE-26EB86176055}">
      <dgm:prSet/>
      <dgm:spPr/>
      <dgm:t>
        <a:bodyPr/>
        <a:lstStyle/>
        <a:p>
          <a:endParaRPr lang="en-IN"/>
        </a:p>
      </dgm:t>
    </dgm:pt>
    <dgm:pt modelId="{A4BA9CEB-CCC5-4F88-BA11-0C5FE833A6AA}">
      <dgm:prSet phldrT="[Text]" custT="1"/>
      <dgm:spPr/>
      <dgm:t>
        <a:bodyPr/>
        <a:lstStyle/>
        <a:p>
          <a:pPr algn="just"/>
          <a:r>
            <a:rPr lang="en-IN" sz="2000" dirty="0"/>
            <a:t>Conditions or classification of components</a:t>
          </a:r>
        </a:p>
      </dgm:t>
    </dgm:pt>
    <dgm:pt modelId="{4D92B7B9-EBF6-4359-8E95-4FB019BCF948}" type="parTrans" cxnId="{86358BF0-53DD-445D-AE6F-E7815C3ABCC3}">
      <dgm:prSet/>
      <dgm:spPr/>
      <dgm:t>
        <a:bodyPr/>
        <a:lstStyle/>
        <a:p>
          <a:endParaRPr lang="en-IN"/>
        </a:p>
      </dgm:t>
    </dgm:pt>
    <dgm:pt modelId="{7BB1B11F-C8F7-4B13-9AC0-C9A9F0CBCB49}" type="sibTrans" cxnId="{86358BF0-53DD-445D-AE6F-E7815C3ABCC3}">
      <dgm:prSet/>
      <dgm:spPr/>
      <dgm:t>
        <a:bodyPr/>
        <a:lstStyle/>
        <a:p>
          <a:endParaRPr lang="en-IN"/>
        </a:p>
      </dgm:t>
    </dgm:pt>
    <dgm:pt modelId="{63FA274C-6764-45F8-877C-E9A8CDA56B84}">
      <dgm:prSet phldrT="[Text]" custT="1"/>
      <dgm:spPr/>
      <dgm:t>
        <a:bodyPr/>
        <a:lstStyle/>
        <a:p>
          <a:pPr algn="just"/>
          <a:r>
            <a:rPr lang="en-IN" sz="2000" dirty="0"/>
            <a:t>Delineation of procedures</a:t>
          </a:r>
        </a:p>
      </dgm:t>
    </dgm:pt>
    <dgm:pt modelId="{AC327FB5-90D2-49DA-9A78-823DFF533DFC}" type="parTrans" cxnId="{902031AC-E538-46B1-B4F1-9BEE2EEF5710}">
      <dgm:prSet/>
      <dgm:spPr/>
      <dgm:t>
        <a:bodyPr/>
        <a:lstStyle/>
        <a:p>
          <a:endParaRPr lang="en-IN"/>
        </a:p>
      </dgm:t>
    </dgm:pt>
    <dgm:pt modelId="{6AFB68C0-317B-4115-8E3D-6834CA691FE3}" type="sibTrans" cxnId="{902031AC-E538-46B1-B4F1-9BEE2EEF5710}">
      <dgm:prSet/>
      <dgm:spPr/>
      <dgm:t>
        <a:bodyPr/>
        <a:lstStyle/>
        <a:p>
          <a:endParaRPr lang="en-IN"/>
        </a:p>
      </dgm:t>
    </dgm:pt>
    <dgm:pt modelId="{C9F3CEE1-009F-49D4-96B1-4FF8754B476E}">
      <dgm:prSet phldrT="[Text]" custT="1"/>
      <dgm:spPr/>
      <dgm:t>
        <a:bodyPr/>
        <a:lstStyle/>
        <a:p>
          <a:pPr algn="just"/>
          <a:r>
            <a:rPr lang="en-IN" sz="2000" dirty="0"/>
            <a:t>Specification of materials</a:t>
          </a:r>
        </a:p>
      </dgm:t>
    </dgm:pt>
    <dgm:pt modelId="{83CDA794-54AE-49A6-A9E8-000E38268E62}" type="parTrans" cxnId="{9CC6EE85-D386-444C-80F3-850B4B628390}">
      <dgm:prSet/>
      <dgm:spPr/>
      <dgm:t>
        <a:bodyPr/>
        <a:lstStyle/>
        <a:p>
          <a:endParaRPr lang="en-IN"/>
        </a:p>
      </dgm:t>
    </dgm:pt>
    <dgm:pt modelId="{F0CB053E-3A33-4294-851C-7914F37C839A}" type="sibTrans" cxnId="{9CC6EE85-D386-444C-80F3-850B4B628390}">
      <dgm:prSet/>
      <dgm:spPr/>
      <dgm:t>
        <a:bodyPr/>
        <a:lstStyle/>
        <a:p>
          <a:endParaRPr lang="en-IN"/>
        </a:p>
      </dgm:t>
    </dgm:pt>
    <dgm:pt modelId="{56BFEE11-5F0E-424F-826C-CDA3710C443C}">
      <dgm:prSet phldrT="[Text]" custT="1"/>
      <dgm:spPr/>
      <dgm:t>
        <a:bodyPr/>
        <a:lstStyle/>
        <a:p>
          <a:pPr algn="just"/>
          <a:r>
            <a:rPr lang="en-IN" sz="2000" dirty="0"/>
            <a:t>Performance</a:t>
          </a:r>
        </a:p>
      </dgm:t>
    </dgm:pt>
    <dgm:pt modelId="{D55A2B1B-7A74-4ECF-9D21-603352DDFAF4}" type="parTrans" cxnId="{DE7669E0-7DB6-40A1-9C0F-2B7CC050715C}">
      <dgm:prSet/>
      <dgm:spPr/>
      <dgm:t>
        <a:bodyPr/>
        <a:lstStyle/>
        <a:p>
          <a:endParaRPr lang="en-IN"/>
        </a:p>
      </dgm:t>
    </dgm:pt>
    <dgm:pt modelId="{CBD28302-5FCC-4F6C-BCF5-69E27A642F23}" type="sibTrans" cxnId="{DE7669E0-7DB6-40A1-9C0F-2B7CC050715C}">
      <dgm:prSet/>
      <dgm:spPr/>
      <dgm:t>
        <a:bodyPr/>
        <a:lstStyle/>
        <a:p>
          <a:endParaRPr lang="en-IN"/>
        </a:p>
      </dgm:t>
    </dgm:pt>
    <dgm:pt modelId="{9B715B2D-2C28-43D0-8E9A-5D8077E480AE}">
      <dgm:prSet phldrT="[Text]" custT="1"/>
      <dgm:spPr/>
      <dgm:t>
        <a:bodyPr/>
        <a:lstStyle/>
        <a:p>
          <a:pPr algn="just"/>
          <a:r>
            <a:rPr lang="en-IN" sz="2000" dirty="0"/>
            <a:t>Design or operations</a:t>
          </a:r>
        </a:p>
      </dgm:t>
    </dgm:pt>
    <dgm:pt modelId="{02710C2A-EB47-4312-BF12-E034ADAC4E09}" type="parTrans" cxnId="{48D07C07-3D39-4BCE-ABD4-6952EDAF6F91}">
      <dgm:prSet/>
      <dgm:spPr/>
      <dgm:t>
        <a:bodyPr/>
        <a:lstStyle/>
        <a:p>
          <a:endParaRPr lang="en-IN"/>
        </a:p>
      </dgm:t>
    </dgm:pt>
    <dgm:pt modelId="{92D3A2D1-02E1-4490-A8DA-D507DE92F373}" type="sibTrans" cxnId="{48D07C07-3D39-4BCE-ABD4-6952EDAF6F91}">
      <dgm:prSet/>
      <dgm:spPr/>
      <dgm:t>
        <a:bodyPr/>
        <a:lstStyle/>
        <a:p>
          <a:endParaRPr lang="en-IN"/>
        </a:p>
      </dgm:t>
    </dgm:pt>
    <dgm:pt modelId="{5EDEFE99-611D-44CC-8AF3-6FC58F2E89D8}">
      <dgm:prSet phldrT="[Text]" custT="1"/>
      <dgm:spPr/>
      <dgm:t>
        <a:bodyPr/>
        <a:lstStyle/>
        <a:p>
          <a:pPr algn="just"/>
          <a:r>
            <a:rPr lang="en-IN" sz="2000" dirty="0"/>
            <a:t>Measurements of quality and quality in describing materials, products, systems, services or practice</a:t>
          </a:r>
        </a:p>
      </dgm:t>
    </dgm:pt>
    <dgm:pt modelId="{6C14A756-10ED-416C-88B9-E30BEABB5F7D}" type="parTrans" cxnId="{5A1F45E6-333B-4DB4-8914-C283BFA6D448}">
      <dgm:prSet/>
      <dgm:spPr/>
      <dgm:t>
        <a:bodyPr/>
        <a:lstStyle/>
        <a:p>
          <a:endParaRPr lang="en-IN"/>
        </a:p>
      </dgm:t>
    </dgm:pt>
    <dgm:pt modelId="{B931FA8B-6AA8-4D2A-ACDC-F673156E2C17}" type="sibTrans" cxnId="{5A1F45E6-333B-4DB4-8914-C283BFA6D448}">
      <dgm:prSet/>
      <dgm:spPr/>
      <dgm:t>
        <a:bodyPr/>
        <a:lstStyle/>
        <a:p>
          <a:endParaRPr lang="en-IN"/>
        </a:p>
      </dgm:t>
    </dgm:pt>
    <dgm:pt modelId="{F8130A74-440A-4BE5-97A8-5BD670EF0045}" type="pres">
      <dgm:prSet presAssocID="{F867F631-E031-4FEB-A6E8-BB93775C96E7}" presName="Name0" presStyleCnt="0">
        <dgm:presLayoutVars>
          <dgm:chMax/>
          <dgm:chPref val="3"/>
          <dgm:dir/>
          <dgm:animOne val="branch"/>
          <dgm:animLvl val="lvl"/>
        </dgm:presLayoutVars>
      </dgm:prSet>
      <dgm:spPr/>
    </dgm:pt>
    <dgm:pt modelId="{CB5142C8-D260-427B-A0C9-66B3CF6B6871}" type="pres">
      <dgm:prSet presAssocID="{7155F931-F213-4D85-9231-7EABDDB49E57}" presName="composite" presStyleCnt="0"/>
      <dgm:spPr/>
    </dgm:pt>
    <dgm:pt modelId="{4E6557C8-A247-456D-82CD-ED3ED7B4231F}" type="pres">
      <dgm:prSet presAssocID="{7155F931-F213-4D85-9231-7EABDDB49E57}" presName="FirstChild" presStyleLbl="revTx" presStyleIdx="0" presStyleCnt="2" custScaleY="62096" custLinFactNeighborY="11561">
        <dgm:presLayoutVars>
          <dgm:chMax val="0"/>
          <dgm:chPref val="0"/>
          <dgm:bulletEnabled val="1"/>
        </dgm:presLayoutVars>
      </dgm:prSet>
      <dgm:spPr/>
    </dgm:pt>
    <dgm:pt modelId="{373A618E-E6E9-4B0B-9D83-539AE2C48090}" type="pres">
      <dgm:prSet presAssocID="{7155F931-F213-4D85-9231-7EABDDB49E57}" presName="Parent" presStyleLbl="alignNode1" presStyleIdx="0" presStyleCnt="1" custScaleY="62096" custLinFactNeighborY="9280">
        <dgm:presLayoutVars>
          <dgm:chMax val="3"/>
          <dgm:chPref val="3"/>
          <dgm:bulletEnabled val="1"/>
        </dgm:presLayoutVars>
      </dgm:prSet>
      <dgm:spPr/>
    </dgm:pt>
    <dgm:pt modelId="{7EB60BA6-E230-43B7-8EE0-0514AEA72BC3}" type="pres">
      <dgm:prSet presAssocID="{7155F931-F213-4D85-9231-7EABDDB49E57}" presName="Accent" presStyleLbl="parChTrans1D1" presStyleIdx="0" presStyleCnt="1"/>
      <dgm:spPr/>
    </dgm:pt>
    <dgm:pt modelId="{75805146-8205-41AC-A57D-3A26993FC671}" type="pres">
      <dgm:prSet presAssocID="{7155F931-F213-4D85-9231-7EABDDB49E57}" presName="Child" presStyleLbl="revTx" presStyleIdx="1" presStyleCnt="2" custScaleY="116656">
        <dgm:presLayoutVars>
          <dgm:chMax val="0"/>
          <dgm:chPref val="0"/>
          <dgm:bulletEnabled val="1"/>
        </dgm:presLayoutVars>
      </dgm:prSet>
      <dgm:spPr/>
    </dgm:pt>
  </dgm:ptLst>
  <dgm:cxnLst>
    <dgm:cxn modelId="{68529600-E6C4-42B4-9CEC-76523DD1855B}" type="presOf" srcId="{F5062161-34C9-482F-A065-4BE3112F1F82}" destId="{75805146-8205-41AC-A57D-3A26993FC671}" srcOrd="0" destOrd="0" presId="urn:microsoft.com/office/officeart/2011/layout/TabList"/>
    <dgm:cxn modelId="{48D07C07-3D39-4BCE-ABD4-6952EDAF6F91}" srcId="{F5062161-34C9-482F-A065-4BE3112F1F82}" destId="{9B715B2D-2C28-43D0-8E9A-5D8077E480AE}" srcOrd="5" destOrd="0" parTransId="{02710C2A-EB47-4312-BF12-E034ADAC4E09}" sibTransId="{92D3A2D1-02E1-4490-A8DA-D507DE92F373}"/>
    <dgm:cxn modelId="{C3C8521C-01B8-4456-8885-62F4BD28295C}" type="presOf" srcId="{BBB6747B-3BAA-4EE4-9DE4-FAB16C8BC061}" destId="{4E6557C8-A247-456D-82CD-ED3ED7B4231F}" srcOrd="0" destOrd="0" presId="urn:microsoft.com/office/officeart/2011/layout/TabList"/>
    <dgm:cxn modelId="{37F2A16F-07B2-401A-82FC-1F44D423E863}" srcId="{7155F931-F213-4D85-9231-7EABDDB49E57}" destId="{73C343AF-501F-4B35-9DE7-6FA129561CA1}" srcOrd="2" destOrd="0" parTransId="{97B47DF3-A01E-403A-B7C5-EEBD032E133D}" sibTransId="{F3061A4C-2E40-44DB-9056-1F5964EE984B}"/>
    <dgm:cxn modelId="{8E18A255-3E94-426C-AC0B-224EB0A0EFAD}" type="presOf" srcId="{9B715B2D-2C28-43D0-8E9A-5D8077E480AE}" destId="{75805146-8205-41AC-A57D-3A26993FC671}" srcOrd="0" destOrd="6" presId="urn:microsoft.com/office/officeart/2011/layout/TabList"/>
    <dgm:cxn modelId="{F5101759-042A-49AC-B3E6-E942D7CE00ED}" type="presOf" srcId="{F56DB8F0-3F76-46F8-BCE4-DDE83751B405}" destId="{75805146-8205-41AC-A57D-3A26993FC671}" srcOrd="0" destOrd="1" presId="urn:microsoft.com/office/officeart/2011/layout/TabList"/>
    <dgm:cxn modelId="{A990B059-8D67-455E-9FEE-26EB86176055}" srcId="{F5062161-34C9-482F-A065-4BE3112F1F82}" destId="{F56DB8F0-3F76-46F8-BCE4-DDE83751B405}" srcOrd="0" destOrd="0" parTransId="{D4CE39D4-072B-4D7D-988A-6429300DA8E3}" sibTransId="{90ED887F-C9D7-48FF-93E4-E44B46C0FF59}"/>
    <dgm:cxn modelId="{9CC6EE85-D386-444C-80F3-850B4B628390}" srcId="{F5062161-34C9-482F-A065-4BE3112F1F82}" destId="{C9F3CEE1-009F-49D4-96B1-4FF8754B476E}" srcOrd="3" destOrd="0" parTransId="{83CDA794-54AE-49A6-A9E8-000E38268E62}" sibTransId="{F0CB053E-3A33-4294-851C-7914F37C839A}"/>
    <dgm:cxn modelId="{475A3789-C192-46A3-BD2D-3636E5A9D150}" type="presOf" srcId="{5EDEFE99-611D-44CC-8AF3-6FC58F2E89D8}" destId="{75805146-8205-41AC-A57D-3A26993FC671}" srcOrd="0" destOrd="7" presId="urn:microsoft.com/office/officeart/2011/layout/TabList"/>
    <dgm:cxn modelId="{78A48791-88D5-476C-8E0B-6422B4989F00}" type="presOf" srcId="{56BFEE11-5F0E-424F-826C-CDA3710C443C}" destId="{75805146-8205-41AC-A57D-3A26993FC671}" srcOrd="0" destOrd="5" presId="urn:microsoft.com/office/officeart/2011/layout/TabList"/>
    <dgm:cxn modelId="{431FF493-FE0B-4B7E-86B4-55A04FC1B2E9}" type="presOf" srcId="{F867F631-E031-4FEB-A6E8-BB93775C96E7}" destId="{F8130A74-440A-4BE5-97A8-5BD670EF0045}" srcOrd="0" destOrd="0" presId="urn:microsoft.com/office/officeart/2011/layout/TabList"/>
    <dgm:cxn modelId="{16544C9B-08AB-4A04-AD03-918371F6CBAD}" srcId="{F867F631-E031-4FEB-A6E8-BB93775C96E7}" destId="{7155F931-F213-4D85-9231-7EABDDB49E57}" srcOrd="0" destOrd="0" parTransId="{8FA4947B-62D2-4787-ABD2-0AC13C147BC4}" sibTransId="{BA17F2F5-6C96-47E3-9969-881A2814030A}"/>
    <dgm:cxn modelId="{58C4E2A9-FE2C-44D2-8F12-7BA76554A643}" type="presOf" srcId="{73C343AF-501F-4B35-9DE7-6FA129561CA1}" destId="{75805146-8205-41AC-A57D-3A26993FC671}" srcOrd="0" destOrd="8" presId="urn:microsoft.com/office/officeart/2011/layout/TabList"/>
    <dgm:cxn modelId="{902031AC-E538-46B1-B4F1-9BEE2EEF5710}" srcId="{F5062161-34C9-482F-A065-4BE3112F1F82}" destId="{63FA274C-6764-45F8-877C-E9A8CDA56B84}" srcOrd="2" destOrd="0" parTransId="{AC327FB5-90D2-49DA-9A78-823DFF533DFC}" sibTransId="{6AFB68C0-317B-4115-8E3D-6834CA691FE3}"/>
    <dgm:cxn modelId="{09326CB9-5851-4CD3-BF22-B61E6D9E4549}" type="presOf" srcId="{63FA274C-6764-45F8-877C-E9A8CDA56B84}" destId="{75805146-8205-41AC-A57D-3A26993FC671}" srcOrd="0" destOrd="3" presId="urn:microsoft.com/office/officeart/2011/layout/TabList"/>
    <dgm:cxn modelId="{F8E6A0B9-9981-4FBA-8124-6BD386E2EC6D}" srcId="{7155F931-F213-4D85-9231-7EABDDB49E57}" destId="{F5062161-34C9-482F-A065-4BE3112F1F82}" srcOrd="1" destOrd="0" parTransId="{482FB3DB-5765-4AB9-B484-8D557E09F49C}" sibTransId="{F61AE2BF-39B7-449C-97F8-296DFBD5D048}"/>
    <dgm:cxn modelId="{9CC239BB-C8ED-4212-AA79-60C0089C0910}" type="presOf" srcId="{C9F3CEE1-009F-49D4-96B1-4FF8754B476E}" destId="{75805146-8205-41AC-A57D-3A26993FC671}" srcOrd="0" destOrd="4" presId="urn:microsoft.com/office/officeart/2011/layout/TabList"/>
    <dgm:cxn modelId="{E8FC93BF-6A9D-4049-B4C5-77B254430AEB}" srcId="{7155F931-F213-4D85-9231-7EABDDB49E57}" destId="{BBB6747B-3BAA-4EE4-9DE4-FAB16C8BC061}" srcOrd="0" destOrd="0" parTransId="{95B0006A-F549-4DAF-A2BA-3AD4187C0036}" sibTransId="{054C1E7E-9A54-4DBC-968C-5E33C15F7A06}"/>
    <dgm:cxn modelId="{DE7669E0-7DB6-40A1-9C0F-2B7CC050715C}" srcId="{F5062161-34C9-482F-A065-4BE3112F1F82}" destId="{56BFEE11-5F0E-424F-826C-CDA3710C443C}" srcOrd="4" destOrd="0" parTransId="{D55A2B1B-7A74-4ECF-9D21-603352DDFAF4}" sibTransId="{CBD28302-5FCC-4F6C-BCF5-69E27A642F23}"/>
    <dgm:cxn modelId="{5A1F45E6-333B-4DB4-8914-C283BFA6D448}" srcId="{F5062161-34C9-482F-A065-4BE3112F1F82}" destId="{5EDEFE99-611D-44CC-8AF3-6FC58F2E89D8}" srcOrd="6" destOrd="0" parTransId="{6C14A756-10ED-416C-88B9-E30BEABB5F7D}" sibTransId="{B931FA8B-6AA8-4D2A-ACDC-F673156E2C17}"/>
    <dgm:cxn modelId="{FAB19CEC-2766-4AD1-A94B-6232E7620B9E}" type="presOf" srcId="{A4BA9CEB-CCC5-4F88-BA11-0C5FE833A6AA}" destId="{75805146-8205-41AC-A57D-3A26993FC671}" srcOrd="0" destOrd="2" presId="urn:microsoft.com/office/officeart/2011/layout/TabList"/>
    <dgm:cxn modelId="{86358BF0-53DD-445D-AE6F-E7815C3ABCC3}" srcId="{F5062161-34C9-482F-A065-4BE3112F1F82}" destId="{A4BA9CEB-CCC5-4F88-BA11-0C5FE833A6AA}" srcOrd="1" destOrd="0" parTransId="{4D92B7B9-EBF6-4359-8E95-4FB019BCF948}" sibTransId="{7BB1B11F-C8F7-4B13-9AC0-C9A9F0CBCB49}"/>
    <dgm:cxn modelId="{7D7C99FB-409F-4485-8789-21E0DF698A64}" type="presOf" srcId="{7155F931-F213-4D85-9231-7EABDDB49E57}" destId="{373A618E-E6E9-4B0B-9D83-539AE2C48090}" srcOrd="0" destOrd="0" presId="urn:microsoft.com/office/officeart/2011/layout/TabList"/>
    <dgm:cxn modelId="{EE18DE00-5FE8-40A6-9549-F4384110DF25}" type="presParOf" srcId="{F8130A74-440A-4BE5-97A8-5BD670EF0045}" destId="{CB5142C8-D260-427B-A0C9-66B3CF6B6871}" srcOrd="0" destOrd="0" presId="urn:microsoft.com/office/officeart/2011/layout/TabList"/>
    <dgm:cxn modelId="{F7D5751E-59EC-46D1-9746-85B200802C86}" type="presParOf" srcId="{CB5142C8-D260-427B-A0C9-66B3CF6B6871}" destId="{4E6557C8-A247-456D-82CD-ED3ED7B4231F}" srcOrd="0" destOrd="0" presId="urn:microsoft.com/office/officeart/2011/layout/TabList"/>
    <dgm:cxn modelId="{DC88B6CF-5E7B-4922-ACF3-BE9E6DA08298}" type="presParOf" srcId="{CB5142C8-D260-427B-A0C9-66B3CF6B6871}" destId="{373A618E-E6E9-4B0B-9D83-539AE2C48090}" srcOrd="1" destOrd="0" presId="urn:microsoft.com/office/officeart/2011/layout/TabList"/>
    <dgm:cxn modelId="{E4C63474-5B34-4D2C-BF83-5F7ECE5D9DDA}" type="presParOf" srcId="{CB5142C8-D260-427B-A0C9-66B3CF6B6871}" destId="{7EB60BA6-E230-43B7-8EE0-0514AEA72BC3}" srcOrd="2" destOrd="0" presId="urn:microsoft.com/office/officeart/2011/layout/TabList"/>
    <dgm:cxn modelId="{63ED29E3-72E9-43D1-80E1-A931F1BD5D5E}" type="presParOf" srcId="{F8130A74-440A-4BE5-97A8-5BD670EF0045}" destId="{75805146-8205-41AC-A57D-3A26993FC671}" srcOrd="1" destOrd="0" presId="urn:microsoft.com/office/officeart/2011/layout/Tab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062B55A-4434-48B7-B7F9-71089C13BD6C}" type="doc">
      <dgm:prSet loTypeId="urn:microsoft.com/office/officeart/2005/8/layout/hierarchy4" loCatId="hierarchy" qsTypeId="urn:microsoft.com/office/officeart/2005/8/quickstyle/simple3" qsCatId="simple" csTypeId="urn:microsoft.com/office/officeart/2005/8/colors/accent1_2" csCatId="accent1" phldr="1"/>
      <dgm:spPr/>
      <dgm:t>
        <a:bodyPr/>
        <a:lstStyle/>
        <a:p>
          <a:endParaRPr lang="en-IN"/>
        </a:p>
      </dgm:t>
    </dgm:pt>
    <dgm:pt modelId="{3D52DC42-61BB-4F92-8510-E89E3FEEE721}">
      <dgm:prSet phldrT="[Text]" custT="1"/>
      <dgm:spPr/>
      <dgm:t>
        <a:bodyPr/>
        <a:lstStyle/>
        <a:p>
          <a:r>
            <a:rPr lang="en-US" sz="3200" dirty="0"/>
            <a:t>Medical devices were classified into</a:t>
          </a:r>
          <a:endParaRPr lang="en-IN" sz="3200" dirty="0"/>
        </a:p>
      </dgm:t>
    </dgm:pt>
    <dgm:pt modelId="{05E4A0F2-51F5-4834-BEF8-919AE96FBE48}" type="parTrans" cxnId="{D4FCD7F4-D1E2-4EFF-BC92-BF27E151C4DD}">
      <dgm:prSet/>
      <dgm:spPr/>
      <dgm:t>
        <a:bodyPr/>
        <a:lstStyle/>
        <a:p>
          <a:endParaRPr lang="en-IN"/>
        </a:p>
      </dgm:t>
    </dgm:pt>
    <dgm:pt modelId="{0E778EEA-3D43-4E08-AAD2-190460BD3593}" type="sibTrans" cxnId="{D4FCD7F4-D1E2-4EFF-BC92-BF27E151C4DD}">
      <dgm:prSet/>
      <dgm:spPr/>
      <dgm:t>
        <a:bodyPr/>
        <a:lstStyle/>
        <a:p>
          <a:endParaRPr lang="en-IN"/>
        </a:p>
      </dgm:t>
    </dgm:pt>
    <dgm:pt modelId="{FB2432F2-D025-4A65-A996-8FF27AF8CE6C}">
      <dgm:prSet phldrT="[Text]" custT="1"/>
      <dgm:spPr/>
      <dgm:t>
        <a:bodyPr/>
        <a:lstStyle/>
        <a:p>
          <a:pPr marL="180975" indent="0" algn="just"/>
          <a:r>
            <a:rPr lang="en-US" sz="2400" dirty="0"/>
            <a:t>Class I</a:t>
          </a:r>
        </a:p>
        <a:p>
          <a:pPr marL="180975" indent="0" algn="just"/>
          <a:r>
            <a:rPr lang="en-US" sz="2400" dirty="0"/>
            <a:t>Class II</a:t>
          </a:r>
        </a:p>
        <a:p>
          <a:pPr marL="180975" indent="0" algn="just"/>
          <a:r>
            <a:rPr lang="en-US" sz="2400" dirty="0"/>
            <a:t>Class III </a:t>
          </a:r>
        </a:p>
        <a:p>
          <a:pPr marL="0" algn="just"/>
          <a:r>
            <a:rPr lang="en-US" sz="2800" dirty="0"/>
            <a:t>It was based on the principle that devices that pose greater potential hazards should be subject to more regulatory requirements </a:t>
          </a:r>
          <a:endParaRPr lang="en-IN" sz="2800" dirty="0"/>
        </a:p>
      </dgm:t>
    </dgm:pt>
    <dgm:pt modelId="{3B8D92FB-2221-456A-A922-08995151BB57}" type="parTrans" cxnId="{9E6DD1C8-DA2D-4151-90FF-9E8C9FBBCC6F}">
      <dgm:prSet/>
      <dgm:spPr/>
      <dgm:t>
        <a:bodyPr/>
        <a:lstStyle/>
        <a:p>
          <a:endParaRPr lang="en-IN"/>
        </a:p>
      </dgm:t>
    </dgm:pt>
    <dgm:pt modelId="{67BDB074-6B8D-4AA6-B7D1-753C1231A11F}" type="sibTrans" cxnId="{9E6DD1C8-DA2D-4151-90FF-9E8C9FBBCC6F}">
      <dgm:prSet/>
      <dgm:spPr/>
      <dgm:t>
        <a:bodyPr/>
        <a:lstStyle/>
        <a:p>
          <a:endParaRPr lang="en-IN"/>
        </a:p>
      </dgm:t>
    </dgm:pt>
    <dgm:pt modelId="{8F5D4604-7275-40CA-ADCD-F90252FA4631}" type="pres">
      <dgm:prSet presAssocID="{E062B55A-4434-48B7-B7F9-71089C13BD6C}" presName="Name0" presStyleCnt="0">
        <dgm:presLayoutVars>
          <dgm:chPref val="1"/>
          <dgm:dir/>
          <dgm:animOne val="branch"/>
          <dgm:animLvl val="lvl"/>
          <dgm:resizeHandles/>
        </dgm:presLayoutVars>
      </dgm:prSet>
      <dgm:spPr/>
    </dgm:pt>
    <dgm:pt modelId="{6AA3E1C7-3D3A-4EC6-BBB4-D884EBDCE90D}" type="pres">
      <dgm:prSet presAssocID="{3D52DC42-61BB-4F92-8510-E89E3FEEE721}" presName="vertOne" presStyleCnt="0"/>
      <dgm:spPr/>
    </dgm:pt>
    <dgm:pt modelId="{7E8A6003-67BB-42CE-9A1F-AF032447FB9D}" type="pres">
      <dgm:prSet presAssocID="{3D52DC42-61BB-4F92-8510-E89E3FEEE721}" presName="txOne" presStyleLbl="node0" presStyleIdx="0" presStyleCnt="1" custScaleY="15349" custLinFactNeighborX="-142">
        <dgm:presLayoutVars>
          <dgm:chPref val="3"/>
        </dgm:presLayoutVars>
      </dgm:prSet>
      <dgm:spPr/>
    </dgm:pt>
    <dgm:pt modelId="{3F674F21-4207-46F1-AEA3-228A4869DDD3}" type="pres">
      <dgm:prSet presAssocID="{3D52DC42-61BB-4F92-8510-E89E3FEEE721}" presName="parTransOne" presStyleCnt="0"/>
      <dgm:spPr/>
    </dgm:pt>
    <dgm:pt modelId="{7F70AC7A-78D9-4CBE-BB66-E9E146B1AED2}" type="pres">
      <dgm:prSet presAssocID="{3D52DC42-61BB-4F92-8510-E89E3FEEE721}" presName="horzOne" presStyleCnt="0"/>
      <dgm:spPr/>
    </dgm:pt>
    <dgm:pt modelId="{1AB99C04-A726-4D8C-9148-6E0B6BE52CEF}" type="pres">
      <dgm:prSet presAssocID="{FB2432F2-D025-4A65-A996-8FF27AF8CE6C}" presName="vertTwo" presStyleCnt="0"/>
      <dgm:spPr/>
    </dgm:pt>
    <dgm:pt modelId="{72EB0BA4-E4AB-4772-B16D-171F0CE46CA3}" type="pres">
      <dgm:prSet presAssocID="{FB2432F2-D025-4A65-A996-8FF27AF8CE6C}" presName="txTwo" presStyleLbl="node2" presStyleIdx="0" presStyleCnt="1">
        <dgm:presLayoutVars>
          <dgm:chPref val="3"/>
        </dgm:presLayoutVars>
      </dgm:prSet>
      <dgm:spPr/>
    </dgm:pt>
    <dgm:pt modelId="{B20CA5D6-0877-4A21-9CF8-205F18CEC885}" type="pres">
      <dgm:prSet presAssocID="{FB2432F2-D025-4A65-A996-8FF27AF8CE6C}" presName="horzTwo" presStyleCnt="0"/>
      <dgm:spPr/>
    </dgm:pt>
  </dgm:ptLst>
  <dgm:cxnLst>
    <dgm:cxn modelId="{46657226-5522-4989-9639-3B482B135EF1}" type="presOf" srcId="{3D52DC42-61BB-4F92-8510-E89E3FEEE721}" destId="{7E8A6003-67BB-42CE-9A1F-AF032447FB9D}" srcOrd="0" destOrd="0" presId="urn:microsoft.com/office/officeart/2005/8/layout/hierarchy4"/>
    <dgm:cxn modelId="{5BB8F33C-4369-4D47-A19E-564777996EA9}" type="presOf" srcId="{FB2432F2-D025-4A65-A996-8FF27AF8CE6C}" destId="{72EB0BA4-E4AB-4772-B16D-171F0CE46CA3}" srcOrd="0" destOrd="0" presId="urn:microsoft.com/office/officeart/2005/8/layout/hierarchy4"/>
    <dgm:cxn modelId="{9E6DD1C8-DA2D-4151-90FF-9E8C9FBBCC6F}" srcId="{3D52DC42-61BB-4F92-8510-E89E3FEEE721}" destId="{FB2432F2-D025-4A65-A996-8FF27AF8CE6C}" srcOrd="0" destOrd="0" parTransId="{3B8D92FB-2221-456A-A922-08995151BB57}" sibTransId="{67BDB074-6B8D-4AA6-B7D1-753C1231A11F}"/>
    <dgm:cxn modelId="{D4FCD7F4-D1E2-4EFF-BC92-BF27E151C4DD}" srcId="{E062B55A-4434-48B7-B7F9-71089C13BD6C}" destId="{3D52DC42-61BB-4F92-8510-E89E3FEEE721}" srcOrd="0" destOrd="0" parTransId="{05E4A0F2-51F5-4834-BEF8-919AE96FBE48}" sibTransId="{0E778EEA-3D43-4E08-AAD2-190460BD3593}"/>
    <dgm:cxn modelId="{0A5E3AFC-2D82-4307-A6A9-797348798CAD}" type="presOf" srcId="{E062B55A-4434-48B7-B7F9-71089C13BD6C}" destId="{8F5D4604-7275-40CA-ADCD-F90252FA4631}" srcOrd="0" destOrd="0" presId="urn:microsoft.com/office/officeart/2005/8/layout/hierarchy4"/>
    <dgm:cxn modelId="{29F7E4C3-CF1B-4C08-AC08-4E785815F459}" type="presParOf" srcId="{8F5D4604-7275-40CA-ADCD-F90252FA4631}" destId="{6AA3E1C7-3D3A-4EC6-BBB4-D884EBDCE90D}" srcOrd="0" destOrd="0" presId="urn:microsoft.com/office/officeart/2005/8/layout/hierarchy4"/>
    <dgm:cxn modelId="{4B6C9ADD-19D5-419C-8685-5C8C1C3C8F51}" type="presParOf" srcId="{6AA3E1C7-3D3A-4EC6-BBB4-D884EBDCE90D}" destId="{7E8A6003-67BB-42CE-9A1F-AF032447FB9D}" srcOrd="0" destOrd="0" presId="urn:microsoft.com/office/officeart/2005/8/layout/hierarchy4"/>
    <dgm:cxn modelId="{6DB220F7-6849-428B-B002-AF0BCDD8A47B}" type="presParOf" srcId="{6AA3E1C7-3D3A-4EC6-BBB4-D884EBDCE90D}" destId="{3F674F21-4207-46F1-AEA3-228A4869DDD3}" srcOrd="1" destOrd="0" presId="urn:microsoft.com/office/officeart/2005/8/layout/hierarchy4"/>
    <dgm:cxn modelId="{8507D2CA-3AEC-4CF9-9F98-D3AD62CDA5D8}" type="presParOf" srcId="{6AA3E1C7-3D3A-4EC6-BBB4-D884EBDCE90D}" destId="{7F70AC7A-78D9-4CBE-BB66-E9E146B1AED2}" srcOrd="2" destOrd="0" presId="urn:microsoft.com/office/officeart/2005/8/layout/hierarchy4"/>
    <dgm:cxn modelId="{CEE99215-313B-43CD-84A6-7638733B39EF}" type="presParOf" srcId="{7F70AC7A-78D9-4CBE-BB66-E9E146B1AED2}" destId="{1AB99C04-A726-4D8C-9148-6E0B6BE52CEF}" srcOrd="0" destOrd="0" presId="urn:microsoft.com/office/officeart/2005/8/layout/hierarchy4"/>
    <dgm:cxn modelId="{6747923B-669A-43BD-957B-A3210FEA36D2}" type="presParOf" srcId="{1AB99C04-A726-4D8C-9148-6E0B6BE52CEF}" destId="{72EB0BA4-E4AB-4772-B16D-171F0CE46CA3}" srcOrd="0" destOrd="0" presId="urn:microsoft.com/office/officeart/2005/8/layout/hierarchy4"/>
    <dgm:cxn modelId="{7D0E894A-C52D-4257-AF70-692FBE8ABBE5}" type="presParOf" srcId="{1AB99C04-A726-4D8C-9148-6E0B6BE52CEF}" destId="{B20CA5D6-0877-4A21-9CF8-205F18CEC885}"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3B02DD5-6A31-4A73-9B74-DF34C45107D6}" type="doc">
      <dgm:prSet loTypeId="urn:microsoft.com/office/officeart/2011/layout/TabList" loCatId="list" qsTypeId="urn:microsoft.com/office/officeart/2005/8/quickstyle/simple1" qsCatId="simple" csTypeId="urn:microsoft.com/office/officeart/2005/8/colors/accent1_2" csCatId="accent1" phldr="1"/>
      <dgm:spPr/>
      <dgm:t>
        <a:bodyPr/>
        <a:lstStyle/>
        <a:p>
          <a:endParaRPr lang="en-IN"/>
        </a:p>
      </dgm:t>
    </dgm:pt>
    <dgm:pt modelId="{5A563212-E19B-421B-B77A-9C1D7C95C470}">
      <dgm:prSet phldrT="[Text]" custT="1"/>
      <dgm:spPr/>
      <dgm:t>
        <a:bodyPr/>
        <a:lstStyle/>
        <a:p>
          <a:r>
            <a:rPr lang="en-US" sz="2400" dirty="0"/>
            <a:t>Class I </a:t>
          </a:r>
          <a:endParaRPr lang="en-IN" sz="2400" dirty="0"/>
        </a:p>
      </dgm:t>
    </dgm:pt>
    <dgm:pt modelId="{46C6226D-DF94-41C2-84F2-C917B44A0C7D}" type="parTrans" cxnId="{5E7D706E-9180-453C-921E-A636520D7DB9}">
      <dgm:prSet/>
      <dgm:spPr/>
      <dgm:t>
        <a:bodyPr/>
        <a:lstStyle/>
        <a:p>
          <a:endParaRPr lang="en-IN"/>
        </a:p>
      </dgm:t>
    </dgm:pt>
    <dgm:pt modelId="{4611FF41-1066-4213-A4E9-4FFF97B80B04}" type="sibTrans" cxnId="{5E7D706E-9180-453C-921E-A636520D7DB9}">
      <dgm:prSet/>
      <dgm:spPr/>
      <dgm:t>
        <a:bodyPr/>
        <a:lstStyle/>
        <a:p>
          <a:endParaRPr lang="en-IN"/>
        </a:p>
      </dgm:t>
    </dgm:pt>
    <dgm:pt modelId="{318C1B1F-B07B-40D7-8BE3-669F51E7B599}">
      <dgm:prSet phldrT="[Text]" custT="1"/>
      <dgm:spPr/>
      <dgm:t>
        <a:bodyPr/>
        <a:lstStyle/>
        <a:p>
          <a:r>
            <a:rPr lang="en-US" sz="2400" b="1" dirty="0"/>
            <a:t>General Controls: </a:t>
          </a:r>
          <a:endParaRPr lang="en-IN" sz="2400" b="1" dirty="0"/>
        </a:p>
      </dgm:t>
    </dgm:pt>
    <dgm:pt modelId="{33E6D494-8848-4FC9-BBA7-56830318AE91}" type="parTrans" cxnId="{CBC4449D-EA30-4513-8AEF-F39D085A8285}">
      <dgm:prSet/>
      <dgm:spPr/>
      <dgm:t>
        <a:bodyPr/>
        <a:lstStyle/>
        <a:p>
          <a:endParaRPr lang="en-IN"/>
        </a:p>
      </dgm:t>
    </dgm:pt>
    <dgm:pt modelId="{623216FB-C7EC-4367-A27E-882785465EFA}" type="sibTrans" cxnId="{CBC4449D-EA30-4513-8AEF-F39D085A8285}">
      <dgm:prSet/>
      <dgm:spPr/>
      <dgm:t>
        <a:bodyPr/>
        <a:lstStyle/>
        <a:p>
          <a:endParaRPr lang="en-IN"/>
        </a:p>
      </dgm:t>
    </dgm:pt>
    <dgm:pt modelId="{01981A4A-EAD2-453A-93B3-2B2002CB1B14}">
      <dgm:prSet phldrT="[Text]" custT="1"/>
      <dgm:spPr/>
      <dgm:t>
        <a:bodyPr/>
        <a:lstStyle/>
        <a:p>
          <a:pPr algn="just"/>
          <a:r>
            <a:rPr lang="en-US" sz="2000" dirty="0"/>
            <a:t>Manufacturers are required to perform registration, premarketing notification, record keeping, labeling, reporting of adverse experiences, and good manufacturing practices, these controls apply to all three classes.</a:t>
          </a:r>
          <a:endParaRPr lang="en-IN" sz="2000" dirty="0"/>
        </a:p>
      </dgm:t>
    </dgm:pt>
    <dgm:pt modelId="{A584DC69-4B20-41D3-AD27-5B3C86817ACF}" type="parTrans" cxnId="{0A3320EC-B852-4A86-B25E-B4C43447F01E}">
      <dgm:prSet/>
      <dgm:spPr/>
      <dgm:t>
        <a:bodyPr/>
        <a:lstStyle/>
        <a:p>
          <a:endParaRPr lang="en-IN"/>
        </a:p>
      </dgm:t>
    </dgm:pt>
    <dgm:pt modelId="{BA8F9F24-09FA-4664-A56D-5E5D98C917A6}" type="sibTrans" cxnId="{0A3320EC-B852-4A86-B25E-B4C43447F01E}">
      <dgm:prSet/>
      <dgm:spPr/>
      <dgm:t>
        <a:bodyPr/>
        <a:lstStyle/>
        <a:p>
          <a:endParaRPr lang="en-IN"/>
        </a:p>
      </dgm:t>
    </dgm:pt>
    <dgm:pt modelId="{99E3589D-2F51-4194-BE6D-8AF43264AEC3}">
      <dgm:prSet phldrT="[Text]" custT="1"/>
      <dgm:spPr/>
      <dgm:t>
        <a:bodyPr/>
        <a:lstStyle/>
        <a:p>
          <a:r>
            <a:rPr lang="en-US" sz="2400" dirty="0"/>
            <a:t>Class II </a:t>
          </a:r>
          <a:endParaRPr lang="en-IN" sz="2400" dirty="0"/>
        </a:p>
      </dgm:t>
    </dgm:pt>
    <dgm:pt modelId="{CF93F162-5C9B-4031-BE76-BA7C19B3573E}" type="parTrans" cxnId="{1E1D6E6F-0933-45B5-9A9E-B08536473F33}">
      <dgm:prSet/>
      <dgm:spPr/>
      <dgm:t>
        <a:bodyPr/>
        <a:lstStyle/>
        <a:p>
          <a:endParaRPr lang="en-IN"/>
        </a:p>
      </dgm:t>
    </dgm:pt>
    <dgm:pt modelId="{34DC6D1A-161F-4E24-860D-6AB0F7CF9879}" type="sibTrans" cxnId="{1E1D6E6F-0933-45B5-9A9E-B08536473F33}">
      <dgm:prSet/>
      <dgm:spPr/>
      <dgm:t>
        <a:bodyPr/>
        <a:lstStyle/>
        <a:p>
          <a:endParaRPr lang="en-IN"/>
        </a:p>
      </dgm:t>
    </dgm:pt>
    <dgm:pt modelId="{BC31D059-FDA7-433A-A058-163B5A5B1ED1}">
      <dgm:prSet phldrT="[Text]" custT="1"/>
      <dgm:spPr/>
      <dgm:t>
        <a:bodyPr/>
        <a:lstStyle/>
        <a:p>
          <a:r>
            <a:rPr lang="en-US" sz="2400" b="1" dirty="0"/>
            <a:t>Performance Standards: </a:t>
          </a:r>
          <a:endParaRPr lang="en-IN" sz="2400" b="1" dirty="0"/>
        </a:p>
      </dgm:t>
    </dgm:pt>
    <dgm:pt modelId="{8E39C79D-16F5-4A19-9DA9-91E6FC51F1AD}" type="parTrans" cxnId="{BC9650AE-A65B-4CAA-BF40-D500B4567818}">
      <dgm:prSet/>
      <dgm:spPr/>
      <dgm:t>
        <a:bodyPr/>
        <a:lstStyle/>
        <a:p>
          <a:endParaRPr lang="en-IN"/>
        </a:p>
      </dgm:t>
    </dgm:pt>
    <dgm:pt modelId="{846D8B76-564E-49D2-BCCA-1B8D3FC33E83}" type="sibTrans" cxnId="{BC9650AE-A65B-4CAA-BF40-D500B4567818}">
      <dgm:prSet/>
      <dgm:spPr/>
      <dgm:t>
        <a:bodyPr/>
        <a:lstStyle/>
        <a:p>
          <a:endParaRPr lang="en-IN"/>
        </a:p>
      </dgm:t>
    </dgm:pt>
    <dgm:pt modelId="{E2F465DD-209B-4FBA-82A9-F638B642637E}">
      <dgm:prSet phldrT="[Text]" custT="1"/>
      <dgm:spPr/>
      <dgm:t>
        <a:bodyPr/>
        <a:lstStyle/>
        <a:p>
          <a:pPr algn="just"/>
          <a:r>
            <a:rPr lang="en-US" sz="2000" dirty="0"/>
            <a:t>Apply to devices for reasonable assurance of safety and efficacy, and for which existing information is sufficient to establish a performance standard. </a:t>
          </a:r>
          <a:endParaRPr lang="en-IN" sz="2000" dirty="0"/>
        </a:p>
      </dgm:t>
    </dgm:pt>
    <dgm:pt modelId="{225C64A9-0158-49AF-BB1E-0BD60346DD04}" type="parTrans" cxnId="{5CB02B72-1D53-4CA7-8F1E-19F5CD35BAFB}">
      <dgm:prSet/>
      <dgm:spPr/>
      <dgm:t>
        <a:bodyPr/>
        <a:lstStyle/>
        <a:p>
          <a:endParaRPr lang="en-IN"/>
        </a:p>
      </dgm:t>
    </dgm:pt>
    <dgm:pt modelId="{D6C09118-3BF1-49F3-A347-A1B894CDEC27}" type="sibTrans" cxnId="{5CB02B72-1D53-4CA7-8F1E-19F5CD35BAFB}">
      <dgm:prSet/>
      <dgm:spPr/>
      <dgm:t>
        <a:bodyPr/>
        <a:lstStyle/>
        <a:p>
          <a:endParaRPr lang="en-IN"/>
        </a:p>
      </dgm:t>
    </dgm:pt>
    <dgm:pt modelId="{6D95A3D0-4F55-4041-ADD1-D80CA89B242C}">
      <dgm:prSet phldrT="[Text]" custT="1"/>
      <dgm:spPr/>
      <dgm:t>
        <a:bodyPr/>
        <a:lstStyle/>
        <a:p>
          <a:r>
            <a:rPr lang="en-US" sz="2400" dirty="0"/>
            <a:t>Class III </a:t>
          </a:r>
          <a:endParaRPr lang="en-IN" sz="2400" dirty="0"/>
        </a:p>
      </dgm:t>
    </dgm:pt>
    <dgm:pt modelId="{65A94F76-3F81-4118-96A5-58F365CEB14A}" type="parTrans" cxnId="{6014061A-8C9B-4A31-AE7F-EA94FA1AAD96}">
      <dgm:prSet/>
      <dgm:spPr/>
      <dgm:t>
        <a:bodyPr/>
        <a:lstStyle/>
        <a:p>
          <a:endParaRPr lang="en-IN"/>
        </a:p>
      </dgm:t>
    </dgm:pt>
    <dgm:pt modelId="{BAFFDBAA-E4E8-47E0-9165-6B38DA2A4CDD}" type="sibTrans" cxnId="{6014061A-8C9B-4A31-AE7F-EA94FA1AAD96}">
      <dgm:prSet/>
      <dgm:spPr/>
      <dgm:t>
        <a:bodyPr/>
        <a:lstStyle/>
        <a:p>
          <a:endParaRPr lang="en-IN"/>
        </a:p>
      </dgm:t>
    </dgm:pt>
    <dgm:pt modelId="{93AED9C8-D5F4-48C0-BE6E-2718BCBD3164}">
      <dgm:prSet phldrT="[Text]" custT="1"/>
      <dgm:spPr/>
      <dgm:t>
        <a:bodyPr/>
        <a:lstStyle/>
        <a:p>
          <a:r>
            <a:rPr lang="en-US" sz="2400" b="1" dirty="0"/>
            <a:t>Premarketing Approval: </a:t>
          </a:r>
          <a:endParaRPr lang="en-IN" sz="2400" b="1" dirty="0"/>
        </a:p>
      </dgm:t>
    </dgm:pt>
    <dgm:pt modelId="{F34D12D0-BBEB-4114-AA0F-A2E85E1D986F}" type="parTrans" cxnId="{B8C73D0D-F74C-4419-BC8C-84ED92B2DBF6}">
      <dgm:prSet/>
      <dgm:spPr/>
      <dgm:t>
        <a:bodyPr/>
        <a:lstStyle/>
        <a:p>
          <a:endParaRPr lang="en-IN"/>
        </a:p>
      </dgm:t>
    </dgm:pt>
    <dgm:pt modelId="{505A8E3B-30BE-485A-A555-BFF935485C33}" type="sibTrans" cxnId="{B8C73D0D-F74C-4419-BC8C-84ED92B2DBF6}">
      <dgm:prSet/>
      <dgm:spPr/>
      <dgm:t>
        <a:bodyPr/>
        <a:lstStyle/>
        <a:p>
          <a:endParaRPr lang="en-IN"/>
        </a:p>
      </dgm:t>
    </dgm:pt>
    <dgm:pt modelId="{0CC6EC27-A2EF-4001-AF11-72DA1DF3DAAE}">
      <dgm:prSet phldrT="[Text]" custT="1"/>
      <dgm:spPr/>
      <dgm:t>
        <a:bodyPr/>
        <a:lstStyle/>
        <a:p>
          <a:pPr algn="just"/>
          <a:r>
            <a:rPr lang="en-US" sz="2000" dirty="0"/>
            <a:t>Such approval is required for devices used in supporting or sustaining human life and preventing impairment of human health</a:t>
          </a:r>
          <a:endParaRPr lang="en-IN" sz="2000" dirty="0"/>
        </a:p>
      </dgm:t>
    </dgm:pt>
    <dgm:pt modelId="{BC1DFAAB-1ADF-4717-B630-B60CABB207E3}" type="parTrans" cxnId="{4504C34F-62F2-4C63-8845-43AB5A500D30}">
      <dgm:prSet/>
      <dgm:spPr/>
      <dgm:t>
        <a:bodyPr/>
        <a:lstStyle/>
        <a:p>
          <a:endParaRPr lang="en-IN"/>
        </a:p>
      </dgm:t>
    </dgm:pt>
    <dgm:pt modelId="{C3CE640C-05F7-4F04-82D3-2246C21A0D72}" type="sibTrans" cxnId="{4504C34F-62F2-4C63-8845-43AB5A500D30}">
      <dgm:prSet/>
      <dgm:spPr/>
      <dgm:t>
        <a:bodyPr/>
        <a:lstStyle/>
        <a:p>
          <a:endParaRPr lang="en-IN"/>
        </a:p>
      </dgm:t>
    </dgm:pt>
    <dgm:pt modelId="{72A34B15-BC9E-4FDA-9467-97E0C85E50C1}">
      <dgm:prSet phldrT="[Text]" custT="1"/>
      <dgm:spPr/>
      <dgm:t>
        <a:bodyPr/>
        <a:lstStyle/>
        <a:p>
          <a:pPr algn="just"/>
          <a:r>
            <a:rPr lang="en-US" sz="2000" dirty="0"/>
            <a:t>However, until performance standards are developed by regulation, only general control apply.</a:t>
          </a:r>
          <a:endParaRPr lang="en-IN" sz="2000" dirty="0"/>
        </a:p>
      </dgm:t>
    </dgm:pt>
    <dgm:pt modelId="{BB32CAEC-7745-4756-9219-357A2BB7B3D6}" type="parTrans" cxnId="{9E6D561A-4CC0-43B1-82A8-2B56173542B6}">
      <dgm:prSet/>
      <dgm:spPr/>
      <dgm:t>
        <a:bodyPr/>
        <a:lstStyle/>
        <a:p>
          <a:endParaRPr lang="en-IN"/>
        </a:p>
      </dgm:t>
    </dgm:pt>
    <dgm:pt modelId="{5A41C772-294B-4BF9-8661-459E8460C41E}" type="sibTrans" cxnId="{9E6D561A-4CC0-43B1-82A8-2B56173542B6}">
      <dgm:prSet/>
      <dgm:spPr/>
      <dgm:t>
        <a:bodyPr/>
        <a:lstStyle/>
        <a:p>
          <a:endParaRPr lang="en-IN"/>
        </a:p>
      </dgm:t>
    </dgm:pt>
    <dgm:pt modelId="{829F834E-0727-44C5-98D8-39753179A6D4}">
      <dgm:prSet phldrT="[Text]" custT="1"/>
      <dgm:spPr/>
      <dgm:t>
        <a:bodyPr/>
        <a:lstStyle/>
        <a:p>
          <a:pPr algn="just"/>
          <a:r>
            <a:rPr lang="en-US" sz="2200" dirty="0"/>
            <a:t>The FDA has extensively regulated these devices by requiring manufactures to prove their safety and effectiveness prior to market release. </a:t>
          </a:r>
          <a:endParaRPr lang="en-IN" sz="2200" dirty="0"/>
        </a:p>
      </dgm:t>
    </dgm:pt>
    <dgm:pt modelId="{FBA042E9-51AC-4888-A2DA-3320F51D4FA1}" type="parTrans" cxnId="{4F88BDC8-0CDF-4151-9B27-772D0C50C065}">
      <dgm:prSet/>
      <dgm:spPr/>
      <dgm:t>
        <a:bodyPr/>
        <a:lstStyle/>
        <a:p>
          <a:endParaRPr lang="en-IN"/>
        </a:p>
      </dgm:t>
    </dgm:pt>
    <dgm:pt modelId="{7C4C9494-16CD-4596-AAE5-1E68AF39DB02}" type="sibTrans" cxnId="{4F88BDC8-0CDF-4151-9B27-772D0C50C065}">
      <dgm:prSet/>
      <dgm:spPr/>
      <dgm:t>
        <a:bodyPr/>
        <a:lstStyle/>
        <a:p>
          <a:endParaRPr lang="en-IN"/>
        </a:p>
      </dgm:t>
    </dgm:pt>
    <dgm:pt modelId="{FAF5A00F-1225-4F82-9157-5932E81A1995}" type="pres">
      <dgm:prSet presAssocID="{33B02DD5-6A31-4A73-9B74-DF34C45107D6}" presName="Name0" presStyleCnt="0">
        <dgm:presLayoutVars>
          <dgm:chMax/>
          <dgm:chPref val="3"/>
          <dgm:dir/>
          <dgm:animOne val="branch"/>
          <dgm:animLvl val="lvl"/>
        </dgm:presLayoutVars>
      </dgm:prSet>
      <dgm:spPr/>
    </dgm:pt>
    <dgm:pt modelId="{E7FD41D6-B78A-4CE7-8C12-ED80EBC2C092}" type="pres">
      <dgm:prSet presAssocID="{5A563212-E19B-421B-B77A-9C1D7C95C470}" presName="composite" presStyleCnt="0"/>
      <dgm:spPr/>
    </dgm:pt>
    <dgm:pt modelId="{635F5AFD-978D-48D1-87BC-9DAC94272D67}" type="pres">
      <dgm:prSet presAssocID="{5A563212-E19B-421B-B77A-9C1D7C95C470}" presName="FirstChild" presStyleLbl="revTx" presStyleIdx="0" presStyleCnt="7">
        <dgm:presLayoutVars>
          <dgm:chMax val="0"/>
          <dgm:chPref val="0"/>
          <dgm:bulletEnabled val="1"/>
        </dgm:presLayoutVars>
      </dgm:prSet>
      <dgm:spPr/>
    </dgm:pt>
    <dgm:pt modelId="{5EBF5B3A-1F0C-4BE1-BBA3-7D0400D05205}" type="pres">
      <dgm:prSet presAssocID="{5A563212-E19B-421B-B77A-9C1D7C95C470}" presName="Parent" presStyleLbl="alignNode1" presStyleIdx="0" presStyleCnt="4">
        <dgm:presLayoutVars>
          <dgm:chMax val="3"/>
          <dgm:chPref val="3"/>
          <dgm:bulletEnabled val="1"/>
        </dgm:presLayoutVars>
      </dgm:prSet>
      <dgm:spPr/>
    </dgm:pt>
    <dgm:pt modelId="{0B3EB9A0-2FA5-45E5-B45B-BBCD91C12F8A}" type="pres">
      <dgm:prSet presAssocID="{5A563212-E19B-421B-B77A-9C1D7C95C470}" presName="Accent" presStyleLbl="parChTrans1D1" presStyleIdx="0" presStyleCnt="4"/>
      <dgm:spPr/>
    </dgm:pt>
    <dgm:pt modelId="{7989ED2B-4FA1-4FCE-BBED-0409944BA8DD}" type="pres">
      <dgm:prSet presAssocID="{5A563212-E19B-421B-B77A-9C1D7C95C470}" presName="Child" presStyleLbl="revTx" presStyleIdx="1" presStyleCnt="7" custLinFactY="3176" custLinFactNeighborY="100000">
        <dgm:presLayoutVars>
          <dgm:chMax val="0"/>
          <dgm:chPref val="0"/>
          <dgm:bulletEnabled val="1"/>
        </dgm:presLayoutVars>
      </dgm:prSet>
      <dgm:spPr/>
    </dgm:pt>
    <dgm:pt modelId="{90E7B452-8CE4-453A-9720-D6E1FF2C8C0E}" type="pres">
      <dgm:prSet presAssocID="{4611FF41-1066-4213-A4E9-4FFF97B80B04}" presName="sibTrans" presStyleCnt="0"/>
      <dgm:spPr/>
    </dgm:pt>
    <dgm:pt modelId="{7ED93B0D-4105-4BF0-98F4-9B1FF032425D}" type="pres">
      <dgm:prSet presAssocID="{99E3589D-2F51-4194-BE6D-8AF43264AEC3}" presName="composite" presStyleCnt="0"/>
      <dgm:spPr/>
    </dgm:pt>
    <dgm:pt modelId="{2165CCE0-48BD-4820-A704-28B1FC504E29}" type="pres">
      <dgm:prSet presAssocID="{99E3589D-2F51-4194-BE6D-8AF43264AEC3}" presName="FirstChild" presStyleLbl="revTx" presStyleIdx="2" presStyleCnt="7">
        <dgm:presLayoutVars>
          <dgm:chMax val="0"/>
          <dgm:chPref val="0"/>
          <dgm:bulletEnabled val="1"/>
        </dgm:presLayoutVars>
      </dgm:prSet>
      <dgm:spPr/>
    </dgm:pt>
    <dgm:pt modelId="{A83EDFF8-7352-4455-B70E-3C238A69CB1F}" type="pres">
      <dgm:prSet presAssocID="{99E3589D-2F51-4194-BE6D-8AF43264AEC3}" presName="Parent" presStyleLbl="alignNode1" presStyleIdx="1" presStyleCnt="4">
        <dgm:presLayoutVars>
          <dgm:chMax val="3"/>
          <dgm:chPref val="3"/>
          <dgm:bulletEnabled val="1"/>
        </dgm:presLayoutVars>
      </dgm:prSet>
      <dgm:spPr/>
    </dgm:pt>
    <dgm:pt modelId="{4A8F6247-2710-4203-9FC4-42C860DB42D3}" type="pres">
      <dgm:prSet presAssocID="{99E3589D-2F51-4194-BE6D-8AF43264AEC3}" presName="Accent" presStyleLbl="parChTrans1D1" presStyleIdx="1" presStyleCnt="4"/>
      <dgm:spPr/>
    </dgm:pt>
    <dgm:pt modelId="{11573F93-BFBF-49AD-9CF0-3D73D23B8334}" type="pres">
      <dgm:prSet presAssocID="{99E3589D-2F51-4194-BE6D-8AF43264AEC3}" presName="Child" presStyleLbl="revTx" presStyleIdx="3" presStyleCnt="7" custScaleY="117499">
        <dgm:presLayoutVars>
          <dgm:chMax val="0"/>
          <dgm:chPref val="0"/>
          <dgm:bulletEnabled val="1"/>
        </dgm:presLayoutVars>
      </dgm:prSet>
      <dgm:spPr/>
    </dgm:pt>
    <dgm:pt modelId="{76A8ECDC-F082-4835-AC10-619C1C81DD24}" type="pres">
      <dgm:prSet presAssocID="{34DC6D1A-161F-4E24-860D-6AB0F7CF9879}" presName="sibTrans" presStyleCnt="0"/>
      <dgm:spPr/>
    </dgm:pt>
    <dgm:pt modelId="{2C06BEF9-3F0A-45BA-92EB-A9A28FBD9960}" type="pres">
      <dgm:prSet presAssocID="{6D95A3D0-4F55-4041-ADD1-D80CA89B242C}" presName="composite" presStyleCnt="0"/>
      <dgm:spPr/>
    </dgm:pt>
    <dgm:pt modelId="{3AFAD955-6C84-44BA-BFFA-FB3F21D9B8AD}" type="pres">
      <dgm:prSet presAssocID="{6D95A3D0-4F55-4041-ADD1-D80CA89B242C}" presName="FirstChild" presStyleLbl="revTx" presStyleIdx="4" presStyleCnt="7">
        <dgm:presLayoutVars>
          <dgm:chMax val="0"/>
          <dgm:chPref val="0"/>
          <dgm:bulletEnabled val="1"/>
        </dgm:presLayoutVars>
      </dgm:prSet>
      <dgm:spPr/>
    </dgm:pt>
    <dgm:pt modelId="{B919640F-0B48-4DDF-8254-D4A8EDC16923}" type="pres">
      <dgm:prSet presAssocID="{6D95A3D0-4F55-4041-ADD1-D80CA89B242C}" presName="Parent" presStyleLbl="alignNode1" presStyleIdx="2" presStyleCnt="4">
        <dgm:presLayoutVars>
          <dgm:chMax val="3"/>
          <dgm:chPref val="3"/>
          <dgm:bulletEnabled val="1"/>
        </dgm:presLayoutVars>
      </dgm:prSet>
      <dgm:spPr/>
    </dgm:pt>
    <dgm:pt modelId="{597B209A-6DA4-4B1E-A0CE-25105BC56CDF}" type="pres">
      <dgm:prSet presAssocID="{6D95A3D0-4F55-4041-ADD1-D80CA89B242C}" presName="Accent" presStyleLbl="parChTrans1D1" presStyleIdx="2" presStyleCnt="4"/>
      <dgm:spPr/>
    </dgm:pt>
    <dgm:pt modelId="{6D72E6B7-BA24-4DF4-B6C4-84D60AFAB7FD}" type="pres">
      <dgm:prSet presAssocID="{6D95A3D0-4F55-4041-ADD1-D80CA89B242C}" presName="Child" presStyleLbl="revTx" presStyleIdx="5" presStyleCnt="7" custScaleY="81050">
        <dgm:presLayoutVars>
          <dgm:chMax val="0"/>
          <dgm:chPref val="0"/>
          <dgm:bulletEnabled val="1"/>
        </dgm:presLayoutVars>
      </dgm:prSet>
      <dgm:spPr/>
    </dgm:pt>
    <dgm:pt modelId="{DD9085AA-7BE0-49E0-8BD5-059C614B1B03}" type="pres">
      <dgm:prSet presAssocID="{BAFFDBAA-E4E8-47E0-9165-6B38DA2A4CDD}" presName="sibTrans" presStyleCnt="0"/>
      <dgm:spPr/>
    </dgm:pt>
    <dgm:pt modelId="{22F6CE3B-DBB2-46C5-B930-B5E611758DFF}" type="pres">
      <dgm:prSet presAssocID="{829F834E-0727-44C5-98D8-39753179A6D4}" presName="composite" presStyleCnt="0"/>
      <dgm:spPr/>
    </dgm:pt>
    <dgm:pt modelId="{A46ACAF8-DD98-4F5F-9677-674F4C39A95A}" type="pres">
      <dgm:prSet presAssocID="{829F834E-0727-44C5-98D8-39753179A6D4}" presName="FirstChild" presStyleLbl="revTx" presStyleIdx="6" presStyleCnt="7" custLinFactNeighborX="-25188" custLinFactNeighborY="5688">
        <dgm:presLayoutVars>
          <dgm:chMax val="0"/>
          <dgm:chPref val="0"/>
          <dgm:bulletEnabled val="1"/>
        </dgm:presLayoutVars>
      </dgm:prSet>
      <dgm:spPr/>
    </dgm:pt>
    <dgm:pt modelId="{92544C21-E4D2-4137-9226-28A1F476DBE0}" type="pres">
      <dgm:prSet presAssocID="{829F834E-0727-44C5-98D8-39753179A6D4}" presName="Parent" presStyleLbl="alignNode1" presStyleIdx="3" presStyleCnt="4" custScaleX="384615" custScaleY="176115" custLinFactNeighborX="71533">
        <dgm:presLayoutVars>
          <dgm:chMax val="3"/>
          <dgm:chPref val="3"/>
          <dgm:bulletEnabled val="1"/>
        </dgm:presLayoutVars>
      </dgm:prSet>
      <dgm:spPr/>
    </dgm:pt>
    <dgm:pt modelId="{31A8E3D4-4116-4DCB-9D8B-91E90AEA0D5A}" type="pres">
      <dgm:prSet presAssocID="{829F834E-0727-44C5-98D8-39753179A6D4}" presName="Accent" presStyleLbl="parChTrans1D1" presStyleIdx="3" presStyleCnt="4" custLinFactY="116979" custLinFactNeighborX="-18500" custLinFactNeighborY="200000"/>
      <dgm:spPr/>
    </dgm:pt>
  </dgm:ptLst>
  <dgm:cxnLst>
    <dgm:cxn modelId="{B8C73D0D-F74C-4419-BC8C-84ED92B2DBF6}" srcId="{6D95A3D0-4F55-4041-ADD1-D80CA89B242C}" destId="{93AED9C8-D5F4-48C0-BE6E-2718BCBD3164}" srcOrd="0" destOrd="0" parTransId="{F34D12D0-BBEB-4114-AA0F-A2E85E1D986F}" sibTransId="{505A8E3B-30BE-485A-A555-BFF935485C33}"/>
    <dgm:cxn modelId="{6014061A-8C9B-4A31-AE7F-EA94FA1AAD96}" srcId="{33B02DD5-6A31-4A73-9B74-DF34C45107D6}" destId="{6D95A3D0-4F55-4041-ADD1-D80CA89B242C}" srcOrd="2" destOrd="0" parTransId="{65A94F76-3F81-4118-96A5-58F365CEB14A}" sibTransId="{BAFFDBAA-E4E8-47E0-9165-6B38DA2A4CDD}"/>
    <dgm:cxn modelId="{9E6D561A-4CC0-43B1-82A8-2B56173542B6}" srcId="{99E3589D-2F51-4194-BE6D-8AF43264AEC3}" destId="{72A34B15-BC9E-4FDA-9467-97E0C85E50C1}" srcOrd="2" destOrd="0" parTransId="{BB32CAEC-7745-4756-9219-357A2BB7B3D6}" sibTransId="{5A41C772-294B-4BF9-8661-459E8460C41E}"/>
    <dgm:cxn modelId="{41DB2E2B-4396-4779-B963-EBD2F24E2240}" type="presOf" srcId="{01981A4A-EAD2-453A-93B3-2B2002CB1B14}" destId="{7989ED2B-4FA1-4FCE-BBED-0409944BA8DD}" srcOrd="0" destOrd="0" presId="urn:microsoft.com/office/officeart/2011/layout/TabList"/>
    <dgm:cxn modelId="{165EBA68-F8CC-4E0F-967F-EA6333CD8AEC}" type="presOf" srcId="{BC31D059-FDA7-433A-A058-163B5A5B1ED1}" destId="{2165CCE0-48BD-4820-A704-28B1FC504E29}" srcOrd="0" destOrd="0" presId="urn:microsoft.com/office/officeart/2011/layout/TabList"/>
    <dgm:cxn modelId="{5E7D706E-9180-453C-921E-A636520D7DB9}" srcId="{33B02DD5-6A31-4A73-9B74-DF34C45107D6}" destId="{5A563212-E19B-421B-B77A-9C1D7C95C470}" srcOrd="0" destOrd="0" parTransId="{46C6226D-DF94-41C2-84F2-C917B44A0C7D}" sibTransId="{4611FF41-1066-4213-A4E9-4FFF97B80B04}"/>
    <dgm:cxn modelId="{1E1D6E6F-0933-45B5-9A9E-B08536473F33}" srcId="{33B02DD5-6A31-4A73-9B74-DF34C45107D6}" destId="{99E3589D-2F51-4194-BE6D-8AF43264AEC3}" srcOrd="1" destOrd="0" parTransId="{CF93F162-5C9B-4031-BE76-BA7C19B3573E}" sibTransId="{34DC6D1A-161F-4E24-860D-6AB0F7CF9879}"/>
    <dgm:cxn modelId="{4504C34F-62F2-4C63-8845-43AB5A500D30}" srcId="{6D95A3D0-4F55-4041-ADD1-D80CA89B242C}" destId="{0CC6EC27-A2EF-4001-AF11-72DA1DF3DAAE}" srcOrd="1" destOrd="0" parTransId="{BC1DFAAB-1ADF-4717-B630-B60CABB207E3}" sibTransId="{C3CE640C-05F7-4F04-82D3-2246C21A0D72}"/>
    <dgm:cxn modelId="{5CB02B72-1D53-4CA7-8F1E-19F5CD35BAFB}" srcId="{99E3589D-2F51-4194-BE6D-8AF43264AEC3}" destId="{E2F465DD-209B-4FBA-82A9-F638B642637E}" srcOrd="1" destOrd="0" parTransId="{225C64A9-0158-49AF-BB1E-0BD60346DD04}" sibTransId="{D6C09118-3BF1-49F3-A347-A1B894CDEC27}"/>
    <dgm:cxn modelId="{C1648A73-12A6-464A-ADDD-AE0A561F3E6E}" type="presOf" srcId="{6D95A3D0-4F55-4041-ADD1-D80CA89B242C}" destId="{B919640F-0B48-4DDF-8254-D4A8EDC16923}" srcOrd="0" destOrd="0" presId="urn:microsoft.com/office/officeart/2011/layout/TabList"/>
    <dgm:cxn modelId="{DD88BA53-96F6-4D53-93BE-F74B22D53A0B}" type="presOf" srcId="{829F834E-0727-44C5-98D8-39753179A6D4}" destId="{92544C21-E4D2-4137-9226-28A1F476DBE0}" srcOrd="0" destOrd="0" presId="urn:microsoft.com/office/officeart/2011/layout/TabList"/>
    <dgm:cxn modelId="{28BFD480-9E45-479D-BAB8-0E647D51EF4B}" type="presOf" srcId="{72A34B15-BC9E-4FDA-9467-97E0C85E50C1}" destId="{11573F93-BFBF-49AD-9CF0-3D73D23B8334}" srcOrd="0" destOrd="1" presId="urn:microsoft.com/office/officeart/2011/layout/TabList"/>
    <dgm:cxn modelId="{E5E9AA82-B4DC-449C-A004-CCD33A55FEE7}" type="presOf" srcId="{99E3589D-2F51-4194-BE6D-8AF43264AEC3}" destId="{A83EDFF8-7352-4455-B70E-3C238A69CB1F}" srcOrd="0" destOrd="0" presId="urn:microsoft.com/office/officeart/2011/layout/TabList"/>
    <dgm:cxn modelId="{06022184-5AB1-450B-9474-99C2924F4959}" type="presOf" srcId="{5A563212-E19B-421B-B77A-9C1D7C95C470}" destId="{5EBF5B3A-1F0C-4BE1-BBA3-7D0400D05205}" srcOrd="0" destOrd="0" presId="urn:microsoft.com/office/officeart/2011/layout/TabList"/>
    <dgm:cxn modelId="{CBC4449D-EA30-4513-8AEF-F39D085A8285}" srcId="{5A563212-E19B-421B-B77A-9C1D7C95C470}" destId="{318C1B1F-B07B-40D7-8BE3-669F51E7B599}" srcOrd="0" destOrd="0" parTransId="{33E6D494-8848-4FC9-BBA7-56830318AE91}" sibTransId="{623216FB-C7EC-4367-A27E-882785465EFA}"/>
    <dgm:cxn modelId="{BC9650AE-A65B-4CAA-BF40-D500B4567818}" srcId="{99E3589D-2F51-4194-BE6D-8AF43264AEC3}" destId="{BC31D059-FDA7-433A-A058-163B5A5B1ED1}" srcOrd="0" destOrd="0" parTransId="{8E39C79D-16F5-4A19-9DA9-91E6FC51F1AD}" sibTransId="{846D8B76-564E-49D2-BCCA-1B8D3FC33E83}"/>
    <dgm:cxn modelId="{4F88BDC8-0CDF-4151-9B27-772D0C50C065}" srcId="{33B02DD5-6A31-4A73-9B74-DF34C45107D6}" destId="{829F834E-0727-44C5-98D8-39753179A6D4}" srcOrd="3" destOrd="0" parTransId="{FBA042E9-51AC-4888-A2DA-3320F51D4FA1}" sibTransId="{7C4C9494-16CD-4596-AAE5-1E68AF39DB02}"/>
    <dgm:cxn modelId="{C4E043D1-281F-4FED-8659-3DAD50CDD504}" type="presOf" srcId="{0CC6EC27-A2EF-4001-AF11-72DA1DF3DAAE}" destId="{6D72E6B7-BA24-4DF4-B6C4-84D60AFAB7FD}" srcOrd="0" destOrd="0" presId="urn:microsoft.com/office/officeart/2011/layout/TabList"/>
    <dgm:cxn modelId="{04EE10D6-81C5-450D-8C0E-67598AB83CAE}" type="presOf" srcId="{E2F465DD-209B-4FBA-82A9-F638B642637E}" destId="{11573F93-BFBF-49AD-9CF0-3D73D23B8334}" srcOrd="0" destOrd="0" presId="urn:microsoft.com/office/officeart/2011/layout/TabList"/>
    <dgm:cxn modelId="{1F3FCDE8-B5E8-4DD5-B0F8-B04EE4F74C7E}" type="presOf" srcId="{93AED9C8-D5F4-48C0-BE6E-2718BCBD3164}" destId="{3AFAD955-6C84-44BA-BFFA-FB3F21D9B8AD}" srcOrd="0" destOrd="0" presId="urn:microsoft.com/office/officeart/2011/layout/TabList"/>
    <dgm:cxn modelId="{226446E9-3A90-4B4A-A738-E885A1500979}" type="presOf" srcId="{318C1B1F-B07B-40D7-8BE3-669F51E7B599}" destId="{635F5AFD-978D-48D1-87BC-9DAC94272D67}" srcOrd="0" destOrd="0" presId="urn:microsoft.com/office/officeart/2011/layout/TabList"/>
    <dgm:cxn modelId="{0A3320EC-B852-4A86-B25E-B4C43447F01E}" srcId="{5A563212-E19B-421B-B77A-9C1D7C95C470}" destId="{01981A4A-EAD2-453A-93B3-2B2002CB1B14}" srcOrd="1" destOrd="0" parTransId="{A584DC69-4B20-41D3-AD27-5B3C86817ACF}" sibTransId="{BA8F9F24-09FA-4664-A56D-5E5D98C917A6}"/>
    <dgm:cxn modelId="{42311AF7-1168-466E-9191-51B7C95ADF15}" type="presOf" srcId="{33B02DD5-6A31-4A73-9B74-DF34C45107D6}" destId="{FAF5A00F-1225-4F82-9157-5932E81A1995}" srcOrd="0" destOrd="0" presId="urn:microsoft.com/office/officeart/2011/layout/TabList"/>
    <dgm:cxn modelId="{B92F1B72-5739-4839-81E0-79BD23B2D2A0}" type="presParOf" srcId="{FAF5A00F-1225-4F82-9157-5932E81A1995}" destId="{E7FD41D6-B78A-4CE7-8C12-ED80EBC2C092}" srcOrd="0" destOrd="0" presId="urn:microsoft.com/office/officeart/2011/layout/TabList"/>
    <dgm:cxn modelId="{3861989E-8F12-47B1-A921-5C7CB0624940}" type="presParOf" srcId="{E7FD41D6-B78A-4CE7-8C12-ED80EBC2C092}" destId="{635F5AFD-978D-48D1-87BC-9DAC94272D67}" srcOrd="0" destOrd="0" presId="urn:microsoft.com/office/officeart/2011/layout/TabList"/>
    <dgm:cxn modelId="{48D10AA7-2A37-4FC4-918A-CE172C1F8F0B}" type="presParOf" srcId="{E7FD41D6-B78A-4CE7-8C12-ED80EBC2C092}" destId="{5EBF5B3A-1F0C-4BE1-BBA3-7D0400D05205}" srcOrd="1" destOrd="0" presId="urn:microsoft.com/office/officeart/2011/layout/TabList"/>
    <dgm:cxn modelId="{EE1837CF-BBD6-43E0-840F-AC0746AD1FC5}" type="presParOf" srcId="{E7FD41D6-B78A-4CE7-8C12-ED80EBC2C092}" destId="{0B3EB9A0-2FA5-45E5-B45B-BBCD91C12F8A}" srcOrd="2" destOrd="0" presId="urn:microsoft.com/office/officeart/2011/layout/TabList"/>
    <dgm:cxn modelId="{FEBCC46F-BC61-427F-A6A2-CDAD9CB2279C}" type="presParOf" srcId="{FAF5A00F-1225-4F82-9157-5932E81A1995}" destId="{7989ED2B-4FA1-4FCE-BBED-0409944BA8DD}" srcOrd="1" destOrd="0" presId="urn:microsoft.com/office/officeart/2011/layout/TabList"/>
    <dgm:cxn modelId="{95913043-52C1-43EF-8350-84B21366936B}" type="presParOf" srcId="{FAF5A00F-1225-4F82-9157-5932E81A1995}" destId="{90E7B452-8CE4-453A-9720-D6E1FF2C8C0E}" srcOrd="2" destOrd="0" presId="urn:microsoft.com/office/officeart/2011/layout/TabList"/>
    <dgm:cxn modelId="{F4D12883-FD10-46DD-B935-BE60C1266A0E}" type="presParOf" srcId="{FAF5A00F-1225-4F82-9157-5932E81A1995}" destId="{7ED93B0D-4105-4BF0-98F4-9B1FF032425D}" srcOrd="3" destOrd="0" presId="urn:microsoft.com/office/officeart/2011/layout/TabList"/>
    <dgm:cxn modelId="{A418EB35-DF99-4400-AED0-719D1CF9D9AB}" type="presParOf" srcId="{7ED93B0D-4105-4BF0-98F4-9B1FF032425D}" destId="{2165CCE0-48BD-4820-A704-28B1FC504E29}" srcOrd="0" destOrd="0" presId="urn:microsoft.com/office/officeart/2011/layout/TabList"/>
    <dgm:cxn modelId="{858E24DA-DFE4-4D4B-85F2-DD02640DB1C3}" type="presParOf" srcId="{7ED93B0D-4105-4BF0-98F4-9B1FF032425D}" destId="{A83EDFF8-7352-4455-B70E-3C238A69CB1F}" srcOrd="1" destOrd="0" presId="urn:microsoft.com/office/officeart/2011/layout/TabList"/>
    <dgm:cxn modelId="{704FD2E4-ECCD-42B6-92B7-9A7A054CFC5C}" type="presParOf" srcId="{7ED93B0D-4105-4BF0-98F4-9B1FF032425D}" destId="{4A8F6247-2710-4203-9FC4-42C860DB42D3}" srcOrd="2" destOrd="0" presId="urn:microsoft.com/office/officeart/2011/layout/TabList"/>
    <dgm:cxn modelId="{930B3C16-019D-4C4A-B1A4-D552358CF34E}" type="presParOf" srcId="{FAF5A00F-1225-4F82-9157-5932E81A1995}" destId="{11573F93-BFBF-49AD-9CF0-3D73D23B8334}" srcOrd="4" destOrd="0" presId="urn:microsoft.com/office/officeart/2011/layout/TabList"/>
    <dgm:cxn modelId="{08709D1B-4B78-46DF-B92D-ED8B44EF9994}" type="presParOf" srcId="{FAF5A00F-1225-4F82-9157-5932E81A1995}" destId="{76A8ECDC-F082-4835-AC10-619C1C81DD24}" srcOrd="5" destOrd="0" presId="urn:microsoft.com/office/officeart/2011/layout/TabList"/>
    <dgm:cxn modelId="{7AB97D3D-5B16-4C7B-9510-77F02CF1F859}" type="presParOf" srcId="{FAF5A00F-1225-4F82-9157-5932E81A1995}" destId="{2C06BEF9-3F0A-45BA-92EB-A9A28FBD9960}" srcOrd="6" destOrd="0" presId="urn:microsoft.com/office/officeart/2011/layout/TabList"/>
    <dgm:cxn modelId="{5BE4A999-587A-4D90-86EF-4A1E49E4F503}" type="presParOf" srcId="{2C06BEF9-3F0A-45BA-92EB-A9A28FBD9960}" destId="{3AFAD955-6C84-44BA-BFFA-FB3F21D9B8AD}" srcOrd="0" destOrd="0" presId="urn:microsoft.com/office/officeart/2011/layout/TabList"/>
    <dgm:cxn modelId="{9C5ECF10-BE85-4BF5-8BEA-A7FC398269B1}" type="presParOf" srcId="{2C06BEF9-3F0A-45BA-92EB-A9A28FBD9960}" destId="{B919640F-0B48-4DDF-8254-D4A8EDC16923}" srcOrd="1" destOrd="0" presId="urn:microsoft.com/office/officeart/2011/layout/TabList"/>
    <dgm:cxn modelId="{3DA152EC-A0A0-45AE-9267-76DB75D45585}" type="presParOf" srcId="{2C06BEF9-3F0A-45BA-92EB-A9A28FBD9960}" destId="{597B209A-6DA4-4B1E-A0CE-25105BC56CDF}" srcOrd="2" destOrd="0" presId="urn:microsoft.com/office/officeart/2011/layout/TabList"/>
    <dgm:cxn modelId="{E1410794-5033-42FB-B674-77A0649FBE84}" type="presParOf" srcId="{FAF5A00F-1225-4F82-9157-5932E81A1995}" destId="{6D72E6B7-BA24-4DF4-B6C4-84D60AFAB7FD}" srcOrd="7" destOrd="0" presId="urn:microsoft.com/office/officeart/2011/layout/TabList"/>
    <dgm:cxn modelId="{9847E22C-4A04-4C69-9585-DC658E6D2FE5}" type="presParOf" srcId="{FAF5A00F-1225-4F82-9157-5932E81A1995}" destId="{DD9085AA-7BE0-49E0-8BD5-059C614B1B03}" srcOrd="8" destOrd="0" presId="urn:microsoft.com/office/officeart/2011/layout/TabList"/>
    <dgm:cxn modelId="{2B1BD81C-8E20-4A86-BF1B-B4B51CDF07A9}" type="presParOf" srcId="{FAF5A00F-1225-4F82-9157-5932E81A1995}" destId="{22F6CE3B-DBB2-46C5-B930-B5E611758DFF}" srcOrd="9" destOrd="0" presId="urn:microsoft.com/office/officeart/2011/layout/TabList"/>
    <dgm:cxn modelId="{4BD61CF0-0B74-4971-BB07-6AD3FA016645}" type="presParOf" srcId="{22F6CE3B-DBB2-46C5-B930-B5E611758DFF}" destId="{A46ACAF8-DD98-4F5F-9677-674F4C39A95A}" srcOrd="0" destOrd="0" presId="urn:microsoft.com/office/officeart/2011/layout/TabList"/>
    <dgm:cxn modelId="{61027B79-FAC5-4AA4-A5C5-8F5F678C958B}" type="presParOf" srcId="{22F6CE3B-DBB2-46C5-B930-B5E611758DFF}" destId="{92544C21-E4D2-4137-9226-28A1F476DBE0}" srcOrd="1" destOrd="0" presId="urn:microsoft.com/office/officeart/2011/layout/TabList"/>
    <dgm:cxn modelId="{20C8A4B9-C205-4DC8-8748-37635AB488EF}" type="presParOf" srcId="{22F6CE3B-DBB2-46C5-B930-B5E611758DFF}" destId="{31A8E3D4-4116-4DCB-9D8B-91E90AEA0D5A}" srcOrd="2" destOrd="0" presId="urn:microsoft.com/office/officeart/2011/layout/Tab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B3B07A-7508-4562-BC65-AF702B336458}">
      <dsp:nvSpPr>
        <dsp:cNvPr id="0" name=""/>
        <dsp:cNvSpPr/>
      </dsp:nvSpPr>
      <dsp:spPr>
        <a:xfrm>
          <a:off x="0" y="48631"/>
          <a:ext cx="10938564" cy="921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146304" rIns="256032" bIns="146304" numCol="1" spcCol="1270" anchor="ctr" anchorCtr="0">
          <a:noAutofit/>
        </a:bodyPr>
        <a:lstStyle/>
        <a:p>
          <a:pPr marL="0" lvl="0" indent="0" algn="ctr" defTabSz="1600200">
            <a:lnSpc>
              <a:spcPct val="90000"/>
            </a:lnSpc>
            <a:spcBef>
              <a:spcPct val="0"/>
            </a:spcBef>
            <a:spcAft>
              <a:spcPct val="35000"/>
            </a:spcAft>
            <a:buNone/>
          </a:pPr>
          <a:r>
            <a:rPr lang="en-IN" sz="3600" kern="1200" dirty="0">
              <a:solidFill>
                <a:schemeClr val="tx1"/>
              </a:solidFill>
              <a:latin typeface="+mj-lt"/>
            </a:rPr>
            <a:t>What is a Microprocessor?</a:t>
          </a:r>
        </a:p>
      </dsp:txBody>
      <dsp:txXfrm>
        <a:off x="0" y="48631"/>
        <a:ext cx="10938564" cy="921600"/>
      </dsp:txXfrm>
    </dsp:sp>
    <dsp:sp modelId="{F433C76A-7475-492E-BFD4-C9B577BBA9E4}">
      <dsp:nvSpPr>
        <dsp:cNvPr id="0" name=""/>
        <dsp:cNvSpPr/>
      </dsp:nvSpPr>
      <dsp:spPr>
        <a:xfrm>
          <a:off x="0" y="1021030"/>
          <a:ext cx="10938564" cy="52704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170688" rIns="227584" bIns="256032" numCol="1" spcCol="1270" anchor="t" anchorCtr="0">
          <a:noAutofit/>
        </a:bodyPr>
        <a:lstStyle/>
        <a:p>
          <a:pPr marL="285750" lvl="1" indent="-285750" algn="just" defTabSz="1422400">
            <a:lnSpc>
              <a:spcPct val="90000"/>
            </a:lnSpc>
            <a:spcBef>
              <a:spcPct val="0"/>
            </a:spcBef>
            <a:spcAft>
              <a:spcPts val="1200"/>
            </a:spcAft>
            <a:buChar char="•"/>
          </a:pPr>
          <a:r>
            <a:rPr lang="en-US" sz="3200" kern="1200" dirty="0"/>
            <a:t>A microprocessor is a computer processor that incorporates the functions of a central processing unit (CPU) on a single integrated circuit (IC) or sometimes up to 8 integrated circuits. </a:t>
          </a:r>
          <a:endParaRPr lang="en-IN" sz="3200" kern="1200" dirty="0"/>
        </a:p>
        <a:p>
          <a:pPr marL="285750" lvl="1" indent="-285750" algn="just" defTabSz="1422400">
            <a:lnSpc>
              <a:spcPct val="90000"/>
            </a:lnSpc>
            <a:spcBef>
              <a:spcPct val="0"/>
            </a:spcBef>
            <a:spcAft>
              <a:spcPts val="1200"/>
            </a:spcAft>
            <a:buChar char="•"/>
          </a:pPr>
          <a:r>
            <a:rPr lang="en-US" sz="3200" kern="1200" dirty="0"/>
            <a:t>A microprocessor is programmable, multipurpose, clock-driven, register based electronic device that reads binary instructions from a storage device called memory, accepts binary data as input and processes data according to the instructions and then provides results as output.</a:t>
          </a:r>
        </a:p>
        <a:p>
          <a:pPr marL="285750" lvl="1" indent="-285750" algn="just" defTabSz="1422400">
            <a:lnSpc>
              <a:spcPct val="90000"/>
            </a:lnSpc>
            <a:spcBef>
              <a:spcPct val="0"/>
            </a:spcBef>
            <a:spcAft>
              <a:spcPts val="1200"/>
            </a:spcAft>
            <a:buChar char="•"/>
          </a:pPr>
          <a:r>
            <a:rPr lang="en-US" sz="3200" kern="1200" dirty="0"/>
            <a:t>A digital computer with one microprocessor which acts as a CPU is called Microcomputer.</a:t>
          </a:r>
          <a:endParaRPr lang="en-IN" sz="3200" kern="1200" dirty="0"/>
        </a:p>
      </dsp:txBody>
      <dsp:txXfrm>
        <a:off x="0" y="1021030"/>
        <a:ext cx="10938564" cy="52704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133218-EC85-4865-A649-FF743671DC26}">
      <dsp:nvSpPr>
        <dsp:cNvPr id="0" name=""/>
        <dsp:cNvSpPr/>
      </dsp:nvSpPr>
      <dsp:spPr>
        <a:xfrm>
          <a:off x="0" y="393867"/>
          <a:ext cx="10727192" cy="8928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0472" tIns="125984" rIns="220472" bIns="125984" numCol="1" spcCol="1270" anchor="ctr" anchorCtr="0">
          <a:noAutofit/>
        </a:bodyPr>
        <a:lstStyle/>
        <a:p>
          <a:pPr marL="0" lvl="0" indent="0" algn="ctr" defTabSz="1377950">
            <a:lnSpc>
              <a:spcPct val="90000"/>
            </a:lnSpc>
            <a:spcBef>
              <a:spcPct val="0"/>
            </a:spcBef>
            <a:spcAft>
              <a:spcPct val="35000"/>
            </a:spcAft>
            <a:buNone/>
          </a:pPr>
          <a:r>
            <a:rPr lang="en-US" sz="3100" kern="1200" dirty="0">
              <a:latin typeface="+mj-lt"/>
            </a:rPr>
            <a:t>Application of Microprocessors in Medical Instrumentation</a:t>
          </a:r>
          <a:endParaRPr lang="en-IN" sz="3100" kern="1200" dirty="0">
            <a:latin typeface="+mj-lt"/>
          </a:endParaRPr>
        </a:p>
      </dsp:txBody>
      <dsp:txXfrm>
        <a:off x="0" y="393867"/>
        <a:ext cx="10727192" cy="892800"/>
      </dsp:txXfrm>
    </dsp:sp>
    <dsp:sp modelId="{6C131863-9654-4D3D-AF95-EDE1EA2E0F22}">
      <dsp:nvSpPr>
        <dsp:cNvPr id="0" name=""/>
        <dsp:cNvSpPr/>
      </dsp:nvSpPr>
      <dsp:spPr>
        <a:xfrm>
          <a:off x="0" y="1286667"/>
          <a:ext cx="10727192" cy="476532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354" tIns="165354" rIns="220472" bIns="248031" numCol="1" spcCol="1270" anchor="t" anchorCtr="0">
          <a:noAutofit/>
        </a:bodyPr>
        <a:lstStyle/>
        <a:p>
          <a:pPr marL="285750" lvl="1" indent="-285750" algn="just" defTabSz="1377950">
            <a:lnSpc>
              <a:spcPct val="90000"/>
            </a:lnSpc>
            <a:spcBef>
              <a:spcPct val="0"/>
            </a:spcBef>
            <a:spcAft>
              <a:spcPts val="1200"/>
            </a:spcAft>
            <a:buChar char="•"/>
          </a:pPr>
          <a:r>
            <a:rPr lang="en-US" sz="3100" b="1" i="0" kern="1200" dirty="0">
              <a:solidFill>
                <a:srgbClr val="1A1A1A"/>
              </a:solidFill>
              <a:effectLst/>
            </a:rPr>
            <a:t>Microprocessors</a:t>
          </a:r>
          <a:r>
            <a:rPr lang="en-US" sz="3100" b="0" i="0" kern="1200" dirty="0">
              <a:solidFill>
                <a:srgbClr val="1A1A1A"/>
              </a:solidFill>
              <a:effectLst/>
            </a:rPr>
            <a:t> have </a:t>
          </a:r>
          <a:r>
            <a:rPr lang="en-US" sz="3100" b="1" i="0" kern="1200" dirty="0">
              <a:solidFill>
                <a:srgbClr val="1A1A1A"/>
              </a:solidFill>
              <a:effectLst/>
            </a:rPr>
            <a:t>replaced</a:t>
          </a:r>
          <a:r>
            <a:rPr lang="en-US" sz="3100" b="0" i="0" kern="1200" dirty="0">
              <a:solidFill>
                <a:srgbClr val="1A1A1A"/>
              </a:solidFill>
              <a:effectLst/>
            </a:rPr>
            <a:t> </a:t>
          </a:r>
          <a:r>
            <a:rPr lang="en-US" sz="3100" b="1" i="0" kern="1200" dirty="0">
              <a:solidFill>
                <a:srgbClr val="1A1A1A"/>
              </a:solidFill>
              <a:effectLst/>
            </a:rPr>
            <a:t>conventional hard wired electronic systems</a:t>
          </a:r>
          <a:r>
            <a:rPr lang="en-US" sz="3100" b="0" i="0" kern="1200" dirty="0">
              <a:solidFill>
                <a:srgbClr val="1A1A1A"/>
              </a:solidFill>
              <a:effectLst/>
            </a:rPr>
            <a:t> that were initially used for processing data. </a:t>
          </a:r>
          <a:endParaRPr lang="en-IN" sz="3100" kern="1200" dirty="0"/>
        </a:p>
        <a:p>
          <a:pPr marL="285750" lvl="1" indent="-285750" algn="just" defTabSz="1377950">
            <a:lnSpc>
              <a:spcPct val="90000"/>
            </a:lnSpc>
            <a:spcBef>
              <a:spcPct val="0"/>
            </a:spcBef>
            <a:spcAft>
              <a:spcPts val="1200"/>
            </a:spcAft>
            <a:buChar char="•"/>
          </a:pPr>
          <a:r>
            <a:rPr lang="en-US" sz="3100" b="0" i="0" kern="1200" dirty="0">
              <a:solidFill>
                <a:srgbClr val="1A1A1A"/>
              </a:solidFill>
              <a:effectLst/>
            </a:rPr>
            <a:t>This has resulted into a </a:t>
          </a:r>
          <a:r>
            <a:rPr lang="en-US" sz="3100" b="1" i="0" kern="1200" dirty="0">
              <a:solidFill>
                <a:srgbClr val="1A1A1A"/>
              </a:solidFill>
              <a:effectLst/>
            </a:rPr>
            <a:t>more reliable and faster data</a:t>
          </a:r>
          <a:r>
            <a:rPr lang="en-US" sz="3100" b="0" i="0" kern="1200" dirty="0">
              <a:solidFill>
                <a:srgbClr val="1A1A1A"/>
              </a:solidFill>
              <a:effectLst/>
            </a:rPr>
            <a:t>. </a:t>
          </a:r>
        </a:p>
        <a:p>
          <a:pPr marL="285750" lvl="1" indent="-285750" algn="just" defTabSz="1377950">
            <a:lnSpc>
              <a:spcPct val="90000"/>
            </a:lnSpc>
            <a:spcBef>
              <a:spcPct val="0"/>
            </a:spcBef>
            <a:spcAft>
              <a:spcPts val="1200"/>
            </a:spcAft>
            <a:buChar char="•"/>
          </a:pPr>
          <a:r>
            <a:rPr lang="en-US" sz="3100" b="0" i="0" kern="1200" dirty="0">
              <a:solidFill>
                <a:srgbClr val="1A1A1A"/>
              </a:solidFill>
              <a:effectLst/>
            </a:rPr>
            <a:t>Microprocessor system </a:t>
          </a:r>
          <a:r>
            <a:rPr lang="en-US" sz="3100" b="1" i="0" kern="1200" dirty="0">
              <a:solidFill>
                <a:srgbClr val="1A1A1A"/>
              </a:solidFill>
              <a:effectLst/>
            </a:rPr>
            <a:t>replaced</a:t>
          </a:r>
          <a:r>
            <a:rPr lang="en-US" sz="3100" b="0" i="0" kern="1200" dirty="0">
              <a:solidFill>
                <a:srgbClr val="1A1A1A"/>
              </a:solidFill>
              <a:effectLst/>
            </a:rPr>
            <a:t> programming devices as well as </a:t>
          </a:r>
          <a:r>
            <a:rPr lang="en-US" sz="3100" b="1" i="0" kern="1200" dirty="0">
              <a:solidFill>
                <a:srgbClr val="1A1A1A"/>
              </a:solidFill>
              <a:effectLst/>
            </a:rPr>
            <a:t>manual programming</a:t>
          </a:r>
          <a:r>
            <a:rPr lang="en-US" sz="3100" b="0" i="0" kern="1200" dirty="0">
              <a:solidFill>
                <a:srgbClr val="1A1A1A"/>
              </a:solidFill>
              <a:effectLst/>
            </a:rPr>
            <a:t>, </a:t>
          </a:r>
          <a:r>
            <a:rPr lang="en-US" sz="3100" b="1" i="0" kern="1200" dirty="0">
              <a:solidFill>
                <a:srgbClr val="1A1A1A"/>
              </a:solidFill>
              <a:effectLst/>
            </a:rPr>
            <a:t>making it possible for digital control</a:t>
          </a:r>
          <a:r>
            <a:rPr lang="en-US" sz="3100" b="0" i="0" kern="1200" dirty="0">
              <a:solidFill>
                <a:srgbClr val="1A1A1A"/>
              </a:solidFill>
              <a:effectLst/>
            </a:rPr>
            <a:t> of all the functions in medical instrumentation systems. </a:t>
          </a:r>
        </a:p>
        <a:p>
          <a:pPr marL="285750" lvl="1" indent="-285750" algn="just" defTabSz="1377950">
            <a:lnSpc>
              <a:spcPct val="90000"/>
            </a:lnSpc>
            <a:spcBef>
              <a:spcPct val="0"/>
            </a:spcBef>
            <a:spcAft>
              <a:spcPts val="1200"/>
            </a:spcAft>
            <a:buChar char="•"/>
          </a:pPr>
          <a:r>
            <a:rPr lang="en-US" sz="3100" b="0" i="0" kern="1200" dirty="0">
              <a:solidFill>
                <a:srgbClr val="1A1A1A"/>
              </a:solidFill>
              <a:effectLst/>
            </a:rPr>
            <a:t>The availability of more powerful microprocessors and large data storage capacities has made it possible to optimize the measurement conditions.</a:t>
          </a:r>
          <a:endParaRPr lang="en-IN" sz="3100" kern="1200" dirty="0"/>
        </a:p>
      </dsp:txBody>
      <dsp:txXfrm>
        <a:off x="0" y="1286667"/>
        <a:ext cx="10727192" cy="476532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54554A-42C4-4FDF-9DCD-2421F33AAF8B}">
      <dsp:nvSpPr>
        <dsp:cNvPr id="0" name=""/>
        <dsp:cNvSpPr/>
      </dsp:nvSpPr>
      <dsp:spPr>
        <a:xfrm>
          <a:off x="0" y="1484639"/>
          <a:ext cx="10839172" cy="453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8652CA4-2DDD-479D-BF30-37E16FDDCC9B}">
      <dsp:nvSpPr>
        <dsp:cNvPr id="0" name=""/>
        <dsp:cNvSpPr/>
      </dsp:nvSpPr>
      <dsp:spPr>
        <a:xfrm>
          <a:off x="541429" y="65520"/>
          <a:ext cx="9962256" cy="16847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6786" tIns="0" rIns="286786" bIns="0" numCol="1" spcCol="1270" anchor="ctr" anchorCtr="0">
          <a:noAutofit/>
        </a:bodyPr>
        <a:lstStyle/>
        <a:p>
          <a:pPr marL="0" lvl="0" indent="0" algn="just" defTabSz="1244600">
            <a:lnSpc>
              <a:spcPct val="90000"/>
            </a:lnSpc>
            <a:spcBef>
              <a:spcPct val="0"/>
            </a:spcBef>
            <a:spcAft>
              <a:spcPct val="35000"/>
            </a:spcAft>
            <a:buNone/>
          </a:pPr>
          <a:r>
            <a:rPr lang="en-IN" sz="2800" kern="1200" dirty="0"/>
            <a:t>Personal computer are popular in medical field and also software is largely commercially available and the users can purchase and use it.</a:t>
          </a:r>
        </a:p>
      </dsp:txBody>
      <dsp:txXfrm>
        <a:off x="623674" y="147765"/>
        <a:ext cx="9797766" cy="1520309"/>
      </dsp:txXfrm>
    </dsp:sp>
    <dsp:sp modelId="{996176FA-4CF5-43BD-984E-81A17AAFCF10}">
      <dsp:nvSpPr>
        <dsp:cNvPr id="0" name=""/>
        <dsp:cNvSpPr/>
      </dsp:nvSpPr>
      <dsp:spPr>
        <a:xfrm>
          <a:off x="0" y="3454559"/>
          <a:ext cx="10839172" cy="453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44AFC07-1496-4E75-BCFB-F7DDB915695E}">
      <dsp:nvSpPr>
        <dsp:cNvPr id="0" name=""/>
        <dsp:cNvSpPr/>
      </dsp:nvSpPr>
      <dsp:spPr>
        <a:xfrm>
          <a:off x="541429" y="2035439"/>
          <a:ext cx="9962256" cy="16847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6786" tIns="0" rIns="286786" bIns="0" numCol="1" spcCol="1270" anchor="ctr" anchorCtr="0">
          <a:noAutofit/>
        </a:bodyPr>
        <a:lstStyle/>
        <a:p>
          <a:pPr marL="0" lvl="0" indent="0" algn="just" defTabSz="1244600">
            <a:lnSpc>
              <a:spcPct val="90000"/>
            </a:lnSpc>
            <a:spcBef>
              <a:spcPct val="0"/>
            </a:spcBef>
            <a:spcAft>
              <a:spcPct val="35000"/>
            </a:spcAft>
            <a:buNone/>
          </a:pPr>
          <a:r>
            <a:rPr lang="en-IN" sz="2800" kern="1200" dirty="0"/>
            <a:t>Computer are widely accepted in the medical field for data collection, manipulation, processing and a complete workstations for a variety of applications</a:t>
          </a:r>
        </a:p>
      </dsp:txBody>
      <dsp:txXfrm>
        <a:off x="623674" y="2117684"/>
        <a:ext cx="9797766" cy="1520309"/>
      </dsp:txXfrm>
    </dsp:sp>
    <dsp:sp modelId="{A2ABE9DA-F012-4229-8040-6B99BD540218}">
      <dsp:nvSpPr>
        <dsp:cNvPr id="0" name=""/>
        <dsp:cNvSpPr/>
      </dsp:nvSpPr>
      <dsp:spPr>
        <a:xfrm>
          <a:off x="0" y="5424478"/>
          <a:ext cx="10839172" cy="453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6932263-ECFE-4ACF-A755-C5389EEEFF8C}">
      <dsp:nvSpPr>
        <dsp:cNvPr id="0" name=""/>
        <dsp:cNvSpPr/>
      </dsp:nvSpPr>
      <dsp:spPr>
        <a:xfrm>
          <a:off x="541429" y="4005359"/>
          <a:ext cx="9962256" cy="16847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6786" tIns="0" rIns="286786" bIns="0" numCol="1" spcCol="1270" anchor="ctr" anchorCtr="0">
          <a:noAutofit/>
        </a:bodyPr>
        <a:lstStyle/>
        <a:p>
          <a:pPr marL="0" lvl="0" indent="0" algn="just" defTabSz="1244600">
            <a:lnSpc>
              <a:spcPct val="90000"/>
            </a:lnSpc>
            <a:spcBef>
              <a:spcPct val="0"/>
            </a:spcBef>
            <a:spcAft>
              <a:spcPct val="35000"/>
            </a:spcAft>
            <a:buNone/>
          </a:pPr>
          <a:r>
            <a:rPr lang="en-IN" sz="2800" kern="1200" dirty="0"/>
            <a:t>A personal computer becomes a workstation with the simple installation of one or more ‘instruments-on-a-board’ in its accessory slots.</a:t>
          </a:r>
        </a:p>
      </dsp:txBody>
      <dsp:txXfrm>
        <a:off x="623674" y="4087604"/>
        <a:ext cx="9797766" cy="152030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5E0259-201D-45CA-B964-F177020CE8C9}">
      <dsp:nvSpPr>
        <dsp:cNvPr id="0" name=""/>
        <dsp:cNvSpPr/>
      </dsp:nvSpPr>
      <dsp:spPr>
        <a:xfrm>
          <a:off x="0" y="1356088"/>
          <a:ext cx="10887099" cy="730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20E9DA5-CB42-47A1-AA04-BF0CD665E47B}">
      <dsp:nvSpPr>
        <dsp:cNvPr id="0" name=""/>
        <dsp:cNvSpPr/>
      </dsp:nvSpPr>
      <dsp:spPr>
        <a:xfrm>
          <a:off x="544354" y="33247"/>
          <a:ext cx="10222310" cy="17508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8054" tIns="0" rIns="288054" bIns="0" numCol="1" spcCol="1270" anchor="ctr" anchorCtr="0">
          <a:noAutofit/>
        </a:bodyPr>
        <a:lstStyle/>
        <a:p>
          <a:pPr marL="0" lvl="0" indent="0" algn="just" defTabSz="1066800">
            <a:lnSpc>
              <a:spcPct val="90000"/>
            </a:lnSpc>
            <a:spcBef>
              <a:spcPct val="0"/>
            </a:spcBef>
            <a:spcAft>
              <a:spcPct val="35000"/>
            </a:spcAft>
            <a:buNone/>
          </a:pPr>
          <a:r>
            <a:rPr lang="en-IN" sz="2400" kern="1200" dirty="0"/>
            <a:t>Basic elements in the system include sensors or transducers that convert physical phenomena into a measurable signal, a data acquisition system, an </a:t>
          </a:r>
          <a:r>
            <a:rPr lang="en-IN" sz="2400" kern="1200" dirty="0" err="1"/>
            <a:t>accquistion</a:t>
          </a:r>
          <a:r>
            <a:rPr lang="en-IN" sz="2400" kern="1200" dirty="0"/>
            <a:t>/analysis software package or programme and computing platform.</a:t>
          </a:r>
        </a:p>
      </dsp:txBody>
      <dsp:txXfrm>
        <a:off x="629825" y="118718"/>
        <a:ext cx="10051368" cy="1579938"/>
      </dsp:txXfrm>
    </dsp:sp>
    <dsp:sp modelId="{C840F79D-5ACE-4A72-8590-24A4910BAF0D}">
      <dsp:nvSpPr>
        <dsp:cNvPr id="0" name=""/>
        <dsp:cNvSpPr/>
      </dsp:nvSpPr>
      <dsp:spPr>
        <a:xfrm>
          <a:off x="0" y="2794196"/>
          <a:ext cx="10887099" cy="730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84F9AE5-FDCE-4667-BCCE-F19313B85542}">
      <dsp:nvSpPr>
        <dsp:cNvPr id="0" name=""/>
        <dsp:cNvSpPr/>
      </dsp:nvSpPr>
      <dsp:spPr>
        <a:xfrm>
          <a:off x="544354" y="2405809"/>
          <a:ext cx="10222310" cy="97874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8054" tIns="0" rIns="288054" bIns="0" numCol="1" spcCol="1270" anchor="ctr" anchorCtr="0">
          <a:noAutofit/>
        </a:bodyPr>
        <a:lstStyle/>
        <a:p>
          <a:pPr marL="0" lvl="0" indent="0" algn="just" defTabSz="1066800">
            <a:lnSpc>
              <a:spcPct val="90000"/>
            </a:lnSpc>
            <a:spcBef>
              <a:spcPct val="0"/>
            </a:spcBef>
            <a:spcAft>
              <a:spcPct val="35000"/>
            </a:spcAft>
            <a:buNone/>
          </a:pPr>
          <a:r>
            <a:rPr lang="en-IN" sz="2400" kern="1200" dirty="0"/>
            <a:t>System is highly flexible and can accommodate a variety of inputs, which can be connected to PC for analysis, graphics and control</a:t>
          </a:r>
        </a:p>
      </dsp:txBody>
      <dsp:txXfrm>
        <a:off x="592132" y="2453587"/>
        <a:ext cx="10126754" cy="883191"/>
      </dsp:txXfrm>
    </dsp:sp>
    <dsp:sp modelId="{06DC6262-F52B-46F2-9286-EDFF56B5C31C}">
      <dsp:nvSpPr>
        <dsp:cNvPr id="0" name=""/>
        <dsp:cNvSpPr/>
      </dsp:nvSpPr>
      <dsp:spPr>
        <a:xfrm>
          <a:off x="0" y="4076103"/>
          <a:ext cx="10887099" cy="730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E414E5A-45CB-4818-8CA6-29E43BBD3244}">
      <dsp:nvSpPr>
        <dsp:cNvPr id="0" name=""/>
        <dsp:cNvSpPr/>
      </dsp:nvSpPr>
      <dsp:spPr>
        <a:xfrm>
          <a:off x="544354" y="3757444"/>
          <a:ext cx="10222310" cy="82254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8054" tIns="0" rIns="288054" bIns="0" numCol="1" spcCol="1270" anchor="ctr" anchorCtr="0">
          <a:noAutofit/>
        </a:bodyPr>
        <a:lstStyle/>
        <a:p>
          <a:pPr marL="0" lvl="0" indent="0" algn="just" defTabSz="1066800">
            <a:lnSpc>
              <a:spcPct val="90000"/>
            </a:lnSpc>
            <a:spcBef>
              <a:spcPct val="0"/>
            </a:spcBef>
            <a:spcAft>
              <a:spcPct val="35000"/>
            </a:spcAft>
            <a:buNone/>
          </a:pPr>
          <a:r>
            <a:rPr lang="en-IN" sz="2400" kern="1200" dirty="0"/>
            <a:t>The systems works totally under the control of software</a:t>
          </a:r>
        </a:p>
      </dsp:txBody>
      <dsp:txXfrm>
        <a:off x="584507" y="3797597"/>
        <a:ext cx="10142004" cy="742241"/>
      </dsp:txXfrm>
    </dsp:sp>
    <dsp:sp modelId="{1B773A6A-646B-4E3B-B69D-8FE95876C658}">
      <dsp:nvSpPr>
        <dsp:cNvPr id="0" name=""/>
        <dsp:cNvSpPr/>
      </dsp:nvSpPr>
      <dsp:spPr>
        <a:xfrm>
          <a:off x="0" y="5811459"/>
          <a:ext cx="10887099" cy="730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179E5E7-BFD8-4A72-8FD6-D08B29C14F1C}">
      <dsp:nvSpPr>
        <dsp:cNvPr id="0" name=""/>
        <dsp:cNvSpPr/>
      </dsp:nvSpPr>
      <dsp:spPr>
        <a:xfrm>
          <a:off x="544354" y="5125824"/>
          <a:ext cx="10222310" cy="12759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8054" tIns="0" rIns="288054" bIns="0" numCol="1" spcCol="1270" anchor="ctr" anchorCtr="0">
          <a:noAutofit/>
        </a:bodyPr>
        <a:lstStyle/>
        <a:p>
          <a:pPr marL="0" lvl="0" indent="0" algn="just" defTabSz="1066800">
            <a:lnSpc>
              <a:spcPct val="90000"/>
            </a:lnSpc>
            <a:spcBef>
              <a:spcPct val="0"/>
            </a:spcBef>
            <a:spcAft>
              <a:spcPct val="35000"/>
            </a:spcAft>
            <a:buNone/>
          </a:pPr>
          <a:r>
            <a:rPr lang="en-IN" sz="2400" kern="1200" dirty="0"/>
            <a:t>PC medical instruments are gaining in popularity for several reasons including price, programmability and performance specifications</a:t>
          </a:r>
        </a:p>
      </dsp:txBody>
      <dsp:txXfrm>
        <a:off x="606643" y="5188113"/>
        <a:ext cx="10097732" cy="115141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5134D6-B512-472B-9C22-EBE65ACA38F6}">
      <dsp:nvSpPr>
        <dsp:cNvPr id="0" name=""/>
        <dsp:cNvSpPr/>
      </dsp:nvSpPr>
      <dsp:spPr>
        <a:xfrm>
          <a:off x="0" y="1055370"/>
          <a:ext cx="10968381" cy="327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42F1533-BF4F-475D-AD3B-29D1464B2E49}">
      <dsp:nvSpPr>
        <dsp:cNvPr id="0" name=""/>
        <dsp:cNvSpPr/>
      </dsp:nvSpPr>
      <dsp:spPr>
        <a:xfrm>
          <a:off x="548419" y="59252"/>
          <a:ext cx="10079964" cy="118799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205" tIns="0" rIns="290205" bIns="0" numCol="1" spcCol="1270" anchor="ctr" anchorCtr="0">
          <a:noAutofit/>
        </a:bodyPr>
        <a:lstStyle/>
        <a:p>
          <a:pPr marL="0" lvl="0" indent="0" algn="just" defTabSz="1066800">
            <a:lnSpc>
              <a:spcPct val="90000"/>
            </a:lnSpc>
            <a:spcBef>
              <a:spcPct val="0"/>
            </a:spcBef>
            <a:spcAft>
              <a:spcPct val="35000"/>
            </a:spcAft>
            <a:buNone/>
          </a:pPr>
          <a:r>
            <a:rPr lang="en-IN" sz="2400" kern="1200" dirty="0"/>
            <a:t>Software development, rather than hardware development, increasingly dominates new product design cycles</a:t>
          </a:r>
        </a:p>
      </dsp:txBody>
      <dsp:txXfrm>
        <a:off x="606412" y="117245"/>
        <a:ext cx="9963978" cy="1072012"/>
      </dsp:txXfrm>
    </dsp:sp>
    <dsp:sp modelId="{FDC1A98B-7657-4B95-A6C6-31F24FF5FA99}">
      <dsp:nvSpPr>
        <dsp:cNvPr id="0" name=""/>
        <dsp:cNvSpPr/>
      </dsp:nvSpPr>
      <dsp:spPr>
        <a:xfrm>
          <a:off x="0" y="2431290"/>
          <a:ext cx="10968381" cy="327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67CFB86-9C7E-4765-AE47-51F2886D4C58}">
      <dsp:nvSpPr>
        <dsp:cNvPr id="0" name=""/>
        <dsp:cNvSpPr/>
      </dsp:nvSpPr>
      <dsp:spPr>
        <a:xfrm>
          <a:off x="548419" y="1453170"/>
          <a:ext cx="10079964" cy="11699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205" tIns="0" rIns="290205" bIns="0" numCol="1" spcCol="1270" anchor="ctr" anchorCtr="0">
          <a:noAutofit/>
        </a:bodyPr>
        <a:lstStyle/>
        <a:p>
          <a:pPr marL="0" lvl="0" indent="0" algn="just" defTabSz="1066800">
            <a:lnSpc>
              <a:spcPct val="90000"/>
            </a:lnSpc>
            <a:spcBef>
              <a:spcPct val="0"/>
            </a:spcBef>
            <a:spcAft>
              <a:spcPct val="35000"/>
            </a:spcAft>
            <a:buNone/>
          </a:pPr>
          <a:r>
            <a:rPr lang="en-IN" sz="2400" kern="1200" dirty="0"/>
            <a:t>This includes operating systems, devices drivers, libraries, languages and debugging tools </a:t>
          </a:r>
        </a:p>
      </dsp:txBody>
      <dsp:txXfrm>
        <a:off x="605534" y="1510285"/>
        <a:ext cx="9965734" cy="1055769"/>
      </dsp:txXfrm>
    </dsp:sp>
    <dsp:sp modelId="{A9234F1F-37AC-4F20-A226-E6C908DC7325}">
      <dsp:nvSpPr>
        <dsp:cNvPr id="0" name=""/>
        <dsp:cNvSpPr/>
      </dsp:nvSpPr>
      <dsp:spPr>
        <a:xfrm>
          <a:off x="0" y="4158208"/>
          <a:ext cx="10968381" cy="327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9B75764-E5D5-4D3F-9548-725A34C1EB4C}">
      <dsp:nvSpPr>
        <dsp:cNvPr id="0" name=""/>
        <dsp:cNvSpPr/>
      </dsp:nvSpPr>
      <dsp:spPr>
        <a:xfrm>
          <a:off x="547883" y="2829090"/>
          <a:ext cx="10070120" cy="152099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205" tIns="0" rIns="290205" bIns="0" numCol="1" spcCol="1270" anchor="ctr" anchorCtr="0">
          <a:noAutofit/>
        </a:bodyPr>
        <a:lstStyle/>
        <a:p>
          <a:pPr marL="0" lvl="0" indent="0" algn="just" defTabSz="1066800">
            <a:lnSpc>
              <a:spcPct val="90000"/>
            </a:lnSpc>
            <a:spcBef>
              <a:spcPct val="0"/>
            </a:spcBef>
            <a:spcAft>
              <a:spcPct val="35000"/>
            </a:spcAft>
            <a:buNone/>
          </a:pPr>
          <a:r>
            <a:rPr lang="en-US" sz="2400" kern="1200" dirty="0"/>
            <a:t>Microprocessors have been used to replace the complicated instructional procedures that are now required in some medical instruments. </a:t>
          </a:r>
          <a:endParaRPr lang="en-IN" sz="2400" kern="1200" dirty="0"/>
        </a:p>
      </dsp:txBody>
      <dsp:txXfrm>
        <a:off x="622132" y="2903339"/>
        <a:ext cx="9921622" cy="1372500"/>
      </dsp:txXfrm>
    </dsp:sp>
    <dsp:sp modelId="{25A4F69D-9CB2-49B1-8C4E-4F95E1644D4A}">
      <dsp:nvSpPr>
        <dsp:cNvPr id="0" name=""/>
        <dsp:cNvSpPr/>
      </dsp:nvSpPr>
      <dsp:spPr>
        <a:xfrm>
          <a:off x="0" y="5984128"/>
          <a:ext cx="10968381" cy="327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502F0D3-A21C-466D-B434-EB798B5FA4D2}">
      <dsp:nvSpPr>
        <dsp:cNvPr id="0" name=""/>
        <dsp:cNvSpPr/>
      </dsp:nvSpPr>
      <dsp:spPr>
        <a:xfrm>
          <a:off x="547883" y="4556008"/>
          <a:ext cx="10070120" cy="1620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205" tIns="0" rIns="290205" bIns="0" numCol="1" spcCol="1270" anchor="ctr" anchorCtr="0">
          <a:noAutofit/>
        </a:bodyPr>
        <a:lstStyle/>
        <a:p>
          <a:pPr marL="0" lvl="0" indent="0" algn="just" defTabSz="1066800">
            <a:lnSpc>
              <a:spcPct val="90000"/>
            </a:lnSpc>
            <a:spcBef>
              <a:spcPct val="0"/>
            </a:spcBef>
            <a:spcAft>
              <a:spcPct val="35000"/>
            </a:spcAft>
            <a:buNone/>
          </a:pPr>
          <a:r>
            <a:rPr lang="en-US" sz="2400" kern="1200" dirty="0"/>
            <a:t>Microprocessors based instrumentation has enabled the ability to make intelligent judgement and provide diagnostic signals/warnings in case of potential error or even take appropriate corrections!</a:t>
          </a:r>
          <a:endParaRPr lang="en-IN" sz="2400" kern="1200" dirty="0"/>
        </a:p>
      </dsp:txBody>
      <dsp:txXfrm>
        <a:off x="626965" y="4635090"/>
        <a:ext cx="9911956" cy="146183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6FFA3E-057E-4119-B0D0-5A41E48B3607}">
      <dsp:nvSpPr>
        <dsp:cNvPr id="0" name=""/>
        <dsp:cNvSpPr/>
      </dsp:nvSpPr>
      <dsp:spPr>
        <a:xfrm>
          <a:off x="0" y="507911"/>
          <a:ext cx="10769596" cy="223492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5840" tIns="687324" rIns="835840" bIns="170688" numCol="1" spcCol="1270" anchor="t" anchorCtr="0">
          <a:noAutofit/>
        </a:bodyPr>
        <a:lstStyle/>
        <a:p>
          <a:pPr marL="228600" lvl="1" indent="-228600" algn="just" defTabSz="1066800">
            <a:lnSpc>
              <a:spcPct val="90000"/>
            </a:lnSpc>
            <a:spcBef>
              <a:spcPct val="0"/>
            </a:spcBef>
            <a:spcAft>
              <a:spcPct val="15000"/>
            </a:spcAft>
            <a:buChar char="•"/>
          </a:pPr>
          <a:r>
            <a:rPr lang="en-IN" sz="2400" kern="1200">
              <a:latin typeface="+mn-lt"/>
            </a:rPr>
            <a:t>This is because when instruments are made on human beings and by the human beings, the equipment should not only be safe to operate but must give intended performance so that the patients could be properly diagnosed and treated</a:t>
          </a:r>
          <a:endParaRPr lang="en-IN" sz="2400" kern="1200" dirty="0">
            <a:latin typeface="+mn-lt"/>
          </a:endParaRPr>
        </a:p>
      </dsp:txBody>
      <dsp:txXfrm>
        <a:off x="0" y="507911"/>
        <a:ext cx="10769596" cy="2234925"/>
      </dsp:txXfrm>
    </dsp:sp>
    <dsp:sp modelId="{34EB18DC-4305-4FCC-AFCC-F07FBF5E5DEE}">
      <dsp:nvSpPr>
        <dsp:cNvPr id="0" name=""/>
        <dsp:cNvSpPr/>
      </dsp:nvSpPr>
      <dsp:spPr>
        <a:xfrm>
          <a:off x="538479" y="20831"/>
          <a:ext cx="9971988" cy="974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946" tIns="0" rIns="284946" bIns="0" numCol="1" spcCol="1270" anchor="ctr" anchorCtr="0">
          <a:noAutofit/>
        </a:bodyPr>
        <a:lstStyle/>
        <a:p>
          <a:pPr marL="0" lvl="0" indent="0" algn="just" defTabSz="1066800">
            <a:lnSpc>
              <a:spcPct val="90000"/>
            </a:lnSpc>
            <a:spcBef>
              <a:spcPct val="0"/>
            </a:spcBef>
            <a:spcAft>
              <a:spcPct val="35000"/>
            </a:spcAft>
            <a:buNone/>
          </a:pPr>
          <a:r>
            <a:rPr lang="en-IN" sz="2400" kern="1200" dirty="0">
              <a:latin typeface="+mn-lt"/>
            </a:rPr>
            <a:t>The medical instrumentation industry in general and hospitals in particular are required to be most regulated industries</a:t>
          </a:r>
        </a:p>
      </dsp:txBody>
      <dsp:txXfrm>
        <a:off x="586034" y="68386"/>
        <a:ext cx="9876878" cy="879050"/>
      </dsp:txXfrm>
    </dsp:sp>
    <dsp:sp modelId="{8E827B4F-D5FD-4C32-8847-D3FA5E3DB888}">
      <dsp:nvSpPr>
        <dsp:cNvPr id="0" name=""/>
        <dsp:cNvSpPr/>
      </dsp:nvSpPr>
      <dsp:spPr>
        <a:xfrm>
          <a:off x="0" y="3621953"/>
          <a:ext cx="10769596" cy="831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CE205E6-30C7-4748-85FC-E8988D8A3AA8}">
      <dsp:nvSpPr>
        <dsp:cNvPr id="0" name=""/>
        <dsp:cNvSpPr/>
      </dsp:nvSpPr>
      <dsp:spPr>
        <a:xfrm>
          <a:off x="538479" y="2921036"/>
          <a:ext cx="9971988" cy="118799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946" tIns="0" rIns="284946" bIns="0" numCol="1" spcCol="1270" anchor="ctr" anchorCtr="0">
          <a:noAutofit/>
        </a:bodyPr>
        <a:lstStyle/>
        <a:p>
          <a:pPr marL="0" lvl="0" indent="0" algn="just" defTabSz="1066800">
            <a:lnSpc>
              <a:spcPct val="90000"/>
            </a:lnSpc>
            <a:spcBef>
              <a:spcPct val="0"/>
            </a:spcBef>
            <a:spcAft>
              <a:spcPct val="35000"/>
            </a:spcAft>
            <a:buNone/>
          </a:pPr>
          <a:r>
            <a:rPr lang="en-IN" sz="2400" kern="1200" dirty="0">
              <a:latin typeface="+mn-lt"/>
            </a:rPr>
            <a:t>To minimize the problems various countries have introduced a large numbers of codes, standards and regulations for different types of equipment and facilities</a:t>
          </a:r>
        </a:p>
      </dsp:txBody>
      <dsp:txXfrm>
        <a:off x="596472" y="2979029"/>
        <a:ext cx="9856002" cy="1072011"/>
      </dsp:txXfrm>
    </dsp:sp>
    <dsp:sp modelId="{2812A1DC-54F0-46D2-B992-0F7BDD4EAA4B}">
      <dsp:nvSpPr>
        <dsp:cNvPr id="0" name=""/>
        <dsp:cNvSpPr/>
      </dsp:nvSpPr>
      <dsp:spPr>
        <a:xfrm>
          <a:off x="0" y="5367614"/>
          <a:ext cx="10769596" cy="831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C299FD8-1B16-48A1-8674-88CE1DC97E14}">
      <dsp:nvSpPr>
        <dsp:cNvPr id="0" name=""/>
        <dsp:cNvSpPr/>
      </dsp:nvSpPr>
      <dsp:spPr>
        <a:xfrm>
          <a:off x="538479" y="4631753"/>
          <a:ext cx="9971988" cy="1222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946" tIns="0" rIns="284946" bIns="0" numCol="1" spcCol="1270" anchor="ctr" anchorCtr="0">
          <a:noAutofit/>
        </a:bodyPr>
        <a:lstStyle/>
        <a:p>
          <a:pPr marL="0" lvl="0" indent="0" algn="just" defTabSz="1066800">
            <a:lnSpc>
              <a:spcPct val="90000"/>
            </a:lnSpc>
            <a:spcBef>
              <a:spcPct val="0"/>
            </a:spcBef>
            <a:spcAft>
              <a:spcPct val="35000"/>
            </a:spcAft>
            <a:buNone/>
          </a:pPr>
          <a:r>
            <a:rPr lang="en-IN" sz="2400" kern="1200" dirty="0">
              <a:latin typeface="+mn-lt"/>
            </a:rPr>
            <a:t>It is therefore, essential that engineers understand their significance and be aware of the issues that are brought about by technological and economical realities</a:t>
          </a:r>
        </a:p>
      </dsp:txBody>
      <dsp:txXfrm>
        <a:off x="598178" y="4691452"/>
        <a:ext cx="9852590" cy="110354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9F3117-D0C1-4CC3-BF14-59DD3C9DBAD9}">
      <dsp:nvSpPr>
        <dsp:cNvPr id="0" name=""/>
        <dsp:cNvSpPr/>
      </dsp:nvSpPr>
      <dsp:spPr>
        <a:xfrm>
          <a:off x="0" y="4469570"/>
          <a:ext cx="10802917"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838BA9-82D2-4955-B6A9-55C4C2B6EFAA}">
      <dsp:nvSpPr>
        <dsp:cNvPr id="0" name=""/>
        <dsp:cNvSpPr/>
      </dsp:nvSpPr>
      <dsp:spPr>
        <a:xfrm>
          <a:off x="0" y="2316481"/>
          <a:ext cx="10802917"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73BAD0-67B5-423C-9551-E6D2944B78AE}">
      <dsp:nvSpPr>
        <dsp:cNvPr id="0" name=""/>
        <dsp:cNvSpPr/>
      </dsp:nvSpPr>
      <dsp:spPr>
        <a:xfrm>
          <a:off x="0" y="709358"/>
          <a:ext cx="10802917"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44D52D5-26ED-42A8-A384-59BA2287B792}">
      <dsp:nvSpPr>
        <dsp:cNvPr id="0" name=""/>
        <dsp:cNvSpPr/>
      </dsp:nvSpPr>
      <dsp:spPr>
        <a:xfrm>
          <a:off x="2808758" y="3497"/>
          <a:ext cx="7994158" cy="7058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75" tIns="66675" rIns="66675" bIns="66675" numCol="1" spcCol="1270" anchor="b" anchorCtr="0">
          <a:noAutofit/>
        </a:bodyPr>
        <a:lstStyle/>
        <a:p>
          <a:pPr marL="0" lvl="0" indent="0" algn="l" defTabSz="1555750">
            <a:lnSpc>
              <a:spcPct val="90000"/>
            </a:lnSpc>
            <a:spcBef>
              <a:spcPct val="0"/>
            </a:spcBef>
            <a:spcAft>
              <a:spcPct val="35000"/>
            </a:spcAft>
            <a:buNone/>
          </a:pPr>
          <a:r>
            <a:rPr lang="en-US" sz="3500" kern="1200" dirty="0">
              <a:solidFill>
                <a:schemeClr val="bg1"/>
              </a:solidFill>
            </a:rPr>
            <a:t>1</a:t>
          </a:r>
          <a:endParaRPr lang="en-IN" sz="3500" kern="1200" dirty="0">
            <a:solidFill>
              <a:schemeClr val="bg1"/>
            </a:solidFill>
          </a:endParaRPr>
        </a:p>
      </dsp:txBody>
      <dsp:txXfrm>
        <a:off x="2808758" y="3497"/>
        <a:ext cx="7994158" cy="705861"/>
      </dsp:txXfrm>
    </dsp:sp>
    <dsp:sp modelId="{EC48E214-146A-456B-85AB-92DE8E387132}">
      <dsp:nvSpPr>
        <dsp:cNvPr id="0" name=""/>
        <dsp:cNvSpPr/>
      </dsp:nvSpPr>
      <dsp:spPr>
        <a:xfrm>
          <a:off x="0" y="3497"/>
          <a:ext cx="2808758" cy="705861"/>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675" tIns="66675" rIns="66675" bIns="66675" numCol="1" spcCol="1270" anchor="ctr" anchorCtr="0">
          <a:noAutofit/>
        </a:bodyPr>
        <a:lstStyle/>
        <a:p>
          <a:pPr marL="0" lvl="0" indent="0" algn="l" defTabSz="1555750">
            <a:lnSpc>
              <a:spcPct val="90000"/>
            </a:lnSpc>
            <a:spcBef>
              <a:spcPct val="0"/>
            </a:spcBef>
            <a:spcAft>
              <a:spcPct val="35000"/>
            </a:spcAft>
            <a:buNone/>
          </a:pPr>
          <a:r>
            <a:rPr lang="en-IN" sz="3500" kern="1200" dirty="0"/>
            <a:t>Regulations:</a:t>
          </a:r>
        </a:p>
      </dsp:txBody>
      <dsp:txXfrm>
        <a:off x="34463" y="37960"/>
        <a:ext cx="2739832" cy="671398"/>
      </dsp:txXfrm>
    </dsp:sp>
    <dsp:sp modelId="{BB89724E-0AD1-4C51-8CEA-028E8CB0CA6E}">
      <dsp:nvSpPr>
        <dsp:cNvPr id="0" name=""/>
        <dsp:cNvSpPr/>
      </dsp:nvSpPr>
      <dsp:spPr>
        <a:xfrm>
          <a:off x="0" y="709358"/>
          <a:ext cx="10802917" cy="8659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3815" tIns="43815" rIns="43815" bIns="43815" numCol="1" spcCol="1270" anchor="t" anchorCtr="0">
          <a:noAutofit/>
        </a:bodyPr>
        <a:lstStyle/>
        <a:p>
          <a:pPr marL="228600" lvl="1" indent="-228600" algn="just" defTabSz="1022350">
            <a:lnSpc>
              <a:spcPct val="90000"/>
            </a:lnSpc>
            <a:spcBef>
              <a:spcPct val="0"/>
            </a:spcBef>
            <a:spcAft>
              <a:spcPct val="15000"/>
            </a:spcAft>
            <a:buChar char="•"/>
          </a:pPr>
          <a:r>
            <a:rPr lang="en-IN" sz="2300" kern="1200" dirty="0"/>
            <a:t>A regulation is an organization’s way of specifying that some particular standard must be adhered to these are rules normally promulgate by the government</a:t>
          </a:r>
        </a:p>
      </dsp:txBody>
      <dsp:txXfrm>
        <a:off x="0" y="709358"/>
        <a:ext cx="10802917" cy="865967"/>
      </dsp:txXfrm>
    </dsp:sp>
    <dsp:sp modelId="{598FE87D-5D32-4F6B-8F54-31F0AF379D08}">
      <dsp:nvSpPr>
        <dsp:cNvPr id="0" name=""/>
        <dsp:cNvSpPr/>
      </dsp:nvSpPr>
      <dsp:spPr>
        <a:xfrm>
          <a:off x="2808758" y="1610619"/>
          <a:ext cx="7994158" cy="7058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75" tIns="66675" rIns="66675" bIns="66675" numCol="1" spcCol="1270" anchor="b" anchorCtr="0">
          <a:noAutofit/>
        </a:bodyPr>
        <a:lstStyle/>
        <a:p>
          <a:pPr marL="0" lvl="0" indent="0" algn="l" defTabSz="1555750">
            <a:lnSpc>
              <a:spcPct val="90000"/>
            </a:lnSpc>
            <a:spcBef>
              <a:spcPct val="0"/>
            </a:spcBef>
            <a:spcAft>
              <a:spcPct val="35000"/>
            </a:spcAft>
            <a:buNone/>
          </a:pPr>
          <a:r>
            <a:rPr lang="en-US" sz="3500" kern="1200" dirty="0">
              <a:solidFill>
                <a:schemeClr val="bg1"/>
              </a:solidFill>
            </a:rPr>
            <a:t>2</a:t>
          </a:r>
          <a:endParaRPr lang="en-IN" sz="3500" kern="1200" dirty="0">
            <a:solidFill>
              <a:schemeClr val="bg1"/>
            </a:solidFill>
          </a:endParaRPr>
        </a:p>
      </dsp:txBody>
      <dsp:txXfrm>
        <a:off x="2808758" y="1610619"/>
        <a:ext cx="7994158" cy="705861"/>
      </dsp:txXfrm>
    </dsp:sp>
    <dsp:sp modelId="{E6F87C97-40E6-4436-81F0-20B3A8C938F9}">
      <dsp:nvSpPr>
        <dsp:cNvPr id="0" name=""/>
        <dsp:cNvSpPr/>
      </dsp:nvSpPr>
      <dsp:spPr>
        <a:xfrm>
          <a:off x="0" y="1610619"/>
          <a:ext cx="2808758" cy="705861"/>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675" tIns="66675" rIns="66675" bIns="66675" numCol="1" spcCol="1270" anchor="ctr" anchorCtr="0">
          <a:noAutofit/>
        </a:bodyPr>
        <a:lstStyle/>
        <a:p>
          <a:pPr marL="0" lvl="0" indent="0" algn="l" defTabSz="1555750">
            <a:lnSpc>
              <a:spcPct val="90000"/>
            </a:lnSpc>
            <a:spcBef>
              <a:spcPct val="0"/>
            </a:spcBef>
            <a:spcAft>
              <a:spcPct val="35000"/>
            </a:spcAft>
            <a:buNone/>
          </a:pPr>
          <a:r>
            <a:rPr lang="en-IN" sz="3500" kern="1200" dirty="0"/>
            <a:t>Codes:</a:t>
          </a:r>
        </a:p>
      </dsp:txBody>
      <dsp:txXfrm>
        <a:off x="34463" y="1645082"/>
        <a:ext cx="2739832" cy="671398"/>
      </dsp:txXfrm>
    </dsp:sp>
    <dsp:sp modelId="{C48D1E24-7200-4FF0-B6C6-5C89AC78B3D5}">
      <dsp:nvSpPr>
        <dsp:cNvPr id="0" name=""/>
        <dsp:cNvSpPr/>
      </dsp:nvSpPr>
      <dsp:spPr>
        <a:xfrm>
          <a:off x="0" y="2316481"/>
          <a:ext cx="10802917" cy="14119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228600" lvl="1" indent="-228600" algn="just" defTabSz="977900">
            <a:lnSpc>
              <a:spcPct val="90000"/>
            </a:lnSpc>
            <a:spcBef>
              <a:spcPct val="0"/>
            </a:spcBef>
            <a:spcAft>
              <a:spcPct val="15000"/>
            </a:spcAft>
            <a:buChar char="•"/>
          </a:pPr>
          <a:r>
            <a:rPr lang="en-IN" sz="2200" kern="1200" dirty="0"/>
            <a:t>A systems of principles or regulations or a systematized body of law or an accumulation of a system of regulations and standards. </a:t>
          </a:r>
        </a:p>
        <a:p>
          <a:pPr marL="228600" lvl="1" indent="-228600" algn="just" defTabSz="977900">
            <a:lnSpc>
              <a:spcPct val="90000"/>
            </a:lnSpc>
            <a:spcBef>
              <a:spcPct val="0"/>
            </a:spcBef>
            <a:spcAft>
              <a:spcPct val="15000"/>
            </a:spcAft>
            <a:buChar char="•"/>
          </a:pPr>
          <a:r>
            <a:rPr lang="en-IN" sz="2200" kern="1200" dirty="0"/>
            <a:t>In general, a code is compilation of standards relating to providing health care to the state population</a:t>
          </a:r>
        </a:p>
      </dsp:txBody>
      <dsp:txXfrm>
        <a:off x="0" y="2316481"/>
        <a:ext cx="10802917" cy="1411934"/>
      </dsp:txXfrm>
    </dsp:sp>
    <dsp:sp modelId="{543C0874-4365-46D2-904A-70B2C7FE8BD8}">
      <dsp:nvSpPr>
        <dsp:cNvPr id="0" name=""/>
        <dsp:cNvSpPr/>
      </dsp:nvSpPr>
      <dsp:spPr>
        <a:xfrm>
          <a:off x="2808758" y="3763709"/>
          <a:ext cx="7994158" cy="7058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75" tIns="66675" rIns="66675" bIns="66675" numCol="1" spcCol="1270" anchor="b" anchorCtr="0">
          <a:noAutofit/>
        </a:bodyPr>
        <a:lstStyle/>
        <a:p>
          <a:pPr marL="0" lvl="0" indent="0" algn="l" defTabSz="1555750">
            <a:lnSpc>
              <a:spcPct val="90000"/>
            </a:lnSpc>
            <a:spcBef>
              <a:spcPct val="0"/>
            </a:spcBef>
            <a:spcAft>
              <a:spcPct val="35000"/>
            </a:spcAft>
            <a:buNone/>
          </a:pPr>
          <a:r>
            <a:rPr lang="en-US" sz="3500" kern="1200" dirty="0">
              <a:solidFill>
                <a:schemeClr val="bg1"/>
              </a:solidFill>
            </a:rPr>
            <a:t>3</a:t>
          </a:r>
          <a:endParaRPr lang="en-IN" sz="3500" kern="1200" dirty="0">
            <a:solidFill>
              <a:schemeClr val="bg1"/>
            </a:solidFill>
          </a:endParaRPr>
        </a:p>
      </dsp:txBody>
      <dsp:txXfrm>
        <a:off x="2808758" y="3763709"/>
        <a:ext cx="7994158" cy="705861"/>
      </dsp:txXfrm>
    </dsp:sp>
    <dsp:sp modelId="{FBF40E2B-1E07-45A8-A5FB-BAE769D77EBB}">
      <dsp:nvSpPr>
        <dsp:cNvPr id="0" name=""/>
        <dsp:cNvSpPr/>
      </dsp:nvSpPr>
      <dsp:spPr>
        <a:xfrm>
          <a:off x="0" y="3763709"/>
          <a:ext cx="2808758" cy="705861"/>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675" tIns="66675" rIns="66675" bIns="66675" numCol="1" spcCol="1270" anchor="ctr" anchorCtr="0">
          <a:noAutofit/>
        </a:bodyPr>
        <a:lstStyle/>
        <a:p>
          <a:pPr marL="0" lvl="0" indent="0" algn="l" defTabSz="1555750">
            <a:lnSpc>
              <a:spcPct val="90000"/>
            </a:lnSpc>
            <a:spcBef>
              <a:spcPct val="0"/>
            </a:spcBef>
            <a:spcAft>
              <a:spcPct val="35000"/>
            </a:spcAft>
            <a:buNone/>
          </a:pPr>
          <a:r>
            <a:rPr lang="en-IN" sz="3500" kern="1200" dirty="0"/>
            <a:t>Specification:</a:t>
          </a:r>
        </a:p>
      </dsp:txBody>
      <dsp:txXfrm>
        <a:off x="34463" y="3798172"/>
        <a:ext cx="2739832" cy="671398"/>
      </dsp:txXfrm>
    </dsp:sp>
    <dsp:sp modelId="{D6C7553D-1A2D-43E1-A98E-70E237794D7F}">
      <dsp:nvSpPr>
        <dsp:cNvPr id="0" name=""/>
        <dsp:cNvSpPr/>
      </dsp:nvSpPr>
      <dsp:spPr>
        <a:xfrm>
          <a:off x="0" y="4469570"/>
          <a:ext cx="10802917" cy="14119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228600" lvl="1" indent="-228600" algn="just" defTabSz="977900">
            <a:lnSpc>
              <a:spcPct val="90000"/>
            </a:lnSpc>
            <a:spcBef>
              <a:spcPct val="0"/>
            </a:spcBef>
            <a:spcAft>
              <a:spcPct val="15000"/>
            </a:spcAft>
            <a:buChar char="•"/>
          </a:pPr>
          <a:r>
            <a:rPr lang="en-IN" sz="2200" kern="1200" dirty="0"/>
            <a:t>Documents used to control the procurement of equipment by laying down the performance and other associated criteria. </a:t>
          </a:r>
        </a:p>
        <a:p>
          <a:pPr marL="228600" lvl="1" indent="-228600" algn="just" defTabSz="977900">
            <a:lnSpc>
              <a:spcPct val="90000"/>
            </a:lnSpc>
            <a:spcBef>
              <a:spcPct val="0"/>
            </a:spcBef>
            <a:spcAft>
              <a:spcPct val="15000"/>
            </a:spcAft>
            <a:buChar char="•"/>
          </a:pPr>
          <a:r>
            <a:rPr lang="en-IN" sz="2200" kern="1200" dirty="0"/>
            <a:t>These documents usually cover design criteria, system performance, materials and technical data</a:t>
          </a:r>
        </a:p>
      </dsp:txBody>
      <dsp:txXfrm>
        <a:off x="0" y="4469570"/>
        <a:ext cx="10802917" cy="141193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B60BA6-E230-43B7-8EE0-0514AEA72BC3}">
      <dsp:nvSpPr>
        <dsp:cNvPr id="0" name=""/>
        <dsp:cNvSpPr/>
      </dsp:nvSpPr>
      <dsp:spPr>
        <a:xfrm>
          <a:off x="0" y="1609278"/>
          <a:ext cx="10769599"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E6557C8-A247-456D-82CD-ED3ED7B4231F}">
      <dsp:nvSpPr>
        <dsp:cNvPr id="0" name=""/>
        <dsp:cNvSpPr/>
      </dsp:nvSpPr>
      <dsp:spPr>
        <a:xfrm>
          <a:off x="2800095" y="230135"/>
          <a:ext cx="7969503" cy="1232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b" anchorCtr="0">
          <a:noAutofit/>
        </a:bodyPr>
        <a:lstStyle/>
        <a:p>
          <a:pPr marL="0" lvl="0" indent="0" algn="just" defTabSz="1244600">
            <a:lnSpc>
              <a:spcPct val="90000"/>
            </a:lnSpc>
            <a:spcBef>
              <a:spcPct val="0"/>
            </a:spcBef>
            <a:spcAft>
              <a:spcPct val="35000"/>
            </a:spcAft>
            <a:buNone/>
          </a:pPr>
          <a:r>
            <a:rPr lang="en-IN" sz="2800" kern="1200" dirty="0"/>
            <a:t>A standard is a multi-party agreement for establishment of an arbitrary criterion for reference</a:t>
          </a:r>
        </a:p>
      </dsp:txBody>
      <dsp:txXfrm>
        <a:off x="2800095" y="230135"/>
        <a:ext cx="7969503" cy="1232450"/>
      </dsp:txXfrm>
    </dsp:sp>
    <dsp:sp modelId="{373A618E-E6E9-4B0B-9D83-539AE2C48090}">
      <dsp:nvSpPr>
        <dsp:cNvPr id="0" name=""/>
        <dsp:cNvSpPr/>
      </dsp:nvSpPr>
      <dsp:spPr>
        <a:xfrm>
          <a:off x="0" y="184863"/>
          <a:ext cx="2800095" cy="1232450"/>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1422400">
            <a:lnSpc>
              <a:spcPct val="90000"/>
            </a:lnSpc>
            <a:spcBef>
              <a:spcPct val="0"/>
            </a:spcBef>
            <a:spcAft>
              <a:spcPct val="35000"/>
            </a:spcAft>
            <a:buNone/>
          </a:pPr>
          <a:r>
            <a:rPr lang="en-IN" sz="3200" kern="1200" dirty="0"/>
            <a:t>Standards:</a:t>
          </a:r>
        </a:p>
      </dsp:txBody>
      <dsp:txXfrm>
        <a:off x="60174" y="245037"/>
        <a:ext cx="2679747" cy="1172276"/>
      </dsp:txXfrm>
    </dsp:sp>
    <dsp:sp modelId="{75805146-8205-41AC-A57D-3A26993FC671}">
      <dsp:nvSpPr>
        <dsp:cNvPr id="0" name=""/>
        <dsp:cNvSpPr/>
      </dsp:nvSpPr>
      <dsp:spPr>
        <a:xfrm>
          <a:off x="0" y="1609278"/>
          <a:ext cx="10769599" cy="4631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228600" lvl="1" indent="-228600" algn="just" defTabSz="1066800">
            <a:lnSpc>
              <a:spcPct val="90000"/>
            </a:lnSpc>
            <a:spcBef>
              <a:spcPct val="0"/>
            </a:spcBef>
            <a:spcAft>
              <a:spcPct val="15000"/>
            </a:spcAft>
            <a:buChar char="•"/>
          </a:pPr>
          <a:r>
            <a:rPr lang="en-IN" sz="2400" kern="1200" dirty="0"/>
            <a:t>Alternatively standard is prescribed set of:</a:t>
          </a:r>
        </a:p>
        <a:p>
          <a:pPr marL="457200" lvl="2" indent="-228600" algn="just" defTabSz="889000">
            <a:lnSpc>
              <a:spcPct val="90000"/>
            </a:lnSpc>
            <a:spcBef>
              <a:spcPct val="0"/>
            </a:spcBef>
            <a:spcAft>
              <a:spcPct val="15000"/>
            </a:spcAft>
            <a:buChar char="•"/>
          </a:pPr>
          <a:r>
            <a:rPr lang="en-IN" sz="2000" kern="1200" dirty="0"/>
            <a:t>Rules</a:t>
          </a:r>
        </a:p>
        <a:p>
          <a:pPr marL="457200" lvl="2" indent="-228600" algn="just" defTabSz="889000">
            <a:lnSpc>
              <a:spcPct val="90000"/>
            </a:lnSpc>
            <a:spcBef>
              <a:spcPct val="0"/>
            </a:spcBef>
            <a:spcAft>
              <a:spcPct val="15000"/>
            </a:spcAft>
            <a:buChar char="•"/>
          </a:pPr>
          <a:r>
            <a:rPr lang="en-IN" sz="2000" kern="1200" dirty="0"/>
            <a:t>Conditions or classification of components</a:t>
          </a:r>
        </a:p>
        <a:p>
          <a:pPr marL="457200" lvl="2" indent="-228600" algn="just" defTabSz="889000">
            <a:lnSpc>
              <a:spcPct val="90000"/>
            </a:lnSpc>
            <a:spcBef>
              <a:spcPct val="0"/>
            </a:spcBef>
            <a:spcAft>
              <a:spcPct val="15000"/>
            </a:spcAft>
            <a:buChar char="•"/>
          </a:pPr>
          <a:r>
            <a:rPr lang="en-IN" sz="2000" kern="1200" dirty="0"/>
            <a:t>Delineation of procedures</a:t>
          </a:r>
        </a:p>
        <a:p>
          <a:pPr marL="457200" lvl="2" indent="-228600" algn="just" defTabSz="889000">
            <a:lnSpc>
              <a:spcPct val="90000"/>
            </a:lnSpc>
            <a:spcBef>
              <a:spcPct val="0"/>
            </a:spcBef>
            <a:spcAft>
              <a:spcPct val="15000"/>
            </a:spcAft>
            <a:buChar char="•"/>
          </a:pPr>
          <a:r>
            <a:rPr lang="en-IN" sz="2000" kern="1200" dirty="0"/>
            <a:t>Specification of materials</a:t>
          </a:r>
        </a:p>
        <a:p>
          <a:pPr marL="457200" lvl="2" indent="-228600" algn="just" defTabSz="889000">
            <a:lnSpc>
              <a:spcPct val="90000"/>
            </a:lnSpc>
            <a:spcBef>
              <a:spcPct val="0"/>
            </a:spcBef>
            <a:spcAft>
              <a:spcPct val="15000"/>
            </a:spcAft>
            <a:buChar char="•"/>
          </a:pPr>
          <a:r>
            <a:rPr lang="en-IN" sz="2000" kern="1200" dirty="0"/>
            <a:t>Performance</a:t>
          </a:r>
        </a:p>
        <a:p>
          <a:pPr marL="457200" lvl="2" indent="-228600" algn="just" defTabSz="889000">
            <a:lnSpc>
              <a:spcPct val="90000"/>
            </a:lnSpc>
            <a:spcBef>
              <a:spcPct val="0"/>
            </a:spcBef>
            <a:spcAft>
              <a:spcPct val="15000"/>
            </a:spcAft>
            <a:buChar char="•"/>
          </a:pPr>
          <a:r>
            <a:rPr lang="en-IN" sz="2000" kern="1200" dirty="0"/>
            <a:t>Design or operations</a:t>
          </a:r>
        </a:p>
        <a:p>
          <a:pPr marL="457200" lvl="2" indent="-228600" algn="just" defTabSz="889000">
            <a:lnSpc>
              <a:spcPct val="90000"/>
            </a:lnSpc>
            <a:spcBef>
              <a:spcPct val="0"/>
            </a:spcBef>
            <a:spcAft>
              <a:spcPct val="15000"/>
            </a:spcAft>
            <a:buChar char="•"/>
          </a:pPr>
          <a:r>
            <a:rPr lang="en-IN" sz="2000" kern="1200" dirty="0"/>
            <a:t>Measurements of quality and quality in describing materials, products, systems, services or practice</a:t>
          </a:r>
        </a:p>
        <a:p>
          <a:pPr marL="228600" lvl="1" indent="-228600" algn="just" defTabSz="1066800">
            <a:lnSpc>
              <a:spcPct val="90000"/>
            </a:lnSpc>
            <a:spcBef>
              <a:spcPct val="0"/>
            </a:spcBef>
            <a:spcAft>
              <a:spcPct val="15000"/>
            </a:spcAft>
            <a:buChar char="•"/>
          </a:pPr>
          <a:r>
            <a:rPr lang="en-IN" sz="2400" kern="1200" dirty="0"/>
            <a:t>Standards exist that address systems (protection of the electrical power distribution systems from faults), individuals (measure to reduce potential electric shock hazards) and protection of the environment (disposal of medical waste)</a:t>
          </a:r>
        </a:p>
      </dsp:txBody>
      <dsp:txXfrm>
        <a:off x="0" y="1609278"/>
        <a:ext cx="10769599" cy="463135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8A6003-67BB-42CE-9A1F-AF032447FB9D}">
      <dsp:nvSpPr>
        <dsp:cNvPr id="0" name=""/>
        <dsp:cNvSpPr/>
      </dsp:nvSpPr>
      <dsp:spPr>
        <a:xfrm>
          <a:off x="0" y="2191"/>
          <a:ext cx="10769703" cy="711331"/>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Medical devices were classified into</a:t>
          </a:r>
          <a:endParaRPr lang="en-IN" sz="3200" kern="1200" dirty="0"/>
        </a:p>
      </dsp:txBody>
      <dsp:txXfrm>
        <a:off x="20834" y="23025"/>
        <a:ext cx="10728035" cy="669663"/>
      </dsp:txXfrm>
    </dsp:sp>
    <dsp:sp modelId="{72EB0BA4-E4AB-4772-B16D-171F0CE46CA3}">
      <dsp:nvSpPr>
        <dsp:cNvPr id="0" name=""/>
        <dsp:cNvSpPr/>
      </dsp:nvSpPr>
      <dsp:spPr>
        <a:xfrm>
          <a:off x="5263" y="1193411"/>
          <a:ext cx="10769703" cy="4634385"/>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180975" lvl="0" indent="0" algn="just" defTabSz="1066800">
            <a:lnSpc>
              <a:spcPct val="90000"/>
            </a:lnSpc>
            <a:spcBef>
              <a:spcPct val="0"/>
            </a:spcBef>
            <a:spcAft>
              <a:spcPct val="35000"/>
            </a:spcAft>
            <a:buNone/>
          </a:pPr>
          <a:r>
            <a:rPr lang="en-US" sz="2400" kern="1200" dirty="0"/>
            <a:t>Class I</a:t>
          </a:r>
        </a:p>
        <a:p>
          <a:pPr marL="180975" lvl="0" indent="0" algn="just" defTabSz="1066800">
            <a:lnSpc>
              <a:spcPct val="90000"/>
            </a:lnSpc>
            <a:spcBef>
              <a:spcPct val="0"/>
            </a:spcBef>
            <a:spcAft>
              <a:spcPct val="35000"/>
            </a:spcAft>
            <a:buNone/>
          </a:pPr>
          <a:r>
            <a:rPr lang="en-US" sz="2400" kern="1200" dirty="0"/>
            <a:t>Class II</a:t>
          </a:r>
        </a:p>
        <a:p>
          <a:pPr marL="180975" lvl="0" indent="0" algn="just" defTabSz="1066800">
            <a:lnSpc>
              <a:spcPct val="90000"/>
            </a:lnSpc>
            <a:spcBef>
              <a:spcPct val="0"/>
            </a:spcBef>
            <a:spcAft>
              <a:spcPct val="35000"/>
            </a:spcAft>
            <a:buNone/>
          </a:pPr>
          <a:r>
            <a:rPr lang="en-US" sz="2400" kern="1200" dirty="0"/>
            <a:t>Class III </a:t>
          </a:r>
        </a:p>
        <a:p>
          <a:pPr marL="0" lvl="0" algn="just" defTabSz="1066800">
            <a:lnSpc>
              <a:spcPct val="90000"/>
            </a:lnSpc>
            <a:spcBef>
              <a:spcPct val="0"/>
            </a:spcBef>
            <a:spcAft>
              <a:spcPct val="35000"/>
            </a:spcAft>
            <a:buNone/>
          </a:pPr>
          <a:r>
            <a:rPr lang="en-US" sz="2800" kern="1200" dirty="0"/>
            <a:t>It was based on the principle that devices that pose greater potential hazards should be subject to more regulatory requirements </a:t>
          </a:r>
          <a:endParaRPr lang="en-IN" sz="2800" kern="1200" dirty="0"/>
        </a:p>
      </dsp:txBody>
      <dsp:txXfrm>
        <a:off x="141000" y="1329148"/>
        <a:ext cx="10498229" cy="436291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A8E3D4-4116-4DCB-9D8B-91E90AEA0D5A}">
      <dsp:nvSpPr>
        <dsp:cNvPr id="0" name=""/>
        <dsp:cNvSpPr/>
      </dsp:nvSpPr>
      <dsp:spPr>
        <a:xfrm>
          <a:off x="0" y="5910715"/>
          <a:ext cx="10722107"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97B209A-6DA4-4B1E-A0CE-25105BC56CDF}">
      <dsp:nvSpPr>
        <dsp:cNvPr id="0" name=""/>
        <dsp:cNvSpPr/>
      </dsp:nvSpPr>
      <dsp:spPr>
        <a:xfrm>
          <a:off x="0" y="4113153"/>
          <a:ext cx="10722107"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A8F6247-2710-4203-9FC4-42C860DB42D3}">
      <dsp:nvSpPr>
        <dsp:cNvPr id="0" name=""/>
        <dsp:cNvSpPr/>
      </dsp:nvSpPr>
      <dsp:spPr>
        <a:xfrm>
          <a:off x="0" y="2237455"/>
          <a:ext cx="10722107"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B3EB9A0-2FA5-45E5-B45B-BBCD91C12F8A}">
      <dsp:nvSpPr>
        <dsp:cNvPr id="0" name=""/>
        <dsp:cNvSpPr/>
      </dsp:nvSpPr>
      <dsp:spPr>
        <a:xfrm>
          <a:off x="0" y="554843"/>
          <a:ext cx="10722107"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35F5AFD-978D-48D1-87BC-9DAC94272D67}">
      <dsp:nvSpPr>
        <dsp:cNvPr id="0" name=""/>
        <dsp:cNvSpPr/>
      </dsp:nvSpPr>
      <dsp:spPr>
        <a:xfrm>
          <a:off x="2787747" y="3221"/>
          <a:ext cx="7934359" cy="5516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1066800">
            <a:lnSpc>
              <a:spcPct val="90000"/>
            </a:lnSpc>
            <a:spcBef>
              <a:spcPct val="0"/>
            </a:spcBef>
            <a:spcAft>
              <a:spcPct val="35000"/>
            </a:spcAft>
            <a:buNone/>
          </a:pPr>
          <a:r>
            <a:rPr lang="en-US" sz="2400" b="1" kern="1200" dirty="0"/>
            <a:t>General Controls: </a:t>
          </a:r>
          <a:endParaRPr lang="en-IN" sz="2400" b="1" kern="1200" dirty="0"/>
        </a:p>
      </dsp:txBody>
      <dsp:txXfrm>
        <a:off x="2787747" y="3221"/>
        <a:ext cx="7934359" cy="551621"/>
      </dsp:txXfrm>
    </dsp:sp>
    <dsp:sp modelId="{5EBF5B3A-1F0C-4BE1-BBA3-7D0400D05205}">
      <dsp:nvSpPr>
        <dsp:cNvPr id="0" name=""/>
        <dsp:cNvSpPr/>
      </dsp:nvSpPr>
      <dsp:spPr>
        <a:xfrm>
          <a:off x="0" y="3221"/>
          <a:ext cx="2787747" cy="551621"/>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US" sz="2400" kern="1200" dirty="0"/>
            <a:t>Class I </a:t>
          </a:r>
          <a:endParaRPr lang="en-IN" sz="2400" kern="1200" dirty="0"/>
        </a:p>
      </dsp:txBody>
      <dsp:txXfrm>
        <a:off x="26933" y="30154"/>
        <a:ext cx="2733881" cy="524688"/>
      </dsp:txXfrm>
    </dsp:sp>
    <dsp:sp modelId="{7989ED2B-4FA1-4FCE-BBED-0409944BA8DD}">
      <dsp:nvSpPr>
        <dsp:cNvPr id="0" name=""/>
        <dsp:cNvSpPr/>
      </dsp:nvSpPr>
      <dsp:spPr>
        <a:xfrm>
          <a:off x="0" y="617468"/>
          <a:ext cx="10722107" cy="11034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228600" lvl="1" indent="-228600" algn="just" defTabSz="889000">
            <a:lnSpc>
              <a:spcPct val="90000"/>
            </a:lnSpc>
            <a:spcBef>
              <a:spcPct val="0"/>
            </a:spcBef>
            <a:spcAft>
              <a:spcPct val="15000"/>
            </a:spcAft>
            <a:buChar char="•"/>
          </a:pPr>
          <a:r>
            <a:rPr lang="en-US" sz="2000" kern="1200" dirty="0"/>
            <a:t>Manufacturers are required to perform registration, premarketing notification, record keeping, labeling, reporting of adverse experiences, and good manufacturing practices, these controls apply to all three classes.</a:t>
          </a:r>
          <a:endParaRPr lang="en-IN" sz="2000" kern="1200" dirty="0"/>
        </a:p>
      </dsp:txBody>
      <dsp:txXfrm>
        <a:off x="0" y="617468"/>
        <a:ext cx="10722107" cy="1103409"/>
      </dsp:txXfrm>
    </dsp:sp>
    <dsp:sp modelId="{2165CCE0-48BD-4820-A704-28B1FC504E29}">
      <dsp:nvSpPr>
        <dsp:cNvPr id="0" name=""/>
        <dsp:cNvSpPr/>
      </dsp:nvSpPr>
      <dsp:spPr>
        <a:xfrm>
          <a:off x="2787747" y="1685833"/>
          <a:ext cx="7934359" cy="5516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1066800">
            <a:lnSpc>
              <a:spcPct val="90000"/>
            </a:lnSpc>
            <a:spcBef>
              <a:spcPct val="0"/>
            </a:spcBef>
            <a:spcAft>
              <a:spcPct val="35000"/>
            </a:spcAft>
            <a:buNone/>
          </a:pPr>
          <a:r>
            <a:rPr lang="en-US" sz="2400" b="1" kern="1200" dirty="0"/>
            <a:t>Performance Standards: </a:t>
          </a:r>
          <a:endParaRPr lang="en-IN" sz="2400" b="1" kern="1200" dirty="0"/>
        </a:p>
      </dsp:txBody>
      <dsp:txXfrm>
        <a:off x="2787747" y="1685833"/>
        <a:ext cx="7934359" cy="551621"/>
      </dsp:txXfrm>
    </dsp:sp>
    <dsp:sp modelId="{A83EDFF8-7352-4455-B70E-3C238A69CB1F}">
      <dsp:nvSpPr>
        <dsp:cNvPr id="0" name=""/>
        <dsp:cNvSpPr/>
      </dsp:nvSpPr>
      <dsp:spPr>
        <a:xfrm>
          <a:off x="0" y="1685833"/>
          <a:ext cx="2787747" cy="551621"/>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US" sz="2400" kern="1200" dirty="0"/>
            <a:t>Class II </a:t>
          </a:r>
          <a:endParaRPr lang="en-IN" sz="2400" kern="1200" dirty="0"/>
        </a:p>
      </dsp:txBody>
      <dsp:txXfrm>
        <a:off x="26933" y="1712766"/>
        <a:ext cx="2733881" cy="524688"/>
      </dsp:txXfrm>
    </dsp:sp>
    <dsp:sp modelId="{11573F93-BFBF-49AD-9CF0-3D73D23B8334}">
      <dsp:nvSpPr>
        <dsp:cNvPr id="0" name=""/>
        <dsp:cNvSpPr/>
      </dsp:nvSpPr>
      <dsp:spPr>
        <a:xfrm>
          <a:off x="0" y="2237455"/>
          <a:ext cx="10722107" cy="12964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228600" lvl="1" indent="-228600" algn="just" defTabSz="889000">
            <a:lnSpc>
              <a:spcPct val="90000"/>
            </a:lnSpc>
            <a:spcBef>
              <a:spcPct val="0"/>
            </a:spcBef>
            <a:spcAft>
              <a:spcPct val="15000"/>
            </a:spcAft>
            <a:buChar char="•"/>
          </a:pPr>
          <a:r>
            <a:rPr lang="en-US" sz="2000" kern="1200" dirty="0"/>
            <a:t>Apply to devices for reasonable assurance of safety and efficacy, and for which existing information is sufficient to establish a performance standard. </a:t>
          </a:r>
          <a:endParaRPr lang="en-IN" sz="2000" kern="1200" dirty="0"/>
        </a:p>
        <a:p>
          <a:pPr marL="228600" lvl="1" indent="-228600" algn="just" defTabSz="889000">
            <a:lnSpc>
              <a:spcPct val="90000"/>
            </a:lnSpc>
            <a:spcBef>
              <a:spcPct val="0"/>
            </a:spcBef>
            <a:spcAft>
              <a:spcPct val="15000"/>
            </a:spcAft>
            <a:buChar char="•"/>
          </a:pPr>
          <a:r>
            <a:rPr lang="en-US" sz="2000" kern="1200" dirty="0"/>
            <a:t>However, until performance standards are developed by regulation, only general control apply.</a:t>
          </a:r>
          <a:endParaRPr lang="en-IN" sz="2000" kern="1200" dirty="0"/>
        </a:p>
      </dsp:txBody>
      <dsp:txXfrm>
        <a:off x="0" y="2237455"/>
        <a:ext cx="10722107" cy="1296494"/>
      </dsp:txXfrm>
    </dsp:sp>
    <dsp:sp modelId="{3AFAD955-6C84-44BA-BFFA-FB3F21D9B8AD}">
      <dsp:nvSpPr>
        <dsp:cNvPr id="0" name=""/>
        <dsp:cNvSpPr/>
      </dsp:nvSpPr>
      <dsp:spPr>
        <a:xfrm>
          <a:off x="2787747" y="3561531"/>
          <a:ext cx="7934359" cy="5516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1066800">
            <a:lnSpc>
              <a:spcPct val="90000"/>
            </a:lnSpc>
            <a:spcBef>
              <a:spcPct val="0"/>
            </a:spcBef>
            <a:spcAft>
              <a:spcPct val="35000"/>
            </a:spcAft>
            <a:buNone/>
          </a:pPr>
          <a:r>
            <a:rPr lang="en-US" sz="2400" b="1" kern="1200" dirty="0"/>
            <a:t>Premarketing Approval: </a:t>
          </a:r>
          <a:endParaRPr lang="en-IN" sz="2400" b="1" kern="1200" dirty="0"/>
        </a:p>
      </dsp:txBody>
      <dsp:txXfrm>
        <a:off x="2787747" y="3561531"/>
        <a:ext cx="7934359" cy="551621"/>
      </dsp:txXfrm>
    </dsp:sp>
    <dsp:sp modelId="{B919640F-0B48-4DDF-8254-D4A8EDC16923}">
      <dsp:nvSpPr>
        <dsp:cNvPr id="0" name=""/>
        <dsp:cNvSpPr/>
      </dsp:nvSpPr>
      <dsp:spPr>
        <a:xfrm>
          <a:off x="0" y="3561531"/>
          <a:ext cx="2787747" cy="551621"/>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US" sz="2400" kern="1200" dirty="0"/>
            <a:t>Class III </a:t>
          </a:r>
          <a:endParaRPr lang="en-IN" sz="2400" kern="1200" dirty="0"/>
        </a:p>
      </dsp:txBody>
      <dsp:txXfrm>
        <a:off x="26933" y="3588464"/>
        <a:ext cx="2733881" cy="524688"/>
      </dsp:txXfrm>
    </dsp:sp>
    <dsp:sp modelId="{6D72E6B7-BA24-4DF4-B6C4-84D60AFAB7FD}">
      <dsp:nvSpPr>
        <dsp:cNvPr id="0" name=""/>
        <dsp:cNvSpPr/>
      </dsp:nvSpPr>
      <dsp:spPr>
        <a:xfrm>
          <a:off x="0" y="4113153"/>
          <a:ext cx="10722107" cy="8943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228600" lvl="1" indent="-228600" algn="just" defTabSz="889000">
            <a:lnSpc>
              <a:spcPct val="90000"/>
            </a:lnSpc>
            <a:spcBef>
              <a:spcPct val="0"/>
            </a:spcBef>
            <a:spcAft>
              <a:spcPct val="15000"/>
            </a:spcAft>
            <a:buChar char="•"/>
          </a:pPr>
          <a:r>
            <a:rPr lang="en-US" sz="2000" kern="1200" dirty="0"/>
            <a:t>Such approval is required for devices used in supporting or sustaining human life and preventing impairment of human health</a:t>
          </a:r>
          <a:endParaRPr lang="en-IN" sz="2000" kern="1200" dirty="0"/>
        </a:p>
      </dsp:txBody>
      <dsp:txXfrm>
        <a:off x="0" y="4113153"/>
        <a:ext cx="10722107" cy="894313"/>
      </dsp:txXfrm>
    </dsp:sp>
    <dsp:sp modelId="{A46ACAF8-DD98-4F5F-9677-674F4C39A95A}">
      <dsp:nvSpPr>
        <dsp:cNvPr id="0" name=""/>
        <dsp:cNvSpPr/>
      </dsp:nvSpPr>
      <dsp:spPr>
        <a:xfrm>
          <a:off x="2772828" y="5276357"/>
          <a:ext cx="7934359" cy="551621"/>
        </a:xfrm>
        <a:prstGeom prst="rect">
          <a:avLst/>
        </a:prstGeom>
        <a:noFill/>
        <a:ln>
          <a:noFill/>
        </a:ln>
        <a:effectLst/>
      </dsp:spPr>
      <dsp:style>
        <a:lnRef idx="0">
          <a:scrgbClr r="0" g="0" b="0"/>
        </a:lnRef>
        <a:fillRef idx="0">
          <a:scrgbClr r="0" g="0" b="0"/>
        </a:fillRef>
        <a:effectRef idx="0">
          <a:scrgbClr r="0" g="0" b="0"/>
        </a:effectRef>
        <a:fontRef idx="minor"/>
      </dsp:style>
    </dsp:sp>
    <dsp:sp modelId="{92544C21-E4D2-4137-9226-28A1F476DBE0}">
      <dsp:nvSpPr>
        <dsp:cNvPr id="0" name=""/>
        <dsp:cNvSpPr/>
      </dsp:nvSpPr>
      <dsp:spPr>
        <a:xfrm>
          <a:off x="10" y="5035047"/>
          <a:ext cx="10722096" cy="971488"/>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just" defTabSz="977900">
            <a:lnSpc>
              <a:spcPct val="90000"/>
            </a:lnSpc>
            <a:spcBef>
              <a:spcPct val="0"/>
            </a:spcBef>
            <a:spcAft>
              <a:spcPct val="35000"/>
            </a:spcAft>
            <a:buNone/>
          </a:pPr>
          <a:r>
            <a:rPr lang="en-US" sz="2200" kern="1200" dirty="0"/>
            <a:t>The FDA has extensively regulated these devices by requiring manufactures to prove their safety and effectiveness prior to market release. </a:t>
          </a:r>
          <a:endParaRPr lang="en-IN" sz="2200" kern="1200" dirty="0"/>
        </a:p>
      </dsp:txBody>
      <dsp:txXfrm>
        <a:off x="47443" y="5082480"/>
        <a:ext cx="10627230" cy="924055"/>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0.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9/20/2023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9/20/2023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E412D53-8694-46CE-BCBE-8B1881A41CCE}"/>
              </a:ext>
            </a:extLst>
          </p:cNvPr>
          <p:cNvSpPr>
            <a:spLocks noGrp="1"/>
          </p:cNvSpPr>
          <p:nvPr>
            <p:ph type="dt" sz="half" idx="10"/>
          </p:nvPr>
        </p:nvSpPr>
        <p:spPr/>
        <p:txBody>
          <a:bodyPr/>
          <a:lstStyle>
            <a:lvl1pPr>
              <a:defRPr/>
            </a:lvl1pPr>
          </a:lstStyle>
          <a:p>
            <a:pPr>
              <a:defRPr/>
            </a:pPr>
            <a:fld id="{26A85860-796E-4F17-A3D6-20B1BF2F6E2D}" type="datetime1">
              <a:rPr lang="en-IN"/>
              <a:pPr>
                <a:defRPr/>
              </a:pPr>
              <a:t>20-09-2023</a:t>
            </a:fld>
            <a:endParaRPr lang="en-IN"/>
          </a:p>
        </p:txBody>
      </p:sp>
      <p:sp>
        <p:nvSpPr>
          <p:cNvPr id="5" name="Footer Placeholder 4">
            <a:extLst>
              <a:ext uri="{FF2B5EF4-FFF2-40B4-BE49-F238E27FC236}">
                <a16:creationId xmlns:a16="http://schemas.microsoft.com/office/drawing/2014/main" id="{0901A12B-EB51-4B2C-983A-B4F629470F7C}"/>
              </a:ext>
            </a:extLst>
          </p:cNvPr>
          <p:cNvSpPr>
            <a:spLocks noGrp="1"/>
          </p:cNvSpPr>
          <p:nvPr>
            <p:ph type="ftr" sz="quarter" idx="11"/>
          </p:nvPr>
        </p:nvSpPr>
        <p:spPr/>
        <p:txBody>
          <a:bodyPr/>
          <a:lstStyle>
            <a:lvl1pPr>
              <a:defRPr/>
            </a:lvl1pPr>
          </a:lstStyle>
          <a:p>
            <a:pPr>
              <a:defRPr/>
            </a:pPr>
            <a:r>
              <a:rPr lang="en-IN"/>
              <a:t>Biology for Engineers</a:t>
            </a:r>
          </a:p>
        </p:txBody>
      </p:sp>
      <p:sp>
        <p:nvSpPr>
          <p:cNvPr id="6" name="Slide Number Placeholder 5">
            <a:extLst>
              <a:ext uri="{FF2B5EF4-FFF2-40B4-BE49-F238E27FC236}">
                <a16:creationId xmlns:a16="http://schemas.microsoft.com/office/drawing/2014/main" id="{8490A95F-C38C-460D-A8A8-E89A56AD0711}"/>
              </a:ext>
            </a:extLst>
          </p:cNvPr>
          <p:cNvSpPr>
            <a:spLocks noGrp="1"/>
          </p:cNvSpPr>
          <p:nvPr>
            <p:ph type="sldNum" sz="quarter" idx="12"/>
          </p:nvPr>
        </p:nvSpPr>
        <p:spPr/>
        <p:txBody>
          <a:bodyPr/>
          <a:lstStyle>
            <a:lvl1pPr>
              <a:defRPr/>
            </a:lvl1pPr>
          </a:lstStyle>
          <a:p>
            <a:pPr>
              <a:defRPr/>
            </a:pPr>
            <a:fld id="{FFFE9A7A-8A6C-4E0C-A578-931B7B729D49}" type="slidenum">
              <a:rPr lang="en-IN"/>
              <a:pPr>
                <a:defRPr/>
              </a:pPr>
              <a:t>‹#›</a:t>
            </a:fld>
            <a:endParaRPr lang="en-IN"/>
          </a:p>
        </p:txBody>
      </p:sp>
    </p:spTree>
    <p:extLst>
      <p:ext uri="{BB962C8B-B14F-4D97-AF65-F5344CB8AC3E}">
        <p14:creationId xmlns:p14="http://schemas.microsoft.com/office/powerpoint/2010/main" val="6756939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16"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images.app.goo.gl/5obqqxo93P2UBmdU6" TargetMode="Externa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7.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7.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7.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7.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7.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39.xml.rels><?xml version="1.0" encoding="UTF-8" standalone="yes"?>
<Relationships xmlns="http://schemas.openxmlformats.org/package/2006/relationships"><Relationship Id="rId3" Type="http://schemas.openxmlformats.org/officeDocument/2006/relationships/hyperlink" Target="https://www.utoledo.edu/engineering/bioengineering/undergrad/prospective/whatisbioe.html#:~:text=Bioengineering%20is%20the%20application%20of,health%20care%20and%20other%20fields" TargetMode="External"/><Relationship Id="rId2" Type="http://schemas.openxmlformats.org/officeDocument/2006/relationships/hyperlink" Target="https://nptel.ac.in/courses/121/106/121106008/" TargetMode="External"/><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hyperlink" Target="https://youtu.be/FBUpnG1G4yQ" TargetMode="External"/><Relationship Id="rId4" Type="http://schemas.openxmlformats.org/officeDocument/2006/relationships/hyperlink" Target="https://i.pinimg.com/originals/68/c9/30/68c930e95113ceb2e3dfc9de2f164680.png"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3">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descr="This is a logo of chandigarh University" title="chandigarh university"/>
          <p:cNvPicPr>
            <a:picLocks noChangeAspect="1"/>
          </p:cNvPicPr>
          <p:nvPr/>
        </p:nvPicPr>
        <p:blipFill>
          <a:blip r:embed="rId4">
            <a:extLst>
              <a:ext uri="{BEBA8EAE-BF5A-486C-A8C5-ECC9F3942E4B}">
                <a14:imgProps xmlns:a14="http://schemas.microsoft.com/office/drawing/2010/main">
                  <a14:imgLayer r:embed="rId5">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1410789" y="1554480"/>
            <a:ext cx="9780386" cy="4773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800" b="1" dirty="0">
                <a:latin typeface="Times New Roman" pitchFamily="18" charset="0"/>
                <a:ea typeface="Karla" pitchFamily="2" charset="0"/>
                <a:cs typeface="Times New Roman" pitchFamily="18" charset="0"/>
              </a:rPr>
              <a:t>UNIVERSITY INSTITUTE OF SCIENCES</a:t>
            </a:r>
          </a:p>
          <a:p>
            <a:pPr lvl="0" algn="ctr" defTabSz="622300">
              <a:lnSpc>
                <a:spcPct val="90000"/>
              </a:lnSpc>
              <a:spcBef>
                <a:spcPct val="0"/>
              </a:spcBef>
              <a:spcAft>
                <a:spcPct val="35000"/>
              </a:spcAft>
            </a:pPr>
            <a:r>
              <a:rPr lang="en-US" sz="2800" b="1" dirty="0">
                <a:latin typeface="Times New Roman" pitchFamily="18" charset="0"/>
                <a:ea typeface="Karla" pitchFamily="2" charset="0"/>
                <a:cs typeface="Times New Roman" pitchFamily="18" charset="0"/>
              </a:rPr>
              <a:t>Academic Unit V</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(Computer Science &amp; Engineering) </a:t>
            </a:r>
          </a:p>
          <a:p>
            <a:pPr lvl="0" algn="ctr" defTabSz="622300">
              <a:lnSpc>
                <a:spcPct val="90000"/>
              </a:lnSpc>
              <a:spcBef>
                <a:spcPct val="0"/>
              </a:spcBef>
              <a:spcAft>
                <a:spcPct val="35000"/>
              </a:spcAft>
            </a:pPr>
            <a:r>
              <a:rPr lang="en-US" altLang="en-US" sz="2800" dirty="0">
                <a:ln w="0"/>
                <a:effectLst>
                  <a:outerShdw blurRad="38100" dist="19050" dir="2700000" algn="tl" rotWithShape="0">
                    <a:schemeClr val="dk1">
                      <a:alpha val="40000"/>
                    </a:schemeClr>
                  </a:outerShdw>
                </a:effectLst>
                <a:latin typeface="+mn-lt"/>
                <a:ea typeface="Calibri" panose="020F0502020204030204" pitchFamily="34" charset="0"/>
                <a:cs typeface="Times New Roman" panose="02020603050405020304" pitchFamily="18" charset="0"/>
              </a:rPr>
              <a:t>Biology For Engineers </a:t>
            </a:r>
            <a:br>
              <a:rPr lang="en-US" altLang="en-US" sz="2800" dirty="0">
                <a:ln w="0"/>
                <a:effectLst>
                  <a:outerShdw blurRad="38100" dist="19050" dir="2700000" algn="tl" rotWithShape="0">
                    <a:schemeClr val="dk1">
                      <a:alpha val="40000"/>
                    </a:schemeClr>
                  </a:outerShdw>
                </a:effectLst>
                <a:latin typeface="+mn-lt"/>
                <a:ea typeface="Calibri" panose="020F0502020204030204" pitchFamily="34" charset="0"/>
                <a:cs typeface="Times New Roman" panose="02020603050405020304" pitchFamily="18" charset="0"/>
              </a:rPr>
            </a:br>
            <a:r>
              <a:rPr lang="en-US" altLang="en-US" sz="2800" dirty="0">
                <a:ln w="0"/>
                <a:effectLst>
                  <a:outerShdw blurRad="38100" dist="19050" dir="2700000" algn="tl" rotWithShape="0">
                    <a:schemeClr val="dk1">
                      <a:alpha val="40000"/>
                    </a:schemeClr>
                  </a:outerShdw>
                </a:effectLst>
                <a:latin typeface="+mn-lt"/>
                <a:ea typeface="Calibri" panose="020F0502020204030204" pitchFamily="34" charset="0"/>
                <a:cs typeface="Times New Roman" panose="02020603050405020304" pitchFamily="18" charset="0"/>
              </a:rPr>
              <a:t>23SZT148</a:t>
            </a:r>
            <a:endParaRPr lang="en-US" sz="2800" b="1" dirty="0">
              <a:solidFill>
                <a:prstClr val="black">
                  <a:lumMod val="85000"/>
                  <a:lumOff val="15000"/>
                </a:prstClr>
              </a:solidFill>
              <a:latin typeface="+mn-lt"/>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a:t>
            </a:r>
          </a:p>
          <a:p>
            <a:r>
              <a:rPr lang="en-US" altLang="en-US" sz="2400" dirty="0"/>
              <a:t>Smart Medical Instrumentation Systems </a:t>
            </a:r>
            <a:endParaRPr lang="en-US" sz="2400" dirty="0">
              <a:latin typeface="Raleway ExtraBold" pitchFamily="34" charset="-52"/>
            </a:endParaRPr>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4A225-0C39-41B8-8156-52FA829B56EA}"/>
              </a:ext>
            </a:extLst>
          </p:cNvPr>
          <p:cNvSpPr>
            <a:spLocks noGrp="1"/>
          </p:cNvSpPr>
          <p:nvPr>
            <p:ph type="title"/>
          </p:nvPr>
        </p:nvSpPr>
        <p:spPr>
          <a:xfrm>
            <a:off x="1205327" y="921373"/>
            <a:ext cx="6056313" cy="715962"/>
          </a:xfrm>
        </p:spPr>
        <p:txBody>
          <a:bodyPr>
            <a:normAutofit/>
          </a:bodyPr>
          <a:lstStyle/>
          <a:p>
            <a:pPr algn="ctr" eaLnBrk="1" fontAlgn="auto" hangingPunct="1">
              <a:spcAft>
                <a:spcPts val="0"/>
              </a:spcAft>
              <a:defRPr/>
            </a:pPr>
            <a:r>
              <a:rPr lang="en-US" b="1" dirty="0">
                <a:solidFill>
                  <a:schemeClr val="tx1">
                    <a:lumMod val="75000"/>
                    <a:lumOff val="25000"/>
                  </a:schemeClr>
                </a:solidFill>
                <a:cs typeface="Times New Roman" panose="02020603050405020304" pitchFamily="18" charset="0"/>
              </a:rPr>
              <a:t>Course Outcome </a:t>
            </a:r>
            <a:endParaRPr lang="en-IN" dirty="0">
              <a:solidFill>
                <a:schemeClr val="tx1">
                  <a:lumMod val="75000"/>
                  <a:lumOff val="25000"/>
                </a:schemeClr>
              </a:solidFill>
            </a:endParaRPr>
          </a:p>
        </p:txBody>
      </p:sp>
      <p:sp>
        <p:nvSpPr>
          <p:cNvPr id="7" name="Rectangle 6">
            <a:extLst>
              <a:ext uri="{FF2B5EF4-FFF2-40B4-BE49-F238E27FC236}">
                <a16:creationId xmlns:a16="http://schemas.microsoft.com/office/drawing/2014/main" id="{A95C3D83-8F2E-42AB-9062-CA4D5D042D8B}"/>
              </a:ext>
            </a:extLst>
          </p:cNvPr>
          <p:cNvSpPr/>
          <p:nvPr/>
        </p:nvSpPr>
        <p:spPr>
          <a:xfrm>
            <a:off x="8169275" y="5022850"/>
            <a:ext cx="3300413" cy="6731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dirty="0">
                <a:solidFill>
                  <a:schemeClr val="tx1"/>
                </a:solidFill>
                <a:latin typeface="Times New Roman" panose="02020603050405020304" pitchFamily="18" charset="0"/>
                <a:cs typeface="Times New Roman" panose="02020603050405020304" pitchFamily="18" charset="0"/>
              </a:rPr>
              <a:t>Will be covered in this lecture</a:t>
            </a:r>
          </a:p>
        </p:txBody>
      </p:sp>
      <p:cxnSp>
        <p:nvCxnSpPr>
          <p:cNvPr id="8" name="Straight Arrow Connector 7">
            <a:extLst>
              <a:ext uri="{FF2B5EF4-FFF2-40B4-BE49-F238E27FC236}">
                <a16:creationId xmlns:a16="http://schemas.microsoft.com/office/drawing/2014/main" id="{65EE6DA7-3F8E-46CE-A5B7-337A4278EAE8}"/>
              </a:ext>
            </a:extLst>
          </p:cNvPr>
          <p:cNvCxnSpPr>
            <a:cxnSpLocks/>
          </p:cNvCxnSpPr>
          <p:nvPr/>
        </p:nvCxnSpPr>
        <p:spPr>
          <a:xfrm>
            <a:off x="6763959" y="4838700"/>
            <a:ext cx="995362" cy="695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271" name="Rectangle 9">
            <a:extLst>
              <a:ext uri="{FF2B5EF4-FFF2-40B4-BE49-F238E27FC236}">
                <a16:creationId xmlns:a16="http://schemas.microsoft.com/office/drawing/2014/main" id="{7D66934D-516E-4810-AFFC-286DF459E0F8}"/>
              </a:ext>
            </a:extLst>
          </p:cNvPr>
          <p:cNvSpPr>
            <a:spLocks noChangeArrowheads="1"/>
          </p:cNvSpPr>
          <p:nvPr/>
        </p:nvSpPr>
        <p:spPr bwMode="auto">
          <a:xfrm>
            <a:off x="7440613" y="5808663"/>
            <a:ext cx="47577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IN" altLang="en-US" sz="1200">
                <a:latin typeface="Times New Roman" panose="02020603050405020304" pitchFamily="18" charset="0"/>
                <a:cs typeface="Times New Roman" panose="02020603050405020304" pitchFamily="18" charset="0"/>
                <a:hlinkClick r:id="rId2"/>
              </a:rPr>
              <a:t>https://images.app.goo.gl/5obqqxo93P2UBmdU6</a:t>
            </a:r>
            <a:r>
              <a:rPr lang="en-IN" altLang="en-US" sz="1200">
                <a:latin typeface="Times New Roman" panose="02020603050405020304" pitchFamily="18" charset="0"/>
                <a:cs typeface="Times New Roman" panose="02020603050405020304" pitchFamily="18" charset="0"/>
              </a:rPr>
              <a:t> </a:t>
            </a:r>
          </a:p>
        </p:txBody>
      </p:sp>
      <p:pic>
        <p:nvPicPr>
          <p:cNvPr id="10272" name="Picture 3">
            <a:extLst>
              <a:ext uri="{FF2B5EF4-FFF2-40B4-BE49-F238E27FC236}">
                <a16:creationId xmlns:a16="http://schemas.microsoft.com/office/drawing/2014/main" id="{1185B659-D744-4388-BAE3-B680E0F01E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45026"/>
          <a:stretch>
            <a:fillRect/>
          </a:stretch>
        </p:blipFill>
        <p:spPr bwMode="auto">
          <a:xfrm>
            <a:off x="7720013" y="1889125"/>
            <a:ext cx="4198937" cy="294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 name="Table 8"/>
          <p:cNvGraphicFramePr>
            <a:graphicFrameLocks noGrp="1"/>
          </p:cNvGraphicFramePr>
          <p:nvPr>
            <p:extLst>
              <p:ext uri="{D42A27DB-BD31-4B8C-83A1-F6EECF244321}">
                <p14:modId xmlns:p14="http://schemas.microsoft.com/office/powerpoint/2010/main" val="1739321256"/>
              </p:ext>
            </p:extLst>
          </p:nvPr>
        </p:nvGraphicFramePr>
        <p:xfrm>
          <a:off x="1205327" y="1889125"/>
          <a:ext cx="5668963" cy="4440237"/>
        </p:xfrm>
        <a:graphic>
          <a:graphicData uri="http://schemas.openxmlformats.org/drawingml/2006/table">
            <a:tbl>
              <a:tblPr/>
              <a:tblGrid>
                <a:gridCol w="850900">
                  <a:extLst>
                    <a:ext uri="{9D8B030D-6E8A-4147-A177-3AD203B41FA5}">
                      <a16:colId xmlns:a16="http://schemas.microsoft.com/office/drawing/2014/main" val="20000"/>
                    </a:ext>
                  </a:extLst>
                </a:gridCol>
                <a:gridCol w="3670300">
                  <a:extLst>
                    <a:ext uri="{9D8B030D-6E8A-4147-A177-3AD203B41FA5}">
                      <a16:colId xmlns:a16="http://schemas.microsoft.com/office/drawing/2014/main" val="20001"/>
                    </a:ext>
                  </a:extLst>
                </a:gridCol>
                <a:gridCol w="1147763">
                  <a:extLst>
                    <a:ext uri="{9D8B030D-6E8A-4147-A177-3AD203B41FA5}">
                      <a16:colId xmlns:a16="http://schemas.microsoft.com/office/drawing/2014/main" val="20002"/>
                    </a:ext>
                  </a:extLst>
                </a:gridCol>
              </a:tblGrid>
              <a:tr h="593458">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 Number</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Title </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Level </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4417">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CO1</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Identify the biological concepts from an engineering perspective.</a:t>
                      </a:r>
                      <a:endParaRPr kumimoji="0" lang="en-IN" altLang="en-US" sz="14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knowledge</a:t>
                      </a: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7772">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CO2</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Development of artificial systems mimicking human action.</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Understand </a:t>
                      </a: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71146">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CO3</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just" defTabSz="457200" rtl="0" eaLnBrk="1" fontAlgn="base" latinLnBrk="0" hangingPunct="0">
                        <a:lnSpc>
                          <a:spcPct val="93000"/>
                        </a:lnSpc>
                        <a:spcBef>
                          <a:spcPct val="0"/>
                        </a:spcBef>
                        <a:spcAft>
                          <a:spcPts val="100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Explain the basic of genetics that helps to identify and formulate problems</a:t>
                      </a:r>
                      <a:endParaRPr kumimoji="0" lang="en-IN" altLang="en-US" sz="14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p>
                      <a:pPr marL="0" marR="0" lvl="0" indent="0" algn="just" defTabSz="457200" rtl="0" eaLnBrk="1" fontAlgn="base" latinLnBrk="0" hangingPunct="1">
                        <a:lnSpc>
                          <a:spcPts val="1263"/>
                        </a:lnSpc>
                        <a:spcBef>
                          <a:spcPts val="1200"/>
                        </a:spcBef>
                        <a:spcAft>
                          <a:spcPts val="100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 </a:t>
                      </a:r>
                      <a:endParaRPr kumimoji="0" lang="en-IN" altLang="en-US" sz="14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Analyze</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402719">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CO4</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914400" rtl="0" eaLnBrk="1" fontAlgn="base" latinLnBrk="0" hangingPunct="1">
                        <a:lnSpc>
                          <a:spcPct val="115000"/>
                        </a:lnSpc>
                        <a:spcBef>
                          <a:spcPct val="0"/>
                        </a:spcBef>
                        <a:spcAft>
                          <a:spcPts val="100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 knowledge of measurement system, biomedical recording system and biosensors to excel in areas such as entrepreneurship, medicine, government, and education.</a:t>
                      </a:r>
                      <a:endParaRPr kumimoji="0" lang="en-IN"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1" fontAlgn="base" latinLnBrk="0" hangingPunct="1">
                        <a:lnSpc>
                          <a:spcPct val="115000"/>
                        </a:lnSpc>
                        <a:spcBef>
                          <a:spcPct val="0"/>
                        </a:spcBef>
                        <a:spcAft>
                          <a:spcPts val="100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114300" marR="1143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a:t>
                      </a: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90725">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CO5</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ts val="100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Integrate biological principles for developing next generation technologies,</a:t>
                      </a:r>
                    </a:p>
                  </a:txBody>
                  <a:tcPr marL="114300" marR="1143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CAAAA-1DAB-4779-A8F8-3B8B853C067E}"/>
              </a:ext>
            </a:extLst>
          </p:cNvPr>
          <p:cNvSpPr>
            <a:spLocks noGrp="1"/>
          </p:cNvSpPr>
          <p:nvPr>
            <p:ph type="title"/>
          </p:nvPr>
        </p:nvSpPr>
        <p:spPr>
          <a:xfrm>
            <a:off x="1134649" y="595792"/>
            <a:ext cx="10018712" cy="964649"/>
          </a:xfrm>
        </p:spPr>
        <p:txBody>
          <a:bodyPr/>
          <a:lstStyle/>
          <a:p>
            <a:pPr algn="ctr">
              <a:defRPr/>
            </a:pPr>
            <a:r>
              <a:rPr lang="en-US" sz="4400" b="1" dirty="0">
                <a:solidFill>
                  <a:schemeClr val="tx1">
                    <a:lumMod val="75000"/>
                    <a:lumOff val="25000"/>
                  </a:schemeClr>
                </a:solidFill>
                <a:cs typeface="Times New Roman" panose="02020603050405020304" pitchFamily="18" charset="0"/>
              </a:rPr>
              <a:t>SYLLABUS</a:t>
            </a:r>
            <a:endParaRPr lang="en-IN" dirty="0"/>
          </a:p>
        </p:txBody>
      </p:sp>
      <p:sp>
        <p:nvSpPr>
          <p:cNvPr id="11267" name="Content Placeholder 2">
            <a:extLst>
              <a:ext uri="{FF2B5EF4-FFF2-40B4-BE49-F238E27FC236}">
                <a16:creationId xmlns:a16="http://schemas.microsoft.com/office/drawing/2014/main" id="{F2A3BAA2-2588-43A9-8606-0FB507D22537}"/>
              </a:ext>
            </a:extLst>
          </p:cNvPr>
          <p:cNvSpPr>
            <a:spLocks noGrp="1" noChangeArrowheads="1"/>
          </p:cNvSpPr>
          <p:nvPr>
            <p:ph idx="1"/>
          </p:nvPr>
        </p:nvSpPr>
        <p:spPr/>
        <p:txBody>
          <a:bodyPr/>
          <a:lstStyle/>
          <a:p>
            <a:endParaRPr lang="en-IN" altLang="en-US"/>
          </a:p>
        </p:txBody>
      </p:sp>
      <p:graphicFrame>
        <p:nvGraphicFramePr>
          <p:cNvPr id="4" name="Content Placeholder 9">
            <a:extLst>
              <a:ext uri="{FF2B5EF4-FFF2-40B4-BE49-F238E27FC236}">
                <a16:creationId xmlns:a16="http://schemas.microsoft.com/office/drawing/2014/main" id="{133B9873-0D72-4F00-B232-68A50C2F664D}"/>
              </a:ext>
            </a:extLst>
          </p:cNvPr>
          <p:cNvGraphicFramePr>
            <a:graphicFrameLocks noGrp="1"/>
          </p:cNvGraphicFramePr>
          <p:nvPr/>
        </p:nvGraphicFramePr>
        <p:xfrm>
          <a:off x="901382" y="1706145"/>
          <a:ext cx="10485247" cy="4653498"/>
        </p:xfrm>
        <a:graphic>
          <a:graphicData uri="http://schemas.openxmlformats.org/drawingml/2006/table">
            <a:tbl>
              <a:tblPr/>
              <a:tblGrid>
                <a:gridCol w="2018630">
                  <a:extLst>
                    <a:ext uri="{9D8B030D-6E8A-4147-A177-3AD203B41FA5}">
                      <a16:colId xmlns:a16="http://schemas.microsoft.com/office/drawing/2014/main" val="20000"/>
                    </a:ext>
                  </a:extLst>
                </a:gridCol>
                <a:gridCol w="6128994">
                  <a:extLst>
                    <a:ext uri="{9D8B030D-6E8A-4147-A177-3AD203B41FA5}">
                      <a16:colId xmlns:a16="http://schemas.microsoft.com/office/drawing/2014/main" val="20001"/>
                    </a:ext>
                  </a:extLst>
                </a:gridCol>
                <a:gridCol w="2337623">
                  <a:extLst>
                    <a:ext uri="{9D8B030D-6E8A-4147-A177-3AD203B41FA5}">
                      <a16:colId xmlns:a16="http://schemas.microsoft.com/office/drawing/2014/main" val="20002"/>
                    </a:ext>
                  </a:extLst>
                </a:gridCol>
              </a:tblGrid>
              <a:tr h="433161">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Unit-2</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a:ln>
                            <a:noFill/>
                          </a:ln>
                          <a:solidFill>
                            <a:srgbClr val="FFFFFF"/>
                          </a:solidFill>
                          <a:effectLst/>
                          <a:latin typeface="Arial" panose="020B0604020202020204" pitchFamily="34" charset="0"/>
                        </a:rPr>
                        <a:t>        Biosensors and measurement system</a:t>
                      </a:r>
                      <a:endParaRPr kumimoji="0" lang="en-IN" altLang="en-US" sz="1800" b="1" i="0" u="none" strike="noStrike" cap="none" normalizeH="0" baseline="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Contact Hours: 15</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013016">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1</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6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Medical Instrumentation</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2</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Measurement System</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endParaRPr kumimoji="0" lang="en-US" altLang="en-US" sz="11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3</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Biological Sensor</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ea typeface="SimSun" panose="02010600030101010101" pitchFamily="2" charset="-122"/>
                        </a:rPr>
                        <a:t> </a:t>
                      </a:r>
                      <a:endParaRPr kumimoji="0" lang="en-IN" altLang="en-US" sz="1600" b="0" i="0" u="none" strike="noStrike" cap="none" normalizeH="0" baseline="0" dirty="0">
                        <a:ln>
                          <a:noFill/>
                        </a:ln>
                        <a:solidFill>
                          <a:schemeClr val="tx1"/>
                        </a:solidFill>
                        <a:effectLst/>
                        <a:latin typeface="Arial" panose="020B0604020202020204" pitchFamily="34" charset="0"/>
                        <a:ea typeface="SimSun" panose="02010600030101010101"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gridSpan="2">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just" defTabSz="457200" rtl="0" eaLnBrk="1" fontAlgn="base" latinLnBrk="0" hangingPunct="1">
                        <a:lnSpc>
                          <a:spcPct val="90000"/>
                        </a:lnSpc>
                        <a:spcBef>
                          <a:spcPts val="600"/>
                        </a:spcBef>
                        <a:spcAft>
                          <a:spcPct val="0"/>
                        </a:spcAft>
                        <a:buClr>
                          <a:schemeClr val="accent1"/>
                        </a:buClr>
                        <a:buSzPct val="100000"/>
                        <a:buFont typeface="Calibri" panose="020F0502020204030204" pitchFamily="34" charset="0"/>
                        <a:buNone/>
                        <a:tabLst/>
                      </a:pPr>
                      <a:endParaRPr kumimoji="0" lang="en-US" altLang="en-US" sz="100" b="1"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Medical Instrumentation: </a:t>
                      </a:r>
                      <a:r>
                        <a:rPr kumimoji="0" lang="en-US" altLang="en-US" sz="1800" b="0" i="0" u="none" strike="noStrike" cap="none" normalizeH="0" baseline="0" dirty="0">
                          <a:ln>
                            <a:noFill/>
                          </a:ln>
                          <a:solidFill>
                            <a:srgbClr val="404040"/>
                          </a:solidFill>
                          <a:effectLst/>
                          <a:latin typeface="Arial" panose="020B0604020202020204" pitchFamily="34" charset="0"/>
                        </a:rPr>
                        <a:t>Sources of biomedical Signals, Basic medical Instrumentation system, Performance requirements of medical Instrumentation System, Microprocessors in Medical instruments, PC base medical Instruments, General constraints in the design of medical Instrumentation system, Regulation of Medical Devices.</a:t>
                      </a:r>
                      <a:endParaRPr kumimoji="0" lang="en-IN" altLang="en-US" sz="1800" b="0"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Measurement System: </a:t>
                      </a:r>
                      <a:r>
                        <a:rPr kumimoji="0" lang="en-US" altLang="en-US" sz="1800" b="0" i="0" u="none" strike="noStrike" cap="none" normalizeH="0" baseline="0" dirty="0">
                          <a:ln>
                            <a:noFill/>
                          </a:ln>
                          <a:solidFill>
                            <a:srgbClr val="404040"/>
                          </a:solidFill>
                          <a:effectLst/>
                          <a:latin typeface="Arial" panose="020B0604020202020204" pitchFamily="34" charset="0"/>
                        </a:rPr>
                        <a:t>Specification of instruments, Statics &amp; Dynamic characteristics of medical instruments, Classification of errors. Statistical analysis, Reliability, Accuracy, Fidelity, Speed of responses, Linearization of technique, and Data Acquisition System.</a:t>
                      </a:r>
                      <a:endParaRPr kumimoji="0" lang="en-IN" altLang="en-US" sz="1800" b="0"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Biological sensors: </a:t>
                      </a:r>
                      <a:r>
                        <a:rPr kumimoji="0" lang="en-US" altLang="en-US" sz="1800" b="0" i="0" u="none" strike="noStrike" cap="none" normalizeH="0" baseline="0" dirty="0">
                          <a:ln>
                            <a:noFill/>
                          </a:ln>
                          <a:solidFill>
                            <a:srgbClr val="404040"/>
                          </a:solidFill>
                          <a:effectLst/>
                          <a:latin typeface="Arial" panose="020B0604020202020204" pitchFamily="34" charset="0"/>
                        </a:rPr>
                        <a:t>Sensors/ receptors in the human body, basic organization of the nervous system- neural mechanism, Chemoreceptor: hot and cold receptors, sensors for smell, sound, vision, Ion exchange membrane electrodes, enzyme, glucose sensors, immunosensors, &amp; biosensors &amp; applications of biosensors.</a:t>
                      </a:r>
                      <a:endParaRPr kumimoji="0" lang="en-IN" altLang="en-US" sz="1800" b="0" i="0" u="none" strike="noStrike" cap="none" normalizeH="0" baseline="0" dirty="0">
                        <a:ln>
                          <a:noFill/>
                        </a:ln>
                        <a:solidFill>
                          <a:srgbClr val="000000"/>
                        </a:solidFill>
                        <a:effectLst/>
                        <a:latin typeface="Arial" panose="020B0604020202020204" pitchFamily="34"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CFCC"/>
                    </a:solidFill>
                  </a:tcPr>
                </a:tc>
                <a:tc hMerge="1">
                  <a:txBody>
                    <a:bodyPr/>
                    <a:lstStyle/>
                    <a:p>
                      <a:endParaRPr lang="en-IN"/>
                    </a:p>
                  </a:txBody>
                  <a:tcPr/>
                </a:tc>
                <a:extLst>
                  <a:ext uri="{0D108BD9-81ED-4DB2-BD59-A6C34878D82A}">
                    <a16:rowId xmlns:a16="http://schemas.microsoft.com/office/drawing/2014/main" val="10001"/>
                  </a:ext>
                </a:extLst>
              </a:tr>
            </a:tbl>
          </a:graphicData>
        </a:graphic>
      </p:graphicFrame>
      <p:pic>
        <p:nvPicPr>
          <p:cNvPr id="6" name="Picture 5">
            <a:extLst>
              <a:ext uri="{FF2B5EF4-FFF2-40B4-BE49-F238E27FC236}">
                <a16:creationId xmlns:a16="http://schemas.microsoft.com/office/drawing/2014/main" id="{886743DF-A2AA-40B4-9D51-6578F86F63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63375" y="5219700"/>
            <a:ext cx="428625" cy="16383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082E3-6739-4A58-B45C-6EC003AAB76F}"/>
              </a:ext>
            </a:extLst>
          </p:cNvPr>
          <p:cNvSpPr>
            <a:spLocks noGrp="1"/>
          </p:cNvSpPr>
          <p:nvPr>
            <p:ph type="ctrTitle"/>
          </p:nvPr>
        </p:nvSpPr>
        <p:spPr>
          <a:xfrm>
            <a:off x="1524000" y="1122363"/>
            <a:ext cx="9144000" cy="1730167"/>
          </a:xfrm>
        </p:spPr>
        <p:txBody>
          <a:bodyPr>
            <a:normAutofit fontScale="90000"/>
          </a:bodyPr>
          <a:lstStyle/>
          <a:p>
            <a:r>
              <a:rPr kumimoji="0" lang="en-US" altLang="en-US" sz="6000" b="1" i="0" u="none" strike="noStrike" cap="none" normalizeH="0" baseline="0" dirty="0">
                <a:ln>
                  <a:noFill/>
                </a:ln>
                <a:effectLst/>
              </a:rPr>
              <a:t>Smart Medical Instrumentation Systems </a:t>
            </a:r>
            <a:endParaRPr lang="en-IN" dirty="0"/>
          </a:p>
        </p:txBody>
      </p:sp>
      <p:sp>
        <p:nvSpPr>
          <p:cNvPr id="3" name="Subtitle 2">
            <a:extLst>
              <a:ext uri="{FF2B5EF4-FFF2-40B4-BE49-F238E27FC236}">
                <a16:creationId xmlns:a16="http://schemas.microsoft.com/office/drawing/2014/main" id="{81DBD860-8AE8-4AE2-8BB5-878968BBC0B1}"/>
              </a:ext>
            </a:extLst>
          </p:cNvPr>
          <p:cNvSpPr>
            <a:spLocks noGrp="1"/>
          </p:cNvSpPr>
          <p:nvPr>
            <p:ph type="subTitle" idx="1"/>
          </p:nvPr>
        </p:nvSpPr>
        <p:spPr>
          <a:xfrm>
            <a:off x="2365514" y="3602037"/>
            <a:ext cx="8637105" cy="1934059"/>
          </a:xfrm>
        </p:spPr>
        <p:txBody>
          <a:bodyPr>
            <a:normAutofit fontScale="92500"/>
          </a:bodyPr>
          <a:lstStyle/>
          <a:p>
            <a:pPr marL="342900" indent="-342900" algn="just">
              <a:buFont typeface="Wingdings" panose="05000000000000000000" pitchFamily="2" charset="2"/>
              <a:buChar char="Ø"/>
            </a:pPr>
            <a:r>
              <a:rPr kumimoji="0" lang="en-US" altLang="en-US" sz="2400" b="0" i="0" u="none" strike="noStrike" cap="none" normalizeH="0" baseline="0" dirty="0">
                <a:ln>
                  <a:noFill/>
                </a:ln>
                <a:effectLst/>
                <a:latin typeface="Arial" panose="020B0604020202020204" pitchFamily="34" charset="0"/>
              </a:rPr>
              <a:t>Microprocessors in Medical instruments</a:t>
            </a:r>
          </a:p>
          <a:p>
            <a:pPr marL="342900" indent="-342900" algn="just">
              <a:buFont typeface="Wingdings" panose="05000000000000000000" pitchFamily="2" charset="2"/>
              <a:buChar char="Ø"/>
            </a:pPr>
            <a:r>
              <a:rPr kumimoji="0" lang="en-US" altLang="en-US" sz="2400" b="0" i="0" u="none" strike="noStrike" cap="none" normalizeH="0" baseline="0" dirty="0">
                <a:ln>
                  <a:noFill/>
                </a:ln>
                <a:effectLst/>
                <a:latin typeface="Arial" panose="020B0604020202020204" pitchFamily="34" charset="0"/>
              </a:rPr>
              <a:t>PC base medical Instruments</a:t>
            </a:r>
          </a:p>
          <a:p>
            <a:pPr marL="342900" indent="-342900" algn="just">
              <a:buFont typeface="Wingdings" panose="05000000000000000000" pitchFamily="2" charset="2"/>
              <a:buChar char="Ø"/>
            </a:pPr>
            <a:r>
              <a:rPr kumimoji="0" lang="en-US" altLang="en-US" sz="2400" b="0" i="0" u="none" strike="noStrike" cap="none" normalizeH="0" baseline="0" dirty="0">
                <a:ln>
                  <a:noFill/>
                </a:ln>
                <a:effectLst/>
                <a:latin typeface="Arial" panose="020B0604020202020204" pitchFamily="34" charset="0"/>
              </a:rPr>
              <a:t> General constraints in design of medical Instrumentation system</a:t>
            </a:r>
          </a:p>
          <a:p>
            <a:pPr marL="342900" indent="-342900" algn="just">
              <a:buFont typeface="Wingdings" panose="05000000000000000000" pitchFamily="2" charset="2"/>
              <a:buChar char="Ø"/>
            </a:pPr>
            <a:r>
              <a:rPr kumimoji="0" lang="en-US" altLang="en-US" sz="2400" b="0" i="0" u="none" strike="noStrike" cap="none" normalizeH="0" baseline="0" dirty="0">
                <a:ln>
                  <a:noFill/>
                </a:ln>
                <a:effectLst/>
                <a:latin typeface="Arial" panose="020B0604020202020204" pitchFamily="34" charset="0"/>
              </a:rPr>
              <a:t> Regulation of Medical Devices</a:t>
            </a:r>
            <a:endParaRPr lang="en-IN" dirty="0"/>
          </a:p>
        </p:txBody>
      </p:sp>
    </p:spTree>
    <p:extLst>
      <p:ext uri="{BB962C8B-B14F-4D97-AF65-F5344CB8AC3E}">
        <p14:creationId xmlns:p14="http://schemas.microsoft.com/office/powerpoint/2010/main" val="24581043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D637A-D1FE-49FE-BE6A-44C68B6DD4B1}"/>
              </a:ext>
            </a:extLst>
          </p:cNvPr>
          <p:cNvSpPr>
            <a:spLocks noGrp="1"/>
          </p:cNvSpPr>
          <p:nvPr>
            <p:ph type="title"/>
          </p:nvPr>
        </p:nvSpPr>
        <p:spPr>
          <a:xfrm>
            <a:off x="831850" y="1709738"/>
            <a:ext cx="10515600" cy="2146645"/>
          </a:xfrm>
        </p:spPr>
        <p:txBody>
          <a:bodyPr>
            <a:normAutofit/>
          </a:bodyPr>
          <a:lstStyle/>
          <a:p>
            <a:pPr algn="ctr"/>
            <a:r>
              <a:rPr lang="en-US" sz="4400" dirty="0">
                <a:solidFill>
                  <a:schemeClr val="accent1">
                    <a:lumMod val="50000"/>
                  </a:schemeClr>
                </a:solidFill>
              </a:rPr>
              <a:t>The application of </a:t>
            </a:r>
            <a:r>
              <a:rPr lang="en-US" sz="4400" b="1" dirty="0">
                <a:solidFill>
                  <a:schemeClr val="accent1">
                    <a:lumMod val="50000"/>
                  </a:schemeClr>
                </a:solidFill>
              </a:rPr>
              <a:t>Microprocessors</a:t>
            </a:r>
            <a:br>
              <a:rPr lang="en-US" sz="4400" b="1" dirty="0">
                <a:solidFill>
                  <a:schemeClr val="accent1">
                    <a:lumMod val="50000"/>
                  </a:schemeClr>
                </a:solidFill>
              </a:rPr>
            </a:br>
            <a:r>
              <a:rPr lang="en-US" sz="4400" dirty="0">
                <a:solidFill>
                  <a:schemeClr val="accent1">
                    <a:lumMod val="50000"/>
                  </a:schemeClr>
                </a:solidFill>
              </a:rPr>
              <a:t> in Medical Instrumentation</a:t>
            </a:r>
            <a:endParaRPr lang="en-IN" sz="4400" dirty="0">
              <a:solidFill>
                <a:schemeClr val="accent1">
                  <a:lumMod val="50000"/>
                </a:schemeClr>
              </a:solidFill>
            </a:endParaRPr>
          </a:p>
        </p:txBody>
      </p:sp>
    </p:spTree>
    <p:extLst>
      <p:ext uri="{BB962C8B-B14F-4D97-AF65-F5344CB8AC3E}">
        <p14:creationId xmlns:p14="http://schemas.microsoft.com/office/powerpoint/2010/main" val="27901137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AF48AB09-D710-4755-B310-512F7E79CC54}"/>
              </a:ext>
            </a:extLst>
          </p:cNvPr>
          <p:cNvGraphicFramePr/>
          <p:nvPr>
            <p:extLst>
              <p:ext uri="{D42A27DB-BD31-4B8C-83A1-F6EECF244321}">
                <p14:modId xmlns:p14="http://schemas.microsoft.com/office/powerpoint/2010/main" val="2482201114"/>
              </p:ext>
            </p:extLst>
          </p:nvPr>
        </p:nvGraphicFramePr>
        <p:xfrm>
          <a:off x="777020" y="318052"/>
          <a:ext cx="10938564" cy="63908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05210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8D1CEDEA-EA24-4CD1-BD75-5D5FEB28463F}"/>
              </a:ext>
            </a:extLst>
          </p:cNvPr>
          <p:cNvGraphicFramePr/>
          <p:nvPr>
            <p:extLst>
              <p:ext uri="{D42A27DB-BD31-4B8C-83A1-F6EECF244321}">
                <p14:modId xmlns:p14="http://schemas.microsoft.com/office/powerpoint/2010/main" val="2939131259"/>
              </p:ext>
            </p:extLst>
          </p:nvPr>
        </p:nvGraphicFramePr>
        <p:xfrm>
          <a:off x="936488" y="213360"/>
          <a:ext cx="10727192" cy="64458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9873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3F9C4-C3A1-A6CD-C379-35346C88A4AA}"/>
              </a:ext>
            </a:extLst>
          </p:cNvPr>
          <p:cNvSpPr>
            <a:spLocks noGrp="1"/>
          </p:cNvSpPr>
          <p:nvPr>
            <p:ph type="title"/>
          </p:nvPr>
        </p:nvSpPr>
        <p:spPr/>
        <p:txBody>
          <a:bodyPr/>
          <a:lstStyle/>
          <a:p>
            <a:r>
              <a:rPr lang="en-IN" b="1" i="0" dirty="0">
                <a:effectLst/>
                <a:latin typeface="Söhne"/>
              </a:rPr>
              <a:t>Applications in Biomedical Instrumentation:</a:t>
            </a:r>
            <a:endParaRPr lang="en-IN" dirty="0"/>
          </a:p>
        </p:txBody>
      </p:sp>
      <p:sp>
        <p:nvSpPr>
          <p:cNvPr id="3" name="Content Placeholder 2">
            <a:extLst>
              <a:ext uri="{FF2B5EF4-FFF2-40B4-BE49-F238E27FC236}">
                <a16:creationId xmlns:a16="http://schemas.microsoft.com/office/drawing/2014/main" id="{D18B57CE-6245-B096-92D5-66CFE236838E}"/>
              </a:ext>
            </a:extLst>
          </p:cNvPr>
          <p:cNvSpPr>
            <a:spLocks noGrp="1"/>
          </p:cNvSpPr>
          <p:nvPr>
            <p:ph idx="1"/>
          </p:nvPr>
        </p:nvSpPr>
        <p:spPr/>
        <p:txBody>
          <a:bodyPr/>
          <a:lstStyle/>
          <a:p>
            <a:pPr marL="0" indent="0">
              <a:buNone/>
            </a:pPr>
            <a:r>
              <a:rPr lang="en-IN" b="1" i="0" dirty="0">
                <a:effectLst/>
                <a:latin typeface="Söhne"/>
              </a:rPr>
              <a:t>Patient Monitoring Systems</a:t>
            </a:r>
          </a:p>
          <a:p>
            <a:pPr algn="l">
              <a:buFont typeface="Arial" panose="020B0604020202020204" pitchFamily="34" charset="0"/>
              <a:buChar char="•"/>
            </a:pPr>
            <a:r>
              <a:rPr lang="en-US" b="0" i="0" dirty="0">
                <a:solidFill>
                  <a:srgbClr val="374151"/>
                </a:solidFill>
                <a:effectLst/>
                <a:latin typeface="Söhne"/>
              </a:rPr>
              <a:t>Microprocessors are used in devices like ECG (Electrocardiogram) machines, pulse oximeters, and blood pressure monitors to collect, process, and display patient data.</a:t>
            </a:r>
          </a:p>
          <a:p>
            <a:pPr algn="l">
              <a:buFont typeface="Arial" panose="020B0604020202020204" pitchFamily="34" charset="0"/>
              <a:buChar char="•"/>
            </a:pPr>
            <a:r>
              <a:rPr lang="en-US" b="0" i="0" dirty="0">
                <a:solidFill>
                  <a:srgbClr val="374151"/>
                </a:solidFill>
                <a:effectLst/>
                <a:latin typeface="Söhne"/>
              </a:rPr>
              <a:t>Example: A microprocessor in an ECG machine collects electrical signals from electrodes on a patient's body, processes the signals to create a readable ECG waveform, and displays it on a screen.</a:t>
            </a:r>
          </a:p>
          <a:p>
            <a:pPr marL="0" indent="0">
              <a:buNone/>
            </a:pPr>
            <a:endParaRPr lang="en-IN" dirty="0"/>
          </a:p>
        </p:txBody>
      </p:sp>
      <p:sp>
        <p:nvSpPr>
          <p:cNvPr id="4" name="Slide Number Placeholder 3">
            <a:extLst>
              <a:ext uri="{FF2B5EF4-FFF2-40B4-BE49-F238E27FC236}">
                <a16:creationId xmlns:a16="http://schemas.microsoft.com/office/drawing/2014/main" id="{E6E8D997-D892-68A2-1592-4759062E1FB8}"/>
              </a:ext>
            </a:extLst>
          </p:cNvPr>
          <p:cNvSpPr>
            <a:spLocks noGrp="1"/>
          </p:cNvSpPr>
          <p:nvPr>
            <p:ph type="sldNum" sz="quarter" idx="12"/>
          </p:nvPr>
        </p:nvSpPr>
        <p:spPr/>
        <p:txBody>
          <a:bodyPr/>
          <a:lstStyle/>
          <a:p>
            <a:fld id="{BDCDBBEF-AA6C-4BA6-85B2-A17D7F280E38}" type="slidenum">
              <a:rPr lang="en-US" smtClean="0"/>
              <a:pPr/>
              <a:t>8</a:t>
            </a:fld>
            <a:endParaRPr lang="en-US"/>
          </a:p>
        </p:txBody>
      </p:sp>
    </p:spTree>
    <p:extLst>
      <p:ext uri="{BB962C8B-B14F-4D97-AF65-F5344CB8AC3E}">
        <p14:creationId xmlns:p14="http://schemas.microsoft.com/office/powerpoint/2010/main" val="1339761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714DE-DE7A-415C-B968-EC9354AD7EFD}"/>
              </a:ext>
            </a:extLst>
          </p:cNvPr>
          <p:cNvSpPr>
            <a:spLocks noGrp="1"/>
          </p:cNvSpPr>
          <p:nvPr>
            <p:ph type="title"/>
          </p:nvPr>
        </p:nvSpPr>
        <p:spPr/>
        <p:txBody>
          <a:bodyPr/>
          <a:lstStyle/>
          <a:p>
            <a:r>
              <a:rPr lang="en-IN" b="1" i="0" dirty="0">
                <a:effectLst/>
                <a:latin typeface="Söhne"/>
              </a:rPr>
              <a:t>Medical Imaging Systems:</a:t>
            </a:r>
            <a:endParaRPr lang="en-IN" dirty="0"/>
          </a:p>
        </p:txBody>
      </p:sp>
      <p:sp>
        <p:nvSpPr>
          <p:cNvPr id="3" name="Content Placeholder 2">
            <a:extLst>
              <a:ext uri="{FF2B5EF4-FFF2-40B4-BE49-F238E27FC236}">
                <a16:creationId xmlns:a16="http://schemas.microsoft.com/office/drawing/2014/main" id="{C18E00BF-FA64-EF2E-24C7-7A46EC79599C}"/>
              </a:ext>
            </a:extLst>
          </p:cNvPr>
          <p:cNvSpPr>
            <a:spLocks noGrp="1"/>
          </p:cNvSpPr>
          <p:nvPr>
            <p:ph idx="1"/>
          </p:nvPr>
        </p:nvSpPr>
        <p:spPr/>
        <p:txBody>
          <a:bodyPr/>
          <a:lstStyle/>
          <a:p>
            <a:pPr algn="l">
              <a:buFont typeface="Arial" panose="020B0604020202020204" pitchFamily="34" charset="0"/>
              <a:buChar char="•"/>
            </a:pPr>
            <a:r>
              <a:rPr lang="en-US" b="0" i="0" dirty="0">
                <a:solidFill>
                  <a:srgbClr val="374151"/>
                </a:solidFill>
                <a:effectLst/>
                <a:latin typeface="Söhne"/>
              </a:rPr>
              <a:t>Microprocessors are employed in medical imaging equipment such as X-ray machines, CT (Computed Tomography) scanners, and MRI (Magnetic Resonance Imaging) scanners to control the imaging process and handle data acquisition.</a:t>
            </a:r>
          </a:p>
          <a:p>
            <a:pPr algn="l">
              <a:buFont typeface="Arial" panose="020B0604020202020204" pitchFamily="34" charset="0"/>
              <a:buChar char="•"/>
            </a:pPr>
            <a:r>
              <a:rPr lang="en-US" b="0" i="0" dirty="0">
                <a:solidFill>
                  <a:srgbClr val="374151"/>
                </a:solidFill>
                <a:effectLst/>
                <a:latin typeface="Söhne"/>
              </a:rPr>
              <a:t>Example: In a CT scanner, a microprocessor coordinates the movement of the X-ray source and detectors, processes the collected data, and generates cross-sectional images of the patient's body.</a:t>
            </a:r>
          </a:p>
          <a:p>
            <a:endParaRPr lang="en-IN" dirty="0"/>
          </a:p>
        </p:txBody>
      </p:sp>
      <p:sp>
        <p:nvSpPr>
          <p:cNvPr id="4" name="Slide Number Placeholder 3">
            <a:extLst>
              <a:ext uri="{FF2B5EF4-FFF2-40B4-BE49-F238E27FC236}">
                <a16:creationId xmlns:a16="http://schemas.microsoft.com/office/drawing/2014/main" id="{B848A3EA-258B-06A0-A5CA-92C2C600208D}"/>
              </a:ext>
            </a:extLst>
          </p:cNvPr>
          <p:cNvSpPr>
            <a:spLocks noGrp="1"/>
          </p:cNvSpPr>
          <p:nvPr>
            <p:ph type="sldNum" sz="quarter" idx="12"/>
          </p:nvPr>
        </p:nvSpPr>
        <p:spPr/>
        <p:txBody>
          <a:bodyPr/>
          <a:lstStyle/>
          <a:p>
            <a:fld id="{BDCDBBEF-AA6C-4BA6-85B2-A17D7F280E38}" type="slidenum">
              <a:rPr lang="en-US" smtClean="0"/>
              <a:pPr/>
              <a:t>9</a:t>
            </a:fld>
            <a:endParaRPr lang="en-US"/>
          </a:p>
        </p:txBody>
      </p:sp>
    </p:spTree>
    <p:extLst>
      <p:ext uri="{BB962C8B-B14F-4D97-AF65-F5344CB8AC3E}">
        <p14:creationId xmlns:p14="http://schemas.microsoft.com/office/powerpoint/2010/main" val="12788611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89308-7ED7-44B9-25B4-FC268F968D3D}"/>
              </a:ext>
            </a:extLst>
          </p:cNvPr>
          <p:cNvSpPr>
            <a:spLocks noGrp="1"/>
          </p:cNvSpPr>
          <p:nvPr>
            <p:ph type="title"/>
          </p:nvPr>
        </p:nvSpPr>
        <p:spPr/>
        <p:txBody>
          <a:bodyPr/>
          <a:lstStyle/>
          <a:p>
            <a:r>
              <a:rPr lang="en-IN" b="1" i="0" dirty="0">
                <a:effectLst/>
                <a:latin typeface="Söhne"/>
              </a:rPr>
              <a:t>Infusion Pumps:</a:t>
            </a:r>
            <a:endParaRPr lang="en-IN" dirty="0"/>
          </a:p>
        </p:txBody>
      </p:sp>
      <p:sp>
        <p:nvSpPr>
          <p:cNvPr id="3" name="Content Placeholder 2">
            <a:extLst>
              <a:ext uri="{FF2B5EF4-FFF2-40B4-BE49-F238E27FC236}">
                <a16:creationId xmlns:a16="http://schemas.microsoft.com/office/drawing/2014/main" id="{84A10506-9F78-7F3E-D1E9-EACF402CE1FF}"/>
              </a:ext>
            </a:extLst>
          </p:cNvPr>
          <p:cNvSpPr>
            <a:spLocks noGrp="1"/>
          </p:cNvSpPr>
          <p:nvPr>
            <p:ph idx="1"/>
          </p:nvPr>
        </p:nvSpPr>
        <p:spPr/>
        <p:txBody>
          <a:bodyPr/>
          <a:lstStyle/>
          <a:p>
            <a:pPr algn="l">
              <a:buFont typeface="Arial" panose="020B0604020202020204" pitchFamily="34" charset="0"/>
              <a:buChar char="•"/>
            </a:pPr>
            <a:r>
              <a:rPr lang="en-US" b="0" i="0" dirty="0">
                <a:solidFill>
                  <a:srgbClr val="374151"/>
                </a:solidFill>
                <a:effectLst/>
                <a:latin typeface="Söhne"/>
              </a:rPr>
              <a:t>Infusion pumps used in hospitals and clinics to deliver precise doses of medication or fluids rely on microprocessors for accurate control.</a:t>
            </a:r>
          </a:p>
          <a:p>
            <a:pPr algn="l">
              <a:buFont typeface="Arial" panose="020B0604020202020204" pitchFamily="34" charset="0"/>
              <a:buChar char="•"/>
            </a:pPr>
            <a:r>
              <a:rPr lang="en-US" b="0" i="0" dirty="0">
                <a:solidFill>
                  <a:srgbClr val="374151"/>
                </a:solidFill>
                <a:effectLst/>
                <a:latin typeface="Söhne"/>
              </a:rPr>
              <a:t>Example: A microprocessor in an infusion pump regulates the flow rate and ensures that the prescribed medication is administered safely.</a:t>
            </a:r>
          </a:p>
          <a:p>
            <a:pPr marL="0" indent="0">
              <a:buNone/>
            </a:pPr>
            <a:endParaRPr lang="en-IN" dirty="0"/>
          </a:p>
        </p:txBody>
      </p:sp>
      <p:sp>
        <p:nvSpPr>
          <p:cNvPr id="4" name="Slide Number Placeholder 3">
            <a:extLst>
              <a:ext uri="{FF2B5EF4-FFF2-40B4-BE49-F238E27FC236}">
                <a16:creationId xmlns:a16="http://schemas.microsoft.com/office/drawing/2014/main" id="{E9A05DEE-72AD-77E4-0F3D-56D5FB70288A}"/>
              </a:ext>
            </a:extLst>
          </p:cNvPr>
          <p:cNvSpPr>
            <a:spLocks noGrp="1"/>
          </p:cNvSpPr>
          <p:nvPr>
            <p:ph type="sldNum" sz="quarter" idx="12"/>
          </p:nvPr>
        </p:nvSpPr>
        <p:spPr/>
        <p:txBody>
          <a:bodyPr/>
          <a:lstStyle/>
          <a:p>
            <a:fld id="{BDCDBBEF-AA6C-4BA6-85B2-A17D7F280E38}" type="slidenum">
              <a:rPr lang="en-US" smtClean="0"/>
              <a:pPr/>
              <a:t>10</a:t>
            </a:fld>
            <a:endParaRPr lang="en-US"/>
          </a:p>
        </p:txBody>
      </p:sp>
    </p:spTree>
    <p:extLst>
      <p:ext uri="{BB962C8B-B14F-4D97-AF65-F5344CB8AC3E}">
        <p14:creationId xmlns:p14="http://schemas.microsoft.com/office/powerpoint/2010/main" val="2534782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9C0DA-759C-5B54-343A-B65160B33FEF}"/>
              </a:ext>
            </a:extLst>
          </p:cNvPr>
          <p:cNvSpPr>
            <a:spLocks noGrp="1"/>
          </p:cNvSpPr>
          <p:nvPr>
            <p:ph type="title"/>
          </p:nvPr>
        </p:nvSpPr>
        <p:spPr/>
        <p:txBody>
          <a:bodyPr/>
          <a:lstStyle/>
          <a:p>
            <a:r>
              <a:rPr lang="en-IN" b="1" i="0" dirty="0">
                <a:effectLst/>
                <a:latin typeface="Söhne"/>
              </a:rPr>
              <a:t>Implantable Medical Devices:</a:t>
            </a:r>
            <a:endParaRPr lang="en-IN" dirty="0"/>
          </a:p>
        </p:txBody>
      </p:sp>
      <p:sp>
        <p:nvSpPr>
          <p:cNvPr id="3" name="Content Placeholder 2">
            <a:extLst>
              <a:ext uri="{FF2B5EF4-FFF2-40B4-BE49-F238E27FC236}">
                <a16:creationId xmlns:a16="http://schemas.microsoft.com/office/drawing/2014/main" id="{A32C5480-A59A-9F99-71EA-DBCE534D8754}"/>
              </a:ext>
            </a:extLst>
          </p:cNvPr>
          <p:cNvSpPr>
            <a:spLocks noGrp="1"/>
          </p:cNvSpPr>
          <p:nvPr>
            <p:ph idx="1"/>
          </p:nvPr>
        </p:nvSpPr>
        <p:spPr/>
        <p:txBody>
          <a:bodyPr/>
          <a:lstStyle/>
          <a:p>
            <a:pPr algn="l">
              <a:buFont typeface="Arial" panose="020B0604020202020204" pitchFamily="34" charset="0"/>
              <a:buChar char="•"/>
            </a:pPr>
            <a:r>
              <a:rPr lang="en-US" b="0" i="0" dirty="0">
                <a:solidFill>
                  <a:srgbClr val="374151"/>
                </a:solidFill>
                <a:effectLst/>
                <a:latin typeface="Söhne"/>
              </a:rPr>
              <a:t>Microprocessors are used in implantable medical devices like pacemakers and insulin pumps to monitor physiological conditions and deliver therapy as needed.</a:t>
            </a:r>
          </a:p>
          <a:p>
            <a:pPr algn="l">
              <a:buFont typeface="Arial" panose="020B0604020202020204" pitchFamily="34" charset="0"/>
              <a:buChar char="•"/>
            </a:pPr>
            <a:r>
              <a:rPr lang="en-US" b="0" i="0" dirty="0">
                <a:solidFill>
                  <a:srgbClr val="374151"/>
                </a:solidFill>
                <a:effectLst/>
                <a:latin typeface="Söhne"/>
              </a:rPr>
              <a:t>Example: A microprocessor in a pacemaker constantly monitors a patient's heart rate and delivers electrical pulses when necessary to regulate the heartbeat.</a:t>
            </a:r>
          </a:p>
          <a:p>
            <a:endParaRPr lang="en-IN" dirty="0"/>
          </a:p>
        </p:txBody>
      </p:sp>
      <p:sp>
        <p:nvSpPr>
          <p:cNvPr id="4" name="Slide Number Placeholder 3">
            <a:extLst>
              <a:ext uri="{FF2B5EF4-FFF2-40B4-BE49-F238E27FC236}">
                <a16:creationId xmlns:a16="http://schemas.microsoft.com/office/drawing/2014/main" id="{180D178F-A05E-BB1B-7925-725BB533BDD8}"/>
              </a:ext>
            </a:extLst>
          </p:cNvPr>
          <p:cNvSpPr>
            <a:spLocks noGrp="1"/>
          </p:cNvSpPr>
          <p:nvPr>
            <p:ph type="sldNum" sz="quarter" idx="12"/>
          </p:nvPr>
        </p:nvSpPr>
        <p:spPr/>
        <p:txBody>
          <a:bodyPr/>
          <a:lstStyle/>
          <a:p>
            <a:fld id="{BDCDBBEF-AA6C-4BA6-85B2-A17D7F280E38}" type="slidenum">
              <a:rPr lang="en-US" smtClean="0"/>
              <a:pPr/>
              <a:t>11</a:t>
            </a:fld>
            <a:endParaRPr lang="en-US"/>
          </a:p>
        </p:txBody>
      </p:sp>
    </p:spTree>
    <p:extLst>
      <p:ext uri="{BB962C8B-B14F-4D97-AF65-F5344CB8AC3E}">
        <p14:creationId xmlns:p14="http://schemas.microsoft.com/office/powerpoint/2010/main" val="1839006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D2F2A-DC5A-3BD1-D7EE-8DED4EAA1EA3}"/>
              </a:ext>
            </a:extLst>
          </p:cNvPr>
          <p:cNvSpPr>
            <a:spLocks noGrp="1"/>
          </p:cNvSpPr>
          <p:nvPr>
            <p:ph type="title"/>
          </p:nvPr>
        </p:nvSpPr>
        <p:spPr/>
        <p:txBody>
          <a:bodyPr/>
          <a:lstStyle/>
          <a:p>
            <a:r>
              <a:rPr lang="en-IN" b="1" i="0" dirty="0">
                <a:effectLst/>
                <a:latin typeface="Söhne"/>
              </a:rPr>
              <a:t>Laboratory </a:t>
            </a:r>
            <a:r>
              <a:rPr lang="en-IN" b="1" i="0" dirty="0" err="1">
                <a:effectLst/>
                <a:latin typeface="Söhne"/>
              </a:rPr>
              <a:t>Analyzers</a:t>
            </a:r>
            <a:r>
              <a:rPr lang="en-IN" b="1" i="0" dirty="0">
                <a:effectLst/>
                <a:latin typeface="Söhne"/>
              </a:rPr>
              <a:t>:</a:t>
            </a:r>
            <a:endParaRPr lang="en-IN" dirty="0"/>
          </a:p>
        </p:txBody>
      </p:sp>
      <p:sp>
        <p:nvSpPr>
          <p:cNvPr id="3" name="Content Placeholder 2">
            <a:extLst>
              <a:ext uri="{FF2B5EF4-FFF2-40B4-BE49-F238E27FC236}">
                <a16:creationId xmlns:a16="http://schemas.microsoft.com/office/drawing/2014/main" id="{E4CDAF25-8620-1CE2-3D2B-19CE05808CC7}"/>
              </a:ext>
            </a:extLst>
          </p:cNvPr>
          <p:cNvSpPr>
            <a:spLocks noGrp="1"/>
          </p:cNvSpPr>
          <p:nvPr>
            <p:ph idx="1"/>
          </p:nvPr>
        </p:nvSpPr>
        <p:spPr/>
        <p:txBody>
          <a:bodyPr/>
          <a:lstStyle/>
          <a:p>
            <a:pPr algn="l">
              <a:buFont typeface="Arial" panose="020B0604020202020204" pitchFamily="34" charset="0"/>
              <a:buChar char="•"/>
            </a:pPr>
            <a:r>
              <a:rPr lang="en-US" b="0" i="0" dirty="0">
                <a:solidFill>
                  <a:srgbClr val="374151"/>
                </a:solidFill>
                <a:effectLst/>
                <a:latin typeface="Söhne"/>
              </a:rPr>
              <a:t>Microprocessors are found in laboratory equipment, such as blood analyzers and DNA sequencers, to automate sample analysis and data processing.</a:t>
            </a:r>
          </a:p>
          <a:p>
            <a:pPr algn="l">
              <a:buFont typeface="Arial" panose="020B0604020202020204" pitchFamily="34" charset="0"/>
              <a:buChar char="•"/>
            </a:pPr>
            <a:r>
              <a:rPr lang="en-US" b="0" i="0" dirty="0">
                <a:solidFill>
                  <a:srgbClr val="374151"/>
                </a:solidFill>
                <a:effectLst/>
                <a:latin typeface="Söhne"/>
              </a:rPr>
              <a:t>Example: A microprocessor in a blood analyzer processes blood samples, measures various parameters, and provides test results quickly and accurately.</a:t>
            </a:r>
          </a:p>
          <a:p>
            <a:endParaRPr lang="en-IN" dirty="0"/>
          </a:p>
        </p:txBody>
      </p:sp>
      <p:sp>
        <p:nvSpPr>
          <p:cNvPr id="4" name="Slide Number Placeholder 3">
            <a:extLst>
              <a:ext uri="{FF2B5EF4-FFF2-40B4-BE49-F238E27FC236}">
                <a16:creationId xmlns:a16="http://schemas.microsoft.com/office/drawing/2014/main" id="{F968454B-004E-B17D-99E0-DA6BD8DAD0E4}"/>
              </a:ext>
            </a:extLst>
          </p:cNvPr>
          <p:cNvSpPr>
            <a:spLocks noGrp="1"/>
          </p:cNvSpPr>
          <p:nvPr>
            <p:ph type="sldNum" sz="quarter" idx="12"/>
          </p:nvPr>
        </p:nvSpPr>
        <p:spPr/>
        <p:txBody>
          <a:bodyPr/>
          <a:lstStyle/>
          <a:p>
            <a:fld id="{BDCDBBEF-AA6C-4BA6-85B2-A17D7F280E38}" type="slidenum">
              <a:rPr lang="en-US" smtClean="0"/>
              <a:pPr/>
              <a:t>12</a:t>
            </a:fld>
            <a:endParaRPr lang="en-US"/>
          </a:p>
        </p:txBody>
      </p:sp>
    </p:spTree>
    <p:extLst>
      <p:ext uri="{BB962C8B-B14F-4D97-AF65-F5344CB8AC3E}">
        <p14:creationId xmlns:p14="http://schemas.microsoft.com/office/powerpoint/2010/main" val="2682262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68ED2-12B2-0CDB-24AA-E1B4091BF3CF}"/>
              </a:ext>
            </a:extLst>
          </p:cNvPr>
          <p:cNvSpPr>
            <a:spLocks noGrp="1"/>
          </p:cNvSpPr>
          <p:nvPr>
            <p:ph type="title"/>
          </p:nvPr>
        </p:nvSpPr>
        <p:spPr/>
        <p:txBody>
          <a:bodyPr/>
          <a:lstStyle/>
          <a:p>
            <a:r>
              <a:rPr lang="en-IN" b="1" i="0" dirty="0">
                <a:effectLst/>
                <a:latin typeface="Söhne"/>
              </a:rPr>
              <a:t>Prosthetic Devices:</a:t>
            </a:r>
            <a:endParaRPr lang="en-IN" dirty="0"/>
          </a:p>
        </p:txBody>
      </p:sp>
      <p:sp>
        <p:nvSpPr>
          <p:cNvPr id="3" name="Content Placeholder 2">
            <a:extLst>
              <a:ext uri="{FF2B5EF4-FFF2-40B4-BE49-F238E27FC236}">
                <a16:creationId xmlns:a16="http://schemas.microsoft.com/office/drawing/2014/main" id="{5ED7F90C-9A9A-9FAF-8749-29D78CDC9E0A}"/>
              </a:ext>
            </a:extLst>
          </p:cNvPr>
          <p:cNvSpPr>
            <a:spLocks noGrp="1"/>
          </p:cNvSpPr>
          <p:nvPr>
            <p:ph idx="1"/>
          </p:nvPr>
        </p:nvSpPr>
        <p:spPr/>
        <p:txBody>
          <a:bodyPr/>
          <a:lstStyle/>
          <a:p>
            <a:pPr algn="l">
              <a:buFont typeface="Arial" panose="020B0604020202020204" pitchFamily="34" charset="0"/>
              <a:buChar char="•"/>
            </a:pPr>
            <a:r>
              <a:rPr lang="en-US" b="0" i="0" dirty="0">
                <a:solidFill>
                  <a:srgbClr val="374151"/>
                </a:solidFill>
                <a:effectLst/>
                <a:latin typeface="Söhne"/>
              </a:rPr>
              <a:t>Microprocessors are used in advanced prosthetic limbs to provide more natural and precise control over movements.</a:t>
            </a:r>
          </a:p>
          <a:p>
            <a:pPr algn="l">
              <a:buFont typeface="Arial" panose="020B0604020202020204" pitchFamily="34" charset="0"/>
              <a:buChar char="•"/>
            </a:pPr>
            <a:r>
              <a:rPr lang="en-US" b="0" i="0" dirty="0">
                <a:solidFill>
                  <a:srgbClr val="374151"/>
                </a:solidFill>
                <a:effectLst/>
                <a:latin typeface="Söhne"/>
              </a:rPr>
              <a:t>Example: A microprocessor in a prosthetic hand can detect muscle signals from the wearer's residual limb and translate them into specific hand movements.</a:t>
            </a:r>
          </a:p>
          <a:p>
            <a:pPr marL="0" indent="0">
              <a:buNone/>
            </a:pPr>
            <a:endParaRPr lang="en-IN" dirty="0"/>
          </a:p>
        </p:txBody>
      </p:sp>
      <p:sp>
        <p:nvSpPr>
          <p:cNvPr id="4" name="Slide Number Placeholder 3">
            <a:extLst>
              <a:ext uri="{FF2B5EF4-FFF2-40B4-BE49-F238E27FC236}">
                <a16:creationId xmlns:a16="http://schemas.microsoft.com/office/drawing/2014/main" id="{2CCEDD2E-E8DA-4D6A-DFAE-D6389C34EEA5}"/>
              </a:ext>
            </a:extLst>
          </p:cNvPr>
          <p:cNvSpPr>
            <a:spLocks noGrp="1"/>
          </p:cNvSpPr>
          <p:nvPr>
            <p:ph type="sldNum" sz="quarter" idx="12"/>
          </p:nvPr>
        </p:nvSpPr>
        <p:spPr/>
        <p:txBody>
          <a:bodyPr/>
          <a:lstStyle/>
          <a:p>
            <a:fld id="{BDCDBBEF-AA6C-4BA6-85B2-A17D7F280E38}" type="slidenum">
              <a:rPr lang="en-US" smtClean="0"/>
              <a:pPr/>
              <a:t>13</a:t>
            </a:fld>
            <a:endParaRPr lang="en-US"/>
          </a:p>
        </p:txBody>
      </p:sp>
    </p:spTree>
    <p:extLst>
      <p:ext uri="{BB962C8B-B14F-4D97-AF65-F5344CB8AC3E}">
        <p14:creationId xmlns:p14="http://schemas.microsoft.com/office/powerpoint/2010/main" val="19042386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DE1A974-C439-B18F-DFF7-9C1F3876F3ED}"/>
              </a:ext>
            </a:extLst>
          </p:cNvPr>
          <p:cNvSpPr>
            <a:spLocks noGrp="1"/>
          </p:cNvSpPr>
          <p:nvPr>
            <p:ph type="sldNum" sz="quarter" idx="12"/>
          </p:nvPr>
        </p:nvSpPr>
        <p:spPr/>
        <p:txBody>
          <a:bodyPr/>
          <a:lstStyle/>
          <a:p>
            <a:fld id="{BDCDBBEF-AA6C-4BA6-85B2-A17D7F280E38}" type="slidenum">
              <a:rPr lang="en-US" smtClean="0"/>
              <a:pPr/>
              <a:t>14</a:t>
            </a:fld>
            <a:endParaRPr lang="en-US"/>
          </a:p>
        </p:txBody>
      </p:sp>
      <p:sp>
        <p:nvSpPr>
          <p:cNvPr id="4" name="TextBox 3">
            <a:extLst>
              <a:ext uri="{FF2B5EF4-FFF2-40B4-BE49-F238E27FC236}">
                <a16:creationId xmlns:a16="http://schemas.microsoft.com/office/drawing/2014/main" id="{4180E4F8-CEAC-FA37-E8C5-6167BF7F6085}"/>
              </a:ext>
            </a:extLst>
          </p:cNvPr>
          <p:cNvSpPr txBox="1"/>
          <p:nvPr/>
        </p:nvSpPr>
        <p:spPr>
          <a:xfrm>
            <a:off x="1320800" y="558800"/>
            <a:ext cx="9337040" cy="4401205"/>
          </a:xfrm>
          <a:prstGeom prst="rect">
            <a:avLst/>
          </a:prstGeom>
          <a:noFill/>
        </p:spPr>
        <p:txBody>
          <a:bodyPr wrap="square">
            <a:spAutoFit/>
          </a:bodyPr>
          <a:lstStyle/>
          <a:p>
            <a:pPr algn="just"/>
            <a:r>
              <a:rPr lang="en-US" sz="4000" b="0" i="0" dirty="0">
                <a:solidFill>
                  <a:srgbClr val="374151"/>
                </a:solidFill>
                <a:effectLst/>
                <a:latin typeface="Söhne"/>
              </a:rPr>
              <a:t>In biomedical instrumentation, microprocessors are crucial for ensuring accuracy, reliability, and real-time data processing. They enable healthcare professionals to diagnose, monitor, and treat patients more effectively, improving the overall quality of healthcare</a:t>
            </a:r>
            <a:r>
              <a:rPr lang="en-US" sz="2400" b="0" i="0" dirty="0">
                <a:solidFill>
                  <a:srgbClr val="374151"/>
                </a:solidFill>
                <a:effectLst/>
                <a:latin typeface="Söhne"/>
              </a:rPr>
              <a:t>.</a:t>
            </a:r>
            <a:endParaRPr lang="en-IN" sz="2400" dirty="0"/>
          </a:p>
        </p:txBody>
      </p:sp>
    </p:spTree>
    <p:extLst>
      <p:ext uri="{BB962C8B-B14F-4D97-AF65-F5344CB8AC3E}">
        <p14:creationId xmlns:p14="http://schemas.microsoft.com/office/powerpoint/2010/main" val="16788340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BF92A-5BD9-4E6A-AA33-D2CC7F116E69}"/>
              </a:ext>
            </a:extLst>
          </p:cNvPr>
          <p:cNvSpPr>
            <a:spLocks noGrp="1"/>
          </p:cNvSpPr>
          <p:nvPr>
            <p:ph type="title"/>
          </p:nvPr>
        </p:nvSpPr>
        <p:spPr>
          <a:xfrm>
            <a:off x="1331842" y="1709738"/>
            <a:ext cx="9193697" cy="2305671"/>
          </a:xfrm>
        </p:spPr>
        <p:txBody>
          <a:bodyPr>
            <a:normAutofit/>
          </a:bodyPr>
          <a:lstStyle/>
          <a:p>
            <a:pPr algn="ctr"/>
            <a:r>
              <a:rPr kumimoji="0" lang="en-US" altLang="en-US" sz="5400" b="0" i="0" u="none" strike="noStrike" cap="none" normalizeH="0" baseline="0" dirty="0">
                <a:ln>
                  <a:noFill/>
                </a:ln>
                <a:solidFill>
                  <a:schemeClr val="accent1"/>
                </a:solidFill>
                <a:effectLst/>
                <a:latin typeface="Arial" panose="020B0604020202020204" pitchFamily="34" charset="0"/>
              </a:rPr>
              <a:t>PC Base Medical Instruments</a:t>
            </a:r>
            <a:endParaRPr lang="en-IN" sz="5400" dirty="0"/>
          </a:p>
        </p:txBody>
      </p:sp>
    </p:spTree>
    <p:extLst>
      <p:ext uri="{BB962C8B-B14F-4D97-AF65-F5344CB8AC3E}">
        <p14:creationId xmlns:p14="http://schemas.microsoft.com/office/powerpoint/2010/main" val="38002808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2606D49F-EB5D-467C-A14E-1660E3F61D4B}"/>
              </a:ext>
            </a:extLst>
          </p:cNvPr>
          <p:cNvGraphicFramePr/>
          <p:nvPr/>
        </p:nvGraphicFramePr>
        <p:xfrm>
          <a:off x="918821" y="516835"/>
          <a:ext cx="10839172" cy="59435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921672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3A7D6A6-9C25-4877-8579-0B3A649B76B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83973" y="556591"/>
            <a:ext cx="10739941" cy="5792163"/>
          </a:xfrm>
        </p:spPr>
      </p:pic>
    </p:spTree>
    <p:extLst>
      <p:ext uri="{BB962C8B-B14F-4D97-AF65-F5344CB8AC3E}">
        <p14:creationId xmlns:p14="http://schemas.microsoft.com/office/powerpoint/2010/main" val="11753689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C6478629-98A9-4BFE-8FC7-3BF605E2C827}"/>
              </a:ext>
            </a:extLst>
          </p:cNvPr>
          <p:cNvGraphicFramePr/>
          <p:nvPr>
            <p:extLst>
              <p:ext uri="{D42A27DB-BD31-4B8C-83A1-F6EECF244321}">
                <p14:modId xmlns:p14="http://schemas.microsoft.com/office/powerpoint/2010/main" val="181399425"/>
              </p:ext>
            </p:extLst>
          </p:nvPr>
        </p:nvGraphicFramePr>
        <p:xfrm>
          <a:off x="857861" y="193040"/>
          <a:ext cx="10887099" cy="65755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379996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FC18AF4E-0FDF-45E9-9406-97EC8322EDCA}"/>
              </a:ext>
            </a:extLst>
          </p:cNvPr>
          <p:cNvGraphicFramePr/>
          <p:nvPr/>
        </p:nvGraphicFramePr>
        <p:xfrm>
          <a:off x="898940" y="288235"/>
          <a:ext cx="10968381" cy="63709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412744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97647-0959-8D24-4798-0C60A38B3B54}"/>
              </a:ext>
            </a:extLst>
          </p:cNvPr>
          <p:cNvSpPr>
            <a:spLocks noGrp="1"/>
          </p:cNvSpPr>
          <p:nvPr>
            <p:ph type="title"/>
          </p:nvPr>
        </p:nvSpPr>
        <p:spPr/>
        <p:txBody>
          <a:bodyPr/>
          <a:lstStyle/>
          <a:p>
            <a:r>
              <a:rPr lang="en-IN" i="0" dirty="0">
                <a:effectLst/>
                <a:latin typeface="Söhne"/>
              </a:rPr>
              <a:t>Advantages </a:t>
            </a:r>
            <a:r>
              <a:rPr lang="en-IN" i="0" dirty="0">
                <a:solidFill>
                  <a:srgbClr val="343541"/>
                </a:solidFill>
                <a:effectLst/>
                <a:latin typeface="Söhne"/>
              </a:rPr>
              <a:t>of PC-based medical instruments</a:t>
            </a:r>
            <a:endParaRPr lang="en-IN" dirty="0"/>
          </a:p>
        </p:txBody>
      </p:sp>
      <p:sp>
        <p:nvSpPr>
          <p:cNvPr id="3" name="Content Placeholder 2">
            <a:extLst>
              <a:ext uri="{FF2B5EF4-FFF2-40B4-BE49-F238E27FC236}">
                <a16:creationId xmlns:a16="http://schemas.microsoft.com/office/drawing/2014/main" id="{9974E5BF-82C0-AFB1-2FF7-829759EDBBAD}"/>
              </a:ext>
            </a:extLst>
          </p:cNvPr>
          <p:cNvSpPr>
            <a:spLocks noGrp="1"/>
          </p:cNvSpPr>
          <p:nvPr>
            <p:ph idx="1"/>
          </p:nvPr>
        </p:nvSpPr>
        <p:spPr/>
        <p:txBody>
          <a:bodyPr/>
          <a:lstStyle/>
          <a:p>
            <a:pPr algn="l">
              <a:buFont typeface="+mj-lt"/>
              <a:buAutoNum type="arabicPeriod"/>
            </a:pPr>
            <a:r>
              <a:rPr lang="en-US" b="1" i="0" dirty="0">
                <a:solidFill>
                  <a:srgbClr val="374151"/>
                </a:solidFill>
                <a:effectLst/>
                <a:latin typeface="Söhne"/>
              </a:rPr>
              <a:t>Cost-Effective:</a:t>
            </a:r>
            <a:r>
              <a:rPr lang="en-US" b="0" i="0" dirty="0">
                <a:solidFill>
                  <a:srgbClr val="374151"/>
                </a:solidFill>
                <a:effectLst/>
                <a:latin typeface="Söhne"/>
              </a:rPr>
              <a:t> PC-based medical instruments are often more cost-effective than standalone devices with integrated displays and processing units. This is because they leverage the computing power of readily available PCs, reducing the need for specialized hardware.</a:t>
            </a:r>
          </a:p>
          <a:p>
            <a:pPr algn="l">
              <a:buFont typeface="+mj-lt"/>
              <a:buAutoNum type="arabicPeriod"/>
            </a:pPr>
            <a:r>
              <a:rPr lang="en-US" b="1" i="0" dirty="0">
                <a:solidFill>
                  <a:srgbClr val="374151"/>
                </a:solidFill>
                <a:effectLst/>
                <a:latin typeface="Söhne"/>
              </a:rPr>
              <a:t>Scalability:</a:t>
            </a:r>
            <a:r>
              <a:rPr lang="en-US" b="0" i="0" dirty="0">
                <a:solidFill>
                  <a:srgbClr val="374151"/>
                </a:solidFill>
                <a:effectLst/>
                <a:latin typeface="Söhne"/>
              </a:rPr>
              <a:t> These instruments can be easily upgraded or customized by simply upgrading the PC's hardware or software. This scalability allows for the addition of new features or capabilities without replacing the entire instrument.</a:t>
            </a:r>
          </a:p>
          <a:p>
            <a:endParaRPr lang="en-IN" dirty="0"/>
          </a:p>
        </p:txBody>
      </p:sp>
      <p:sp>
        <p:nvSpPr>
          <p:cNvPr id="4" name="Slide Number Placeholder 3">
            <a:extLst>
              <a:ext uri="{FF2B5EF4-FFF2-40B4-BE49-F238E27FC236}">
                <a16:creationId xmlns:a16="http://schemas.microsoft.com/office/drawing/2014/main" id="{862F8872-3542-EEAF-3CAE-3CA53C743D26}"/>
              </a:ext>
            </a:extLst>
          </p:cNvPr>
          <p:cNvSpPr>
            <a:spLocks noGrp="1"/>
          </p:cNvSpPr>
          <p:nvPr>
            <p:ph type="sldNum" sz="quarter" idx="12"/>
          </p:nvPr>
        </p:nvSpPr>
        <p:spPr/>
        <p:txBody>
          <a:bodyPr/>
          <a:lstStyle/>
          <a:p>
            <a:fld id="{BDCDBBEF-AA6C-4BA6-85B2-A17D7F280E38}" type="slidenum">
              <a:rPr lang="en-US" smtClean="0"/>
              <a:pPr/>
              <a:t>20</a:t>
            </a:fld>
            <a:endParaRPr lang="en-US"/>
          </a:p>
        </p:txBody>
      </p:sp>
    </p:spTree>
    <p:extLst>
      <p:ext uri="{BB962C8B-B14F-4D97-AF65-F5344CB8AC3E}">
        <p14:creationId xmlns:p14="http://schemas.microsoft.com/office/powerpoint/2010/main" val="9758193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34B0E5-25FF-A062-C0E7-4EE63E8FB215}"/>
              </a:ext>
            </a:extLst>
          </p:cNvPr>
          <p:cNvSpPr>
            <a:spLocks noGrp="1"/>
          </p:cNvSpPr>
          <p:nvPr>
            <p:ph idx="1"/>
          </p:nvPr>
        </p:nvSpPr>
        <p:spPr>
          <a:xfrm>
            <a:off x="838200" y="0"/>
            <a:ext cx="10515600" cy="6176963"/>
          </a:xfrm>
        </p:spPr>
        <p:txBody>
          <a:bodyPr/>
          <a:lstStyle/>
          <a:p>
            <a:pPr marL="0" indent="0" algn="just">
              <a:buNone/>
            </a:pPr>
            <a:r>
              <a:rPr lang="en-US" sz="3200" b="1" i="0" dirty="0">
                <a:solidFill>
                  <a:srgbClr val="374151"/>
                </a:solidFill>
                <a:effectLst/>
                <a:latin typeface="Söhne"/>
              </a:rPr>
              <a:t>Processing Power:</a:t>
            </a:r>
            <a:r>
              <a:rPr lang="en-US" sz="3200" b="0" i="0" dirty="0">
                <a:solidFill>
                  <a:srgbClr val="374151"/>
                </a:solidFill>
                <a:effectLst/>
                <a:latin typeface="Söhne"/>
              </a:rPr>
              <a:t> Modern PCs have substantial processing power, making them capable of handling complex data analysis, signal processing, and image processing tasks. This enables high-resolution data collection and sophisticated analysis techniques.</a:t>
            </a:r>
          </a:p>
          <a:p>
            <a:pPr marL="0" indent="0" algn="just">
              <a:buNone/>
            </a:pPr>
            <a:endParaRPr lang="en-US" sz="3200" b="1" dirty="0">
              <a:solidFill>
                <a:srgbClr val="374151"/>
              </a:solidFill>
              <a:latin typeface="Söhne"/>
            </a:endParaRPr>
          </a:p>
          <a:p>
            <a:pPr marL="0" indent="0" algn="just">
              <a:buNone/>
            </a:pPr>
            <a:r>
              <a:rPr lang="en-US" sz="3200" b="1" i="0" dirty="0">
                <a:solidFill>
                  <a:srgbClr val="374151"/>
                </a:solidFill>
                <a:effectLst/>
                <a:latin typeface="Söhne"/>
              </a:rPr>
              <a:t>User-Friendly Interface:</a:t>
            </a:r>
            <a:r>
              <a:rPr lang="en-US" sz="3200" b="0" i="0" dirty="0">
                <a:solidFill>
                  <a:srgbClr val="374151"/>
                </a:solidFill>
                <a:effectLst/>
                <a:latin typeface="Söhne"/>
              </a:rPr>
              <a:t> PCs offer user-friendly interfaces with graphical displays, touchscreens, and interactive software. This makes it easier for healthcare professionals to operate and interpret the data from these instruments.</a:t>
            </a:r>
          </a:p>
          <a:p>
            <a:endParaRPr lang="en-IN" dirty="0"/>
          </a:p>
        </p:txBody>
      </p:sp>
      <p:sp>
        <p:nvSpPr>
          <p:cNvPr id="4" name="Slide Number Placeholder 3">
            <a:extLst>
              <a:ext uri="{FF2B5EF4-FFF2-40B4-BE49-F238E27FC236}">
                <a16:creationId xmlns:a16="http://schemas.microsoft.com/office/drawing/2014/main" id="{75C04FCA-24B7-EDE1-1804-0F39C1DD03F6}"/>
              </a:ext>
            </a:extLst>
          </p:cNvPr>
          <p:cNvSpPr>
            <a:spLocks noGrp="1"/>
          </p:cNvSpPr>
          <p:nvPr>
            <p:ph type="sldNum" sz="quarter" idx="12"/>
          </p:nvPr>
        </p:nvSpPr>
        <p:spPr/>
        <p:txBody>
          <a:bodyPr/>
          <a:lstStyle/>
          <a:p>
            <a:fld id="{BDCDBBEF-AA6C-4BA6-85B2-A17D7F280E38}" type="slidenum">
              <a:rPr lang="en-US" smtClean="0"/>
              <a:pPr/>
              <a:t>21</a:t>
            </a:fld>
            <a:endParaRPr lang="en-US"/>
          </a:p>
        </p:txBody>
      </p:sp>
    </p:spTree>
    <p:extLst>
      <p:ext uri="{BB962C8B-B14F-4D97-AF65-F5344CB8AC3E}">
        <p14:creationId xmlns:p14="http://schemas.microsoft.com/office/powerpoint/2010/main" val="29978064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6ADEA8-0929-F4B5-9887-8978C2D00C46}"/>
              </a:ext>
            </a:extLst>
          </p:cNvPr>
          <p:cNvSpPr>
            <a:spLocks noGrp="1"/>
          </p:cNvSpPr>
          <p:nvPr>
            <p:ph idx="1"/>
          </p:nvPr>
        </p:nvSpPr>
        <p:spPr>
          <a:xfrm>
            <a:off x="838200" y="396240"/>
            <a:ext cx="10515600" cy="5780723"/>
          </a:xfrm>
        </p:spPr>
        <p:txBody>
          <a:bodyPr/>
          <a:lstStyle/>
          <a:p>
            <a:pPr algn="just">
              <a:buFont typeface="+mj-lt"/>
              <a:buAutoNum type="arabicPeriod"/>
            </a:pPr>
            <a:r>
              <a:rPr lang="en-US" sz="3200" b="1" i="0" dirty="0">
                <a:solidFill>
                  <a:srgbClr val="374151"/>
                </a:solidFill>
                <a:effectLst/>
                <a:latin typeface="Söhne"/>
              </a:rPr>
              <a:t>Data Storage and Management:</a:t>
            </a:r>
            <a:r>
              <a:rPr lang="en-US" sz="3200" b="0" i="0" dirty="0">
                <a:solidFill>
                  <a:srgbClr val="374151"/>
                </a:solidFill>
                <a:effectLst/>
                <a:latin typeface="Söhne"/>
              </a:rPr>
              <a:t> PC-based instruments can store large volumes of patient data in electronic formats, making it easier to manage and retrieve patient records. They also enable connectivity to electronic health record (EHR) systems.</a:t>
            </a:r>
          </a:p>
          <a:p>
            <a:pPr marL="0" indent="0" algn="just">
              <a:buNone/>
            </a:pPr>
            <a:endParaRPr lang="en-US" sz="3200" b="0" i="0" dirty="0">
              <a:solidFill>
                <a:srgbClr val="374151"/>
              </a:solidFill>
              <a:effectLst/>
              <a:latin typeface="Söhne"/>
            </a:endParaRPr>
          </a:p>
          <a:p>
            <a:pPr algn="just">
              <a:buFont typeface="+mj-lt"/>
              <a:buAutoNum type="arabicPeriod"/>
            </a:pPr>
            <a:r>
              <a:rPr lang="en-US" sz="3200" b="1" i="0" dirty="0">
                <a:solidFill>
                  <a:srgbClr val="374151"/>
                </a:solidFill>
                <a:effectLst/>
                <a:latin typeface="Söhne"/>
              </a:rPr>
              <a:t>Remote Monitoring:</a:t>
            </a:r>
            <a:r>
              <a:rPr lang="en-US" sz="3200" b="0" i="0" dirty="0">
                <a:solidFill>
                  <a:srgbClr val="374151"/>
                </a:solidFill>
                <a:effectLst/>
                <a:latin typeface="Söhne"/>
              </a:rPr>
              <a:t> Remote monitoring and telemedicine applications are facilitated by PC-based instruments. Healthcare providers can access patient data and perform diagnostics from remote locations</a:t>
            </a:r>
          </a:p>
          <a:p>
            <a:endParaRPr lang="en-IN" dirty="0"/>
          </a:p>
        </p:txBody>
      </p:sp>
      <p:sp>
        <p:nvSpPr>
          <p:cNvPr id="4" name="Slide Number Placeholder 3">
            <a:extLst>
              <a:ext uri="{FF2B5EF4-FFF2-40B4-BE49-F238E27FC236}">
                <a16:creationId xmlns:a16="http://schemas.microsoft.com/office/drawing/2014/main" id="{66D2CE4B-1583-E074-071B-EBB24E24CFF5}"/>
              </a:ext>
            </a:extLst>
          </p:cNvPr>
          <p:cNvSpPr>
            <a:spLocks noGrp="1"/>
          </p:cNvSpPr>
          <p:nvPr>
            <p:ph type="sldNum" sz="quarter" idx="12"/>
          </p:nvPr>
        </p:nvSpPr>
        <p:spPr/>
        <p:txBody>
          <a:bodyPr/>
          <a:lstStyle/>
          <a:p>
            <a:fld id="{BDCDBBEF-AA6C-4BA6-85B2-A17D7F280E38}" type="slidenum">
              <a:rPr lang="en-US" smtClean="0"/>
              <a:pPr/>
              <a:t>22</a:t>
            </a:fld>
            <a:endParaRPr lang="en-US"/>
          </a:p>
        </p:txBody>
      </p:sp>
    </p:spTree>
    <p:extLst>
      <p:ext uri="{BB962C8B-B14F-4D97-AF65-F5344CB8AC3E}">
        <p14:creationId xmlns:p14="http://schemas.microsoft.com/office/powerpoint/2010/main" val="24387592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E068E-14AF-D1D1-5319-7C247CBC7E61}"/>
              </a:ext>
            </a:extLst>
          </p:cNvPr>
          <p:cNvSpPr>
            <a:spLocks noGrp="1"/>
          </p:cNvSpPr>
          <p:nvPr>
            <p:ph type="title"/>
          </p:nvPr>
        </p:nvSpPr>
        <p:spPr/>
        <p:txBody>
          <a:bodyPr/>
          <a:lstStyle/>
          <a:p>
            <a:r>
              <a:rPr lang="en-IN" b="1" i="0" dirty="0">
                <a:effectLst/>
                <a:latin typeface="Söhne"/>
              </a:rPr>
              <a:t>Applications</a:t>
            </a:r>
            <a:endParaRPr lang="en-IN" dirty="0"/>
          </a:p>
        </p:txBody>
      </p:sp>
      <p:sp>
        <p:nvSpPr>
          <p:cNvPr id="3" name="Content Placeholder 2">
            <a:extLst>
              <a:ext uri="{FF2B5EF4-FFF2-40B4-BE49-F238E27FC236}">
                <a16:creationId xmlns:a16="http://schemas.microsoft.com/office/drawing/2014/main" id="{6F714EFD-DB49-313C-94BC-CD1048C8551E}"/>
              </a:ext>
            </a:extLst>
          </p:cNvPr>
          <p:cNvSpPr>
            <a:spLocks noGrp="1"/>
          </p:cNvSpPr>
          <p:nvPr>
            <p:ph idx="1"/>
          </p:nvPr>
        </p:nvSpPr>
        <p:spPr/>
        <p:txBody>
          <a:bodyPr/>
          <a:lstStyle/>
          <a:p>
            <a:pPr algn="l">
              <a:buFont typeface="+mj-lt"/>
              <a:buAutoNum type="arabicPeriod"/>
            </a:pPr>
            <a:r>
              <a:rPr lang="en-US" b="1" i="0" dirty="0">
                <a:solidFill>
                  <a:srgbClr val="374151"/>
                </a:solidFill>
                <a:effectLst/>
                <a:latin typeface="Söhne"/>
              </a:rPr>
              <a:t>Medical Imaging:</a:t>
            </a:r>
            <a:r>
              <a:rPr lang="en-US" b="0" i="0" dirty="0">
                <a:solidFill>
                  <a:srgbClr val="374151"/>
                </a:solidFill>
                <a:effectLst/>
                <a:latin typeface="Söhne"/>
              </a:rPr>
              <a:t> PC-based medical instruments are extensively used in medical imaging modalities such as ultrasound, MRI, CT scans, and digital radiography. The PC handles image acquisition, processing, and visualization.</a:t>
            </a:r>
          </a:p>
          <a:p>
            <a:pPr algn="l">
              <a:buFont typeface="+mj-lt"/>
              <a:buAutoNum type="arabicPeriod"/>
            </a:pPr>
            <a:r>
              <a:rPr lang="en-US" b="1" i="0" dirty="0">
                <a:solidFill>
                  <a:srgbClr val="374151"/>
                </a:solidFill>
                <a:effectLst/>
                <a:latin typeface="Söhne"/>
              </a:rPr>
              <a:t>Electrocardiography (ECG):</a:t>
            </a:r>
            <a:r>
              <a:rPr lang="en-US" b="0" i="0" dirty="0">
                <a:solidFill>
                  <a:srgbClr val="374151"/>
                </a:solidFill>
                <a:effectLst/>
                <a:latin typeface="Söhne"/>
              </a:rPr>
              <a:t> PC-based ECG machines capture and analyze electrical signals from the heart, providing detailed ECG reports that can be printed or stored electronically.</a:t>
            </a:r>
          </a:p>
          <a:p>
            <a:pPr algn="l">
              <a:buFont typeface="+mj-lt"/>
              <a:buAutoNum type="arabicPeriod"/>
            </a:pPr>
            <a:r>
              <a:rPr lang="en-US" b="1" i="0" dirty="0">
                <a:solidFill>
                  <a:srgbClr val="374151"/>
                </a:solidFill>
                <a:effectLst/>
                <a:latin typeface="Söhne"/>
              </a:rPr>
              <a:t>Spirometry:</a:t>
            </a:r>
            <a:r>
              <a:rPr lang="en-US" b="0" i="0" dirty="0">
                <a:solidFill>
                  <a:srgbClr val="374151"/>
                </a:solidFill>
                <a:effectLst/>
                <a:latin typeface="Söhne"/>
              </a:rPr>
              <a:t> Spirometers connected to PCs measure lung function and help diagnose respiratory conditions like asthma and chronic obstructive pulmonary disease (COPD).</a:t>
            </a:r>
          </a:p>
          <a:p>
            <a:endParaRPr lang="en-IN" dirty="0"/>
          </a:p>
        </p:txBody>
      </p:sp>
      <p:sp>
        <p:nvSpPr>
          <p:cNvPr id="4" name="Slide Number Placeholder 3">
            <a:extLst>
              <a:ext uri="{FF2B5EF4-FFF2-40B4-BE49-F238E27FC236}">
                <a16:creationId xmlns:a16="http://schemas.microsoft.com/office/drawing/2014/main" id="{161388FB-BCA5-71C0-1BD5-0C4E822FBC1A}"/>
              </a:ext>
            </a:extLst>
          </p:cNvPr>
          <p:cNvSpPr>
            <a:spLocks noGrp="1"/>
          </p:cNvSpPr>
          <p:nvPr>
            <p:ph type="sldNum" sz="quarter" idx="12"/>
          </p:nvPr>
        </p:nvSpPr>
        <p:spPr/>
        <p:txBody>
          <a:bodyPr/>
          <a:lstStyle/>
          <a:p>
            <a:fld id="{BDCDBBEF-AA6C-4BA6-85B2-A17D7F280E38}" type="slidenum">
              <a:rPr lang="en-US" smtClean="0"/>
              <a:pPr/>
              <a:t>23</a:t>
            </a:fld>
            <a:endParaRPr lang="en-US"/>
          </a:p>
        </p:txBody>
      </p:sp>
    </p:spTree>
    <p:extLst>
      <p:ext uri="{BB962C8B-B14F-4D97-AF65-F5344CB8AC3E}">
        <p14:creationId xmlns:p14="http://schemas.microsoft.com/office/powerpoint/2010/main" val="4075238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CBE639-6ADB-0C3A-1B30-5A6292C73811}"/>
              </a:ext>
            </a:extLst>
          </p:cNvPr>
          <p:cNvSpPr>
            <a:spLocks noGrp="1"/>
          </p:cNvSpPr>
          <p:nvPr>
            <p:ph idx="1"/>
          </p:nvPr>
        </p:nvSpPr>
        <p:spPr>
          <a:xfrm>
            <a:off x="838200" y="650240"/>
            <a:ext cx="10515600" cy="6071235"/>
          </a:xfrm>
        </p:spPr>
        <p:txBody>
          <a:bodyPr>
            <a:normAutofit fontScale="77500" lnSpcReduction="20000"/>
          </a:bodyPr>
          <a:lstStyle/>
          <a:p>
            <a:pPr marL="0" indent="0" algn="l">
              <a:buNone/>
            </a:pPr>
            <a:endParaRPr lang="en-US" b="1" i="0" dirty="0">
              <a:solidFill>
                <a:srgbClr val="374151"/>
              </a:solidFill>
              <a:effectLst/>
              <a:latin typeface="Söhne"/>
            </a:endParaRPr>
          </a:p>
          <a:p>
            <a:pPr marL="0" indent="0" algn="just">
              <a:buNone/>
            </a:pPr>
            <a:r>
              <a:rPr lang="en-US" sz="3300" b="1" i="0" dirty="0">
                <a:solidFill>
                  <a:srgbClr val="374151"/>
                </a:solidFill>
                <a:effectLst/>
                <a:latin typeface="Arial" panose="020B0604020202020204" pitchFamily="34" charset="0"/>
                <a:cs typeface="Arial" panose="020B0604020202020204" pitchFamily="34" charset="0"/>
              </a:rPr>
              <a:t>Electroencephalography (EEG):</a:t>
            </a:r>
            <a:r>
              <a:rPr lang="en-US" sz="3300" b="0" i="0" dirty="0">
                <a:solidFill>
                  <a:srgbClr val="374151"/>
                </a:solidFill>
                <a:effectLst/>
                <a:latin typeface="Arial" panose="020B0604020202020204" pitchFamily="34" charset="0"/>
                <a:cs typeface="Arial" panose="020B0604020202020204" pitchFamily="34" charset="0"/>
              </a:rPr>
              <a:t> EEG systems connected to PCs record brainwave activity and are used in diagnosing neurological disorders and monitoring brain function.</a:t>
            </a:r>
          </a:p>
          <a:p>
            <a:pPr marL="0" indent="0" algn="just">
              <a:buNone/>
            </a:pPr>
            <a:endParaRPr lang="en-US" sz="3300" b="1" i="0" dirty="0">
              <a:solidFill>
                <a:srgbClr val="374151"/>
              </a:solidFill>
              <a:effectLst/>
              <a:latin typeface="Arial" panose="020B0604020202020204" pitchFamily="34" charset="0"/>
              <a:cs typeface="Arial" panose="020B0604020202020204" pitchFamily="34" charset="0"/>
            </a:endParaRPr>
          </a:p>
          <a:p>
            <a:pPr marL="0" indent="0" algn="just">
              <a:buNone/>
            </a:pPr>
            <a:endParaRPr lang="en-US" sz="3300" b="1" dirty="0">
              <a:solidFill>
                <a:srgbClr val="374151"/>
              </a:solidFill>
              <a:latin typeface="Arial" panose="020B0604020202020204" pitchFamily="34" charset="0"/>
              <a:cs typeface="Arial" panose="020B0604020202020204" pitchFamily="34" charset="0"/>
            </a:endParaRPr>
          </a:p>
          <a:p>
            <a:pPr marL="0" indent="0" algn="just">
              <a:buNone/>
            </a:pPr>
            <a:r>
              <a:rPr lang="en-US" sz="3300" b="1" i="0" dirty="0">
                <a:solidFill>
                  <a:srgbClr val="374151"/>
                </a:solidFill>
                <a:effectLst/>
                <a:latin typeface="Arial" panose="020B0604020202020204" pitchFamily="34" charset="0"/>
                <a:cs typeface="Arial" panose="020B0604020202020204" pitchFamily="34" charset="0"/>
              </a:rPr>
              <a:t>Laboratory Analyzers:</a:t>
            </a:r>
            <a:r>
              <a:rPr lang="en-US" sz="3300" b="0" i="0" dirty="0">
                <a:solidFill>
                  <a:srgbClr val="374151"/>
                </a:solidFill>
                <a:effectLst/>
                <a:latin typeface="Arial" panose="020B0604020202020204" pitchFamily="34" charset="0"/>
                <a:cs typeface="Arial" panose="020B0604020202020204" pitchFamily="34" charset="0"/>
              </a:rPr>
              <a:t> PC-based systems are employed in clinical laboratories for automated analysis of blood, urine, and other biological samples, offering faster and more accurate results.</a:t>
            </a:r>
          </a:p>
          <a:p>
            <a:pPr marL="0" indent="0" algn="just">
              <a:buNone/>
            </a:pPr>
            <a:endParaRPr lang="en-US" sz="3300" b="1" i="0" dirty="0">
              <a:solidFill>
                <a:srgbClr val="374151"/>
              </a:solidFill>
              <a:effectLst/>
              <a:latin typeface="Arial" panose="020B0604020202020204" pitchFamily="34" charset="0"/>
              <a:cs typeface="Arial" panose="020B0604020202020204" pitchFamily="34" charset="0"/>
            </a:endParaRPr>
          </a:p>
          <a:p>
            <a:pPr marL="0" indent="0" algn="just">
              <a:buNone/>
            </a:pPr>
            <a:endParaRPr lang="en-US" sz="3300" b="1" dirty="0">
              <a:solidFill>
                <a:srgbClr val="374151"/>
              </a:solidFill>
              <a:latin typeface="Arial" panose="020B0604020202020204" pitchFamily="34" charset="0"/>
              <a:cs typeface="Arial" panose="020B0604020202020204" pitchFamily="34" charset="0"/>
            </a:endParaRPr>
          </a:p>
          <a:p>
            <a:pPr marL="0" indent="0" algn="just">
              <a:buNone/>
            </a:pPr>
            <a:endParaRPr lang="en-US" sz="3300" b="1" i="0" dirty="0">
              <a:solidFill>
                <a:srgbClr val="374151"/>
              </a:solidFill>
              <a:effectLst/>
              <a:latin typeface="Arial" panose="020B0604020202020204" pitchFamily="34" charset="0"/>
              <a:cs typeface="Arial" panose="020B0604020202020204" pitchFamily="34" charset="0"/>
            </a:endParaRPr>
          </a:p>
          <a:p>
            <a:pPr marL="0" indent="0" algn="just">
              <a:buNone/>
            </a:pPr>
            <a:endParaRPr lang="en-US" sz="3300" b="1" dirty="0">
              <a:solidFill>
                <a:srgbClr val="374151"/>
              </a:solidFill>
              <a:latin typeface="Arial" panose="020B0604020202020204" pitchFamily="34" charset="0"/>
              <a:cs typeface="Arial" panose="020B0604020202020204" pitchFamily="34" charset="0"/>
            </a:endParaRPr>
          </a:p>
          <a:p>
            <a:pPr marL="0" indent="0" algn="just">
              <a:buNone/>
            </a:pPr>
            <a:r>
              <a:rPr lang="en-US" sz="3300" b="1" i="0" dirty="0">
                <a:solidFill>
                  <a:srgbClr val="374151"/>
                </a:solidFill>
                <a:effectLst/>
                <a:latin typeface="Arial" panose="020B0604020202020204" pitchFamily="34" charset="0"/>
                <a:cs typeface="Arial" panose="020B0604020202020204" pitchFamily="34" charset="0"/>
              </a:rPr>
              <a:t>Patient Monitoring:</a:t>
            </a:r>
            <a:r>
              <a:rPr lang="en-US" sz="3300" b="0" i="0" dirty="0">
                <a:solidFill>
                  <a:srgbClr val="374151"/>
                </a:solidFill>
                <a:effectLst/>
                <a:latin typeface="Arial" panose="020B0604020202020204" pitchFamily="34" charset="0"/>
                <a:cs typeface="Arial" panose="020B0604020202020204" pitchFamily="34" charset="0"/>
              </a:rPr>
              <a:t> PC-based monitoring systems track vital signs such as heart rate, blood pressure, and oxygen saturation. They can provide real-time data and alarms in hospital settings.</a:t>
            </a:r>
          </a:p>
          <a:p>
            <a:endParaRPr lang="en-IN" dirty="0"/>
          </a:p>
        </p:txBody>
      </p:sp>
      <p:sp>
        <p:nvSpPr>
          <p:cNvPr id="4" name="Slide Number Placeholder 3">
            <a:extLst>
              <a:ext uri="{FF2B5EF4-FFF2-40B4-BE49-F238E27FC236}">
                <a16:creationId xmlns:a16="http://schemas.microsoft.com/office/drawing/2014/main" id="{557A1889-ABE8-40C0-03C5-66BBD6852B21}"/>
              </a:ext>
            </a:extLst>
          </p:cNvPr>
          <p:cNvSpPr>
            <a:spLocks noGrp="1"/>
          </p:cNvSpPr>
          <p:nvPr>
            <p:ph type="sldNum" sz="quarter" idx="12"/>
          </p:nvPr>
        </p:nvSpPr>
        <p:spPr/>
        <p:txBody>
          <a:bodyPr/>
          <a:lstStyle/>
          <a:p>
            <a:fld id="{BDCDBBEF-AA6C-4BA6-85B2-A17D7F280E38}" type="slidenum">
              <a:rPr lang="en-US" smtClean="0"/>
              <a:pPr/>
              <a:t>24</a:t>
            </a:fld>
            <a:endParaRPr lang="en-US"/>
          </a:p>
        </p:txBody>
      </p:sp>
    </p:spTree>
    <p:extLst>
      <p:ext uri="{BB962C8B-B14F-4D97-AF65-F5344CB8AC3E}">
        <p14:creationId xmlns:p14="http://schemas.microsoft.com/office/powerpoint/2010/main" val="18301372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49ADAC-4539-584F-5D91-E792F9EFF8AE}"/>
              </a:ext>
            </a:extLst>
          </p:cNvPr>
          <p:cNvSpPr>
            <a:spLocks noGrp="1"/>
          </p:cNvSpPr>
          <p:nvPr>
            <p:ph idx="1"/>
          </p:nvPr>
        </p:nvSpPr>
        <p:spPr>
          <a:xfrm>
            <a:off x="838200" y="619760"/>
            <a:ext cx="10515600" cy="5557203"/>
          </a:xfrm>
        </p:spPr>
        <p:txBody>
          <a:bodyPr>
            <a:normAutofit/>
          </a:bodyPr>
          <a:lstStyle/>
          <a:p>
            <a:pPr marL="0" indent="0" algn="l">
              <a:buNone/>
            </a:pPr>
            <a:r>
              <a:rPr lang="en-US" b="1" i="0" dirty="0">
                <a:solidFill>
                  <a:srgbClr val="374151"/>
                </a:solidFill>
                <a:effectLst/>
                <a:latin typeface="Söhne"/>
              </a:rPr>
              <a:t>Telemedicine:</a:t>
            </a:r>
            <a:r>
              <a:rPr lang="en-US" b="0" i="0" dirty="0">
                <a:solidFill>
                  <a:srgbClr val="374151"/>
                </a:solidFill>
                <a:effectLst/>
                <a:latin typeface="Söhne"/>
              </a:rPr>
              <a:t> PC-based instruments support telemedicine applications, allowing healthcare providers to remotely diagnose and monitor patients, especially in remote or underserved areas.</a:t>
            </a:r>
          </a:p>
          <a:p>
            <a:pPr marL="0" indent="0" algn="l">
              <a:buNone/>
            </a:pPr>
            <a:r>
              <a:rPr lang="en-US" b="1" i="0" dirty="0">
                <a:solidFill>
                  <a:srgbClr val="374151"/>
                </a:solidFill>
                <a:effectLst/>
                <a:latin typeface="Söhne"/>
              </a:rPr>
              <a:t>Research and Education:</a:t>
            </a:r>
            <a:r>
              <a:rPr lang="en-US" b="0" i="0" dirty="0">
                <a:solidFill>
                  <a:srgbClr val="374151"/>
                </a:solidFill>
                <a:effectLst/>
                <a:latin typeface="Söhne"/>
              </a:rPr>
              <a:t> PC-based instruments are used in research laboratories and educational institutions for conducting experiments, simulations, and medical training.</a:t>
            </a:r>
          </a:p>
          <a:p>
            <a:pPr marL="0" indent="0" algn="l">
              <a:buNone/>
            </a:pPr>
            <a:r>
              <a:rPr lang="en-US" b="1" i="0" dirty="0">
                <a:solidFill>
                  <a:srgbClr val="374151"/>
                </a:solidFill>
                <a:effectLst/>
                <a:latin typeface="Söhne"/>
              </a:rPr>
              <a:t>Rehabilitation and Assistive Devices:</a:t>
            </a:r>
            <a:r>
              <a:rPr lang="en-US" b="0" i="0" dirty="0">
                <a:solidFill>
                  <a:srgbClr val="374151"/>
                </a:solidFill>
                <a:effectLst/>
                <a:latin typeface="Söhne"/>
              </a:rPr>
              <a:t> Devices like robotic exoskeletons and prosthetic limbs often rely on PC-based control systems for precise and adaptive movements.</a:t>
            </a:r>
          </a:p>
          <a:p>
            <a:pPr marL="0" indent="0" algn="l">
              <a:buNone/>
            </a:pPr>
            <a:r>
              <a:rPr lang="en-US" b="1" i="0" dirty="0">
                <a:solidFill>
                  <a:srgbClr val="374151"/>
                </a:solidFill>
                <a:effectLst/>
                <a:latin typeface="Söhne"/>
              </a:rPr>
              <a:t>Dental Imaging:</a:t>
            </a:r>
            <a:r>
              <a:rPr lang="en-US" b="0" i="0" dirty="0">
                <a:solidFill>
                  <a:srgbClr val="374151"/>
                </a:solidFill>
                <a:effectLst/>
                <a:latin typeface="Söhne"/>
              </a:rPr>
              <a:t> In dentistry, PC-based instruments are used for digital dental radiography and 3D imaging, improving diagnostic accuracy and patient car</a:t>
            </a:r>
          </a:p>
          <a:p>
            <a:endParaRPr lang="en-IN" dirty="0"/>
          </a:p>
        </p:txBody>
      </p:sp>
      <p:sp>
        <p:nvSpPr>
          <p:cNvPr id="4" name="Slide Number Placeholder 3">
            <a:extLst>
              <a:ext uri="{FF2B5EF4-FFF2-40B4-BE49-F238E27FC236}">
                <a16:creationId xmlns:a16="http://schemas.microsoft.com/office/drawing/2014/main" id="{95918A4C-DEDA-9560-9773-206B49972C29}"/>
              </a:ext>
            </a:extLst>
          </p:cNvPr>
          <p:cNvSpPr>
            <a:spLocks noGrp="1"/>
          </p:cNvSpPr>
          <p:nvPr>
            <p:ph type="sldNum" sz="quarter" idx="12"/>
          </p:nvPr>
        </p:nvSpPr>
        <p:spPr/>
        <p:txBody>
          <a:bodyPr/>
          <a:lstStyle/>
          <a:p>
            <a:fld id="{BDCDBBEF-AA6C-4BA6-85B2-A17D7F280E38}" type="slidenum">
              <a:rPr lang="en-US" smtClean="0"/>
              <a:pPr/>
              <a:t>25</a:t>
            </a:fld>
            <a:endParaRPr lang="en-US"/>
          </a:p>
        </p:txBody>
      </p:sp>
    </p:spTree>
    <p:extLst>
      <p:ext uri="{BB962C8B-B14F-4D97-AF65-F5344CB8AC3E}">
        <p14:creationId xmlns:p14="http://schemas.microsoft.com/office/powerpoint/2010/main" val="14457648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5E2B7-71D5-47C9-BCA8-17C999924FB2}"/>
              </a:ext>
            </a:extLst>
          </p:cNvPr>
          <p:cNvSpPr>
            <a:spLocks noGrp="1"/>
          </p:cNvSpPr>
          <p:nvPr>
            <p:ph type="title"/>
          </p:nvPr>
        </p:nvSpPr>
        <p:spPr/>
        <p:txBody>
          <a:bodyPr/>
          <a:lstStyle/>
          <a:p>
            <a:pPr algn="ctr"/>
            <a:r>
              <a:rPr kumimoji="0" lang="en-US" altLang="en-US" sz="6000" b="0" i="0" u="none" strike="noStrike" cap="none" normalizeH="0" baseline="0" dirty="0">
                <a:ln>
                  <a:noFill/>
                </a:ln>
                <a:solidFill>
                  <a:schemeClr val="accent1"/>
                </a:solidFill>
                <a:effectLst/>
              </a:rPr>
              <a:t>General constraints in design of Medical Instrumentation System</a:t>
            </a:r>
            <a:endParaRPr lang="en-IN" dirty="0"/>
          </a:p>
        </p:txBody>
      </p:sp>
    </p:spTree>
    <p:extLst>
      <p:ext uri="{BB962C8B-B14F-4D97-AF65-F5344CB8AC3E}">
        <p14:creationId xmlns:p14="http://schemas.microsoft.com/office/powerpoint/2010/main" val="4871497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C1C8A3-3636-5FE0-3D28-DFF7936796E8}"/>
              </a:ext>
            </a:extLst>
          </p:cNvPr>
          <p:cNvSpPr>
            <a:spLocks noGrp="1"/>
          </p:cNvSpPr>
          <p:nvPr>
            <p:ph idx="1"/>
          </p:nvPr>
        </p:nvSpPr>
        <p:spPr>
          <a:xfrm>
            <a:off x="838200" y="1066800"/>
            <a:ext cx="10515600" cy="5110163"/>
          </a:xfrm>
        </p:spPr>
        <p:txBody>
          <a:bodyPr>
            <a:normAutofit lnSpcReduction="10000"/>
          </a:bodyPr>
          <a:lstStyle/>
          <a:p>
            <a:r>
              <a:rPr lang="en-US" b="0" i="0" dirty="0">
                <a:solidFill>
                  <a:srgbClr val="374151"/>
                </a:solidFill>
                <a:effectLst/>
                <a:latin typeface="Söhne"/>
              </a:rPr>
              <a:t>The design of medical instrumentation systems is subject to various constraints and considerations to ensure their safety, accuracy, reliability, and effectiveness in healthcare applications. Here are some general constraints and considerations that designers must address:</a:t>
            </a:r>
          </a:p>
          <a:p>
            <a:endParaRPr lang="en-US" b="1" i="0" dirty="0">
              <a:effectLst/>
              <a:latin typeface="Söhne"/>
            </a:endParaRPr>
          </a:p>
          <a:p>
            <a:r>
              <a:rPr lang="en-US" b="1" i="0" dirty="0">
                <a:effectLst/>
                <a:latin typeface="Söhne"/>
              </a:rPr>
              <a:t>Patient Safety:</a:t>
            </a:r>
            <a:r>
              <a:rPr lang="en-US" b="0" i="0" dirty="0">
                <a:solidFill>
                  <a:srgbClr val="374151"/>
                </a:solidFill>
                <a:effectLst/>
                <a:latin typeface="Söhne"/>
              </a:rPr>
              <a:t> Ensuring the safety of the patient is paramount. The system should not harm the patient through electrical, mechanical, or thermal means. </a:t>
            </a:r>
          </a:p>
          <a:p>
            <a:pPr marL="0" indent="0">
              <a:buNone/>
            </a:pPr>
            <a:endParaRPr lang="en-US" b="0" i="0" dirty="0">
              <a:solidFill>
                <a:srgbClr val="374151"/>
              </a:solidFill>
              <a:effectLst/>
              <a:latin typeface="Söhne"/>
            </a:endParaRPr>
          </a:p>
          <a:p>
            <a:r>
              <a:rPr lang="en-US" b="1" i="0" dirty="0">
                <a:effectLst/>
                <a:latin typeface="Söhne"/>
              </a:rPr>
              <a:t>Accuracy and Precision:</a:t>
            </a:r>
            <a:r>
              <a:rPr lang="en-US" b="0" i="0" dirty="0">
                <a:solidFill>
                  <a:srgbClr val="374151"/>
                </a:solidFill>
                <a:effectLst/>
                <a:latin typeface="Söhne"/>
              </a:rPr>
              <a:t> Medical instruments must provide accurate and precise measurements or data. Errors in measurements can lead to incorrect diagnoses or treatments.</a:t>
            </a:r>
            <a:endParaRPr lang="en-IN" dirty="0"/>
          </a:p>
        </p:txBody>
      </p:sp>
      <p:sp>
        <p:nvSpPr>
          <p:cNvPr id="4" name="Slide Number Placeholder 3">
            <a:extLst>
              <a:ext uri="{FF2B5EF4-FFF2-40B4-BE49-F238E27FC236}">
                <a16:creationId xmlns:a16="http://schemas.microsoft.com/office/drawing/2014/main" id="{C1A87D65-8243-1B9C-5008-968A0F797BC9}"/>
              </a:ext>
            </a:extLst>
          </p:cNvPr>
          <p:cNvSpPr>
            <a:spLocks noGrp="1"/>
          </p:cNvSpPr>
          <p:nvPr>
            <p:ph type="sldNum" sz="quarter" idx="12"/>
          </p:nvPr>
        </p:nvSpPr>
        <p:spPr/>
        <p:txBody>
          <a:bodyPr/>
          <a:lstStyle/>
          <a:p>
            <a:fld id="{BDCDBBEF-AA6C-4BA6-85B2-A17D7F280E38}" type="slidenum">
              <a:rPr lang="en-US" smtClean="0"/>
              <a:pPr/>
              <a:t>27</a:t>
            </a:fld>
            <a:endParaRPr lang="en-US"/>
          </a:p>
        </p:txBody>
      </p:sp>
    </p:spTree>
    <p:extLst>
      <p:ext uri="{BB962C8B-B14F-4D97-AF65-F5344CB8AC3E}">
        <p14:creationId xmlns:p14="http://schemas.microsoft.com/office/powerpoint/2010/main" val="20252838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59D87E-D067-6FC7-22D5-01B38B84E63C}"/>
              </a:ext>
            </a:extLst>
          </p:cNvPr>
          <p:cNvSpPr>
            <a:spLocks noGrp="1"/>
          </p:cNvSpPr>
          <p:nvPr>
            <p:ph idx="1"/>
          </p:nvPr>
        </p:nvSpPr>
        <p:spPr/>
        <p:txBody>
          <a:bodyPr/>
          <a:lstStyle/>
          <a:p>
            <a:pPr marL="0" indent="0" algn="l">
              <a:buNone/>
            </a:pPr>
            <a:r>
              <a:rPr lang="en-US" b="1" i="0" dirty="0">
                <a:solidFill>
                  <a:srgbClr val="374151"/>
                </a:solidFill>
                <a:effectLst/>
                <a:latin typeface="Söhne"/>
              </a:rPr>
              <a:t>Reliability:</a:t>
            </a:r>
            <a:r>
              <a:rPr lang="en-US" b="0" i="0" dirty="0">
                <a:solidFill>
                  <a:srgbClr val="374151"/>
                </a:solidFill>
                <a:effectLst/>
                <a:latin typeface="Söhne"/>
              </a:rPr>
              <a:t> Medical instruments must operate reliably without unexpected failures. They are often used in critical healthcare situations where any malfunction can have serious consequences.</a:t>
            </a:r>
          </a:p>
          <a:p>
            <a:pPr marL="0" indent="0" algn="l">
              <a:buNone/>
            </a:pPr>
            <a:endParaRPr lang="en-US" b="1" i="0" dirty="0">
              <a:solidFill>
                <a:srgbClr val="374151"/>
              </a:solidFill>
              <a:effectLst/>
              <a:latin typeface="Söhne"/>
            </a:endParaRPr>
          </a:p>
          <a:p>
            <a:pPr marL="0" indent="0" algn="l">
              <a:buNone/>
            </a:pPr>
            <a:r>
              <a:rPr lang="en-US" b="1" i="0" dirty="0">
                <a:solidFill>
                  <a:srgbClr val="374151"/>
                </a:solidFill>
                <a:effectLst/>
                <a:latin typeface="Söhne"/>
              </a:rPr>
              <a:t>Regulatory Compliance:</a:t>
            </a:r>
            <a:r>
              <a:rPr lang="en-US" b="0" i="0" dirty="0">
                <a:solidFill>
                  <a:srgbClr val="374151"/>
                </a:solidFill>
                <a:effectLst/>
                <a:latin typeface="Söhne"/>
              </a:rPr>
              <a:t> Medical instrumentation must adhere to various regulatory standards and certifications, such as FDA approval in the United States, CE marking in Europe, and ISO 13485 for quality management.</a:t>
            </a:r>
          </a:p>
          <a:p>
            <a:endParaRPr lang="en-IN" dirty="0"/>
          </a:p>
        </p:txBody>
      </p:sp>
      <p:sp>
        <p:nvSpPr>
          <p:cNvPr id="4" name="Slide Number Placeholder 3">
            <a:extLst>
              <a:ext uri="{FF2B5EF4-FFF2-40B4-BE49-F238E27FC236}">
                <a16:creationId xmlns:a16="http://schemas.microsoft.com/office/drawing/2014/main" id="{EB2D3D05-43F9-7EBD-FEE1-26E159400CCE}"/>
              </a:ext>
            </a:extLst>
          </p:cNvPr>
          <p:cNvSpPr>
            <a:spLocks noGrp="1"/>
          </p:cNvSpPr>
          <p:nvPr>
            <p:ph type="sldNum" sz="quarter" idx="12"/>
          </p:nvPr>
        </p:nvSpPr>
        <p:spPr/>
        <p:txBody>
          <a:bodyPr/>
          <a:lstStyle/>
          <a:p>
            <a:fld id="{BDCDBBEF-AA6C-4BA6-85B2-A17D7F280E38}" type="slidenum">
              <a:rPr lang="en-US" smtClean="0"/>
              <a:pPr/>
              <a:t>28</a:t>
            </a:fld>
            <a:endParaRPr lang="en-US"/>
          </a:p>
        </p:txBody>
      </p:sp>
    </p:spTree>
    <p:extLst>
      <p:ext uri="{BB962C8B-B14F-4D97-AF65-F5344CB8AC3E}">
        <p14:creationId xmlns:p14="http://schemas.microsoft.com/office/powerpoint/2010/main" val="26977907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C54A62-6FB1-E14E-27D8-8E1B8110C2C8}"/>
              </a:ext>
            </a:extLst>
          </p:cNvPr>
          <p:cNvSpPr>
            <a:spLocks noGrp="1"/>
          </p:cNvSpPr>
          <p:nvPr>
            <p:ph idx="1"/>
          </p:nvPr>
        </p:nvSpPr>
        <p:spPr/>
        <p:txBody>
          <a:bodyPr/>
          <a:lstStyle/>
          <a:p>
            <a:pPr marL="0" indent="0" algn="l">
              <a:buNone/>
            </a:pPr>
            <a:r>
              <a:rPr lang="en-US" b="1" i="0" dirty="0">
                <a:solidFill>
                  <a:srgbClr val="374151"/>
                </a:solidFill>
                <a:effectLst/>
                <a:latin typeface="Söhne"/>
              </a:rPr>
              <a:t>Data Security and Privacy:</a:t>
            </a:r>
            <a:r>
              <a:rPr lang="en-US" b="0" i="0" dirty="0">
                <a:solidFill>
                  <a:srgbClr val="374151"/>
                </a:solidFill>
                <a:effectLst/>
                <a:latin typeface="Söhne"/>
              </a:rPr>
              <a:t> Protecting patient data is crucial. Systems must comply with data security and privacy regulations, such as HIPAA (Health Insurance Portability and Accountability Act) in the United States.</a:t>
            </a:r>
          </a:p>
          <a:p>
            <a:pPr marL="0" indent="0" algn="l">
              <a:buNone/>
            </a:pPr>
            <a:endParaRPr lang="en-US" b="1" i="0" dirty="0">
              <a:solidFill>
                <a:srgbClr val="374151"/>
              </a:solidFill>
              <a:effectLst/>
              <a:latin typeface="Söhne"/>
            </a:endParaRPr>
          </a:p>
          <a:p>
            <a:pPr marL="0" indent="0" algn="l">
              <a:buNone/>
            </a:pPr>
            <a:r>
              <a:rPr lang="en-US" b="1" i="0" dirty="0">
                <a:solidFill>
                  <a:srgbClr val="374151"/>
                </a:solidFill>
                <a:effectLst/>
                <a:latin typeface="Söhne"/>
              </a:rPr>
              <a:t>Compatibility:</a:t>
            </a:r>
            <a:r>
              <a:rPr lang="en-US" b="0" i="0" dirty="0">
                <a:solidFill>
                  <a:srgbClr val="374151"/>
                </a:solidFill>
                <a:effectLst/>
                <a:latin typeface="Söhne"/>
              </a:rPr>
              <a:t> Medical instruments should be compatible with existing healthcare infrastructure and systems, including electronic health records (EHRs) and hospital information systems (HIS).</a:t>
            </a:r>
          </a:p>
          <a:p>
            <a:endParaRPr lang="en-IN" dirty="0"/>
          </a:p>
        </p:txBody>
      </p:sp>
      <p:sp>
        <p:nvSpPr>
          <p:cNvPr id="4" name="Slide Number Placeholder 3">
            <a:extLst>
              <a:ext uri="{FF2B5EF4-FFF2-40B4-BE49-F238E27FC236}">
                <a16:creationId xmlns:a16="http://schemas.microsoft.com/office/drawing/2014/main" id="{47858F57-8947-4233-AC29-C0D72A763197}"/>
              </a:ext>
            </a:extLst>
          </p:cNvPr>
          <p:cNvSpPr>
            <a:spLocks noGrp="1"/>
          </p:cNvSpPr>
          <p:nvPr>
            <p:ph type="sldNum" sz="quarter" idx="12"/>
          </p:nvPr>
        </p:nvSpPr>
        <p:spPr/>
        <p:txBody>
          <a:bodyPr/>
          <a:lstStyle/>
          <a:p>
            <a:fld id="{BDCDBBEF-AA6C-4BA6-85B2-A17D7F280E38}" type="slidenum">
              <a:rPr lang="en-US" smtClean="0"/>
              <a:pPr/>
              <a:t>29</a:t>
            </a:fld>
            <a:endParaRPr lang="en-US"/>
          </a:p>
        </p:txBody>
      </p:sp>
    </p:spTree>
    <p:extLst>
      <p:ext uri="{BB962C8B-B14F-4D97-AF65-F5344CB8AC3E}">
        <p14:creationId xmlns:p14="http://schemas.microsoft.com/office/powerpoint/2010/main" val="22830927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291521-081F-60B7-CB6C-EBBEA623809C}"/>
              </a:ext>
            </a:extLst>
          </p:cNvPr>
          <p:cNvSpPr>
            <a:spLocks noGrp="1"/>
          </p:cNvSpPr>
          <p:nvPr>
            <p:ph idx="1"/>
          </p:nvPr>
        </p:nvSpPr>
        <p:spPr>
          <a:xfrm>
            <a:off x="838200" y="721360"/>
            <a:ext cx="10515600" cy="5455603"/>
          </a:xfrm>
        </p:spPr>
        <p:txBody>
          <a:bodyPr/>
          <a:lstStyle/>
          <a:p>
            <a:pPr marL="0" indent="0" algn="just">
              <a:buNone/>
            </a:pPr>
            <a:r>
              <a:rPr lang="en-US" sz="3200" b="1" i="0" dirty="0">
                <a:solidFill>
                  <a:srgbClr val="374151"/>
                </a:solidFill>
                <a:effectLst/>
                <a:latin typeface="Söhne"/>
              </a:rPr>
              <a:t>Ease of Use:</a:t>
            </a:r>
            <a:r>
              <a:rPr lang="en-US" sz="3200" b="0" i="0" dirty="0">
                <a:solidFill>
                  <a:srgbClr val="374151"/>
                </a:solidFill>
                <a:effectLst/>
                <a:latin typeface="Söhne"/>
              </a:rPr>
              <a:t> User interfaces should be designed with healthcare professionals in mind, ensuring ease of use and minimizing the risk of errors.</a:t>
            </a:r>
          </a:p>
          <a:p>
            <a:pPr marL="0" indent="0" algn="just">
              <a:buNone/>
            </a:pPr>
            <a:endParaRPr lang="en-US" sz="3200" b="1" i="0" dirty="0">
              <a:solidFill>
                <a:srgbClr val="374151"/>
              </a:solidFill>
              <a:effectLst/>
              <a:latin typeface="Söhne"/>
            </a:endParaRPr>
          </a:p>
          <a:p>
            <a:pPr marL="0" indent="0" algn="just">
              <a:buNone/>
            </a:pPr>
            <a:endParaRPr lang="en-US" sz="3200" b="1" dirty="0">
              <a:solidFill>
                <a:srgbClr val="374151"/>
              </a:solidFill>
              <a:latin typeface="Söhne"/>
            </a:endParaRPr>
          </a:p>
          <a:p>
            <a:pPr marL="0" indent="0" algn="just">
              <a:buNone/>
            </a:pPr>
            <a:r>
              <a:rPr lang="en-US" sz="3200" b="1" i="0" dirty="0">
                <a:solidFill>
                  <a:srgbClr val="374151"/>
                </a:solidFill>
                <a:effectLst/>
                <a:latin typeface="Söhne"/>
              </a:rPr>
              <a:t>Maintenance and Serviceability:</a:t>
            </a:r>
            <a:r>
              <a:rPr lang="en-US" sz="3200" b="0" i="0" dirty="0">
                <a:solidFill>
                  <a:srgbClr val="374151"/>
                </a:solidFill>
                <a:effectLst/>
                <a:latin typeface="Söhne"/>
              </a:rPr>
              <a:t> Instruments should be designed for easy maintenance and service to minimize downtime and reduce the cost of ownership.</a:t>
            </a:r>
          </a:p>
          <a:p>
            <a:endParaRPr lang="en-IN" dirty="0"/>
          </a:p>
        </p:txBody>
      </p:sp>
      <p:sp>
        <p:nvSpPr>
          <p:cNvPr id="4" name="Slide Number Placeholder 3">
            <a:extLst>
              <a:ext uri="{FF2B5EF4-FFF2-40B4-BE49-F238E27FC236}">
                <a16:creationId xmlns:a16="http://schemas.microsoft.com/office/drawing/2014/main" id="{D9D8A04C-98EF-1562-710B-6330F38FD0E3}"/>
              </a:ext>
            </a:extLst>
          </p:cNvPr>
          <p:cNvSpPr>
            <a:spLocks noGrp="1"/>
          </p:cNvSpPr>
          <p:nvPr>
            <p:ph type="sldNum" sz="quarter" idx="12"/>
          </p:nvPr>
        </p:nvSpPr>
        <p:spPr/>
        <p:txBody>
          <a:bodyPr/>
          <a:lstStyle/>
          <a:p>
            <a:fld id="{BDCDBBEF-AA6C-4BA6-85B2-A17D7F280E38}" type="slidenum">
              <a:rPr lang="en-US" smtClean="0"/>
              <a:pPr/>
              <a:t>30</a:t>
            </a:fld>
            <a:endParaRPr lang="en-US"/>
          </a:p>
        </p:txBody>
      </p:sp>
    </p:spTree>
    <p:extLst>
      <p:ext uri="{BB962C8B-B14F-4D97-AF65-F5344CB8AC3E}">
        <p14:creationId xmlns:p14="http://schemas.microsoft.com/office/powerpoint/2010/main" val="11977562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A8605B-5EB7-1FBF-3E3E-FF51D7A310BC}"/>
              </a:ext>
            </a:extLst>
          </p:cNvPr>
          <p:cNvSpPr>
            <a:spLocks noGrp="1"/>
          </p:cNvSpPr>
          <p:nvPr>
            <p:ph idx="1"/>
          </p:nvPr>
        </p:nvSpPr>
        <p:spPr>
          <a:xfrm>
            <a:off x="838200" y="1094105"/>
            <a:ext cx="10515600" cy="4351338"/>
          </a:xfrm>
        </p:spPr>
        <p:txBody>
          <a:bodyPr/>
          <a:lstStyle/>
          <a:p>
            <a:pPr marL="0" indent="0" algn="l">
              <a:buNone/>
            </a:pPr>
            <a:r>
              <a:rPr lang="en-US" b="1" i="0" dirty="0">
                <a:solidFill>
                  <a:srgbClr val="374151"/>
                </a:solidFill>
                <a:effectLst/>
                <a:latin typeface="Söhne"/>
              </a:rPr>
              <a:t>Power Efficiency:</a:t>
            </a:r>
            <a:r>
              <a:rPr lang="en-US" b="0" i="0" dirty="0">
                <a:solidFill>
                  <a:srgbClr val="374151"/>
                </a:solidFill>
                <a:effectLst/>
                <a:latin typeface="Söhne"/>
              </a:rPr>
              <a:t> Many medical instruments are portable or used in environments where power availability may be limited. Designers must consider power efficiency to prolong battery life or reduce power consumption.</a:t>
            </a:r>
          </a:p>
          <a:p>
            <a:pPr marL="0" indent="0" algn="l">
              <a:buNone/>
            </a:pPr>
            <a:endParaRPr lang="en-US" b="1" i="0" dirty="0">
              <a:solidFill>
                <a:srgbClr val="374151"/>
              </a:solidFill>
              <a:effectLst/>
              <a:latin typeface="Söhne"/>
            </a:endParaRPr>
          </a:p>
          <a:p>
            <a:pPr marL="0" indent="0" algn="l">
              <a:buNone/>
            </a:pPr>
            <a:r>
              <a:rPr lang="en-US" b="1" i="0" dirty="0">
                <a:solidFill>
                  <a:srgbClr val="374151"/>
                </a:solidFill>
                <a:effectLst/>
                <a:latin typeface="Söhne"/>
              </a:rPr>
              <a:t>Size and Portability:</a:t>
            </a:r>
            <a:r>
              <a:rPr lang="en-US" b="0" i="0" dirty="0">
                <a:solidFill>
                  <a:srgbClr val="374151"/>
                </a:solidFill>
                <a:effectLst/>
                <a:latin typeface="Söhne"/>
              </a:rPr>
              <a:t> Depending on the application, medical instruments may need to be compact and portable for use in different clinical settings.</a:t>
            </a:r>
          </a:p>
          <a:p>
            <a:endParaRPr lang="en-IN" dirty="0"/>
          </a:p>
        </p:txBody>
      </p:sp>
      <p:sp>
        <p:nvSpPr>
          <p:cNvPr id="4" name="Slide Number Placeholder 3">
            <a:extLst>
              <a:ext uri="{FF2B5EF4-FFF2-40B4-BE49-F238E27FC236}">
                <a16:creationId xmlns:a16="http://schemas.microsoft.com/office/drawing/2014/main" id="{DDEEB507-5A42-FA93-4B22-A167A3F03332}"/>
              </a:ext>
            </a:extLst>
          </p:cNvPr>
          <p:cNvSpPr>
            <a:spLocks noGrp="1"/>
          </p:cNvSpPr>
          <p:nvPr>
            <p:ph type="sldNum" sz="quarter" idx="12"/>
          </p:nvPr>
        </p:nvSpPr>
        <p:spPr/>
        <p:txBody>
          <a:bodyPr/>
          <a:lstStyle/>
          <a:p>
            <a:fld id="{BDCDBBEF-AA6C-4BA6-85B2-A17D7F280E38}" type="slidenum">
              <a:rPr lang="en-US" smtClean="0"/>
              <a:pPr/>
              <a:t>31</a:t>
            </a:fld>
            <a:endParaRPr lang="en-US"/>
          </a:p>
        </p:txBody>
      </p:sp>
    </p:spTree>
    <p:extLst>
      <p:ext uri="{BB962C8B-B14F-4D97-AF65-F5344CB8AC3E}">
        <p14:creationId xmlns:p14="http://schemas.microsoft.com/office/powerpoint/2010/main" val="38659816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542031-2EF9-7170-76E6-C7C10DB3C4C2}"/>
              </a:ext>
            </a:extLst>
          </p:cNvPr>
          <p:cNvSpPr>
            <a:spLocks noGrp="1"/>
          </p:cNvSpPr>
          <p:nvPr>
            <p:ph idx="1"/>
          </p:nvPr>
        </p:nvSpPr>
        <p:spPr>
          <a:xfrm>
            <a:off x="838200" y="883920"/>
            <a:ext cx="10515600" cy="5293043"/>
          </a:xfrm>
        </p:spPr>
        <p:txBody>
          <a:bodyPr/>
          <a:lstStyle/>
          <a:p>
            <a:pPr marL="0" indent="0" algn="l">
              <a:buNone/>
            </a:pPr>
            <a:endParaRPr lang="en-US" b="1" i="0" dirty="0">
              <a:solidFill>
                <a:srgbClr val="374151"/>
              </a:solidFill>
              <a:effectLst/>
              <a:latin typeface="Söhne"/>
            </a:endParaRPr>
          </a:p>
          <a:p>
            <a:pPr marL="0" indent="0" algn="l">
              <a:buNone/>
            </a:pPr>
            <a:r>
              <a:rPr lang="en-US" b="1" i="0" dirty="0">
                <a:solidFill>
                  <a:srgbClr val="374151"/>
                </a:solidFill>
                <a:effectLst/>
                <a:latin typeface="Söhne"/>
              </a:rPr>
              <a:t>Environmental Conditions:</a:t>
            </a:r>
            <a:r>
              <a:rPr lang="en-US" b="0" i="0" dirty="0">
                <a:solidFill>
                  <a:srgbClr val="374151"/>
                </a:solidFill>
                <a:effectLst/>
                <a:latin typeface="Söhne"/>
              </a:rPr>
              <a:t> Some medical instruments may be used in extreme environmental conditions, such as high humidity, temperature variations, or sterile environments. Designers must consider these conditions.</a:t>
            </a:r>
          </a:p>
          <a:p>
            <a:pPr marL="0" indent="0" algn="l">
              <a:buNone/>
            </a:pPr>
            <a:endParaRPr lang="en-US" b="0" i="0" dirty="0">
              <a:solidFill>
                <a:srgbClr val="374151"/>
              </a:solidFill>
              <a:effectLst/>
              <a:latin typeface="Söhne"/>
            </a:endParaRPr>
          </a:p>
          <a:p>
            <a:pPr marL="0" indent="0" algn="l">
              <a:buNone/>
            </a:pPr>
            <a:r>
              <a:rPr lang="en-US" b="1" i="0" dirty="0">
                <a:solidFill>
                  <a:srgbClr val="374151"/>
                </a:solidFill>
                <a:effectLst/>
                <a:latin typeface="Söhne"/>
              </a:rPr>
              <a:t>Cost Constraints:</a:t>
            </a:r>
            <a:r>
              <a:rPr lang="en-US" b="0" i="0" dirty="0">
                <a:solidFill>
                  <a:srgbClr val="374151"/>
                </a:solidFill>
                <a:effectLst/>
                <a:latin typeface="Söhne"/>
              </a:rPr>
              <a:t> Medical instruments should be cost-effective to make them accessible to a wider range of healthcare facilities and patients.</a:t>
            </a:r>
          </a:p>
          <a:p>
            <a:endParaRPr lang="en-IN" dirty="0"/>
          </a:p>
        </p:txBody>
      </p:sp>
      <p:sp>
        <p:nvSpPr>
          <p:cNvPr id="4" name="Slide Number Placeholder 3">
            <a:extLst>
              <a:ext uri="{FF2B5EF4-FFF2-40B4-BE49-F238E27FC236}">
                <a16:creationId xmlns:a16="http://schemas.microsoft.com/office/drawing/2014/main" id="{4B7796DE-A05E-F3F2-8778-A068CC5D65AB}"/>
              </a:ext>
            </a:extLst>
          </p:cNvPr>
          <p:cNvSpPr>
            <a:spLocks noGrp="1"/>
          </p:cNvSpPr>
          <p:nvPr>
            <p:ph type="sldNum" sz="quarter" idx="12"/>
          </p:nvPr>
        </p:nvSpPr>
        <p:spPr/>
        <p:txBody>
          <a:bodyPr/>
          <a:lstStyle/>
          <a:p>
            <a:fld id="{BDCDBBEF-AA6C-4BA6-85B2-A17D7F280E38}" type="slidenum">
              <a:rPr lang="en-US" smtClean="0"/>
              <a:pPr/>
              <a:t>32</a:t>
            </a:fld>
            <a:endParaRPr lang="en-US"/>
          </a:p>
        </p:txBody>
      </p:sp>
    </p:spTree>
    <p:extLst>
      <p:ext uri="{BB962C8B-B14F-4D97-AF65-F5344CB8AC3E}">
        <p14:creationId xmlns:p14="http://schemas.microsoft.com/office/powerpoint/2010/main" val="24374972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F84C5-098D-47D9-896B-6019B40217F1}"/>
              </a:ext>
            </a:extLst>
          </p:cNvPr>
          <p:cNvSpPr>
            <a:spLocks noGrp="1"/>
          </p:cNvSpPr>
          <p:nvPr>
            <p:ph type="title"/>
          </p:nvPr>
        </p:nvSpPr>
        <p:spPr/>
        <p:txBody>
          <a:bodyPr/>
          <a:lstStyle/>
          <a:p>
            <a:r>
              <a:rPr kumimoji="0" lang="en-US" altLang="en-US" sz="6000" b="0" i="0" u="none" strike="noStrike" cap="none" normalizeH="0" baseline="0" dirty="0">
                <a:ln>
                  <a:noFill/>
                </a:ln>
                <a:solidFill>
                  <a:schemeClr val="accent1"/>
                </a:solidFill>
                <a:effectLst/>
                <a:latin typeface="Arial" panose="020B0604020202020204" pitchFamily="34" charset="0"/>
              </a:rPr>
              <a:t>Regulation of Medical Devices</a:t>
            </a:r>
            <a:endParaRPr lang="en-IN" dirty="0"/>
          </a:p>
        </p:txBody>
      </p:sp>
    </p:spTree>
    <p:extLst>
      <p:ext uri="{BB962C8B-B14F-4D97-AF65-F5344CB8AC3E}">
        <p14:creationId xmlns:p14="http://schemas.microsoft.com/office/powerpoint/2010/main" val="25139381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CEF37523-4AC7-48DC-884B-A2EC01E01CC2}"/>
              </a:ext>
            </a:extLst>
          </p:cNvPr>
          <p:cNvGraphicFramePr/>
          <p:nvPr>
            <p:extLst>
              <p:ext uri="{D42A27DB-BD31-4B8C-83A1-F6EECF244321}">
                <p14:modId xmlns:p14="http://schemas.microsoft.com/office/powerpoint/2010/main" val="1766245995"/>
              </p:ext>
            </p:extLst>
          </p:nvPr>
        </p:nvGraphicFramePr>
        <p:xfrm>
          <a:off x="952209" y="372140"/>
          <a:ext cx="10769596" cy="62200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734714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CC9C43D3-85EA-44FD-AA6C-04AB88FB0C9D}"/>
              </a:ext>
            </a:extLst>
          </p:cNvPr>
          <p:cNvGraphicFramePr/>
          <p:nvPr>
            <p:extLst>
              <p:ext uri="{D42A27DB-BD31-4B8C-83A1-F6EECF244321}">
                <p14:modId xmlns:p14="http://schemas.microsoft.com/office/powerpoint/2010/main" val="1716399358"/>
              </p:ext>
            </p:extLst>
          </p:nvPr>
        </p:nvGraphicFramePr>
        <p:xfrm>
          <a:off x="931883" y="568960"/>
          <a:ext cx="10802917" cy="58850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509139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D6405124-6E58-402C-BBD0-F0661B7B902C}"/>
              </a:ext>
            </a:extLst>
          </p:cNvPr>
          <p:cNvGraphicFramePr/>
          <p:nvPr>
            <p:extLst>
              <p:ext uri="{D42A27DB-BD31-4B8C-83A1-F6EECF244321}">
                <p14:modId xmlns:p14="http://schemas.microsoft.com/office/powerpoint/2010/main" val="1724885003"/>
              </p:ext>
            </p:extLst>
          </p:nvPr>
        </p:nvGraphicFramePr>
        <p:xfrm>
          <a:off x="952205" y="318977"/>
          <a:ext cx="10769599" cy="62413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409051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967C54E3-AA59-453C-B39F-68C6AA450237}"/>
              </a:ext>
            </a:extLst>
          </p:cNvPr>
          <p:cNvGraphicFramePr/>
          <p:nvPr>
            <p:extLst>
              <p:ext uri="{D42A27DB-BD31-4B8C-83A1-F6EECF244321}">
                <p14:modId xmlns:p14="http://schemas.microsoft.com/office/powerpoint/2010/main" val="2290548086"/>
              </p:ext>
            </p:extLst>
          </p:nvPr>
        </p:nvGraphicFramePr>
        <p:xfrm>
          <a:off x="922198" y="570811"/>
          <a:ext cx="10780231" cy="58299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553472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9F39B35E-6C9E-4255-87B0-64B31AE7D92C}"/>
              </a:ext>
            </a:extLst>
          </p:cNvPr>
          <p:cNvGraphicFramePr/>
          <p:nvPr>
            <p:extLst>
              <p:ext uri="{D42A27DB-BD31-4B8C-83A1-F6EECF244321}">
                <p14:modId xmlns:p14="http://schemas.microsoft.com/office/powerpoint/2010/main" val="39576417"/>
              </p:ext>
            </p:extLst>
          </p:nvPr>
        </p:nvGraphicFramePr>
        <p:xfrm>
          <a:off x="1022853" y="508000"/>
          <a:ext cx="10722107" cy="60097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711671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E6D7DEEF-E0CF-48A4-B72D-B5BB3E51E980}"/>
              </a:ext>
            </a:extLst>
          </p:cNvPr>
          <p:cNvSpPr>
            <a:spLocks noGrp="1" noChangeArrowheads="1"/>
          </p:cNvSpPr>
          <p:nvPr>
            <p:ph type="title"/>
          </p:nvPr>
        </p:nvSpPr>
        <p:spPr>
          <a:xfrm>
            <a:off x="1701800" y="352425"/>
            <a:ext cx="9494838" cy="974725"/>
          </a:xfrm>
        </p:spPr>
        <p:txBody>
          <a:bodyPr/>
          <a:lstStyle/>
          <a:p>
            <a:pPr algn="ctr"/>
            <a:r>
              <a:rPr lang="en-IN" altLang="en-US" dirty="0">
                <a:ln>
                  <a:noFill/>
                </a:ln>
              </a:rPr>
              <a:t>REFERENCES</a:t>
            </a:r>
          </a:p>
        </p:txBody>
      </p:sp>
      <p:sp>
        <p:nvSpPr>
          <p:cNvPr id="3" name="Content Placeholder 2">
            <a:extLst>
              <a:ext uri="{FF2B5EF4-FFF2-40B4-BE49-F238E27FC236}">
                <a16:creationId xmlns:a16="http://schemas.microsoft.com/office/drawing/2014/main" id="{EAC403A0-C204-4BCF-ACA6-EAB912120CF5}"/>
              </a:ext>
            </a:extLst>
          </p:cNvPr>
          <p:cNvSpPr>
            <a:spLocks noGrp="1"/>
          </p:cNvSpPr>
          <p:nvPr>
            <p:ph idx="1"/>
          </p:nvPr>
        </p:nvSpPr>
        <p:spPr>
          <a:xfrm>
            <a:off x="883603" y="1327150"/>
            <a:ext cx="10828042" cy="5318125"/>
          </a:xfrm>
        </p:spPr>
        <p:txBody>
          <a:bodyPr>
            <a:normAutofit fontScale="92500" lnSpcReduction="10000"/>
          </a:bodyPr>
          <a:lstStyle/>
          <a:p>
            <a:pPr marL="265113" indent="-265113" algn="just">
              <a:buFont typeface="Courier New" panose="02070309020205020404" pitchFamily="49" charset="0"/>
              <a:buChar char="o"/>
              <a:defRPr/>
            </a:pPr>
            <a:r>
              <a:rPr lang="en-IN" sz="1800" dirty="0"/>
              <a:t>C. R. Balamurugan and D. </a:t>
            </a:r>
            <a:r>
              <a:rPr lang="en-IN" sz="1800" dirty="0" err="1"/>
              <a:t>Periazhaagar</a:t>
            </a:r>
            <a:r>
              <a:rPr lang="en-IN" sz="1800" dirty="0"/>
              <a:t> Basics of Biomedical Instrumentation. Magnus Publications, Chennai ISBN: 978-81-939626-7-1</a:t>
            </a:r>
          </a:p>
          <a:p>
            <a:pPr marL="265113" indent="-265113" algn="just">
              <a:buFont typeface="Courier New" panose="02070309020205020404" pitchFamily="49" charset="0"/>
              <a:buChar char="o"/>
              <a:defRPr/>
            </a:pPr>
            <a:r>
              <a:rPr lang="en-IN" sz="1800" dirty="0"/>
              <a:t>Gupta, P.K.. Cytology, Genetics and Molecular Biology, Rastogi Publishers, Meerut, 1993.</a:t>
            </a:r>
          </a:p>
          <a:p>
            <a:pPr marL="265113" indent="-265113" algn="just">
              <a:buFont typeface="Courier New" panose="02070309020205020404" pitchFamily="49" charset="0"/>
              <a:buChar char="o"/>
              <a:defRPr/>
            </a:pPr>
            <a:r>
              <a:rPr lang="en-IN" sz="1800" dirty="0" err="1"/>
              <a:t>Roit</a:t>
            </a:r>
            <a:r>
              <a:rPr lang="en-IN" sz="1800" dirty="0"/>
              <a:t> I.M., </a:t>
            </a:r>
            <a:r>
              <a:rPr lang="en-IN" sz="1800" dirty="0" err="1"/>
              <a:t>Brostoff</a:t>
            </a:r>
            <a:r>
              <a:rPr lang="en-IN" sz="1800" dirty="0"/>
              <a:t> J. and Male D. Mosby .Immunology (6 </a:t>
            </a:r>
            <a:r>
              <a:rPr lang="en-IN" sz="1800" dirty="0" err="1"/>
              <a:t>th</a:t>
            </a:r>
            <a:r>
              <a:rPr lang="en-IN" sz="1800" dirty="0"/>
              <a:t> Edition) by, An imprint of Elsevier Sci Ltd., 2002.</a:t>
            </a:r>
          </a:p>
          <a:p>
            <a:pPr marL="265113" indent="-265113" algn="just">
              <a:buFont typeface="Courier New" panose="02070309020205020404" pitchFamily="49" charset="0"/>
              <a:buChar char="o"/>
              <a:defRPr/>
            </a:pPr>
            <a:r>
              <a:rPr lang="en-IN" sz="1800" dirty="0"/>
              <a:t>G. Webster , Medical Instrumentation: Application And Design, 3rd edition ,Wiley Publishers</a:t>
            </a:r>
          </a:p>
          <a:p>
            <a:pPr marL="265113" indent="-265113" algn="just">
              <a:buFont typeface="Courier New" panose="02070309020205020404" pitchFamily="49" charset="0"/>
              <a:buChar char="o"/>
              <a:defRPr/>
            </a:pPr>
            <a:r>
              <a:rPr lang="en-IN" sz="1800" dirty="0"/>
              <a:t>D Reddy, Biomedical Signal Processing, Tata </a:t>
            </a:r>
            <a:r>
              <a:rPr lang="en-IN" sz="1800" dirty="0" err="1"/>
              <a:t>Mcgraw</a:t>
            </a:r>
            <a:r>
              <a:rPr lang="en-IN" sz="1800" dirty="0"/>
              <a:t> Hill Publications. </a:t>
            </a:r>
          </a:p>
          <a:p>
            <a:pPr marL="265113" indent="-265113" algn="just">
              <a:buFont typeface="Courier New" panose="02070309020205020404" pitchFamily="49" charset="0"/>
              <a:buChar char="o"/>
              <a:defRPr/>
            </a:pPr>
            <a:r>
              <a:rPr lang="en-IN" sz="1800" dirty="0"/>
              <a:t>Sergio </a:t>
            </a:r>
            <a:r>
              <a:rPr lang="en-IN" sz="1800" dirty="0" err="1"/>
              <a:t>Cerutti</a:t>
            </a:r>
            <a:r>
              <a:rPr lang="en-IN" sz="1800" dirty="0"/>
              <a:t> Advanced Methods of Biomedical Signal Processing, Oxford Publications. </a:t>
            </a:r>
          </a:p>
          <a:p>
            <a:pPr marL="265113" indent="-265113" algn="just">
              <a:buFont typeface="Courier New" panose="02070309020205020404" pitchFamily="49" charset="0"/>
              <a:buChar char="o"/>
              <a:defRPr/>
            </a:pPr>
            <a:r>
              <a:rPr lang="en-IN" sz="1800" dirty="0"/>
              <a:t>B. Jacobson, J.G. Webster, Medical and Clinical Engineering, Prentice Hall, International. </a:t>
            </a:r>
          </a:p>
          <a:p>
            <a:pPr marL="265113" indent="-265113" algn="just">
              <a:buFont typeface="Courier New" panose="02070309020205020404" pitchFamily="49" charset="0"/>
              <a:buChar char="o"/>
              <a:defRPr/>
            </a:pPr>
            <a:r>
              <a:rPr lang="en-IN" sz="1800" dirty="0"/>
              <a:t>Cromwell, Biomedical Instrumentation and Measurements, Prentice Hall, International. </a:t>
            </a:r>
          </a:p>
          <a:p>
            <a:pPr marL="265113" indent="-265113" algn="just">
              <a:buFont typeface="Courier New" panose="02070309020205020404" pitchFamily="49" charset="0"/>
              <a:buChar char="o"/>
              <a:defRPr/>
            </a:pPr>
            <a:r>
              <a:rPr lang="en-IN" sz="1800" dirty="0"/>
              <a:t>R.S. </a:t>
            </a:r>
            <a:r>
              <a:rPr lang="en-IN" sz="1800" dirty="0" err="1"/>
              <a:t>Khandupur</a:t>
            </a:r>
            <a:r>
              <a:rPr lang="en-IN" sz="1800" dirty="0"/>
              <a:t>, Handbook of Biomedical Instrumentation, - Tata McGraw Hill</a:t>
            </a:r>
          </a:p>
          <a:p>
            <a:pPr marL="265113" indent="-265113" algn="just">
              <a:buFont typeface="Courier New" panose="02070309020205020404" pitchFamily="49" charset="0"/>
              <a:buChar char="o"/>
              <a:defRPr/>
            </a:pPr>
            <a:r>
              <a:rPr lang="en-US" sz="1800" dirty="0"/>
              <a:t>Leslie Cromwell, Fred J. </a:t>
            </a:r>
            <a:r>
              <a:rPr lang="en-US" sz="1800" dirty="0" err="1"/>
              <a:t>Weibell</a:t>
            </a:r>
            <a:r>
              <a:rPr lang="en-US" sz="1800" dirty="0"/>
              <a:t>, Erich A. Pfeiffer, "Biomedical Instrumentation and Measurements", Pearson Education.</a:t>
            </a:r>
            <a:endParaRPr lang="en-IN" sz="1800" dirty="0"/>
          </a:p>
          <a:p>
            <a:pPr marL="265113" indent="-265113" algn="just">
              <a:buFont typeface="Courier New" panose="02070309020205020404" pitchFamily="49" charset="0"/>
              <a:buChar char="o"/>
              <a:defRPr/>
            </a:pPr>
            <a:r>
              <a:rPr lang="en-IN" sz="1800" dirty="0">
                <a:hlinkClick r:id="rId2"/>
              </a:rPr>
              <a:t>https://nptel.ac.in/courses/121/106/121106008/</a:t>
            </a:r>
            <a:r>
              <a:rPr lang="en-IN" sz="1800" dirty="0"/>
              <a:t> </a:t>
            </a:r>
          </a:p>
          <a:p>
            <a:pPr marL="265113" indent="-265113" algn="just">
              <a:buFont typeface="Courier New" panose="02070309020205020404" pitchFamily="49" charset="0"/>
              <a:buChar char="o"/>
              <a:defRPr/>
            </a:pPr>
            <a:r>
              <a:rPr lang="en-IN" sz="1800" dirty="0">
                <a:hlinkClick r:id="rId3"/>
              </a:rPr>
              <a:t>https://www.utoledo.edu/engineering/bioengineering/undergrad/prospective/whatisbioe.html#:~:text=Bioengineering%20is%20the%20application%20of,health%20care%20and%20other%20fields</a:t>
            </a:r>
            <a:r>
              <a:rPr lang="en-IN" sz="1800" dirty="0"/>
              <a:t> </a:t>
            </a:r>
          </a:p>
          <a:p>
            <a:pPr marL="265113" indent="-265113" algn="just">
              <a:buFont typeface="Courier New" panose="02070309020205020404" pitchFamily="49" charset="0"/>
              <a:buChar char="o"/>
              <a:defRPr/>
            </a:pPr>
            <a:r>
              <a:rPr lang="en-IN" sz="1800" dirty="0">
                <a:hlinkClick r:id="rId4"/>
              </a:rPr>
              <a:t>https://i.pinimg.com/originals/68/c9/30/68c930e95113ceb2e3dfc9de2f164680.png</a:t>
            </a:r>
            <a:r>
              <a:rPr lang="en-IN" sz="1800" dirty="0"/>
              <a:t> </a:t>
            </a:r>
          </a:p>
          <a:p>
            <a:pPr marL="265113" indent="-265113" algn="just">
              <a:buFont typeface="Courier New" panose="02070309020205020404" pitchFamily="49" charset="0"/>
              <a:buChar char="o"/>
              <a:defRPr/>
            </a:pPr>
            <a:r>
              <a:rPr lang="en-IN" sz="1800" dirty="0">
                <a:hlinkClick r:id="rId5"/>
              </a:rPr>
              <a:t>https://youtu.be/FBUpnG1G4yQ</a:t>
            </a:r>
            <a:r>
              <a:rPr lang="en-IN" sz="1800" dirty="0"/>
              <a:t> </a:t>
            </a:r>
          </a:p>
          <a:p>
            <a:pPr>
              <a:buFont typeface="Courier New" panose="02070309020205020404" pitchFamily="49" charset="0"/>
              <a:buChar char="o"/>
              <a:defRPr/>
            </a:pPr>
            <a:endParaRPr lang="en-IN" sz="1800" dirty="0"/>
          </a:p>
        </p:txBody>
      </p:sp>
      <p:pic>
        <p:nvPicPr>
          <p:cNvPr id="52228" name="Picture 4">
            <a:extLst>
              <a:ext uri="{FF2B5EF4-FFF2-40B4-BE49-F238E27FC236}">
                <a16:creationId xmlns:a16="http://schemas.microsoft.com/office/drawing/2014/main" id="{2B8D2B6E-10AD-422E-89BE-4A7DD53B777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5219700"/>
            <a:ext cx="428625"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AEDDB13-82F4-410C-A82C-1604F87EBC20}"/>
              </a:ext>
            </a:extLst>
          </p:cNvPr>
          <p:cNvSpPr/>
          <p:nvPr/>
        </p:nvSpPr>
        <p:spPr>
          <a:xfrm>
            <a:off x="2571750" y="2213936"/>
            <a:ext cx="7605919" cy="1323439"/>
          </a:xfrm>
          <a:prstGeom prst="rect">
            <a:avLst/>
          </a:prstGeom>
          <a:noFill/>
          <a:scene3d>
            <a:camera prst="perspectiveRight"/>
            <a:lightRig rig="threePt" dir="t"/>
          </a:scene3d>
        </p:spPr>
        <p:txBody>
          <a:bodyPr>
            <a:spAutoFit/>
          </a:bodyPr>
          <a:lstStyle/>
          <a:p>
            <a:pPr algn="ctr" eaLnBrk="1" fontAlgn="auto" hangingPunct="1">
              <a:spcBef>
                <a:spcPts val="0"/>
              </a:spcBef>
              <a:spcAft>
                <a:spcPts val="0"/>
              </a:spcAft>
              <a:defRPr/>
            </a:pPr>
            <a:r>
              <a:rPr lang="en-US" sz="80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mn-lt"/>
              </a:rPr>
              <a:t>THANK YOU</a:t>
            </a: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2039</TotalTime>
  <Words>2744</Words>
  <Application>Microsoft Office PowerPoint</Application>
  <PresentationFormat>Widescreen</PresentationFormat>
  <Paragraphs>226</Paragraphs>
  <Slides>40</Slides>
  <Notes>0</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40</vt:i4>
      </vt:variant>
    </vt:vector>
  </HeadingPairs>
  <TitlesOfParts>
    <vt:vector size="53" baseType="lpstr">
      <vt:lpstr>Arial</vt:lpstr>
      <vt:lpstr>Calibri</vt:lpstr>
      <vt:lpstr>Calibri Light</vt:lpstr>
      <vt:lpstr>Casper</vt:lpstr>
      <vt:lpstr>Courier New</vt:lpstr>
      <vt:lpstr>King</vt:lpstr>
      <vt:lpstr>Raleway ExtraBold</vt:lpstr>
      <vt:lpstr>Söhne</vt:lpstr>
      <vt:lpstr>Times New Roman</vt:lpstr>
      <vt:lpstr>Wingdings</vt:lpstr>
      <vt:lpstr>1_Office Theme</vt:lpstr>
      <vt:lpstr>Contents Slide Master</vt:lpstr>
      <vt:lpstr>CorelDRAW</vt:lpstr>
      <vt:lpstr>PowerPoint Presentation</vt:lpstr>
      <vt:lpstr>Course Outcome </vt:lpstr>
      <vt:lpstr>SYLLABUS</vt:lpstr>
      <vt:lpstr>Smart Medical Instrumentation Systems </vt:lpstr>
      <vt:lpstr>The application of Microprocessors  in Medical Instrumentation</vt:lpstr>
      <vt:lpstr>PowerPoint Presentation</vt:lpstr>
      <vt:lpstr>PowerPoint Presentation</vt:lpstr>
      <vt:lpstr>Applications in Biomedical Instrumentation:</vt:lpstr>
      <vt:lpstr>Medical Imaging Systems:</vt:lpstr>
      <vt:lpstr>Infusion Pumps:</vt:lpstr>
      <vt:lpstr>Implantable Medical Devices:</vt:lpstr>
      <vt:lpstr>Laboratory Analyzers:</vt:lpstr>
      <vt:lpstr>Prosthetic Devices:</vt:lpstr>
      <vt:lpstr>PowerPoint Presentation</vt:lpstr>
      <vt:lpstr>PC Base Medical Instruments</vt:lpstr>
      <vt:lpstr>PowerPoint Presentation</vt:lpstr>
      <vt:lpstr>PowerPoint Presentation</vt:lpstr>
      <vt:lpstr>PowerPoint Presentation</vt:lpstr>
      <vt:lpstr>PowerPoint Presentation</vt:lpstr>
      <vt:lpstr>Advantages of PC-based medical instruments</vt:lpstr>
      <vt:lpstr>PowerPoint Presentation</vt:lpstr>
      <vt:lpstr>PowerPoint Presentation</vt:lpstr>
      <vt:lpstr>Applications</vt:lpstr>
      <vt:lpstr>PowerPoint Presentation</vt:lpstr>
      <vt:lpstr>PowerPoint Presentation</vt:lpstr>
      <vt:lpstr>General constraints in design of Medical Instrumentation System</vt:lpstr>
      <vt:lpstr>PowerPoint Presentation</vt:lpstr>
      <vt:lpstr>PowerPoint Presentation</vt:lpstr>
      <vt:lpstr>PowerPoint Presentation</vt:lpstr>
      <vt:lpstr>PowerPoint Presentation</vt:lpstr>
      <vt:lpstr>PowerPoint Presentation</vt:lpstr>
      <vt:lpstr>PowerPoint Presentation</vt:lpstr>
      <vt:lpstr>Regulation of Medical Devices</vt:lpstr>
      <vt:lpstr>PowerPoint Presentation</vt:lpstr>
      <vt:lpstr>PowerPoint Presentation</vt:lpstr>
      <vt:lpstr>PowerPoint Presentation</vt:lpstr>
      <vt:lpstr>PowerPoint Presentation</vt:lpstr>
      <vt:lpstr>PowerPoint Presentation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Neena Thakur</cp:lastModifiedBy>
  <cp:revision>217</cp:revision>
  <dcterms:created xsi:type="dcterms:W3CDTF">2019-01-09T10:33:58Z</dcterms:created>
  <dcterms:modified xsi:type="dcterms:W3CDTF">2023-09-20T09:02:57Z</dcterms:modified>
</cp:coreProperties>
</file>