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58"/>
  </p:notesMasterIdLst>
  <p:handoutMasterIdLst>
    <p:handoutMasterId r:id="rId59"/>
  </p:handoutMasterIdLst>
  <p:sldIdLst>
    <p:sldId id="375" r:id="rId3"/>
    <p:sldId id="381" r:id="rId4"/>
    <p:sldId id="382" r:id="rId5"/>
    <p:sldId id="474" r:id="rId6"/>
    <p:sldId id="390" r:id="rId7"/>
    <p:sldId id="385" r:id="rId8"/>
    <p:sldId id="281" r:id="rId9"/>
    <p:sldId id="386" r:id="rId10"/>
    <p:sldId id="282" r:id="rId11"/>
    <p:sldId id="387" r:id="rId12"/>
    <p:sldId id="391" r:id="rId13"/>
    <p:sldId id="283" r:id="rId14"/>
    <p:sldId id="492" r:id="rId15"/>
    <p:sldId id="493" r:id="rId16"/>
    <p:sldId id="494" r:id="rId17"/>
    <p:sldId id="495" r:id="rId18"/>
    <p:sldId id="496" r:id="rId19"/>
    <p:sldId id="392" r:id="rId20"/>
    <p:sldId id="388" r:id="rId21"/>
    <p:sldId id="389" r:id="rId22"/>
    <p:sldId id="497" r:id="rId23"/>
    <p:sldId id="498" r:id="rId24"/>
    <p:sldId id="499" r:id="rId25"/>
    <p:sldId id="500" r:id="rId26"/>
    <p:sldId id="293" r:id="rId27"/>
    <p:sldId id="393" r:id="rId28"/>
    <p:sldId id="501" r:id="rId29"/>
    <p:sldId id="295" r:id="rId30"/>
    <p:sldId id="296" r:id="rId31"/>
    <p:sldId id="502" r:id="rId32"/>
    <p:sldId id="503" r:id="rId33"/>
    <p:sldId id="504" r:id="rId34"/>
    <p:sldId id="286" r:id="rId35"/>
    <p:sldId id="287" r:id="rId36"/>
    <p:sldId id="288" r:id="rId37"/>
    <p:sldId id="505" r:id="rId38"/>
    <p:sldId id="506" r:id="rId39"/>
    <p:sldId id="507" r:id="rId40"/>
    <p:sldId id="508" r:id="rId41"/>
    <p:sldId id="509" r:id="rId42"/>
    <p:sldId id="512" r:id="rId43"/>
    <p:sldId id="513" r:id="rId44"/>
    <p:sldId id="514" r:id="rId45"/>
    <p:sldId id="515" r:id="rId46"/>
    <p:sldId id="516" r:id="rId47"/>
    <p:sldId id="517" r:id="rId48"/>
    <p:sldId id="518" r:id="rId49"/>
    <p:sldId id="519" r:id="rId50"/>
    <p:sldId id="520" r:id="rId51"/>
    <p:sldId id="289" r:id="rId52"/>
    <p:sldId id="290" r:id="rId53"/>
    <p:sldId id="291" r:id="rId54"/>
    <p:sldId id="521" r:id="rId55"/>
    <p:sldId id="308" r:id="rId56"/>
    <p:sldId id="279" r:id="rId57"/>
  </p:sldIdLst>
  <p:sldSz cx="12192000" cy="6858000"/>
  <p:notesSz cx="6858000" cy="9144000"/>
  <p:custShowLst>
    <p:custShow name="Custom Show 1" id="0">
      <p:sldLst/>
    </p:custShow>
  </p:custShowLst>
  <p:custDataLst>
    <p:tags r:id="rId6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68"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2736B1C8-200B-441C-B054-0EA28C6946C8}"/>
    <pc:docChg chg="undo custSel addSld delSld modSld">
      <pc:chgData name="Devinder Kaur" userId="89161a673412ba18" providerId="LiveId" clId="{2736B1C8-200B-441C-B054-0EA28C6946C8}" dt="2022-11-24T06:14:15.519" v="61" actId="20577"/>
      <pc:docMkLst>
        <pc:docMk/>
      </pc:docMkLst>
      <pc:sldChg chg="del">
        <pc:chgData name="Devinder Kaur" userId="89161a673412ba18" providerId="LiveId" clId="{2736B1C8-200B-441C-B054-0EA28C6946C8}" dt="2022-11-07T09:37:10.959" v="36" actId="47"/>
        <pc:sldMkLst>
          <pc:docMk/>
          <pc:sldMk cId="0" sldId="268"/>
        </pc:sldMkLst>
      </pc:sldChg>
      <pc:sldChg chg="del">
        <pc:chgData name="Devinder Kaur" userId="89161a673412ba18" providerId="LiveId" clId="{2736B1C8-200B-441C-B054-0EA28C6946C8}" dt="2022-11-07T09:37:10.959" v="36" actId="47"/>
        <pc:sldMkLst>
          <pc:docMk/>
          <pc:sldMk cId="0" sldId="273"/>
        </pc:sldMkLst>
      </pc:sldChg>
      <pc:sldChg chg="del">
        <pc:chgData name="Devinder Kaur" userId="89161a673412ba18" providerId="LiveId" clId="{2736B1C8-200B-441C-B054-0EA28C6946C8}" dt="2022-11-07T09:37:10.959" v="36" actId="47"/>
        <pc:sldMkLst>
          <pc:docMk/>
          <pc:sldMk cId="0" sldId="274"/>
        </pc:sldMkLst>
      </pc:sldChg>
      <pc:sldChg chg="modSp mod">
        <pc:chgData name="Devinder Kaur" userId="89161a673412ba18" providerId="LiveId" clId="{2736B1C8-200B-441C-B054-0EA28C6946C8}" dt="2022-11-07T09:35:08.855" v="35" actId="404"/>
        <pc:sldMkLst>
          <pc:docMk/>
          <pc:sldMk cId="3620876989" sldId="283"/>
        </pc:sldMkLst>
        <pc:spChg chg="mod">
          <ac:chgData name="Devinder Kaur" userId="89161a673412ba18" providerId="LiveId" clId="{2736B1C8-200B-441C-B054-0EA28C6946C8}" dt="2022-11-07T09:35:08.855" v="35" actId="404"/>
          <ac:spMkLst>
            <pc:docMk/>
            <pc:sldMk cId="3620876989" sldId="283"/>
            <ac:spMk id="13" creationId="{00000000-0000-0000-0000-000000000000}"/>
          </ac:spMkLst>
        </pc:spChg>
      </pc:sldChg>
      <pc:sldChg chg="modSp mod">
        <pc:chgData name="Devinder Kaur" userId="89161a673412ba18" providerId="LiveId" clId="{2736B1C8-200B-441C-B054-0EA28C6946C8}" dt="2022-11-07T09:34:15.958" v="14" actId="27636"/>
        <pc:sldMkLst>
          <pc:docMk/>
          <pc:sldMk cId="3553239906" sldId="286"/>
        </pc:sldMkLst>
        <pc:spChg chg="mod">
          <ac:chgData name="Devinder Kaur" userId="89161a673412ba18" providerId="LiveId" clId="{2736B1C8-200B-441C-B054-0EA28C6946C8}" dt="2022-11-07T09:34:15.958" v="14" actId="27636"/>
          <ac:spMkLst>
            <pc:docMk/>
            <pc:sldMk cId="3553239906" sldId="286"/>
            <ac:spMk id="17411" creationId="{00000000-0000-0000-0000-000000000000}"/>
          </ac:spMkLst>
        </pc:spChg>
      </pc:sldChg>
      <pc:sldChg chg="modSp mod">
        <pc:chgData name="Devinder Kaur" userId="89161a673412ba18" providerId="LiveId" clId="{2736B1C8-200B-441C-B054-0EA28C6946C8}" dt="2022-11-07T09:34:16.086" v="15" actId="27636"/>
        <pc:sldMkLst>
          <pc:docMk/>
          <pc:sldMk cId="651260955" sldId="289"/>
        </pc:sldMkLst>
        <pc:spChg chg="mod">
          <ac:chgData name="Devinder Kaur" userId="89161a673412ba18" providerId="LiveId" clId="{2736B1C8-200B-441C-B054-0EA28C6946C8}" dt="2022-11-07T09:34:16.086" v="15" actId="27636"/>
          <ac:spMkLst>
            <pc:docMk/>
            <pc:sldMk cId="651260955" sldId="289"/>
            <ac:spMk id="20484" creationId="{00000000-0000-0000-0000-000000000000}"/>
          </ac:spMkLst>
        </pc:spChg>
      </pc:sldChg>
      <pc:sldChg chg="del">
        <pc:chgData name="Devinder Kaur" userId="89161a673412ba18" providerId="LiveId" clId="{2736B1C8-200B-441C-B054-0EA28C6946C8}" dt="2022-11-07T09:37:10.959" v="36" actId="47"/>
        <pc:sldMkLst>
          <pc:docMk/>
          <pc:sldMk cId="0" sldId="292"/>
        </pc:sldMkLst>
      </pc:sldChg>
      <pc:sldChg chg="modSp mod">
        <pc:chgData name="Devinder Kaur" userId="89161a673412ba18" providerId="LiveId" clId="{2736B1C8-200B-441C-B054-0EA28C6946C8}" dt="2022-11-24T06:14:15.519" v="61" actId="20577"/>
        <pc:sldMkLst>
          <pc:docMk/>
          <pc:sldMk cId="0" sldId="382"/>
        </pc:sldMkLst>
        <pc:graphicFrameChg chg="mod modGraphic">
          <ac:chgData name="Devinder Kaur" userId="89161a673412ba18" providerId="LiveId" clId="{2736B1C8-200B-441C-B054-0EA28C6946C8}" dt="2022-11-24T06:14:15.519" v="61" actId="20577"/>
          <ac:graphicFrameMkLst>
            <pc:docMk/>
            <pc:sldMk cId="0" sldId="382"/>
            <ac:graphicFrameMk id="4" creationId="{133B9873-0D72-4F00-B232-68A50C2F664D}"/>
          </ac:graphicFrameMkLst>
        </pc:graphicFrameChg>
      </pc:sldChg>
      <pc:sldChg chg="modSp mod">
        <pc:chgData name="Devinder Kaur" userId="89161a673412ba18" providerId="LiveId" clId="{2736B1C8-200B-441C-B054-0EA28C6946C8}" dt="2022-11-07T09:34:15.901" v="13" actId="27636"/>
        <pc:sldMkLst>
          <pc:docMk/>
          <pc:sldMk cId="764978247" sldId="392"/>
        </pc:sldMkLst>
        <pc:spChg chg="mod">
          <ac:chgData name="Devinder Kaur" userId="89161a673412ba18" providerId="LiveId" clId="{2736B1C8-200B-441C-B054-0EA28C6946C8}" dt="2022-11-07T09:34:15.901" v="13" actId="27636"/>
          <ac:spMkLst>
            <pc:docMk/>
            <pc:sldMk cId="764978247" sldId="392"/>
            <ac:spMk id="15363" creationId="{00000000-0000-0000-0000-000000000000}"/>
          </ac:spMkLst>
        </pc:spChg>
      </pc:sldChg>
      <pc:sldChg chg="modSp del mod">
        <pc:chgData name="Devinder Kaur" userId="89161a673412ba18" providerId="LiveId" clId="{2736B1C8-200B-441C-B054-0EA28C6946C8}" dt="2022-11-07T09:37:10.959" v="36" actId="47"/>
        <pc:sldMkLst>
          <pc:docMk/>
          <pc:sldMk cId="3276869159" sldId="444"/>
        </pc:sldMkLst>
        <pc:spChg chg="mod">
          <ac:chgData name="Devinder Kaur" userId="89161a673412ba18" providerId="LiveId" clId="{2736B1C8-200B-441C-B054-0EA28C6946C8}" dt="2022-11-07T09:33:06.384" v="7" actId="27636"/>
          <ac:spMkLst>
            <pc:docMk/>
            <pc:sldMk cId="3276869159" sldId="444"/>
            <ac:spMk id="3" creationId="{212F9F60-F08D-47FE-8E25-F2A6A08F1F0E}"/>
          </ac:spMkLst>
        </pc:spChg>
      </pc:sldChg>
      <pc:sldChg chg="del">
        <pc:chgData name="Devinder Kaur" userId="89161a673412ba18" providerId="LiveId" clId="{2736B1C8-200B-441C-B054-0EA28C6946C8}" dt="2022-11-07T09:37:10.959" v="36" actId="47"/>
        <pc:sldMkLst>
          <pc:docMk/>
          <pc:sldMk cId="1567523935" sldId="446"/>
        </pc:sldMkLst>
      </pc:sldChg>
      <pc:sldChg chg="del">
        <pc:chgData name="Devinder Kaur" userId="89161a673412ba18" providerId="LiveId" clId="{2736B1C8-200B-441C-B054-0EA28C6946C8}" dt="2022-11-07T09:37:10.959" v="36" actId="47"/>
        <pc:sldMkLst>
          <pc:docMk/>
          <pc:sldMk cId="3076220560" sldId="447"/>
        </pc:sldMkLst>
      </pc:sldChg>
      <pc:sldChg chg="del">
        <pc:chgData name="Devinder Kaur" userId="89161a673412ba18" providerId="LiveId" clId="{2736B1C8-200B-441C-B054-0EA28C6946C8}" dt="2022-11-07T09:37:10.959" v="36" actId="47"/>
        <pc:sldMkLst>
          <pc:docMk/>
          <pc:sldMk cId="1218887647" sldId="448"/>
        </pc:sldMkLst>
      </pc:sldChg>
      <pc:sldChg chg="del">
        <pc:chgData name="Devinder Kaur" userId="89161a673412ba18" providerId="LiveId" clId="{2736B1C8-200B-441C-B054-0EA28C6946C8}" dt="2022-11-07T09:37:10.959" v="36" actId="47"/>
        <pc:sldMkLst>
          <pc:docMk/>
          <pc:sldMk cId="1899886567" sldId="450"/>
        </pc:sldMkLst>
      </pc:sldChg>
      <pc:sldChg chg="del">
        <pc:chgData name="Devinder Kaur" userId="89161a673412ba18" providerId="LiveId" clId="{2736B1C8-200B-441C-B054-0EA28C6946C8}" dt="2022-11-07T09:37:10.959" v="36" actId="47"/>
        <pc:sldMkLst>
          <pc:docMk/>
          <pc:sldMk cId="1150963543" sldId="451"/>
        </pc:sldMkLst>
      </pc:sldChg>
      <pc:sldChg chg="del">
        <pc:chgData name="Devinder Kaur" userId="89161a673412ba18" providerId="LiveId" clId="{2736B1C8-200B-441C-B054-0EA28C6946C8}" dt="2022-11-07T09:37:10.959" v="36" actId="47"/>
        <pc:sldMkLst>
          <pc:docMk/>
          <pc:sldMk cId="3614524674" sldId="452"/>
        </pc:sldMkLst>
      </pc:sldChg>
      <pc:sldChg chg="del">
        <pc:chgData name="Devinder Kaur" userId="89161a673412ba18" providerId="LiveId" clId="{2736B1C8-200B-441C-B054-0EA28C6946C8}" dt="2022-11-07T09:37:10.959" v="36" actId="47"/>
        <pc:sldMkLst>
          <pc:docMk/>
          <pc:sldMk cId="3030977826" sldId="453"/>
        </pc:sldMkLst>
      </pc:sldChg>
      <pc:sldChg chg="del">
        <pc:chgData name="Devinder Kaur" userId="89161a673412ba18" providerId="LiveId" clId="{2736B1C8-200B-441C-B054-0EA28C6946C8}" dt="2022-11-07T09:37:10.959" v="36" actId="47"/>
        <pc:sldMkLst>
          <pc:docMk/>
          <pc:sldMk cId="3247445141" sldId="454"/>
        </pc:sldMkLst>
      </pc:sldChg>
      <pc:sldChg chg="del">
        <pc:chgData name="Devinder Kaur" userId="89161a673412ba18" providerId="LiveId" clId="{2736B1C8-200B-441C-B054-0EA28C6946C8}" dt="2022-11-07T09:37:10.959" v="36" actId="47"/>
        <pc:sldMkLst>
          <pc:docMk/>
          <pc:sldMk cId="1080002282" sldId="455"/>
        </pc:sldMkLst>
      </pc:sldChg>
      <pc:sldChg chg="del">
        <pc:chgData name="Devinder Kaur" userId="89161a673412ba18" providerId="LiveId" clId="{2736B1C8-200B-441C-B054-0EA28C6946C8}" dt="2022-11-07T09:37:10.959" v="36" actId="47"/>
        <pc:sldMkLst>
          <pc:docMk/>
          <pc:sldMk cId="2143142585" sldId="456"/>
        </pc:sldMkLst>
      </pc:sldChg>
      <pc:sldChg chg="del">
        <pc:chgData name="Devinder Kaur" userId="89161a673412ba18" providerId="LiveId" clId="{2736B1C8-200B-441C-B054-0EA28C6946C8}" dt="2022-11-07T09:37:10.959" v="36" actId="47"/>
        <pc:sldMkLst>
          <pc:docMk/>
          <pc:sldMk cId="2346958233" sldId="457"/>
        </pc:sldMkLst>
      </pc:sldChg>
      <pc:sldChg chg="del">
        <pc:chgData name="Devinder Kaur" userId="89161a673412ba18" providerId="LiveId" clId="{2736B1C8-200B-441C-B054-0EA28C6946C8}" dt="2022-11-07T09:37:10.959" v="36" actId="47"/>
        <pc:sldMkLst>
          <pc:docMk/>
          <pc:sldMk cId="1824992622" sldId="458"/>
        </pc:sldMkLst>
      </pc:sldChg>
      <pc:sldChg chg="del">
        <pc:chgData name="Devinder Kaur" userId="89161a673412ba18" providerId="LiveId" clId="{2736B1C8-200B-441C-B054-0EA28C6946C8}" dt="2022-11-07T09:37:10.959" v="36" actId="47"/>
        <pc:sldMkLst>
          <pc:docMk/>
          <pc:sldMk cId="2469847588" sldId="459"/>
        </pc:sldMkLst>
      </pc:sldChg>
      <pc:sldChg chg="del">
        <pc:chgData name="Devinder Kaur" userId="89161a673412ba18" providerId="LiveId" clId="{2736B1C8-200B-441C-B054-0EA28C6946C8}" dt="2022-11-07T09:37:10.959" v="36" actId="47"/>
        <pc:sldMkLst>
          <pc:docMk/>
          <pc:sldMk cId="1708513419" sldId="460"/>
        </pc:sldMkLst>
      </pc:sldChg>
      <pc:sldChg chg="del">
        <pc:chgData name="Devinder Kaur" userId="89161a673412ba18" providerId="LiveId" clId="{2736B1C8-200B-441C-B054-0EA28C6946C8}" dt="2022-11-07T09:37:10.959" v="36" actId="47"/>
        <pc:sldMkLst>
          <pc:docMk/>
          <pc:sldMk cId="3664076648" sldId="461"/>
        </pc:sldMkLst>
      </pc:sldChg>
      <pc:sldChg chg="del">
        <pc:chgData name="Devinder Kaur" userId="89161a673412ba18" providerId="LiveId" clId="{2736B1C8-200B-441C-B054-0EA28C6946C8}" dt="2022-11-07T09:37:10.959" v="36" actId="47"/>
        <pc:sldMkLst>
          <pc:docMk/>
          <pc:sldMk cId="216894798" sldId="462"/>
        </pc:sldMkLst>
      </pc:sldChg>
      <pc:sldChg chg="del">
        <pc:chgData name="Devinder Kaur" userId="89161a673412ba18" providerId="LiveId" clId="{2736B1C8-200B-441C-B054-0EA28C6946C8}" dt="2022-11-07T09:37:10.959" v="36" actId="47"/>
        <pc:sldMkLst>
          <pc:docMk/>
          <pc:sldMk cId="1633313903" sldId="464"/>
        </pc:sldMkLst>
      </pc:sldChg>
      <pc:sldChg chg="del">
        <pc:chgData name="Devinder Kaur" userId="89161a673412ba18" providerId="LiveId" clId="{2736B1C8-200B-441C-B054-0EA28C6946C8}" dt="2022-11-07T09:37:10.959" v="36" actId="47"/>
        <pc:sldMkLst>
          <pc:docMk/>
          <pc:sldMk cId="720783215" sldId="465"/>
        </pc:sldMkLst>
      </pc:sldChg>
      <pc:sldChg chg="del">
        <pc:chgData name="Devinder Kaur" userId="89161a673412ba18" providerId="LiveId" clId="{2736B1C8-200B-441C-B054-0EA28C6946C8}" dt="2022-11-07T09:37:10.959" v="36" actId="47"/>
        <pc:sldMkLst>
          <pc:docMk/>
          <pc:sldMk cId="561393716" sldId="466"/>
        </pc:sldMkLst>
      </pc:sldChg>
      <pc:sldChg chg="add del">
        <pc:chgData name="Devinder Kaur" userId="89161a673412ba18" providerId="LiveId" clId="{2736B1C8-200B-441C-B054-0EA28C6946C8}" dt="2022-11-07T09:37:10.959" v="36" actId="47"/>
        <pc:sldMkLst>
          <pc:docMk/>
          <pc:sldMk cId="89599261" sldId="467"/>
        </pc:sldMkLst>
      </pc:sldChg>
      <pc:sldChg chg="del">
        <pc:chgData name="Devinder Kaur" userId="89161a673412ba18" providerId="LiveId" clId="{2736B1C8-200B-441C-B054-0EA28C6946C8}" dt="2022-11-07T09:37:10.959" v="36" actId="47"/>
        <pc:sldMkLst>
          <pc:docMk/>
          <pc:sldMk cId="2427657729" sldId="468"/>
        </pc:sldMkLst>
      </pc:sldChg>
      <pc:sldChg chg="del">
        <pc:chgData name="Devinder Kaur" userId="89161a673412ba18" providerId="LiveId" clId="{2736B1C8-200B-441C-B054-0EA28C6946C8}" dt="2022-11-07T09:37:10.959" v="36" actId="47"/>
        <pc:sldMkLst>
          <pc:docMk/>
          <pc:sldMk cId="1712981943" sldId="469"/>
        </pc:sldMkLst>
      </pc:sldChg>
      <pc:sldChg chg="del">
        <pc:chgData name="Devinder Kaur" userId="89161a673412ba18" providerId="LiveId" clId="{2736B1C8-200B-441C-B054-0EA28C6946C8}" dt="2022-11-07T09:37:10.959" v="36" actId="47"/>
        <pc:sldMkLst>
          <pc:docMk/>
          <pc:sldMk cId="4009363559" sldId="470"/>
        </pc:sldMkLst>
      </pc:sldChg>
      <pc:sldChg chg="del">
        <pc:chgData name="Devinder Kaur" userId="89161a673412ba18" providerId="LiveId" clId="{2736B1C8-200B-441C-B054-0EA28C6946C8}" dt="2022-11-07T09:37:10.959" v="36" actId="47"/>
        <pc:sldMkLst>
          <pc:docMk/>
          <pc:sldMk cId="3127404050" sldId="471"/>
        </pc:sldMkLst>
      </pc:sldChg>
      <pc:sldChg chg="del">
        <pc:chgData name="Devinder Kaur" userId="89161a673412ba18" providerId="LiveId" clId="{2736B1C8-200B-441C-B054-0EA28C6946C8}" dt="2022-11-07T09:37:10.959" v="36" actId="47"/>
        <pc:sldMkLst>
          <pc:docMk/>
          <pc:sldMk cId="3266438709" sldId="473"/>
        </pc:sldMkLst>
      </pc:sldChg>
      <pc:sldChg chg="modSp mod">
        <pc:chgData name="Devinder Kaur" userId="89161a673412ba18" providerId="LiveId" clId="{2736B1C8-200B-441C-B054-0EA28C6946C8}" dt="2022-11-07T09:34:48.286" v="34" actId="1035"/>
        <pc:sldMkLst>
          <pc:docMk/>
          <pc:sldMk cId="3088610574" sldId="474"/>
        </pc:sldMkLst>
        <pc:spChg chg="mod">
          <ac:chgData name="Devinder Kaur" userId="89161a673412ba18" providerId="LiveId" clId="{2736B1C8-200B-441C-B054-0EA28C6946C8}" dt="2022-11-07T09:34:48.286" v="34" actId="1035"/>
          <ac:spMkLst>
            <pc:docMk/>
            <pc:sldMk cId="3088610574" sldId="474"/>
            <ac:spMk id="3" creationId="{212F9F60-F08D-47FE-8E25-F2A6A08F1F0E}"/>
          </ac:spMkLst>
        </pc:spChg>
      </pc:sldChg>
      <pc:sldChg chg="modSp mod">
        <pc:chgData name="Devinder Kaur" userId="89161a673412ba18" providerId="LiveId" clId="{2736B1C8-200B-441C-B054-0EA28C6946C8}" dt="2022-11-07T09:34:15.875" v="8" actId="27636"/>
        <pc:sldMkLst>
          <pc:docMk/>
          <pc:sldMk cId="2366282198" sldId="494"/>
        </pc:sldMkLst>
        <pc:spChg chg="mod">
          <ac:chgData name="Devinder Kaur" userId="89161a673412ba18" providerId="LiveId" clId="{2736B1C8-200B-441C-B054-0EA28C6946C8}" dt="2022-11-07T09:34:15.875" v="8" actId="27636"/>
          <ac:spMkLst>
            <pc:docMk/>
            <pc:sldMk cId="2366282198" sldId="494"/>
            <ac:spMk id="3" creationId="{265C9362-E4D9-48A7-AE84-DB11016138D0}"/>
          </ac:spMkLst>
        </pc:spChg>
      </pc:sldChg>
      <pc:sldChg chg="modSp mod">
        <pc:chgData name="Devinder Kaur" userId="89161a673412ba18" providerId="LiveId" clId="{2736B1C8-200B-441C-B054-0EA28C6946C8}" dt="2022-11-07T09:34:15.890" v="12" actId="27636"/>
        <pc:sldMkLst>
          <pc:docMk/>
          <pc:sldMk cId="3819553992" sldId="495"/>
        </pc:sldMkLst>
        <pc:spChg chg="mod">
          <ac:chgData name="Devinder Kaur" userId="89161a673412ba18" providerId="LiveId" clId="{2736B1C8-200B-441C-B054-0EA28C6946C8}" dt="2022-11-07T09:34:15.881" v="10" actId="27636"/>
          <ac:spMkLst>
            <pc:docMk/>
            <pc:sldMk cId="3819553992" sldId="495"/>
            <ac:spMk id="3" creationId="{0C917BEC-2929-49D3-BCD9-A84E28C9C343}"/>
          </ac:spMkLst>
        </pc:spChg>
        <pc:spChg chg="mod">
          <ac:chgData name="Devinder Kaur" userId="89161a673412ba18" providerId="LiveId" clId="{2736B1C8-200B-441C-B054-0EA28C6946C8}" dt="2022-11-07T09:34:15.888" v="11" actId="27636"/>
          <ac:spMkLst>
            <pc:docMk/>
            <pc:sldMk cId="3819553992" sldId="495"/>
            <ac:spMk id="4" creationId="{EA6DFD7A-B988-4CFB-B24F-F79D5061F513}"/>
          </ac:spMkLst>
        </pc:spChg>
        <pc:spChg chg="mod">
          <ac:chgData name="Devinder Kaur" userId="89161a673412ba18" providerId="LiveId" clId="{2736B1C8-200B-441C-B054-0EA28C6946C8}" dt="2022-11-07T09:34:15.880" v="9" actId="27636"/>
          <ac:spMkLst>
            <pc:docMk/>
            <pc:sldMk cId="3819553992" sldId="495"/>
            <ac:spMk id="5" creationId="{FED09C72-EB4A-41D9-8410-A183AFFE5E07}"/>
          </ac:spMkLst>
        </pc:spChg>
        <pc:spChg chg="mod">
          <ac:chgData name="Devinder Kaur" userId="89161a673412ba18" providerId="LiveId" clId="{2736B1C8-200B-441C-B054-0EA28C6946C8}" dt="2022-11-07T09:34:15.890" v="12" actId="27636"/>
          <ac:spMkLst>
            <pc:docMk/>
            <pc:sldMk cId="3819553992" sldId="495"/>
            <ac:spMk id="6" creationId="{6D384AF8-AB4D-4A2D-ADBC-BD2F1BD02E7F}"/>
          </ac:spMkLst>
        </pc:spChg>
      </pc:sldChg>
    </pc:docChg>
  </pc:docChgLst>
  <pc:docChgLst>
    <pc:chgData name="Devinder Kaur" userId="89161a673412ba18" providerId="LiveId" clId="{A60A1732-A528-4C3A-BFC6-8A76B433E3CD}"/>
    <pc:docChg chg="undo redo custSel addSld delSld modSld sldOrd">
      <pc:chgData name="Devinder Kaur" userId="89161a673412ba18" providerId="LiveId" clId="{A60A1732-A528-4C3A-BFC6-8A76B433E3CD}" dt="2021-12-13T07:33:44.408" v="1630" actId="20577"/>
      <pc:docMkLst>
        <pc:docMk/>
      </pc:docMkLst>
      <pc:sldChg chg="ord">
        <pc:chgData name="Devinder Kaur" userId="89161a673412ba18" providerId="LiveId" clId="{A60A1732-A528-4C3A-BFC6-8A76B433E3CD}" dt="2021-12-06T10:42:41.491" v="1587"/>
        <pc:sldMkLst>
          <pc:docMk/>
          <pc:sldMk cId="0" sldId="273"/>
        </pc:sldMkLst>
      </pc:sldChg>
      <pc:sldChg chg="modSp mod">
        <pc:chgData name="Devinder Kaur" userId="89161a673412ba18" providerId="LiveId" clId="{A60A1732-A528-4C3A-BFC6-8A76B433E3CD}" dt="2021-12-06T07:05:45.901" v="852" actId="20577"/>
        <pc:sldMkLst>
          <pc:docMk/>
          <pc:sldMk cId="0" sldId="274"/>
        </pc:sldMkLst>
        <pc:spChg chg="mod">
          <ac:chgData name="Devinder Kaur" userId="89161a673412ba18" providerId="LiveId" clId="{A60A1732-A528-4C3A-BFC6-8A76B433E3CD}" dt="2021-12-06T07:04:34.275" v="833"/>
          <ac:spMkLst>
            <pc:docMk/>
            <pc:sldMk cId="0" sldId="274"/>
            <ac:spMk id="30722" creationId="{0770D256-D85F-4278-A010-DA598578871E}"/>
          </ac:spMkLst>
        </pc:spChg>
        <pc:spChg chg="mod">
          <ac:chgData name="Devinder Kaur" userId="89161a673412ba18" providerId="LiveId" clId="{A60A1732-A528-4C3A-BFC6-8A76B433E3CD}" dt="2021-12-06T07:05:45.901" v="852" actId="20577"/>
          <ac:spMkLst>
            <pc:docMk/>
            <pc:sldMk cId="0" sldId="274"/>
            <ac:spMk id="30723" creationId="{E04365F2-498D-4FFC-8D65-C972146F39B7}"/>
          </ac:spMkLst>
        </pc:spChg>
      </pc:sldChg>
      <pc:sldChg chg="modSp del mod">
        <pc:chgData name="Devinder Kaur" userId="89161a673412ba18" providerId="LiveId" clId="{A60A1732-A528-4C3A-BFC6-8A76B433E3CD}" dt="2021-12-06T07:18:57.086" v="976" actId="47"/>
        <pc:sldMkLst>
          <pc:docMk/>
          <pc:sldMk cId="3113760940" sldId="276"/>
        </pc:sldMkLst>
        <pc:spChg chg="mod">
          <ac:chgData name="Devinder Kaur" userId="89161a673412ba18" providerId="LiveId" clId="{A60A1732-A528-4C3A-BFC6-8A76B433E3CD}" dt="2021-12-06T07:07:44.220" v="866" actId="21"/>
          <ac:spMkLst>
            <pc:docMk/>
            <pc:sldMk cId="3113760940" sldId="276"/>
            <ac:spMk id="3" creationId="{00000000-0000-0000-0000-000000000000}"/>
          </ac:spMkLst>
        </pc:spChg>
      </pc:sldChg>
      <pc:sldChg chg="modSp mod">
        <pc:chgData name="Devinder Kaur" userId="89161a673412ba18" providerId="LiveId" clId="{A60A1732-A528-4C3A-BFC6-8A76B433E3CD}" dt="2021-12-06T07:27:24.017" v="981" actId="20577"/>
        <pc:sldMkLst>
          <pc:docMk/>
          <pc:sldMk cId="2656501266" sldId="279"/>
        </pc:sldMkLst>
        <pc:spChg chg="mod">
          <ac:chgData name="Devinder Kaur" userId="89161a673412ba18" providerId="LiveId" clId="{A60A1732-A528-4C3A-BFC6-8A76B433E3CD}" dt="2021-12-06T07:27:24.017" v="981" actId="20577"/>
          <ac:spMkLst>
            <pc:docMk/>
            <pc:sldMk cId="2656501266" sldId="279"/>
            <ac:spMk id="2" creationId="{00000000-0000-0000-0000-000000000000}"/>
          </ac:spMkLst>
        </pc:spChg>
      </pc:sldChg>
      <pc:sldChg chg="modSp del mod">
        <pc:chgData name="Devinder Kaur" userId="89161a673412ba18" providerId="LiveId" clId="{A60A1732-A528-4C3A-BFC6-8A76B433E3CD}" dt="2021-12-06T07:18:02.769" v="975" actId="47"/>
        <pc:sldMkLst>
          <pc:docMk/>
          <pc:sldMk cId="4075529772" sldId="282"/>
        </pc:sldMkLst>
        <pc:spChg chg="mod">
          <ac:chgData name="Devinder Kaur" userId="89161a673412ba18" providerId="LiveId" clId="{A60A1732-A528-4C3A-BFC6-8A76B433E3CD}" dt="2021-12-06T07:12:03.881" v="892" actId="27636"/>
          <ac:spMkLst>
            <pc:docMk/>
            <pc:sldMk cId="4075529772" sldId="282"/>
            <ac:spMk id="44034" creationId="{521C435A-D70F-4D6D-B5A9-5D40873A7B87}"/>
          </ac:spMkLst>
        </pc:spChg>
      </pc:sldChg>
      <pc:sldChg chg="modSp mod">
        <pc:chgData name="Devinder Kaur" userId="89161a673412ba18" providerId="LiveId" clId="{A60A1732-A528-4C3A-BFC6-8A76B433E3CD}" dt="2021-12-06T07:16:30.213" v="967"/>
        <pc:sldMkLst>
          <pc:docMk/>
          <pc:sldMk cId="0" sldId="292"/>
        </pc:sldMkLst>
        <pc:spChg chg="mod">
          <ac:chgData name="Devinder Kaur" userId="89161a673412ba18" providerId="LiveId" clId="{A60A1732-A528-4C3A-BFC6-8A76B433E3CD}" dt="2021-12-06T07:16:30.213" v="967"/>
          <ac:spMkLst>
            <pc:docMk/>
            <pc:sldMk cId="0" sldId="292"/>
            <ac:spMk id="168966" creationId="{3490A327-DD15-4EC4-A1C9-C89A3BC06431}"/>
          </ac:spMkLst>
        </pc:spChg>
      </pc:sldChg>
      <pc:sldChg chg="addSp delSp modSp mod setBg">
        <pc:chgData name="Devinder Kaur" userId="89161a673412ba18" providerId="LiveId" clId="{A60A1732-A528-4C3A-BFC6-8A76B433E3CD}" dt="2021-12-06T08:08:29.722" v="1301" actId="20577"/>
        <pc:sldMkLst>
          <pc:docMk/>
          <pc:sldMk cId="3361918424" sldId="308"/>
        </pc:sldMkLst>
        <pc:spChg chg="mod">
          <ac:chgData name="Devinder Kaur" userId="89161a673412ba18" providerId="LiveId" clId="{A60A1732-A528-4C3A-BFC6-8A76B433E3CD}" dt="2021-12-06T08:08:29.722" v="1301" actId="20577"/>
          <ac:spMkLst>
            <pc:docMk/>
            <pc:sldMk cId="3361918424" sldId="308"/>
            <ac:spMk id="3" creationId="{00000000-0000-0000-0000-000000000000}"/>
          </ac:spMkLst>
        </pc:spChg>
        <pc:spChg chg="add del">
          <ac:chgData name="Devinder Kaur" userId="89161a673412ba18" providerId="LiveId" clId="{A60A1732-A528-4C3A-BFC6-8A76B433E3CD}" dt="2021-12-06T08:06:12.059" v="1258"/>
          <ac:spMkLst>
            <pc:docMk/>
            <pc:sldMk cId="3361918424" sldId="308"/>
            <ac:spMk id="7" creationId="{E31B33D0-218E-4E8A-842F-05B66A6FE4AE}"/>
          </ac:spMkLst>
        </pc:spChg>
        <pc:spChg chg="add del mod">
          <ac:chgData name="Devinder Kaur" userId="89161a673412ba18" providerId="LiveId" clId="{A60A1732-A528-4C3A-BFC6-8A76B433E3CD}" dt="2021-12-06T08:06:11.493" v="1257"/>
          <ac:spMkLst>
            <pc:docMk/>
            <pc:sldMk cId="3361918424" sldId="308"/>
            <ac:spMk id="8" creationId="{8BEAA748-827B-4E04-BDEB-F0586A063489}"/>
          </ac:spMkLst>
        </pc:spChg>
        <pc:spChg chg="add del">
          <ac:chgData name="Devinder Kaur" userId="89161a673412ba18" providerId="LiveId" clId="{A60A1732-A528-4C3A-BFC6-8A76B433E3CD}" dt="2021-12-06T08:06:23.224" v="1260"/>
          <ac:spMkLst>
            <pc:docMk/>
            <pc:sldMk cId="3361918424" sldId="308"/>
            <ac:spMk id="9" creationId="{5272E79F-B0CB-4991-BFBF-B277A9BA1E3D}"/>
          </ac:spMkLst>
        </pc:spChg>
      </pc:sldChg>
      <pc:sldChg chg="modSp mod">
        <pc:chgData name="Devinder Kaur" userId="89161a673412ba18" providerId="LiveId" clId="{A60A1732-A528-4C3A-BFC6-8A76B433E3CD}" dt="2021-12-06T07:27:53.560" v="984" actId="14100"/>
        <pc:sldMkLst>
          <pc:docMk/>
          <pc:sldMk cId="3276869159" sldId="444"/>
        </pc:sldMkLst>
        <pc:spChg chg="mod">
          <ac:chgData name="Devinder Kaur" userId="89161a673412ba18" providerId="LiveId" clId="{A60A1732-A528-4C3A-BFC6-8A76B433E3CD}" dt="2021-12-06T07:27:53.560" v="984" actId="14100"/>
          <ac:spMkLst>
            <pc:docMk/>
            <pc:sldMk cId="3276869159" sldId="444"/>
            <ac:spMk id="3" creationId="{212F9F60-F08D-47FE-8E25-F2A6A08F1F0E}"/>
          </ac:spMkLst>
        </pc:spChg>
      </pc:sldChg>
      <pc:sldChg chg="modSp mod">
        <pc:chgData name="Devinder Kaur" userId="89161a673412ba18" providerId="LiveId" clId="{A60A1732-A528-4C3A-BFC6-8A76B433E3CD}" dt="2021-12-06T10:32:25.205" v="1490" actId="947"/>
        <pc:sldMkLst>
          <pc:docMk/>
          <pc:sldMk cId="1567523935" sldId="446"/>
        </pc:sldMkLst>
        <pc:spChg chg="mod">
          <ac:chgData name="Devinder Kaur" userId="89161a673412ba18" providerId="LiveId" clId="{A60A1732-A528-4C3A-BFC6-8A76B433E3CD}" dt="2021-12-06T10:32:25.205" v="1490" actId="947"/>
          <ac:spMkLst>
            <pc:docMk/>
            <pc:sldMk cId="1567523935" sldId="446"/>
            <ac:spMk id="2" creationId="{7ECED763-03B0-43E4-A540-443AEDE1D08D}"/>
          </ac:spMkLst>
        </pc:spChg>
        <pc:spChg chg="mod">
          <ac:chgData name="Devinder Kaur" userId="89161a673412ba18" providerId="LiveId" clId="{A60A1732-A528-4C3A-BFC6-8A76B433E3CD}" dt="2021-12-06T10:22:10.598" v="1390" actId="27636"/>
          <ac:spMkLst>
            <pc:docMk/>
            <pc:sldMk cId="1567523935" sldId="446"/>
            <ac:spMk id="3" creationId="{6F8A583F-46C5-4930-B5C4-A1230DBA1825}"/>
          </ac:spMkLst>
        </pc:spChg>
      </pc:sldChg>
      <pc:sldChg chg="addSp delSp modSp mod">
        <pc:chgData name="Devinder Kaur" userId="89161a673412ba18" providerId="LiveId" clId="{A60A1732-A528-4C3A-BFC6-8A76B433E3CD}" dt="2021-12-13T07:33:44.408" v="1630" actId="20577"/>
        <pc:sldMkLst>
          <pc:docMk/>
          <pc:sldMk cId="1899886567" sldId="450"/>
        </pc:sldMkLst>
        <pc:spChg chg="del">
          <ac:chgData name="Devinder Kaur" userId="89161a673412ba18" providerId="LiveId" clId="{A60A1732-A528-4C3A-BFC6-8A76B433E3CD}" dt="2021-12-06T07:30:15.019" v="1006" actId="478"/>
          <ac:spMkLst>
            <pc:docMk/>
            <pc:sldMk cId="1899886567" sldId="450"/>
            <ac:spMk id="2" creationId="{A2F90763-CBC7-421C-A09C-BFE5E3FF3944}"/>
          </ac:spMkLst>
        </pc:spChg>
        <pc:spChg chg="mod">
          <ac:chgData name="Devinder Kaur" userId="89161a673412ba18" providerId="LiveId" clId="{A60A1732-A528-4C3A-BFC6-8A76B433E3CD}" dt="2021-12-06T07:31:04.583" v="1066" actId="27636"/>
          <ac:spMkLst>
            <pc:docMk/>
            <pc:sldMk cId="1899886567" sldId="450"/>
            <ac:spMk id="3" creationId="{0C917BEC-2929-49D3-BCD9-A84E28C9C343}"/>
          </ac:spMkLst>
        </pc:spChg>
        <pc:spChg chg="mod">
          <ac:chgData name="Devinder Kaur" userId="89161a673412ba18" providerId="LiveId" clId="{A60A1732-A528-4C3A-BFC6-8A76B433E3CD}" dt="2021-12-13T07:33:30.036" v="1624" actId="27636"/>
          <ac:spMkLst>
            <pc:docMk/>
            <pc:sldMk cId="1899886567" sldId="450"/>
            <ac:spMk id="4" creationId="{EA6DFD7A-B988-4CFB-B24F-F79D5061F513}"/>
          </ac:spMkLst>
        </pc:spChg>
        <pc:spChg chg="mod">
          <ac:chgData name="Devinder Kaur" userId="89161a673412ba18" providerId="LiveId" clId="{A60A1732-A528-4C3A-BFC6-8A76B433E3CD}" dt="2021-12-06T07:31:18.470" v="1069" actId="255"/>
          <ac:spMkLst>
            <pc:docMk/>
            <pc:sldMk cId="1899886567" sldId="450"/>
            <ac:spMk id="5" creationId="{FED09C72-EB4A-41D9-8410-A183AFFE5E07}"/>
          </ac:spMkLst>
        </pc:spChg>
        <pc:spChg chg="mod">
          <ac:chgData name="Devinder Kaur" userId="89161a673412ba18" providerId="LiveId" clId="{A60A1732-A528-4C3A-BFC6-8A76B433E3CD}" dt="2021-12-13T07:33:44.408" v="1630" actId="20577"/>
          <ac:spMkLst>
            <pc:docMk/>
            <pc:sldMk cId="1899886567" sldId="450"/>
            <ac:spMk id="6" creationId="{6D384AF8-AB4D-4A2D-ADBC-BD2F1BD02E7F}"/>
          </ac:spMkLst>
        </pc:spChg>
        <pc:spChg chg="add del mod">
          <ac:chgData name="Devinder Kaur" userId="89161a673412ba18" providerId="LiveId" clId="{A60A1732-A528-4C3A-BFC6-8A76B433E3CD}" dt="2021-12-06T07:30:17.266" v="1007" actId="478"/>
          <ac:spMkLst>
            <pc:docMk/>
            <pc:sldMk cId="1899886567" sldId="450"/>
            <ac:spMk id="9" creationId="{0AC25158-B51F-4E59-B56E-571FAE63CFA6}"/>
          </ac:spMkLst>
        </pc:spChg>
      </pc:sldChg>
      <pc:sldChg chg="modSp mod">
        <pc:chgData name="Devinder Kaur" userId="89161a673412ba18" providerId="LiveId" clId="{A60A1732-A528-4C3A-BFC6-8A76B433E3CD}" dt="2021-12-06T10:33:29.150" v="1500" actId="947"/>
        <pc:sldMkLst>
          <pc:docMk/>
          <pc:sldMk cId="3247445141" sldId="454"/>
        </pc:sldMkLst>
        <pc:spChg chg="mod">
          <ac:chgData name="Devinder Kaur" userId="89161a673412ba18" providerId="LiveId" clId="{A60A1732-A528-4C3A-BFC6-8A76B433E3CD}" dt="2021-12-06T10:33:29.150" v="1500" actId="947"/>
          <ac:spMkLst>
            <pc:docMk/>
            <pc:sldMk cId="3247445141" sldId="454"/>
            <ac:spMk id="2" creationId="{7ECED763-03B0-43E4-A540-443AEDE1D08D}"/>
          </ac:spMkLst>
        </pc:spChg>
      </pc:sldChg>
      <pc:sldChg chg="modSp mod">
        <pc:chgData name="Devinder Kaur" userId="89161a673412ba18" providerId="LiveId" clId="{A60A1732-A528-4C3A-BFC6-8A76B433E3CD}" dt="2021-12-06T10:33:46.297" v="1501" actId="947"/>
        <pc:sldMkLst>
          <pc:docMk/>
          <pc:sldMk cId="2143142585" sldId="456"/>
        </pc:sldMkLst>
        <pc:spChg chg="mod">
          <ac:chgData name="Devinder Kaur" userId="89161a673412ba18" providerId="LiveId" clId="{A60A1732-A528-4C3A-BFC6-8A76B433E3CD}" dt="2021-12-06T10:33:46.297" v="1501" actId="947"/>
          <ac:spMkLst>
            <pc:docMk/>
            <pc:sldMk cId="2143142585" sldId="456"/>
            <ac:spMk id="2" creationId="{7ECED763-03B0-43E4-A540-443AEDE1D08D}"/>
          </ac:spMkLst>
        </pc:spChg>
      </pc:sldChg>
      <pc:sldChg chg="addSp delSp modSp mod">
        <pc:chgData name="Devinder Kaur" userId="89161a673412ba18" providerId="LiveId" clId="{A60A1732-A528-4C3A-BFC6-8A76B433E3CD}" dt="2021-12-04T10:45:00.267" v="529" actId="21"/>
        <pc:sldMkLst>
          <pc:docMk/>
          <pc:sldMk cId="2469847588" sldId="459"/>
        </pc:sldMkLst>
        <pc:spChg chg="mod">
          <ac:chgData name="Devinder Kaur" userId="89161a673412ba18" providerId="LiveId" clId="{A60A1732-A528-4C3A-BFC6-8A76B433E3CD}" dt="2021-12-04T10:44:57.212" v="528" actId="20577"/>
          <ac:spMkLst>
            <pc:docMk/>
            <pc:sldMk cId="2469847588" sldId="459"/>
            <ac:spMk id="3" creationId="{EF533144-EA26-4FBE-B9EE-3E1524FE2AD9}"/>
          </ac:spMkLst>
        </pc:spChg>
        <pc:picChg chg="add del mod">
          <ac:chgData name="Devinder Kaur" userId="89161a673412ba18" providerId="LiveId" clId="{A60A1732-A528-4C3A-BFC6-8A76B433E3CD}" dt="2021-12-04T10:45:00.267" v="529" actId="21"/>
          <ac:picMkLst>
            <pc:docMk/>
            <pc:sldMk cId="2469847588" sldId="459"/>
            <ac:picMk id="6" creationId="{8D211387-6A2D-42C4-AB2D-5251CDE00A92}"/>
          </ac:picMkLst>
        </pc:picChg>
      </pc:sldChg>
      <pc:sldChg chg="modNotesTx">
        <pc:chgData name="Devinder Kaur" userId="89161a673412ba18" providerId="LiveId" clId="{A60A1732-A528-4C3A-BFC6-8A76B433E3CD}" dt="2021-12-06T08:10:17.381" v="1304" actId="20577"/>
        <pc:sldMkLst>
          <pc:docMk/>
          <pc:sldMk cId="3664076648" sldId="461"/>
        </pc:sldMkLst>
      </pc:sldChg>
      <pc:sldChg chg="addSp delSp del mod">
        <pc:chgData name="Devinder Kaur" userId="89161a673412ba18" providerId="LiveId" clId="{A60A1732-A528-4C3A-BFC6-8A76B433E3CD}" dt="2021-12-06T07:00:46.823" v="824" actId="47"/>
        <pc:sldMkLst>
          <pc:docMk/>
          <pc:sldMk cId="1650690890" sldId="463"/>
        </pc:sldMkLst>
        <pc:picChg chg="add del">
          <ac:chgData name="Devinder Kaur" userId="89161a673412ba18" providerId="LiveId" clId="{A60A1732-A528-4C3A-BFC6-8A76B433E3CD}" dt="2021-12-04T10:52:29.314" v="823" actId="478"/>
          <ac:picMkLst>
            <pc:docMk/>
            <pc:sldMk cId="1650690890" sldId="463"/>
            <ac:picMk id="3" creationId="{81885916-3B3C-4983-83B4-87251751F37C}"/>
          </ac:picMkLst>
        </pc:picChg>
        <pc:picChg chg="del">
          <ac:chgData name="Devinder Kaur" userId="89161a673412ba18" providerId="LiveId" clId="{A60A1732-A528-4C3A-BFC6-8A76B433E3CD}" dt="2021-12-04T10:12:13.019" v="497" actId="478"/>
          <ac:picMkLst>
            <pc:docMk/>
            <pc:sldMk cId="1650690890" sldId="463"/>
            <ac:picMk id="4" creationId="{078F4C6B-A7B0-4795-ADB5-1010BEF8ABBB}"/>
          </ac:picMkLst>
        </pc:picChg>
        <pc:picChg chg="del">
          <ac:chgData name="Devinder Kaur" userId="89161a673412ba18" providerId="LiveId" clId="{A60A1732-A528-4C3A-BFC6-8A76B433E3CD}" dt="2021-12-04T10:12:15.332" v="498" actId="478"/>
          <ac:picMkLst>
            <pc:docMk/>
            <pc:sldMk cId="1650690890" sldId="463"/>
            <ac:picMk id="5" creationId="{2C959CE9-0246-4352-AC9F-F21F3F3C12B5}"/>
          </ac:picMkLst>
        </pc:picChg>
      </pc:sldChg>
      <pc:sldChg chg="addSp delSp modSp new mod">
        <pc:chgData name="Devinder Kaur" userId="89161a673412ba18" providerId="LiveId" clId="{A60A1732-A528-4C3A-BFC6-8A76B433E3CD}" dt="2021-12-04T10:52:14.130" v="822" actId="5793"/>
        <pc:sldMkLst>
          <pc:docMk/>
          <pc:sldMk cId="1633313903" sldId="464"/>
        </pc:sldMkLst>
        <pc:spChg chg="mod">
          <ac:chgData name="Devinder Kaur" userId="89161a673412ba18" providerId="LiveId" clId="{A60A1732-A528-4C3A-BFC6-8A76B433E3CD}" dt="2021-12-04T09:59:45.215" v="37" actId="403"/>
          <ac:spMkLst>
            <pc:docMk/>
            <pc:sldMk cId="1633313903" sldId="464"/>
            <ac:spMk id="2" creationId="{7EFFFD66-2F8B-43D3-B83B-0027264B02D9}"/>
          </ac:spMkLst>
        </pc:spChg>
        <pc:spChg chg="mod">
          <ac:chgData name="Devinder Kaur" userId="89161a673412ba18" providerId="LiveId" clId="{A60A1732-A528-4C3A-BFC6-8A76B433E3CD}" dt="2021-12-04T10:51:27.656" v="817" actId="123"/>
          <ac:spMkLst>
            <pc:docMk/>
            <pc:sldMk cId="1633313903" sldId="464"/>
            <ac:spMk id="3" creationId="{F233038E-4FF6-4209-BF56-BE7AD2792F1F}"/>
          </ac:spMkLst>
        </pc:spChg>
        <pc:spChg chg="add mod">
          <ac:chgData name="Devinder Kaur" userId="89161a673412ba18" providerId="LiveId" clId="{A60A1732-A528-4C3A-BFC6-8A76B433E3CD}" dt="2021-12-04T10:52:14.130" v="822" actId="5793"/>
          <ac:spMkLst>
            <pc:docMk/>
            <pc:sldMk cId="1633313903" sldId="464"/>
            <ac:spMk id="9" creationId="{77C11ADC-AFD9-48EC-9408-58663DE0E01E}"/>
          </ac:spMkLst>
        </pc:spChg>
        <pc:picChg chg="add del mod">
          <ac:chgData name="Devinder Kaur" userId="89161a673412ba18" providerId="LiveId" clId="{A60A1732-A528-4C3A-BFC6-8A76B433E3CD}" dt="2021-12-04T10:09:41.068" v="363" actId="478"/>
          <ac:picMkLst>
            <pc:docMk/>
            <pc:sldMk cId="1633313903" sldId="464"/>
            <ac:picMk id="5" creationId="{A45C0CF9-E897-4A4C-8672-E57831C304F6}"/>
          </ac:picMkLst>
        </pc:picChg>
        <pc:picChg chg="add del mod">
          <ac:chgData name="Devinder Kaur" userId="89161a673412ba18" providerId="LiveId" clId="{A60A1732-A528-4C3A-BFC6-8A76B433E3CD}" dt="2021-12-04T10:11:54.555" v="493" actId="478"/>
          <ac:picMkLst>
            <pc:docMk/>
            <pc:sldMk cId="1633313903" sldId="464"/>
            <ac:picMk id="6" creationId="{678F38E7-A181-4E0D-A4C5-B07EC3B302FF}"/>
          </ac:picMkLst>
        </pc:picChg>
        <pc:picChg chg="add del mod">
          <ac:chgData name="Devinder Kaur" userId="89161a673412ba18" providerId="LiveId" clId="{A60A1732-A528-4C3A-BFC6-8A76B433E3CD}" dt="2021-12-04T10:13:57.331" v="503" actId="21"/>
          <ac:picMkLst>
            <pc:docMk/>
            <pc:sldMk cId="1633313903" sldId="464"/>
            <ac:picMk id="7" creationId="{DAF245FD-596D-4EB0-BBDA-52011BBD1520}"/>
          </ac:picMkLst>
        </pc:picChg>
        <pc:picChg chg="add del mod">
          <ac:chgData name="Devinder Kaur" userId="89161a673412ba18" providerId="LiveId" clId="{A60A1732-A528-4C3A-BFC6-8A76B433E3CD}" dt="2021-12-04T10:48:48.047" v="787" actId="478"/>
          <ac:picMkLst>
            <pc:docMk/>
            <pc:sldMk cId="1633313903" sldId="464"/>
            <ac:picMk id="8" creationId="{A042011E-FD92-44FA-A229-551F172C0FD3}"/>
          </ac:picMkLst>
        </pc:picChg>
      </pc:sldChg>
      <pc:sldChg chg="modSp new mod">
        <pc:chgData name="Devinder Kaur" userId="89161a673412ba18" providerId="LiveId" clId="{A60A1732-A528-4C3A-BFC6-8A76B433E3CD}" dt="2021-12-06T07:09:04.296" v="891" actId="20577"/>
        <pc:sldMkLst>
          <pc:docMk/>
          <pc:sldMk cId="720783215" sldId="465"/>
        </pc:sldMkLst>
        <pc:spChg chg="mod">
          <ac:chgData name="Devinder Kaur" userId="89161a673412ba18" providerId="LiveId" clId="{A60A1732-A528-4C3A-BFC6-8A76B433E3CD}" dt="2021-12-06T07:07:37.215" v="865"/>
          <ac:spMkLst>
            <pc:docMk/>
            <pc:sldMk cId="720783215" sldId="465"/>
            <ac:spMk id="2" creationId="{B9E7930B-C92C-4DD8-91A1-59952CF94064}"/>
          </ac:spMkLst>
        </pc:spChg>
        <pc:spChg chg="mod">
          <ac:chgData name="Devinder Kaur" userId="89161a673412ba18" providerId="LiveId" clId="{A60A1732-A528-4C3A-BFC6-8A76B433E3CD}" dt="2021-12-06T07:09:04.296" v="891" actId="20577"/>
          <ac:spMkLst>
            <pc:docMk/>
            <pc:sldMk cId="720783215" sldId="465"/>
            <ac:spMk id="3" creationId="{7964543D-64A9-4FAD-AD89-641FA143A228}"/>
          </ac:spMkLst>
        </pc:spChg>
      </pc:sldChg>
      <pc:sldChg chg="addSp delSp modSp new mod modAnim">
        <pc:chgData name="Devinder Kaur" userId="89161a673412ba18" providerId="LiveId" clId="{A60A1732-A528-4C3A-BFC6-8A76B433E3CD}" dt="2021-12-06T07:17:57.525" v="974" actId="14100"/>
        <pc:sldMkLst>
          <pc:docMk/>
          <pc:sldMk cId="561393716" sldId="466"/>
        </pc:sldMkLst>
        <pc:spChg chg="mod">
          <ac:chgData name="Devinder Kaur" userId="89161a673412ba18" providerId="LiveId" clId="{A60A1732-A528-4C3A-BFC6-8A76B433E3CD}" dt="2021-12-06T07:13:05.634" v="917" actId="27636"/>
          <ac:spMkLst>
            <pc:docMk/>
            <pc:sldMk cId="561393716" sldId="466"/>
            <ac:spMk id="2" creationId="{A83B5323-F071-4B78-BFE6-715FE1026491}"/>
          </ac:spMkLst>
        </pc:spChg>
        <pc:spChg chg="mod">
          <ac:chgData name="Devinder Kaur" userId="89161a673412ba18" providerId="LiveId" clId="{A60A1732-A528-4C3A-BFC6-8A76B433E3CD}" dt="2021-12-06T07:15:10.991" v="961" actId="14100"/>
          <ac:spMkLst>
            <pc:docMk/>
            <pc:sldMk cId="561393716" sldId="466"/>
            <ac:spMk id="3" creationId="{FD40E5C0-CD81-4F77-91B5-CEC18F860685}"/>
          </ac:spMkLst>
        </pc:spChg>
        <pc:picChg chg="add del mod">
          <ac:chgData name="Devinder Kaur" userId="89161a673412ba18" providerId="LiveId" clId="{A60A1732-A528-4C3A-BFC6-8A76B433E3CD}" dt="2021-12-06T07:17:39.468" v="968" actId="478"/>
          <ac:picMkLst>
            <pc:docMk/>
            <pc:sldMk cId="561393716" sldId="466"/>
            <ac:picMk id="5" creationId="{E7B0838C-6B48-4BC8-BC73-0DB75DC58C4B}"/>
          </ac:picMkLst>
        </pc:picChg>
        <pc:picChg chg="add mod">
          <ac:chgData name="Devinder Kaur" userId="89161a673412ba18" providerId="LiveId" clId="{A60A1732-A528-4C3A-BFC6-8A76B433E3CD}" dt="2021-12-06T07:17:57.525" v="974" actId="14100"/>
          <ac:picMkLst>
            <pc:docMk/>
            <pc:sldMk cId="561393716" sldId="466"/>
            <ac:picMk id="6" creationId="{42E3A6F2-94EE-44BB-9CDE-215272415540}"/>
          </ac:picMkLst>
        </pc:picChg>
      </pc:sldChg>
      <pc:sldChg chg="modSp new mod">
        <pc:chgData name="Devinder Kaur" userId="89161a673412ba18" providerId="LiveId" clId="{A60A1732-A528-4C3A-BFC6-8A76B433E3CD}" dt="2021-12-13T07:32:40.989" v="1609" actId="27636"/>
        <pc:sldMkLst>
          <pc:docMk/>
          <pc:sldMk cId="89599261" sldId="467"/>
        </pc:sldMkLst>
        <pc:spChg chg="mod">
          <ac:chgData name="Devinder Kaur" userId="89161a673412ba18" providerId="LiveId" clId="{A60A1732-A528-4C3A-BFC6-8A76B433E3CD}" dt="2021-12-06T07:33:06.040" v="1089" actId="14100"/>
          <ac:spMkLst>
            <pc:docMk/>
            <pc:sldMk cId="89599261" sldId="467"/>
            <ac:spMk id="2" creationId="{7B03E51A-A086-44E9-A908-ED6814E48D45}"/>
          </ac:spMkLst>
        </pc:spChg>
        <pc:spChg chg="mod">
          <ac:chgData name="Devinder Kaur" userId="89161a673412ba18" providerId="LiveId" clId="{A60A1732-A528-4C3A-BFC6-8A76B433E3CD}" dt="2021-12-13T07:32:40.989" v="1609" actId="27636"/>
          <ac:spMkLst>
            <pc:docMk/>
            <pc:sldMk cId="89599261" sldId="467"/>
            <ac:spMk id="3" creationId="{265C9362-E4D9-48A7-AE84-DB11016138D0}"/>
          </ac:spMkLst>
        </pc:spChg>
      </pc:sldChg>
      <pc:sldChg chg="addSp delSp modSp new mod">
        <pc:chgData name="Devinder Kaur" userId="89161a673412ba18" providerId="LiveId" clId="{A60A1732-A528-4C3A-BFC6-8A76B433E3CD}" dt="2021-12-06T07:49:39.759" v="1232" actId="14100"/>
        <pc:sldMkLst>
          <pc:docMk/>
          <pc:sldMk cId="2427657729" sldId="468"/>
        </pc:sldMkLst>
        <pc:spChg chg="del">
          <ac:chgData name="Devinder Kaur" userId="89161a673412ba18" providerId="LiveId" clId="{A60A1732-A528-4C3A-BFC6-8A76B433E3CD}" dt="2021-12-06T07:46:00.131" v="1092" actId="478"/>
          <ac:spMkLst>
            <pc:docMk/>
            <pc:sldMk cId="2427657729" sldId="468"/>
            <ac:spMk id="2" creationId="{34D04FA0-810D-484A-9161-116D82CEEDB8}"/>
          </ac:spMkLst>
        </pc:spChg>
        <pc:spChg chg="mod">
          <ac:chgData name="Devinder Kaur" userId="89161a673412ba18" providerId="LiveId" clId="{A60A1732-A528-4C3A-BFC6-8A76B433E3CD}" dt="2021-12-06T07:49:39.759" v="1232" actId="14100"/>
          <ac:spMkLst>
            <pc:docMk/>
            <pc:sldMk cId="2427657729" sldId="468"/>
            <ac:spMk id="3" creationId="{58982B99-4BB3-4CC6-B9D3-F7C801612166}"/>
          </ac:spMkLst>
        </pc:spChg>
        <pc:spChg chg="add mod">
          <ac:chgData name="Devinder Kaur" userId="89161a673412ba18" providerId="LiveId" clId="{A60A1732-A528-4C3A-BFC6-8A76B433E3CD}" dt="2021-12-06T07:49:31.708" v="1230" actId="14100"/>
          <ac:spMkLst>
            <pc:docMk/>
            <pc:sldMk cId="2427657729" sldId="468"/>
            <ac:spMk id="5" creationId="{88C67333-097F-4B52-8A47-F73D3533C7C8}"/>
          </ac:spMkLst>
        </pc:spChg>
      </pc:sldChg>
      <pc:sldChg chg="delSp modSp new mod">
        <pc:chgData name="Devinder Kaur" userId="89161a673412ba18" providerId="LiveId" clId="{A60A1732-A528-4C3A-BFC6-8A76B433E3CD}" dt="2021-12-06T07:50:38.067" v="1252" actId="27636"/>
        <pc:sldMkLst>
          <pc:docMk/>
          <pc:sldMk cId="1712981943" sldId="469"/>
        </pc:sldMkLst>
        <pc:spChg chg="del">
          <ac:chgData name="Devinder Kaur" userId="89161a673412ba18" providerId="LiveId" clId="{A60A1732-A528-4C3A-BFC6-8A76B433E3CD}" dt="2021-12-06T07:49:56.465" v="1235" actId="478"/>
          <ac:spMkLst>
            <pc:docMk/>
            <pc:sldMk cId="1712981943" sldId="469"/>
            <ac:spMk id="2" creationId="{78FD61D5-0931-4CF5-99AC-DE4CDC52FFE4}"/>
          </ac:spMkLst>
        </pc:spChg>
        <pc:spChg chg="mod">
          <ac:chgData name="Devinder Kaur" userId="89161a673412ba18" providerId="LiveId" clId="{A60A1732-A528-4C3A-BFC6-8A76B433E3CD}" dt="2021-12-06T07:50:38.067" v="1252" actId="27636"/>
          <ac:spMkLst>
            <pc:docMk/>
            <pc:sldMk cId="1712981943" sldId="469"/>
            <ac:spMk id="3" creationId="{F12F2EA3-E575-42D8-8292-0224D8560864}"/>
          </ac:spMkLst>
        </pc:spChg>
      </pc:sldChg>
      <pc:sldChg chg="modSp new mod ord">
        <pc:chgData name="Devinder Kaur" userId="89161a673412ba18" providerId="LiveId" clId="{A60A1732-A528-4C3A-BFC6-8A76B433E3CD}" dt="2021-12-07T07:03:32.921" v="1594" actId="20577"/>
        <pc:sldMkLst>
          <pc:docMk/>
          <pc:sldMk cId="4009363559" sldId="470"/>
        </pc:sldMkLst>
        <pc:spChg chg="mod">
          <ac:chgData name="Devinder Kaur" userId="89161a673412ba18" providerId="LiveId" clId="{A60A1732-A528-4C3A-BFC6-8A76B433E3CD}" dt="2021-12-06T10:33:10.639" v="1499" actId="20577"/>
          <ac:spMkLst>
            <pc:docMk/>
            <pc:sldMk cId="4009363559" sldId="470"/>
            <ac:spMk id="2" creationId="{24E0ACC7-9233-4A6A-96F4-68C8F10735BB}"/>
          </ac:spMkLst>
        </pc:spChg>
        <pc:spChg chg="mod">
          <ac:chgData name="Devinder Kaur" userId="89161a673412ba18" providerId="LiveId" clId="{A60A1732-A528-4C3A-BFC6-8A76B433E3CD}" dt="2021-12-07T07:03:32.921" v="1594" actId="20577"/>
          <ac:spMkLst>
            <pc:docMk/>
            <pc:sldMk cId="4009363559" sldId="470"/>
            <ac:spMk id="3" creationId="{BA17837E-AF35-4A71-BA32-10DA612E5978}"/>
          </ac:spMkLst>
        </pc:spChg>
      </pc:sldChg>
      <pc:sldChg chg="modSp new mod ord">
        <pc:chgData name="Devinder Kaur" userId="89161a673412ba18" providerId="LiveId" clId="{A60A1732-A528-4C3A-BFC6-8A76B433E3CD}" dt="2021-12-06T10:29:16.942" v="1454" actId="14100"/>
        <pc:sldMkLst>
          <pc:docMk/>
          <pc:sldMk cId="3127404050" sldId="471"/>
        </pc:sldMkLst>
        <pc:spChg chg="mod">
          <ac:chgData name="Devinder Kaur" userId="89161a673412ba18" providerId="LiveId" clId="{A60A1732-A528-4C3A-BFC6-8A76B433E3CD}" dt="2021-12-06T10:28:18.033" v="1443" actId="14100"/>
          <ac:spMkLst>
            <pc:docMk/>
            <pc:sldMk cId="3127404050" sldId="471"/>
            <ac:spMk id="2" creationId="{5098CD60-74D2-43B1-B31A-33B647A727AE}"/>
          </ac:spMkLst>
        </pc:spChg>
        <pc:spChg chg="mod">
          <ac:chgData name="Devinder Kaur" userId="89161a673412ba18" providerId="LiveId" clId="{A60A1732-A528-4C3A-BFC6-8A76B433E3CD}" dt="2021-12-06T10:29:16.942" v="1454" actId="14100"/>
          <ac:spMkLst>
            <pc:docMk/>
            <pc:sldMk cId="3127404050" sldId="471"/>
            <ac:spMk id="3" creationId="{ED5646D6-DE2A-4627-B250-A37AC561B959}"/>
          </ac:spMkLst>
        </pc:spChg>
      </pc:sldChg>
      <pc:sldChg chg="modSp new del mod">
        <pc:chgData name="Devinder Kaur" userId="89161a673412ba18" providerId="LiveId" clId="{A60A1732-A528-4C3A-BFC6-8A76B433E3CD}" dt="2021-12-06T10:43:59.412" v="1588" actId="47"/>
        <pc:sldMkLst>
          <pc:docMk/>
          <pc:sldMk cId="3131357175" sldId="472"/>
        </pc:sldMkLst>
        <pc:spChg chg="mod">
          <ac:chgData name="Devinder Kaur" userId="89161a673412ba18" providerId="LiveId" clId="{A60A1732-A528-4C3A-BFC6-8A76B433E3CD}" dt="2021-12-06T10:31:59.453" v="1489" actId="113"/>
          <ac:spMkLst>
            <pc:docMk/>
            <pc:sldMk cId="3131357175" sldId="472"/>
            <ac:spMk id="2" creationId="{63391689-ED1C-4A92-BFAC-04AE2900B3E8}"/>
          </ac:spMkLst>
        </pc:spChg>
      </pc:sldChg>
      <pc:sldChg chg="modSp new mod">
        <pc:chgData name="Devinder Kaur" userId="89161a673412ba18" providerId="LiveId" clId="{A60A1732-A528-4C3A-BFC6-8A76B433E3CD}" dt="2021-12-06T10:41:57.440" v="1585" actId="113"/>
        <pc:sldMkLst>
          <pc:docMk/>
          <pc:sldMk cId="3266438709" sldId="473"/>
        </pc:sldMkLst>
        <pc:spChg chg="mod">
          <ac:chgData name="Devinder Kaur" userId="89161a673412ba18" providerId="LiveId" clId="{A60A1732-A528-4C3A-BFC6-8A76B433E3CD}" dt="2021-12-06T10:35:16.112" v="1536"/>
          <ac:spMkLst>
            <pc:docMk/>
            <pc:sldMk cId="3266438709" sldId="473"/>
            <ac:spMk id="2" creationId="{83C6034D-D768-4435-95EA-3A567BC45974}"/>
          </ac:spMkLst>
        </pc:spChg>
        <pc:spChg chg="mod">
          <ac:chgData name="Devinder Kaur" userId="89161a673412ba18" providerId="LiveId" clId="{A60A1732-A528-4C3A-BFC6-8A76B433E3CD}" dt="2021-12-06T10:41:57.440" v="1585" actId="113"/>
          <ac:spMkLst>
            <pc:docMk/>
            <pc:sldMk cId="3266438709" sldId="473"/>
            <ac:spMk id="3" creationId="{8EF93CCE-7D7B-4249-9306-0C0BC2F857F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F441CC-6817-4E56-93CC-71AA19B7B1F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91AB8D36-355D-433E-A7E4-CAEB4317613E}">
      <dgm:prSet phldrT="[Text]" custT="1"/>
      <dgm:spPr/>
      <dgm:t>
        <a:bodyPr/>
        <a:lstStyle/>
        <a:p>
          <a:r>
            <a:rPr lang="en-IN" sz="4400" b="1" i="0" dirty="0">
              <a:effectLst>
                <a:outerShdw blurRad="38100" dist="38100" dir="2700000" algn="tl">
                  <a:srgbClr val="000000">
                    <a:alpha val="43137"/>
                  </a:srgbClr>
                </a:outerShdw>
              </a:effectLst>
              <a:latin typeface="+mj-lt"/>
            </a:rPr>
            <a:t>What are sensory receptors?</a:t>
          </a:r>
          <a:endParaRPr lang="en-IN" sz="4400" b="1" dirty="0">
            <a:effectLst>
              <a:outerShdw blurRad="38100" dist="38100" dir="2700000" algn="tl">
                <a:srgbClr val="000000">
                  <a:alpha val="43137"/>
                </a:srgbClr>
              </a:outerShdw>
            </a:effectLst>
            <a:latin typeface="+mj-lt"/>
          </a:endParaRPr>
        </a:p>
      </dgm:t>
    </dgm:pt>
    <dgm:pt modelId="{06C25416-23C8-4FD0-82F7-3EA71AE38E5F}" type="parTrans" cxnId="{2100AD70-3092-45AB-84BA-27C5336A4D58}">
      <dgm:prSet/>
      <dgm:spPr/>
      <dgm:t>
        <a:bodyPr/>
        <a:lstStyle/>
        <a:p>
          <a:endParaRPr lang="en-IN"/>
        </a:p>
      </dgm:t>
    </dgm:pt>
    <dgm:pt modelId="{78E2A133-1A96-4EC8-84A3-50F79CCF3AE3}" type="sibTrans" cxnId="{2100AD70-3092-45AB-84BA-27C5336A4D58}">
      <dgm:prSet/>
      <dgm:spPr/>
      <dgm:t>
        <a:bodyPr/>
        <a:lstStyle/>
        <a:p>
          <a:endParaRPr lang="en-IN"/>
        </a:p>
      </dgm:t>
    </dgm:pt>
    <dgm:pt modelId="{6D80D09E-ADC7-4EBB-8A96-CFD109BE7D04}">
      <dgm:prSet phldrT="[Text]" custT="1"/>
      <dgm:spPr/>
      <dgm:t>
        <a:bodyPr/>
        <a:lstStyle/>
        <a:p>
          <a:pPr algn="just"/>
          <a:r>
            <a:rPr lang="en-US" sz="4400" b="0" i="0" dirty="0"/>
            <a:t>Structures that are specialized to respond to the changes (stimuli) in the environment.</a:t>
          </a:r>
          <a:endParaRPr lang="en-IN" sz="4400" dirty="0"/>
        </a:p>
      </dgm:t>
    </dgm:pt>
    <dgm:pt modelId="{A233D3F3-6B3B-4DA0-B778-CA780728A7B0}" type="parTrans" cxnId="{5C35C27D-F6E4-436C-A4D8-3DDE39DA5C81}">
      <dgm:prSet/>
      <dgm:spPr/>
      <dgm:t>
        <a:bodyPr/>
        <a:lstStyle/>
        <a:p>
          <a:endParaRPr lang="en-IN"/>
        </a:p>
      </dgm:t>
    </dgm:pt>
    <dgm:pt modelId="{CA578FFC-77C9-48C7-92CB-9F53528675E9}" type="sibTrans" cxnId="{5C35C27D-F6E4-436C-A4D8-3DDE39DA5C81}">
      <dgm:prSet/>
      <dgm:spPr/>
      <dgm:t>
        <a:bodyPr/>
        <a:lstStyle/>
        <a:p>
          <a:endParaRPr lang="en-IN"/>
        </a:p>
      </dgm:t>
    </dgm:pt>
    <dgm:pt modelId="{42785A5B-72A2-48D2-A72C-D214F16D8F22}">
      <dgm:prSet phldrT="[Text]" custT="1"/>
      <dgm:spPr/>
      <dgm:t>
        <a:bodyPr/>
        <a:lstStyle/>
        <a:p>
          <a:pPr algn="just"/>
          <a:r>
            <a:rPr lang="en-US" sz="4400" b="0" i="0" dirty="0"/>
            <a:t>Sensory receptors in periphery detects the stimuli.</a:t>
          </a:r>
          <a:endParaRPr lang="en-IN" sz="4400" dirty="0"/>
        </a:p>
      </dgm:t>
    </dgm:pt>
    <dgm:pt modelId="{7BE85587-3082-43A8-B40C-DF39C00E1D35}" type="parTrans" cxnId="{AABB7951-24A4-47CA-BE83-251C4DE0208D}">
      <dgm:prSet/>
      <dgm:spPr/>
      <dgm:t>
        <a:bodyPr/>
        <a:lstStyle/>
        <a:p>
          <a:endParaRPr lang="en-IN"/>
        </a:p>
      </dgm:t>
    </dgm:pt>
    <dgm:pt modelId="{A4D829C6-6692-4FAF-9F97-5B9C2AF9F2A2}" type="sibTrans" cxnId="{AABB7951-24A4-47CA-BE83-251C4DE0208D}">
      <dgm:prSet/>
      <dgm:spPr/>
      <dgm:t>
        <a:bodyPr/>
        <a:lstStyle/>
        <a:p>
          <a:endParaRPr lang="en-IN"/>
        </a:p>
      </dgm:t>
    </dgm:pt>
    <dgm:pt modelId="{179CD891-0328-4450-8975-7BA50251F08F}" type="pres">
      <dgm:prSet presAssocID="{50F441CC-6817-4E56-93CC-71AA19B7B1FD}" presName="Name0" presStyleCnt="0">
        <dgm:presLayoutVars>
          <dgm:dir/>
          <dgm:animLvl val="lvl"/>
          <dgm:resizeHandles val="exact"/>
        </dgm:presLayoutVars>
      </dgm:prSet>
      <dgm:spPr/>
      <dgm:t>
        <a:bodyPr/>
        <a:lstStyle/>
        <a:p>
          <a:endParaRPr lang="en-IN"/>
        </a:p>
      </dgm:t>
    </dgm:pt>
    <dgm:pt modelId="{5BF7BEE5-908F-4144-B47A-14714EC0D0F7}" type="pres">
      <dgm:prSet presAssocID="{91AB8D36-355D-433E-A7E4-CAEB4317613E}" presName="composite" presStyleCnt="0"/>
      <dgm:spPr/>
    </dgm:pt>
    <dgm:pt modelId="{A3D61D79-8E3A-44A8-9D9E-2EE83E9A04B2}" type="pres">
      <dgm:prSet presAssocID="{91AB8D36-355D-433E-A7E4-CAEB4317613E}" presName="parTx" presStyleLbl="alignNode1" presStyleIdx="0" presStyleCnt="1">
        <dgm:presLayoutVars>
          <dgm:chMax val="0"/>
          <dgm:chPref val="0"/>
          <dgm:bulletEnabled val="1"/>
        </dgm:presLayoutVars>
      </dgm:prSet>
      <dgm:spPr/>
      <dgm:t>
        <a:bodyPr/>
        <a:lstStyle/>
        <a:p>
          <a:endParaRPr lang="en-IN"/>
        </a:p>
      </dgm:t>
    </dgm:pt>
    <dgm:pt modelId="{5975DA7B-CB8F-4439-8F70-820B9B07FFC7}" type="pres">
      <dgm:prSet presAssocID="{91AB8D36-355D-433E-A7E4-CAEB4317613E}" presName="desTx" presStyleLbl="alignAccFollowNode1" presStyleIdx="0" presStyleCnt="1">
        <dgm:presLayoutVars>
          <dgm:bulletEnabled val="1"/>
        </dgm:presLayoutVars>
      </dgm:prSet>
      <dgm:spPr/>
      <dgm:t>
        <a:bodyPr/>
        <a:lstStyle/>
        <a:p>
          <a:endParaRPr lang="en-IN"/>
        </a:p>
      </dgm:t>
    </dgm:pt>
  </dgm:ptLst>
  <dgm:cxnLst>
    <dgm:cxn modelId="{5C35C27D-F6E4-436C-A4D8-3DDE39DA5C81}" srcId="{91AB8D36-355D-433E-A7E4-CAEB4317613E}" destId="{6D80D09E-ADC7-4EBB-8A96-CFD109BE7D04}" srcOrd="0" destOrd="0" parTransId="{A233D3F3-6B3B-4DA0-B778-CA780728A7B0}" sibTransId="{CA578FFC-77C9-48C7-92CB-9F53528675E9}"/>
    <dgm:cxn modelId="{AABB7951-24A4-47CA-BE83-251C4DE0208D}" srcId="{91AB8D36-355D-433E-A7E4-CAEB4317613E}" destId="{42785A5B-72A2-48D2-A72C-D214F16D8F22}" srcOrd="1" destOrd="0" parTransId="{7BE85587-3082-43A8-B40C-DF39C00E1D35}" sibTransId="{A4D829C6-6692-4FAF-9F97-5B9C2AF9F2A2}"/>
    <dgm:cxn modelId="{B7606BFA-9E95-4A33-8970-EACBFB402E96}" type="presOf" srcId="{50F441CC-6817-4E56-93CC-71AA19B7B1FD}" destId="{179CD891-0328-4450-8975-7BA50251F08F}" srcOrd="0" destOrd="0" presId="urn:microsoft.com/office/officeart/2005/8/layout/hList1"/>
    <dgm:cxn modelId="{2100AD70-3092-45AB-84BA-27C5336A4D58}" srcId="{50F441CC-6817-4E56-93CC-71AA19B7B1FD}" destId="{91AB8D36-355D-433E-A7E4-CAEB4317613E}" srcOrd="0" destOrd="0" parTransId="{06C25416-23C8-4FD0-82F7-3EA71AE38E5F}" sibTransId="{78E2A133-1A96-4EC8-84A3-50F79CCF3AE3}"/>
    <dgm:cxn modelId="{B604DE4B-8543-43F6-81EB-4BD27B30A8EA}" type="presOf" srcId="{42785A5B-72A2-48D2-A72C-D214F16D8F22}" destId="{5975DA7B-CB8F-4439-8F70-820B9B07FFC7}" srcOrd="0" destOrd="1" presId="urn:microsoft.com/office/officeart/2005/8/layout/hList1"/>
    <dgm:cxn modelId="{D3688714-8B1F-4AC9-964A-425B9373830B}" type="presOf" srcId="{6D80D09E-ADC7-4EBB-8A96-CFD109BE7D04}" destId="{5975DA7B-CB8F-4439-8F70-820B9B07FFC7}" srcOrd="0" destOrd="0" presId="urn:microsoft.com/office/officeart/2005/8/layout/hList1"/>
    <dgm:cxn modelId="{C9B11145-4228-4394-B5A1-CECBB83F1CF3}" type="presOf" srcId="{91AB8D36-355D-433E-A7E4-CAEB4317613E}" destId="{A3D61D79-8E3A-44A8-9D9E-2EE83E9A04B2}" srcOrd="0" destOrd="0" presId="urn:microsoft.com/office/officeart/2005/8/layout/hList1"/>
    <dgm:cxn modelId="{8F89BDEA-F3CB-4C03-9A67-31294983487C}" type="presParOf" srcId="{179CD891-0328-4450-8975-7BA50251F08F}" destId="{5BF7BEE5-908F-4144-B47A-14714EC0D0F7}" srcOrd="0" destOrd="0" presId="urn:microsoft.com/office/officeart/2005/8/layout/hList1"/>
    <dgm:cxn modelId="{CB403F66-10F9-47F6-9BC2-DB9D59E7A08E}" type="presParOf" srcId="{5BF7BEE5-908F-4144-B47A-14714EC0D0F7}" destId="{A3D61D79-8E3A-44A8-9D9E-2EE83E9A04B2}" srcOrd="0" destOrd="0" presId="urn:microsoft.com/office/officeart/2005/8/layout/hList1"/>
    <dgm:cxn modelId="{0A025ED2-FD4C-4C22-B9DE-52738969F0FB}" type="presParOf" srcId="{5BF7BEE5-908F-4144-B47A-14714EC0D0F7}" destId="{5975DA7B-CB8F-4439-8F70-820B9B07FFC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1EF420-9CC5-4E61-AB8E-99DC7A5061F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882061DF-5CE1-4E33-B533-41EE602252EB}">
      <dgm:prSet phldrT="[Text]" custT="1"/>
      <dgm:spPr/>
      <dgm:t>
        <a:bodyPr/>
        <a:lstStyle/>
        <a:p>
          <a:r>
            <a:rPr lang="en-IN" sz="4400" b="1" i="0" dirty="0">
              <a:solidFill>
                <a:schemeClr val="bg1"/>
              </a:solidFill>
              <a:effectLst/>
              <a:latin typeface="+mj-lt"/>
            </a:rPr>
            <a:t>WHAT IS SENSOR?</a:t>
          </a:r>
          <a:endParaRPr lang="en-IN" sz="4400" b="1" dirty="0">
            <a:solidFill>
              <a:schemeClr val="bg1"/>
            </a:solidFill>
            <a:effectLst/>
            <a:latin typeface="+mj-lt"/>
          </a:endParaRPr>
        </a:p>
      </dgm:t>
    </dgm:pt>
    <dgm:pt modelId="{F1E7C786-1F7C-4336-817D-CF283A46DE73}" type="parTrans" cxnId="{DD7F96C1-7B11-474E-9DE1-1F74B40FBF59}">
      <dgm:prSet/>
      <dgm:spPr/>
      <dgm:t>
        <a:bodyPr/>
        <a:lstStyle/>
        <a:p>
          <a:endParaRPr lang="en-IN"/>
        </a:p>
      </dgm:t>
    </dgm:pt>
    <dgm:pt modelId="{1BFC0E2C-EF31-4275-A779-D21DDE95FF1A}" type="sibTrans" cxnId="{DD7F96C1-7B11-474E-9DE1-1F74B40FBF59}">
      <dgm:prSet/>
      <dgm:spPr/>
      <dgm:t>
        <a:bodyPr/>
        <a:lstStyle/>
        <a:p>
          <a:endParaRPr lang="en-IN"/>
        </a:p>
      </dgm:t>
    </dgm:pt>
    <dgm:pt modelId="{1CEBFA29-92C6-4F21-9B48-8844743A96BE}">
      <dgm:prSet phldrT="[Text]" custT="1"/>
      <dgm:spPr/>
      <dgm:t>
        <a:bodyPr/>
        <a:lstStyle/>
        <a:p>
          <a:pPr algn="just"/>
          <a:r>
            <a:rPr lang="en-US" sz="4800" b="0" i="0" dirty="0">
              <a:solidFill>
                <a:srgbClr val="3B3835"/>
              </a:solidFill>
              <a:effectLst/>
              <a:latin typeface="HelveticaNeue-Light"/>
            </a:rPr>
            <a:t>A sensor is a converter that measures a physical quantity and converts it into a signal which can be read by an observer or by an instrument.</a:t>
          </a:r>
          <a:endParaRPr lang="en-IN" sz="4800" dirty="0"/>
        </a:p>
      </dgm:t>
    </dgm:pt>
    <dgm:pt modelId="{4CB1F5B3-B35B-4952-B927-A5F2BCB23F7B}" type="parTrans" cxnId="{4666CEC4-774D-47E1-994B-542930607E39}">
      <dgm:prSet/>
      <dgm:spPr/>
      <dgm:t>
        <a:bodyPr/>
        <a:lstStyle/>
        <a:p>
          <a:endParaRPr lang="en-IN"/>
        </a:p>
      </dgm:t>
    </dgm:pt>
    <dgm:pt modelId="{4846284E-BF61-477C-BDED-38DF72BFFAB3}" type="sibTrans" cxnId="{4666CEC4-774D-47E1-994B-542930607E39}">
      <dgm:prSet/>
      <dgm:spPr/>
      <dgm:t>
        <a:bodyPr/>
        <a:lstStyle/>
        <a:p>
          <a:endParaRPr lang="en-IN"/>
        </a:p>
      </dgm:t>
    </dgm:pt>
    <dgm:pt modelId="{E4A5E76C-0154-46A6-8567-A66138368C35}" type="pres">
      <dgm:prSet presAssocID="{081EF420-9CC5-4E61-AB8E-99DC7A5061F8}" presName="Name0" presStyleCnt="0">
        <dgm:presLayoutVars>
          <dgm:dir/>
          <dgm:animLvl val="lvl"/>
          <dgm:resizeHandles val="exact"/>
        </dgm:presLayoutVars>
      </dgm:prSet>
      <dgm:spPr/>
      <dgm:t>
        <a:bodyPr/>
        <a:lstStyle/>
        <a:p>
          <a:endParaRPr lang="en-IN"/>
        </a:p>
      </dgm:t>
    </dgm:pt>
    <dgm:pt modelId="{4797D96B-1C38-4C10-8049-01CB5E91335A}" type="pres">
      <dgm:prSet presAssocID="{882061DF-5CE1-4E33-B533-41EE602252EB}" presName="composite" presStyleCnt="0"/>
      <dgm:spPr/>
    </dgm:pt>
    <dgm:pt modelId="{27E2DA32-D18C-4985-9D20-8E48DB008A26}" type="pres">
      <dgm:prSet presAssocID="{882061DF-5CE1-4E33-B533-41EE602252EB}" presName="parTx" presStyleLbl="alignNode1" presStyleIdx="0" presStyleCnt="1">
        <dgm:presLayoutVars>
          <dgm:chMax val="0"/>
          <dgm:chPref val="0"/>
          <dgm:bulletEnabled val="1"/>
        </dgm:presLayoutVars>
      </dgm:prSet>
      <dgm:spPr/>
      <dgm:t>
        <a:bodyPr/>
        <a:lstStyle/>
        <a:p>
          <a:endParaRPr lang="en-IN"/>
        </a:p>
      </dgm:t>
    </dgm:pt>
    <dgm:pt modelId="{7DEE102A-506E-426E-83B1-0A643DA0E077}" type="pres">
      <dgm:prSet presAssocID="{882061DF-5CE1-4E33-B533-41EE602252EB}" presName="desTx" presStyleLbl="alignAccFollowNode1" presStyleIdx="0" presStyleCnt="1">
        <dgm:presLayoutVars>
          <dgm:bulletEnabled val="1"/>
        </dgm:presLayoutVars>
      </dgm:prSet>
      <dgm:spPr/>
      <dgm:t>
        <a:bodyPr/>
        <a:lstStyle/>
        <a:p>
          <a:endParaRPr lang="en-IN"/>
        </a:p>
      </dgm:t>
    </dgm:pt>
  </dgm:ptLst>
  <dgm:cxnLst>
    <dgm:cxn modelId="{DD7F96C1-7B11-474E-9DE1-1F74B40FBF59}" srcId="{081EF420-9CC5-4E61-AB8E-99DC7A5061F8}" destId="{882061DF-5CE1-4E33-B533-41EE602252EB}" srcOrd="0" destOrd="0" parTransId="{F1E7C786-1F7C-4336-817D-CF283A46DE73}" sibTransId="{1BFC0E2C-EF31-4275-A779-D21DDE95FF1A}"/>
    <dgm:cxn modelId="{1077B432-8495-4974-AEBF-4278347DAF4E}" type="presOf" srcId="{081EF420-9CC5-4E61-AB8E-99DC7A5061F8}" destId="{E4A5E76C-0154-46A6-8567-A66138368C35}" srcOrd="0" destOrd="0" presId="urn:microsoft.com/office/officeart/2005/8/layout/hList1"/>
    <dgm:cxn modelId="{E054275B-2EFC-4810-9F33-46E7B39BF1DC}" type="presOf" srcId="{1CEBFA29-92C6-4F21-9B48-8844743A96BE}" destId="{7DEE102A-506E-426E-83B1-0A643DA0E077}" srcOrd="0" destOrd="0" presId="urn:microsoft.com/office/officeart/2005/8/layout/hList1"/>
    <dgm:cxn modelId="{AED9F8EF-791F-4101-AF0B-F604F21FC444}" type="presOf" srcId="{882061DF-5CE1-4E33-B533-41EE602252EB}" destId="{27E2DA32-D18C-4985-9D20-8E48DB008A26}" srcOrd="0" destOrd="0" presId="urn:microsoft.com/office/officeart/2005/8/layout/hList1"/>
    <dgm:cxn modelId="{4666CEC4-774D-47E1-994B-542930607E39}" srcId="{882061DF-5CE1-4E33-B533-41EE602252EB}" destId="{1CEBFA29-92C6-4F21-9B48-8844743A96BE}" srcOrd="0" destOrd="0" parTransId="{4CB1F5B3-B35B-4952-B927-A5F2BCB23F7B}" sibTransId="{4846284E-BF61-477C-BDED-38DF72BFFAB3}"/>
    <dgm:cxn modelId="{A7BD2798-25B3-40DE-908E-1AAF81E5C75E}" type="presParOf" srcId="{E4A5E76C-0154-46A6-8567-A66138368C35}" destId="{4797D96B-1C38-4C10-8049-01CB5E91335A}" srcOrd="0" destOrd="0" presId="urn:microsoft.com/office/officeart/2005/8/layout/hList1"/>
    <dgm:cxn modelId="{B54C9542-461F-4AEC-9724-0D5E662AE365}" type="presParOf" srcId="{4797D96B-1C38-4C10-8049-01CB5E91335A}" destId="{27E2DA32-D18C-4985-9D20-8E48DB008A26}" srcOrd="0" destOrd="0" presId="urn:microsoft.com/office/officeart/2005/8/layout/hList1"/>
    <dgm:cxn modelId="{27936557-56E6-423B-B632-68880D643052}" type="presParOf" srcId="{4797D96B-1C38-4C10-8049-01CB5E91335A}" destId="{7DEE102A-506E-426E-83B1-0A643DA0E07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3EE67F-0722-44F5-96C4-56356258A4A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E8D2569C-57F3-41E2-8AA9-411369447031}">
      <dgm:prSet phldrT="[Text]" custT="1"/>
      <dgm:spPr/>
      <dgm:t>
        <a:bodyPr/>
        <a:lstStyle/>
        <a:p>
          <a:r>
            <a:rPr lang="en-IN" sz="4400" b="1" i="0" dirty="0">
              <a:effectLst/>
              <a:latin typeface="+mj-lt"/>
            </a:rPr>
            <a:t>What are Receptors?</a:t>
          </a:r>
          <a:endParaRPr lang="en-IN" sz="4400" dirty="0">
            <a:effectLst/>
            <a:latin typeface="+mj-lt"/>
          </a:endParaRPr>
        </a:p>
      </dgm:t>
    </dgm:pt>
    <dgm:pt modelId="{1EB98B91-C0EF-4736-ACA1-A67C8B302A8C}" type="parTrans" cxnId="{BF70DAB1-0043-4CB5-A652-1528C5A014A6}">
      <dgm:prSet/>
      <dgm:spPr/>
      <dgm:t>
        <a:bodyPr/>
        <a:lstStyle/>
        <a:p>
          <a:endParaRPr lang="en-IN"/>
        </a:p>
      </dgm:t>
    </dgm:pt>
    <dgm:pt modelId="{9190CFF4-37F4-4B47-B29D-96FE8C019B47}" type="sibTrans" cxnId="{BF70DAB1-0043-4CB5-A652-1528C5A014A6}">
      <dgm:prSet/>
      <dgm:spPr/>
      <dgm:t>
        <a:bodyPr/>
        <a:lstStyle/>
        <a:p>
          <a:endParaRPr lang="en-IN"/>
        </a:p>
      </dgm:t>
    </dgm:pt>
    <dgm:pt modelId="{2EECDADC-1289-4047-9D8E-6EEE168F2279}">
      <dgm:prSet phldrT="[Text]" custT="1"/>
      <dgm:spPr/>
      <dgm:t>
        <a:bodyPr/>
        <a:lstStyle/>
        <a:p>
          <a:pPr algn="just"/>
          <a:r>
            <a:rPr lang="en-US" sz="4800" b="0" i="0" dirty="0"/>
            <a:t>Receptors are biological transducers that convert energy from both external and internal environments into electrical impulses. </a:t>
          </a:r>
          <a:endParaRPr lang="en-IN" sz="4800" dirty="0"/>
        </a:p>
      </dgm:t>
    </dgm:pt>
    <dgm:pt modelId="{2EEE2163-D839-44C0-95B2-1BCF8AA09AB2}" type="parTrans" cxnId="{50C59D0C-097F-4942-9182-F3AD489268F4}">
      <dgm:prSet/>
      <dgm:spPr/>
      <dgm:t>
        <a:bodyPr/>
        <a:lstStyle/>
        <a:p>
          <a:endParaRPr lang="en-IN"/>
        </a:p>
      </dgm:t>
    </dgm:pt>
    <dgm:pt modelId="{2ED29F1A-1615-439A-BEE7-354DA9664676}" type="sibTrans" cxnId="{50C59D0C-097F-4942-9182-F3AD489268F4}">
      <dgm:prSet/>
      <dgm:spPr/>
      <dgm:t>
        <a:bodyPr/>
        <a:lstStyle/>
        <a:p>
          <a:endParaRPr lang="en-IN"/>
        </a:p>
      </dgm:t>
    </dgm:pt>
    <dgm:pt modelId="{4F63136B-B85C-4BB6-AE85-C5CCA1474ECA}" type="pres">
      <dgm:prSet presAssocID="{403EE67F-0722-44F5-96C4-56356258A4A5}" presName="Name0" presStyleCnt="0">
        <dgm:presLayoutVars>
          <dgm:dir/>
          <dgm:animLvl val="lvl"/>
          <dgm:resizeHandles val="exact"/>
        </dgm:presLayoutVars>
      </dgm:prSet>
      <dgm:spPr/>
      <dgm:t>
        <a:bodyPr/>
        <a:lstStyle/>
        <a:p>
          <a:endParaRPr lang="en-IN"/>
        </a:p>
      </dgm:t>
    </dgm:pt>
    <dgm:pt modelId="{30947B95-4F92-4F0D-A8C0-D213C20CC49C}" type="pres">
      <dgm:prSet presAssocID="{E8D2569C-57F3-41E2-8AA9-411369447031}" presName="composite" presStyleCnt="0"/>
      <dgm:spPr/>
    </dgm:pt>
    <dgm:pt modelId="{86C22EEB-5FFF-4C87-BAF9-89A19BC42811}" type="pres">
      <dgm:prSet presAssocID="{E8D2569C-57F3-41E2-8AA9-411369447031}" presName="parTx" presStyleLbl="alignNode1" presStyleIdx="0" presStyleCnt="1">
        <dgm:presLayoutVars>
          <dgm:chMax val="0"/>
          <dgm:chPref val="0"/>
          <dgm:bulletEnabled val="1"/>
        </dgm:presLayoutVars>
      </dgm:prSet>
      <dgm:spPr/>
      <dgm:t>
        <a:bodyPr/>
        <a:lstStyle/>
        <a:p>
          <a:endParaRPr lang="en-IN"/>
        </a:p>
      </dgm:t>
    </dgm:pt>
    <dgm:pt modelId="{EAB0D7FA-C6AB-4CE5-872D-1D563587F7BD}" type="pres">
      <dgm:prSet presAssocID="{E8D2569C-57F3-41E2-8AA9-411369447031}" presName="desTx" presStyleLbl="alignAccFollowNode1" presStyleIdx="0" presStyleCnt="1">
        <dgm:presLayoutVars>
          <dgm:bulletEnabled val="1"/>
        </dgm:presLayoutVars>
      </dgm:prSet>
      <dgm:spPr/>
      <dgm:t>
        <a:bodyPr/>
        <a:lstStyle/>
        <a:p>
          <a:endParaRPr lang="en-IN"/>
        </a:p>
      </dgm:t>
    </dgm:pt>
  </dgm:ptLst>
  <dgm:cxnLst>
    <dgm:cxn modelId="{50C59D0C-097F-4942-9182-F3AD489268F4}" srcId="{E8D2569C-57F3-41E2-8AA9-411369447031}" destId="{2EECDADC-1289-4047-9D8E-6EEE168F2279}" srcOrd="0" destOrd="0" parTransId="{2EEE2163-D839-44C0-95B2-1BCF8AA09AB2}" sibTransId="{2ED29F1A-1615-439A-BEE7-354DA9664676}"/>
    <dgm:cxn modelId="{BF70DAB1-0043-4CB5-A652-1528C5A014A6}" srcId="{403EE67F-0722-44F5-96C4-56356258A4A5}" destId="{E8D2569C-57F3-41E2-8AA9-411369447031}" srcOrd="0" destOrd="0" parTransId="{1EB98B91-C0EF-4736-ACA1-A67C8B302A8C}" sibTransId="{9190CFF4-37F4-4B47-B29D-96FE8C019B47}"/>
    <dgm:cxn modelId="{75FD4361-7FE1-44FA-8B17-50B35553591B}" type="presOf" srcId="{2EECDADC-1289-4047-9D8E-6EEE168F2279}" destId="{EAB0D7FA-C6AB-4CE5-872D-1D563587F7BD}" srcOrd="0" destOrd="0" presId="urn:microsoft.com/office/officeart/2005/8/layout/hList1"/>
    <dgm:cxn modelId="{83E74A2B-C5AA-45BF-B7D1-F43B1D10AEE8}" type="presOf" srcId="{403EE67F-0722-44F5-96C4-56356258A4A5}" destId="{4F63136B-B85C-4BB6-AE85-C5CCA1474ECA}" srcOrd="0" destOrd="0" presId="urn:microsoft.com/office/officeart/2005/8/layout/hList1"/>
    <dgm:cxn modelId="{544BD149-7536-4416-A0B5-F6B634E75F41}" type="presOf" srcId="{E8D2569C-57F3-41E2-8AA9-411369447031}" destId="{86C22EEB-5FFF-4C87-BAF9-89A19BC42811}" srcOrd="0" destOrd="0" presId="urn:microsoft.com/office/officeart/2005/8/layout/hList1"/>
    <dgm:cxn modelId="{ADE62706-3314-4FA3-BAD4-C9A683426DBA}" type="presParOf" srcId="{4F63136B-B85C-4BB6-AE85-C5CCA1474ECA}" destId="{30947B95-4F92-4F0D-A8C0-D213C20CC49C}" srcOrd="0" destOrd="0" presId="urn:microsoft.com/office/officeart/2005/8/layout/hList1"/>
    <dgm:cxn modelId="{1C11C397-95D6-4DF1-8567-A661FDDDCD81}" type="presParOf" srcId="{30947B95-4F92-4F0D-A8C0-D213C20CC49C}" destId="{86C22EEB-5FFF-4C87-BAF9-89A19BC42811}" srcOrd="0" destOrd="0" presId="urn:microsoft.com/office/officeart/2005/8/layout/hList1"/>
    <dgm:cxn modelId="{7A7BBF26-F7E1-4D5E-A3E1-E96DAA49F240}" type="presParOf" srcId="{30947B95-4F92-4F0D-A8C0-D213C20CC49C}" destId="{EAB0D7FA-C6AB-4CE5-872D-1D563587F7B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97F33A-2DDC-4830-A6CB-58561AC8781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573F5EDF-1BC0-4BA4-8ED8-8B312F3FAE19}">
      <dgm:prSet phldrT="[Text]"/>
      <dgm:spPr/>
      <dgm:t>
        <a:bodyPr/>
        <a:lstStyle/>
        <a:p>
          <a:r>
            <a:rPr lang="en-IN" b="1" i="0" dirty="0"/>
            <a:t>Sensory Receptors</a:t>
          </a:r>
          <a:endParaRPr lang="en-IN" dirty="0"/>
        </a:p>
      </dgm:t>
    </dgm:pt>
    <dgm:pt modelId="{6DB7EDA9-7817-4076-83E2-E302C54BD774}" type="parTrans" cxnId="{4B291040-6BA1-4115-9E26-D5275EBF67BC}">
      <dgm:prSet/>
      <dgm:spPr/>
      <dgm:t>
        <a:bodyPr/>
        <a:lstStyle/>
        <a:p>
          <a:endParaRPr lang="en-IN"/>
        </a:p>
      </dgm:t>
    </dgm:pt>
    <dgm:pt modelId="{3704EA9B-A29B-4807-A4A2-D456BF2C7D7B}" type="sibTrans" cxnId="{4B291040-6BA1-4115-9E26-D5275EBF67BC}">
      <dgm:prSet/>
      <dgm:spPr/>
      <dgm:t>
        <a:bodyPr/>
        <a:lstStyle/>
        <a:p>
          <a:endParaRPr lang="en-IN"/>
        </a:p>
      </dgm:t>
    </dgm:pt>
    <dgm:pt modelId="{4F5029E8-6078-46AD-8E21-A312B1BED44C}">
      <dgm:prSet phldrT="[Text]"/>
      <dgm:spPr/>
      <dgm:t>
        <a:bodyPr/>
        <a:lstStyle/>
        <a:p>
          <a:pPr algn="just"/>
          <a:r>
            <a:rPr lang="en-US" b="0" i="0" dirty="0"/>
            <a:t>The human body can achieve an understanding of the world through its Sensory/Receptor systems.</a:t>
          </a:r>
          <a:endParaRPr lang="en-IN" dirty="0"/>
        </a:p>
      </dgm:t>
    </dgm:pt>
    <dgm:pt modelId="{E6EB5166-A01F-4EE9-A811-8050655A8CB7}" type="parTrans" cxnId="{FDB60E1F-92AC-4EAF-93F9-95FDB0AAEE1B}">
      <dgm:prSet/>
      <dgm:spPr/>
      <dgm:t>
        <a:bodyPr/>
        <a:lstStyle/>
        <a:p>
          <a:endParaRPr lang="en-IN"/>
        </a:p>
      </dgm:t>
    </dgm:pt>
    <dgm:pt modelId="{3CAE04B8-F614-4C7D-9B7A-CB3A201E831C}" type="sibTrans" cxnId="{FDB60E1F-92AC-4EAF-93F9-95FDB0AAEE1B}">
      <dgm:prSet/>
      <dgm:spPr/>
      <dgm:t>
        <a:bodyPr/>
        <a:lstStyle/>
        <a:p>
          <a:endParaRPr lang="en-IN"/>
        </a:p>
      </dgm:t>
    </dgm:pt>
    <dgm:pt modelId="{6E56E5FD-25B9-47D0-96F3-2D722B2E2752}">
      <dgm:prSet phldrT="[Text]"/>
      <dgm:spPr/>
      <dgm:t>
        <a:bodyPr/>
        <a:lstStyle/>
        <a:p>
          <a:pPr algn="just"/>
          <a:r>
            <a:rPr lang="en-US" b="0" i="0" dirty="0"/>
            <a:t>A major role of sensory receptors is to help us learn about the environment around us, or about the state of our internal environment. </a:t>
          </a:r>
          <a:endParaRPr lang="en-IN" dirty="0"/>
        </a:p>
      </dgm:t>
    </dgm:pt>
    <dgm:pt modelId="{C9EF504C-DBC7-40BC-8EE4-1114FB56042F}" type="parTrans" cxnId="{D1485533-C166-4C11-A782-0E0B2656D639}">
      <dgm:prSet/>
      <dgm:spPr/>
      <dgm:t>
        <a:bodyPr/>
        <a:lstStyle/>
        <a:p>
          <a:endParaRPr lang="en-IN"/>
        </a:p>
      </dgm:t>
    </dgm:pt>
    <dgm:pt modelId="{191FF9C7-24F3-4630-9E3C-00EDF6F1CB55}" type="sibTrans" cxnId="{D1485533-C166-4C11-A782-0E0B2656D639}">
      <dgm:prSet/>
      <dgm:spPr/>
      <dgm:t>
        <a:bodyPr/>
        <a:lstStyle/>
        <a:p>
          <a:endParaRPr lang="en-IN"/>
        </a:p>
      </dgm:t>
    </dgm:pt>
    <dgm:pt modelId="{52522517-A784-48AC-94E1-36A7F6D4BD18}">
      <dgm:prSet phldrT="[Text]"/>
      <dgm:spPr/>
      <dgm:t>
        <a:bodyPr/>
        <a:lstStyle/>
        <a:p>
          <a:pPr algn="just"/>
          <a:r>
            <a:rPr lang="en-US" b="0" i="0" dirty="0"/>
            <a:t>Different types of stimuli from varying sources are received and changed into the electrochemical signals of the nervous system.</a:t>
          </a:r>
          <a:endParaRPr lang="en-IN" dirty="0"/>
        </a:p>
      </dgm:t>
    </dgm:pt>
    <dgm:pt modelId="{F87A0AC2-42D2-4AA5-82F4-BE2D9FD84E66}" type="parTrans" cxnId="{18E37610-A7A4-49BD-8158-3BC4DBD4F72D}">
      <dgm:prSet/>
      <dgm:spPr/>
      <dgm:t>
        <a:bodyPr/>
        <a:lstStyle/>
        <a:p>
          <a:endParaRPr lang="en-IN"/>
        </a:p>
      </dgm:t>
    </dgm:pt>
    <dgm:pt modelId="{F2D7D08C-5464-46F0-8937-9FE250F6B0B1}" type="sibTrans" cxnId="{18E37610-A7A4-49BD-8158-3BC4DBD4F72D}">
      <dgm:prSet/>
      <dgm:spPr/>
      <dgm:t>
        <a:bodyPr/>
        <a:lstStyle/>
        <a:p>
          <a:endParaRPr lang="en-IN"/>
        </a:p>
      </dgm:t>
    </dgm:pt>
    <dgm:pt modelId="{D6593F78-1DB9-4858-8D6E-C082602273AA}">
      <dgm:prSet phldrT="[Text]"/>
      <dgm:spPr/>
      <dgm:t>
        <a:bodyPr/>
        <a:lstStyle/>
        <a:p>
          <a:pPr algn="just"/>
          <a:r>
            <a:rPr lang="en-US" b="0" i="0" dirty="0"/>
            <a:t> This process is called sensory transduction.</a:t>
          </a:r>
          <a:endParaRPr lang="en-IN" dirty="0"/>
        </a:p>
      </dgm:t>
    </dgm:pt>
    <dgm:pt modelId="{C62224B0-5EF3-4A1F-B04D-890DC59A9EB3}" type="parTrans" cxnId="{0BB5FDC9-5DFE-415D-AF94-75898E26FD4A}">
      <dgm:prSet/>
      <dgm:spPr/>
      <dgm:t>
        <a:bodyPr/>
        <a:lstStyle/>
        <a:p>
          <a:endParaRPr lang="en-IN"/>
        </a:p>
      </dgm:t>
    </dgm:pt>
    <dgm:pt modelId="{C4A10879-8006-421C-B89F-5C67456BAA13}" type="sibTrans" cxnId="{0BB5FDC9-5DFE-415D-AF94-75898E26FD4A}">
      <dgm:prSet/>
      <dgm:spPr/>
      <dgm:t>
        <a:bodyPr/>
        <a:lstStyle/>
        <a:p>
          <a:endParaRPr lang="en-IN"/>
        </a:p>
      </dgm:t>
    </dgm:pt>
    <dgm:pt modelId="{B5C069AC-9920-4359-B2A8-A34791856FC4}" type="pres">
      <dgm:prSet presAssocID="{6E97F33A-2DDC-4830-A6CB-58561AC87818}" presName="Name0" presStyleCnt="0">
        <dgm:presLayoutVars>
          <dgm:dir/>
          <dgm:animLvl val="lvl"/>
          <dgm:resizeHandles val="exact"/>
        </dgm:presLayoutVars>
      </dgm:prSet>
      <dgm:spPr/>
      <dgm:t>
        <a:bodyPr/>
        <a:lstStyle/>
        <a:p>
          <a:endParaRPr lang="en-IN"/>
        </a:p>
      </dgm:t>
    </dgm:pt>
    <dgm:pt modelId="{5EF69863-AC14-4892-B8FE-880588CE60B3}" type="pres">
      <dgm:prSet presAssocID="{573F5EDF-1BC0-4BA4-8ED8-8B312F3FAE19}" presName="composite" presStyleCnt="0"/>
      <dgm:spPr/>
    </dgm:pt>
    <dgm:pt modelId="{A810B731-EE2E-4DA8-AE2E-B12D02D49939}" type="pres">
      <dgm:prSet presAssocID="{573F5EDF-1BC0-4BA4-8ED8-8B312F3FAE19}" presName="parTx" presStyleLbl="alignNode1" presStyleIdx="0" presStyleCnt="1">
        <dgm:presLayoutVars>
          <dgm:chMax val="0"/>
          <dgm:chPref val="0"/>
          <dgm:bulletEnabled val="1"/>
        </dgm:presLayoutVars>
      </dgm:prSet>
      <dgm:spPr/>
      <dgm:t>
        <a:bodyPr/>
        <a:lstStyle/>
        <a:p>
          <a:endParaRPr lang="en-IN"/>
        </a:p>
      </dgm:t>
    </dgm:pt>
    <dgm:pt modelId="{2C641375-49FF-48D4-A303-6896EE1F5F0F}" type="pres">
      <dgm:prSet presAssocID="{573F5EDF-1BC0-4BA4-8ED8-8B312F3FAE19}" presName="desTx" presStyleLbl="alignAccFollowNode1" presStyleIdx="0" presStyleCnt="1">
        <dgm:presLayoutVars>
          <dgm:bulletEnabled val="1"/>
        </dgm:presLayoutVars>
      </dgm:prSet>
      <dgm:spPr/>
      <dgm:t>
        <a:bodyPr/>
        <a:lstStyle/>
        <a:p>
          <a:endParaRPr lang="en-IN"/>
        </a:p>
      </dgm:t>
    </dgm:pt>
  </dgm:ptLst>
  <dgm:cxnLst>
    <dgm:cxn modelId="{8AE308A0-7974-4A8B-B741-0931484EB8C7}" type="presOf" srcId="{573F5EDF-1BC0-4BA4-8ED8-8B312F3FAE19}" destId="{A810B731-EE2E-4DA8-AE2E-B12D02D49939}" srcOrd="0" destOrd="0" presId="urn:microsoft.com/office/officeart/2005/8/layout/hList1"/>
    <dgm:cxn modelId="{FDB60E1F-92AC-4EAF-93F9-95FDB0AAEE1B}" srcId="{573F5EDF-1BC0-4BA4-8ED8-8B312F3FAE19}" destId="{4F5029E8-6078-46AD-8E21-A312B1BED44C}" srcOrd="0" destOrd="0" parTransId="{E6EB5166-A01F-4EE9-A811-8050655A8CB7}" sibTransId="{3CAE04B8-F614-4C7D-9B7A-CB3A201E831C}"/>
    <dgm:cxn modelId="{D1485533-C166-4C11-A782-0E0B2656D639}" srcId="{573F5EDF-1BC0-4BA4-8ED8-8B312F3FAE19}" destId="{6E56E5FD-25B9-47D0-96F3-2D722B2E2752}" srcOrd="1" destOrd="0" parTransId="{C9EF504C-DBC7-40BC-8EE4-1114FB56042F}" sibTransId="{191FF9C7-24F3-4630-9E3C-00EDF6F1CB55}"/>
    <dgm:cxn modelId="{18E37610-A7A4-49BD-8158-3BC4DBD4F72D}" srcId="{573F5EDF-1BC0-4BA4-8ED8-8B312F3FAE19}" destId="{52522517-A784-48AC-94E1-36A7F6D4BD18}" srcOrd="2" destOrd="0" parTransId="{F87A0AC2-42D2-4AA5-82F4-BE2D9FD84E66}" sibTransId="{F2D7D08C-5464-46F0-8937-9FE250F6B0B1}"/>
    <dgm:cxn modelId="{FFBF650A-140E-4A03-BB52-0DF384BE3824}" type="presOf" srcId="{4F5029E8-6078-46AD-8E21-A312B1BED44C}" destId="{2C641375-49FF-48D4-A303-6896EE1F5F0F}" srcOrd="0" destOrd="0" presId="urn:microsoft.com/office/officeart/2005/8/layout/hList1"/>
    <dgm:cxn modelId="{4B291040-6BA1-4115-9E26-D5275EBF67BC}" srcId="{6E97F33A-2DDC-4830-A6CB-58561AC87818}" destId="{573F5EDF-1BC0-4BA4-8ED8-8B312F3FAE19}" srcOrd="0" destOrd="0" parTransId="{6DB7EDA9-7817-4076-83E2-E302C54BD774}" sibTransId="{3704EA9B-A29B-4807-A4A2-D456BF2C7D7B}"/>
    <dgm:cxn modelId="{1D58F969-0851-4989-A12A-7BD610744DF2}" type="presOf" srcId="{52522517-A784-48AC-94E1-36A7F6D4BD18}" destId="{2C641375-49FF-48D4-A303-6896EE1F5F0F}" srcOrd="0" destOrd="2" presId="urn:microsoft.com/office/officeart/2005/8/layout/hList1"/>
    <dgm:cxn modelId="{2FC0839F-014A-4BF3-BEB8-56C4868ADEFE}" type="presOf" srcId="{6E56E5FD-25B9-47D0-96F3-2D722B2E2752}" destId="{2C641375-49FF-48D4-A303-6896EE1F5F0F}" srcOrd="0" destOrd="1" presId="urn:microsoft.com/office/officeart/2005/8/layout/hList1"/>
    <dgm:cxn modelId="{5BF3BC92-4108-4E4B-86BF-8574A7D20B29}" type="presOf" srcId="{D6593F78-1DB9-4858-8D6E-C082602273AA}" destId="{2C641375-49FF-48D4-A303-6896EE1F5F0F}" srcOrd="0" destOrd="3" presId="urn:microsoft.com/office/officeart/2005/8/layout/hList1"/>
    <dgm:cxn modelId="{A0D7CE6D-7D03-43B2-9D2C-E19B0F42D244}" type="presOf" srcId="{6E97F33A-2DDC-4830-A6CB-58561AC87818}" destId="{B5C069AC-9920-4359-B2A8-A34791856FC4}" srcOrd="0" destOrd="0" presId="urn:microsoft.com/office/officeart/2005/8/layout/hList1"/>
    <dgm:cxn modelId="{0BB5FDC9-5DFE-415D-AF94-75898E26FD4A}" srcId="{573F5EDF-1BC0-4BA4-8ED8-8B312F3FAE19}" destId="{D6593F78-1DB9-4858-8D6E-C082602273AA}" srcOrd="3" destOrd="0" parTransId="{C62224B0-5EF3-4A1F-B04D-890DC59A9EB3}" sibTransId="{C4A10879-8006-421C-B89F-5C67456BAA13}"/>
    <dgm:cxn modelId="{6C832FCE-4862-4242-88C3-3E4CA7264AA1}" type="presParOf" srcId="{B5C069AC-9920-4359-B2A8-A34791856FC4}" destId="{5EF69863-AC14-4892-B8FE-880588CE60B3}" srcOrd="0" destOrd="0" presId="urn:microsoft.com/office/officeart/2005/8/layout/hList1"/>
    <dgm:cxn modelId="{B3C68BC0-8AC5-4064-970D-5B6B306CB520}" type="presParOf" srcId="{5EF69863-AC14-4892-B8FE-880588CE60B3}" destId="{A810B731-EE2E-4DA8-AE2E-B12D02D49939}" srcOrd="0" destOrd="0" presId="urn:microsoft.com/office/officeart/2005/8/layout/hList1"/>
    <dgm:cxn modelId="{ACBFB77F-90D6-4DC4-AA9B-9F2E55FFB4AD}" type="presParOf" srcId="{5EF69863-AC14-4892-B8FE-880588CE60B3}" destId="{2C641375-49FF-48D4-A303-6896EE1F5F0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DB29A07-3025-40A9-B9CB-E7667B81DDC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3B7F001B-D2D0-423B-A9C9-00FA962AB867}">
      <dgm:prSet phldrT="[Text]" custT="1"/>
      <dgm:spPr/>
      <dgm:t>
        <a:bodyPr/>
        <a:lstStyle/>
        <a:p>
          <a:r>
            <a:rPr lang="en-US" sz="3200" b="1" dirty="0">
              <a:effectLst/>
              <a:latin typeface="+mj-lt"/>
            </a:rPr>
            <a:t>How </a:t>
          </a:r>
          <a:r>
            <a:rPr lang="en-US" sz="3200" b="1" i="0" dirty="0">
              <a:effectLst/>
              <a:latin typeface="+mj-lt"/>
            </a:rPr>
            <a:t>Sensory Receptor systems works?</a:t>
          </a:r>
          <a:r>
            <a:rPr lang="en-US" sz="3200" b="1" dirty="0">
              <a:effectLst/>
              <a:latin typeface="+mj-lt"/>
            </a:rPr>
            <a:t> </a:t>
          </a:r>
          <a:endParaRPr lang="en-IN" sz="3200" b="1" dirty="0">
            <a:effectLst/>
            <a:latin typeface="+mj-lt"/>
          </a:endParaRPr>
        </a:p>
      </dgm:t>
    </dgm:pt>
    <dgm:pt modelId="{79D3CFD5-6B1B-49B1-B3F3-BE752C9412A2}" type="parTrans" cxnId="{B2D7DA78-5038-4AE5-8FE0-49C890713200}">
      <dgm:prSet/>
      <dgm:spPr/>
      <dgm:t>
        <a:bodyPr/>
        <a:lstStyle/>
        <a:p>
          <a:endParaRPr lang="en-IN"/>
        </a:p>
      </dgm:t>
    </dgm:pt>
    <dgm:pt modelId="{0422178C-7ADF-4F45-A69C-A79FBCFA8AD8}" type="sibTrans" cxnId="{B2D7DA78-5038-4AE5-8FE0-49C890713200}">
      <dgm:prSet/>
      <dgm:spPr/>
      <dgm:t>
        <a:bodyPr/>
        <a:lstStyle/>
        <a:p>
          <a:endParaRPr lang="en-IN"/>
        </a:p>
      </dgm:t>
    </dgm:pt>
    <dgm:pt modelId="{65D34EAE-E9D9-4D53-9ABE-EA5A99D28573}">
      <dgm:prSet phldrT="[Text]" custT="1"/>
      <dgm:spPr/>
      <dgm:t>
        <a:bodyPr/>
        <a:lstStyle/>
        <a:p>
          <a:pPr algn="just"/>
          <a:r>
            <a:rPr lang="en-US" sz="2600" b="0" i="0" dirty="0"/>
            <a:t>Sensory/receptors massed together to form a sense organ, such as the eye or ear, or they may be scattered, as are those of the skin and viscera. </a:t>
          </a:r>
          <a:endParaRPr lang="en-IN" sz="2600" dirty="0"/>
        </a:p>
      </dgm:t>
    </dgm:pt>
    <dgm:pt modelId="{BD82A402-E47E-49FC-A528-160B30170D63}" type="parTrans" cxnId="{768FA146-ECEA-4851-9FB5-5C85F67AE16D}">
      <dgm:prSet/>
      <dgm:spPr/>
      <dgm:t>
        <a:bodyPr/>
        <a:lstStyle/>
        <a:p>
          <a:endParaRPr lang="en-IN"/>
        </a:p>
      </dgm:t>
    </dgm:pt>
    <dgm:pt modelId="{5D5E5B52-729E-44A4-8708-4A69FA920E4E}" type="sibTrans" cxnId="{768FA146-ECEA-4851-9FB5-5C85F67AE16D}">
      <dgm:prSet/>
      <dgm:spPr/>
      <dgm:t>
        <a:bodyPr/>
        <a:lstStyle/>
        <a:p>
          <a:endParaRPr lang="en-IN"/>
        </a:p>
      </dgm:t>
    </dgm:pt>
    <dgm:pt modelId="{2B08D91D-32E5-4B41-91B7-008173986F80}">
      <dgm:prSet phldrT="[Text]" custT="1"/>
      <dgm:spPr/>
      <dgm:t>
        <a:bodyPr/>
        <a:lstStyle/>
        <a:p>
          <a:pPr algn="just"/>
          <a:r>
            <a:rPr lang="en-US" sz="2600" b="0" i="0" dirty="0"/>
            <a:t>When a stimulus is detected by a receptor which generates a graded potential in a sensory neuron. </a:t>
          </a:r>
          <a:endParaRPr lang="en-IN" sz="2600" dirty="0"/>
        </a:p>
      </dgm:t>
    </dgm:pt>
    <dgm:pt modelId="{5704EADB-1418-40DE-BFCB-A2F074CBB7B5}" type="parTrans" cxnId="{0EEB2CE2-1912-45C9-832F-F6EC6D2DBFBD}">
      <dgm:prSet/>
      <dgm:spPr/>
      <dgm:t>
        <a:bodyPr/>
        <a:lstStyle/>
        <a:p>
          <a:endParaRPr lang="en-IN"/>
        </a:p>
      </dgm:t>
    </dgm:pt>
    <dgm:pt modelId="{549E8853-19ED-4A86-B20F-4CBD2BB3778A}" type="sibTrans" cxnId="{0EEB2CE2-1912-45C9-832F-F6EC6D2DBFBD}">
      <dgm:prSet/>
      <dgm:spPr/>
      <dgm:t>
        <a:bodyPr/>
        <a:lstStyle/>
        <a:p>
          <a:endParaRPr lang="en-IN"/>
        </a:p>
      </dgm:t>
    </dgm:pt>
    <dgm:pt modelId="{BC3CA34F-4FBF-4AD5-AF04-4FA8D6FA9AA5}">
      <dgm:prSet phldrT="[Text]" custT="1"/>
      <dgm:spPr/>
      <dgm:t>
        <a:bodyPr/>
        <a:lstStyle/>
        <a:p>
          <a:pPr algn="just"/>
          <a:r>
            <a:rPr lang="en-US" sz="2600" b="0" i="0" dirty="0"/>
            <a:t>Receptors are connected to the central nervous system by afferent nerve fibers.</a:t>
          </a:r>
          <a:endParaRPr lang="en-IN" sz="2600" dirty="0"/>
        </a:p>
      </dgm:t>
    </dgm:pt>
    <dgm:pt modelId="{D758F593-4C18-4AFA-AE7E-001ACF97546C}" type="parTrans" cxnId="{2D02FF44-104B-4089-A61C-6B4B484228A5}">
      <dgm:prSet/>
      <dgm:spPr/>
      <dgm:t>
        <a:bodyPr/>
        <a:lstStyle/>
        <a:p>
          <a:endParaRPr lang="en-IN"/>
        </a:p>
      </dgm:t>
    </dgm:pt>
    <dgm:pt modelId="{561FE9FB-114A-4826-AECE-959697410203}" type="sibTrans" cxnId="{2D02FF44-104B-4089-A61C-6B4B484228A5}">
      <dgm:prSet/>
      <dgm:spPr/>
      <dgm:t>
        <a:bodyPr/>
        <a:lstStyle/>
        <a:p>
          <a:endParaRPr lang="en-IN"/>
        </a:p>
      </dgm:t>
    </dgm:pt>
    <dgm:pt modelId="{3B47A001-1003-4AB2-A631-72B14A54ECA4}">
      <dgm:prSet phldrT="[Text]" custT="1"/>
      <dgm:spPr/>
      <dgm:t>
        <a:bodyPr/>
        <a:lstStyle/>
        <a:p>
          <a:pPr algn="just"/>
          <a:r>
            <a:rPr lang="en-US" sz="2600" b="0" i="0" dirty="0"/>
            <a:t>If strong enough, the graded potential causes the sensory neuron to produce an action potential that is relayed into the central nervous system (CNS), where it is integrated with other sensory information—and sometimes higher cognitive functions—to become a conscious perception of that stimulus. </a:t>
          </a:r>
          <a:endParaRPr lang="en-IN" sz="2600" dirty="0"/>
        </a:p>
      </dgm:t>
    </dgm:pt>
    <dgm:pt modelId="{5327E94A-74FF-468F-AA54-A8C72C365376}" type="parTrans" cxnId="{CEB7E6EF-62CF-4BD1-AE8F-8C17C87A851B}">
      <dgm:prSet/>
      <dgm:spPr/>
      <dgm:t>
        <a:bodyPr/>
        <a:lstStyle/>
        <a:p>
          <a:endParaRPr lang="en-IN"/>
        </a:p>
      </dgm:t>
    </dgm:pt>
    <dgm:pt modelId="{7A9608EE-0B3A-41D4-99B1-3EBAF1EA31B5}" type="sibTrans" cxnId="{CEB7E6EF-62CF-4BD1-AE8F-8C17C87A851B}">
      <dgm:prSet/>
      <dgm:spPr/>
      <dgm:t>
        <a:bodyPr/>
        <a:lstStyle/>
        <a:p>
          <a:endParaRPr lang="en-IN"/>
        </a:p>
      </dgm:t>
    </dgm:pt>
    <dgm:pt modelId="{3559C14D-D2B0-4F6C-BEDC-17DBFB2B8D56}">
      <dgm:prSet phldrT="[Text]" custT="1"/>
      <dgm:spPr/>
      <dgm:t>
        <a:bodyPr/>
        <a:lstStyle/>
        <a:p>
          <a:pPr algn="just"/>
          <a:r>
            <a:rPr lang="en-US" sz="2600" b="0" i="0" dirty="0"/>
            <a:t>The central integration may then lead to a motor response.</a:t>
          </a:r>
          <a:endParaRPr lang="en-IN" sz="2600" dirty="0"/>
        </a:p>
      </dgm:t>
    </dgm:pt>
    <dgm:pt modelId="{9FB19000-B877-45D2-BE25-5D724234284F}" type="parTrans" cxnId="{EEDE3905-21D1-4A66-B49F-19D64467C9C9}">
      <dgm:prSet/>
      <dgm:spPr/>
      <dgm:t>
        <a:bodyPr/>
        <a:lstStyle/>
        <a:p>
          <a:endParaRPr lang="en-IN"/>
        </a:p>
      </dgm:t>
    </dgm:pt>
    <dgm:pt modelId="{7AA26659-FC36-4DD0-A369-3659507453AD}" type="sibTrans" cxnId="{EEDE3905-21D1-4A66-B49F-19D64467C9C9}">
      <dgm:prSet/>
      <dgm:spPr/>
      <dgm:t>
        <a:bodyPr/>
        <a:lstStyle/>
        <a:p>
          <a:endParaRPr lang="en-IN"/>
        </a:p>
      </dgm:t>
    </dgm:pt>
    <dgm:pt modelId="{9F70EBB3-DADD-4256-90C2-2625ABBE04B2}">
      <dgm:prSet phldrT="[Text]" custT="1"/>
      <dgm:spPr/>
      <dgm:t>
        <a:bodyPr/>
        <a:lstStyle/>
        <a:p>
          <a:pPr algn="just"/>
          <a:r>
            <a:rPr lang="en-US" altLang="en-US" sz="2000" b="0" dirty="0">
              <a:solidFill>
                <a:srgbClr val="7030A0"/>
              </a:solidFill>
              <a:cs typeface="Times New Roman" pitchFamily="18" charset="0"/>
            </a:rPr>
            <a:t>Example: </a:t>
          </a:r>
          <a:r>
            <a:rPr lang="en-US" altLang="en-US" sz="2000" b="0" dirty="0">
              <a:cs typeface="Times New Roman" pitchFamily="18" charset="0"/>
            </a:rPr>
            <a:t>When you touch an object, sensors on your fingers send </a:t>
          </a:r>
          <a:r>
            <a:rPr lang="en-US" altLang="en-US" sz="2000" b="0" dirty="0">
              <a:solidFill>
                <a:schemeClr val="accent1">
                  <a:lumMod val="50000"/>
                </a:schemeClr>
              </a:solidFill>
              <a:cs typeface="Times New Roman" pitchFamily="18" charset="0"/>
            </a:rPr>
            <a:t>signals to your brain </a:t>
          </a:r>
          <a:r>
            <a:rPr lang="en-US" altLang="en-US" sz="2000" b="0" dirty="0">
              <a:cs typeface="Times New Roman" pitchFamily="18" charset="0"/>
            </a:rPr>
            <a:t>so that it measures temperature, and so your brain recognizes the object as being hot or cold.</a:t>
          </a:r>
          <a:endParaRPr lang="en-IN" sz="2000" b="0" dirty="0"/>
        </a:p>
      </dgm:t>
    </dgm:pt>
    <dgm:pt modelId="{776EEC1F-17ED-4EE7-9837-140E8629663E}" type="parTrans" cxnId="{DC58269A-C908-4E15-8C5D-949991CC781A}">
      <dgm:prSet/>
      <dgm:spPr/>
      <dgm:t>
        <a:bodyPr/>
        <a:lstStyle/>
        <a:p>
          <a:endParaRPr lang="en-IN"/>
        </a:p>
      </dgm:t>
    </dgm:pt>
    <dgm:pt modelId="{CCD7BCDF-DE49-4599-970D-A97671D71544}" type="sibTrans" cxnId="{DC58269A-C908-4E15-8C5D-949991CC781A}">
      <dgm:prSet/>
      <dgm:spPr/>
      <dgm:t>
        <a:bodyPr/>
        <a:lstStyle/>
        <a:p>
          <a:endParaRPr lang="en-IN"/>
        </a:p>
      </dgm:t>
    </dgm:pt>
    <dgm:pt modelId="{4101A217-83DA-47AC-9137-4D626867326E}" type="pres">
      <dgm:prSet presAssocID="{0DB29A07-3025-40A9-B9CB-E7667B81DDC9}" presName="Name0" presStyleCnt="0">
        <dgm:presLayoutVars>
          <dgm:dir/>
          <dgm:animLvl val="lvl"/>
          <dgm:resizeHandles val="exact"/>
        </dgm:presLayoutVars>
      </dgm:prSet>
      <dgm:spPr/>
      <dgm:t>
        <a:bodyPr/>
        <a:lstStyle/>
        <a:p>
          <a:endParaRPr lang="en-IN"/>
        </a:p>
      </dgm:t>
    </dgm:pt>
    <dgm:pt modelId="{42947B80-E369-49FD-94FB-96ADC9FAE70B}" type="pres">
      <dgm:prSet presAssocID="{3B7F001B-D2D0-423B-A9C9-00FA962AB867}" presName="composite" presStyleCnt="0"/>
      <dgm:spPr/>
    </dgm:pt>
    <dgm:pt modelId="{F90682E1-964C-4E33-BB26-C22711B100C8}" type="pres">
      <dgm:prSet presAssocID="{3B7F001B-D2D0-423B-A9C9-00FA962AB867}" presName="parTx" presStyleLbl="alignNode1" presStyleIdx="0" presStyleCnt="1">
        <dgm:presLayoutVars>
          <dgm:chMax val="0"/>
          <dgm:chPref val="0"/>
          <dgm:bulletEnabled val="1"/>
        </dgm:presLayoutVars>
      </dgm:prSet>
      <dgm:spPr/>
      <dgm:t>
        <a:bodyPr/>
        <a:lstStyle/>
        <a:p>
          <a:endParaRPr lang="en-IN"/>
        </a:p>
      </dgm:t>
    </dgm:pt>
    <dgm:pt modelId="{D448C483-8BFF-4443-A797-446CF5CE4F86}" type="pres">
      <dgm:prSet presAssocID="{3B7F001B-D2D0-423B-A9C9-00FA962AB867}" presName="desTx" presStyleLbl="alignAccFollowNode1" presStyleIdx="0" presStyleCnt="1">
        <dgm:presLayoutVars>
          <dgm:bulletEnabled val="1"/>
        </dgm:presLayoutVars>
      </dgm:prSet>
      <dgm:spPr/>
      <dgm:t>
        <a:bodyPr/>
        <a:lstStyle/>
        <a:p>
          <a:endParaRPr lang="en-IN"/>
        </a:p>
      </dgm:t>
    </dgm:pt>
  </dgm:ptLst>
  <dgm:cxnLst>
    <dgm:cxn modelId="{14987732-85C1-401D-AAAA-7D320DBB0F7B}" type="presOf" srcId="{9F70EBB3-DADD-4256-90C2-2625ABBE04B2}" destId="{D448C483-8BFF-4443-A797-446CF5CE4F86}" srcOrd="0" destOrd="5" presId="urn:microsoft.com/office/officeart/2005/8/layout/hList1"/>
    <dgm:cxn modelId="{DC58269A-C908-4E15-8C5D-949991CC781A}" srcId="{3559C14D-D2B0-4F6C-BEDC-17DBFB2B8D56}" destId="{9F70EBB3-DADD-4256-90C2-2625ABBE04B2}" srcOrd="0" destOrd="0" parTransId="{776EEC1F-17ED-4EE7-9837-140E8629663E}" sibTransId="{CCD7BCDF-DE49-4599-970D-A97671D71544}"/>
    <dgm:cxn modelId="{A3FA75C5-7AB7-403E-83DF-DFDA8E287AB5}" type="presOf" srcId="{BC3CA34F-4FBF-4AD5-AF04-4FA8D6FA9AA5}" destId="{D448C483-8BFF-4443-A797-446CF5CE4F86}" srcOrd="0" destOrd="1" presId="urn:microsoft.com/office/officeart/2005/8/layout/hList1"/>
    <dgm:cxn modelId="{394E42F1-B742-433F-B341-EDC577303F4D}" type="presOf" srcId="{3B7F001B-D2D0-423B-A9C9-00FA962AB867}" destId="{F90682E1-964C-4E33-BB26-C22711B100C8}" srcOrd="0" destOrd="0" presId="urn:microsoft.com/office/officeart/2005/8/layout/hList1"/>
    <dgm:cxn modelId="{4E59BEE6-1E4F-4933-BF93-A75742ABC720}" type="presOf" srcId="{3559C14D-D2B0-4F6C-BEDC-17DBFB2B8D56}" destId="{D448C483-8BFF-4443-A797-446CF5CE4F86}" srcOrd="0" destOrd="4" presId="urn:microsoft.com/office/officeart/2005/8/layout/hList1"/>
    <dgm:cxn modelId="{032B2621-81BF-4067-AD4D-5C55B8E99755}" type="presOf" srcId="{65D34EAE-E9D9-4D53-9ABE-EA5A99D28573}" destId="{D448C483-8BFF-4443-A797-446CF5CE4F86}" srcOrd="0" destOrd="0" presId="urn:microsoft.com/office/officeart/2005/8/layout/hList1"/>
    <dgm:cxn modelId="{D12B6F41-22F6-44A3-99F4-E6445A023293}" type="presOf" srcId="{0DB29A07-3025-40A9-B9CB-E7667B81DDC9}" destId="{4101A217-83DA-47AC-9137-4D626867326E}" srcOrd="0" destOrd="0" presId="urn:microsoft.com/office/officeart/2005/8/layout/hList1"/>
    <dgm:cxn modelId="{0EEB2CE2-1912-45C9-832F-F6EC6D2DBFBD}" srcId="{3B7F001B-D2D0-423B-A9C9-00FA962AB867}" destId="{2B08D91D-32E5-4B41-91B7-008173986F80}" srcOrd="2" destOrd="0" parTransId="{5704EADB-1418-40DE-BFCB-A2F074CBB7B5}" sibTransId="{549E8853-19ED-4A86-B20F-4CBD2BB3778A}"/>
    <dgm:cxn modelId="{768FA146-ECEA-4851-9FB5-5C85F67AE16D}" srcId="{3B7F001B-D2D0-423B-A9C9-00FA962AB867}" destId="{65D34EAE-E9D9-4D53-9ABE-EA5A99D28573}" srcOrd="0" destOrd="0" parTransId="{BD82A402-E47E-49FC-A528-160B30170D63}" sibTransId="{5D5E5B52-729E-44A4-8708-4A69FA920E4E}"/>
    <dgm:cxn modelId="{2D02FF44-104B-4089-A61C-6B4B484228A5}" srcId="{3B7F001B-D2D0-423B-A9C9-00FA962AB867}" destId="{BC3CA34F-4FBF-4AD5-AF04-4FA8D6FA9AA5}" srcOrd="1" destOrd="0" parTransId="{D758F593-4C18-4AFA-AE7E-001ACF97546C}" sibTransId="{561FE9FB-114A-4826-AECE-959697410203}"/>
    <dgm:cxn modelId="{B2D7DA78-5038-4AE5-8FE0-49C890713200}" srcId="{0DB29A07-3025-40A9-B9CB-E7667B81DDC9}" destId="{3B7F001B-D2D0-423B-A9C9-00FA962AB867}" srcOrd="0" destOrd="0" parTransId="{79D3CFD5-6B1B-49B1-B3F3-BE752C9412A2}" sibTransId="{0422178C-7ADF-4F45-A69C-A79FBCFA8AD8}"/>
    <dgm:cxn modelId="{CEB7E6EF-62CF-4BD1-AE8F-8C17C87A851B}" srcId="{3B7F001B-D2D0-423B-A9C9-00FA962AB867}" destId="{3B47A001-1003-4AB2-A631-72B14A54ECA4}" srcOrd="3" destOrd="0" parTransId="{5327E94A-74FF-468F-AA54-A8C72C365376}" sibTransId="{7A9608EE-0B3A-41D4-99B1-3EBAF1EA31B5}"/>
    <dgm:cxn modelId="{1C368689-DDE6-4F4C-BF89-BF30E1CA0794}" type="presOf" srcId="{3B47A001-1003-4AB2-A631-72B14A54ECA4}" destId="{D448C483-8BFF-4443-A797-446CF5CE4F86}" srcOrd="0" destOrd="3" presId="urn:microsoft.com/office/officeart/2005/8/layout/hList1"/>
    <dgm:cxn modelId="{EEDE3905-21D1-4A66-B49F-19D64467C9C9}" srcId="{3B7F001B-D2D0-423B-A9C9-00FA962AB867}" destId="{3559C14D-D2B0-4F6C-BEDC-17DBFB2B8D56}" srcOrd="4" destOrd="0" parTransId="{9FB19000-B877-45D2-BE25-5D724234284F}" sibTransId="{7AA26659-FC36-4DD0-A369-3659507453AD}"/>
    <dgm:cxn modelId="{0B0F1BD2-3CF6-49F7-8FA8-5A080BC7DC35}" type="presOf" srcId="{2B08D91D-32E5-4B41-91B7-008173986F80}" destId="{D448C483-8BFF-4443-A797-446CF5CE4F86}" srcOrd="0" destOrd="2" presId="urn:microsoft.com/office/officeart/2005/8/layout/hList1"/>
    <dgm:cxn modelId="{5A5B1521-0585-40A1-8989-5178AEF0E0EB}" type="presParOf" srcId="{4101A217-83DA-47AC-9137-4D626867326E}" destId="{42947B80-E369-49FD-94FB-96ADC9FAE70B}" srcOrd="0" destOrd="0" presId="urn:microsoft.com/office/officeart/2005/8/layout/hList1"/>
    <dgm:cxn modelId="{4FD0F733-6E75-4084-AA96-661EB593AC7D}" type="presParOf" srcId="{42947B80-E369-49FD-94FB-96ADC9FAE70B}" destId="{F90682E1-964C-4E33-BB26-C22711B100C8}" srcOrd="0" destOrd="0" presId="urn:microsoft.com/office/officeart/2005/8/layout/hList1"/>
    <dgm:cxn modelId="{E6855B6D-3CB4-4FF9-BF82-C8EBA691E37F}" type="presParOf" srcId="{42947B80-E369-49FD-94FB-96ADC9FAE70B}" destId="{D448C483-8BFF-4443-A797-446CF5CE4F8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BCFF7BD-8497-4451-B42E-EA8C91367BD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ED2F1E1A-EECA-48E8-AD74-6FAF460662B9}">
      <dgm:prSet phldrT="[Text]"/>
      <dgm:spPr/>
      <dgm:t>
        <a:bodyPr/>
        <a:lstStyle/>
        <a:p>
          <a:r>
            <a:rPr lang="en-IN" b="1" i="0" dirty="0"/>
            <a:t>Sensory Receptors</a:t>
          </a:r>
          <a:endParaRPr lang="en-IN" dirty="0"/>
        </a:p>
      </dgm:t>
    </dgm:pt>
    <dgm:pt modelId="{8EC33E92-76BE-438D-8E18-43AC73627A47}" type="parTrans" cxnId="{33916D33-FB9E-4CA2-95F5-795C96AFF9BE}">
      <dgm:prSet/>
      <dgm:spPr/>
      <dgm:t>
        <a:bodyPr/>
        <a:lstStyle/>
        <a:p>
          <a:endParaRPr lang="en-IN"/>
        </a:p>
      </dgm:t>
    </dgm:pt>
    <dgm:pt modelId="{D3940672-0678-4116-9F15-84392440A188}" type="sibTrans" cxnId="{33916D33-FB9E-4CA2-95F5-795C96AFF9BE}">
      <dgm:prSet/>
      <dgm:spPr/>
      <dgm:t>
        <a:bodyPr/>
        <a:lstStyle/>
        <a:p>
          <a:endParaRPr lang="en-IN"/>
        </a:p>
      </dgm:t>
    </dgm:pt>
    <dgm:pt modelId="{96A68C5F-CB75-464B-B38E-7941C8BA5DCC}">
      <dgm:prSet phldrT="[Text]"/>
      <dgm:spPr/>
      <dgm:t>
        <a:bodyPr/>
        <a:lstStyle/>
        <a:p>
          <a:pPr algn="just"/>
          <a:r>
            <a:rPr lang="en-US" b="0" i="0" dirty="0"/>
            <a:t>Sensory systems are widespread throughout the body including those that detect the world directly from the outside (</a:t>
          </a:r>
          <a:r>
            <a:rPr lang="en-US" b="1" i="0" dirty="0" err="1"/>
            <a:t>exteroreceptors</a:t>
          </a:r>
          <a:r>
            <a:rPr lang="en-US" b="0" i="0" dirty="0"/>
            <a:t>), those that detect information from internal organs and processes (</a:t>
          </a:r>
          <a:r>
            <a:rPr lang="en-US" b="1" i="0" dirty="0" err="1"/>
            <a:t>interoceptors</a:t>
          </a:r>
          <a:r>
            <a:rPr lang="en-US" b="0" i="0" dirty="0"/>
            <a:t>), and those detecting sense of position and load (</a:t>
          </a:r>
          <a:r>
            <a:rPr lang="en-US" b="1" i="0" dirty="0"/>
            <a:t>proprioception</a:t>
          </a:r>
          <a:r>
            <a:rPr lang="en-US" b="0" i="0" dirty="0"/>
            <a:t>).</a:t>
          </a:r>
          <a:endParaRPr lang="en-IN" dirty="0"/>
        </a:p>
      </dgm:t>
    </dgm:pt>
    <dgm:pt modelId="{B5B0C980-D935-442A-A193-95B0703AECDD}" type="parTrans" cxnId="{B8E995F4-0523-47F1-813B-186A630FEAB4}">
      <dgm:prSet/>
      <dgm:spPr/>
      <dgm:t>
        <a:bodyPr/>
        <a:lstStyle/>
        <a:p>
          <a:endParaRPr lang="en-IN"/>
        </a:p>
      </dgm:t>
    </dgm:pt>
    <dgm:pt modelId="{BC03CF3B-8A4F-46F3-A79A-E486E1B9019C}" type="sibTrans" cxnId="{B8E995F4-0523-47F1-813B-186A630FEAB4}">
      <dgm:prSet/>
      <dgm:spPr/>
      <dgm:t>
        <a:bodyPr/>
        <a:lstStyle/>
        <a:p>
          <a:endParaRPr lang="en-IN"/>
        </a:p>
      </dgm:t>
    </dgm:pt>
    <dgm:pt modelId="{B6BD841D-7735-4909-A87D-F8B03D7E24E0}">
      <dgm:prSet phldrT="[Text]"/>
      <dgm:spPr/>
      <dgm:t>
        <a:bodyPr/>
        <a:lstStyle/>
        <a:p>
          <a:pPr algn="just"/>
          <a:r>
            <a:rPr lang="en-US" b="0" i="0" dirty="0"/>
            <a:t>Sensory receptors occur in specialized organs such as the eyes, ears, nose, and mouth, as well as internal organs. </a:t>
          </a:r>
          <a:endParaRPr lang="en-IN" dirty="0"/>
        </a:p>
      </dgm:t>
    </dgm:pt>
    <dgm:pt modelId="{F1174838-DD19-47B7-9394-B2A0969CD988}" type="parTrans" cxnId="{4AAF07DC-815E-46D1-AA40-EA9A3DC5C524}">
      <dgm:prSet/>
      <dgm:spPr/>
      <dgm:t>
        <a:bodyPr/>
        <a:lstStyle/>
        <a:p>
          <a:endParaRPr lang="en-IN"/>
        </a:p>
      </dgm:t>
    </dgm:pt>
    <dgm:pt modelId="{88DC20F1-D691-4D9F-B1C5-16F6F020E457}" type="sibTrans" cxnId="{4AAF07DC-815E-46D1-AA40-EA9A3DC5C524}">
      <dgm:prSet/>
      <dgm:spPr/>
      <dgm:t>
        <a:bodyPr/>
        <a:lstStyle/>
        <a:p>
          <a:endParaRPr lang="en-IN"/>
        </a:p>
      </dgm:t>
    </dgm:pt>
    <dgm:pt modelId="{69D7E80E-1DFD-4711-812A-EF992ACD7E0C}">
      <dgm:prSet phldrT="[Text]"/>
      <dgm:spPr/>
      <dgm:t>
        <a:bodyPr/>
        <a:lstStyle/>
        <a:p>
          <a:pPr algn="just"/>
          <a:r>
            <a:rPr lang="en-US" b="0" i="0" dirty="0"/>
            <a:t>Each receptor type conveys a distinct sensory modality to integrate into a single perceptual frame eventually. </a:t>
          </a:r>
          <a:endParaRPr lang="en-IN" dirty="0"/>
        </a:p>
      </dgm:t>
    </dgm:pt>
    <dgm:pt modelId="{DEE932EB-4092-494B-BBFE-12C8D5CA5281}" type="parTrans" cxnId="{D997F9A3-FF64-41C2-A8BB-C4925275DFBE}">
      <dgm:prSet/>
      <dgm:spPr/>
      <dgm:t>
        <a:bodyPr/>
        <a:lstStyle/>
        <a:p>
          <a:endParaRPr lang="en-IN"/>
        </a:p>
      </dgm:t>
    </dgm:pt>
    <dgm:pt modelId="{1688C4BB-79D8-44AD-A5E4-AAF1696C9408}" type="sibTrans" cxnId="{D997F9A3-FF64-41C2-A8BB-C4925275DFBE}">
      <dgm:prSet/>
      <dgm:spPr/>
      <dgm:t>
        <a:bodyPr/>
        <a:lstStyle/>
        <a:p>
          <a:endParaRPr lang="en-IN"/>
        </a:p>
      </dgm:t>
    </dgm:pt>
    <dgm:pt modelId="{CFC26DEA-21BD-49C2-8E86-364E7D79A19E}">
      <dgm:prSet phldrT="[Text]"/>
      <dgm:spPr/>
      <dgm:t>
        <a:bodyPr/>
        <a:lstStyle/>
        <a:p>
          <a:pPr algn="just"/>
          <a:r>
            <a:rPr lang="en-US" b="0" i="0" dirty="0"/>
            <a:t>This information is achieved by the conversion of energy into an electrical signal by specialized mechanisms. </a:t>
          </a:r>
          <a:endParaRPr lang="en-IN" dirty="0"/>
        </a:p>
      </dgm:t>
    </dgm:pt>
    <dgm:pt modelId="{4FD03381-C657-4503-B05D-E44BE1D2AA43}" type="parTrans" cxnId="{3CDDDA22-4A63-4DD4-B255-B204A8E10B11}">
      <dgm:prSet/>
      <dgm:spPr/>
      <dgm:t>
        <a:bodyPr/>
        <a:lstStyle/>
        <a:p>
          <a:endParaRPr lang="en-IN"/>
        </a:p>
      </dgm:t>
    </dgm:pt>
    <dgm:pt modelId="{603E3ED7-B64D-40B2-9EA4-F94B171D96E2}" type="sibTrans" cxnId="{3CDDDA22-4A63-4DD4-B255-B204A8E10B11}">
      <dgm:prSet/>
      <dgm:spPr/>
      <dgm:t>
        <a:bodyPr/>
        <a:lstStyle/>
        <a:p>
          <a:endParaRPr lang="en-IN"/>
        </a:p>
      </dgm:t>
    </dgm:pt>
    <dgm:pt modelId="{C184ED8F-B350-4621-800C-65DEF8EE0878}" type="pres">
      <dgm:prSet presAssocID="{ABCFF7BD-8497-4451-B42E-EA8C91367BD8}" presName="Name0" presStyleCnt="0">
        <dgm:presLayoutVars>
          <dgm:dir/>
          <dgm:animLvl val="lvl"/>
          <dgm:resizeHandles val="exact"/>
        </dgm:presLayoutVars>
      </dgm:prSet>
      <dgm:spPr/>
      <dgm:t>
        <a:bodyPr/>
        <a:lstStyle/>
        <a:p>
          <a:endParaRPr lang="en-IN"/>
        </a:p>
      </dgm:t>
    </dgm:pt>
    <dgm:pt modelId="{3742B58F-2D9C-4B12-B143-1ADFE9B8BAD1}" type="pres">
      <dgm:prSet presAssocID="{ED2F1E1A-EECA-48E8-AD74-6FAF460662B9}" presName="composite" presStyleCnt="0"/>
      <dgm:spPr/>
    </dgm:pt>
    <dgm:pt modelId="{9BDB7215-9FE7-4635-8BBC-688376673C46}" type="pres">
      <dgm:prSet presAssocID="{ED2F1E1A-EECA-48E8-AD74-6FAF460662B9}" presName="parTx" presStyleLbl="alignNode1" presStyleIdx="0" presStyleCnt="1">
        <dgm:presLayoutVars>
          <dgm:chMax val="0"/>
          <dgm:chPref val="0"/>
          <dgm:bulletEnabled val="1"/>
        </dgm:presLayoutVars>
      </dgm:prSet>
      <dgm:spPr/>
      <dgm:t>
        <a:bodyPr/>
        <a:lstStyle/>
        <a:p>
          <a:endParaRPr lang="en-IN"/>
        </a:p>
      </dgm:t>
    </dgm:pt>
    <dgm:pt modelId="{D2595828-D166-4A53-B316-9254C723EA34}" type="pres">
      <dgm:prSet presAssocID="{ED2F1E1A-EECA-48E8-AD74-6FAF460662B9}" presName="desTx" presStyleLbl="alignAccFollowNode1" presStyleIdx="0" presStyleCnt="1">
        <dgm:presLayoutVars>
          <dgm:bulletEnabled val="1"/>
        </dgm:presLayoutVars>
      </dgm:prSet>
      <dgm:spPr/>
      <dgm:t>
        <a:bodyPr/>
        <a:lstStyle/>
        <a:p>
          <a:endParaRPr lang="en-IN"/>
        </a:p>
      </dgm:t>
    </dgm:pt>
  </dgm:ptLst>
  <dgm:cxnLst>
    <dgm:cxn modelId="{33916D33-FB9E-4CA2-95F5-795C96AFF9BE}" srcId="{ABCFF7BD-8497-4451-B42E-EA8C91367BD8}" destId="{ED2F1E1A-EECA-48E8-AD74-6FAF460662B9}" srcOrd="0" destOrd="0" parTransId="{8EC33E92-76BE-438D-8E18-43AC73627A47}" sibTransId="{D3940672-0678-4116-9F15-84392440A188}"/>
    <dgm:cxn modelId="{07977E1B-ACFE-403C-BBF6-C85C4A899BC0}" type="presOf" srcId="{CFC26DEA-21BD-49C2-8E86-364E7D79A19E}" destId="{D2595828-D166-4A53-B316-9254C723EA34}" srcOrd="0" destOrd="3" presId="urn:microsoft.com/office/officeart/2005/8/layout/hList1"/>
    <dgm:cxn modelId="{68EEAE7D-FED2-42A6-A461-1C65AD11BD5D}" type="presOf" srcId="{96A68C5F-CB75-464B-B38E-7941C8BA5DCC}" destId="{D2595828-D166-4A53-B316-9254C723EA34}" srcOrd="0" destOrd="0" presId="urn:microsoft.com/office/officeart/2005/8/layout/hList1"/>
    <dgm:cxn modelId="{4AAF07DC-815E-46D1-AA40-EA9A3DC5C524}" srcId="{ED2F1E1A-EECA-48E8-AD74-6FAF460662B9}" destId="{B6BD841D-7735-4909-A87D-F8B03D7E24E0}" srcOrd="1" destOrd="0" parTransId="{F1174838-DD19-47B7-9394-B2A0969CD988}" sibTransId="{88DC20F1-D691-4D9F-B1C5-16F6F020E457}"/>
    <dgm:cxn modelId="{D39406D6-70EF-4D42-A834-DA4AACFAFD2A}" type="presOf" srcId="{69D7E80E-1DFD-4711-812A-EF992ACD7E0C}" destId="{D2595828-D166-4A53-B316-9254C723EA34}" srcOrd="0" destOrd="2" presId="urn:microsoft.com/office/officeart/2005/8/layout/hList1"/>
    <dgm:cxn modelId="{3CDDDA22-4A63-4DD4-B255-B204A8E10B11}" srcId="{ED2F1E1A-EECA-48E8-AD74-6FAF460662B9}" destId="{CFC26DEA-21BD-49C2-8E86-364E7D79A19E}" srcOrd="3" destOrd="0" parTransId="{4FD03381-C657-4503-B05D-E44BE1D2AA43}" sibTransId="{603E3ED7-B64D-40B2-9EA4-F94B171D96E2}"/>
    <dgm:cxn modelId="{B8E995F4-0523-47F1-813B-186A630FEAB4}" srcId="{ED2F1E1A-EECA-48E8-AD74-6FAF460662B9}" destId="{96A68C5F-CB75-464B-B38E-7941C8BA5DCC}" srcOrd="0" destOrd="0" parTransId="{B5B0C980-D935-442A-A193-95B0703AECDD}" sibTransId="{BC03CF3B-8A4F-46F3-A79A-E486E1B9019C}"/>
    <dgm:cxn modelId="{D997F9A3-FF64-41C2-A8BB-C4925275DFBE}" srcId="{ED2F1E1A-EECA-48E8-AD74-6FAF460662B9}" destId="{69D7E80E-1DFD-4711-812A-EF992ACD7E0C}" srcOrd="2" destOrd="0" parTransId="{DEE932EB-4092-494B-BBFE-12C8D5CA5281}" sibTransId="{1688C4BB-79D8-44AD-A5E4-AAF1696C9408}"/>
    <dgm:cxn modelId="{0701D943-E310-4878-9975-B681180C2E23}" type="presOf" srcId="{B6BD841D-7735-4909-A87D-F8B03D7E24E0}" destId="{D2595828-D166-4A53-B316-9254C723EA34}" srcOrd="0" destOrd="1" presId="urn:microsoft.com/office/officeart/2005/8/layout/hList1"/>
    <dgm:cxn modelId="{31355EBB-C323-44C9-BE02-45CC6A1C4ABF}" type="presOf" srcId="{ED2F1E1A-EECA-48E8-AD74-6FAF460662B9}" destId="{9BDB7215-9FE7-4635-8BBC-688376673C46}" srcOrd="0" destOrd="0" presId="urn:microsoft.com/office/officeart/2005/8/layout/hList1"/>
    <dgm:cxn modelId="{973FD0B5-4452-4CB3-9E54-F4D9BC35158D}" type="presOf" srcId="{ABCFF7BD-8497-4451-B42E-EA8C91367BD8}" destId="{C184ED8F-B350-4621-800C-65DEF8EE0878}" srcOrd="0" destOrd="0" presId="urn:microsoft.com/office/officeart/2005/8/layout/hList1"/>
    <dgm:cxn modelId="{DF707962-36C1-46DD-BB8C-BD5EA42DD015}" type="presParOf" srcId="{C184ED8F-B350-4621-800C-65DEF8EE0878}" destId="{3742B58F-2D9C-4B12-B143-1ADFE9B8BAD1}" srcOrd="0" destOrd="0" presId="urn:microsoft.com/office/officeart/2005/8/layout/hList1"/>
    <dgm:cxn modelId="{35333720-2A5A-421B-A418-B4B253E54204}" type="presParOf" srcId="{3742B58F-2D9C-4B12-B143-1ADFE9B8BAD1}" destId="{9BDB7215-9FE7-4635-8BBC-688376673C46}" srcOrd="0" destOrd="0" presId="urn:microsoft.com/office/officeart/2005/8/layout/hList1"/>
    <dgm:cxn modelId="{AA775F86-0978-477D-8FFD-63E48E1EC159}" type="presParOf" srcId="{3742B58F-2D9C-4B12-B143-1ADFE9B8BAD1}" destId="{D2595828-D166-4A53-B316-9254C723EA3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5A1122-E55A-4758-BC8F-1D3FE5D4489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256031BF-5453-4DE5-AB59-D91583862AF7}">
      <dgm:prSet phldrT="[Text]" custT="1"/>
      <dgm:spPr/>
      <dgm:t>
        <a:bodyPr/>
        <a:lstStyle/>
        <a:p>
          <a:r>
            <a:rPr lang="en-IN" sz="4800" b="1" dirty="0">
              <a:solidFill>
                <a:schemeClr val="bg1"/>
              </a:solidFill>
              <a:effectLst>
                <a:outerShdw blurRad="38100" dist="38100" dir="2700000" algn="tl">
                  <a:srgbClr val="000000">
                    <a:alpha val="43137"/>
                  </a:srgbClr>
                </a:outerShdw>
              </a:effectLst>
            </a:rPr>
            <a:t>Types of Environmental Stimuli</a:t>
          </a:r>
          <a:endParaRPr lang="en-IN" sz="4800" dirty="0">
            <a:solidFill>
              <a:schemeClr val="bg1"/>
            </a:solidFill>
          </a:endParaRPr>
        </a:p>
      </dgm:t>
    </dgm:pt>
    <dgm:pt modelId="{8255E2F4-50B7-4645-8DD1-FA147698365F}" type="parTrans" cxnId="{B87E3198-AA5A-458B-A774-2CC550AEA776}">
      <dgm:prSet/>
      <dgm:spPr/>
      <dgm:t>
        <a:bodyPr/>
        <a:lstStyle/>
        <a:p>
          <a:endParaRPr lang="en-IN" sz="1400"/>
        </a:p>
      </dgm:t>
    </dgm:pt>
    <dgm:pt modelId="{A66CD8E4-EA95-4A08-879C-E570357DF828}" type="sibTrans" cxnId="{B87E3198-AA5A-458B-A774-2CC550AEA776}">
      <dgm:prSet/>
      <dgm:spPr/>
      <dgm:t>
        <a:bodyPr/>
        <a:lstStyle/>
        <a:p>
          <a:endParaRPr lang="en-IN" sz="1400"/>
        </a:p>
      </dgm:t>
    </dgm:pt>
    <dgm:pt modelId="{AD629F77-FB81-4A6A-B4BE-B49EF6BF4791}">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Chemoreception</a:t>
          </a:r>
          <a:endParaRPr lang="en-IN" sz="4800" dirty="0"/>
        </a:p>
      </dgm:t>
    </dgm:pt>
    <dgm:pt modelId="{4496A0F6-F3BC-47D4-AE90-2CB666269DBF}" type="parTrans" cxnId="{7DE13416-838F-4E5A-8547-1D6C0691A4D1}">
      <dgm:prSet/>
      <dgm:spPr/>
      <dgm:t>
        <a:bodyPr/>
        <a:lstStyle/>
        <a:p>
          <a:endParaRPr lang="en-IN" sz="1400"/>
        </a:p>
      </dgm:t>
    </dgm:pt>
    <dgm:pt modelId="{FA124003-6B9D-4B5E-896E-30829604D80E}" type="sibTrans" cxnId="{7DE13416-838F-4E5A-8547-1D6C0691A4D1}">
      <dgm:prSet/>
      <dgm:spPr/>
      <dgm:t>
        <a:bodyPr/>
        <a:lstStyle/>
        <a:p>
          <a:endParaRPr lang="en-IN" sz="1400"/>
        </a:p>
      </dgm:t>
    </dgm:pt>
    <dgm:pt modelId="{1FD0FD5A-A33D-4531-8FC1-A2F39EBE7169}">
      <dgm:prSet custT="1"/>
      <dgm:spPr/>
      <dgm:t>
        <a:bodyPr/>
        <a:lstStyle/>
        <a:p>
          <a:pPr marL="285750" lvl="1" indent="0" defTabSz="2133600">
            <a:lnSpc>
              <a:spcPct val="90000"/>
            </a:lnSpc>
            <a:spcBef>
              <a:spcPct val="0"/>
            </a:spcBef>
            <a:spcAft>
              <a:spcPct val="15000"/>
            </a:spcAft>
          </a:pPr>
          <a:endParaRPr lang="en-IN" sz="4800" dirty="0"/>
        </a:p>
      </dgm:t>
    </dgm:pt>
    <dgm:pt modelId="{F2FF02CE-9DAF-415C-B515-C52674EC578C}" type="parTrans" cxnId="{16343DAD-93B6-4938-8A53-CCDB693669A8}">
      <dgm:prSet/>
      <dgm:spPr/>
      <dgm:t>
        <a:bodyPr/>
        <a:lstStyle/>
        <a:p>
          <a:endParaRPr lang="en-IN" sz="1400"/>
        </a:p>
      </dgm:t>
    </dgm:pt>
    <dgm:pt modelId="{31B13B33-DB70-488D-8E35-BA05734C94CA}" type="sibTrans" cxnId="{16343DAD-93B6-4938-8A53-CCDB693669A8}">
      <dgm:prSet/>
      <dgm:spPr/>
      <dgm:t>
        <a:bodyPr/>
        <a:lstStyle/>
        <a:p>
          <a:endParaRPr lang="en-IN" sz="1400"/>
        </a:p>
      </dgm:t>
    </dgm:pt>
    <dgm:pt modelId="{73AC36E6-E01B-4F91-BD6A-0E7BD38EC6DC}">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Photoreception</a:t>
          </a:r>
          <a:endParaRPr lang="en-IN" sz="4800" dirty="0"/>
        </a:p>
      </dgm:t>
    </dgm:pt>
    <dgm:pt modelId="{EC70A0AC-50E8-492A-992E-BF82E3EC3A4B}" type="parTrans" cxnId="{46AB034D-DEA3-4203-9E33-8B22889059E5}">
      <dgm:prSet/>
      <dgm:spPr/>
    </dgm:pt>
    <dgm:pt modelId="{F591891F-166B-4960-BC10-5B2ACDF1BEBA}" type="sibTrans" cxnId="{46AB034D-DEA3-4203-9E33-8B22889059E5}">
      <dgm:prSet/>
      <dgm:spPr/>
    </dgm:pt>
    <dgm:pt modelId="{86E4B841-5590-43AA-90CD-1A59B54034E5}">
      <dgm:prSet phldrT="[Text]" custT="1"/>
      <dgm:spPr/>
      <dgm:t>
        <a:bodyPr/>
        <a:lstStyle/>
        <a:p>
          <a:pPr marL="0" marR="0" lvl="0" indent="0" defTabSz="91440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altLang="en-US" sz="4800" dirty="0"/>
            <a:t>Mechanoreception</a:t>
          </a:r>
          <a:endParaRPr lang="en-IN" sz="4800" dirty="0"/>
        </a:p>
      </dgm:t>
    </dgm:pt>
    <dgm:pt modelId="{7D84DD77-8F97-4694-B985-30AAB4D5A3E9}" type="parTrans" cxnId="{495E897C-999D-4956-A6D6-8ACBB6F87DE7}">
      <dgm:prSet/>
      <dgm:spPr/>
    </dgm:pt>
    <dgm:pt modelId="{C780004F-90BE-481B-9436-AAD3BB70ECCB}" type="sibTrans" cxnId="{495E897C-999D-4956-A6D6-8ACBB6F87DE7}">
      <dgm:prSet/>
      <dgm:spPr/>
    </dgm:pt>
    <dgm:pt modelId="{DD9D694D-886B-48E2-9CBC-8BA798C1B12C}" type="pres">
      <dgm:prSet presAssocID="{A45A1122-E55A-4758-BC8F-1D3FE5D44897}" presName="Name0" presStyleCnt="0">
        <dgm:presLayoutVars>
          <dgm:dir/>
          <dgm:animLvl val="lvl"/>
          <dgm:resizeHandles val="exact"/>
        </dgm:presLayoutVars>
      </dgm:prSet>
      <dgm:spPr/>
      <dgm:t>
        <a:bodyPr/>
        <a:lstStyle/>
        <a:p>
          <a:endParaRPr lang="en-IN"/>
        </a:p>
      </dgm:t>
    </dgm:pt>
    <dgm:pt modelId="{A085DC9E-9559-4E02-A2D6-5248CC88FF87}" type="pres">
      <dgm:prSet presAssocID="{256031BF-5453-4DE5-AB59-D91583862AF7}" presName="composite" presStyleCnt="0"/>
      <dgm:spPr/>
    </dgm:pt>
    <dgm:pt modelId="{AD890365-7404-407F-B31D-4E7C4AC8FB2E}" type="pres">
      <dgm:prSet presAssocID="{256031BF-5453-4DE5-AB59-D91583862AF7}" presName="parTx" presStyleLbl="alignNode1" presStyleIdx="0" presStyleCnt="1">
        <dgm:presLayoutVars>
          <dgm:chMax val="0"/>
          <dgm:chPref val="0"/>
          <dgm:bulletEnabled val="1"/>
        </dgm:presLayoutVars>
      </dgm:prSet>
      <dgm:spPr/>
      <dgm:t>
        <a:bodyPr/>
        <a:lstStyle/>
        <a:p>
          <a:endParaRPr lang="en-IN"/>
        </a:p>
      </dgm:t>
    </dgm:pt>
    <dgm:pt modelId="{EB4B4D83-B952-4B40-B8D8-A3DB1C7B74A2}" type="pres">
      <dgm:prSet presAssocID="{256031BF-5453-4DE5-AB59-D91583862AF7}" presName="desTx" presStyleLbl="alignAccFollowNode1" presStyleIdx="0" presStyleCnt="1">
        <dgm:presLayoutVars>
          <dgm:bulletEnabled val="1"/>
        </dgm:presLayoutVars>
      </dgm:prSet>
      <dgm:spPr/>
      <dgm:t>
        <a:bodyPr/>
        <a:lstStyle/>
        <a:p>
          <a:endParaRPr lang="en-IN"/>
        </a:p>
      </dgm:t>
    </dgm:pt>
  </dgm:ptLst>
  <dgm:cxnLst>
    <dgm:cxn modelId="{495E897C-999D-4956-A6D6-8ACBB6F87DE7}" srcId="{256031BF-5453-4DE5-AB59-D91583862AF7}" destId="{86E4B841-5590-43AA-90CD-1A59B54034E5}" srcOrd="2" destOrd="0" parTransId="{7D84DD77-8F97-4694-B985-30AAB4D5A3E9}" sibTransId="{C780004F-90BE-481B-9436-AAD3BB70ECCB}"/>
    <dgm:cxn modelId="{7D5829EB-15ED-41B4-94F6-24FBE258E6DE}" type="presOf" srcId="{AD629F77-FB81-4A6A-B4BE-B49EF6BF4791}" destId="{EB4B4D83-B952-4B40-B8D8-A3DB1C7B74A2}" srcOrd="0" destOrd="0" presId="urn:microsoft.com/office/officeart/2005/8/layout/hList1"/>
    <dgm:cxn modelId="{51F08BD6-AEAA-4448-AACB-4ED0048DE591}" type="presOf" srcId="{86E4B841-5590-43AA-90CD-1A59B54034E5}" destId="{EB4B4D83-B952-4B40-B8D8-A3DB1C7B74A2}" srcOrd="0" destOrd="2" presId="urn:microsoft.com/office/officeart/2005/8/layout/hList1"/>
    <dgm:cxn modelId="{293FB863-F6AF-4924-96ED-6F650366925A}" type="presOf" srcId="{256031BF-5453-4DE5-AB59-D91583862AF7}" destId="{AD890365-7404-407F-B31D-4E7C4AC8FB2E}" srcOrd="0" destOrd="0" presId="urn:microsoft.com/office/officeart/2005/8/layout/hList1"/>
    <dgm:cxn modelId="{B87E3198-AA5A-458B-A774-2CC550AEA776}" srcId="{A45A1122-E55A-4758-BC8F-1D3FE5D44897}" destId="{256031BF-5453-4DE5-AB59-D91583862AF7}" srcOrd="0" destOrd="0" parTransId="{8255E2F4-50B7-4645-8DD1-FA147698365F}" sibTransId="{A66CD8E4-EA95-4A08-879C-E570357DF828}"/>
    <dgm:cxn modelId="{34E4B1D8-E3BE-4F9A-B60F-82342DBA33C3}" type="presOf" srcId="{73AC36E6-E01B-4F91-BD6A-0E7BD38EC6DC}" destId="{EB4B4D83-B952-4B40-B8D8-A3DB1C7B74A2}" srcOrd="0" destOrd="1" presId="urn:microsoft.com/office/officeart/2005/8/layout/hList1"/>
    <dgm:cxn modelId="{16343DAD-93B6-4938-8A53-CCDB693669A8}" srcId="{256031BF-5453-4DE5-AB59-D91583862AF7}" destId="{1FD0FD5A-A33D-4531-8FC1-A2F39EBE7169}" srcOrd="3" destOrd="0" parTransId="{F2FF02CE-9DAF-415C-B515-C52674EC578C}" sibTransId="{31B13B33-DB70-488D-8E35-BA05734C94CA}"/>
    <dgm:cxn modelId="{46AB034D-DEA3-4203-9E33-8B22889059E5}" srcId="{256031BF-5453-4DE5-AB59-D91583862AF7}" destId="{73AC36E6-E01B-4F91-BD6A-0E7BD38EC6DC}" srcOrd="1" destOrd="0" parTransId="{EC70A0AC-50E8-492A-992E-BF82E3EC3A4B}" sibTransId="{F591891F-166B-4960-BC10-5B2ACDF1BEBA}"/>
    <dgm:cxn modelId="{042A4D79-4C64-4435-BB50-45ED477BCB0F}" type="presOf" srcId="{1FD0FD5A-A33D-4531-8FC1-A2F39EBE7169}" destId="{EB4B4D83-B952-4B40-B8D8-A3DB1C7B74A2}" srcOrd="0" destOrd="3" presId="urn:microsoft.com/office/officeart/2005/8/layout/hList1"/>
    <dgm:cxn modelId="{29FB2634-98F5-493E-807D-2A277FE5E790}" type="presOf" srcId="{A45A1122-E55A-4758-BC8F-1D3FE5D44897}" destId="{DD9D694D-886B-48E2-9CBC-8BA798C1B12C}" srcOrd="0" destOrd="0" presId="urn:microsoft.com/office/officeart/2005/8/layout/hList1"/>
    <dgm:cxn modelId="{7DE13416-838F-4E5A-8547-1D6C0691A4D1}" srcId="{256031BF-5453-4DE5-AB59-D91583862AF7}" destId="{AD629F77-FB81-4A6A-B4BE-B49EF6BF4791}" srcOrd="0" destOrd="0" parTransId="{4496A0F6-F3BC-47D4-AE90-2CB666269DBF}" sibTransId="{FA124003-6B9D-4B5E-896E-30829604D80E}"/>
    <dgm:cxn modelId="{23523CE1-1601-460C-B818-842EA0F9A44C}" type="presParOf" srcId="{DD9D694D-886B-48E2-9CBC-8BA798C1B12C}" destId="{A085DC9E-9559-4E02-A2D6-5248CC88FF87}" srcOrd="0" destOrd="0" presId="urn:microsoft.com/office/officeart/2005/8/layout/hList1"/>
    <dgm:cxn modelId="{E710D9E3-2FA9-428C-9982-E7C0269D2E4F}" type="presParOf" srcId="{A085DC9E-9559-4E02-A2D6-5248CC88FF87}" destId="{AD890365-7404-407F-B31D-4E7C4AC8FB2E}" srcOrd="0" destOrd="0" presId="urn:microsoft.com/office/officeart/2005/8/layout/hList1"/>
    <dgm:cxn modelId="{EE9ABEF2-6D52-4D50-9813-FF0880E0F10C}" type="presParOf" srcId="{A085DC9E-9559-4E02-A2D6-5248CC88FF87}" destId="{EB4B4D83-B952-4B40-B8D8-A3DB1C7B74A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A7FBB5-9356-4A1C-AE25-DB140B97959B}" type="doc">
      <dgm:prSet loTypeId="urn:microsoft.com/office/officeart/2009/3/layout/RandomtoResultProcess" loCatId="process" qsTypeId="urn:microsoft.com/office/officeart/2005/8/quickstyle/simple1" qsCatId="simple" csTypeId="urn:microsoft.com/office/officeart/2005/8/colors/accent1_2" csCatId="accent1" phldr="1"/>
      <dgm:spPr/>
    </dgm:pt>
    <dgm:pt modelId="{A17149F3-52F9-4BB9-883F-5FBD8B04D120}">
      <dgm:prSet phldrT="[Text]" custT="1"/>
      <dgm:spPr/>
      <dgm:t>
        <a:bodyPr/>
        <a:lstStyle/>
        <a:p>
          <a:r>
            <a:rPr lang="en-US" altLang="en-US" sz="2000" dirty="0"/>
            <a:t>Animal </a:t>
          </a:r>
        </a:p>
        <a:p>
          <a:r>
            <a:rPr lang="en-US" altLang="en-US" sz="2000" dirty="0"/>
            <a:t>Breathes</a:t>
          </a:r>
          <a:endParaRPr lang="en-IN" sz="2000" dirty="0"/>
        </a:p>
      </dgm:t>
    </dgm:pt>
    <dgm:pt modelId="{97B7D5C3-F7BB-4569-B4A1-C12523DBBA1E}" type="parTrans" cxnId="{B4C036BD-5373-495F-B485-5E4361C5B3CD}">
      <dgm:prSet/>
      <dgm:spPr/>
      <dgm:t>
        <a:bodyPr/>
        <a:lstStyle/>
        <a:p>
          <a:endParaRPr lang="en-IN" sz="2400"/>
        </a:p>
      </dgm:t>
    </dgm:pt>
    <dgm:pt modelId="{F8FDD3CB-3D7B-4982-A2D4-01D14644A1EC}" type="sibTrans" cxnId="{B4C036BD-5373-495F-B485-5E4361C5B3CD}">
      <dgm:prSet/>
      <dgm:spPr/>
      <dgm:t>
        <a:bodyPr/>
        <a:lstStyle/>
        <a:p>
          <a:endParaRPr lang="en-IN" sz="2400"/>
        </a:p>
      </dgm:t>
    </dgm:pt>
    <dgm:pt modelId="{90637B15-D9F3-4D9F-A103-4C39BB5C727D}">
      <dgm:prSet phldrT="[Text]" custT="1"/>
      <dgm:spPr/>
      <dgm:t>
        <a:bodyPr/>
        <a:lstStyle/>
        <a:p>
          <a:r>
            <a:rPr lang="en-US" altLang="en-US" sz="2000" dirty="0"/>
            <a:t>Olfactory receptors respond to molecules</a:t>
          </a:r>
          <a:endParaRPr lang="en-IN" sz="2000" dirty="0"/>
        </a:p>
      </dgm:t>
    </dgm:pt>
    <dgm:pt modelId="{47D63398-690D-4D26-8619-7FF933FDF8E7}" type="parTrans" cxnId="{AC6BEF1D-D4AD-4485-B8F5-258D3C7D0FE0}">
      <dgm:prSet/>
      <dgm:spPr/>
      <dgm:t>
        <a:bodyPr/>
        <a:lstStyle/>
        <a:p>
          <a:endParaRPr lang="en-IN" sz="2400"/>
        </a:p>
      </dgm:t>
    </dgm:pt>
    <dgm:pt modelId="{C4A06FBB-CFCB-42C8-A470-E79CE1FCBCD8}" type="sibTrans" cxnId="{AC6BEF1D-D4AD-4485-B8F5-258D3C7D0FE0}">
      <dgm:prSet/>
      <dgm:spPr/>
      <dgm:t>
        <a:bodyPr/>
        <a:lstStyle/>
        <a:p>
          <a:endParaRPr lang="en-IN" sz="2400"/>
        </a:p>
      </dgm:t>
    </dgm:pt>
    <dgm:pt modelId="{C1FA04DE-E4D7-4617-B1BF-72006393BABF}">
      <dgm:prSet phldrT="[Text]" custT="1"/>
      <dgm:spPr/>
      <dgm:t>
        <a:bodyPr/>
        <a:lstStyle/>
        <a:p>
          <a:r>
            <a:rPr lang="en-US" altLang="en-US" sz="2000" dirty="0"/>
            <a:t>Impulse fired and sent to the brain for interpretation</a:t>
          </a:r>
          <a:endParaRPr lang="en-IN" sz="2000" dirty="0"/>
        </a:p>
      </dgm:t>
    </dgm:pt>
    <dgm:pt modelId="{0215AF7C-735E-4811-8EBC-ABFC175FA502}" type="parTrans" cxnId="{4892D3CE-B0D5-4EF5-9C2E-041647D32FF7}">
      <dgm:prSet/>
      <dgm:spPr/>
      <dgm:t>
        <a:bodyPr/>
        <a:lstStyle/>
        <a:p>
          <a:endParaRPr lang="en-IN" sz="2400"/>
        </a:p>
      </dgm:t>
    </dgm:pt>
    <dgm:pt modelId="{F13446E8-A585-4A17-B0C0-D308CD56BF36}" type="sibTrans" cxnId="{4892D3CE-B0D5-4EF5-9C2E-041647D32FF7}">
      <dgm:prSet/>
      <dgm:spPr/>
      <dgm:t>
        <a:bodyPr/>
        <a:lstStyle/>
        <a:p>
          <a:endParaRPr lang="en-IN" sz="2400"/>
        </a:p>
      </dgm:t>
    </dgm:pt>
    <dgm:pt modelId="{66005ABC-CCC0-447C-9601-0F45A1D3611E}" type="pres">
      <dgm:prSet presAssocID="{40A7FBB5-9356-4A1C-AE25-DB140B97959B}" presName="Name0" presStyleCnt="0">
        <dgm:presLayoutVars>
          <dgm:dir/>
          <dgm:animOne val="branch"/>
          <dgm:animLvl val="lvl"/>
        </dgm:presLayoutVars>
      </dgm:prSet>
      <dgm:spPr/>
    </dgm:pt>
    <dgm:pt modelId="{B43774AF-FC85-46AB-9A6B-3DCE97733E5A}" type="pres">
      <dgm:prSet presAssocID="{A17149F3-52F9-4BB9-883F-5FBD8B04D120}" presName="chaos" presStyleCnt="0"/>
      <dgm:spPr/>
    </dgm:pt>
    <dgm:pt modelId="{0471C3D2-704F-4145-8349-745C830BA353}" type="pres">
      <dgm:prSet presAssocID="{A17149F3-52F9-4BB9-883F-5FBD8B04D120}" presName="parTx1" presStyleLbl="revTx" presStyleIdx="0" presStyleCnt="2"/>
      <dgm:spPr/>
      <dgm:t>
        <a:bodyPr/>
        <a:lstStyle/>
        <a:p>
          <a:endParaRPr lang="en-IN"/>
        </a:p>
      </dgm:t>
    </dgm:pt>
    <dgm:pt modelId="{631BC554-BDD9-4754-8903-B5221CDB6A75}" type="pres">
      <dgm:prSet presAssocID="{A17149F3-52F9-4BB9-883F-5FBD8B04D120}" presName="c1" presStyleLbl="node1" presStyleIdx="0" presStyleCnt="19"/>
      <dgm:spPr/>
    </dgm:pt>
    <dgm:pt modelId="{77059C8E-6F91-4D56-99BC-84D95150D26C}" type="pres">
      <dgm:prSet presAssocID="{A17149F3-52F9-4BB9-883F-5FBD8B04D120}" presName="c2" presStyleLbl="node1" presStyleIdx="1" presStyleCnt="19"/>
      <dgm:spPr/>
    </dgm:pt>
    <dgm:pt modelId="{DF685619-66E4-4FF0-BE68-ECA9DF8A6643}" type="pres">
      <dgm:prSet presAssocID="{A17149F3-52F9-4BB9-883F-5FBD8B04D120}" presName="c3" presStyleLbl="node1" presStyleIdx="2" presStyleCnt="19"/>
      <dgm:spPr/>
    </dgm:pt>
    <dgm:pt modelId="{20436B38-DF10-4B48-A131-7100E1A97EC8}" type="pres">
      <dgm:prSet presAssocID="{A17149F3-52F9-4BB9-883F-5FBD8B04D120}" presName="c4" presStyleLbl="node1" presStyleIdx="3" presStyleCnt="19"/>
      <dgm:spPr/>
    </dgm:pt>
    <dgm:pt modelId="{873B744B-1BAB-4903-8742-18CB1AF2A376}" type="pres">
      <dgm:prSet presAssocID="{A17149F3-52F9-4BB9-883F-5FBD8B04D120}" presName="c5" presStyleLbl="node1" presStyleIdx="4" presStyleCnt="19"/>
      <dgm:spPr/>
    </dgm:pt>
    <dgm:pt modelId="{C091AAD3-0F58-43E8-963F-54223E20E54B}" type="pres">
      <dgm:prSet presAssocID="{A17149F3-52F9-4BB9-883F-5FBD8B04D120}" presName="c6" presStyleLbl="node1" presStyleIdx="5" presStyleCnt="19"/>
      <dgm:spPr/>
    </dgm:pt>
    <dgm:pt modelId="{8AB150E2-426E-4F8C-9D97-2C894C1749BA}" type="pres">
      <dgm:prSet presAssocID="{A17149F3-52F9-4BB9-883F-5FBD8B04D120}" presName="c7" presStyleLbl="node1" presStyleIdx="6" presStyleCnt="19"/>
      <dgm:spPr/>
    </dgm:pt>
    <dgm:pt modelId="{04AA9ED6-58EE-4187-9E58-81CFF9D88655}" type="pres">
      <dgm:prSet presAssocID="{A17149F3-52F9-4BB9-883F-5FBD8B04D120}" presName="c8" presStyleLbl="node1" presStyleIdx="7" presStyleCnt="19"/>
      <dgm:spPr/>
    </dgm:pt>
    <dgm:pt modelId="{96B07404-40A3-4711-850F-33BD1FACCC57}" type="pres">
      <dgm:prSet presAssocID="{A17149F3-52F9-4BB9-883F-5FBD8B04D120}" presName="c9" presStyleLbl="node1" presStyleIdx="8" presStyleCnt="19"/>
      <dgm:spPr/>
    </dgm:pt>
    <dgm:pt modelId="{18D85B53-567A-4080-9D38-CC4275DCF446}" type="pres">
      <dgm:prSet presAssocID="{A17149F3-52F9-4BB9-883F-5FBD8B04D120}" presName="c10" presStyleLbl="node1" presStyleIdx="9" presStyleCnt="19"/>
      <dgm:spPr/>
    </dgm:pt>
    <dgm:pt modelId="{1BA70101-7A89-4E23-AC9E-30448FEDB745}" type="pres">
      <dgm:prSet presAssocID="{A17149F3-52F9-4BB9-883F-5FBD8B04D120}" presName="c11" presStyleLbl="node1" presStyleIdx="10" presStyleCnt="19"/>
      <dgm:spPr/>
    </dgm:pt>
    <dgm:pt modelId="{A204F910-B97F-407A-9158-76E49BF84291}" type="pres">
      <dgm:prSet presAssocID="{A17149F3-52F9-4BB9-883F-5FBD8B04D120}" presName="c12" presStyleLbl="node1" presStyleIdx="11" presStyleCnt="19"/>
      <dgm:spPr/>
    </dgm:pt>
    <dgm:pt modelId="{51174BBE-7420-45EF-A10A-74FACD1D5656}" type="pres">
      <dgm:prSet presAssocID="{A17149F3-52F9-4BB9-883F-5FBD8B04D120}" presName="c13" presStyleLbl="node1" presStyleIdx="12" presStyleCnt="19"/>
      <dgm:spPr/>
    </dgm:pt>
    <dgm:pt modelId="{649E1B89-BC1D-4E7F-8399-201A4E7D1B0E}" type="pres">
      <dgm:prSet presAssocID="{A17149F3-52F9-4BB9-883F-5FBD8B04D120}" presName="c14" presStyleLbl="node1" presStyleIdx="13" presStyleCnt="19"/>
      <dgm:spPr/>
    </dgm:pt>
    <dgm:pt modelId="{8AC6D6E9-2F89-4406-BF74-F497A890EE3D}" type="pres">
      <dgm:prSet presAssocID="{A17149F3-52F9-4BB9-883F-5FBD8B04D120}" presName="c15" presStyleLbl="node1" presStyleIdx="14" presStyleCnt="19"/>
      <dgm:spPr/>
    </dgm:pt>
    <dgm:pt modelId="{E0DF0DD2-CBF7-436B-87C5-18C79C370836}" type="pres">
      <dgm:prSet presAssocID="{A17149F3-52F9-4BB9-883F-5FBD8B04D120}" presName="c16" presStyleLbl="node1" presStyleIdx="15" presStyleCnt="19"/>
      <dgm:spPr/>
    </dgm:pt>
    <dgm:pt modelId="{960F0C93-BD65-413F-BA9B-23AE60499BBA}" type="pres">
      <dgm:prSet presAssocID="{A17149F3-52F9-4BB9-883F-5FBD8B04D120}" presName="c17" presStyleLbl="node1" presStyleIdx="16" presStyleCnt="19"/>
      <dgm:spPr/>
    </dgm:pt>
    <dgm:pt modelId="{94D42536-4FFF-4E31-B758-6D897D05C26C}" type="pres">
      <dgm:prSet presAssocID="{A17149F3-52F9-4BB9-883F-5FBD8B04D120}" presName="c18" presStyleLbl="node1" presStyleIdx="17" presStyleCnt="19"/>
      <dgm:spPr/>
    </dgm:pt>
    <dgm:pt modelId="{6C62C782-7405-4EB7-9D3B-2AC627022835}" type="pres">
      <dgm:prSet presAssocID="{F8FDD3CB-3D7B-4982-A2D4-01D14644A1EC}" presName="chevronComposite1" presStyleCnt="0"/>
      <dgm:spPr/>
    </dgm:pt>
    <dgm:pt modelId="{2867E3AF-3368-4BB5-80B4-907415A51623}" type="pres">
      <dgm:prSet presAssocID="{F8FDD3CB-3D7B-4982-A2D4-01D14644A1EC}" presName="chevron1" presStyleLbl="sibTrans2D1" presStyleIdx="0" presStyleCnt="2"/>
      <dgm:spPr/>
    </dgm:pt>
    <dgm:pt modelId="{1FE826DA-9D71-4127-AF42-8C33DFBF23CB}" type="pres">
      <dgm:prSet presAssocID="{F8FDD3CB-3D7B-4982-A2D4-01D14644A1EC}" presName="spChevron1" presStyleCnt="0"/>
      <dgm:spPr/>
    </dgm:pt>
    <dgm:pt modelId="{38725BC3-CF1A-45ED-8B92-E5E215903EEE}" type="pres">
      <dgm:prSet presAssocID="{90637B15-D9F3-4D9F-A103-4C39BB5C727D}" presName="middle" presStyleCnt="0"/>
      <dgm:spPr/>
    </dgm:pt>
    <dgm:pt modelId="{972ED50B-9DE3-4E25-BE6D-CC9427B79F17}" type="pres">
      <dgm:prSet presAssocID="{90637B15-D9F3-4D9F-A103-4C39BB5C727D}" presName="parTxMid" presStyleLbl="revTx" presStyleIdx="1" presStyleCnt="2"/>
      <dgm:spPr/>
      <dgm:t>
        <a:bodyPr/>
        <a:lstStyle/>
        <a:p>
          <a:endParaRPr lang="en-IN"/>
        </a:p>
      </dgm:t>
    </dgm:pt>
    <dgm:pt modelId="{47BB2F80-8019-4A80-9383-F10DD19F48D5}" type="pres">
      <dgm:prSet presAssocID="{90637B15-D9F3-4D9F-A103-4C39BB5C727D}" presName="spMid" presStyleCnt="0"/>
      <dgm:spPr/>
    </dgm:pt>
    <dgm:pt modelId="{6B41DDB3-E0DC-45F2-8D02-70B53623F7E4}" type="pres">
      <dgm:prSet presAssocID="{C4A06FBB-CFCB-42C8-A470-E79CE1FCBCD8}" presName="chevronComposite1" presStyleCnt="0"/>
      <dgm:spPr/>
    </dgm:pt>
    <dgm:pt modelId="{B93437DE-FE57-45D0-BE18-027B0F5875D1}" type="pres">
      <dgm:prSet presAssocID="{C4A06FBB-CFCB-42C8-A470-E79CE1FCBCD8}" presName="chevron1" presStyleLbl="sibTrans2D1" presStyleIdx="1" presStyleCnt="2"/>
      <dgm:spPr/>
    </dgm:pt>
    <dgm:pt modelId="{A3808AF6-F351-4D9C-9AC0-BBEE5161ADFA}" type="pres">
      <dgm:prSet presAssocID="{C4A06FBB-CFCB-42C8-A470-E79CE1FCBCD8}" presName="spChevron1" presStyleCnt="0"/>
      <dgm:spPr/>
    </dgm:pt>
    <dgm:pt modelId="{B2CF8CF8-94D7-4391-9A28-CD4ED961722F}" type="pres">
      <dgm:prSet presAssocID="{C1FA04DE-E4D7-4617-B1BF-72006393BABF}" presName="last" presStyleCnt="0"/>
      <dgm:spPr/>
    </dgm:pt>
    <dgm:pt modelId="{A96A3C30-6F78-45C9-BE7D-FC12FA87A7BC}" type="pres">
      <dgm:prSet presAssocID="{C1FA04DE-E4D7-4617-B1BF-72006393BABF}" presName="circleTx" presStyleLbl="node1" presStyleIdx="18" presStyleCnt="19" custScaleX="132957"/>
      <dgm:spPr/>
      <dgm:t>
        <a:bodyPr/>
        <a:lstStyle/>
        <a:p>
          <a:endParaRPr lang="en-IN"/>
        </a:p>
      </dgm:t>
    </dgm:pt>
    <dgm:pt modelId="{C12ACB36-FB8A-4F0F-A9AD-4184A6ABAAFC}" type="pres">
      <dgm:prSet presAssocID="{C1FA04DE-E4D7-4617-B1BF-72006393BABF}" presName="spN" presStyleCnt="0"/>
      <dgm:spPr/>
    </dgm:pt>
  </dgm:ptLst>
  <dgm:cxnLst>
    <dgm:cxn modelId="{2523D794-6DE9-4918-BB86-89581BEE7FA4}" type="presOf" srcId="{40A7FBB5-9356-4A1C-AE25-DB140B97959B}" destId="{66005ABC-CCC0-447C-9601-0F45A1D3611E}" srcOrd="0" destOrd="0" presId="urn:microsoft.com/office/officeart/2009/3/layout/RandomtoResultProcess"/>
    <dgm:cxn modelId="{AC6BEF1D-D4AD-4485-B8F5-258D3C7D0FE0}" srcId="{40A7FBB5-9356-4A1C-AE25-DB140B97959B}" destId="{90637B15-D9F3-4D9F-A103-4C39BB5C727D}" srcOrd="1" destOrd="0" parTransId="{47D63398-690D-4D26-8619-7FF933FDF8E7}" sibTransId="{C4A06FBB-CFCB-42C8-A470-E79CE1FCBCD8}"/>
    <dgm:cxn modelId="{B4C036BD-5373-495F-B485-5E4361C5B3CD}" srcId="{40A7FBB5-9356-4A1C-AE25-DB140B97959B}" destId="{A17149F3-52F9-4BB9-883F-5FBD8B04D120}" srcOrd="0" destOrd="0" parTransId="{97B7D5C3-F7BB-4569-B4A1-C12523DBBA1E}" sibTransId="{F8FDD3CB-3D7B-4982-A2D4-01D14644A1EC}"/>
    <dgm:cxn modelId="{DD53523C-407E-4645-9048-4A82FA20FAD8}" type="presOf" srcId="{A17149F3-52F9-4BB9-883F-5FBD8B04D120}" destId="{0471C3D2-704F-4145-8349-745C830BA353}" srcOrd="0" destOrd="0" presId="urn:microsoft.com/office/officeart/2009/3/layout/RandomtoResultProcess"/>
    <dgm:cxn modelId="{1F2FFAD2-A480-4D12-A9D5-C4851493075A}" type="presOf" srcId="{C1FA04DE-E4D7-4617-B1BF-72006393BABF}" destId="{A96A3C30-6F78-45C9-BE7D-FC12FA87A7BC}" srcOrd="0" destOrd="0" presId="urn:microsoft.com/office/officeart/2009/3/layout/RandomtoResultProcess"/>
    <dgm:cxn modelId="{4892D3CE-B0D5-4EF5-9C2E-041647D32FF7}" srcId="{40A7FBB5-9356-4A1C-AE25-DB140B97959B}" destId="{C1FA04DE-E4D7-4617-B1BF-72006393BABF}" srcOrd="2" destOrd="0" parTransId="{0215AF7C-735E-4811-8EBC-ABFC175FA502}" sibTransId="{F13446E8-A585-4A17-B0C0-D308CD56BF36}"/>
    <dgm:cxn modelId="{0E5227EA-99B2-4328-B4AB-96CEA6D119CA}" type="presOf" srcId="{90637B15-D9F3-4D9F-A103-4C39BB5C727D}" destId="{972ED50B-9DE3-4E25-BE6D-CC9427B79F17}" srcOrd="0" destOrd="0" presId="urn:microsoft.com/office/officeart/2009/3/layout/RandomtoResultProcess"/>
    <dgm:cxn modelId="{D38E354F-A16B-4B3C-96A4-CBB9FE5DC6DE}" type="presParOf" srcId="{66005ABC-CCC0-447C-9601-0F45A1D3611E}" destId="{B43774AF-FC85-46AB-9A6B-3DCE97733E5A}" srcOrd="0" destOrd="0" presId="urn:microsoft.com/office/officeart/2009/3/layout/RandomtoResultProcess"/>
    <dgm:cxn modelId="{3D6B4201-230B-4C46-9DD2-D8497F646E0E}" type="presParOf" srcId="{B43774AF-FC85-46AB-9A6B-3DCE97733E5A}" destId="{0471C3D2-704F-4145-8349-745C830BA353}" srcOrd="0" destOrd="0" presId="urn:microsoft.com/office/officeart/2009/3/layout/RandomtoResultProcess"/>
    <dgm:cxn modelId="{092043DB-3D91-4E9B-B729-8B9712701261}" type="presParOf" srcId="{B43774AF-FC85-46AB-9A6B-3DCE97733E5A}" destId="{631BC554-BDD9-4754-8903-B5221CDB6A75}" srcOrd="1" destOrd="0" presId="urn:microsoft.com/office/officeart/2009/3/layout/RandomtoResultProcess"/>
    <dgm:cxn modelId="{4BBCE740-DADC-4894-A446-850BDF3EA130}" type="presParOf" srcId="{B43774AF-FC85-46AB-9A6B-3DCE97733E5A}" destId="{77059C8E-6F91-4D56-99BC-84D95150D26C}" srcOrd="2" destOrd="0" presId="urn:microsoft.com/office/officeart/2009/3/layout/RandomtoResultProcess"/>
    <dgm:cxn modelId="{75A998AB-95D4-4E48-ACB3-423FE9A3D48D}" type="presParOf" srcId="{B43774AF-FC85-46AB-9A6B-3DCE97733E5A}" destId="{DF685619-66E4-4FF0-BE68-ECA9DF8A6643}" srcOrd="3" destOrd="0" presId="urn:microsoft.com/office/officeart/2009/3/layout/RandomtoResultProcess"/>
    <dgm:cxn modelId="{E8588F27-0FF4-467A-9A8A-040BA2D3571A}" type="presParOf" srcId="{B43774AF-FC85-46AB-9A6B-3DCE97733E5A}" destId="{20436B38-DF10-4B48-A131-7100E1A97EC8}" srcOrd="4" destOrd="0" presId="urn:microsoft.com/office/officeart/2009/3/layout/RandomtoResultProcess"/>
    <dgm:cxn modelId="{6993A427-9A27-4642-8F2E-EFEF824A13E1}" type="presParOf" srcId="{B43774AF-FC85-46AB-9A6B-3DCE97733E5A}" destId="{873B744B-1BAB-4903-8742-18CB1AF2A376}" srcOrd="5" destOrd="0" presId="urn:microsoft.com/office/officeart/2009/3/layout/RandomtoResultProcess"/>
    <dgm:cxn modelId="{CC8F8BB4-2DD7-4506-8FB2-07D546F760B6}" type="presParOf" srcId="{B43774AF-FC85-46AB-9A6B-3DCE97733E5A}" destId="{C091AAD3-0F58-43E8-963F-54223E20E54B}" srcOrd="6" destOrd="0" presId="urn:microsoft.com/office/officeart/2009/3/layout/RandomtoResultProcess"/>
    <dgm:cxn modelId="{52BE999B-DBA1-445B-B923-5281BDB3C546}" type="presParOf" srcId="{B43774AF-FC85-46AB-9A6B-3DCE97733E5A}" destId="{8AB150E2-426E-4F8C-9D97-2C894C1749BA}" srcOrd="7" destOrd="0" presId="urn:microsoft.com/office/officeart/2009/3/layout/RandomtoResultProcess"/>
    <dgm:cxn modelId="{578AF9EF-9B0B-46CD-B196-79D5D08FB013}" type="presParOf" srcId="{B43774AF-FC85-46AB-9A6B-3DCE97733E5A}" destId="{04AA9ED6-58EE-4187-9E58-81CFF9D88655}" srcOrd="8" destOrd="0" presId="urn:microsoft.com/office/officeart/2009/3/layout/RandomtoResultProcess"/>
    <dgm:cxn modelId="{27F8EBBC-BDF1-4AF7-A7B8-79F36001D5F0}" type="presParOf" srcId="{B43774AF-FC85-46AB-9A6B-3DCE97733E5A}" destId="{96B07404-40A3-4711-850F-33BD1FACCC57}" srcOrd="9" destOrd="0" presId="urn:microsoft.com/office/officeart/2009/3/layout/RandomtoResultProcess"/>
    <dgm:cxn modelId="{9A09F53C-5971-44C9-88A3-16ADD0E55DEC}" type="presParOf" srcId="{B43774AF-FC85-46AB-9A6B-3DCE97733E5A}" destId="{18D85B53-567A-4080-9D38-CC4275DCF446}" srcOrd="10" destOrd="0" presId="urn:microsoft.com/office/officeart/2009/3/layout/RandomtoResultProcess"/>
    <dgm:cxn modelId="{66B40C65-9DF1-4290-B497-CF7A263004A4}" type="presParOf" srcId="{B43774AF-FC85-46AB-9A6B-3DCE97733E5A}" destId="{1BA70101-7A89-4E23-AC9E-30448FEDB745}" srcOrd="11" destOrd="0" presId="urn:microsoft.com/office/officeart/2009/3/layout/RandomtoResultProcess"/>
    <dgm:cxn modelId="{1A38010E-E495-49E5-97E8-66A4592CFABD}" type="presParOf" srcId="{B43774AF-FC85-46AB-9A6B-3DCE97733E5A}" destId="{A204F910-B97F-407A-9158-76E49BF84291}" srcOrd="12" destOrd="0" presId="urn:microsoft.com/office/officeart/2009/3/layout/RandomtoResultProcess"/>
    <dgm:cxn modelId="{B50D85C2-07AD-490F-AB35-3D9707537E55}" type="presParOf" srcId="{B43774AF-FC85-46AB-9A6B-3DCE97733E5A}" destId="{51174BBE-7420-45EF-A10A-74FACD1D5656}" srcOrd="13" destOrd="0" presId="urn:microsoft.com/office/officeart/2009/3/layout/RandomtoResultProcess"/>
    <dgm:cxn modelId="{525E0197-9A9F-4CEF-BA2E-9876C94455FD}" type="presParOf" srcId="{B43774AF-FC85-46AB-9A6B-3DCE97733E5A}" destId="{649E1B89-BC1D-4E7F-8399-201A4E7D1B0E}" srcOrd="14" destOrd="0" presId="urn:microsoft.com/office/officeart/2009/3/layout/RandomtoResultProcess"/>
    <dgm:cxn modelId="{6AF45F53-F884-4012-8E60-7897FF95BDAA}" type="presParOf" srcId="{B43774AF-FC85-46AB-9A6B-3DCE97733E5A}" destId="{8AC6D6E9-2F89-4406-BF74-F497A890EE3D}" srcOrd="15" destOrd="0" presId="urn:microsoft.com/office/officeart/2009/3/layout/RandomtoResultProcess"/>
    <dgm:cxn modelId="{01301EE2-7BAE-44E2-A4D4-20BB9B7F2C8A}" type="presParOf" srcId="{B43774AF-FC85-46AB-9A6B-3DCE97733E5A}" destId="{E0DF0DD2-CBF7-436B-87C5-18C79C370836}" srcOrd="16" destOrd="0" presId="urn:microsoft.com/office/officeart/2009/3/layout/RandomtoResultProcess"/>
    <dgm:cxn modelId="{2EFBC53C-F615-4E00-A667-F4327EA26F92}" type="presParOf" srcId="{B43774AF-FC85-46AB-9A6B-3DCE97733E5A}" destId="{960F0C93-BD65-413F-BA9B-23AE60499BBA}" srcOrd="17" destOrd="0" presId="urn:microsoft.com/office/officeart/2009/3/layout/RandomtoResultProcess"/>
    <dgm:cxn modelId="{21C47FFD-2FCB-405A-B003-88211C4E3905}" type="presParOf" srcId="{B43774AF-FC85-46AB-9A6B-3DCE97733E5A}" destId="{94D42536-4FFF-4E31-B758-6D897D05C26C}" srcOrd="18" destOrd="0" presId="urn:microsoft.com/office/officeart/2009/3/layout/RandomtoResultProcess"/>
    <dgm:cxn modelId="{A9848FF9-270E-4D26-B484-87A145F63004}" type="presParOf" srcId="{66005ABC-CCC0-447C-9601-0F45A1D3611E}" destId="{6C62C782-7405-4EB7-9D3B-2AC627022835}" srcOrd="1" destOrd="0" presId="urn:microsoft.com/office/officeart/2009/3/layout/RandomtoResultProcess"/>
    <dgm:cxn modelId="{4BEFD2D9-647C-40AE-88AB-AD6441830741}" type="presParOf" srcId="{6C62C782-7405-4EB7-9D3B-2AC627022835}" destId="{2867E3AF-3368-4BB5-80B4-907415A51623}" srcOrd="0" destOrd="0" presId="urn:microsoft.com/office/officeart/2009/3/layout/RandomtoResultProcess"/>
    <dgm:cxn modelId="{ED953A2E-5950-4097-8E71-37C29CC65BB7}" type="presParOf" srcId="{6C62C782-7405-4EB7-9D3B-2AC627022835}" destId="{1FE826DA-9D71-4127-AF42-8C33DFBF23CB}" srcOrd="1" destOrd="0" presId="urn:microsoft.com/office/officeart/2009/3/layout/RandomtoResultProcess"/>
    <dgm:cxn modelId="{E8BEE225-F99E-4E88-AEFE-584EE7685D76}" type="presParOf" srcId="{66005ABC-CCC0-447C-9601-0F45A1D3611E}" destId="{38725BC3-CF1A-45ED-8B92-E5E215903EEE}" srcOrd="2" destOrd="0" presId="urn:microsoft.com/office/officeart/2009/3/layout/RandomtoResultProcess"/>
    <dgm:cxn modelId="{269C4288-CC9A-40D3-9866-E9CF6A18C082}" type="presParOf" srcId="{38725BC3-CF1A-45ED-8B92-E5E215903EEE}" destId="{972ED50B-9DE3-4E25-BE6D-CC9427B79F17}" srcOrd="0" destOrd="0" presId="urn:microsoft.com/office/officeart/2009/3/layout/RandomtoResultProcess"/>
    <dgm:cxn modelId="{AEDC0FA1-E8C1-4B58-AA5D-6F4D1F853478}" type="presParOf" srcId="{38725BC3-CF1A-45ED-8B92-E5E215903EEE}" destId="{47BB2F80-8019-4A80-9383-F10DD19F48D5}" srcOrd="1" destOrd="0" presId="urn:microsoft.com/office/officeart/2009/3/layout/RandomtoResultProcess"/>
    <dgm:cxn modelId="{1A0DCE04-BBB9-4CB5-9029-D6E1A879B04D}" type="presParOf" srcId="{66005ABC-CCC0-447C-9601-0F45A1D3611E}" destId="{6B41DDB3-E0DC-45F2-8D02-70B53623F7E4}" srcOrd="3" destOrd="0" presId="urn:microsoft.com/office/officeart/2009/3/layout/RandomtoResultProcess"/>
    <dgm:cxn modelId="{EB77E87D-B9E6-4D0B-BD65-DF9F4140EF8A}" type="presParOf" srcId="{6B41DDB3-E0DC-45F2-8D02-70B53623F7E4}" destId="{B93437DE-FE57-45D0-BE18-027B0F5875D1}" srcOrd="0" destOrd="0" presId="urn:microsoft.com/office/officeart/2009/3/layout/RandomtoResultProcess"/>
    <dgm:cxn modelId="{A9175732-63F0-44BC-8422-02B14BB5303B}" type="presParOf" srcId="{6B41DDB3-E0DC-45F2-8D02-70B53623F7E4}" destId="{A3808AF6-F351-4D9C-9AC0-BBEE5161ADFA}" srcOrd="1" destOrd="0" presId="urn:microsoft.com/office/officeart/2009/3/layout/RandomtoResultProcess"/>
    <dgm:cxn modelId="{1BF5C5E6-528F-4AA7-909F-03DC32D5E53C}" type="presParOf" srcId="{66005ABC-CCC0-447C-9601-0F45A1D3611E}" destId="{B2CF8CF8-94D7-4391-9A28-CD4ED961722F}" srcOrd="4" destOrd="0" presId="urn:microsoft.com/office/officeart/2009/3/layout/RandomtoResultProcess"/>
    <dgm:cxn modelId="{9BFC2CA9-4605-4E8F-ABBC-33BF2F48A1BA}" type="presParOf" srcId="{B2CF8CF8-94D7-4391-9A28-CD4ED961722F}" destId="{A96A3C30-6F78-45C9-BE7D-FC12FA87A7BC}" srcOrd="0" destOrd="0" presId="urn:microsoft.com/office/officeart/2009/3/layout/RandomtoResultProcess"/>
    <dgm:cxn modelId="{D5593EAA-FA9B-48F0-AA9F-A2FE99CCD2F9}" type="presParOf" srcId="{B2CF8CF8-94D7-4391-9A28-CD4ED961722F}" destId="{C12ACB36-FB8A-4F0F-A9AD-4184A6ABAAFC}" srcOrd="1"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61D79-8E3A-44A8-9D9E-2EE83E9A04B2}">
      <dsp:nvSpPr>
        <dsp:cNvPr id="0" name=""/>
        <dsp:cNvSpPr/>
      </dsp:nvSpPr>
      <dsp:spPr>
        <a:xfrm>
          <a:off x="0" y="37739"/>
          <a:ext cx="10495280" cy="1699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lvl="0" algn="ctr" defTabSz="1955800">
            <a:lnSpc>
              <a:spcPct val="90000"/>
            </a:lnSpc>
            <a:spcBef>
              <a:spcPct val="0"/>
            </a:spcBef>
            <a:spcAft>
              <a:spcPct val="35000"/>
            </a:spcAft>
          </a:pPr>
          <a:r>
            <a:rPr lang="en-IN" sz="4400" b="1" i="0" kern="1200" dirty="0">
              <a:effectLst>
                <a:outerShdw blurRad="38100" dist="38100" dir="2700000" algn="tl">
                  <a:srgbClr val="000000">
                    <a:alpha val="43137"/>
                  </a:srgbClr>
                </a:outerShdw>
              </a:effectLst>
              <a:latin typeface="+mj-lt"/>
            </a:rPr>
            <a:t>What are sensory receptors?</a:t>
          </a:r>
          <a:endParaRPr lang="en-IN" sz="4400" b="1" kern="1200" dirty="0">
            <a:effectLst>
              <a:outerShdw blurRad="38100" dist="38100" dir="2700000" algn="tl">
                <a:srgbClr val="000000">
                  <a:alpha val="43137"/>
                </a:srgbClr>
              </a:outerShdw>
            </a:effectLst>
            <a:latin typeface="+mj-lt"/>
          </a:endParaRPr>
        </a:p>
      </dsp:txBody>
      <dsp:txXfrm>
        <a:off x="0" y="37739"/>
        <a:ext cx="10495280" cy="1699200"/>
      </dsp:txXfrm>
    </dsp:sp>
    <dsp:sp modelId="{5975DA7B-CB8F-4439-8F70-820B9B07FFC7}">
      <dsp:nvSpPr>
        <dsp:cNvPr id="0" name=""/>
        <dsp:cNvSpPr/>
      </dsp:nvSpPr>
      <dsp:spPr>
        <a:xfrm>
          <a:off x="0" y="1736939"/>
          <a:ext cx="10495280" cy="364398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234696" rIns="312928" bIns="352044" numCol="1" spcCol="1270" anchor="t" anchorCtr="0">
          <a:noAutofit/>
        </a:bodyPr>
        <a:lstStyle/>
        <a:p>
          <a:pPr marL="285750" lvl="1" indent="-285750" algn="just" defTabSz="1955800">
            <a:lnSpc>
              <a:spcPct val="90000"/>
            </a:lnSpc>
            <a:spcBef>
              <a:spcPct val="0"/>
            </a:spcBef>
            <a:spcAft>
              <a:spcPct val="15000"/>
            </a:spcAft>
            <a:buChar char="••"/>
          </a:pPr>
          <a:r>
            <a:rPr lang="en-US" sz="4400" b="0" i="0" kern="1200" dirty="0"/>
            <a:t>Structures that are specialized to respond to the changes (stimuli) in the environment.</a:t>
          </a:r>
          <a:endParaRPr lang="en-IN" sz="4400" kern="1200" dirty="0"/>
        </a:p>
        <a:p>
          <a:pPr marL="285750" lvl="1" indent="-285750" algn="just" defTabSz="1955800">
            <a:lnSpc>
              <a:spcPct val="90000"/>
            </a:lnSpc>
            <a:spcBef>
              <a:spcPct val="0"/>
            </a:spcBef>
            <a:spcAft>
              <a:spcPct val="15000"/>
            </a:spcAft>
            <a:buChar char="••"/>
          </a:pPr>
          <a:r>
            <a:rPr lang="en-US" sz="4400" b="0" i="0" kern="1200" dirty="0"/>
            <a:t>Sensory receptors in periphery detects the stimuli.</a:t>
          </a:r>
          <a:endParaRPr lang="en-IN" sz="4400" kern="1200" dirty="0"/>
        </a:p>
      </dsp:txBody>
      <dsp:txXfrm>
        <a:off x="0" y="1736939"/>
        <a:ext cx="10495280" cy="36439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2DA32-D18C-4985-9D20-8E48DB008A26}">
      <dsp:nvSpPr>
        <dsp:cNvPr id="0" name=""/>
        <dsp:cNvSpPr/>
      </dsp:nvSpPr>
      <dsp:spPr>
        <a:xfrm>
          <a:off x="0" y="4743"/>
          <a:ext cx="10198100" cy="1555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lvl="0" algn="ctr" defTabSz="1955800">
            <a:lnSpc>
              <a:spcPct val="90000"/>
            </a:lnSpc>
            <a:spcBef>
              <a:spcPct val="0"/>
            </a:spcBef>
            <a:spcAft>
              <a:spcPct val="35000"/>
            </a:spcAft>
          </a:pPr>
          <a:r>
            <a:rPr lang="en-IN" sz="4400" b="1" i="0" kern="1200" dirty="0">
              <a:solidFill>
                <a:schemeClr val="bg1"/>
              </a:solidFill>
              <a:effectLst/>
              <a:latin typeface="+mj-lt"/>
            </a:rPr>
            <a:t>WHAT IS SENSOR?</a:t>
          </a:r>
          <a:endParaRPr lang="en-IN" sz="4400" b="1" kern="1200" dirty="0">
            <a:solidFill>
              <a:schemeClr val="bg1"/>
            </a:solidFill>
            <a:effectLst/>
            <a:latin typeface="+mj-lt"/>
          </a:endParaRPr>
        </a:p>
      </dsp:txBody>
      <dsp:txXfrm>
        <a:off x="0" y="4743"/>
        <a:ext cx="10198100" cy="1555200"/>
      </dsp:txXfrm>
    </dsp:sp>
    <dsp:sp modelId="{7DEE102A-506E-426E-83B1-0A643DA0E077}">
      <dsp:nvSpPr>
        <dsp:cNvPr id="0" name=""/>
        <dsp:cNvSpPr/>
      </dsp:nvSpPr>
      <dsp:spPr>
        <a:xfrm>
          <a:off x="0" y="1559943"/>
          <a:ext cx="10198100" cy="38539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56032" rIns="341376" bIns="384048" numCol="1" spcCol="1270" anchor="t" anchorCtr="0">
          <a:noAutofit/>
        </a:bodyPr>
        <a:lstStyle/>
        <a:p>
          <a:pPr marL="285750" lvl="1" indent="-285750" algn="just" defTabSz="2133600">
            <a:lnSpc>
              <a:spcPct val="90000"/>
            </a:lnSpc>
            <a:spcBef>
              <a:spcPct val="0"/>
            </a:spcBef>
            <a:spcAft>
              <a:spcPct val="15000"/>
            </a:spcAft>
            <a:buChar char="••"/>
          </a:pPr>
          <a:r>
            <a:rPr lang="en-US" sz="4800" b="0" i="0" kern="1200" dirty="0">
              <a:solidFill>
                <a:srgbClr val="3B3835"/>
              </a:solidFill>
              <a:effectLst/>
              <a:latin typeface="HelveticaNeue-Light"/>
            </a:rPr>
            <a:t>A sensor is a converter that measures a physical quantity and converts it into a signal which can be read by an observer or by an instrument.</a:t>
          </a:r>
          <a:endParaRPr lang="en-IN" sz="4800" kern="1200" dirty="0"/>
        </a:p>
      </dsp:txBody>
      <dsp:txXfrm>
        <a:off x="0" y="1559943"/>
        <a:ext cx="10198100" cy="38539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22EEB-5FFF-4C87-BAF9-89A19BC42811}">
      <dsp:nvSpPr>
        <dsp:cNvPr id="0" name=""/>
        <dsp:cNvSpPr/>
      </dsp:nvSpPr>
      <dsp:spPr>
        <a:xfrm>
          <a:off x="0" y="259638"/>
          <a:ext cx="10666730" cy="187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2928" tIns="178816" rIns="312928" bIns="178816" numCol="1" spcCol="1270" anchor="ctr" anchorCtr="0">
          <a:noAutofit/>
        </a:bodyPr>
        <a:lstStyle/>
        <a:p>
          <a:pPr lvl="0" algn="ctr" defTabSz="1955800">
            <a:lnSpc>
              <a:spcPct val="90000"/>
            </a:lnSpc>
            <a:spcBef>
              <a:spcPct val="0"/>
            </a:spcBef>
            <a:spcAft>
              <a:spcPct val="35000"/>
            </a:spcAft>
          </a:pPr>
          <a:r>
            <a:rPr lang="en-IN" sz="4400" b="1" i="0" kern="1200" dirty="0">
              <a:effectLst/>
              <a:latin typeface="+mj-lt"/>
            </a:rPr>
            <a:t>What are Receptors?</a:t>
          </a:r>
          <a:endParaRPr lang="en-IN" sz="4400" kern="1200" dirty="0">
            <a:effectLst/>
            <a:latin typeface="+mj-lt"/>
          </a:endParaRPr>
        </a:p>
      </dsp:txBody>
      <dsp:txXfrm>
        <a:off x="0" y="259638"/>
        <a:ext cx="10666730" cy="1872000"/>
      </dsp:txXfrm>
    </dsp:sp>
    <dsp:sp modelId="{EAB0D7FA-C6AB-4CE5-872D-1D563587F7BD}">
      <dsp:nvSpPr>
        <dsp:cNvPr id="0" name=""/>
        <dsp:cNvSpPr/>
      </dsp:nvSpPr>
      <dsp:spPr>
        <a:xfrm>
          <a:off x="0" y="2131638"/>
          <a:ext cx="10666730" cy="33008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56032" rIns="341376" bIns="384048" numCol="1" spcCol="1270" anchor="t" anchorCtr="0">
          <a:noAutofit/>
        </a:bodyPr>
        <a:lstStyle/>
        <a:p>
          <a:pPr marL="285750" lvl="1" indent="-285750" algn="just" defTabSz="2133600">
            <a:lnSpc>
              <a:spcPct val="90000"/>
            </a:lnSpc>
            <a:spcBef>
              <a:spcPct val="0"/>
            </a:spcBef>
            <a:spcAft>
              <a:spcPct val="15000"/>
            </a:spcAft>
            <a:buChar char="••"/>
          </a:pPr>
          <a:r>
            <a:rPr lang="en-US" sz="4800" b="0" i="0" kern="1200" dirty="0"/>
            <a:t>Receptors are biological transducers that convert energy from both external and internal environments into electrical impulses. </a:t>
          </a:r>
          <a:endParaRPr lang="en-IN" sz="4800" kern="1200" dirty="0"/>
        </a:p>
      </dsp:txBody>
      <dsp:txXfrm>
        <a:off x="0" y="2131638"/>
        <a:ext cx="10666730" cy="33008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0B731-EE2E-4DA8-AE2E-B12D02D49939}">
      <dsp:nvSpPr>
        <dsp:cNvPr id="0" name=""/>
        <dsp:cNvSpPr/>
      </dsp:nvSpPr>
      <dsp:spPr>
        <a:xfrm>
          <a:off x="0" y="78919"/>
          <a:ext cx="10666730" cy="1036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IN" sz="3600" b="1" i="0" kern="1200" dirty="0"/>
            <a:t>Sensory Receptors</a:t>
          </a:r>
          <a:endParaRPr lang="en-IN" sz="3600" kern="1200" dirty="0"/>
        </a:p>
      </dsp:txBody>
      <dsp:txXfrm>
        <a:off x="0" y="78919"/>
        <a:ext cx="10666730" cy="1036800"/>
      </dsp:txXfrm>
    </dsp:sp>
    <dsp:sp modelId="{2C641375-49FF-48D4-A303-6896EE1F5F0F}">
      <dsp:nvSpPr>
        <dsp:cNvPr id="0" name=""/>
        <dsp:cNvSpPr/>
      </dsp:nvSpPr>
      <dsp:spPr>
        <a:xfrm>
          <a:off x="0" y="1115719"/>
          <a:ext cx="10666730" cy="51386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just" defTabSz="1600200">
            <a:lnSpc>
              <a:spcPct val="90000"/>
            </a:lnSpc>
            <a:spcBef>
              <a:spcPct val="0"/>
            </a:spcBef>
            <a:spcAft>
              <a:spcPct val="15000"/>
            </a:spcAft>
            <a:buChar char="••"/>
          </a:pPr>
          <a:r>
            <a:rPr lang="en-US" sz="3600" b="0" i="0" kern="1200" dirty="0"/>
            <a:t>The human body can achieve an understanding of the world through its Sensory/Receptor systems.</a:t>
          </a:r>
          <a:endParaRPr lang="en-IN" sz="3600" kern="1200" dirty="0"/>
        </a:p>
        <a:p>
          <a:pPr marL="285750" lvl="1" indent="-285750" algn="just" defTabSz="1600200">
            <a:lnSpc>
              <a:spcPct val="90000"/>
            </a:lnSpc>
            <a:spcBef>
              <a:spcPct val="0"/>
            </a:spcBef>
            <a:spcAft>
              <a:spcPct val="15000"/>
            </a:spcAft>
            <a:buChar char="••"/>
          </a:pPr>
          <a:r>
            <a:rPr lang="en-US" sz="3600" b="0" i="0" kern="1200" dirty="0"/>
            <a:t>A major role of sensory receptors is to help us learn about the environment around us, or about the state of our internal environment. </a:t>
          </a:r>
          <a:endParaRPr lang="en-IN" sz="3600" kern="1200" dirty="0"/>
        </a:p>
        <a:p>
          <a:pPr marL="285750" lvl="1" indent="-285750" algn="just" defTabSz="1600200">
            <a:lnSpc>
              <a:spcPct val="90000"/>
            </a:lnSpc>
            <a:spcBef>
              <a:spcPct val="0"/>
            </a:spcBef>
            <a:spcAft>
              <a:spcPct val="15000"/>
            </a:spcAft>
            <a:buChar char="••"/>
          </a:pPr>
          <a:r>
            <a:rPr lang="en-US" sz="3600" b="0" i="0" kern="1200" dirty="0"/>
            <a:t>Different types of stimuli from varying sources are received and changed into the electrochemical signals of the nervous system.</a:t>
          </a:r>
          <a:endParaRPr lang="en-IN" sz="3600" kern="1200" dirty="0"/>
        </a:p>
        <a:p>
          <a:pPr marL="285750" lvl="1" indent="-285750" algn="just" defTabSz="1600200">
            <a:lnSpc>
              <a:spcPct val="90000"/>
            </a:lnSpc>
            <a:spcBef>
              <a:spcPct val="0"/>
            </a:spcBef>
            <a:spcAft>
              <a:spcPct val="15000"/>
            </a:spcAft>
            <a:buChar char="••"/>
          </a:pPr>
          <a:r>
            <a:rPr lang="en-US" sz="3600" b="0" i="0" kern="1200" dirty="0"/>
            <a:t> This process is called sensory transduction.</a:t>
          </a:r>
          <a:endParaRPr lang="en-IN" sz="3600" kern="1200" dirty="0"/>
        </a:p>
      </dsp:txBody>
      <dsp:txXfrm>
        <a:off x="0" y="1115719"/>
        <a:ext cx="10666730" cy="5138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0682E1-964C-4E33-BB26-C22711B100C8}">
      <dsp:nvSpPr>
        <dsp:cNvPr id="0" name=""/>
        <dsp:cNvSpPr/>
      </dsp:nvSpPr>
      <dsp:spPr>
        <a:xfrm>
          <a:off x="0" y="10734"/>
          <a:ext cx="10883900" cy="106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US" sz="3200" b="1" kern="1200" dirty="0">
              <a:effectLst/>
              <a:latin typeface="+mj-lt"/>
            </a:rPr>
            <a:t>How </a:t>
          </a:r>
          <a:r>
            <a:rPr lang="en-US" sz="3200" b="1" i="0" kern="1200" dirty="0">
              <a:effectLst/>
              <a:latin typeface="+mj-lt"/>
            </a:rPr>
            <a:t>Sensory Receptor systems works?</a:t>
          </a:r>
          <a:r>
            <a:rPr lang="en-US" sz="3200" b="1" kern="1200" dirty="0">
              <a:effectLst/>
              <a:latin typeface="+mj-lt"/>
            </a:rPr>
            <a:t> </a:t>
          </a:r>
          <a:endParaRPr lang="en-IN" sz="3200" b="1" kern="1200" dirty="0">
            <a:effectLst/>
            <a:latin typeface="+mj-lt"/>
          </a:endParaRPr>
        </a:p>
      </dsp:txBody>
      <dsp:txXfrm>
        <a:off x="0" y="10734"/>
        <a:ext cx="10883900" cy="1065600"/>
      </dsp:txXfrm>
    </dsp:sp>
    <dsp:sp modelId="{D448C483-8BFF-4443-A797-446CF5CE4F86}">
      <dsp:nvSpPr>
        <dsp:cNvPr id="0" name=""/>
        <dsp:cNvSpPr/>
      </dsp:nvSpPr>
      <dsp:spPr>
        <a:xfrm>
          <a:off x="0" y="1076334"/>
          <a:ext cx="10883900" cy="53829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0" i="0" kern="1200" dirty="0"/>
            <a:t>Sensory/receptors massed together to form a sense organ, such as the eye or ear, or they may be scattered, as are those of the skin and viscera. </a:t>
          </a:r>
          <a:endParaRPr lang="en-IN" sz="2600" kern="1200" dirty="0"/>
        </a:p>
        <a:p>
          <a:pPr marL="228600" lvl="1" indent="-228600" algn="just" defTabSz="1155700">
            <a:lnSpc>
              <a:spcPct val="90000"/>
            </a:lnSpc>
            <a:spcBef>
              <a:spcPct val="0"/>
            </a:spcBef>
            <a:spcAft>
              <a:spcPct val="15000"/>
            </a:spcAft>
            <a:buChar char="••"/>
          </a:pPr>
          <a:r>
            <a:rPr lang="en-US" sz="2600" b="0" i="0" kern="1200" dirty="0"/>
            <a:t>Receptors are connected to the central nervous system by afferent nerve fibers.</a:t>
          </a:r>
          <a:endParaRPr lang="en-IN" sz="2600" kern="1200" dirty="0"/>
        </a:p>
        <a:p>
          <a:pPr marL="228600" lvl="1" indent="-228600" algn="just" defTabSz="1155700">
            <a:lnSpc>
              <a:spcPct val="90000"/>
            </a:lnSpc>
            <a:spcBef>
              <a:spcPct val="0"/>
            </a:spcBef>
            <a:spcAft>
              <a:spcPct val="15000"/>
            </a:spcAft>
            <a:buChar char="••"/>
          </a:pPr>
          <a:r>
            <a:rPr lang="en-US" sz="2600" b="0" i="0" kern="1200" dirty="0"/>
            <a:t>When a stimulus is detected by a receptor which generates a graded potential in a sensory neuron. </a:t>
          </a:r>
          <a:endParaRPr lang="en-IN" sz="2600" kern="1200" dirty="0"/>
        </a:p>
        <a:p>
          <a:pPr marL="228600" lvl="1" indent="-228600" algn="just" defTabSz="1155700">
            <a:lnSpc>
              <a:spcPct val="90000"/>
            </a:lnSpc>
            <a:spcBef>
              <a:spcPct val="0"/>
            </a:spcBef>
            <a:spcAft>
              <a:spcPct val="15000"/>
            </a:spcAft>
            <a:buChar char="••"/>
          </a:pPr>
          <a:r>
            <a:rPr lang="en-US" sz="2600" b="0" i="0" kern="1200" dirty="0"/>
            <a:t>If strong enough, the graded potential causes the sensory neuron to produce an action potential that is relayed into the central nervous system (CNS), where it is integrated with other sensory information—and sometimes higher cognitive functions—to become a conscious perception of that stimulus. </a:t>
          </a:r>
          <a:endParaRPr lang="en-IN" sz="2600" kern="1200" dirty="0"/>
        </a:p>
        <a:p>
          <a:pPr marL="228600" lvl="1" indent="-228600" algn="just" defTabSz="1155700">
            <a:lnSpc>
              <a:spcPct val="90000"/>
            </a:lnSpc>
            <a:spcBef>
              <a:spcPct val="0"/>
            </a:spcBef>
            <a:spcAft>
              <a:spcPct val="15000"/>
            </a:spcAft>
            <a:buChar char="••"/>
          </a:pPr>
          <a:r>
            <a:rPr lang="en-US" sz="2600" b="0" i="0" kern="1200" dirty="0"/>
            <a:t>The central integration may then lead to a motor response.</a:t>
          </a:r>
          <a:endParaRPr lang="en-IN" sz="2600" kern="1200" dirty="0"/>
        </a:p>
        <a:p>
          <a:pPr marL="457200" lvl="2" indent="-228600" algn="just" defTabSz="889000">
            <a:lnSpc>
              <a:spcPct val="90000"/>
            </a:lnSpc>
            <a:spcBef>
              <a:spcPct val="0"/>
            </a:spcBef>
            <a:spcAft>
              <a:spcPct val="15000"/>
            </a:spcAft>
            <a:buChar char="••"/>
          </a:pPr>
          <a:r>
            <a:rPr lang="en-US" altLang="en-US" sz="2000" b="0" kern="1200" dirty="0">
              <a:solidFill>
                <a:srgbClr val="7030A0"/>
              </a:solidFill>
              <a:cs typeface="Times New Roman" pitchFamily="18" charset="0"/>
            </a:rPr>
            <a:t>Example: </a:t>
          </a:r>
          <a:r>
            <a:rPr lang="en-US" altLang="en-US" sz="2000" b="0" kern="1200" dirty="0">
              <a:cs typeface="Times New Roman" pitchFamily="18" charset="0"/>
            </a:rPr>
            <a:t>When you touch an object, sensors on your fingers send </a:t>
          </a:r>
          <a:r>
            <a:rPr lang="en-US" altLang="en-US" sz="2000" b="0" kern="1200" dirty="0">
              <a:solidFill>
                <a:schemeClr val="accent1">
                  <a:lumMod val="50000"/>
                </a:schemeClr>
              </a:solidFill>
              <a:cs typeface="Times New Roman" pitchFamily="18" charset="0"/>
            </a:rPr>
            <a:t>signals to your brain </a:t>
          </a:r>
          <a:r>
            <a:rPr lang="en-US" altLang="en-US" sz="2000" b="0" kern="1200" dirty="0">
              <a:cs typeface="Times New Roman" pitchFamily="18" charset="0"/>
            </a:rPr>
            <a:t>so that it measures temperature, and so your brain recognizes the object as being hot or cold.</a:t>
          </a:r>
          <a:endParaRPr lang="en-IN" sz="2000" b="0" kern="1200" dirty="0"/>
        </a:p>
      </dsp:txBody>
      <dsp:txXfrm>
        <a:off x="0" y="1076334"/>
        <a:ext cx="10883900" cy="53829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B7215-9FE7-4635-8BBC-688376673C46}">
      <dsp:nvSpPr>
        <dsp:cNvPr id="0" name=""/>
        <dsp:cNvSpPr/>
      </dsp:nvSpPr>
      <dsp:spPr>
        <a:xfrm>
          <a:off x="0" y="124312"/>
          <a:ext cx="10946130"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lvl="0" algn="ctr" defTabSz="1377950">
            <a:lnSpc>
              <a:spcPct val="90000"/>
            </a:lnSpc>
            <a:spcBef>
              <a:spcPct val="0"/>
            </a:spcBef>
            <a:spcAft>
              <a:spcPct val="35000"/>
            </a:spcAft>
          </a:pPr>
          <a:r>
            <a:rPr lang="en-IN" sz="3100" b="1" i="0" kern="1200" dirty="0"/>
            <a:t>Sensory Receptors</a:t>
          </a:r>
          <a:endParaRPr lang="en-IN" sz="3100" kern="1200" dirty="0"/>
        </a:p>
      </dsp:txBody>
      <dsp:txXfrm>
        <a:off x="0" y="124312"/>
        <a:ext cx="10946130" cy="892800"/>
      </dsp:txXfrm>
    </dsp:sp>
    <dsp:sp modelId="{D2595828-D166-4A53-B316-9254C723EA34}">
      <dsp:nvSpPr>
        <dsp:cNvPr id="0" name=""/>
        <dsp:cNvSpPr/>
      </dsp:nvSpPr>
      <dsp:spPr>
        <a:xfrm>
          <a:off x="0" y="1017112"/>
          <a:ext cx="10946130" cy="51907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ct val="15000"/>
            </a:spcAft>
            <a:buChar char="••"/>
          </a:pPr>
          <a:r>
            <a:rPr lang="en-US" sz="3100" b="0" i="0" kern="1200" dirty="0"/>
            <a:t>Sensory systems are widespread throughout the body including those that detect the world directly from the outside (</a:t>
          </a:r>
          <a:r>
            <a:rPr lang="en-US" sz="3100" b="1" i="0" kern="1200" dirty="0" err="1"/>
            <a:t>exteroreceptors</a:t>
          </a:r>
          <a:r>
            <a:rPr lang="en-US" sz="3100" b="0" i="0" kern="1200" dirty="0"/>
            <a:t>), those that detect information from internal organs and processes (</a:t>
          </a:r>
          <a:r>
            <a:rPr lang="en-US" sz="3100" b="1" i="0" kern="1200" dirty="0" err="1"/>
            <a:t>interoceptors</a:t>
          </a:r>
          <a:r>
            <a:rPr lang="en-US" sz="3100" b="0" i="0" kern="1200" dirty="0"/>
            <a:t>), and those detecting sense of position and load (</a:t>
          </a:r>
          <a:r>
            <a:rPr lang="en-US" sz="3100" b="1" i="0" kern="1200" dirty="0"/>
            <a:t>proprioception</a:t>
          </a:r>
          <a:r>
            <a:rPr lang="en-US" sz="3100" b="0" i="0" kern="1200" dirty="0"/>
            <a:t>).</a:t>
          </a:r>
          <a:endParaRPr lang="en-IN" sz="3100" kern="1200" dirty="0"/>
        </a:p>
        <a:p>
          <a:pPr marL="285750" lvl="1" indent="-285750" algn="just" defTabSz="1377950">
            <a:lnSpc>
              <a:spcPct val="90000"/>
            </a:lnSpc>
            <a:spcBef>
              <a:spcPct val="0"/>
            </a:spcBef>
            <a:spcAft>
              <a:spcPct val="15000"/>
            </a:spcAft>
            <a:buChar char="••"/>
          </a:pPr>
          <a:r>
            <a:rPr lang="en-US" sz="3100" b="0" i="0" kern="1200" dirty="0"/>
            <a:t>Sensory receptors occur in specialized organs such as the eyes, ears, nose, and mouth, as well as internal organs. </a:t>
          </a:r>
          <a:endParaRPr lang="en-IN" sz="3100" kern="1200" dirty="0"/>
        </a:p>
        <a:p>
          <a:pPr marL="285750" lvl="1" indent="-285750" algn="just" defTabSz="1377950">
            <a:lnSpc>
              <a:spcPct val="90000"/>
            </a:lnSpc>
            <a:spcBef>
              <a:spcPct val="0"/>
            </a:spcBef>
            <a:spcAft>
              <a:spcPct val="15000"/>
            </a:spcAft>
            <a:buChar char="••"/>
          </a:pPr>
          <a:r>
            <a:rPr lang="en-US" sz="3100" b="0" i="0" kern="1200" dirty="0"/>
            <a:t>Each receptor type conveys a distinct sensory modality to integrate into a single perceptual frame eventually. </a:t>
          </a:r>
          <a:endParaRPr lang="en-IN" sz="3100" kern="1200" dirty="0"/>
        </a:p>
        <a:p>
          <a:pPr marL="285750" lvl="1" indent="-285750" algn="just" defTabSz="1377950">
            <a:lnSpc>
              <a:spcPct val="90000"/>
            </a:lnSpc>
            <a:spcBef>
              <a:spcPct val="0"/>
            </a:spcBef>
            <a:spcAft>
              <a:spcPct val="15000"/>
            </a:spcAft>
            <a:buChar char="••"/>
          </a:pPr>
          <a:r>
            <a:rPr lang="en-US" sz="3100" b="0" i="0" kern="1200" dirty="0"/>
            <a:t>This information is achieved by the conversion of energy into an electrical signal by specialized mechanisms. </a:t>
          </a:r>
          <a:endParaRPr lang="en-IN" sz="3100" kern="1200" dirty="0"/>
        </a:p>
      </dsp:txBody>
      <dsp:txXfrm>
        <a:off x="0" y="1017112"/>
        <a:ext cx="10946130" cy="51907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90365-7404-407F-B31D-4E7C4AC8FB2E}">
      <dsp:nvSpPr>
        <dsp:cNvPr id="0" name=""/>
        <dsp:cNvSpPr/>
      </dsp:nvSpPr>
      <dsp:spPr>
        <a:xfrm>
          <a:off x="0" y="39059"/>
          <a:ext cx="10060940" cy="118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195072" rIns="341376" bIns="195072" numCol="1" spcCol="1270" anchor="ctr" anchorCtr="0">
          <a:noAutofit/>
        </a:bodyPr>
        <a:lstStyle/>
        <a:p>
          <a:pPr lvl="0" algn="ctr" defTabSz="2133600">
            <a:lnSpc>
              <a:spcPct val="90000"/>
            </a:lnSpc>
            <a:spcBef>
              <a:spcPct val="0"/>
            </a:spcBef>
            <a:spcAft>
              <a:spcPct val="35000"/>
            </a:spcAft>
          </a:pPr>
          <a:r>
            <a:rPr lang="en-IN" sz="4800" b="1" kern="1200" dirty="0">
              <a:solidFill>
                <a:schemeClr val="bg1"/>
              </a:solidFill>
              <a:effectLst>
                <a:outerShdw blurRad="38100" dist="38100" dir="2700000" algn="tl">
                  <a:srgbClr val="000000">
                    <a:alpha val="43137"/>
                  </a:srgbClr>
                </a:outerShdw>
              </a:effectLst>
            </a:rPr>
            <a:t>Types of Environmental Stimuli</a:t>
          </a:r>
          <a:endParaRPr lang="en-IN" sz="4800" kern="1200" dirty="0">
            <a:solidFill>
              <a:schemeClr val="bg1"/>
            </a:solidFill>
          </a:endParaRPr>
        </a:p>
      </dsp:txBody>
      <dsp:txXfrm>
        <a:off x="0" y="39059"/>
        <a:ext cx="10060940" cy="1180800"/>
      </dsp:txXfrm>
    </dsp:sp>
    <dsp:sp modelId="{EB4B4D83-B952-4B40-B8D8-A3DB1C7B74A2}">
      <dsp:nvSpPr>
        <dsp:cNvPr id="0" name=""/>
        <dsp:cNvSpPr/>
      </dsp:nvSpPr>
      <dsp:spPr>
        <a:xfrm>
          <a:off x="0" y="1219860"/>
          <a:ext cx="10060940" cy="4501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56032" rIns="341376" bIns="384048" numCol="1" spcCol="1270" anchor="t" anchorCtr="0">
          <a:noAutofit/>
        </a:bodyPr>
        <a:lstStyle/>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
            <a:tabLst/>
            <a:defRPr/>
          </a:pPr>
          <a:r>
            <a:rPr lang="en-US" altLang="en-US" sz="4800" kern="1200" dirty="0"/>
            <a:t>Chemoreception</a:t>
          </a:r>
          <a:endParaRPr lang="en-IN" sz="4800" kern="1200" dirty="0"/>
        </a:p>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
            <a:tabLst/>
            <a:defRPr/>
          </a:pPr>
          <a:r>
            <a:rPr lang="en-US" altLang="en-US" sz="4800" kern="1200" dirty="0"/>
            <a:t>Photoreception</a:t>
          </a:r>
          <a:endParaRPr lang="en-IN" sz="4800" kern="1200" dirty="0"/>
        </a:p>
        <a:p>
          <a:pPr marL="0" marR="0" lvl="0" indent="0" algn="l" defTabSz="914400" eaLnBrk="1" fontAlgn="auto" latinLnBrk="0" hangingPunct="1">
            <a:lnSpc>
              <a:spcPct val="150000"/>
            </a:lnSpc>
            <a:spcBef>
              <a:spcPct val="0"/>
            </a:spcBef>
            <a:spcAft>
              <a:spcPts val="0"/>
            </a:spcAft>
            <a:buClrTx/>
            <a:buSzTx/>
            <a:buFont typeface="Wingdings" panose="05000000000000000000" pitchFamily="2" charset="2"/>
            <a:buChar char="••"/>
            <a:tabLst/>
            <a:defRPr/>
          </a:pPr>
          <a:r>
            <a:rPr lang="en-US" altLang="en-US" sz="4800" kern="1200" dirty="0"/>
            <a:t>Mechanoreception</a:t>
          </a:r>
          <a:endParaRPr lang="en-IN" sz="4800" kern="1200" dirty="0"/>
        </a:p>
        <a:p>
          <a:pPr marL="285750" lvl="1" indent="0" algn="l" defTabSz="2133600">
            <a:lnSpc>
              <a:spcPct val="90000"/>
            </a:lnSpc>
            <a:spcBef>
              <a:spcPct val="0"/>
            </a:spcBef>
            <a:spcAft>
              <a:spcPct val="15000"/>
            </a:spcAft>
            <a:buChar char="••"/>
          </a:pPr>
          <a:endParaRPr lang="en-IN" sz="4800" kern="1200" dirty="0"/>
        </a:p>
      </dsp:txBody>
      <dsp:txXfrm>
        <a:off x="0" y="1219860"/>
        <a:ext cx="10060940" cy="45018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1C3D2-704F-4145-8349-745C830BA353}">
      <dsp:nvSpPr>
        <dsp:cNvPr id="0" name=""/>
        <dsp:cNvSpPr/>
      </dsp:nvSpPr>
      <dsp:spPr>
        <a:xfrm>
          <a:off x="1286286" y="807611"/>
          <a:ext cx="2205765" cy="72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en-US" sz="2000" kern="1200" dirty="0"/>
            <a:t>Animal </a:t>
          </a:r>
        </a:p>
        <a:p>
          <a:pPr lvl="0" algn="ctr" defTabSz="889000">
            <a:lnSpc>
              <a:spcPct val="90000"/>
            </a:lnSpc>
            <a:spcBef>
              <a:spcPct val="0"/>
            </a:spcBef>
            <a:spcAft>
              <a:spcPct val="35000"/>
            </a:spcAft>
          </a:pPr>
          <a:r>
            <a:rPr lang="en-US" altLang="en-US" sz="2000" kern="1200" dirty="0"/>
            <a:t>Breathes</a:t>
          </a:r>
          <a:endParaRPr lang="en-IN" sz="2000" kern="1200" dirty="0"/>
        </a:p>
      </dsp:txBody>
      <dsp:txXfrm>
        <a:off x="1286286" y="807611"/>
        <a:ext cx="2205765" cy="726899"/>
      </dsp:txXfrm>
    </dsp:sp>
    <dsp:sp modelId="{631BC554-BDD9-4754-8903-B5221CDB6A75}">
      <dsp:nvSpPr>
        <dsp:cNvPr id="0" name=""/>
        <dsp:cNvSpPr/>
      </dsp:nvSpPr>
      <dsp:spPr>
        <a:xfrm>
          <a:off x="1283780" y="58653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059C8E-6F91-4D56-99BC-84D95150D26C}">
      <dsp:nvSpPr>
        <dsp:cNvPr id="0" name=""/>
        <dsp:cNvSpPr/>
      </dsp:nvSpPr>
      <dsp:spPr>
        <a:xfrm>
          <a:off x="1406601" y="34089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85619-66E4-4FF0-BE68-ECA9DF8A6643}">
      <dsp:nvSpPr>
        <dsp:cNvPr id="0" name=""/>
        <dsp:cNvSpPr/>
      </dsp:nvSpPr>
      <dsp:spPr>
        <a:xfrm>
          <a:off x="1701371" y="390019"/>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436B38-DF10-4B48-A131-7100E1A97EC8}">
      <dsp:nvSpPr>
        <dsp:cNvPr id="0" name=""/>
        <dsp:cNvSpPr/>
      </dsp:nvSpPr>
      <dsp:spPr>
        <a:xfrm>
          <a:off x="1947013" y="11981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3B744B-1BAB-4903-8742-18CB1AF2A376}">
      <dsp:nvSpPr>
        <dsp:cNvPr id="0" name=""/>
        <dsp:cNvSpPr/>
      </dsp:nvSpPr>
      <dsp:spPr>
        <a:xfrm>
          <a:off x="2266348" y="21556"/>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91AAD3-0F58-43E8-963F-54223E20E54B}">
      <dsp:nvSpPr>
        <dsp:cNvPr id="0" name=""/>
        <dsp:cNvSpPr/>
      </dsp:nvSpPr>
      <dsp:spPr>
        <a:xfrm>
          <a:off x="2659375" y="193506"/>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B150E2-426E-4F8C-9D97-2C894C1749BA}">
      <dsp:nvSpPr>
        <dsp:cNvPr id="0" name=""/>
        <dsp:cNvSpPr/>
      </dsp:nvSpPr>
      <dsp:spPr>
        <a:xfrm>
          <a:off x="2905017" y="316327"/>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AA9ED6-58EE-4187-9E58-81CFF9D88655}">
      <dsp:nvSpPr>
        <dsp:cNvPr id="0" name=""/>
        <dsp:cNvSpPr/>
      </dsp:nvSpPr>
      <dsp:spPr>
        <a:xfrm>
          <a:off x="3248916" y="586533"/>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B07404-40A3-4711-850F-33BD1FACCC57}">
      <dsp:nvSpPr>
        <dsp:cNvPr id="0" name=""/>
        <dsp:cNvSpPr/>
      </dsp:nvSpPr>
      <dsp:spPr>
        <a:xfrm>
          <a:off x="3396301" y="856739"/>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D85B53-567A-4080-9D38-CC4275DCF446}">
      <dsp:nvSpPr>
        <dsp:cNvPr id="0" name=""/>
        <dsp:cNvSpPr/>
      </dsp:nvSpPr>
      <dsp:spPr>
        <a:xfrm>
          <a:off x="2118963" y="340891"/>
          <a:ext cx="451179" cy="4511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A70101-7A89-4E23-AC9E-30448FEDB745}">
      <dsp:nvSpPr>
        <dsp:cNvPr id="0" name=""/>
        <dsp:cNvSpPr/>
      </dsp:nvSpPr>
      <dsp:spPr>
        <a:xfrm>
          <a:off x="1160959" y="127433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04F910-B97F-407A-9158-76E49BF84291}">
      <dsp:nvSpPr>
        <dsp:cNvPr id="0" name=""/>
        <dsp:cNvSpPr/>
      </dsp:nvSpPr>
      <dsp:spPr>
        <a:xfrm>
          <a:off x="1308344" y="1495409"/>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174BBE-7420-45EF-A10A-74FACD1D5656}">
      <dsp:nvSpPr>
        <dsp:cNvPr id="0" name=""/>
        <dsp:cNvSpPr/>
      </dsp:nvSpPr>
      <dsp:spPr>
        <a:xfrm>
          <a:off x="1676807" y="1691922"/>
          <a:ext cx="401048" cy="4010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9E1B89-BC1D-4E7F-8399-201A4E7D1B0E}">
      <dsp:nvSpPr>
        <dsp:cNvPr id="0" name=""/>
        <dsp:cNvSpPr/>
      </dsp:nvSpPr>
      <dsp:spPr>
        <a:xfrm>
          <a:off x="2192655" y="2011257"/>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C6D6E9-2F89-4406-BF74-F497A890EE3D}">
      <dsp:nvSpPr>
        <dsp:cNvPr id="0" name=""/>
        <dsp:cNvSpPr/>
      </dsp:nvSpPr>
      <dsp:spPr>
        <a:xfrm>
          <a:off x="2290912" y="1691922"/>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F0DD2-CBF7-436B-87C5-18C79C370836}">
      <dsp:nvSpPr>
        <dsp:cNvPr id="0" name=""/>
        <dsp:cNvSpPr/>
      </dsp:nvSpPr>
      <dsp:spPr>
        <a:xfrm>
          <a:off x="2536554" y="2035821"/>
          <a:ext cx="175458" cy="17545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0F0C93-BD65-413F-BA9B-23AE60499BBA}">
      <dsp:nvSpPr>
        <dsp:cNvPr id="0" name=""/>
        <dsp:cNvSpPr/>
      </dsp:nvSpPr>
      <dsp:spPr>
        <a:xfrm>
          <a:off x="2757632" y="1642794"/>
          <a:ext cx="401048" cy="40104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42536-4FFF-4E31-B758-6D897D05C26C}">
      <dsp:nvSpPr>
        <dsp:cNvPr id="0" name=""/>
        <dsp:cNvSpPr/>
      </dsp:nvSpPr>
      <dsp:spPr>
        <a:xfrm>
          <a:off x="3298044" y="1544537"/>
          <a:ext cx="275720" cy="2757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67E3AF-3368-4BB5-80B4-907415A51623}">
      <dsp:nvSpPr>
        <dsp:cNvPr id="0" name=""/>
        <dsp:cNvSpPr/>
      </dsp:nvSpPr>
      <dsp:spPr>
        <a:xfrm>
          <a:off x="3573765" y="389611"/>
          <a:ext cx="809752" cy="1545905"/>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2ED50B-9DE3-4E25-BE6D-CC9427B79F17}">
      <dsp:nvSpPr>
        <dsp:cNvPr id="0" name=""/>
        <dsp:cNvSpPr/>
      </dsp:nvSpPr>
      <dsp:spPr>
        <a:xfrm>
          <a:off x="4383517" y="390362"/>
          <a:ext cx="2208415" cy="1545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altLang="en-US" sz="2000" kern="1200" dirty="0"/>
            <a:t>Olfactory receptors respond to molecules</a:t>
          </a:r>
          <a:endParaRPr lang="en-IN" sz="2000" kern="1200" dirty="0"/>
        </a:p>
      </dsp:txBody>
      <dsp:txXfrm>
        <a:off x="4383517" y="390362"/>
        <a:ext cx="2208415" cy="1545890"/>
      </dsp:txXfrm>
    </dsp:sp>
    <dsp:sp modelId="{B93437DE-FE57-45D0-BE18-027B0F5875D1}">
      <dsp:nvSpPr>
        <dsp:cNvPr id="0" name=""/>
        <dsp:cNvSpPr/>
      </dsp:nvSpPr>
      <dsp:spPr>
        <a:xfrm>
          <a:off x="6591933" y="389611"/>
          <a:ext cx="809752" cy="1545905"/>
        </a:xfrm>
        <a:prstGeom prst="chevron">
          <a:avLst>
            <a:gd name="adj" fmla="val 623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96A3C30-6F78-45C9-BE7D-FC12FA87A7BC}">
      <dsp:nvSpPr>
        <dsp:cNvPr id="0" name=""/>
        <dsp:cNvSpPr/>
      </dsp:nvSpPr>
      <dsp:spPr>
        <a:xfrm>
          <a:off x="7401685" y="261854"/>
          <a:ext cx="2495806" cy="187715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en-US" altLang="en-US" sz="2000" kern="1200" dirty="0"/>
            <a:t>Impulse fired and sent to the brain for interpretation</a:t>
          </a:r>
          <a:endParaRPr lang="en-IN" sz="2000" kern="1200" dirty="0"/>
        </a:p>
      </dsp:txBody>
      <dsp:txXfrm>
        <a:off x="7767187" y="536757"/>
        <a:ext cx="1764802" cy="132734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kern="1200" dirty="0">
                <a:solidFill>
                  <a:schemeClr val="tx1"/>
                </a:solidFill>
                <a:effectLst/>
                <a:latin typeface="+mn-lt"/>
                <a:ea typeface="+mn-ea"/>
                <a:cs typeface="+mn-cs"/>
              </a:rPr>
              <a:t>Sensing is all about measuring physical quantities and interpreting these measurements in order to draw conclusions. </a:t>
            </a:r>
            <a:endParaRPr lang="en-US" altLang="en-US" dirty="0"/>
          </a:p>
        </p:txBody>
      </p:sp>
      <p:sp>
        <p:nvSpPr>
          <p:cNvPr id="4" name="Slide Number Placeholder 3"/>
          <p:cNvSpPr>
            <a:spLocks noGrp="1"/>
          </p:cNvSpPr>
          <p:nvPr>
            <p:ph type="sldNum" sz="quarter" idx="5"/>
          </p:nvPr>
        </p:nvSpPr>
        <p:spPr/>
        <p:txBody>
          <a:bodyPr/>
          <a:lstStyle/>
          <a:p>
            <a:pPr>
              <a:defRPr/>
            </a:pPr>
            <a:fld id="{39D717FC-D165-457C-BC07-222D5035F471}" type="slidenum">
              <a:rPr lang="en-US" smtClean="0"/>
              <a:pPr>
                <a:defRPr/>
              </a:pPr>
              <a:t>7</a:t>
            </a:fld>
            <a:endParaRPr lang="en-US"/>
          </a:p>
        </p:txBody>
      </p:sp>
    </p:spTree>
    <p:extLst>
      <p:ext uri="{BB962C8B-B14F-4D97-AF65-F5344CB8AC3E}">
        <p14:creationId xmlns:p14="http://schemas.microsoft.com/office/powerpoint/2010/main" val="1467461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02124"/>
                </a:solidFill>
                <a:effectLst/>
                <a:latin typeface="Google Sans"/>
              </a:rPr>
              <a:t>Viscera: </a:t>
            </a:r>
            <a:r>
              <a:rPr lang="en-US" b="0" i="0" dirty="0">
                <a:solidFill>
                  <a:srgbClr val="202124"/>
                </a:solidFill>
                <a:effectLst/>
                <a:latin typeface="arial" panose="020B0604020202020204" pitchFamily="34" charset="0"/>
              </a:rPr>
              <a:t>the large internal organs in the body, such as the heart, lungs and stomach</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581024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Sensing is all about measuring physical quantities and interpreting these measurements in order to draw conclusions. </a:t>
            </a:r>
            <a:endParaRPr lang="en-US" altLang="en-US" dirty="0"/>
          </a:p>
        </p:txBody>
      </p:sp>
      <p:sp>
        <p:nvSpPr>
          <p:cNvPr id="4" name="Slide Number Placeholder 3"/>
          <p:cNvSpPr>
            <a:spLocks noGrp="1"/>
          </p:cNvSpPr>
          <p:nvPr>
            <p:ph type="sldNum" sz="quarter" idx="10"/>
          </p:nvPr>
        </p:nvSpPr>
        <p:spPr/>
        <p:txBody>
          <a:bodyPr/>
          <a:lstStyle/>
          <a:p>
            <a:pPr>
              <a:defRPr/>
            </a:pPr>
            <a:fld id="{20FEFB3D-94AC-44D8-9C24-75D469B36BB3}" type="slidenum">
              <a:rPr lang="en-US" smtClean="0"/>
              <a:pPr>
                <a:defRPr/>
              </a:pPr>
              <a:t>12</a:t>
            </a:fld>
            <a:endParaRPr lang="en-US"/>
          </a:p>
        </p:txBody>
      </p:sp>
    </p:spTree>
    <p:extLst>
      <p:ext uri="{BB962C8B-B14F-4D97-AF65-F5344CB8AC3E}">
        <p14:creationId xmlns:p14="http://schemas.microsoft.com/office/powerpoint/2010/main" val="2028024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Summary of information processing</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941321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02DCB97C-69E1-4864-A9ED-81F2BB143A61}" type="slidenum">
              <a:rPr lang="en-US" smtClean="0"/>
              <a:pPr>
                <a:defRPr/>
              </a:pPr>
              <a:t>18</a:t>
            </a:fld>
            <a:endParaRPr lang="en-US"/>
          </a:p>
        </p:txBody>
      </p:sp>
    </p:spTree>
    <p:extLst>
      <p:ext uri="{BB962C8B-B14F-4D97-AF65-F5344CB8AC3E}">
        <p14:creationId xmlns:p14="http://schemas.microsoft.com/office/powerpoint/2010/main" val="4186262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5BB65A-27EB-49E8-AFC1-D87024384B2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608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0BB408-5FF4-41C6-A63F-EE8D1A7240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0132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5449E704-C349-4663-8CE1-2574B83D8873}" type="slidenum">
              <a:rPr lang="en-US" smtClean="0"/>
              <a:pPr>
                <a:defRPr/>
              </a:pPr>
              <a:t>28</a:t>
            </a:fld>
            <a:endParaRPr lang="en-US"/>
          </a:p>
        </p:txBody>
      </p:sp>
    </p:spTree>
    <p:extLst>
      <p:ext uri="{BB962C8B-B14F-4D97-AF65-F5344CB8AC3E}">
        <p14:creationId xmlns:p14="http://schemas.microsoft.com/office/powerpoint/2010/main" val="926044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A89624DA-95E1-4B16-8482-8F8C8ADA2149}" type="slidenum">
              <a:rPr lang="en-US" smtClean="0"/>
              <a:pPr>
                <a:defRPr/>
              </a:pPr>
              <a:t>29</a:t>
            </a:fld>
            <a:endParaRPr lang="en-US"/>
          </a:p>
        </p:txBody>
      </p:sp>
    </p:spTree>
    <p:extLst>
      <p:ext uri="{BB962C8B-B14F-4D97-AF65-F5344CB8AC3E}">
        <p14:creationId xmlns:p14="http://schemas.microsoft.com/office/powerpoint/2010/main" val="349065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26567DB8-230B-436E-B1CA-69E8F6B87005}"/>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06B7D9-AABB-4419-A61B-FCAAFB2D5923}" type="slidenum">
              <a:rPr kumimoji="0" lang="en-US"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6562" name="Rectangle 2">
            <a:extLst>
              <a:ext uri="{FF2B5EF4-FFF2-40B4-BE49-F238E27FC236}">
                <a16:creationId xmlns:a16="http://schemas.microsoft.com/office/drawing/2014/main" xmlns="" id="{0A740394-EC4D-4D97-9DCC-7F9F19CCB302}"/>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xmlns="" id="{0479C74D-4BDE-4768-BB89-937904A647C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64658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p:cNvSpPr>
            <a:spLocks noGrp="1"/>
          </p:cNvSpPr>
          <p:nvPr>
            <p:ph type="sldNum" sz="quarter" idx="5"/>
          </p:nvPr>
        </p:nvSpPr>
        <p:spPr/>
        <p:txBody>
          <a:bodyPr/>
          <a:lstStyle/>
          <a:p>
            <a:pPr>
              <a:defRPr/>
            </a:pPr>
            <a:fld id="{2E100B79-CCB1-4A7E-95DF-F8DE2585C881}" type="slidenum">
              <a:rPr lang="en-US" smtClean="0"/>
              <a:pPr>
                <a:defRPr/>
              </a:pPr>
              <a:t>33</a:t>
            </a:fld>
            <a:endParaRPr lang="en-US"/>
          </a:p>
        </p:txBody>
      </p:sp>
    </p:spTree>
    <p:extLst>
      <p:ext uri="{BB962C8B-B14F-4D97-AF65-F5344CB8AC3E}">
        <p14:creationId xmlns:p14="http://schemas.microsoft.com/office/powerpoint/2010/main" val="3093336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p:cNvSpPr>
            <a:spLocks noGrp="1"/>
          </p:cNvSpPr>
          <p:nvPr>
            <p:ph type="sldNum" sz="quarter" idx="5"/>
          </p:nvPr>
        </p:nvSpPr>
        <p:spPr/>
        <p:txBody>
          <a:bodyPr/>
          <a:lstStyle/>
          <a:p>
            <a:pPr>
              <a:defRPr/>
            </a:pPr>
            <a:fld id="{AF5D7040-8FA0-424D-999C-6F1356F5F010}" type="slidenum">
              <a:rPr lang="en-US" smtClean="0"/>
              <a:pPr>
                <a:defRPr/>
              </a:pPr>
              <a:t>34</a:t>
            </a:fld>
            <a:endParaRPr lang="en-US"/>
          </a:p>
        </p:txBody>
      </p:sp>
    </p:spTree>
    <p:extLst>
      <p:ext uri="{BB962C8B-B14F-4D97-AF65-F5344CB8AC3E}">
        <p14:creationId xmlns:p14="http://schemas.microsoft.com/office/powerpoint/2010/main" val="561202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C282D46E-DD16-4EA2-B377-BCA8D59788F5}" type="slidenum">
              <a:rPr lang="en-US" smtClean="0"/>
              <a:pPr>
                <a:defRPr/>
              </a:pPr>
              <a:t>35</a:t>
            </a:fld>
            <a:endParaRPr lang="en-US"/>
          </a:p>
        </p:txBody>
      </p:sp>
    </p:spTree>
    <p:extLst>
      <p:ext uri="{BB962C8B-B14F-4D97-AF65-F5344CB8AC3E}">
        <p14:creationId xmlns:p14="http://schemas.microsoft.com/office/powerpoint/2010/main" val="3872379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D9F5D99C-E355-4BAE-B8C8-040397C216E8}"/>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CC767-F5B2-4864-8110-AC2E3D8ECB09}" type="slidenum">
              <a:rPr kumimoji="0" lang="en-US"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alt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0898" name="Rectangle 2">
            <a:extLst>
              <a:ext uri="{FF2B5EF4-FFF2-40B4-BE49-F238E27FC236}">
                <a16:creationId xmlns:a16="http://schemas.microsoft.com/office/drawing/2014/main" xmlns="" id="{2C5421D8-6411-487B-93F6-B3E0298455E6}"/>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xmlns="" id="{74E8E2F6-9F13-4690-BF6C-13A2B0032D5F}"/>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98556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7160" indent="0">
              <a:buNone/>
            </a:pPr>
            <a:r>
              <a:rPr lang="en-US" dirty="0"/>
              <a:t>Can you tickle yourself? </a:t>
            </a:r>
          </a:p>
          <a:p>
            <a:pPr marL="137160" indent="0">
              <a:buNone/>
            </a:pPr>
            <a:r>
              <a:rPr lang="en-US" dirty="0"/>
              <a:t>Why or why not? </a:t>
            </a:r>
          </a:p>
          <a:p>
            <a:pPr marL="137160" indent="0">
              <a:buNone/>
            </a:pPr>
            <a:r>
              <a:rPr lang="en-US" dirty="0"/>
              <a:t>Impulses are conducted to and from cerebellum when you are moving your fingers and touching yourself does not occur when someone else tickles you</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32FBC-CC67-4B17-8935-02F23E3364A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2195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When you touch a doorknob (or something else made of metal), which has a positive charge with few electrons, the extra electrons want to jump from you to the knob. ... Static electricity happens more often during the colder seasons </a:t>
            </a:r>
            <a:r>
              <a:rPr lang="en-US" b="1" i="0" dirty="0">
                <a:solidFill>
                  <a:srgbClr val="202124"/>
                </a:solidFill>
                <a:effectLst/>
                <a:latin typeface="arial" panose="020B0604020202020204" pitchFamily="34" charset="0"/>
              </a:rPr>
              <a:t>because the air is drier, and it's easier to build up electrons on the skin's surface</a:t>
            </a:r>
            <a:r>
              <a:rPr lang="en-US" b="0" i="0" dirty="0">
                <a:solidFill>
                  <a:srgbClr val="202124"/>
                </a:solidFill>
                <a:effectLst/>
                <a:latin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22222"/>
                </a:solidFill>
                <a:effectLst/>
                <a:latin typeface="inherit"/>
              </a:rPr>
              <a:t>Even the static electricity travels at light speed, which is 186, 282 miles per second!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32FBC-CC67-4B17-8935-02F23E3364A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4271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C817E03A-C8DF-4A4F-8054-5197766F850F}"/>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1B2FE9-7080-420E-BE03-CE5C933743D9}" type="slidenum">
              <a:rPr kumimoji="0" lang="en-US" alt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81922" name="Rectangle 2">
            <a:extLst>
              <a:ext uri="{FF2B5EF4-FFF2-40B4-BE49-F238E27FC236}">
                <a16:creationId xmlns:a16="http://schemas.microsoft.com/office/drawing/2014/main" xmlns="" id="{28A5F96C-54A1-482D-B596-82684964F1C8}"/>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xmlns="" id="{2CB56924-086D-4BD9-9F33-366D73FEFB52}"/>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36829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202124"/>
                </a:solidFill>
                <a:effectLst/>
                <a:latin typeface="arial" panose="020B0604020202020204" pitchFamily="34" charset="0"/>
              </a:rPr>
              <a:t>The hammer, anvil, and stirrup are the </a:t>
            </a:r>
            <a:r>
              <a:rPr lang="en-US" b="1" i="0" dirty="0">
                <a:solidFill>
                  <a:srgbClr val="202124"/>
                </a:solidFill>
                <a:effectLst/>
                <a:latin typeface="arial" panose="020B0604020202020204" pitchFamily="34" charset="0"/>
              </a:rPr>
              <a:t>smallest bones found in the human body</a:t>
            </a:r>
            <a:r>
              <a:rPr lang="en-US" b="0" i="0" dirty="0">
                <a:solidFill>
                  <a:srgbClr val="202124"/>
                </a:solidFill>
                <a:effectLst/>
                <a:latin typeface="arial" panose="020B0604020202020204" pitchFamily="34" charset="0"/>
              </a:rPr>
              <a:t>. They also can be called by their </a:t>
            </a:r>
            <a:r>
              <a:rPr lang="en-US" b="0" i="0" dirty="0" err="1">
                <a:solidFill>
                  <a:srgbClr val="202124"/>
                </a:solidFill>
                <a:effectLst/>
                <a:latin typeface="arial" panose="020B0604020202020204" pitchFamily="34" charset="0"/>
              </a:rPr>
              <a:t>latin</a:t>
            </a:r>
            <a:r>
              <a:rPr lang="en-US" b="0" i="0" dirty="0">
                <a:solidFill>
                  <a:srgbClr val="202124"/>
                </a:solidFill>
                <a:effectLst/>
                <a:latin typeface="arial" panose="020B0604020202020204" pitchFamily="34" charset="0"/>
              </a:rPr>
              <a:t> names: the malleus, incus, and stapes, respectively. Collectively they are called ossicles.</a:t>
            </a:r>
          </a:p>
          <a:p>
            <a:r>
              <a:rPr lang="en-US" b="0" i="0" dirty="0">
                <a:solidFill>
                  <a:srgbClr val="202124"/>
                </a:solidFill>
                <a:effectLst/>
                <a:latin typeface="arial" panose="020B0604020202020204" pitchFamily="34" charset="0"/>
              </a:rPr>
              <a:t>The cochlea is </a:t>
            </a:r>
            <a:r>
              <a:rPr lang="en-US" b="1" i="0" dirty="0">
                <a:solidFill>
                  <a:srgbClr val="202124"/>
                </a:solidFill>
                <a:effectLst/>
                <a:latin typeface="arial" panose="020B0604020202020204" pitchFamily="34" charset="0"/>
              </a:rPr>
              <a:t>the part of the inner ear involved in hearing</a:t>
            </a:r>
            <a:r>
              <a:rPr lang="en-US" b="0" i="0" dirty="0">
                <a:solidFill>
                  <a:srgbClr val="202124"/>
                </a:solidFill>
                <a:effectLst/>
                <a:latin typeface="arial" panose="020B0604020202020204" pitchFamily="34" charset="0"/>
              </a:rPr>
              <a:t>. It is a spiral-shaped cavity in the bony labyrinth, in humans making 2.75 turns around its axis, the modiolus. ... The name cochlea derives from Ancient Greek </a:t>
            </a:r>
            <a:r>
              <a:rPr lang="en-US" b="0" i="0" dirty="0" err="1">
                <a:solidFill>
                  <a:srgbClr val="202124"/>
                </a:solidFill>
                <a:effectLst/>
                <a:latin typeface="arial" panose="020B0604020202020204" pitchFamily="34" charset="0"/>
              </a:rPr>
              <a:t>κοχλί</a:t>
            </a:r>
            <a:r>
              <a:rPr lang="en-US" b="0" i="0" dirty="0">
                <a:solidFill>
                  <a:srgbClr val="202124"/>
                </a:solidFill>
                <a:effectLst/>
                <a:latin typeface="arial" panose="020B0604020202020204" pitchFamily="34" charset="0"/>
              </a:rPr>
              <a:t>ας (kokhlias) 'spiral, snail shell'.</a:t>
            </a:r>
            <a:endParaRPr lang="en-US" altLang="en-US" dirty="0"/>
          </a:p>
        </p:txBody>
      </p:sp>
      <p:sp>
        <p:nvSpPr>
          <p:cNvPr id="4" name="Slide Number Placeholder 3"/>
          <p:cNvSpPr>
            <a:spLocks noGrp="1"/>
          </p:cNvSpPr>
          <p:nvPr>
            <p:ph type="sldNum" sz="quarter" idx="5"/>
          </p:nvPr>
        </p:nvSpPr>
        <p:spPr/>
        <p:txBody>
          <a:bodyPr/>
          <a:lstStyle/>
          <a:p>
            <a:pPr>
              <a:defRPr/>
            </a:pPr>
            <a:fld id="{E2374B1B-4367-429E-8CDE-C2BE5BFF19EF}" type="slidenum">
              <a:rPr lang="en-US" smtClean="0"/>
              <a:pPr>
                <a:defRPr/>
              </a:pPr>
              <a:t>50</a:t>
            </a:fld>
            <a:endParaRPr lang="en-US"/>
          </a:p>
        </p:txBody>
      </p:sp>
    </p:spTree>
    <p:extLst>
      <p:ext uri="{BB962C8B-B14F-4D97-AF65-F5344CB8AC3E}">
        <p14:creationId xmlns:p14="http://schemas.microsoft.com/office/powerpoint/2010/main" val="736720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74549CF3-D96A-49E5-91D1-CC7AE35976D2}" type="slidenum">
              <a:rPr lang="en-US" smtClean="0"/>
              <a:pPr>
                <a:defRPr/>
              </a:pPr>
              <a:t>51</a:t>
            </a:fld>
            <a:endParaRPr lang="en-US"/>
          </a:p>
        </p:txBody>
      </p:sp>
    </p:spTree>
    <p:extLst>
      <p:ext uri="{BB962C8B-B14F-4D97-AF65-F5344CB8AC3E}">
        <p14:creationId xmlns:p14="http://schemas.microsoft.com/office/powerpoint/2010/main" val="2821988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54</a:t>
            </a:fld>
            <a:endParaRPr lang="en-US"/>
          </a:p>
        </p:txBody>
      </p:sp>
    </p:spTree>
    <p:extLst>
      <p:ext uri="{BB962C8B-B14F-4D97-AF65-F5344CB8AC3E}">
        <p14:creationId xmlns:p14="http://schemas.microsoft.com/office/powerpoint/2010/main" val="1948437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55</a:t>
            </a:fld>
            <a:endParaRPr lang="en-US"/>
          </a:p>
        </p:txBody>
      </p:sp>
    </p:spTree>
    <p:extLst>
      <p:ext uri="{BB962C8B-B14F-4D97-AF65-F5344CB8AC3E}">
        <p14:creationId xmlns:p14="http://schemas.microsoft.com/office/powerpoint/2010/main" val="3361090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2C563B-8058-49A0-9F13-8ECB8EEC90E4}"/>
              </a:ext>
            </a:extLst>
          </p:cNvPr>
          <p:cNvSpPr>
            <a:spLocks noGrp="1"/>
          </p:cNvSpPr>
          <p:nvPr>
            <p:ph type="title"/>
          </p:nvPr>
        </p:nvSpPr>
        <p:spPr>
          <a:xfrm>
            <a:off x="609600" y="277814"/>
            <a:ext cx="10972800" cy="113982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162F65E-D770-4D79-8B68-E4941BCC45C3}"/>
              </a:ext>
            </a:extLst>
          </p:cNvPr>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A1CDEC9-1431-440D-8D30-653140CF399A}"/>
              </a:ext>
            </a:extLst>
          </p:cNvPr>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A49B961-2E56-425F-9461-9D0FA9F7E5E0}"/>
              </a:ext>
            </a:extLst>
          </p:cNvPr>
          <p:cNvSpPr>
            <a:spLocks noGrp="1"/>
          </p:cNvSpPr>
          <p:nvPr>
            <p:ph type="dt" sz="half" idx="10"/>
          </p:nvPr>
        </p:nvSpPr>
        <p:spPr>
          <a:xfrm>
            <a:off x="609600" y="6245225"/>
            <a:ext cx="28448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B63FE0A7-1610-418F-AB1D-2985EAC3ED02}"/>
              </a:ext>
            </a:extLst>
          </p:cNvPr>
          <p:cNvSpPr>
            <a:spLocks noGrp="1"/>
          </p:cNvSpPr>
          <p:nvPr>
            <p:ph type="ftr" sz="quarter" idx="11"/>
          </p:nvPr>
        </p:nvSpPr>
        <p:spPr>
          <a:xfrm>
            <a:off x="4165600" y="6245225"/>
            <a:ext cx="38608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96BBAEAC-104C-492E-843B-0E9393E6057D}"/>
              </a:ext>
            </a:extLst>
          </p:cNvPr>
          <p:cNvSpPr>
            <a:spLocks noGrp="1"/>
          </p:cNvSpPr>
          <p:nvPr>
            <p:ph type="sldNum" sz="quarter" idx="12"/>
          </p:nvPr>
        </p:nvSpPr>
        <p:spPr>
          <a:xfrm>
            <a:off x="8737600" y="6245225"/>
            <a:ext cx="2844800" cy="476250"/>
          </a:xfrm>
        </p:spPr>
        <p:txBody>
          <a:bodyPr/>
          <a:lstStyle>
            <a:lvl1pPr>
              <a:defRPr/>
            </a:lvl1pPr>
          </a:lstStyle>
          <a:p>
            <a:fld id="{6C26595C-529B-4210-BB2F-4EA171CB0BFB}" type="slidenum">
              <a:rPr lang="en-US" altLang="en-US"/>
              <a:pPr/>
              <a:t>‹#›</a:t>
            </a:fld>
            <a:endParaRPr lang="en-US" altLang="en-US"/>
          </a:p>
        </p:txBody>
      </p:sp>
    </p:spTree>
    <p:extLst>
      <p:ext uri="{BB962C8B-B14F-4D97-AF65-F5344CB8AC3E}">
        <p14:creationId xmlns:p14="http://schemas.microsoft.com/office/powerpoint/2010/main" val="12896835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 id="2147483702"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5.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gif"/></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upload.wikimedia.org/wikibooks/en/7/7f/Anatomy_and_physiology_of_animals_General_senses_in_skin.jp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upload.wikimedia.org/wikibooks/en/3/33/Anatomy_and_physiology_of_animals_The_ear.jp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dx.doi.org/10.1007/978-3-642-65438-1"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ncbi.nlm.nih.gov/books/NBK547656/" TargetMode="Externa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spid="_x0000_s1027"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95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r>
              <a:rPr lang="en-US" dirty="0"/>
              <a:t>Sensors/ receptors in the human </a:t>
            </a:r>
            <a:r>
              <a:rPr lang="en-US" dirty="0" smtClean="0"/>
              <a:t>body</a:t>
            </a:r>
          </a:p>
          <a:p>
            <a:r>
              <a:rPr lang="en-US" dirty="0" smtClean="0"/>
              <a:t>Chemoreceptor</a:t>
            </a:r>
            <a:r>
              <a:rPr lang="en-US" dirty="0"/>
              <a:t>: hot and cold receptors, sensors for smell, sound, vision</a:t>
            </a:r>
            <a:endParaRPr lang="en-US"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xmlns=""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xmlns="" val="20000"/>
                    </a:ext>
                  </a:extLst>
                </a:gridCol>
                <a:gridCol w="4281977">
                  <a:extLst>
                    <a:ext uri="{9D8B030D-6E8A-4147-A177-3AD203B41FA5}">
                      <a16:colId xmlns:a16="http://schemas.microsoft.com/office/drawing/2014/main" xmlns="" val="20001"/>
                    </a:ext>
                  </a:extLst>
                </a:gridCol>
                <a:gridCol w="1466223">
                  <a:extLst>
                    <a:ext uri="{9D8B030D-6E8A-4147-A177-3AD203B41FA5}">
                      <a16:colId xmlns:a16="http://schemas.microsoft.com/office/drawing/2014/main" xmlns=""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071748465"/>
                  </a:ext>
                </a:extLst>
              </a:tr>
            </a:tbl>
          </a:graphicData>
        </a:graphic>
      </p:graphicFrame>
      <p:sp>
        <p:nvSpPr>
          <p:cNvPr id="7" name="Rectangle 6">
            <a:extLst>
              <a:ext uri="{FF2B5EF4-FFF2-40B4-BE49-F238E27FC236}">
                <a16:creationId xmlns:a16="http://schemas.microsoft.com/office/drawing/2014/main" xmlns=""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xmlns=""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xmlns=""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xmlns=""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xmlns=""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xmlns=""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xmlns="" id="{133B9873-0D72-4F00-B232-68A50C2F664D}"/>
              </a:ext>
            </a:extLst>
          </p:cNvPr>
          <p:cNvGraphicFramePr>
            <a:graphicFrameLocks noGrp="1"/>
          </p:cNvGraphicFramePr>
          <p:nvPr>
            <p:extLst>
              <p:ext uri="{D42A27DB-BD31-4B8C-83A1-F6EECF244321}">
                <p14:modId xmlns:p14="http://schemas.microsoft.com/office/powerpoint/2010/main" val="605221788"/>
              </p:ext>
            </p:extLst>
          </p:nvPr>
        </p:nvGraphicFramePr>
        <p:xfrm>
          <a:off x="901382" y="1706145"/>
          <a:ext cx="10485247" cy="4680295"/>
        </p:xfrm>
        <a:graphic>
          <a:graphicData uri="http://schemas.openxmlformats.org/drawingml/2006/table">
            <a:tbl>
              <a:tblPr/>
              <a:tblGrid>
                <a:gridCol w="2018630">
                  <a:extLst>
                    <a:ext uri="{9D8B030D-6E8A-4147-A177-3AD203B41FA5}">
                      <a16:colId xmlns:a16="http://schemas.microsoft.com/office/drawing/2014/main" xmlns="" val="20000"/>
                    </a:ext>
                  </a:extLst>
                </a:gridCol>
                <a:gridCol w="6128994">
                  <a:extLst>
                    <a:ext uri="{9D8B030D-6E8A-4147-A177-3AD203B41FA5}">
                      <a16:colId xmlns:a16="http://schemas.microsoft.com/office/drawing/2014/main" xmlns="" val="20001"/>
                    </a:ext>
                  </a:extLst>
                </a:gridCol>
                <a:gridCol w="2337623">
                  <a:extLst>
                    <a:ext uri="{9D8B030D-6E8A-4147-A177-3AD203B41FA5}">
                      <a16:colId xmlns:a16="http://schemas.microsoft.com/office/drawing/2014/main" xmlns=""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xmlns="" val="10001"/>
                  </a:ext>
                </a:extLst>
              </a:tr>
            </a:tbl>
          </a:graphicData>
        </a:graphic>
      </p:graphicFrame>
      <p:pic>
        <p:nvPicPr>
          <p:cNvPr id="6" name="Picture 5">
            <a:extLst>
              <a:ext uri="{FF2B5EF4-FFF2-40B4-BE49-F238E27FC236}">
                <a16:creationId xmlns:a16="http://schemas.microsoft.com/office/drawing/2014/main" xmlns=""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3DCB64-D207-409A-BB4E-2608F684CECA}"/>
              </a:ext>
            </a:extLst>
          </p:cNvPr>
          <p:cNvSpPr>
            <a:spLocks noGrp="1"/>
          </p:cNvSpPr>
          <p:nvPr>
            <p:ph type="ctrTitle"/>
          </p:nvPr>
        </p:nvSpPr>
        <p:spPr>
          <a:xfrm>
            <a:off x="1524000" y="1122363"/>
            <a:ext cx="9144000" cy="1826577"/>
          </a:xfrm>
        </p:spPr>
        <p:txBody>
          <a:bodyPr/>
          <a:lstStyle/>
          <a:p>
            <a:r>
              <a:rPr lang="en-IN" b="1" dirty="0">
                <a:solidFill>
                  <a:schemeClr val="accent1">
                    <a:lumMod val="75000"/>
                  </a:schemeClr>
                </a:solidFill>
              </a:rPr>
              <a:t>Biological Sensors</a:t>
            </a:r>
          </a:p>
        </p:txBody>
      </p:sp>
      <p:sp>
        <p:nvSpPr>
          <p:cNvPr id="3" name="Subtitle 2">
            <a:extLst>
              <a:ext uri="{FF2B5EF4-FFF2-40B4-BE49-F238E27FC236}">
                <a16:creationId xmlns:a16="http://schemas.microsoft.com/office/drawing/2014/main" xmlns="" id="{212F9F60-F08D-47FE-8E25-F2A6A08F1F0E}"/>
              </a:ext>
            </a:extLst>
          </p:cNvPr>
          <p:cNvSpPr>
            <a:spLocks noGrp="1"/>
          </p:cNvSpPr>
          <p:nvPr>
            <p:ph type="subTitle" idx="1"/>
          </p:nvPr>
        </p:nvSpPr>
        <p:spPr>
          <a:xfrm>
            <a:off x="1524000" y="3383038"/>
            <a:ext cx="9702800" cy="2190447"/>
          </a:xfrm>
        </p:spPr>
        <p:txBody>
          <a:bodyPr>
            <a:normAutofit/>
          </a:bodyPr>
          <a:lstStyle/>
          <a:p>
            <a:pPr marL="342900" indent="-342900" algn="l">
              <a:buFont typeface="Wingdings" panose="05000000000000000000" pitchFamily="2" charset="2"/>
              <a:buChar char="Ø"/>
            </a:pPr>
            <a:r>
              <a:rPr lang="en-US" sz="2800" dirty="0">
                <a:solidFill>
                  <a:schemeClr val="accent1">
                    <a:lumMod val="75000"/>
                  </a:schemeClr>
                </a:solidFill>
              </a:rPr>
              <a:t>Sensors/ receptors in the human body</a:t>
            </a:r>
          </a:p>
          <a:p>
            <a:pPr marL="342900" indent="-342900" algn="just">
              <a:buFont typeface="Wingdings" panose="05000000000000000000" pitchFamily="2" charset="2"/>
              <a:buChar char="Ø"/>
            </a:pPr>
            <a:r>
              <a:rPr lang="en-US" sz="2800" dirty="0">
                <a:solidFill>
                  <a:schemeClr val="accent1">
                    <a:lumMod val="75000"/>
                  </a:schemeClr>
                </a:solidFill>
              </a:rPr>
              <a:t>Chemoreceptor: sensors for smell and taste</a:t>
            </a:r>
          </a:p>
          <a:p>
            <a:pPr marL="342900" indent="-342900" algn="just">
              <a:buFont typeface="Wingdings" panose="05000000000000000000" pitchFamily="2" charset="2"/>
              <a:buChar char="Ø"/>
            </a:pPr>
            <a:r>
              <a:rPr lang="en-US" sz="2800" dirty="0">
                <a:solidFill>
                  <a:schemeClr val="accent1">
                    <a:lumMod val="75000"/>
                  </a:schemeClr>
                </a:solidFill>
              </a:rPr>
              <a:t>Photoreceptor: vision</a:t>
            </a:r>
          </a:p>
          <a:p>
            <a:pPr marL="342900" indent="-342900" algn="just">
              <a:buFont typeface="Wingdings" panose="05000000000000000000" pitchFamily="2" charset="2"/>
              <a:buChar char="Ø"/>
            </a:pPr>
            <a:r>
              <a:rPr lang="en-US" sz="2800" dirty="0">
                <a:solidFill>
                  <a:schemeClr val="accent1">
                    <a:lumMod val="75000"/>
                  </a:schemeClr>
                </a:solidFill>
              </a:rPr>
              <a:t>Mechanoreceptor: hot and cold receptors, sound</a:t>
            </a:r>
          </a:p>
        </p:txBody>
      </p:sp>
      <p:sp>
        <p:nvSpPr>
          <p:cNvPr id="4" name="Slide Number Placeholder 3">
            <a:extLst>
              <a:ext uri="{FF2B5EF4-FFF2-40B4-BE49-F238E27FC236}">
                <a16:creationId xmlns:a16="http://schemas.microsoft.com/office/drawing/2014/main" xmlns="" id="{B9E9736A-50F7-40C9-963B-FF5A57580137}"/>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0886105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8B2CF8F7-928F-4B19-BC9E-A40A88D65D00}"/>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xmlns="" id="{7E641CA4-3FBE-4F35-A0D8-EE636814BDB0}"/>
              </a:ext>
            </a:extLst>
          </p:cNvPr>
          <p:cNvGraphicFramePr/>
          <p:nvPr/>
        </p:nvGraphicFramePr>
        <p:xfrm>
          <a:off x="1037590" y="593936"/>
          <a:ext cx="1049528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115921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6831893-FA5B-4B2C-8AF5-3A6609D7BA6B}"/>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a16="http://schemas.microsoft.com/office/drawing/2014/main" xmlns="" id="{36D5A412-A859-4982-BE4E-141E4C725F58}"/>
              </a:ext>
            </a:extLst>
          </p:cNvPr>
          <p:cNvGraphicFramePr/>
          <p:nvPr/>
        </p:nvGraphicFramePr>
        <p:xfrm>
          <a:off x="996950" y="491066"/>
          <a:ext cx="101981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56716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sz="quarter" idx="1"/>
          </p:nvPr>
        </p:nvSpPr>
        <p:spPr>
          <a:xfrm>
            <a:off x="221665" y="1560836"/>
            <a:ext cx="9207673" cy="4918234"/>
          </a:xfrm>
        </p:spPr>
        <p:txBody>
          <a:bodyPr/>
          <a:lstStyle/>
          <a:p>
            <a:pPr algn="just" eaLnBrk="1" hangingPunct="1"/>
            <a:r>
              <a:rPr lang="en-US" altLang="en-US" b="1" dirty="0">
                <a:solidFill>
                  <a:srgbClr val="7030A0"/>
                </a:solidFill>
                <a:cs typeface="Times New Roman" pitchFamily="18" charset="0"/>
              </a:rPr>
              <a:t>Example: </a:t>
            </a:r>
            <a:r>
              <a:rPr lang="en-US" altLang="en-US" b="1" dirty="0">
                <a:cs typeface="Times New Roman" pitchFamily="18" charset="0"/>
              </a:rPr>
              <a:t>When you touch an object, sensors on your fingers send </a:t>
            </a:r>
            <a:r>
              <a:rPr lang="en-US" altLang="en-US" b="1" dirty="0">
                <a:solidFill>
                  <a:schemeClr val="accent1"/>
                </a:solidFill>
                <a:cs typeface="Times New Roman" pitchFamily="18" charset="0"/>
              </a:rPr>
              <a:t>signals to your brain </a:t>
            </a:r>
            <a:r>
              <a:rPr lang="en-US" altLang="en-US" b="1" dirty="0">
                <a:cs typeface="Times New Roman" pitchFamily="18" charset="0"/>
              </a:rPr>
              <a:t>so that it measures temperature, and so your brain recognizes the object as being hot or cold.</a:t>
            </a:r>
          </a:p>
          <a:p>
            <a:pPr algn="just" eaLnBrk="1" hangingPunct="1"/>
            <a:r>
              <a:rPr lang="en-US" altLang="en-US" b="1" dirty="0">
                <a:cs typeface="Times New Roman" pitchFamily="18" charset="0"/>
              </a:rPr>
              <a:t>The skin in your fingers contains millions of sensitive nerve endings that can detect stimuli (physical quantities) such as temperature.</a:t>
            </a:r>
          </a:p>
          <a:p>
            <a:pPr algn="just" eaLnBrk="1" hangingPunct="1"/>
            <a:r>
              <a:rPr lang="en-US" altLang="en-US" b="1" dirty="0">
                <a:cs typeface="Times New Roman" pitchFamily="18" charset="0"/>
              </a:rPr>
              <a:t>This </a:t>
            </a:r>
            <a:r>
              <a:rPr lang="en-US" altLang="en-US" b="1" dirty="0">
                <a:solidFill>
                  <a:schemeClr val="accent1"/>
                </a:solidFill>
                <a:cs typeface="Times New Roman" pitchFamily="18" charset="0"/>
              </a:rPr>
              <a:t>stimulus is converted to neuronal impulses </a:t>
            </a:r>
            <a:r>
              <a:rPr lang="en-US" altLang="en-US" b="1" dirty="0">
                <a:cs typeface="Times New Roman" pitchFamily="18" charset="0"/>
              </a:rPr>
              <a:t>that are sent via nerves to a specific region in the brain, which interprets it as being hot or cold.</a:t>
            </a:r>
          </a:p>
          <a:p>
            <a:pPr algn="just" eaLnBrk="1" hangingPunct="1"/>
            <a:r>
              <a:rPr lang="en-US" altLang="en-US" b="1" dirty="0">
                <a:cs typeface="Times New Roman" pitchFamily="18" charset="0"/>
              </a:rPr>
              <a:t>The same happens with pressure and pain signals.</a:t>
            </a:r>
          </a:p>
        </p:txBody>
      </p:sp>
      <p:sp>
        <p:nvSpPr>
          <p:cNvPr id="12293"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A8B6F5EE-7FF3-46FB-82D9-95706B8698A1}" type="slidenum">
              <a:rPr lang="en-US" altLang="en-US" smtClean="0">
                <a:solidFill>
                  <a:srgbClr val="FFFFFF"/>
                </a:solidFill>
              </a:rPr>
              <a:pPr eaLnBrk="1" hangingPunct="1"/>
              <a:t>7</a:t>
            </a:fld>
            <a:endParaRPr lang="en-US" altLang="en-US">
              <a:solidFill>
                <a:srgbClr val="FFFFFF"/>
              </a:solidFill>
            </a:endParaRPr>
          </a:p>
        </p:txBody>
      </p:sp>
      <p:sp>
        <p:nvSpPr>
          <p:cNvPr id="9" name="TextBox 3"/>
          <p:cNvSpPr txBox="1">
            <a:spLocks noChangeArrowheads="1"/>
          </p:cNvSpPr>
          <p:nvPr/>
        </p:nvSpPr>
        <p:spPr bwMode="auto">
          <a:xfrm>
            <a:off x="1679577" y="283370"/>
            <a:ext cx="8583612"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ctr" eaLnBrk="1" hangingPunct="1"/>
            <a:r>
              <a:rPr lang="en-US" altLang="en-US" sz="4400" b="1" dirty="0">
                <a:solidFill>
                  <a:schemeClr val="accent1"/>
                </a:solidFill>
                <a:latin typeface="+mj-lt"/>
                <a:cs typeface="Times New Roman" pitchFamily="18" charset="0"/>
              </a:rPr>
              <a:t>What is a sensor?</a:t>
            </a:r>
          </a:p>
        </p:txBody>
      </p:sp>
      <p:pic>
        <p:nvPicPr>
          <p:cNvPr id="1028" name="Picture 4" descr="Illustration of the carpal tunnel syndro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0324" y="1817225"/>
            <a:ext cx="2440012" cy="31776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391691" y="951873"/>
            <a:ext cx="9744883" cy="461665"/>
          </a:xfrm>
          <a:prstGeom prst="rect">
            <a:avLst/>
          </a:prstGeom>
        </p:spPr>
        <p:txBody>
          <a:bodyPr wrap="square">
            <a:spAutoFit/>
          </a:bodyPr>
          <a:lstStyle/>
          <a:p>
            <a:pPr algn="ctr"/>
            <a:r>
              <a:rPr lang="en-US" altLang="en-US" sz="2400" b="1" dirty="0">
                <a:cs typeface="Times New Roman" pitchFamily="18" charset="0"/>
              </a:rPr>
              <a:t>A sensor is a device that measures a physical quantity.</a:t>
            </a:r>
          </a:p>
        </p:txBody>
      </p:sp>
    </p:spTree>
    <p:extLst>
      <p:ext uri="{BB962C8B-B14F-4D97-AF65-F5344CB8AC3E}">
        <p14:creationId xmlns:p14="http://schemas.microsoft.com/office/powerpoint/2010/main" val="224737120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3F30AA14-5061-48CF-8EA5-D786420492C4}"/>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a16="http://schemas.microsoft.com/office/drawing/2014/main" xmlns="" id="{0758E3F2-E22C-41A3-85FD-96B45CA70D4C}"/>
              </a:ext>
            </a:extLst>
          </p:cNvPr>
          <p:cNvGraphicFramePr/>
          <p:nvPr/>
        </p:nvGraphicFramePr>
        <p:xfrm>
          <a:off x="1003300" y="525780"/>
          <a:ext cx="10666730" cy="5692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559825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txBox="1">
            <a:spLocks noChangeArrowheads="1"/>
          </p:cNvSpPr>
          <p:nvPr/>
        </p:nvSpPr>
        <p:spPr bwMode="auto">
          <a:xfrm>
            <a:off x="838200" y="1064870"/>
            <a:ext cx="10713334" cy="548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marL="342891" indent="-342891" algn="just" eaLnBrk="1" hangingPunct="1">
              <a:spcAft>
                <a:spcPts val="600"/>
              </a:spcAft>
              <a:buFont typeface="Arial" panose="020B0604020202020204" pitchFamily="34" charset="0"/>
              <a:buChar char="•"/>
            </a:pPr>
            <a:r>
              <a:rPr lang="en-US" altLang="en-US" sz="2400" b="1" dirty="0">
                <a:latin typeface="Calibri" panose="020F0502020204030204" pitchFamily="34" charset="0"/>
                <a:cs typeface="Times New Roman" pitchFamily="18" charset="0"/>
              </a:rPr>
              <a:t>A sensor is a device that </a:t>
            </a:r>
            <a:r>
              <a:rPr lang="en-US" altLang="en-US" sz="2400" b="1" i="1" dirty="0">
                <a:latin typeface="Calibri" panose="020F0502020204030204" pitchFamily="34" charset="0"/>
                <a:cs typeface="Times New Roman" pitchFamily="18" charset="0"/>
              </a:rPr>
              <a:t>senses</a:t>
            </a:r>
            <a:r>
              <a:rPr lang="en-US" altLang="en-US" sz="2400" b="1" dirty="0">
                <a:latin typeface="Calibri" panose="020F0502020204030204" pitchFamily="34" charset="0"/>
                <a:cs typeface="Times New Roman" pitchFamily="18" charset="0"/>
              </a:rPr>
              <a:t> or </a:t>
            </a:r>
            <a:r>
              <a:rPr lang="en-US" altLang="en-US" sz="2400" b="1" dirty="0">
                <a:solidFill>
                  <a:schemeClr val="accent1"/>
                </a:solidFill>
                <a:latin typeface="Calibri" panose="020F0502020204030204" pitchFamily="34" charset="0"/>
                <a:cs typeface="Times New Roman" pitchFamily="18" charset="0"/>
              </a:rPr>
              <a:t>detects a signal</a:t>
            </a:r>
            <a:r>
              <a:rPr lang="en-US" altLang="en-US" sz="2400" b="1" dirty="0">
                <a:latin typeface="Calibri" panose="020F0502020204030204" pitchFamily="34" charset="0"/>
                <a:cs typeface="Times New Roman" pitchFamily="18" charset="0"/>
              </a:rPr>
              <a:t>. </a:t>
            </a:r>
          </a:p>
          <a:p>
            <a:pPr marL="342891" indent="-342891" algn="just" eaLnBrk="1" hangingPunct="1">
              <a:spcAft>
                <a:spcPts val="600"/>
              </a:spcAft>
              <a:buFont typeface="Arial" panose="020B0604020202020204" pitchFamily="34" charset="0"/>
              <a:buChar char="•"/>
            </a:pPr>
            <a:r>
              <a:rPr lang="en-US" altLang="en-US" sz="2400" b="1" dirty="0">
                <a:latin typeface="Calibri" panose="020F0502020204030204" pitchFamily="34" charset="0"/>
                <a:cs typeface="Times New Roman" pitchFamily="18" charset="0"/>
              </a:rPr>
              <a:t>Signals are forms of energy, and a sensor senses a signal by typically </a:t>
            </a:r>
            <a:r>
              <a:rPr lang="en-US" altLang="en-US" sz="2400" b="1" dirty="0">
                <a:solidFill>
                  <a:schemeClr val="accent1"/>
                </a:solidFill>
                <a:latin typeface="Calibri" panose="020F0502020204030204" pitchFamily="34" charset="0"/>
                <a:cs typeface="Times New Roman" pitchFamily="18" charset="0"/>
              </a:rPr>
              <a:t>converting one form of energy to another</a:t>
            </a:r>
            <a:r>
              <a:rPr lang="en-US" altLang="en-US" sz="2400" b="1" dirty="0">
                <a:latin typeface="Calibri" panose="020F0502020204030204" pitchFamily="34" charset="0"/>
                <a:cs typeface="Times New Roman" pitchFamily="18" charset="0"/>
              </a:rPr>
              <a:t>. </a:t>
            </a:r>
          </a:p>
          <a:p>
            <a:pPr marL="342891" indent="-342891" algn="just" eaLnBrk="1" hangingPunct="1">
              <a:spcAft>
                <a:spcPts val="600"/>
              </a:spcAft>
              <a:buFont typeface="Arial" panose="020B0604020202020204" pitchFamily="34" charset="0"/>
              <a:buChar char="•"/>
            </a:pPr>
            <a:r>
              <a:rPr lang="en-US" altLang="en-US" sz="2400" b="1" dirty="0">
                <a:latin typeface="Calibri" panose="020F0502020204030204" pitchFamily="34" charset="0"/>
                <a:cs typeface="Times New Roman" pitchFamily="18" charset="0"/>
              </a:rPr>
              <a:t>This act of converting is </a:t>
            </a:r>
            <a:r>
              <a:rPr lang="en-US" altLang="en-US" sz="2400" b="1" dirty="0">
                <a:solidFill>
                  <a:schemeClr val="accent1"/>
                </a:solidFill>
                <a:latin typeface="Calibri" panose="020F0502020204030204" pitchFamily="34" charset="0"/>
                <a:cs typeface="Times New Roman" pitchFamily="18" charset="0"/>
              </a:rPr>
              <a:t>also called transducing</a:t>
            </a:r>
            <a:r>
              <a:rPr lang="en-US" altLang="en-US" sz="2400" b="1" dirty="0">
                <a:latin typeface="Calibri" panose="020F0502020204030204" pitchFamily="34" charset="0"/>
                <a:cs typeface="Times New Roman" pitchFamily="18" charset="0"/>
              </a:rPr>
              <a:t>, and so sensors are also called </a:t>
            </a:r>
            <a:r>
              <a:rPr lang="en-US" altLang="en-US" sz="2400" b="1" dirty="0">
                <a:solidFill>
                  <a:srgbClr val="FF0000"/>
                </a:solidFill>
                <a:latin typeface="Calibri" panose="020F0502020204030204" pitchFamily="34" charset="0"/>
                <a:cs typeface="Times New Roman" pitchFamily="18" charset="0"/>
              </a:rPr>
              <a:t>transducers</a:t>
            </a:r>
            <a:r>
              <a:rPr lang="en-US" altLang="en-US" sz="2400" b="1" dirty="0">
                <a:latin typeface="Calibri" panose="020F0502020204030204" pitchFamily="34" charset="0"/>
                <a:cs typeface="Times New Roman" pitchFamily="18" charset="0"/>
              </a:rPr>
              <a:t>.</a:t>
            </a:r>
          </a:p>
          <a:p>
            <a:pPr algn="just" eaLnBrk="1" hangingPunct="1">
              <a:spcAft>
                <a:spcPts val="600"/>
              </a:spcAft>
            </a:pPr>
            <a:r>
              <a:rPr lang="en-US" altLang="en-US" sz="2400" b="1" dirty="0">
                <a:latin typeface="Calibri" panose="020F0502020204030204" pitchFamily="34" charset="0"/>
                <a:cs typeface="Times New Roman" pitchFamily="18" charset="0"/>
                <a:sym typeface="Wingdings" panose="05000000000000000000" pitchFamily="2" charset="2"/>
              </a:rPr>
              <a:t> </a:t>
            </a:r>
            <a:r>
              <a:rPr lang="en-US" altLang="en-US" sz="2800" b="1" dirty="0">
                <a:latin typeface="Calibri" panose="020F0502020204030204" pitchFamily="34" charset="0"/>
                <a:cs typeface="Times New Roman" pitchFamily="18" charset="0"/>
              </a:rPr>
              <a:t>So, a transducer is a device that converts one signal to another. </a:t>
            </a:r>
            <a:endParaRPr lang="en-US" altLang="en-US" sz="2400" b="1" dirty="0">
              <a:latin typeface="Calibri" panose="020F0502020204030204" pitchFamily="34" charset="0"/>
              <a:cs typeface="Times New Roman" pitchFamily="18" charset="0"/>
            </a:endParaRPr>
          </a:p>
          <a:p>
            <a:pPr marL="342891" indent="-342891" algn="just" eaLnBrk="1" hangingPunct="1">
              <a:spcAft>
                <a:spcPts val="600"/>
              </a:spcAft>
              <a:buFont typeface="Arial" panose="020B0604020202020204" pitchFamily="34" charset="0"/>
              <a:buChar char="•"/>
            </a:pPr>
            <a:r>
              <a:rPr lang="en-US" altLang="en-US" sz="2400" b="1" dirty="0">
                <a:solidFill>
                  <a:srgbClr val="7030A0"/>
                </a:solidFill>
                <a:latin typeface="Calibri" panose="020F0502020204030204" pitchFamily="34" charset="0"/>
                <a:cs typeface="Times New Roman" pitchFamily="18" charset="0"/>
              </a:rPr>
              <a:t>Examples: </a:t>
            </a:r>
            <a:r>
              <a:rPr lang="en-US" altLang="en-US" sz="2400" b="1" dirty="0">
                <a:latin typeface="Calibri" panose="020F0502020204030204" pitchFamily="34" charset="0"/>
                <a:cs typeface="Times New Roman" pitchFamily="18" charset="0"/>
              </a:rPr>
              <a:t>A microphone converts sound to electricity, a car speedometer converts wheel rotation to a speed reading. These signals are sent to the computer (or the brain).  </a:t>
            </a:r>
          </a:p>
          <a:p>
            <a:pPr algn="just" eaLnBrk="1" hangingPunct="1">
              <a:spcAft>
                <a:spcPts val="600"/>
              </a:spcAft>
            </a:pPr>
            <a:r>
              <a:rPr lang="en-US" altLang="en-US" sz="2400" b="1" dirty="0">
                <a:latin typeface="Calibri" panose="020F0502020204030204" pitchFamily="34" charset="0"/>
                <a:cs typeface="Times New Roman" pitchFamily="18" charset="0"/>
                <a:sym typeface="Wingdings" panose="05000000000000000000" pitchFamily="2" charset="2"/>
              </a:rPr>
              <a:t> </a:t>
            </a:r>
            <a:r>
              <a:rPr lang="en-US" altLang="en-US" sz="2800" b="1" dirty="0">
                <a:latin typeface="Calibri" panose="020F0502020204030204" pitchFamily="34" charset="0"/>
                <a:cs typeface="Times New Roman" pitchFamily="18" charset="0"/>
              </a:rPr>
              <a:t>So, a sensor is also called a transducer.</a:t>
            </a:r>
          </a:p>
          <a:p>
            <a:pPr algn="just" eaLnBrk="1" hangingPunct="1"/>
            <a:endParaRPr lang="en-US" altLang="en-US" sz="2000" b="1" dirty="0">
              <a:latin typeface="Calibri" panose="020F0502020204030204" pitchFamily="34" charset="0"/>
              <a:cs typeface="Times New Roman" pitchFamily="18" charset="0"/>
            </a:endParaRPr>
          </a:p>
          <a:p>
            <a:pPr algn="just" eaLnBrk="1" hangingPunct="1"/>
            <a:r>
              <a:rPr lang="en-US" altLang="en-US" sz="2000" b="1" dirty="0">
                <a:latin typeface="Calibri" panose="020F0502020204030204" pitchFamily="34" charset="0"/>
                <a:cs typeface="Times New Roman" pitchFamily="18" charset="0"/>
              </a:rPr>
              <a:t>Physics and engineering concepts are used to develop a variety of transducers. For instance, a type of pressure sensor converts strain (stretch) into an electrical signal.</a:t>
            </a:r>
          </a:p>
          <a:p>
            <a:pPr algn="just" eaLnBrk="1" hangingPunct="1"/>
            <a:endParaRPr lang="en-US" altLang="en-US" sz="1400" b="1" i="1" dirty="0">
              <a:latin typeface="Calibri" panose="020F0502020204030204" pitchFamily="34" charset="0"/>
            </a:endParaRPr>
          </a:p>
        </p:txBody>
      </p:sp>
      <p:sp>
        <p:nvSpPr>
          <p:cNvPr id="1331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2288534A-52FA-4B19-A058-AD7DB9FBFD10}" type="slidenum">
              <a:rPr lang="en-US" altLang="en-US" smtClean="0">
                <a:solidFill>
                  <a:srgbClr val="FFFFFF"/>
                </a:solidFill>
              </a:rPr>
              <a:pPr eaLnBrk="1" hangingPunct="1"/>
              <a:t>9</a:t>
            </a:fld>
            <a:endParaRPr lang="en-US" altLang="en-US">
              <a:solidFill>
                <a:srgbClr val="FFFFFF"/>
              </a:solidFill>
            </a:endParaRPr>
          </a:p>
        </p:txBody>
      </p:sp>
      <p:sp>
        <p:nvSpPr>
          <p:cNvPr id="4" name="TextBox 3"/>
          <p:cNvSpPr txBox="1">
            <a:spLocks noChangeArrowheads="1"/>
          </p:cNvSpPr>
          <p:nvPr/>
        </p:nvSpPr>
        <p:spPr bwMode="auto">
          <a:xfrm>
            <a:off x="1679577" y="190771"/>
            <a:ext cx="8583612" cy="75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ctr" eaLnBrk="1" hangingPunct="1"/>
            <a:r>
              <a:rPr lang="en-US" altLang="en-US" sz="4400" b="1" dirty="0">
                <a:solidFill>
                  <a:schemeClr val="accent1"/>
                </a:solidFill>
                <a:latin typeface="+mj-lt"/>
                <a:cs typeface="Times New Roman" pitchFamily="18" charset="0"/>
              </a:rPr>
              <a:t>What is a transducer?</a:t>
            </a:r>
          </a:p>
        </p:txBody>
      </p:sp>
    </p:spTree>
    <p:extLst>
      <p:ext uri="{BB962C8B-B14F-4D97-AF65-F5344CB8AC3E}">
        <p14:creationId xmlns:p14="http://schemas.microsoft.com/office/powerpoint/2010/main" val="40755297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F8F8F1A-0AA8-4BCC-A75F-42B1A50A54C4}"/>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3" name="Diagram 2">
            <a:extLst>
              <a:ext uri="{FF2B5EF4-FFF2-40B4-BE49-F238E27FC236}">
                <a16:creationId xmlns:a16="http://schemas.microsoft.com/office/drawing/2014/main" xmlns="" id="{F7819030-7728-4EE9-AFD2-241F5FE7F921}"/>
              </a:ext>
            </a:extLst>
          </p:cNvPr>
          <p:cNvGraphicFramePr/>
          <p:nvPr/>
        </p:nvGraphicFramePr>
        <p:xfrm>
          <a:off x="934720" y="191428"/>
          <a:ext cx="10666730" cy="63332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492348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BD6AD85-CC2F-4390-8F7C-839BE826F4C4}"/>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a16="http://schemas.microsoft.com/office/drawing/2014/main" xmlns="" id="{7F63E7BE-E4CF-4F3D-BA2D-D81DB39B77F8}"/>
              </a:ext>
            </a:extLst>
          </p:cNvPr>
          <p:cNvGraphicFramePr/>
          <p:nvPr/>
        </p:nvGraphicFramePr>
        <p:xfrm>
          <a:off x="877570" y="136525"/>
          <a:ext cx="10883900" cy="6470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512769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1"/>
          <p:cNvSpPr txBox="1">
            <a:spLocks noChangeArrowheads="1"/>
          </p:cNvSpPr>
          <p:nvPr/>
        </p:nvSpPr>
        <p:spPr bwMode="auto">
          <a:xfrm>
            <a:off x="834390" y="129224"/>
            <a:ext cx="1066419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defTabSz="457200" eaLnBrk="0" fontAlgn="base" hangingPunct="0">
              <a:spcBef>
                <a:spcPct val="0"/>
              </a:spcBef>
              <a:spcAft>
                <a:spcPct val="0"/>
              </a:spcAft>
              <a:defRPr>
                <a:solidFill>
                  <a:schemeClr val="tx1"/>
                </a:solidFill>
                <a:latin typeface="Arial" charset="0"/>
              </a:defRPr>
            </a:lvl6pPr>
            <a:lvl7pPr marL="2971800" indent="-228600" defTabSz="457200" eaLnBrk="0" fontAlgn="base" hangingPunct="0">
              <a:spcBef>
                <a:spcPct val="0"/>
              </a:spcBef>
              <a:spcAft>
                <a:spcPct val="0"/>
              </a:spcAft>
              <a:defRPr>
                <a:solidFill>
                  <a:schemeClr val="tx1"/>
                </a:solidFill>
                <a:latin typeface="Arial" charset="0"/>
              </a:defRPr>
            </a:lvl7pPr>
            <a:lvl8pPr marL="3429000" indent="-228600" defTabSz="457200" eaLnBrk="0" fontAlgn="base" hangingPunct="0">
              <a:spcBef>
                <a:spcPct val="0"/>
              </a:spcBef>
              <a:spcAft>
                <a:spcPct val="0"/>
              </a:spcAft>
              <a:defRPr>
                <a:solidFill>
                  <a:schemeClr val="tx1"/>
                </a:solidFill>
                <a:latin typeface="Arial" charset="0"/>
              </a:defRPr>
            </a:lvl8pPr>
            <a:lvl9pPr marL="3886200" indent="-228600" defTabSz="457200" eaLnBrk="0" fontAlgn="base" hangingPunct="0">
              <a:spcBef>
                <a:spcPct val="0"/>
              </a:spcBef>
              <a:spcAft>
                <a:spcPct val="0"/>
              </a:spcAft>
              <a:defRPr>
                <a:solidFill>
                  <a:schemeClr val="tx1"/>
                </a:solidFill>
                <a:latin typeface="Arial" charset="0"/>
              </a:defRPr>
            </a:lvl9pPr>
          </a:lstStyle>
          <a:p>
            <a:pPr algn="ctr" eaLnBrk="1" hangingPunct="1"/>
            <a:r>
              <a:rPr lang="en-US" altLang="en-US" sz="4000" b="1" dirty="0">
                <a:solidFill>
                  <a:schemeClr val="accent1"/>
                </a:solidFill>
                <a:latin typeface="+mj-lt"/>
                <a:cs typeface="Times New Roman" pitchFamily="18" charset="0"/>
              </a:rPr>
              <a:t>Sensors provide information to make decisions: </a:t>
            </a:r>
            <a:r>
              <a:rPr lang="en-US" altLang="en-US" sz="4000" b="1" dirty="0">
                <a:solidFill>
                  <a:srgbClr val="7030A0"/>
                </a:solidFill>
                <a:latin typeface="+mj-lt"/>
                <a:cs typeface="Times New Roman" pitchFamily="18" charset="0"/>
              </a:rPr>
              <a:t>from stimulus to response</a:t>
            </a:r>
          </a:p>
        </p:txBody>
      </p:sp>
      <p:sp>
        <p:nvSpPr>
          <p:cNvPr id="13" name="Text Box 20"/>
          <p:cNvSpPr txBox="1">
            <a:spLocks noChangeArrowheads="1"/>
          </p:cNvSpPr>
          <p:nvPr/>
        </p:nvSpPr>
        <p:spPr bwMode="auto">
          <a:xfrm>
            <a:off x="548640" y="1533987"/>
            <a:ext cx="11235690" cy="4953000"/>
          </a:xfrm>
          <a:prstGeom prst="rect">
            <a:avLst/>
          </a:prstGeom>
          <a:noFill/>
          <a:ln w="9525">
            <a:noFill/>
            <a:miter lim="800000"/>
            <a:headEnd/>
            <a:tailEnd/>
          </a:ln>
          <a:effectLst/>
        </p:spPr>
        <p:txBody>
          <a:bodyPr>
            <a:noAutofit/>
          </a:bodyPr>
          <a:lstStyle/>
          <a:p>
            <a:pPr algn="ctr">
              <a:spcBef>
                <a:spcPct val="50000"/>
              </a:spcBef>
              <a:defRPr/>
            </a:pPr>
            <a:r>
              <a:rPr lang="en-GB" sz="2000" b="1" dirty="0">
                <a:solidFill>
                  <a:srgbClr val="FF0000"/>
                </a:solidFill>
                <a:latin typeface="Calibri" panose="020F0502020204030204" pitchFamily="34" charset="0"/>
                <a:cs typeface="Times New Roman" pitchFamily="18" charset="0"/>
              </a:rPr>
              <a:t>stimulus &gt; sensor &gt; coordinator &gt; effector &gt; response</a:t>
            </a:r>
          </a:p>
          <a:p>
            <a:pPr algn="ctr">
              <a:spcBef>
                <a:spcPct val="50000"/>
              </a:spcBef>
              <a:defRPr/>
            </a:pPr>
            <a:r>
              <a:rPr lang="en-GB" sz="2000" b="1" dirty="0">
                <a:latin typeface="Calibri" panose="020F0502020204030204" pitchFamily="34" charset="0"/>
                <a:cs typeface="Times New Roman" pitchFamily="18" charset="0"/>
              </a:rPr>
              <a:t>touch &gt; pain receptor &gt; nervous system &gt; muscle &gt; movement</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The sequence of steps above describes what happens when you touch something hot</a:t>
            </a:r>
            <a:r>
              <a:rPr lang="en-US" sz="2400" b="1" dirty="0"/>
              <a:t>—</a:t>
            </a:r>
            <a:r>
              <a:rPr lang="en-GB" sz="2400" b="1" dirty="0">
                <a:cs typeface="Times New Roman" pitchFamily="18" charset="0"/>
              </a:rPr>
              <a:t>the </a:t>
            </a:r>
            <a:r>
              <a:rPr lang="en-GB" sz="2400" b="1" dirty="0">
                <a:solidFill>
                  <a:srgbClr val="FF0000"/>
                </a:solidFill>
                <a:cs typeface="Times New Roman" pitchFamily="18" charset="0"/>
              </a:rPr>
              <a:t>stimulus</a:t>
            </a:r>
            <a:r>
              <a:rPr lang="en-GB" sz="2400" b="1" dirty="0">
                <a:cs typeface="Times New Roman" pitchFamily="18" charset="0"/>
              </a:rPr>
              <a:t> is touch, the </a:t>
            </a:r>
            <a:r>
              <a:rPr lang="en-GB" sz="2400" b="1" dirty="0">
                <a:solidFill>
                  <a:srgbClr val="FF0000"/>
                </a:solidFill>
                <a:cs typeface="Times New Roman" pitchFamily="18" charset="0"/>
              </a:rPr>
              <a:t>sensor </a:t>
            </a:r>
            <a:r>
              <a:rPr lang="en-GB" sz="2400" b="1" dirty="0">
                <a:cs typeface="Times New Roman" pitchFamily="18" charset="0"/>
              </a:rPr>
              <a:t>is the temperature receptor on your finger that senses it and relays it to the nervous system (spinal cord and brain), which is the </a:t>
            </a:r>
            <a:r>
              <a:rPr lang="en-GB" sz="2400" b="1" dirty="0">
                <a:solidFill>
                  <a:srgbClr val="FF0000"/>
                </a:solidFill>
                <a:cs typeface="Times New Roman" pitchFamily="18" charset="0"/>
              </a:rPr>
              <a:t>coordinator</a:t>
            </a:r>
            <a:r>
              <a:rPr lang="en-GB" sz="2400" b="1" dirty="0">
                <a:cs typeface="Times New Roman" pitchFamily="18" charset="0"/>
              </a:rPr>
              <a:t>. </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The coordinator makes the decision of how to react, and then commands the hand muscles (the </a:t>
            </a:r>
            <a:r>
              <a:rPr lang="en-GB" sz="2400" b="1" dirty="0">
                <a:solidFill>
                  <a:srgbClr val="FF0000"/>
                </a:solidFill>
                <a:cs typeface="Times New Roman" pitchFamily="18" charset="0"/>
              </a:rPr>
              <a:t>effector</a:t>
            </a:r>
            <a:r>
              <a:rPr lang="en-GB" sz="2400" b="1" dirty="0">
                <a:cs typeface="Times New Roman" pitchFamily="18" charset="0"/>
              </a:rPr>
              <a:t>) to jerk back quickly.  </a:t>
            </a:r>
          </a:p>
          <a:p>
            <a:pPr marL="342900" lvl="0" indent="-342900" algn="just">
              <a:spcBef>
                <a:spcPct val="50000"/>
              </a:spcBef>
              <a:buFont typeface="Wingdings" panose="05000000000000000000" pitchFamily="2" charset="2"/>
              <a:buChar char="Ø"/>
              <a:defRPr/>
            </a:pPr>
            <a:r>
              <a:rPr lang="en-GB" sz="2400" b="1" dirty="0">
                <a:cs typeface="Times New Roman" pitchFamily="18" charset="0"/>
              </a:rPr>
              <a:t>In summary: We go from </a:t>
            </a:r>
            <a:r>
              <a:rPr lang="en-GB" sz="2400" b="1" dirty="0">
                <a:solidFill>
                  <a:srgbClr val="FF0000"/>
                </a:solidFill>
                <a:cs typeface="Times New Roman" pitchFamily="18" charset="0"/>
              </a:rPr>
              <a:t>stimulus </a:t>
            </a:r>
            <a:r>
              <a:rPr lang="en-GB" sz="2400" b="1" dirty="0">
                <a:cs typeface="Times New Roman" pitchFamily="18" charset="0"/>
              </a:rPr>
              <a:t>(touch) </a:t>
            </a:r>
            <a:r>
              <a:rPr lang="en-GB" sz="2400" b="1" dirty="0">
                <a:solidFill>
                  <a:srgbClr val="FF0000"/>
                </a:solidFill>
                <a:cs typeface="Times New Roman" pitchFamily="18" charset="0"/>
              </a:rPr>
              <a:t>to</a:t>
            </a:r>
            <a:r>
              <a:rPr lang="en-GB" sz="2400" b="1" dirty="0">
                <a:cs typeface="Times New Roman" pitchFamily="18" charset="0"/>
              </a:rPr>
              <a:t> response (</a:t>
            </a:r>
            <a:r>
              <a:rPr lang="en-GB" sz="2400" b="1" dirty="0">
                <a:solidFill>
                  <a:srgbClr val="FF0000"/>
                </a:solidFill>
                <a:cs typeface="Times New Roman" pitchFamily="18" charset="0"/>
              </a:rPr>
              <a:t>movement </a:t>
            </a:r>
            <a:r>
              <a:rPr lang="en-GB" sz="2400" b="1" dirty="0">
                <a:cs typeface="Times New Roman" pitchFamily="18" charset="0"/>
              </a:rPr>
              <a:t>of hand).</a:t>
            </a:r>
          </a:p>
        </p:txBody>
      </p:sp>
      <p:sp>
        <p:nvSpPr>
          <p:cNvPr id="1434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75B849DC-718A-49E3-B1FA-20FABE81A03C}" type="slidenum">
              <a:rPr lang="en-US" altLang="en-US" smtClean="0">
                <a:solidFill>
                  <a:srgbClr val="FFFFFF"/>
                </a:solidFill>
              </a:rPr>
              <a:pPr eaLnBrk="1" hangingPunct="1"/>
              <a:t>12</a:t>
            </a:fld>
            <a:endParaRPr lang="en-US" altLang="en-US">
              <a:solidFill>
                <a:srgbClr val="FFFFFF"/>
              </a:solidFill>
            </a:endParaRPr>
          </a:p>
        </p:txBody>
      </p:sp>
    </p:spTree>
    <p:extLst>
      <p:ext uri="{BB962C8B-B14F-4D97-AF65-F5344CB8AC3E}">
        <p14:creationId xmlns:p14="http://schemas.microsoft.com/office/powerpoint/2010/main" val="36208769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C5A5D1A-8DFB-4350-9787-E382E8573034}"/>
              </a:ext>
            </a:extLst>
          </p:cNvPr>
          <p:cNvSpPr>
            <a:spLocks noGrp="1"/>
          </p:cNvSpPr>
          <p:nvPr>
            <p:ph type="sldNum" sz="quarter" idx="12"/>
          </p:nvPr>
        </p:nvSpPr>
        <p:spPr/>
        <p:txBody>
          <a:bodyPr/>
          <a:lstStyle/>
          <a:p>
            <a:fld id="{BDCDBBEF-AA6C-4BA6-85B2-A17D7F280E38}" type="slidenum">
              <a:rPr lang="en-US" smtClean="0"/>
              <a:pPr/>
              <a:t>13</a:t>
            </a:fld>
            <a:endParaRPr lang="en-US"/>
          </a:p>
        </p:txBody>
      </p:sp>
      <p:grpSp>
        <p:nvGrpSpPr>
          <p:cNvPr id="4" name="Group 3">
            <a:extLst>
              <a:ext uri="{FF2B5EF4-FFF2-40B4-BE49-F238E27FC236}">
                <a16:creationId xmlns:a16="http://schemas.microsoft.com/office/drawing/2014/main" xmlns="" id="{ACB8E43A-1C1D-4889-81EF-50D2EB466DCD}"/>
              </a:ext>
            </a:extLst>
          </p:cNvPr>
          <p:cNvGrpSpPr/>
          <p:nvPr/>
        </p:nvGrpSpPr>
        <p:grpSpPr>
          <a:xfrm>
            <a:off x="1506855" y="582930"/>
            <a:ext cx="9178290" cy="5692140"/>
            <a:chOff x="1127410" y="994027"/>
            <a:chExt cx="6840933" cy="4902940"/>
          </a:xfrm>
        </p:grpSpPr>
        <p:pic>
          <p:nvPicPr>
            <p:cNvPr id="5" name="Picture 30" descr="48_03InfoProcessingSum-U">
              <a:extLst>
                <a:ext uri="{FF2B5EF4-FFF2-40B4-BE49-F238E27FC236}">
                  <a16:creationId xmlns:a16="http://schemas.microsoft.com/office/drawing/2014/main" xmlns="" id="{433FE8B1-2A9E-4595-A73D-460B5B37FB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410" y="994027"/>
              <a:ext cx="6840933" cy="490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xmlns="" id="{376A84CD-FA8F-4E80-BDB4-E24DE8846A32}"/>
                </a:ext>
              </a:extLst>
            </p:cNvPr>
            <p:cNvSpPr txBox="1">
              <a:spLocks noChangeArrowheads="1"/>
            </p:cNvSpPr>
            <p:nvPr/>
          </p:nvSpPr>
          <p:spPr bwMode="auto">
            <a:xfrm>
              <a:off x="1697322" y="2327577"/>
              <a:ext cx="904308" cy="28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r>
                <a:rPr lang="en-US" altLang="en-US" sz="1800" b="1"/>
                <a:t>Sensor</a:t>
              </a:r>
            </a:p>
          </p:txBody>
        </p:sp>
        <p:sp>
          <p:nvSpPr>
            <p:cNvPr id="7" name="Text Box 22">
              <a:extLst>
                <a:ext uri="{FF2B5EF4-FFF2-40B4-BE49-F238E27FC236}">
                  <a16:creationId xmlns:a16="http://schemas.microsoft.com/office/drawing/2014/main" xmlns="" id="{8A9ADE31-FAEB-4F22-AFB3-0164261BA31F}"/>
                </a:ext>
              </a:extLst>
            </p:cNvPr>
            <p:cNvSpPr txBox="1">
              <a:spLocks noChangeArrowheads="1"/>
            </p:cNvSpPr>
            <p:nvPr/>
          </p:nvSpPr>
          <p:spPr bwMode="auto">
            <a:xfrm>
              <a:off x="1651284" y="5085065"/>
              <a:ext cx="904308" cy="28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r>
                <a:rPr lang="en-US" altLang="en-US" sz="1800" b="1"/>
                <a:t>Effector</a:t>
              </a:r>
            </a:p>
          </p:txBody>
        </p:sp>
        <p:sp>
          <p:nvSpPr>
            <p:cNvPr id="8" name="Text Box 23">
              <a:extLst>
                <a:ext uri="{FF2B5EF4-FFF2-40B4-BE49-F238E27FC236}">
                  <a16:creationId xmlns:a16="http://schemas.microsoft.com/office/drawing/2014/main" xmlns="" id="{49E9B1C8-C00D-4A76-8A50-2F188267D38D}"/>
                </a:ext>
              </a:extLst>
            </p:cNvPr>
            <p:cNvSpPr txBox="1">
              <a:spLocks noChangeArrowheads="1"/>
            </p:cNvSpPr>
            <p:nvPr/>
          </p:nvSpPr>
          <p:spPr bwMode="auto">
            <a:xfrm>
              <a:off x="3464407" y="1727502"/>
              <a:ext cx="1629400" cy="28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r>
                <a:rPr lang="en-US" altLang="en-US" sz="1800" b="1">
                  <a:solidFill>
                    <a:schemeClr val="bg1"/>
                  </a:solidFill>
                </a:rPr>
                <a:t>Sensory input</a:t>
              </a:r>
            </a:p>
          </p:txBody>
        </p:sp>
        <p:sp>
          <p:nvSpPr>
            <p:cNvPr id="9" name="Text Box 24">
              <a:extLst>
                <a:ext uri="{FF2B5EF4-FFF2-40B4-BE49-F238E27FC236}">
                  <a16:creationId xmlns:a16="http://schemas.microsoft.com/office/drawing/2014/main" xmlns="" id="{FA86B484-E040-4947-9D27-6D5302C8175C}"/>
                </a:ext>
              </a:extLst>
            </p:cNvPr>
            <p:cNvSpPr txBox="1">
              <a:spLocks noChangeArrowheads="1"/>
            </p:cNvSpPr>
            <p:nvPr/>
          </p:nvSpPr>
          <p:spPr bwMode="auto">
            <a:xfrm>
              <a:off x="3479205" y="3698874"/>
              <a:ext cx="1507728" cy="26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r>
                <a:rPr lang="en-US" altLang="en-US" sz="1800" b="1"/>
                <a:t>Motor output</a:t>
              </a:r>
            </a:p>
          </p:txBody>
        </p:sp>
        <p:sp>
          <p:nvSpPr>
            <p:cNvPr id="10" name="Text Box 25">
              <a:extLst>
                <a:ext uri="{FF2B5EF4-FFF2-40B4-BE49-F238E27FC236}">
                  <a16:creationId xmlns:a16="http://schemas.microsoft.com/office/drawing/2014/main" xmlns="" id="{43191726-1F82-4C87-8FF7-B8A3AEFC2436}"/>
                </a:ext>
              </a:extLst>
            </p:cNvPr>
            <p:cNvSpPr txBox="1">
              <a:spLocks noChangeArrowheads="1"/>
            </p:cNvSpPr>
            <p:nvPr/>
          </p:nvSpPr>
          <p:spPr bwMode="auto">
            <a:xfrm>
              <a:off x="5937732" y="2263926"/>
              <a:ext cx="1261100" cy="27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r>
                <a:rPr lang="en-US" altLang="en-US" sz="1800" b="1"/>
                <a:t>Integration</a:t>
              </a:r>
            </a:p>
          </p:txBody>
        </p:sp>
        <p:sp>
          <p:nvSpPr>
            <p:cNvPr id="11" name="Text Box 26">
              <a:extLst>
                <a:ext uri="{FF2B5EF4-FFF2-40B4-BE49-F238E27FC236}">
                  <a16:creationId xmlns:a16="http://schemas.microsoft.com/office/drawing/2014/main" xmlns="" id="{99FEBB23-739D-423E-8028-200EB949ECE3}"/>
                </a:ext>
              </a:extLst>
            </p:cNvPr>
            <p:cNvSpPr txBox="1">
              <a:spLocks noChangeArrowheads="1"/>
            </p:cNvSpPr>
            <p:nvPr/>
          </p:nvSpPr>
          <p:spPr bwMode="auto">
            <a:xfrm>
              <a:off x="3250123" y="5099824"/>
              <a:ext cx="2180206" cy="58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lgn="ctr">
                <a:spcBef>
                  <a:spcPct val="0"/>
                </a:spcBef>
                <a:buClrTx/>
                <a:buFontTx/>
                <a:buNone/>
              </a:pPr>
              <a:r>
                <a:rPr lang="en-US" altLang="en-US" sz="1800" b="1"/>
                <a:t>Peripheral nervous</a:t>
              </a:r>
              <a:br>
                <a:rPr lang="en-US" altLang="en-US" sz="1800" b="1"/>
              </a:br>
              <a:r>
                <a:rPr lang="en-US" altLang="en-US" sz="1800" b="1"/>
                <a:t>system (PNS)</a:t>
              </a:r>
            </a:p>
          </p:txBody>
        </p:sp>
        <p:sp>
          <p:nvSpPr>
            <p:cNvPr id="12" name="Text Box 27">
              <a:extLst>
                <a:ext uri="{FF2B5EF4-FFF2-40B4-BE49-F238E27FC236}">
                  <a16:creationId xmlns:a16="http://schemas.microsoft.com/office/drawing/2014/main" xmlns="" id="{7D0763B7-E72D-4A65-AC76-C280EA79300F}"/>
                </a:ext>
              </a:extLst>
            </p:cNvPr>
            <p:cNvSpPr txBox="1">
              <a:spLocks noChangeArrowheads="1"/>
            </p:cNvSpPr>
            <p:nvPr/>
          </p:nvSpPr>
          <p:spPr bwMode="auto">
            <a:xfrm>
              <a:off x="5817847" y="5094912"/>
              <a:ext cx="1769156" cy="571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lgn="ctr">
                <a:spcBef>
                  <a:spcPct val="0"/>
                </a:spcBef>
                <a:buClrTx/>
                <a:buFontTx/>
                <a:buNone/>
              </a:pPr>
              <a:r>
                <a:rPr lang="en-US" altLang="en-US" sz="1800" b="1"/>
                <a:t>Central nervous</a:t>
              </a:r>
              <a:br>
                <a:rPr lang="en-US" altLang="en-US" sz="1800" b="1"/>
              </a:br>
              <a:r>
                <a:rPr lang="en-US" altLang="en-US" sz="1800" b="1"/>
                <a:t>system (CNS)</a:t>
              </a:r>
            </a:p>
          </p:txBody>
        </p:sp>
        <p:sp>
          <p:nvSpPr>
            <p:cNvPr id="13" name="AutoShape 28">
              <a:extLst>
                <a:ext uri="{FF2B5EF4-FFF2-40B4-BE49-F238E27FC236}">
                  <a16:creationId xmlns:a16="http://schemas.microsoft.com/office/drawing/2014/main" xmlns="" id="{43CCF0FA-1E4C-4426-AF2D-6F4B644707FC}"/>
                </a:ext>
              </a:extLst>
            </p:cNvPr>
            <p:cNvSpPr>
              <a:spLocks/>
            </p:cNvSpPr>
            <p:nvPr/>
          </p:nvSpPr>
          <p:spPr bwMode="auto">
            <a:xfrm rot="5400000">
              <a:off x="4206950" y="3753731"/>
              <a:ext cx="201462" cy="2481090"/>
            </a:xfrm>
            <a:prstGeom prst="rightBrace">
              <a:avLst>
                <a:gd name="adj1" fmla="val 96731"/>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endParaRPr lang="en-US" altLang="en-US" sz="2400">
                <a:latin typeface="Times" panose="02020603050405020304" pitchFamily="18" charset="0"/>
              </a:endParaRPr>
            </a:p>
          </p:txBody>
        </p:sp>
        <p:sp>
          <p:nvSpPr>
            <p:cNvPr id="14" name="AutoShape 29">
              <a:extLst>
                <a:ext uri="{FF2B5EF4-FFF2-40B4-BE49-F238E27FC236}">
                  <a16:creationId xmlns:a16="http://schemas.microsoft.com/office/drawing/2014/main" xmlns="" id="{F3437231-B8DD-4504-8842-D06026E7595F}"/>
                </a:ext>
              </a:extLst>
            </p:cNvPr>
            <p:cNvSpPr>
              <a:spLocks/>
            </p:cNvSpPr>
            <p:nvPr/>
          </p:nvSpPr>
          <p:spPr bwMode="auto">
            <a:xfrm rot="5400000">
              <a:off x="6595496" y="3841241"/>
              <a:ext cx="213858" cy="2331470"/>
            </a:xfrm>
            <a:prstGeom prst="rightBrace">
              <a:avLst>
                <a:gd name="adj1" fmla="val 8562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D1300D"/>
                </a:buClr>
                <a:buFont typeface="Times" panose="02020603050405020304" pitchFamily="18" charset="0"/>
                <a:buChar char="•"/>
                <a:defRPr sz="3200">
                  <a:solidFill>
                    <a:schemeClr val="tx1"/>
                  </a:solidFill>
                  <a:latin typeface="Arial" panose="020B0604020202020204" pitchFamily="34" charset="0"/>
                  <a:ea typeface="ヒラギノ角ゴ Pro W3" pitchFamily="84" charset="-128"/>
                </a:defRPr>
              </a:lvl1pPr>
              <a:lvl2pPr marL="742950" indent="-285750">
                <a:spcBef>
                  <a:spcPct val="20000"/>
                </a:spcBef>
                <a:buChar char="–"/>
                <a:defRPr sz="2800">
                  <a:solidFill>
                    <a:schemeClr val="tx1"/>
                  </a:solidFill>
                  <a:latin typeface="Arial" panose="020B0604020202020204" pitchFamily="34" charset="0"/>
                  <a:ea typeface="ヒラギノ角ゴ Pro W3" pitchFamily="84" charset="-128"/>
                </a:defRPr>
              </a:lvl2pPr>
              <a:lvl3pPr marL="1143000" indent="-228600">
                <a:spcBef>
                  <a:spcPct val="20000"/>
                </a:spcBef>
                <a:buChar char="•"/>
                <a:defRPr sz="2400">
                  <a:solidFill>
                    <a:schemeClr val="tx1"/>
                  </a:solidFill>
                  <a:latin typeface="Arial" panose="020B0604020202020204" pitchFamily="34" charset="0"/>
                  <a:ea typeface="ヒラギノ角ゴ Pro W3" pitchFamily="84" charset="-128"/>
                </a:defRPr>
              </a:lvl3pPr>
              <a:lvl4pPr marL="1600200" indent="-228600">
                <a:spcBef>
                  <a:spcPct val="20000"/>
                </a:spcBef>
                <a:buChar char="–"/>
                <a:defRPr sz="2000">
                  <a:solidFill>
                    <a:schemeClr val="tx1"/>
                  </a:solidFill>
                  <a:latin typeface="Arial" panose="020B0604020202020204" pitchFamily="34" charset="0"/>
                  <a:ea typeface="ヒラギノ角ゴ Pro W3" pitchFamily="84" charset="-128"/>
                </a:defRPr>
              </a:lvl4pPr>
              <a:lvl5pPr marL="2057400" indent="-228600">
                <a:spcBef>
                  <a:spcPct val="20000"/>
                </a:spcBef>
                <a:buChar char="»"/>
                <a:defRPr sz="2000">
                  <a:solidFill>
                    <a:schemeClr val="tx1"/>
                  </a:solidFill>
                  <a:latin typeface="Arial" panose="020B0604020202020204" pitchFamily="34" charset="0"/>
                  <a:ea typeface="ヒラギノ角ゴ Pro W3" pitchFamily="8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ヒラギノ角ゴ Pro W3" pitchFamily="84" charset="-128"/>
                </a:defRPr>
              </a:lvl9pPr>
            </a:lstStyle>
            <a:p>
              <a:pPr>
                <a:spcBef>
                  <a:spcPct val="0"/>
                </a:spcBef>
                <a:buClrTx/>
                <a:buFontTx/>
                <a:buNone/>
              </a:pPr>
              <a:endParaRPr lang="en-US" altLang="en-US" sz="2400">
                <a:latin typeface="Times" panose="02020603050405020304" pitchFamily="18" charset="0"/>
              </a:endParaRPr>
            </a:p>
          </p:txBody>
        </p:sp>
      </p:grpSp>
    </p:spTree>
    <p:extLst>
      <p:ext uri="{BB962C8B-B14F-4D97-AF65-F5344CB8AC3E}">
        <p14:creationId xmlns:p14="http://schemas.microsoft.com/office/powerpoint/2010/main" val="236092941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EDAC69-35B1-436B-8424-8303610EF6FC}"/>
              </a:ext>
            </a:extLst>
          </p:cNvPr>
          <p:cNvSpPr>
            <a:spLocks noGrp="1"/>
          </p:cNvSpPr>
          <p:nvPr>
            <p:ph type="title"/>
          </p:nvPr>
        </p:nvSpPr>
        <p:spPr>
          <a:xfrm>
            <a:off x="838200" y="136525"/>
            <a:ext cx="10515600" cy="1109345"/>
          </a:xfrm>
        </p:spPr>
        <p:txBody>
          <a:bodyPr>
            <a:normAutofit/>
          </a:bodyPr>
          <a:lstStyle/>
          <a:p>
            <a:pPr algn="ctr"/>
            <a:r>
              <a:rPr lang="en-US" sz="4000" b="1" dirty="0">
                <a:solidFill>
                  <a:schemeClr val="accent1"/>
                </a:solidFill>
                <a:effectLst>
                  <a:outerShdw blurRad="38100" dist="38100" dir="2700000" algn="tl">
                    <a:srgbClr val="000000">
                      <a:alpha val="43137"/>
                    </a:srgbClr>
                  </a:outerShdw>
                </a:effectLst>
              </a:rPr>
              <a:t>Sensory Input</a:t>
            </a:r>
            <a:endParaRPr lang="en-IN" sz="4000"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FA658CD6-9BBE-4A86-A770-3958CB83D0EB}"/>
              </a:ext>
            </a:extLst>
          </p:cNvPr>
          <p:cNvSpPr>
            <a:spLocks noGrp="1"/>
          </p:cNvSpPr>
          <p:nvPr>
            <p:ph idx="1"/>
          </p:nvPr>
        </p:nvSpPr>
        <p:spPr>
          <a:xfrm>
            <a:off x="838200" y="1348740"/>
            <a:ext cx="10306050" cy="4828223"/>
          </a:xfrm>
        </p:spPr>
        <p:txBody>
          <a:bodyPr>
            <a:normAutofit/>
          </a:bodyPr>
          <a:lstStyle/>
          <a:p>
            <a:pPr algn="just"/>
            <a:r>
              <a:rPr lang="en-US" altLang="en-US" sz="3200" b="1" dirty="0"/>
              <a:t>Sensors:</a:t>
            </a:r>
          </a:p>
          <a:p>
            <a:pPr lvl="1" algn="just">
              <a:buFont typeface="Wingdings" panose="05000000000000000000" pitchFamily="2" charset="2"/>
              <a:buChar char="Ø"/>
            </a:pPr>
            <a:r>
              <a:rPr lang="en-US" altLang="en-US" sz="2800" dirty="0"/>
              <a:t>Detect Changes in environmental conditions</a:t>
            </a:r>
          </a:p>
          <a:p>
            <a:pPr lvl="1" algn="just">
              <a:buFont typeface="Wingdings" panose="05000000000000000000" pitchFamily="2" charset="2"/>
              <a:buChar char="Ø"/>
            </a:pPr>
            <a:r>
              <a:rPr lang="en-US" altLang="en-US" sz="2800" dirty="0"/>
              <a:t>Use </a:t>
            </a:r>
            <a:r>
              <a:rPr lang="en-US" altLang="en-US" sz="2800" b="1" dirty="0"/>
              <a:t>Receptor Cells</a:t>
            </a:r>
          </a:p>
          <a:p>
            <a:pPr algn="just"/>
            <a:endParaRPr lang="en-US" altLang="en-US" sz="3200" b="1" dirty="0"/>
          </a:p>
          <a:p>
            <a:pPr algn="just"/>
            <a:r>
              <a:rPr lang="en-US" altLang="en-US" sz="3200" b="1" dirty="0"/>
              <a:t>Transduction</a:t>
            </a:r>
          </a:p>
          <a:p>
            <a:pPr lvl="1" algn="just"/>
            <a:r>
              <a:rPr lang="en-US" altLang="en-US" sz="2800" dirty="0"/>
              <a:t>Conversion of environmental change into an electrical signal</a:t>
            </a:r>
          </a:p>
          <a:p>
            <a:pPr lvl="1" algn="just"/>
            <a:r>
              <a:rPr lang="en-US" altLang="en-US" sz="2800" dirty="0"/>
              <a:t>Receptor responds to stimulus by releasing neurotransmitter to a neuron </a:t>
            </a:r>
          </a:p>
          <a:p>
            <a:pPr lvl="1" algn="just"/>
            <a:r>
              <a:rPr lang="en-US" altLang="en-US" sz="2800" dirty="0"/>
              <a:t>Neuron sends message to brain to be interpreted </a:t>
            </a:r>
          </a:p>
          <a:p>
            <a:pPr algn="just"/>
            <a:endParaRPr lang="en-IN" sz="3200" dirty="0"/>
          </a:p>
        </p:txBody>
      </p:sp>
      <p:sp>
        <p:nvSpPr>
          <p:cNvPr id="4" name="Slide Number Placeholder 3">
            <a:extLst>
              <a:ext uri="{FF2B5EF4-FFF2-40B4-BE49-F238E27FC236}">
                <a16:creationId xmlns:a16="http://schemas.microsoft.com/office/drawing/2014/main" xmlns="" id="{57E50723-1E94-4DC7-9265-0DBECA720D00}"/>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346280127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03E51A-A086-44E9-A908-ED6814E48D45}"/>
              </a:ext>
            </a:extLst>
          </p:cNvPr>
          <p:cNvSpPr>
            <a:spLocks noGrp="1"/>
          </p:cNvSpPr>
          <p:nvPr>
            <p:ph type="title"/>
          </p:nvPr>
        </p:nvSpPr>
        <p:spPr>
          <a:xfrm>
            <a:off x="1052623" y="136525"/>
            <a:ext cx="10430540" cy="1001159"/>
          </a:xfrm>
        </p:spPr>
        <p:txBody>
          <a:bodyPr>
            <a:normAutofit/>
          </a:bodyPr>
          <a:lstStyle/>
          <a:p>
            <a:pPr algn="ctr"/>
            <a:r>
              <a:rPr lang="en-IN" sz="4000" b="1" dirty="0">
                <a:solidFill>
                  <a:schemeClr val="accent1"/>
                </a:solidFill>
                <a:effectLst>
                  <a:outerShdw blurRad="38100" dist="38100" dir="2700000" algn="tl">
                    <a:srgbClr val="000000">
                      <a:alpha val="43137"/>
                    </a:srgbClr>
                  </a:outerShdw>
                </a:effectLst>
              </a:rPr>
              <a:t>Sensation</a:t>
            </a:r>
          </a:p>
        </p:txBody>
      </p:sp>
      <p:sp>
        <p:nvSpPr>
          <p:cNvPr id="3" name="Content Placeholder 2">
            <a:extLst>
              <a:ext uri="{FF2B5EF4-FFF2-40B4-BE49-F238E27FC236}">
                <a16:creationId xmlns:a16="http://schemas.microsoft.com/office/drawing/2014/main" xmlns="" id="{265C9362-E4D9-48A7-AE84-DB11016138D0}"/>
              </a:ext>
            </a:extLst>
          </p:cNvPr>
          <p:cNvSpPr>
            <a:spLocks noGrp="1"/>
          </p:cNvSpPr>
          <p:nvPr>
            <p:ph idx="1"/>
          </p:nvPr>
        </p:nvSpPr>
        <p:spPr>
          <a:xfrm>
            <a:off x="742507" y="1020726"/>
            <a:ext cx="10953307" cy="5700749"/>
          </a:xfrm>
        </p:spPr>
        <p:txBody>
          <a:bodyPr>
            <a:normAutofit/>
          </a:bodyPr>
          <a:lstStyle/>
          <a:p>
            <a:pPr algn="just"/>
            <a:r>
              <a:rPr lang="en-US" b="0" i="0" dirty="0">
                <a:solidFill>
                  <a:srgbClr val="000000"/>
                </a:solidFill>
                <a:effectLst/>
                <a:latin typeface="Times New Roman" panose="02020603050405020304" pitchFamily="18" charset="0"/>
              </a:rPr>
              <a:t>Humans can perceive various types of sensations, and with this information, our motor movement is determined. </a:t>
            </a:r>
          </a:p>
          <a:p>
            <a:pPr algn="just"/>
            <a:r>
              <a:rPr lang="en-US" b="0" i="0" dirty="0">
                <a:solidFill>
                  <a:srgbClr val="000000"/>
                </a:solidFill>
                <a:effectLst/>
                <a:latin typeface="Times New Roman" panose="02020603050405020304" pitchFamily="18" charset="0"/>
              </a:rPr>
              <a:t>We become aware of the world by way of sensation. </a:t>
            </a:r>
          </a:p>
          <a:p>
            <a:pPr algn="just"/>
            <a:r>
              <a:rPr lang="en-US" b="0" i="0" dirty="0">
                <a:solidFill>
                  <a:srgbClr val="000000"/>
                </a:solidFill>
                <a:effectLst/>
                <a:latin typeface="Times New Roman" panose="02020603050405020304" pitchFamily="18" charset="0"/>
              </a:rPr>
              <a:t>Sensations can also be protective to the body, by registering environmental cold or warm, and painful needle prick, for example. </a:t>
            </a:r>
          </a:p>
          <a:p>
            <a:pPr algn="just"/>
            <a:r>
              <a:rPr lang="en-US" b="0" i="0" dirty="0">
                <a:solidFill>
                  <a:srgbClr val="000000"/>
                </a:solidFill>
                <a:effectLst/>
                <a:latin typeface="Times New Roman" panose="02020603050405020304" pitchFamily="18" charset="0"/>
              </a:rPr>
              <a:t>From the soft touch of the child to the painful punch of a boxer, all the daily activities carry associations with sensations.</a:t>
            </a:r>
          </a:p>
          <a:p>
            <a:pPr algn="just"/>
            <a:r>
              <a:rPr lang="en-US" sz="2400" b="1" dirty="0"/>
              <a:t>Sensation refers to our ability to detect or sense the physical qualities of our environment</a:t>
            </a:r>
          </a:p>
          <a:p>
            <a:pPr algn="just"/>
            <a:r>
              <a:rPr lang="en-US" b="0" i="0" dirty="0">
                <a:solidFill>
                  <a:srgbClr val="000000"/>
                </a:solidFill>
                <a:effectLst/>
                <a:latin typeface="Times New Roman" panose="02020603050405020304" pitchFamily="18" charset="0"/>
              </a:rPr>
              <a:t>Broadly, these sensations can classify into two categories.</a:t>
            </a:r>
          </a:p>
          <a:p>
            <a:pPr lvl="1" algn="just"/>
            <a:r>
              <a:rPr lang="en-US" b="0" i="0" dirty="0">
                <a:solidFill>
                  <a:srgbClr val="000000"/>
                </a:solidFill>
                <a:effectLst/>
                <a:latin typeface="Times New Roman" panose="02020603050405020304" pitchFamily="18" charset="0"/>
              </a:rPr>
              <a:t>First, </a:t>
            </a:r>
            <a:r>
              <a:rPr lang="en-US" b="1" i="0" dirty="0">
                <a:solidFill>
                  <a:srgbClr val="000000"/>
                </a:solidFill>
                <a:effectLst/>
                <a:latin typeface="Times New Roman" panose="02020603050405020304" pitchFamily="18" charset="0"/>
              </a:rPr>
              <a:t>general sensations</a:t>
            </a:r>
            <a:r>
              <a:rPr lang="en-US" b="0" i="0" dirty="0">
                <a:solidFill>
                  <a:srgbClr val="000000"/>
                </a:solidFill>
                <a:effectLst/>
                <a:latin typeface="Times New Roman" panose="02020603050405020304" pitchFamily="18" charset="0"/>
              </a:rPr>
              <a:t> which include touch, pain, temperature, proprioception, and pressure. </a:t>
            </a:r>
          </a:p>
          <a:p>
            <a:pPr lvl="1" algn="just"/>
            <a:r>
              <a:rPr lang="en-US" b="0" i="0" dirty="0">
                <a:solidFill>
                  <a:srgbClr val="000000"/>
                </a:solidFill>
                <a:effectLst/>
                <a:latin typeface="Times New Roman" panose="02020603050405020304" pitchFamily="18" charset="0"/>
              </a:rPr>
              <a:t>Vision, hearing, taste, and smell are </a:t>
            </a:r>
            <a:r>
              <a:rPr lang="en-US" b="1" i="0" dirty="0">
                <a:solidFill>
                  <a:srgbClr val="000000"/>
                </a:solidFill>
                <a:effectLst/>
                <a:latin typeface="Times New Roman" panose="02020603050405020304" pitchFamily="18" charset="0"/>
              </a:rPr>
              <a:t>special senses </a:t>
            </a:r>
            <a:r>
              <a:rPr lang="en-US" b="0" i="0" dirty="0">
                <a:solidFill>
                  <a:srgbClr val="000000"/>
                </a:solidFill>
                <a:effectLst/>
                <a:latin typeface="Times New Roman" panose="02020603050405020304" pitchFamily="18" charset="0"/>
              </a:rPr>
              <a:t>which convey sensations to the brain through cranial nerves</a:t>
            </a:r>
            <a:endParaRPr lang="en-IN" b="1" dirty="0"/>
          </a:p>
        </p:txBody>
      </p:sp>
      <p:sp>
        <p:nvSpPr>
          <p:cNvPr id="4" name="Slide Number Placeholder 3">
            <a:extLst>
              <a:ext uri="{FF2B5EF4-FFF2-40B4-BE49-F238E27FC236}">
                <a16:creationId xmlns:a16="http://schemas.microsoft.com/office/drawing/2014/main" xmlns="" id="{DB8AD315-5E60-4B1F-9939-1733E72EC703}"/>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2366282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0C917BEC-2929-49D3-BCD9-A84E28C9C343}"/>
              </a:ext>
            </a:extLst>
          </p:cNvPr>
          <p:cNvSpPr>
            <a:spLocks noGrp="1"/>
          </p:cNvSpPr>
          <p:nvPr>
            <p:ph type="body" idx="1"/>
          </p:nvPr>
        </p:nvSpPr>
        <p:spPr>
          <a:xfrm>
            <a:off x="786808" y="217171"/>
            <a:ext cx="6028661" cy="701747"/>
          </a:xfrm>
        </p:spPr>
        <p:txBody>
          <a:bodyPr>
            <a:normAutofit fontScale="92500"/>
          </a:bodyPr>
          <a:lstStyle/>
          <a:p>
            <a:pPr algn="ctr"/>
            <a:r>
              <a:rPr lang="en-US" sz="2800" b="1" dirty="0">
                <a:solidFill>
                  <a:schemeClr val="accent1"/>
                </a:solidFill>
                <a:effectLst>
                  <a:outerShdw blurRad="38100" dist="38100" dir="2700000" algn="tl">
                    <a:srgbClr val="000000">
                      <a:alpha val="43137"/>
                    </a:srgbClr>
                  </a:outerShdw>
                </a:effectLst>
              </a:rPr>
              <a:t>Sensation must meet four conditions:</a:t>
            </a:r>
          </a:p>
        </p:txBody>
      </p:sp>
      <p:sp>
        <p:nvSpPr>
          <p:cNvPr id="4" name="Content Placeholder 3">
            <a:extLst>
              <a:ext uri="{FF2B5EF4-FFF2-40B4-BE49-F238E27FC236}">
                <a16:creationId xmlns:a16="http://schemas.microsoft.com/office/drawing/2014/main" xmlns="" id="{EA6DFD7A-B988-4CFB-B24F-F79D5061F513}"/>
              </a:ext>
            </a:extLst>
          </p:cNvPr>
          <p:cNvSpPr>
            <a:spLocks noGrp="1"/>
          </p:cNvSpPr>
          <p:nvPr>
            <p:ph sz="half" idx="2"/>
          </p:nvPr>
        </p:nvSpPr>
        <p:spPr>
          <a:xfrm>
            <a:off x="137160" y="1297172"/>
            <a:ext cx="6332220" cy="5503677"/>
          </a:xfrm>
        </p:spPr>
        <p:txBody>
          <a:bodyPr>
            <a:normAutofit fontScale="92500"/>
          </a:bodyPr>
          <a:lstStyle/>
          <a:p>
            <a:pPr lvl="1" algn="just"/>
            <a:r>
              <a:rPr lang="en-US" sz="2800" b="1" dirty="0"/>
              <a:t>Stimulus</a:t>
            </a:r>
            <a:r>
              <a:rPr lang="en-US" sz="2800" dirty="0"/>
              <a:t> or change in environment, activate certain sensory neurons</a:t>
            </a:r>
          </a:p>
          <a:p>
            <a:pPr lvl="2" algn="just"/>
            <a:r>
              <a:rPr lang="en-US" sz="2400" dirty="0"/>
              <a:t>Form of light, heat, pressure, mechanical energy, or chemical energy</a:t>
            </a:r>
          </a:p>
          <a:p>
            <a:pPr lvl="1" algn="just"/>
            <a:r>
              <a:rPr lang="en-US" sz="2800" dirty="0"/>
              <a:t>Sensory receptor must </a:t>
            </a:r>
            <a:r>
              <a:rPr lang="en-US" sz="2800" b="1" dirty="0"/>
              <a:t>convert stimulus to electrical signal </a:t>
            </a:r>
            <a:r>
              <a:rPr lang="en-US" sz="2800" dirty="0"/>
              <a:t>which produces one or more nerve impulses if it is large enough</a:t>
            </a:r>
          </a:p>
          <a:p>
            <a:pPr lvl="1" algn="just"/>
            <a:r>
              <a:rPr lang="en-US" sz="2800" b="1" dirty="0"/>
              <a:t>Nerve impulses </a:t>
            </a:r>
            <a:r>
              <a:rPr lang="en-US" sz="2800" dirty="0"/>
              <a:t>must be </a:t>
            </a:r>
            <a:r>
              <a:rPr lang="en-US" sz="2800" b="1" dirty="0"/>
              <a:t>conducted</a:t>
            </a:r>
            <a:r>
              <a:rPr lang="en-US" sz="2800" dirty="0"/>
              <a:t> along a neural pathway from sensory receptor to brain</a:t>
            </a:r>
          </a:p>
          <a:p>
            <a:pPr lvl="1" algn="just"/>
            <a:r>
              <a:rPr lang="en-US" sz="2800" dirty="0"/>
              <a:t>Region of brain must </a:t>
            </a:r>
            <a:r>
              <a:rPr lang="en-US" sz="2800" b="1" dirty="0"/>
              <a:t>receive</a:t>
            </a:r>
            <a:r>
              <a:rPr lang="en-US" sz="2800" dirty="0"/>
              <a:t> and </a:t>
            </a:r>
            <a:r>
              <a:rPr lang="en-US" sz="2800" b="1" dirty="0"/>
              <a:t>integrate</a:t>
            </a:r>
            <a:r>
              <a:rPr lang="en-US" sz="2800" dirty="0"/>
              <a:t> nerve impulses </a:t>
            </a:r>
            <a:r>
              <a:rPr lang="en-US" sz="2800" b="1" dirty="0"/>
              <a:t>into a sensation</a:t>
            </a:r>
          </a:p>
        </p:txBody>
      </p:sp>
      <p:sp>
        <p:nvSpPr>
          <p:cNvPr id="5" name="Text Placeholder 4">
            <a:extLst>
              <a:ext uri="{FF2B5EF4-FFF2-40B4-BE49-F238E27FC236}">
                <a16:creationId xmlns:a16="http://schemas.microsoft.com/office/drawing/2014/main" xmlns="" id="{FED09C72-EB4A-41D9-8410-A183AFFE5E07}"/>
              </a:ext>
            </a:extLst>
          </p:cNvPr>
          <p:cNvSpPr>
            <a:spLocks noGrp="1"/>
          </p:cNvSpPr>
          <p:nvPr>
            <p:ph type="body" sz="quarter" idx="3"/>
          </p:nvPr>
        </p:nvSpPr>
        <p:spPr>
          <a:xfrm>
            <a:off x="6952903" y="217171"/>
            <a:ext cx="4880154" cy="713178"/>
          </a:xfrm>
        </p:spPr>
        <p:txBody>
          <a:bodyPr>
            <a:normAutofit/>
          </a:bodyPr>
          <a:lstStyle/>
          <a:p>
            <a:pPr algn="ctr"/>
            <a:r>
              <a:rPr lang="en-IN" sz="2800" b="1" dirty="0">
                <a:solidFill>
                  <a:schemeClr val="accent1"/>
                </a:solidFill>
                <a:effectLst>
                  <a:outerShdw blurRad="38100" dist="38100" dir="2700000" algn="tl">
                    <a:srgbClr val="000000">
                      <a:alpha val="43137"/>
                    </a:srgbClr>
                  </a:outerShdw>
                </a:effectLst>
              </a:rPr>
              <a:t>Characteristics of Sensations</a:t>
            </a:r>
            <a:endParaRPr lang="en-IN" sz="2800" dirty="0"/>
          </a:p>
        </p:txBody>
      </p:sp>
      <p:sp>
        <p:nvSpPr>
          <p:cNvPr id="6" name="Content Placeholder 5">
            <a:extLst>
              <a:ext uri="{FF2B5EF4-FFF2-40B4-BE49-F238E27FC236}">
                <a16:creationId xmlns:a16="http://schemas.microsoft.com/office/drawing/2014/main" xmlns="" id="{6D384AF8-AB4D-4A2D-ADBC-BD2F1BD02E7F}"/>
              </a:ext>
            </a:extLst>
          </p:cNvPr>
          <p:cNvSpPr>
            <a:spLocks noGrp="1"/>
          </p:cNvSpPr>
          <p:nvPr>
            <p:ph sz="quarter" idx="4"/>
          </p:nvPr>
        </p:nvSpPr>
        <p:spPr>
          <a:xfrm>
            <a:off x="6815470" y="1297172"/>
            <a:ext cx="4985688" cy="5343657"/>
          </a:xfrm>
        </p:spPr>
        <p:txBody>
          <a:bodyPr>
            <a:normAutofit fontScale="92500" lnSpcReduction="10000"/>
          </a:bodyPr>
          <a:lstStyle/>
          <a:p>
            <a:pPr algn="just"/>
            <a:r>
              <a:rPr lang="en-US" sz="2800" b="1" dirty="0"/>
              <a:t>Perceptions</a:t>
            </a:r>
            <a:r>
              <a:rPr lang="en-US" sz="2800" dirty="0"/>
              <a:t>: conscious sensation </a:t>
            </a:r>
          </a:p>
          <a:p>
            <a:pPr lvl="1" algn="just"/>
            <a:r>
              <a:rPr lang="en-US" sz="2800" dirty="0"/>
              <a:t>“Eyes see”; specialized sensory neurons integrated in cerebral cortex where they are interpreted </a:t>
            </a:r>
          </a:p>
          <a:p>
            <a:pPr algn="just"/>
            <a:r>
              <a:rPr lang="en-US" b="1" dirty="0"/>
              <a:t>Sensation is to awareness, as perception is to interpretation.</a:t>
            </a:r>
          </a:p>
          <a:p>
            <a:pPr algn="just"/>
            <a:r>
              <a:rPr lang="en-US" b="1" dirty="0"/>
              <a:t>Adaptation</a:t>
            </a:r>
            <a:r>
              <a:rPr lang="en-US" sz="2800" dirty="0"/>
              <a:t>: a decrease in strength of a sensation due to prolonged stimulus which may lead to perceptions fading or disappearing even though stimulus persists.</a:t>
            </a:r>
          </a:p>
        </p:txBody>
      </p:sp>
      <p:sp>
        <p:nvSpPr>
          <p:cNvPr id="7" name="Slide Number Placeholder 6">
            <a:extLst>
              <a:ext uri="{FF2B5EF4-FFF2-40B4-BE49-F238E27FC236}">
                <a16:creationId xmlns:a16="http://schemas.microsoft.com/office/drawing/2014/main" xmlns="" id="{BC48D5DB-3B1B-42A8-B44E-62BDBF1B650D}"/>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381955399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FFFD66-2F8B-43D3-B83B-0027264B02D9}"/>
              </a:ext>
            </a:extLst>
          </p:cNvPr>
          <p:cNvSpPr>
            <a:spLocks noGrp="1"/>
          </p:cNvSpPr>
          <p:nvPr>
            <p:ph type="title"/>
          </p:nvPr>
        </p:nvSpPr>
        <p:spPr>
          <a:xfrm>
            <a:off x="838200" y="136525"/>
            <a:ext cx="10515600" cy="1033057"/>
          </a:xfrm>
        </p:spPr>
        <p:txBody>
          <a:bodyPr>
            <a:normAutofit/>
          </a:bodyPr>
          <a:lstStyle/>
          <a:p>
            <a:pPr algn="ctr"/>
            <a:r>
              <a:rPr lang="en-US" sz="4000" b="1" dirty="0">
                <a:solidFill>
                  <a:schemeClr val="accent1"/>
                </a:solidFill>
                <a:effectLst>
                  <a:outerShdw blurRad="38100" dist="38100" dir="2700000" algn="tl">
                    <a:srgbClr val="000000">
                      <a:alpha val="43137"/>
                    </a:srgbClr>
                  </a:outerShdw>
                </a:effectLst>
              </a:rPr>
              <a:t>Classification of Receptors</a:t>
            </a:r>
            <a:endParaRPr lang="en-IN" sz="4000"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F233038E-4FF6-4209-BF56-BE7AD2792F1F}"/>
              </a:ext>
            </a:extLst>
          </p:cNvPr>
          <p:cNvSpPr>
            <a:spLocks noGrp="1"/>
          </p:cNvSpPr>
          <p:nvPr>
            <p:ph idx="1"/>
          </p:nvPr>
        </p:nvSpPr>
        <p:spPr>
          <a:xfrm>
            <a:off x="450093" y="1265274"/>
            <a:ext cx="6057034" cy="5263117"/>
          </a:xfrm>
          <a:ln>
            <a:solidFill>
              <a:schemeClr val="accent1"/>
            </a:solidFill>
          </a:ln>
        </p:spPr>
        <p:txBody>
          <a:bodyPr>
            <a:normAutofit/>
          </a:bodyPr>
          <a:lstStyle/>
          <a:p>
            <a:pPr algn="just"/>
            <a:r>
              <a:rPr lang="en-US" dirty="0"/>
              <a:t>By the mechanism of excitation</a:t>
            </a:r>
          </a:p>
          <a:p>
            <a:pPr lvl="1" algn="just"/>
            <a:r>
              <a:rPr lang="en-US" sz="2200" dirty="0"/>
              <a:t>Primary and secondary sensitive</a:t>
            </a:r>
          </a:p>
          <a:p>
            <a:pPr algn="just"/>
            <a:r>
              <a:rPr lang="en-US" dirty="0"/>
              <a:t>By the location in the body</a:t>
            </a:r>
          </a:p>
          <a:p>
            <a:pPr lvl="1" algn="just"/>
            <a:r>
              <a:rPr lang="en-US" sz="2200" dirty="0"/>
              <a:t>External, internal, proprioceptor</a:t>
            </a:r>
          </a:p>
          <a:p>
            <a:pPr algn="just"/>
            <a:r>
              <a:rPr lang="en-US" dirty="0"/>
              <a:t>By the nature of the stimulus</a:t>
            </a:r>
          </a:p>
          <a:p>
            <a:pPr lvl="1" algn="just"/>
            <a:r>
              <a:rPr lang="en-US" sz="2200" dirty="0"/>
              <a:t>Mechanical, chemical, </a:t>
            </a:r>
            <a:r>
              <a:rPr lang="en-US" sz="2200" dirty="0" err="1"/>
              <a:t>baro</a:t>
            </a:r>
            <a:r>
              <a:rPr lang="en-US" sz="2200" dirty="0"/>
              <a:t>-, thermo-</a:t>
            </a:r>
          </a:p>
          <a:p>
            <a:pPr algn="just"/>
            <a:r>
              <a:rPr lang="en-US" dirty="0"/>
              <a:t>By the nature of caused sensations</a:t>
            </a:r>
          </a:p>
          <a:p>
            <a:pPr lvl="1" algn="just"/>
            <a:r>
              <a:rPr lang="en-US" sz="2200" dirty="0"/>
              <a:t>Visual, olfactory, gustatory, auditory</a:t>
            </a:r>
          </a:p>
          <a:p>
            <a:pPr algn="just"/>
            <a:r>
              <a:rPr lang="en-US" dirty="0"/>
              <a:t>By the distance from the stimulus</a:t>
            </a:r>
          </a:p>
          <a:p>
            <a:pPr lvl="1" algn="just"/>
            <a:r>
              <a:rPr lang="en-US" sz="2200" dirty="0"/>
              <a:t>Contact, distant</a:t>
            </a:r>
          </a:p>
          <a:p>
            <a:pPr algn="just"/>
            <a:r>
              <a:rPr lang="en-US" dirty="0"/>
              <a:t>By the velocity of adaptation </a:t>
            </a:r>
          </a:p>
          <a:p>
            <a:pPr lvl="1" algn="just"/>
            <a:r>
              <a:rPr lang="en-US" sz="2200" dirty="0"/>
              <a:t>Slow adaptive, quickly adaptive, non-adaptive</a:t>
            </a:r>
            <a:endParaRPr lang="en-IN" sz="2200" dirty="0"/>
          </a:p>
        </p:txBody>
      </p:sp>
      <p:sp>
        <p:nvSpPr>
          <p:cNvPr id="4" name="Slide Number Placeholder 3">
            <a:extLst>
              <a:ext uri="{FF2B5EF4-FFF2-40B4-BE49-F238E27FC236}">
                <a16:creationId xmlns:a16="http://schemas.microsoft.com/office/drawing/2014/main" xmlns="" id="{B111F6CD-FC33-4B9D-B7C0-DACAF3BD050E}"/>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9" name="Content Placeholder 2">
            <a:extLst>
              <a:ext uri="{FF2B5EF4-FFF2-40B4-BE49-F238E27FC236}">
                <a16:creationId xmlns:a16="http://schemas.microsoft.com/office/drawing/2014/main" xmlns="" id="{77C11ADC-AFD9-48EC-9408-58663DE0E01E}"/>
              </a:ext>
            </a:extLst>
          </p:cNvPr>
          <p:cNvSpPr txBox="1">
            <a:spLocks/>
          </p:cNvSpPr>
          <p:nvPr/>
        </p:nvSpPr>
        <p:spPr>
          <a:xfrm>
            <a:off x="6794205" y="1265274"/>
            <a:ext cx="4947702" cy="5263117"/>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Dendritic endings of sensory neurons:</a:t>
            </a:r>
          </a:p>
          <a:p>
            <a:r>
              <a:rPr lang="en-US" dirty="0"/>
              <a:t>Free ending</a:t>
            </a:r>
          </a:p>
          <a:p>
            <a:pPr lvl="1"/>
            <a:r>
              <a:rPr lang="en-US" sz="2200" dirty="0"/>
              <a:t>Pain</a:t>
            </a:r>
          </a:p>
          <a:p>
            <a:pPr lvl="1"/>
            <a:r>
              <a:rPr lang="en-US" sz="2200" dirty="0"/>
              <a:t>Temperature </a:t>
            </a:r>
          </a:p>
          <a:p>
            <a:r>
              <a:rPr lang="en-US" dirty="0"/>
              <a:t>Encapsulated</a:t>
            </a:r>
          </a:p>
          <a:p>
            <a:pPr lvl="1"/>
            <a:r>
              <a:rPr lang="en-US" sz="2200" dirty="0"/>
              <a:t>Pressure</a:t>
            </a:r>
          </a:p>
          <a:p>
            <a:pPr lvl="1"/>
            <a:r>
              <a:rPr lang="en-US" sz="2200" dirty="0"/>
              <a:t>Touch</a:t>
            </a:r>
          </a:p>
          <a:p>
            <a:r>
              <a:rPr lang="en-US" dirty="0"/>
              <a:t>Rods and cones</a:t>
            </a:r>
          </a:p>
          <a:p>
            <a:pPr lvl="1"/>
            <a:r>
              <a:rPr lang="en-US" sz="2200" dirty="0"/>
              <a:t>Sight</a:t>
            </a:r>
          </a:p>
          <a:p>
            <a:r>
              <a:rPr lang="en-US" dirty="0"/>
              <a:t>Modified epithelial cells</a:t>
            </a:r>
          </a:p>
          <a:p>
            <a:pPr lvl="1"/>
            <a:r>
              <a:rPr lang="en-US" sz="2200" dirty="0"/>
              <a:t>Taste buds</a:t>
            </a:r>
            <a:endParaRPr lang="en-IN" sz="2200" dirty="0"/>
          </a:p>
        </p:txBody>
      </p:sp>
    </p:spTree>
    <p:extLst>
      <p:ext uri="{BB962C8B-B14F-4D97-AF65-F5344CB8AC3E}">
        <p14:creationId xmlns:p14="http://schemas.microsoft.com/office/powerpoint/2010/main" val="392421478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sz="quarter" idx="1"/>
          </p:nvPr>
        </p:nvSpPr>
        <p:spPr>
          <a:xfrm>
            <a:off x="800100" y="949125"/>
            <a:ext cx="10938510" cy="5407226"/>
          </a:xfrm>
        </p:spPr>
        <p:txBody>
          <a:bodyPr>
            <a:normAutofit fontScale="85000" lnSpcReduction="10000"/>
          </a:bodyPr>
          <a:lstStyle/>
          <a:p>
            <a:pPr algn="just" eaLnBrk="1" hangingPunct="1">
              <a:spcAft>
                <a:spcPts val="600"/>
              </a:spcAft>
              <a:buFont typeface="Wingdings 3" pitchFamily="18" charset="2"/>
              <a:buChar char=""/>
            </a:pPr>
            <a:r>
              <a:rPr lang="en-US" altLang="en-US" sz="2400" b="1" dirty="0">
                <a:cs typeface="Times New Roman" pitchFamily="18" charset="0"/>
              </a:rPr>
              <a:t>Your sensory organs (eyes, ears, nose and skin) provide information to your brain so that it can make decisions. They work in a manner similar to the working of robot sensors. </a:t>
            </a:r>
          </a:p>
          <a:p>
            <a:pPr algn="just" eaLnBrk="1" hangingPunct="1">
              <a:spcAft>
                <a:spcPts val="600"/>
              </a:spcAft>
              <a:buFont typeface="Wingdings 3" pitchFamily="18" charset="2"/>
              <a:buChar char=""/>
            </a:pPr>
            <a:r>
              <a:rPr lang="en-US" altLang="en-US" sz="2400" b="1" dirty="0">
                <a:cs typeface="Times New Roman" pitchFamily="18" charset="0"/>
              </a:rPr>
              <a:t>Your brain continuously uses the information that it receives from your sensory organs to make your body function.</a:t>
            </a:r>
          </a:p>
          <a:p>
            <a:pPr algn="just" eaLnBrk="1" hangingPunct="1">
              <a:spcAft>
                <a:spcPts val="600"/>
              </a:spcAft>
              <a:buFont typeface="Wingdings 3" pitchFamily="18" charset="2"/>
              <a:buChar char=""/>
            </a:pPr>
            <a:r>
              <a:rPr lang="en-US" altLang="en-US" sz="2400" b="1" dirty="0">
                <a:cs typeface="Times New Roman" pitchFamily="18" charset="0"/>
              </a:rPr>
              <a:t>Five main human senses:</a:t>
            </a:r>
          </a:p>
          <a:p>
            <a:pPr marL="838179" lvl="4" indent="-380990" algn="just">
              <a:lnSpc>
                <a:spcPct val="100000"/>
              </a:lnSpc>
              <a:spcBef>
                <a:spcPts val="0"/>
              </a:spcBef>
              <a:spcAft>
                <a:spcPts val="600"/>
              </a:spcAft>
              <a:buSzPct val="90000"/>
            </a:pPr>
            <a:r>
              <a:rPr lang="en-US" altLang="en-US" sz="2400" b="1" dirty="0">
                <a:cs typeface="Times New Roman" pitchFamily="18" charset="0"/>
              </a:rPr>
              <a:t>Your </a:t>
            </a:r>
            <a:r>
              <a:rPr lang="en-US" altLang="en-US" sz="2400" b="1" dirty="0">
                <a:solidFill>
                  <a:srgbClr val="FF0000"/>
                </a:solidFill>
                <a:cs typeface="Times New Roman" pitchFamily="18" charset="0"/>
              </a:rPr>
              <a:t>eyes</a:t>
            </a:r>
            <a:r>
              <a:rPr lang="en-US" altLang="en-US" sz="2400" b="1" dirty="0">
                <a:cs typeface="Times New Roman" pitchFamily="18" charset="0"/>
              </a:rPr>
              <a:t> allow you to </a:t>
            </a:r>
            <a:r>
              <a:rPr lang="en-US" altLang="en-US" sz="2400" b="1" dirty="0">
                <a:solidFill>
                  <a:schemeClr val="accent1"/>
                </a:solidFill>
                <a:cs typeface="Times New Roman" pitchFamily="18" charset="0"/>
              </a:rPr>
              <a:t>see</a:t>
            </a:r>
            <a:r>
              <a:rPr lang="en-US" altLang="en-US" sz="2400" b="1" dirty="0">
                <a:cs typeface="Times New Roman" pitchFamily="18" charset="0"/>
              </a:rPr>
              <a:t> the world</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ears</a:t>
            </a:r>
            <a:r>
              <a:rPr lang="en-US" altLang="en-US" sz="2400" b="1" dirty="0">
                <a:cs typeface="Times New Roman" pitchFamily="18" charset="0"/>
              </a:rPr>
              <a:t> allow you to </a:t>
            </a:r>
            <a:r>
              <a:rPr lang="en-US" altLang="en-US" sz="2400" b="1" dirty="0">
                <a:solidFill>
                  <a:schemeClr val="accent1"/>
                </a:solidFill>
                <a:cs typeface="Times New Roman" pitchFamily="18" charset="0"/>
              </a:rPr>
              <a:t>hear</a:t>
            </a:r>
            <a:r>
              <a:rPr lang="en-US" altLang="en-US" sz="2400" b="1" dirty="0">
                <a:cs typeface="Times New Roman" pitchFamily="18" charset="0"/>
              </a:rPr>
              <a:t> sounds </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skin</a:t>
            </a:r>
            <a:r>
              <a:rPr lang="en-US" altLang="en-US" sz="2400" b="1" dirty="0">
                <a:cs typeface="Times New Roman" pitchFamily="18" charset="0"/>
              </a:rPr>
              <a:t> lets you </a:t>
            </a:r>
            <a:r>
              <a:rPr lang="en-US" altLang="en-US" sz="2400" b="1" dirty="0">
                <a:solidFill>
                  <a:schemeClr val="accent1"/>
                </a:solidFill>
                <a:cs typeface="Times New Roman" pitchFamily="18" charset="0"/>
              </a:rPr>
              <a:t>feel</a:t>
            </a:r>
            <a:r>
              <a:rPr lang="en-US" altLang="en-US" sz="2400" b="1" dirty="0">
                <a:cs typeface="Times New Roman" pitchFamily="18" charset="0"/>
              </a:rPr>
              <a:t> objects through touch</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nose</a:t>
            </a:r>
            <a:r>
              <a:rPr lang="en-US" altLang="en-US" sz="2400" b="1" dirty="0">
                <a:cs typeface="Times New Roman" pitchFamily="18" charset="0"/>
              </a:rPr>
              <a:t> lets you </a:t>
            </a:r>
            <a:r>
              <a:rPr lang="en-US" altLang="en-US" sz="2400" b="1" dirty="0">
                <a:solidFill>
                  <a:schemeClr val="accent1"/>
                </a:solidFill>
                <a:cs typeface="Times New Roman" pitchFamily="18" charset="0"/>
              </a:rPr>
              <a:t>smell</a:t>
            </a:r>
            <a:r>
              <a:rPr lang="en-US" altLang="en-US" sz="2400" b="1" dirty="0">
                <a:cs typeface="Times New Roman" pitchFamily="18" charset="0"/>
              </a:rPr>
              <a:t> the many scents in the world</a:t>
            </a:r>
          </a:p>
          <a:p>
            <a:pPr marL="838179" lvl="4" indent="-380990" algn="just">
              <a:lnSpc>
                <a:spcPct val="100000"/>
              </a:lnSpc>
              <a:spcBef>
                <a:spcPts val="0"/>
              </a:spcBef>
              <a:spcAft>
                <a:spcPts val="600"/>
              </a:spcAft>
            </a:pPr>
            <a:r>
              <a:rPr lang="en-US" altLang="en-US" sz="2400" b="1" dirty="0">
                <a:cs typeface="Times New Roman" pitchFamily="18" charset="0"/>
              </a:rPr>
              <a:t>Your </a:t>
            </a:r>
            <a:r>
              <a:rPr lang="en-US" altLang="en-US" sz="2400" b="1" dirty="0">
                <a:solidFill>
                  <a:srgbClr val="FF0000"/>
                </a:solidFill>
                <a:cs typeface="Times New Roman" pitchFamily="18" charset="0"/>
              </a:rPr>
              <a:t>tongue</a:t>
            </a:r>
            <a:r>
              <a:rPr lang="en-US" altLang="en-US" sz="2400" b="1" dirty="0">
                <a:cs typeface="Times New Roman" pitchFamily="18" charset="0"/>
              </a:rPr>
              <a:t> lets you </a:t>
            </a:r>
            <a:r>
              <a:rPr lang="en-US" altLang="en-US" sz="2400" b="1" dirty="0">
                <a:solidFill>
                  <a:schemeClr val="accent1"/>
                </a:solidFill>
                <a:cs typeface="Times New Roman" pitchFamily="18" charset="0"/>
              </a:rPr>
              <a:t>taste </a:t>
            </a:r>
          </a:p>
          <a:p>
            <a:pPr algn="just" eaLnBrk="1" hangingPunct="1">
              <a:spcAft>
                <a:spcPts val="600"/>
              </a:spcAft>
              <a:buFont typeface="Wingdings 3" pitchFamily="18" charset="2"/>
              <a:buChar char=""/>
            </a:pPr>
            <a:r>
              <a:rPr lang="en-US" altLang="en-US" sz="2400" b="1" dirty="0">
                <a:cs typeface="Times New Roman" pitchFamily="18" charset="0"/>
              </a:rPr>
              <a:t>Plus additional sensors in our bodies that you do not notice directly:</a:t>
            </a:r>
          </a:p>
          <a:p>
            <a:pPr marL="838179" lvl="4" indent="-380990" algn="just">
              <a:lnSpc>
                <a:spcPct val="100000"/>
              </a:lnSpc>
              <a:spcBef>
                <a:spcPts val="0"/>
              </a:spcBef>
              <a:spcAft>
                <a:spcPts val="600"/>
              </a:spcAft>
            </a:pPr>
            <a:r>
              <a:rPr lang="en-US" altLang="en-US" sz="2400" b="1" dirty="0">
                <a:cs typeface="Times New Roman" pitchFamily="18" charset="0"/>
              </a:rPr>
              <a:t>Sensors in the inner ear give the brain information about balance </a:t>
            </a:r>
          </a:p>
          <a:p>
            <a:pPr marL="838179" lvl="4" indent="-380990" algn="just">
              <a:lnSpc>
                <a:spcPct val="100000"/>
              </a:lnSpc>
              <a:spcBef>
                <a:spcPts val="0"/>
              </a:spcBef>
              <a:spcAft>
                <a:spcPts val="600"/>
              </a:spcAft>
            </a:pPr>
            <a:r>
              <a:rPr lang="en-US" altLang="en-US" sz="2400" b="1" dirty="0">
                <a:cs typeface="Times New Roman" pitchFamily="18" charset="0"/>
              </a:rPr>
              <a:t>Sensors in muscles let the brain know body position</a:t>
            </a:r>
          </a:p>
          <a:p>
            <a:pPr marL="838179" lvl="4" indent="-380990" algn="just">
              <a:lnSpc>
                <a:spcPct val="100000"/>
              </a:lnSpc>
              <a:spcBef>
                <a:spcPts val="0"/>
              </a:spcBef>
              <a:spcAft>
                <a:spcPts val="600"/>
              </a:spcAft>
            </a:pPr>
            <a:r>
              <a:rPr lang="en-US" altLang="en-US" sz="2400" b="1" dirty="0">
                <a:cs typeface="Times New Roman" pitchFamily="18" charset="0"/>
              </a:rPr>
              <a:t>Sensors throughout the body that detect temperature</a:t>
            </a:r>
          </a:p>
          <a:p>
            <a:pPr marL="838179" lvl="4" indent="-380990" algn="just">
              <a:lnSpc>
                <a:spcPct val="100000"/>
              </a:lnSpc>
              <a:spcBef>
                <a:spcPts val="0"/>
              </a:spcBef>
              <a:spcAft>
                <a:spcPts val="600"/>
              </a:spcAft>
            </a:pPr>
            <a:r>
              <a:rPr lang="en-US" altLang="en-US" sz="2400" b="1" dirty="0">
                <a:cs typeface="Times New Roman" pitchFamily="18" charset="0"/>
              </a:rPr>
              <a:t>and others…</a:t>
            </a:r>
          </a:p>
          <a:p>
            <a:pPr algn="just" eaLnBrk="1" hangingPunct="1">
              <a:spcAft>
                <a:spcPts val="600"/>
              </a:spcAft>
              <a:buFont typeface="Wingdings 3" pitchFamily="18" charset="2"/>
              <a:buNone/>
            </a:pPr>
            <a:endParaRPr lang="en-US" altLang="en-US" sz="2133" b="1" dirty="0">
              <a:cs typeface="Times New Roman" pitchFamily="18" charset="0"/>
            </a:endParaRPr>
          </a:p>
        </p:txBody>
      </p:sp>
      <p:sp>
        <p:nvSpPr>
          <p:cNvPr id="15364"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DB7749CD-4BD2-4F44-B7B8-FA1F62A6242A}" type="slidenum">
              <a:rPr lang="en-US" altLang="en-US" smtClean="0">
                <a:solidFill>
                  <a:srgbClr val="FFFFFF"/>
                </a:solidFill>
              </a:rPr>
              <a:pPr eaLnBrk="1" hangingPunct="1"/>
              <a:t>18</a:t>
            </a:fld>
            <a:endParaRPr lang="en-US" altLang="en-US">
              <a:solidFill>
                <a:srgbClr val="FFFFFF"/>
              </a:solidFill>
            </a:endParaRPr>
          </a:p>
        </p:txBody>
      </p:sp>
      <p:sp>
        <p:nvSpPr>
          <p:cNvPr id="7" name="Title 1"/>
          <p:cNvSpPr>
            <a:spLocks noGrp="1"/>
          </p:cNvSpPr>
          <p:nvPr>
            <p:ph type="title"/>
          </p:nvPr>
        </p:nvSpPr>
        <p:spPr>
          <a:xfrm>
            <a:off x="1524000" y="137160"/>
            <a:ext cx="9144000" cy="948690"/>
          </a:xfrm>
        </p:spPr>
        <p:txBody>
          <a:bodyPr>
            <a:noAutofit/>
          </a:bodyPr>
          <a:lstStyle/>
          <a:p>
            <a:pPr algn="ctr">
              <a:defRPr/>
            </a:pPr>
            <a:r>
              <a:rPr lang="en-US" b="1" dirty="0">
                <a:solidFill>
                  <a:schemeClr val="accent1"/>
                </a:solidFill>
              </a:rPr>
              <a:t>Human Sensors</a:t>
            </a:r>
          </a:p>
        </p:txBody>
      </p:sp>
    </p:spTree>
    <p:extLst>
      <p:ext uri="{BB962C8B-B14F-4D97-AF65-F5344CB8AC3E}">
        <p14:creationId xmlns:p14="http://schemas.microsoft.com/office/powerpoint/2010/main" val="76497824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95117EC-49EB-4750-A73A-5A9694AABDEA}"/>
              </a:ext>
            </a:extLst>
          </p:cNvPr>
          <p:cNvSpPr>
            <a:spLocks noGrp="1"/>
          </p:cNvSpPr>
          <p:nvPr>
            <p:ph type="sldNum" sz="quarter" idx="12"/>
          </p:nvPr>
        </p:nvSpPr>
        <p:spPr/>
        <p:txBody>
          <a:bodyPr/>
          <a:lstStyle/>
          <a:p>
            <a:fld id="{BDCDBBEF-AA6C-4BA6-85B2-A17D7F280E38}" type="slidenum">
              <a:rPr lang="en-US" smtClean="0"/>
              <a:pPr/>
              <a:t>19</a:t>
            </a:fld>
            <a:endParaRPr lang="en-US"/>
          </a:p>
        </p:txBody>
      </p:sp>
      <p:pic>
        <p:nvPicPr>
          <p:cNvPr id="3" name="Picture 2" descr="The sensory system&#10; ">
            <a:extLst>
              <a:ext uri="{FF2B5EF4-FFF2-40B4-BE49-F238E27FC236}">
                <a16:creationId xmlns:a16="http://schemas.microsoft.com/office/drawing/2014/main" xmlns="" id="{D7F56B56-C88F-4F78-8D42-D9AB66F0C3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577" r="12890"/>
          <a:stretch/>
        </p:blipFill>
        <p:spPr bwMode="auto">
          <a:xfrm>
            <a:off x="803788" y="240671"/>
            <a:ext cx="4663440" cy="34509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n order to perform the interaction function,&#10;human beings receive information from the&#10;environment and from our body&#10;thro...">
            <a:extLst>
              <a:ext uri="{FF2B5EF4-FFF2-40B4-BE49-F238E27FC236}">
                <a16:creationId xmlns:a16="http://schemas.microsoft.com/office/drawing/2014/main" xmlns="" id="{B2784749-4EA3-4074-A224-27BCB21DA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0680" y="2100516"/>
            <a:ext cx="6344340" cy="439007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xmlns="" id="{471CADDF-6235-42AD-B39F-5C8B45EDE5F7}"/>
              </a:ext>
            </a:extLst>
          </p:cNvPr>
          <p:cNvSpPr txBox="1">
            <a:spLocks/>
          </p:cNvSpPr>
          <p:nvPr/>
        </p:nvSpPr>
        <p:spPr>
          <a:xfrm>
            <a:off x="5634990" y="525780"/>
            <a:ext cx="5829300" cy="133774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b="1" dirty="0">
                <a:solidFill>
                  <a:schemeClr val="accent1"/>
                </a:solidFill>
              </a:rPr>
              <a:t>Sensory Organs: </a:t>
            </a:r>
          </a:p>
          <a:p>
            <a:pPr algn="ctr">
              <a:defRPr/>
            </a:pPr>
            <a:r>
              <a:rPr lang="en-US" sz="2800" b="1" dirty="0">
                <a:solidFill>
                  <a:schemeClr val="accent1"/>
                </a:solidFill>
              </a:rPr>
              <a:t>Window of the brain</a:t>
            </a:r>
            <a:endParaRPr lang="en-US" b="1" dirty="0">
              <a:solidFill>
                <a:schemeClr val="accent1"/>
              </a:solidFill>
            </a:endParaRPr>
          </a:p>
        </p:txBody>
      </p:sp>
      <p:pic>
        <p:nvPicPr>
          <p:cNvPr id="6" name="Picture 5">
            <a:extLst>
              <a:ext uri="{FF2B5EF4-FFF2-40B4-BE49-F238E27FC236}">
                <a16:creationId xmlns:a16="http://schemas.microsoft.com/office/drawing/2014/main" xmlns="" id="{24538359-62DE-4B69-952F-F695118DB4C9}"/>
              </a:ext>
            </a:extLst>
          </p:cNvPr>
          <p:cNvPicPr>
            <a:picLocks noChangeAspect="1"/>
          </p:cNvPicPr>
          <p:nvPr/>
        </p:nvPicPr>
        <p:blipFill rotWithShape="1">
          <a:blip r:embed="rId4"/>
          <a:srcRect t="29799"/>
          <a:stretch/>
        </p:blipFill>
        <p:spPr>
          <a:xfrm>
            <a:off x="147048" y="3868981"/>
            <a:ext cx="5305352" cy="2412682"/>
          </a:xfrm>
          <a:prstGeom prst="rect">
            <a:avLst/>
          </a:prstGeom>
        </p:spPr>
      </p:pic>
    </p:spTree>
    <p:extLst>
      <p:ext uri="{BB962C8B-B14F-4D97-AF65-F5344CB8AC3E}">
        <p14:creationId xmlns:p14="http://schemas.microsoft.com/office/powerpoint/2010/main" val="5289508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3018EDB-8D03-4162-BEB4-9B871BA6BE2A}"/>
              </a:ext>
            </a:extLst>
          </p:cNvPr>
          <p:cNvSpPr>
            <a:spLocks noGrp="1"/>
          </p:cNvSpPr>
          <p:nvPr>
            <p:ph type="sldNum" sz="quarter" idx="12"/>
          </p:nvPr>
        </p:nvSpPr>
        <p:spPr/>
        <p:txBody>
          <a:bodyPr/>
          <a:lstStyle/>
          <a:p>
            <a:fld id="{BDCDBBEF-AA6C-4BA6-85B2-A17D7F280E38}" type="slidenum">
              <a:rPr lang="en-US" smtClean="0"/>
              <a:pPr/>
              <a:t>20</a:t>
            </a:fld>
            <a:endParaRPr lang="en-US"/>
          </a:p>
        </p:txBody>
      </p:sp>
      <p:graphicFrame>
        <p:nvGraphicFramePr>
          <p:cNvPr id="3" name="Diagram 2">
            <a:extLst>
              <a:ext uri="{FF2B5EF4-FFF2-40B4-BE49-F238E27FC236}">
                <a16:creationId xmlns:a16="http://schemas.microsoft.com/office/drawing/2014/main" xmlns="" id="{1946E517-4796-4798-B5B9-33B3B917C5A2}"/>
              </a:ext>
            </a:extLst>
          </p:cNvPr>
          <p:cNvGraphicFramePr/>
          <p:nvPr/>
        </p:nvGraphicFramePr>
        <p:xfrm>
          <a:off x="838200" y="206692"/>
          <a:ext cx="10946130" cy="6332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25559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FB556A1-7342-482E-9F42-315E34D1B2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graphicFrame>
        <p:nvGraphicFramePr>
          <p:cNvPr id="3" name="Diagram 2">
            <a:extLst>
              <a:ext uri="{FF2B5EF4-FFF2-40B4-BE49-F238E27FC236}">
                <a16:creationId xmlns:a16="http://schemas.microsoft.com/office/drawing/2014/main" xmlns="" id="{5FE5094A-B2B0-4603-8055-745D979DD24D}"/>
              </a:ext>
            </a:extLst>
          </p:cNvPr>
          <p:cNvGraphicFramePr/>
          <p:nvPr/>
        </p:nvGraphicFramePr>
        <p:xfrm>
          <a:off x="1106170" y="514350"/>
          <a:ext cx="10060940" cy="5760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621588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CED763-03B0-43E4-A540-443AEDE1D08D}"/>
              </a:ext>
            </a:extLst>
          </p:cNvPr>
          <p:cNvSpPr>
            <a:spLocks noGrp="1"/>
          </p:cNvSpPr>
          <p:nvPr>
            <p:ph type="title"/>
          </p:nvPr>
        </p:nvSpPr>
        <p:spPr>
          <a:xfrm>
            <a:off x="838200" y="136525"/>
            <a:ext cx="10515600" cy="995045"/>
          </a:xfrm>
        </p:spPr>
        <p:txBody>
          <a:bodyPr>
            <a:normAutofit/>
          </a:bodyPr>
          <a:lstStyle/>
          <a:p>
            <a:pPr algn="ctr"/>
            <a:r>
              <a:rPr lang="en-IN" sz="4400" b="1" cap="all" dirty="0">
                <a:solidFill>
                  <a:schemeClr val="accent1"/>
                </a:solidFill>
                <a:effectLst>
                  <a:outerShdw blurRad="38100" dist="38100" dir="2700000" algn="tl">
                    <a:srgbClr val="000000">
                      <a:alpha val="43137"/>
                    </a:srgbClr>
                  </a:outerShdw>
                </a:effectLst>
              </a:rPr>
              <a:t>Chemoreception</a:t>
            </a:r>
          </a:p>
        </p:txBody>
      </p:sp>
      <p:sp>
        <p:nvSpPr>
          <p:cNvPr id="3" name="Content Placeholder 2">
            <a:extLst>
              <a:ext uri="{FF2B5EF4-FFF2-40B4-BE49-F238E27FC236}">
                <a16:creationId xmlns:a16="http://schemas.microsoft.com/office/drawing/2014/main" xmlns="" id="{6F8A583F-46C5-4930-B5C4-A1230DBA1825}"/>
              </a:ext>
            </a:extLst>
          </p:cNvPr>
          <p:cNvSpPr>
            <a:spLocks noGrp="1"/>
          </p:cNvSpPr>
          <p:nvPr>
            <p:ph idx="1"/>
          </p:nvPr>
        </p:nvSpPr>
        <p:spPr>
          <a:xfrm>
            <a:off x="777240" y="1291591"/>
            <a:ext cx="10915650" cy="5326379"/>
          </a:xfrm>
        </p:spPr>
        <p:txBody>
          <a:bodyPr>
            <a:normAutofit fontScale="92500" lnSpcReduction="10000"/>
          </a:bodyPr>
          <a:lstStyle/>
          <a:p>
            <a:pPr algn="just"/>
            <a:r>
              <a:rPr lang="en-US" altLang="en-US" dirty="0"/>
              <a:t>Detection of chemical types and concentrations</a:t>
            </a:r>
          </a:p>
          <a:p>
            <a:pPr algn="just"/>
            <a:r>
              <a:rPr lang="en-US" altLang="en-US" dirty="0"/>
              <a:t>Receptors for chemoreception are called </a:t>
            </a:r>
            <a:r>
              <a:rPr lang="en-US" altLang="en-US" b="1" dirty="0"/>
              <a:t>Chemoreceptors</a:t>
            </a:r>
          </a:p>
          <a:p>
            <a:pPr marL="609600" indent="-609600" algn="just">
              <a:buFont typeface="Wingdings" panose="05000000000000000000" pitchFamily="2" charset="2"/>
              <a:buNone/>
            </a:pPr>
            <a:r>
              <a:rPr lang="en-US" altLang="en-US" sz="3000" b="1" dirty="0"/>
              <a:t>Types of chemoreceptors:</a:t>
            </a:r>
          </a:p>
          <a:p>
            <a:pPr marL="609600" indent="-609600" algn="just">
              <a:buFont typeface="Wingdings" panose="05000000000000000000" pitchFamily="2" charset="2"/>
              <a:buNone/>
            </a:pPr>
            <a:r>
              <a:rPr lang="en-US" altLang="en-US" b="1" dirty="0"/>
              <a:t>1. </a:t>
            </a:r>
            <a:r>
              <a:rPr lang="en-US" altLang="en-US" sz="2600" b="1" dirty="0"/>
              <a:t>Taste Receptors </a:t>
            </a:r>
            <a:endParaRPr lang="en-US" altLang="en-US" b="1" dirty="0"/>
          </a:p>
          <a:p>
            <a:pPr marL="609600" indent="-609600" algn="just">
              <a:buFont typeface="Wingdings" panose="05000000000000000000" pitchFamily="2" charset="2"/>
              <a:buNone/>
            </a:pPr>
            <a:r>
              <a:rPr lang="en-US" altLang="en-US" dirty="0"/>
              <a:t>    – Detects chemicals dissolved in water within the mouth </a:t>
            </a:r>
          </a:p>
          <a:p>
            <a:pPr marL="609600" indent="-609600" algn="just">
              <a:buFont typeface="Wingdings" panose="05000000000000000000" pitchFamily="2" charset="2"/>
              <a:buNone/>
            </a:pPr>
            <a:r>
              <a:rPr lang="en-US" altLang="en-US" b="1" dirty="0"/>
              <a:t>2.</a:t>
            </a:r>
            <a:r>
              <a:rPr lang="en-US" altLang="en-US" b="1" i="1" dirty="0"/>
              <a:t> </a:t>
            </a:r>
            <a:r>
              <a:rPr lang="en-US" altLang="en-US" sz="2600" b="1" dirty="0"/>
              <a:t>Smell- Olfactory Receptors</a:t>
            </a:r>
            <a:endParaRPr lang="en-US" altLang="en-US" b="1" dirty="0"/>
          </a:p>
          <a:p>
            <a:pPr marL="609600" indent="-609600" algn="just">
              <a:buFont typeface="Wingdings" panose="05000000000000000000" pitchFamily="2" charset="2"/>
              <a:buNone/>
            </a:pPr>
            <a:r>
              <a:rPr lang="en-US" altLang="en-US" dirty="0"/>
              <a:t>	– Sense chemicals in the air</a:t>
            </a:r>
            <a:endParaRPr lang="en-US" altLang="en-US" b="1" dirty="0"/>
          </a:p>
          <a:p>
            <a:pPr marL="609600" indent="-609600" algn="just">
              <a:buNone/>
            </a:pPr>
            <a:r>
              <a:rPr lang="en-US" altLang="en-US" b="1" dirty="0"/>
              <a:t>3. </a:t>
            </a:r>
            <a:r>
              <a:rPr lang="en-US" sz="2600" b="1" dirty="0"/>
              <a:t>Osmoreceptors</a:t>
            </a:r>
            <a:endParaRPr lang="en-US" sz="2000" b="1" dirty="0"/>
          </a:p>
          <a:p>
            <a:pPr marL="446088" algn="just"/>
            <a:r>
              <a:rPr lang="en-US" b="0" i="0" dirty="0">
                <a:solidFill>
                  <a:srgbClr val="202124"/>
                </a:solidFill>
                <a:effectLst/>
              </a:rPr>
              <a:t>An osmoreceptor is </a:t>
            </a:r>
            <a:r>
              <a:rPr lang="en-US" b="1" i="0" dirty="0">
                <a:solidFill>
                  <a:srgbClr val="202124"/>
                </a:solidFill>
                <a:effectLst/>
              </a:rPr>
              <a:t>a sensory receptor primarily found in the hypothalamus</a:t>
            </a:r>
            <a:r>
              <a:rPr lang="en-US" b="0" i="0" dirty="0">
                <a:solidFill>
                  <a:srgbClr val="202124"/>
                </a:solidFill>
                <a:effectLst/>
              </a:rPr>
              <a:t> of most homeothermic organisms that detects changes in osmotic pressure. </a:t>
            </a:r>
          </a:p>
          <a:p>
            <a:pPr marL="446088" algn="just"/>
            <a:r>
              <a:rPr lang="en-US" b="0" i="0" dirty="0">
                <a:solidFill>
                  <a:srgbClr val="202124"/>
                </a:solidFill>
                <a:effectLst/>
              </a:rPr>
              <a:t>Osmoreceptors can be found in several structures, including two of the circumventricular organs – the vascular organ of the lamina terminalis, and the </a:t>
            </a:r>
            <a:r>
              <a:rPr lang="en-US" b="0" i="0" dirty="0" err="1">
                <a:solidFill>
                  <a:srgbClr val="202124"/>
                </a:solidFill>
                <a:effectLst/>
              </a:rPr>
              <a:t>subfornical</a:t>
            </a:r>
            <a:r>
              <a:rPr lang="en-US" b="0" i="0" dirty="0">
                <a:solidFill>
                  <a:srgbClr val="202124"/>
                </a:solidFill>
                <a:effectLst/>
              </a:rPr>
              <a:t> organ.</a:t>
            </a:r>
            <a:endParaRPr lang="en-US" altLang="en-US" b="1" dirty="0"/>
          </a:p>
          <a:p>
            <a:pPr marL="609600" indent="-609600" algn="just">
              <a:buFont typeface="Wingdings" panose="05000000000000000000" pitchFamily="2" charset="2"/>
              <a:buNone/>
            </a:pPr>
            <a:r>
              <a:rPr lang="en-US" altLang="en-US" dirty="0"/>
              <a:t>    </a:t>
            </a:r>
          </a:p>
          <a:p>
            <a:pPr algn="just"/>
            <a:endParaRPr lang="en-US" altLang="en-US" b="1" dirty="0"/>
          </a:p>
          <a:p>
            <a:pPr algn="just"/>
            <a:endParaRPr lang="en-US" altLang="en-US" dirty="0"/>
          </a:p>
        </p:txBody>
      </p:sp>
      <p:sp>
        <p:nvSpPr>
          <p:cNvPr id="4" name="Slide Number Placeholder 3">
            <a:extLst>
              <a:ext uri="{FF2B5EF4-FFF2-40B4-BE49-F238E27FC236}">
                <a16:creationId xmlns:a16="http://schemas.microsoft.com/office/drawing/2014/main" xmlns="" id="{2FD7BBE1-D612-412D-8675-8EC84F394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120822343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E0ACC7-9233-4A6A-96F4-68C8F10735BB}"/>
              </a:ext>
            </a:extLst>
          </p:cNvPr>
          <p:cNvSpPr>
            <a:spLocks noGrp="1"/>
          </p:cNvSpPr>
          <p:nvPr>
            <p:ph type="title"/>
          </p:nvPr>
        </p:nvSpPr>
        <p:spPr>
          <a:xfrm>
            <a:off x="838200" y="136525"/>
            <a:ext cx="10515600" cy="1109345"/>
          </a:xfrm>
        </p:spPr>
        <p:txBody>
          <a:bodyPr/>
          <a:lstStyle/>
          <a:p>
            <a:pPr algn="ctr"/>
            <a:r>
              <a:rPr lang="en-IN" sz="3600" b="1" cap="small" dirty="0">
                <a:solidFill>
                  <a:schemeClr val="accent1"/>
                </a:solidFill>
                <a:effectLst>
                  <a:outerShdw blurRad="38100" dist="38100" dir="2700000" algn="tl">
                    <a:srgbClr val="000000">
                      <a:alpha val="43137"/>
                    </a:srgbClr>
                  </a:outerShdw>
                </a:effectLst>
              </a:rPr>
              <a:t>CHEMORECEPTORS</a:t>
            </a:r>
            <a:endParaRPr lang="en-IN" cap="small" dirty="0"/>
          </a:p>
        </p:txBody>
      </p:sp>
      <p:sp>
        <p:nvSpPr>
          <p:cNvPr id="3" name="Content Placeholder 2">
            <a:extLst>
              <a:ext uri="{FF2B5EF4-FFF2-40B4-BE49-F238E27FC236}">
                <a16:creationId xmlns:a16="http://schemas.microsoft.com/office/drawing/2014/main" xmlns="" id="{BA17837E-AF35-4A71-BA32-10DA612E5978}"/>
              </a:ext>
            </a:extLst>
          </p:cNvPr>
          <p:cNvSpPr>
            <a:spLocks noGrp="1"/>
          </p:cNvSpPr>
          <p:nvPr>
            <p:ph idx="1"/>
          </p:nvPr>
        </p:nvSpPr>
        <p:spPr>
          <a:xfrm>
            <a:off x="838200" y="1245870"/>
            <a:ext cx="10900410" cy="5110480"/>
          </a:xfrm>
        </p:spPr>
        <p:txBody>
          <a:bodyPr>
            <a:normAutofit lnSpcReduction="10000"/>
          </a:bodyPr>
          <a:lstStyle/>
          <a:p>
            <a:pPr marL="354013" indent="-354013" algn="just">
              <a:lnSpc>
                <a:spcPct val="150000"/>
              </a:lnSpc>
            </a:pPr>
            <a:r>
              <a:rPr lang="en-US" sz="2800" dirty="0"/>
              <a:t>A </a:t>
            </a:r>
            <a:r>
              <a:rPr lang="en-US" sz="2800" b="1" dirty="0"/>
              <a:t>chemoreceptor</a:t>
            </a:r>
            <a:r>
              <a:rPr lang="en-US" sz="2800" dirty="0"/>
              <a:t>, also known as </a:t>
            </a:r>
            <a:r>
              <a:rPr lang="en-US" sz="2800" b="1" dirty="0" err="1"/>
              <a:t>chemosensor</a:t>
            </a:r>
            <a:r>
              <a:rPr lang="en-US" sz="2800" dirty="0"/>
              <a:t>, is a specialized sensory receptor cell which transduces a chemical substance to generate a biological signal.</a:t>
            </a:r>
          </a:p>
          <a:p>
            <a:pPr marL="354013" indent="-354013" algn="just">
              <a:lnSpc>
                <a:spcPct val="150000"/>
              </a:lnSpc>
            </a:pPr>
            <a:r>
              <a:rPr lang="en-US" sz="2800" dirty="0"/>
              <a:t>This signal may be in the form of an action potential, if the chemoreceptor is a neuron, or in the form of a neurotransmitter that can activate a nerve fiber if the chemoreceptor is a specialized cell, such as taste receptors,</a:t>
            </a:r>
            <a:r>
              <a:rPr lang="en-US" sz="2800" baseline="30000" dirty="0"/>
              <a:t> </a:t>
            </a:r>
            <a:r>
              <a:rPr lang="en-US" sz="2800" dirty="0"/>
              <a:t>or an internal peripheral chemoreceptor, such as the carotid bodies. </a:t>
            </a:r>
          </a:p>
          <a:p>
            <a:pPr algn="just"/>
            <a:endParaRPr lang="en-IN" sz="2800" dirty="0"/>
          </a:p>
        </p:txBody>
      </p:sp>
      <p:sp>
        <p:nvSpPr>
          <p:cNvPr id="4" name="Slide Number Placeholder 3">
            <a:extLst>
              <a:ext uri="{FF2B5EF4-FFF2-40B4-BE49-F238E27FC236}">
                <a16:creationId xmlns:a16="http://schemas.microsoft.com/office/drawing/2014/main" xmlns="" id="{7CC7C531-EF07-4220-A4D3-22A4D4F41F3C}"/>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4852585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00D281-29A6-44CB-90AC-664B5DFDCC3D}"/>
              </a:ext>
            </a:extLst>
          </p:cNvPr>
          <p:cNvSpPr>
            <a:spLocks noGrp="1"/>
          </p:cNvSpPr>
          <p:nvPr>
            <p:ph type="title"/>
          </p:nvPr>
        </p:nvSpPr>
        <p:spPr>
          <a:xfrm>
            <a:off x="838200" y="136526"/>
            <a:ext cx="7213636" cy="884200"/>
          </a:xfrm>
        </p:spPr>
        <p:txBody>
          <a:bodyPr>
            <a:normAutofit fontScale="90000"/>
          </a:bodyPr>
          <a:lstStyle/>
          <a:p>
            <a:pPr algn="ctr"/>
            <a:r>
              <a:rPr lang="en-IN" b="1" dirty="0">
                <a:solidFill>
                  <a:schemeClr val="accent1"/>
                </a:solidFill>
                <a:effectLst>
                  <a:outerShdw blurRad="38100" dist="38100" dir="2700000" algn="tl">
                    <a:srgbClr val="000000">
                      <a:alpha val="43137"/>
                    </a:srgbClr>
                  </a:outerShdw>
                </a:effectLst>
              </a:rPr>
              <a:t>Olfactory Receptors</a:t>
            </a:r>
            <a:br>
              <a:rPr lang="en-IN" b="1" dirty="0">
                <a:solidFill>
                  <a:schemeClr val="accent1"/>
                </a:solidFill>
                <a:effectLst>
                  <a:outerShdw blurRad="38100" dist="38100" dir="2700000" algn="tl">
                    <a:srgbClr val="000000">
                      <a:alpha val="43137"/>
                    </a:srgbClr>
                  </a:outerShdw>
                </a:effectLst>
              </a:rPr>
            </a:br>
            <a:r>
              <a:rPr lang="en-US" altLang="en-US" sz="3200" dirty="0">
                <a:solidFill>
                  <a:schemeClr val="accent1"/>
                </a:solidFill>
              </a:rPr>
              <a:t>(Distance Receptors)</a:t>
            </a:r>
            <a:endParaRPr lang="en-IN"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FA708446-8FF7-44E6-A0E4-0094D1596994}"/>
              </a:ext>
            </a:extLst>
          </p:cNvPr>
          <p:cNvSpPr>
            <a:spLocks noGrp="1"/>
          </p:cNvSpPr>
          <p:nvPr>
            <p:ph idx="1"/>
          </p:nvPr>
        </p:nvSpPr>
        <p:spPr>
          <a:xfrm>
            <a:off x="189614" y="1158949"/>
            <a:ext cx="7306339" cy="2945219"/>
          </a:xfrm>
        </p:spPr>
        <p:txBody>
          <a:bodyPr>
            <a:normAutofit fontScale="92500"/>
          </a:bodyPr>
          <a:lstStyle/>
          <a:p>
            <a:pPr algn="just"/>
            <a:r>
              <a:rPr lang="en-US" altLang="en-US" sz="2400" dirty="0"/>
              <a:t>The organ of smell is the olfactory organ</a:t>
            </a:r>
          </a:p>
          <a:p>
            <a:pPr algn="just"/>
            <a:r>
              <a:rPr lang="en-US" altLang="en-US" dirty="0"/>
              <a:t>Detects/Responds chemicals in the air</a:t>
            </a:r>
          </a:p>
          <a:p>
            <a:pPr algn="just"/>
            <a:r>
              <a:rPr lang="en-US" altLang="en-US" sz="2400" dirty="0"/>
              <a:t>Olfactory receptors are located in the nose</a:t>
            </a:r>
          </a:p>
          <a:p>
            <a:pPr algn="just"/>
            <a:r>
              <a:rPr lang="en-US" altLang="en-US" sz="2400" dirty="0"/>
              <a:t>Consists of nerve cells that have tiny hairs on the surface</a:t>
            </a:r>
          </a:p>
          <a:p>
            <a:pPr algn="just"/>
            <a:r>
              <a:rPr lang="en-US" dirty="0"/>
              <a:t>Stimulated by odorants; inhaled chemicals</a:t>
            </a:r>
          </a:p>
          <a:p>
            <a:pPr algn="just"/>
            <a:r>
              <a:rPr lang="en-US" dirty="0"/>
              <a:t>Signals are transferred to the first-order neuron of olfactory pathway</a:t>
            </a:r>
            <a:endParaRPr lang="en-US" altLang="en-US" sz="2400" dirty="0"/>
          </a:p>
          <a:p>
            <a:pPr marL="0" indent="0" algn="just">
              <a:buNone/>
            </a:pPr>
            <a:endParaRPr lang="en-IN" dirty="0"/>
          </a:p>
        </p:txBody>
      </p:sp>
      <p:sp>
        <p:nvSpPr>
          <p:cNvPr id="4" name="Slide Number Placeholder 3">
            <a:extLst>
              <a:ext uri="{FF2B5EF4-FFF2-40B4-BE49-F238E27FC236}">
                <a16:creationId xmlns:a16="http://schemas.microsoft.com/office/drawing/2014/main" xmlns="" id="{BBCF1EF1-05F4-4B83-8500-916DBD548D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graphicFrame>
        <p:nvGraphicFramePr>
          <p:cNvPr id="5" name="Diagram 4">
            <a:extLst>
              <a:ext uri="{FF2B5EF4-FFF2-40B4-BE49-F238E27FC236}">
                <a16:creationId xmlns:a16="http://schemas.microsoft.com/office/drawing/2014/main" xmlns="" id="{7D521F6B-FCA7-4E08-85FC-FE5168D0C46F}"/>
              </a:ext>
            </a:extLst>
          </p:cNvPr>
          <p:cNvGraphicFramePr/>
          <p:nvPr/>
        </p:nvGraphicFramePr>
        <p:xfrm>
          <a:off x="488506" y="4242391"/>
          <a:ext cx="11058451" cy="2232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xmlns="" id="{BF373090-CA2B-4129-8D4C-0AEA28EE8BAD}"/>
              </a:ext>
            </a:extLst>
          </p:cNvPr>
          <p:cNvPicPr>
            <a:picLocks noChangeAspect="1"/>
          </p:cNvPicPr>
          <p:nvPr/>
        </p:nvPicPr>
        <p:blipFill>
          <a:blip r:embed="rId7"/>
          <a:stretch>
            <a:fillRect/>
          </a:stretch>
        </p:blipFill>
        <p:spPr>
          <a:xfrm>
            <a:off x="7644809" y="1"/>
            <a:ext cx="4547191" cy="4104168"/>
          </a:xfrm>
          <a:prstGeom prst="rect">
            <a:avLst/>
          </a:prstGeom>
        </p:spPr>
      </p:pic>
    </p:spTree>
    <p:extLst>
      <p:ext uri="{BB962C8B-B14F-4D97-AF65-F5344CB8AC3E}">
        <p14:creationId xmlns:p14="http://schemas.microsoft.com/office/powerpoint/2010/main" val="11404589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B00427E3-F57D-4E86-88FD-1D42E47A7161}" type="slidenum">
              <a:rPr kumimoji="0" lang="en-US" altLang="en-US" sz="12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altLang="en-US" sz="1200" b="0" i="0" u="none" strike="noStrike" kern="1200" cap="none" spc="0" normalizeH="0" baseline="0" noProof="0">
              <a:ln>
                <a:noFill/>
              </a:ln>
              <a:solidFill>
                <a:srgbClr val="FFFFFF"/>
              </a:solidFill>
              <a:effectLst/>
              <a:uLnTx/>
              <a:uFillTx/>
              <a:latin typeface="Arial" charset="0"/>
              <a:ea typeface="+mn-ea"/>
              <a:cs typeface="+mn-cs"/>
            </a:endParaRPr>
          </a:p>
        </p:txBody>
      </p:sp>
      <p:sp>
        <p:nvSpPr>
          <p:cNvPr id="7" name="Title 1"/>
          <p:cNvSpPr txBox="1">
            <a:spLocks/>
          </p:cNvSpPr>
          <p:nvPr/>
        </p:nvSpPr>
        <p:spPr>
          <a:xfrm>
            <a:off x="1074420" y="111149"/>
            <a:ext cx="10527030" cy="852146"/>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5B9BD5"/>
                </a:solidFill>
                <a:effectLst>
                  <a:outerShdw blurRad="38100" dist="38100" dir="2700000" algn="tl">
                    <a:srgbClr val="000000">
                      <a:alpha val="43137"/>
                    </a:srgbClr>
                  </a:outerShdw>
                </a:effectLst>
                <a:uLnTx/>
                <a:uFillTx/>
                <a:latin typeface="Calibri Light"/>
                <a:ea typeface="+mj-ea"/>
                <a:cs typeface="+mj-cs"/>
              </a:rPr>
              <a:t>Smell: How do we smell using our noses?</a:t>
            </a:r>
          </a:p>
        </p:txBody>
      </p:sp>
      <p:pic>
        <p:nvPicPr>
          <p:cNvPr id="6146" name="Picture 2" descr="File:Nose and nasal caviti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6520" y="1291590"/>
            <a:ext cx="5565136" cy="4115594"/>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p:cNvSpPr txBox="1">
            <a:spLocks/>
          </p:cNvSpPr>
          <p:nvPr/>
        </p:nvSpPr>
        <p:spPr bwMode="auto">
          <a:xfrm>
            <a:off x="697228" y="1143001"/>
            <a:ext cx="5669282" cy="530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Small particles of almost everything around us can be found in the air.</a:t>
            </a:r>
          </a:p>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These particles enter the nose when you breathe in and </a:t>
            </a: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contact nerve endings </a:t>
            </a: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in the upper nasal passage.</a:t>
            </a:r>
          </a:p>
          <a:p>
            <a:pPr marL="273050" marR="0" lvl="0" indent="-273050" algn="just" defTabSz="914377" rtl="0" eaLnBrk="1" fontAlgn="base" latinLnBrk="0" hangingPunct="1">
              <a:lnSpc>
                <a:spcPct val="100000"/>
              </a:lnSpc>
              <a:spcBef>
                <a:spcPts val="0"/>
              </a:spcBef>
              <a:spcAft>
                <a:spcPts val="600"/>
              </a:spcAft>
              <a:buClr>
                <a:srgbClr val="5B9BD5"/>
              </a:buClr>
              <a:buSzPct val="70000"/>
              <a:buFont typeface="Wingdings 3" pitchFamily="18" charset="2"/>
              <a:buChar char=""/>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The nerve endings </a:t>
            </a: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send signals through the nervous system to the brain</a:t>
            </a: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 which identifies the smell.</a:t>
            </a:r>
          </a:p>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t> </a:t>
            </a:r>
            <a:br>
              <a:rPr kumimoji="0" lang="en-US" altLang="en-US" sz="2800" b="1" i="0" u="none" strike="noStrike" kern="1200" cap="none" spc="0" normalizeH="0" baseline="0" noProof="0" dirty="0">
                <a:ln>
                  <a:noFill/>
                </a:ln>
                <a:solidFill>
                  <a:srgbClr val="5B9BD5"/>
                </a:solidFill>
                <a:effectLst/>
                <a:uLnTx/>
                <a:uFillTx/>
                <a:latin typeface="Calibri" panose="020F0502020204030204" pitchFamily="34" charset="0"/>
                <a:ea typeface="+mn-ea"/>
                <a:cs typeface="Times New Roman" pitchFamily="18" charset="0"/>
              </a:rPr>
            </a:br>
            <a:endPar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endParaRPr>
          </a:p>
        </p:txBody>
      </p:sp>
      <p:sp>
        <p:nvSpPr>
          <p:cNvPr id="11" name="Content Placeholder 2"/>
          <p:cNvSpPr txBox="1">
            <a:spLocks/>
          </p:cNvSpPr>
          <p:nvPr/>
        </p:nvSpPr>
        <p:spPr bwMode="auto">
          <a:xfrm>
            <a:off x="6595110" y="5513070"/>
            <a:ext cx="510921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1800" b="1" i="1"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Humans can distinguish between hundreds of different smells. </a:t>
            </a:r>
          </a:p>
          <a:p>
            <a:pPr marL="0" marR="0" lvl="0" indent="0" algn="just" defTabSz="914377" rtl="0" eaLnBrk="1" fontAlgn="base" latinLnBrk="0" hangingPunct="1">
              <a:lnSpc>
                <a:spcPct val="100000"/>
              </a:lnSpc>
              <a:spcBef>
                <a:spcPts val="0"/>
              </a:spcBef>
              <a:spcAft>
                <a:spcPts val="600"/>
              </a:spcAft>
              <a:buClr>
                <a:srgbClr val="5B9BD5"/>
              </a:buClr>
              <a:buSzPct val="70000"/>
              <a:buFont typeface="Wingdings" pitchFamily="2" charset="2"/>
              <a:buNone/>
              <a:tabLst/>
              <a:defRPr/>
            </a:pPr>
            <a:r>
              <a:rPr kumimoji="0" lang="en-US" altLang="en-US" sz="1800" b="1" i="1" u="none" strike="noStrike" kern="1200" cap="none" spc="0" normalizeH="0" baseline="0" noProof="0" dirty="0">
                <a:ln>
                  <a:noFill/>
                </a:ln>
                <a:solidFill>
                  <a:prstClr val="black"/>
                </a:solidFill>
                <a:effectLst/>
                <a:uLnTx/>
                <a:uFillTx/>
                <a:latin typeface="Calibri" panose="020F0502020204030204" pitchFamily="34" charset="0"/>
                <a:ea typeface="+mn-ea"/>
                <a:cs typeface="Times New Roman" pitchFamily="18" charset="0"/>
              </a:rPr>
              <a:t>Dogs can distinguish between thousands.</a:t>
            </a:r>
          </a:p>
        </p:txBody>
      </p:sp>
    </p:spTree>
    <p:extLst>
      <p:ext uri="{BB962C8B-B14F-4D97-AF65-F5344CB8AC3E}">
        <p14:creationId xmlns:p14="http://schemas.microsoft.com/office/powerpoint/2010/main" val="45449341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42950" y="803594"/>
            <a:ext cx="10972800" cy="5917881"/>
          </a:xfrm>
        </p:spPr>
        <p:txBody>
          <a:bodyPr>
            <a:noAutofit/>
          </a:bodyPr>
          <a:lstStyle/>
          <a:p>
            <a:pPr marL="274313" indent="-274313" algn="just">
              <a:buFont typeface="Wingdings 3"/>
              <a:buChar char=""/>
              <a:defRPr/>
            </a:pPr>
            <a:r>
              <a:rPr lang="en-US" sz="2400" b="1" dirty="0">
                <a:cs typeface="Times New Roman" pitchFamily="18" charset="0"/>
              </a:rPr>
              <a:t>The roof of the nasal cavity has </a:t>
            </a:r>
            <a:r>
              <a:rPr lang="en-US" sz="2400" b="1" dirty="0">
                <a:solidFill>
                  <a:srgbClr val="FF0000"/>
                </a:solidFill>
                <a:cs typeface="Times New Roman" pitchFamily="18" charset="0"/>
              </a:rPr>
              <a:t>olfactory epithelium </a:t>
            </a:r>
            <a:r>
              <a:rPr lang="en-US" sz="2400" b="1" dirty="0">
                <a:cs typeface="Times New Roman" pitchFamily="18" charset="0"/>
              </a:rPr>
              <a:t>at the back. </a:t>
            </a:r>
          </a:p>
          <a:p>
            <a:pPr marL="274313" indent="-274313" algn="just">
              <a:buFont typeface="Wingdings 3"/>
              <a:buChar char=""/>
              <a:defRPr/>
            </a:pPr>
            <a:r>
              <a:rPr lang="en-US" sz="2400" b="1" dirty="0">
                <a:cs typeface="Times New Roman" pitchFamily="18" charset="0"/>
              </a:rPr>
              <a:t>The olfactory epithelium (about the size of a quarter) contains special receptors that are sensitive to odor molecules that travel through the air. </a:t>
            </a:r>
          </a:p>
          <a:p>
            <a:pPr marL="274313" indent="-274313" algn="just">
              <a:buFont typeface="Wingdings 3"/>
              <a:buChar char=""/>
              <a:defRPr/>
            </a:pPr>
            <a:r>
              <a:rPr lang="en-US" sz="2400" b="1" dirty="0">
                <a:cs typeface="Times New Roman" pitchFamily="18" charset="0"/>
              </a:rPr>
              <a:t>These receptors/neurons are very small. At least </a:t>
            </a:r>
            <a:r>
              <a:rPr lang="en-US" sz="2400" b="1" dirty="0">
                <a:solidFill>
                  <a:srgbClr val="FF0000"/>
                </a:solidFill>
                <a:cs typeface="Times New Roman" pitchFamily="18" charset="0"/>
              </a:rPr>
              <a:t>10 million </a:t>
            </a:r>
            <a:r>
              <a:rPr lang="en-US" sz="2400" b="1" dirty="0">
                <a:cs typeface="Times New Roman" pitchFamily="18" charset="0"/>
              </a:rPr>
              <a:t>of them are in your nose!   </a:t>
            </a:r>
          </a:p>
          <a:p>
            <a:pPr marL="274313" indent="-274313" algn="just">
              <a:buFont typeface="Wingdings 3"/>
              <a:buChar char=""/>
              <a:defRPr/>
            </a:pPr>
            <a:r>
              <a:rPr lang="en-US" sz="2400" b="1" dirty="0">
                <a:cs typeface="Times New Roman" pitchFamily="18" charset="0"/>
              </a:rPr>
              <a:t>These neurons respond differently to different odors, and the </a:t>
            </a:r>
            <a:r>
              <a:rPr lang="en-US" sz="2400" b="1" dirty="0">
                <a:solidFill>
                  <a:schemeClr val="accent1"/>
                </a:solidFill>
                <a:cs typeface="Times New Roman" pitchFamily="18" charset="0"/>
              </a:rPr>
              <a:t>signals</a:t>
            </a:r>
            <a:r>
              <a:rPr lang="en-US" sz="2400" b="1" dirty="0">
                <a:cs typeface="Times New Roman" pitchFamily="18" charset="0"/>
              </a:rPr>
              <a:t> are sent via to the </a:t>
            </a:r>
            <a:r>
              <a:rPr lang="en-US" sz="2400" b="1" dirty="0">
                <a:solidFill>
                  <a:schemeClr val="accent1"/>
                </a:solidFill>
                <a:cs typeface="Times New Roman" pitchFamily="18" charset="0"/>
              </a:rPr>
              <a:t>olfactory nerve </a:t>
            </a:r>
            <a:r>
              <a:rPr lang="en-US" sz="2400" b="1" dirty="0">
                <a:cs typeface="Times New Roman" pitchFamily="18" charset="0"/>
              </a:rPr>
              <a:t>to the olfactory bulb, which is in front of your brain, just above the nasal cavity.  </a:t>
            </a:r>
          </a:p>
          <a:p>
            <a:pPr marL="274313" indent="-274313" algn="just">
              <a:buFont typeface="Wingdings 3"/>
              <a:buChar char=""/>
              <a:defRPr/>
            </a:pPr>
            <a:r>
              <a:rPr lang="en-US" sz="2400" b="1" dirty="0">
                <a:cs typeface="Times New Roman" pitchFamily="18" charset="0"/>
              </a:rPr>
              <a:t>Signals are sent from the olfactory bulb to other parts of the brain to be interpreted as a smell you may recognize. </a:t>
            </a:r>
          </a:p>
          <a:p>
            <a:pPr marL="274313" indent="-274313" algn="just">
              <a:buFont typeface="Wingdings 3"/>
              <a:buChar char=""/>
              <a:defRPr/>
            </a:pPr>
            <a:r>
              <a:rPr lang="en-US" sz="2000" b="1" dirty="0">
                <a:cs typeface="Times New Roman" pitchFamily="18" charset="0"/>
              </a:rPr>
              <a:t>Humans can distinguish between </a:t>
            </a:r>
            <a:r>
              <a:rPr lang="en-US" sz="2000" b="1" dirty="0">
                <a:solidFill>
                  <a:schemeClr val="accent1"/>
                </a:solidFill>
                <a:cs typeface="Times New Roman" pitchFamily="18" charset="0"/>
              </a:rPr>
              <a:t>10,000 different smells! </a:t>
            </a:r>
            <a:r>
              <a:rPr lang="en-US" sz="2000" b="1" dirty="0">
                <a:cs typeface="Times New Roman" pitchFamily="18" charset="0"/>
              </a:rPr>
              <a:t>Dogs have a much better sense of smell than humans. This is because they have </a:t>
            </a:r>
            <a:r>
              <a:rPr lang="en-US" sz="2000" b="1" dirty="0">
                <a:solidFill>
                  <a:schemeClr val="accent1"/>
                </a:solidFill>
                <a:cs typeface="Times New Roman" pitchFamily="18" charset="0"/>
              </a:rPr>
              <a:t>220 million smell receptors</a:t>
            </a:r>
            <a:r>
              <a:rPr lang="en-US" sz="2000" b="1" dirty="0">
                <a:cs typeface="Times New Roman" pitchFamily="18" charset="0"/>
              </a:rPr>
              <a:t>, and their olfactory epithelium is about the size of a saucer!</a:t>
            </a:r>
          </a:p>
          <a:p>
            <a:pPr marL="0" indent="0" algn="just">
              <a:buNone/>
              <a:defRPr/>
            </a:pPr>
            <a:r>
              <a:rPr lang="en-US" sz="2400" b="1" dirty="0">
                <a:solidFill>
                  <a:srgbClr val="FF0000"/>
                </a:solidFill>
                <a:cs typeface="Times New Roman" pitchFamily="18" charset="0"/>
              </a:rPr>
              <a:t>The neurons in your nose convert/transduce the smell into electrical </a:t>
            </a:r>
            <a:br>
              <a:rPr lang="en-US" sz="2400" b="1" dirty="0">
                <a:solidFill>
                  <a:srgbClr val="FF0000"/>
                </a:solidFill>
                <a:cs typeface="Times New Roman" pitchFamily="18" charset="0"/>
              </a:rPr>
            </a:br>
            <a:r>
              <a:rPr lang="en-US" sz="2400" b="1" dirty="0">
                <a:solidFill>
                  <a:srgbClr val="FF0000"/>
                </a:solidFill>
                <a:cs typeface="Times New Roman" pitchFamily="18" charset="0"/>
              </a:rPr>
              <a:t>impulses, and send them along the olfactory nerve and olfactory bulb </a:t>
            </a:r>
            <a:br>
              <a:rPr lang="en-US" sz="2400" b="1" dirty="0">
                <a:solidFill>
                  <a:srgbClr val="FF0000"/>
                </a:solidFill>
                <a:cs typeface="Times New Roman" pitchFamily="18" charset="0"/>
              </a:rPr>
            </a:br>
            <a:r>
              <a:rPr lang="en-US" sz="2400" b="1" dirty="0">
                <a:solidFill>
                  <a:srgbClr val="FF0000"/>
                </a:solidFill>
                <a:cs typeface="Times New Roman" pitchFamily="18" charset="0"/>
              </a:rPr>
              <a:t>(similar to wires) to various parts of your brain.</a:t>
            </a:r>
          </a:p>
        </p:txBody>
      </p:sp>
      <p:sp>
        <p:nvSpPr>
          <p:cNvPr id="6" name="Title 1"/>
          <p:cNvSpPr txBox="1">
            <a:spLocks/>
          </p:cNvSpPr>
          <p:nvPr/>
        </p:nvSpPr>
        <p:spPr>
          <a:xfrm>
            <a:off x="1474470" y="160337"/>
            <a:ext cx="9509760"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marL="0" marR="0" lvl="0" indent="0" algn="ctr" defTabSz="914377"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srgbClr val="5B9BD5"/>
                </a:solidFill>
                <a:effectLst>
                  <a:outerShdw blurRad="38100" dist="38100" dir="2700000" algn="tl">
                    <a:srgbClr val="000000">
                      <a:alpha val="43137"/>
                    </a:srgbClr>
                  </a:outerShdw>
                </a:effectLst>
                <a:uLnTx/>
                <a:uFillTx/>
                <a:latin typeface="Calibri Light"/>
                <a:ea typeface="+mj-ea"/>
                <a:cs typeface="+mj-cs"/>
              </a:rPr>
              <a:t>Smell: How many sensors do our noses have?</a:t>
            </a:r>
          </a:p>
        </p:txBody>
      </p:sp>
    </p:spTree>
    <p:extLst>
      <p:ext uri="{BB962C8B-B14F-4D97-AF65-F5344CB8AC3E}">
        <p14:creationId xmlns:p14="http://schemas.microsoft.com/office/powerpoint/2010/main" val="130490948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BA1DD5-5A6B-4D29-B684-09343956247F}"/>
              </a:ext>
            </a:extLst>
          </p:cNvPr>
          <p:cNvSpPr>
            <a:spLocks noGrp="1"/>
          </p:cNvSpPr>
          <p:nvPr>
            <p:ph type="title"/>
          </p:nvPr>
        </p:nvSpPr>
        <p:spPr>
          <a:xfrm>
            <a:off x="838200" y="136525"/>
            <a:ext cx="10515600" cy="1063625"/>
          </a:xfrm>
        </p:spPr>
        <p:txBody>
          <a:bodyPr>
            <a:normAutofit fontScale="90000"/>
          </a:bodyPr>
          <a:lstStyle/>
          <a:p>
            <a:pPr algn="ctr"/>
            <a:r>
              <a:rPr lang="en-IN" b="1" dirty="0" smtClean="0">
                <a:solidFill>
                  <a:schemeClr val="accent1"/>
                </a:solidFill>
                <a:effectLst>
                  <a:outerShdw blurRad="38100" dist="38100" dir="2700000" algn="tl">
                    <a:srgbClr val="000000">
                      <a:alpha val="43137"/>
                    </a:srgbClr>
                  </a:outerShdw>
                </a:effectLst>
              </a:rPr>
              <a:t>Taste Receptors </a:t>
            </a:r>
            <a:r>
              <a:rPr lang="en-IN" b="1" dirty="0">
                <a:solidFill>
                  <a:schemeClr val="accent1"/>
                </a:solidFill>
                <a:effectLst>
                  <a:outerShdw blurRad="38100" dist="38100" dir="2700000" algn="tl">
                    <a:srgbClr val="000000">
                      <a:alpha val="43137"/>
                    </a:srgbClr>
                  </a:outerShdw>
                </a:effectLst>
              </a:rPr>
              <a:t/>
            </a:r>
            <a:br>
              <a:rPr lang="en-IN" b="1" dirty="0">
                <a:solidFill>
                  <a:schemeClr val="accent1"/>
                </a:solidFill>
                <a:effectLst>
                  <a:outerShdw blurRad="38100" dist="38100" dir="2700000" algn="tl">
                    <a:srgbClr val="000000">
                      <a:alpha val="43137"/>
                    </a:srgbClr>
                  </a:outerShdw>
                </a:effectLst>
              </a:rPr>
            </a:br>
            <a:r>
              <a:rPr lang="en-IN" b="1" dirty="0">
                <a:solidFill>
                  <a:schemeClr val="accent1"/>
                </a:solidFill>
                <a:effectLst>
                  <a:outerShdw blurRad="38100" dist="38100" dir="2700000" algn="tl">
                    <a:srgbClr val="000000">
                      <a:alpha val="43137"/>
                    </a:srgbClr>
                  </a:outerShdw>
                </a:effectLst>
              </a:rPr>
              <a:t>(</a:t>
            </a:r>
            <a:r>
              <a:rPr lang="en-US" altLang="en-US" sz="3600" b="1" dirty="0">
                <a:solidFill>
                  <a:schemeClr val="accent1"/>
                </a:solidFill>
                <a:effectLst>
                  <a:outerShdw blurRad="38100" dist="38100" dir="2700000" algn="tl">
                    <a:srgbClr val="000000">
                      <a:alpha val="43137"/>
                    </a:srgbClr>
                  </a:outerShdw>
                </a:effectLst>
              </a:rPr>
              <a:t>Taste Buds</a:t>
            </a:r>
            <a:r>
              <a:rPr lang="en-US" altLang="en-US" sz="3600" b="1" dirty="0" smtClean="0">
                <a:solidFill>
                  <a:schemeClr val="accent1"/>
                </a:solidFill>
                <a:effectLst>
                  <a:outerShdw blurRad="38100" dist="38100" dir="2700000" algn="tl">
                    <a:srgbClr val="000000">
                      <a:alpha val="43137"/>
                    </a:srgbClr>
                  </a:outerShdw>
                </a:effectLst>
              </a:rPr>
              <a:t>)</a:t>
            </a:r>
            <a:endParaRPr lang="en-IN"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7AA09F6A-00EB-477D-934B-5FC87F0A5B5A}"/>
              </a:ext>
            </a:extLst>
          </p:cNvPr>
          <p:cNvSpPr>
            <a:spLocks noGrp="1"/>
          </p:cNvSpPr>
          <p:nvPr>
            <p:ph idx="1"/>
          </p:nvPr>
        </p:nvSpPr>
        <p:spPr>
          <a:xfrm>
            <a:off x="189291" y="1200150"/>
            <a:ext cx="5906709" cy="5521325"/>
          </a:xfrm>
        </p:spPr>
        <p:txBody>
          <a:bodyPr>
            <a:normAutofit/>
          </a:bodyPr>
          <a:lstStyle/>
          <a:p>
            <a:pPr>
              <a:lnSpc>
                <a:spcPct val="90000"/>
              </a:lnSpc>
            </a:pPr>
            <a:r>
              <a:rPr lang="en-US" sz="2800" b="1" dirty="0"/>
              <a:t>GUSTATION: SENSE OF TASTE </a:t>
            </a:r>
          </a:p>
          <a:p>
            <a:pPr algn="just"/>
            <a:r>
              <a:rPr lang="en-US" altLang="en-US" sz="2800" dirty="0"/>
              <a:t>Allows to detect and identify dissolved chemicals</a:t>
            </a:r>
          </a:p>
          <a:p>
            <a:pPr algn="just"/>
            <a:r>
              <a:rPr lang="en-US" sz="2800" dirty="0"/>
              <a:t>Chemicals known as </a:t>
            </a:r>
            <a:r>
              <a:rPr lang="en-US" sz="2800" b="1" dirty="0" err="1"/>
              <a:t>tastants</a:t>
            </a:r>
            <a:r>
              <a:rPr lang="en-US" sz="2800" dirty="0"/>
              <a:t> stimulate them</a:t>
            </a:r>
          </a:p>
          <a:p>
            <a:pPr algn="just"/>
            <a:r>
              <a:rPr lang="en-US" altLang="en-US" sz="2800" dirty="0"/>
              <a:t>Pits found on upper surface of the tongue consist of sensory cells (taste buds)</a:t>
            </a:r>
          </a:p>
          <a:p>
            <a:pPr algn="just"/>
            <a:r>
              <a:rPr lang="en-US" altLang="en-US" sz="2800" dirty="0"/>
              <a:t>Every sensory/receptor cell has a tiny hair called a gustatory hair/microvilli, that project into the saliva</a:t>
            </a:r>
          </a:p>
          <a:p>
            <a:endParaRPr lang="en-IN" sz="2800" dirty="0"/>
          </a:p>
        </p:txBody>
      </p:sp>
      <p:sp>
        <p:nvSpPr>
          <p:cNvPr id="4" name="Slide Number Placeholder 3">
            <a:extLst>
              <a:ext uri="{FF2B5EF4-FFF2-40B4-BE49-F238E27FC236}">
                <a16:creationId xmlns:a16="http://schemas.microsoft.com/office/drawing/2014/main" xmlns="" id="{3A166BDE-BC5F-4489-AB31-CAD37EB897D6}"/>
              </a:ext>
            </a:extLst>
          </p:cNvPr>
          <p:cNvSpPr>
            <a:spLocks noGrp="1"/>
          </p:cNvSpPr>
          <p:nvPr>
            <p:ph type="sldNum" sz="quarter" idx="12"/>
          </p:nvPr>
        </p:nvSpPr>
        <p:spPr/>
        <p:txBody>
          <a:bodyPr/>
          <a:lstStyle/>
          <a:p>
            <a:fld id="{BDCDBBEF-AA6C-4BA6-85B2-A17D7F280E38}" type="slidenum">
              <a:rPr lang="en-US" smtClean="0"/>
              <a:pPr/>
              <a:t>27</a:t>
            </a:fld>
            <a:endParaRPr lang="en-US"/>
          </a:p>
        </p:txBody>
      </p:sp>
      <p:grpSp>
        <p:nvGrpSpPr>
          <p:cNvPr id="9" name="Group 8">
            <a:extLst>
              <a:ext uri="{FF2B5EF4-FFF2-40B4-BE49-F238E27FC236}">
                <a16:creationId xmlns:a16="http://schemas.microsoft.com/office/drawing/2014/main" xmlns="" id="{CD6B4637-6049-4CDA-829F-F2253DAC72B8}"/>
              </a:ext>
            </a:extLst>
          </p:cNvPr>
          <p:cNvGrpSpPr/>
          <p:nvPr/>
        </p:nvGrpSpPr>
        <p:grpSpPr>
          <a:xfrm>
            <a:off x="6176010" y="1200150"/>
            <a:ext cx="5906709" cy="5521325"/>
            <a:chOff x="6389370" y="1200150"/>
            <a:chExt cx="5613339" cy="5521325"/>
          </a:xfrm>
        </p:grpSpPr>
        <p:pic>
          <p:nvPicPr>
            <p:cNvPr id="7" name="Picture 6">
              <a:extLst>
                <a:ext uri="{FF2B5EF4-FFF2-40B4-BE49-F238E27FC236}">
                  <a16:creationId xmlns:a16="http://schemas.microsoft.com/office/drawing/2014/main" xmlns="" id="{02C38FA9-974A-4DE8-BDC9-FB26CE85FCA0}"/>
                </a:ext>
              </a:extLst>
            </p:cNvPr>
            <p:cNvPicPr>
              <a:picLocks noChangeAspect="1"/>
            </p:cNvPicPr>
            <p:nvPr/>
          </p:nvPicPr>
          <p:blipFill rotWithShape="1">
            <a:blip r:embed="rId2"/>
            <a:srcRect l="39670"/>
            <a:stretch/>
          </p:blipFill>
          <p:spPr>
            <a:xfrm>
              <a:off x="6389370" y="1200150"/>
              <a:ext cx="5613339" cy="5521325"/>
            </a:xfrm>
            <a:prstGeom prst="rect">
              <a:avLst/>
            </a:prstGeom>
          </p:spPr>
        </p:pic>
        <p:sp>
          <p:nvSpPr>
            <p:cNvPr id="8" name="TextBox 7">
              <a:extLst>
                <a:ext uri="{FF2B5EF4-FFF2-40B4-BE49-F238E27FC236}">
                  <a16:creationId xmlns:a16="http://schemas.microsoft.com/office/drawing/2014/main" xmlns="" id="{4B8AF9DB-B1B8-4AB2-A97C-15BBFA12B00E}"/>
                </a:ext>
              </a:extLst>
            </p:cNvPr>
            <p:cNvSpPr txBox="1"/>
            <p:nvPr/>
          </p:nvSpPr>
          <p:spPr>
            <a:xfrm>
              <a:off x="6389370" y="1451610"/>
              <a:ext cx="1028700" cy="3440430"/>
            </a:xfrm>
            <a:prstGeom prst="rect">
              <a:avLst/>
            </a:prstGeom>
            <a:solidFill>
              <a:schemeClr val="bg1"/>
            </a:solidFill>
          </p:spPr>
          <p:txBody>
            <a:bodyPr wrap="square" rtlCol="0">
              <a:spAutoFit/>
            </a:bodyPr>
            <a:lstStyle/>
            <a:p>
              <a:endParaRPr lang="en-IN" dirty="0"/>
            </a:p>
          </p:txBody>
        </p:sp>
      </p:grpSp>
    </p:spTree>
    <p:extLst>
      <p:ext uri="{BB962C8B-B14F-4D97-AF65-F5344CB8AC3E}">
        <p14:creationId xmlns:p14="http://schemas.microsoft.com/office/powerpoint/2010/main" val="36313814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49796" y="931356"/>
            <a:ext cx="8061567" cy="3697794"/>
          </a:xfrm>
        </p:spPr>
        <p:txBody>
          <a:bodyPr>
            <a:noAutofit/>
          </a:bodyPr>
          <a:lstStyle/>
          <a:p>
            <a:pPr marL="0" indent="0" algn="just">
              <a:lnSpc>
                <a:spcPct val="100000"/>
              </a:lnSpc>
              <a:spcAft>
                <a:spcPts val="300"/>
              </a:spcAft>
              <a:buNone/>
              <a:defRPr/>
            </a:pPr>
            <a:r>
              <a:rPr lang="en-US" sz="2000" b="1" dirty="0">
                <a:cs typeface="Times New Roman" pitchFamily="18" charset="0"/>
              </a:rPr>
              <a:t>The tongue has sensory receptors called </a:t>
            </a:r>
            <a:r>
              <a:rPr lang="en-US" sz="2000" b="1" dirty="0">
                <a:solidFill>
                  <a:srgbClr val="FF0000"/>
                </a:solidFill>
                <a:cs typeface="Times New Roman" pitchFamily="18" charset="0"/>
              </a:rPr>
              <a:t>taste buds</a:t>
            </a:r>
            <a:r>
              <a:rPr lang="en-US" sz="2000" b="1" dirty="0">
                <a:cs typeface="Times New Roman" pitchFamily="18" charset="0"/>
              </a:rPr>
              <a:t> present all over the tongue, which can detect 5 different flavors: </a:t>
            </a:r>
            <a:r>
              <a:rPr lang="en-US" sz="2000" b="1" dirty="0">
                <a:solidFill>
                  <a:srgbClr val="7030A0"/>
                </a:solidFill>
                <a:cs typeface="Times New Roman" pitchFamily="18" charset="0"/>
              </a:rPr>
              <a:t>sweet,  salty, bitter, sour, umami</a:t>
            </a:r>
          </a:p>
          <a:p>
            <a:pPr marL="182563" lvl="2" indent="-182563" algn="just">
              <a:lnSpc>
                <a:spcPct val="100000"/>
              </a:lnSpc>
              <a:spcBef>
                <a:spcPts val="0"/>
              </a:spcBef>
              <a:spcAft>
                <a:spcPts val="300"/>
              </a:spcAft>
              <a:buClr>
                <a:schemeClr val="bg1">
                  <a:shade val="50000"/>
                </a:schemeClr>
              </a:buClr>
              <a:buFont typeface="Wingdings 3"/>
              <a:buChar char=""/>
              <a:defRPr/>
            </a:pPr>
            <a:r>
              <a:rPr lang="en-US" b="1" dirty="0">
                <a:cs typeface="Times New Roman" pitchFamily="18" charset="0"/>
              </a:rPr>
              <a:t>The umami flavor is present in many protein foods, such as meats, cheeses, tomatoes, and mushrooms, and is generally described as a savory, meaty taste.</a:t>
            </a:r>
          </a:p>
          <a:p>
            <a:pPr marL="182563" lvl="2" indent="-182563" algn="just">
              <a:lnSpc>
                <a:spcPct val="100000"/>
              </a:lnSpc>
              <a:spcBef>
                <a:spcPts val="0"/>
              </a:spcBef>
              <a:spcAft>
                <a:spcPts val="300"/>
              </a:spcAft>
              <a:buClr>
                <a:schemeClr val="bg1">
                  <a:shade val="50000"/>
                </a:schemeClr>
              </a:buClr>
              <a:buFont typeface="Wingdings 3"/>
              <a:buChar char=""/>
              <a:defRPr/>
            </a:pPr>
            <a:r>
              <a:rPr lang="en-US" sz="2000" b="1" dirty="0">
                <a:cs typeface="Times New Roman" pitchFamily="18" charset="0"/>
              </a:rPr>
              <a:t>Taste buds are comprised of </a:t>
            </a:r>
            <a:r>
              <a:rPr lang="en-US" sz="2000" b="1" dirty="0">
                <a:solidFill>
                  <a:srgbClr val="FF0000"/>
                </a:solidFill>
                <a:cs typeface="Times New Roman" pitchFamily="18" charset="0"/>
              </a:rPr>
              <a:t>gustatory receptor cells</a:t>
            </a:r>
            <a:r>
              <a:rPr lang="en-US" sz="2000" b="1" dirty="0">
                <a:cs typeface="Times New Roman" pitchFamily="18" charset="0"/>
              </a:rPr>
              <a:t> that have tiny hairs that detect taste from the food you eat. </a:t>
            </a:r>
          </a:p>
          <a:p>
            <a:pPr marL="182563" lvl="2" indent="-182563" algn="just">
              <a:lnSpc>
                <a:spcPct val="100000"/>
              </a:lnSpc>
              <a:spcBef>
                <a:spcPts val="0"/>
              </a:spcBef>
              <a:spcAft>
                <a:spcPts val="300"/>
              </a:spcAft>
              <a:buClr>
                <a:schemeClr val="bg1">
                  <a:shade val="50000"/>
                </a:schemeClr>
              </a:buClr>
              <a:buFont typeface="Wingdings 3"/>
              <a:buChar char=""/>
              <a:defRPr/>
            </a:pPr>
            <a:r>
              <a:rPr lang="en-US" sz="2000" b="1" dirty="0">
                <a:cs typeface="Times New Roman" pitchFamily="18" charset="0"/>
              </a:rPr>
              <a:t>The hairs send information to the cells, which send signals through the nervous system to the brain, which interprets the information as taste.</a:t>
            </a:r>
          </a:p>
          <a:p>
            <a:pPr marL="0" indent="0" algn="just">
              <a:lnSpc>
                <a:spcPct val="100000"/>
              </a:lnSpc>
              <a:spcAft>
                <a:spcPts val="300"/>
              </a:spcAft>
              <a:buNone/>
              <a:defRPr/>
            </a:pPr>
            <a:endParaRPr lang="en-US" sz="2000" b="1" dirty="0">
              <a:cs typeface="Times New Roman" pitchFamily="18" charset="0"/>
            </a:endParaRPr>
          </a:p>
        </p:txBody>
      </p:sp>
      <p:sp>
        <p:nvSpPr>
          <p:cNvPr id="26629"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6FB4C0BF-94C9-4E01-BC4E-BF381801FE69}" type="slidenum">
              <a:rPr lang="en-US" altLang="en-US" smtClean="0">
                <a:solidFill>
                  <a:srgbClr val="FFFFFF"/>
                </a:solidFill>
              </a:rPr>
              <a:pPr eaLnBrk="1" hangingPunct="1"/>
              <a:t>28</a:t>
            </a:fld>
            <a:endParaRPr lang="en-US" altLang="en-US">
              <a:solidFill>
                <a:srgbClr val="FFFFFF"/>
              </a:solidFill>
            </a:endParaRPr>
          </a:p>
        </p:txBody>
      </p:sp>
      <p:sp>
        <p:nvSpPr>
          <p:cNvPr id="7" name="Title 1"/>
          <p:cNvSpPr txBox="1">
            <a:spLocks/>
          </p:cNvSpPr>
          <p:nvPr/>
        </p:nvSpPr>
        <p:spPr>
          <a:xfrm>
            <a:off x="1245870" y="91757"/>
            <a:ext cx="10196333" cy="71227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effectLst>
                  <a:outerShdw blurRad="38100" dist="38100" dir="2700000" algn="tl">
                    <a:srgbClr val="000000">
                      <a:alpha val="43137"/>
                    </a:srgbClr>
                  </a:outerShdw>
                </a:effectLst>
                <a:latin typeface="+mj-lt"/>
              </a:rPr>
              <a:t>Taste: How do we taste using our tongues?</a:t>
            </a:r>
          </a:p>
        </p:txBody>
      </p:sp>
      <p:pic>
        <p:nvPicPr>
          <p:cNvPr id="2" name="Picture 1">
            <a:extLst>
              <a:ext uri="{FF2B5EF4-FFF2-40B4-BE49-F238E27FC236}">
                <a16:creationId xmlns:a16="http://schemas.microsoft.com/office/drawing/2014/main" xmlns="" id="{5E30819A-26B4-4623-B942-28FF0287CFE6}"/>
              </a:ext>
            </a:extLst>
          </p:cNvPr>
          <p:cNvPicPr>
            <a:picLocks noChangeAspect="1"/>
          </p:cNvPicPr>
          <p:nvPr/>
        </p:nvPicPr>
        <p:blipFill rotWithShape="1">
          <a:blip r:embed="rId3"/>
          <a:srcRect r="41600"/>
          <a:stretch/>
        </p:blipFill>
        <p:spPr>
          <a:xfrm>
            <a:off x="8811364" y="929557"/>
            <a:ext cx="3177432" cy="3699593"/>
          </a:xfrm>
          <a:prstGeom prst="rect">
            <a:avLst/>
          </a:prstGeom>
        </p:spPr>
      </p:pic>
      <p:sp>
        <p:nvSpPr>
          <p:cNvPr id="5" name="TextBox 4">
            <a:extLst>
              <a:ext uri="{FF2B5EF4-FFF2-40B4-BE49-F238E27FC236}">
                <a16:creationId xmlns:a16="http://schemas.microsoft.com/office/drawing/2014/main" xmlns="" id="{5B861E7F-598A-B3C8-948B-5811C203132D}"/>
              </a:ext>
            </a:extLst>
          </p:cNvPr>
          <p:cNvSpPr txBox="1"/>
          <p:nvPr/>
        </p:nvSpPr>
        <p:spPr>
          <a:xfrm>
            <a:off x="749795" y="4967149"/>
            <a:ext cx="10975359" cy="1631216"/>
          </a:xfrm>
          <a:prstGeom prst="rect">
            <a:avLst/>
          </a:prstGeom>
          <a:noFill/>
        </p:spPr>
        <p:txBody>
          <a:bodyPr wrap="square">
            <a:spAutoFit/>
          </a:bodyPr>
          <a:lstStyle/>
          <a:p>
            <a:pPr marL="0" indent="0" algn="just">
              <a:lnSpc>
                <a:spcPct val="100000"/>
              </a:lnSpc>
              <a:buNone/>
              <a:defRPr/>
            </a:pPr>
            <a:r>
              <a:rPr lang="en-US" sz="2000" b="1" dirty="0">
                <a:solidFill>
                  <a:srgbClr val="FF0000"/>
                </a:solidFill>
                <a:cs typeface="Times New Roman" pitchFamily="18" charset="0"/>
              </a:rPr>
              <a:t>What is the difference between taste and flavor?</a:t>
            </a:r>
          </a:p>
          <a:p>
            <a:pPr marL="0" lvl="1" indent="0" algn="just">
              <a:lnSpc>
                <a:spcPct val="100000"/>
              </a:lnSpc>
              <a:spcBef>
                <a:spcPts val="0"/>
              </a:spcBef>
              <a:buNone/>
              <a:defRPr/>
            </a:pPr>
            <a:r>
              <a:rPr lang="en-US" sz="2000" b="1" dirty="0">
                <a:cs typeface="Times New Roman" pitchFamily="18" charset="0"/>
              </a:rPr>
              <a:t>Flavor includes taste, but also a little more. It comprises taste, smell, texture, and other sensations such as pain from spicy food. </a:t>
            </a:r>
          </a:p>
          <a:p>
            <a:pPr marL="0" lvl="1" indent="0" algn="just">
              <a:lnSpc>
                <a:spcPct val="100000"/>
              </a:lnSpc>
              <a:spcBef>
                <a:spcPts val="0"/>
              </a:spcBef>
              <a:buNone/>
              <a:defRPr/>
            </a:pPr>
            <a:r>
              <a:rPr lang="en-US" sz="2000" b="1" dirty="0">
                <a:cs typeface="Times New Roman" pitchFamily="18" charset="0"/>
              </a:rPr>
              <a:t>Eating food with your nose blocked shows decreases its flavor, even though the taste is the same</a:t>
            </a:r>
            <a:endParaRPr lang="en-IN" sz="2000" dirty="0"/>
          </a:p>
        </p:txBody>
      </p:sp>
    </p:spTree>
    <p:extLst>
      <p:ext uri="{BB962C8B-B14F-4D97-AF65-F5344CB8AC3E}">
        <p14:creationId xmlns:p14="http://schemas.microsoft.com/office/powerpoint/2010/main" val="167711099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76940" y="1340823"/>
            <a:ext cx="10781660" cy="4876800"/>
          </a:xfrm>
        </p:spPr>
        <p:txBody>
          <a:bodyPr>
            <a:noAutofit/>
          </a:bodyPr>
          <a:lstStyle/>
          <a:p>
            <a:pPr marL="274313" indent="-274313" algn="just">
              <a:buFont typeface="Wingdings 3"/>
              <a:buChar char=""/>
              <a:defRPr/>
            </a:pPr>
            <a:r>
              <a:rPr lang="en-US" sz="2400" b="1" dirty="0">
                <a:solidFill>
                  <a:srgbClr val="7030A0"/>
                </a:solidFill>
                <a:cs typeface="Times New Roman" pitchFamily="18" charset="0"/>
              </a:rPr>
              <a:t>Taste receptors are complicated</a:t>
            </a:r>
            <a:r>
              <a:rPr lang="en-US" sz="2400" b="1" dirty="0">
                <a:cs typeface="Times New Roman" pitchFamily="18" charset="0"/>
              </a:rPr>
              <a:t>, and scientists are continuing to investigate to completely understand our tongues.</a:t>
            </a:r>
          </a:p>
          <a:p>
            <a:pPr marL="274313" lvl="1" indent="-274313" algn="just">
              <a:spcBef>
                <a:spcPts val="600"/>
              </a:spcBef>
              <a:buSzPct val="70000"/>
              <a:buFont typeface="Wingdings 3"/>
              <a:buChar char=""/>
              <a:defRPr/>
            </a:pPr>
            <a:r>
              <a:rPr lang="en-US" b="1" dirty="0">
                <a:cs typeface="Times New Roman" pitchFamily="18" charset="0"/>
              </a:rPr>
              <a:t>We know that we can sense five different types of tastes—sweet, salty, bitter, sour and umami—</a:t>
            </a:r>
            <a:r>
              <a:rPr lang="en-US" b="1" dirty="0">
                <a:solidFill>
                  <a:schemeClr val="accent1"/>
                </a:solidFill>
                <a:cs typeface="Times New Roman" pitchFamily="18" charset="0"/>
              </a:rPr>
              <a:t>but it is not clear how</a:t>
            </a:r>
            <a:r>
              <a:rPr lang="en-US" b="1" dirty="0">
                <a:cs typeface="Times New Roman" pitchFamily="18" charset="0"/>
              </a:rPr>
              <a:t> our tongue distinguishes between them. </a:t>
            </a:r>
          </a:p>
          <a:p>
            <a:pPr marL="274313" indent="-274313" algn="just">
              <a:buFont typeface="Wingdings 3"/>
              <a:buChar char=""/>
              <a:defRPr/>
            </a:pPr>
            <a:r>
              <a:rPr lang="en-US" sz="2400" b="1" dirty="0">
                <a:cs typeface="Times New Roman" pitchFamily="18" charset="0"/>
              </a:rPr>
              <a:t>It is believed that we have about </a:t>
            </a:r>
            <a:r>
              <a:rPr lang="en-US" sz="2400" b="1" dirty="0">
                <a:solidFill>
                  <a:schemeClr val="accent1"/>
                </a:solidFill>
                <a:cs typeface="Times New Roman" pitchFamily="18" charset="0"/>
              </a:rPr>
              <a:t>50 to 100 receptor cells per taste</a:t>
            </a:r>
            <a:r>
              <a:rPr lang="en-US" sz="2400" b="1" dirty="0">
                <a:cs typeface="Times New Roman" pitchFamily="18" charset="0"/>
              </a:rPr>
              <a:t>.</a:t>
            </a:r>
          </a:p>
          <a:p>
            <a:pPr marL="274313" indent="-274313" algn="just">
              <a:buFont typeface="Wingdings 3"/>
              <a:buChar char=""/>
              <a:defRPr/>
            </a:pPr>
            <a:r>
              <a:rPr lang="en-US" sz="2400" b="1" dirty="0">
                <a:cs typeface="Times New Roman" pitchFamily="18" charset="0"/>
              </a:rPr>
              <a:t>The </a:t>
            </a:r>
            <a:r>
              <a:rPr lang="en-US" sz="2400" b="1" dirty="0">
                <a:solidFill>
                  <a:srgbClr val="7030A0"/>
                </a:solidFill>
                <a:cs typeface="Times New Roman" pitchFamily="18" charset="0"/>
              </a:rPr>
              <a:t>olfactory bulb </a:t>
            </a:r>
            <a:r>
              <a:rPr lang="en-US" sz="2400" b="1" dirty="0">
                <a:cs typeface="Times New Roman" pitchFamily="18" charset="0"/>
              </a:rPr>
              <a:t>integrates inputs from all the receptor cells, and then sends the information to the brain. </a:t>
            </a:r>
            <a:endParaRPr lang="en-US" sz="2400" b="1" dirty="0">
              <a:solidFill>
                <a:srgbClr val="FF0000"/>
              </a:solidFill>
              <a:cs typeface="Times New Roman" pitchFamily="18" charset="0"/>
            </a:endParaRPr>
          </a:p>
          <a:p>
            <a:pPr marL="0" indent="0" algn="just">
              <a:buNone/>
              <a:defRPr/>
            </a:pPr>
            <a:endParaRPr lang="en-US" sz="2400" b="1" dirty="0">
              <a:cs typeface="Times New Roman" pitchFamily="18" charset="0"/>
            </a:endParaRPr>
          </a:p>
          <a:p>
            <a:pPr marL="0" indent="0" algn="just">
              <a:buNone/>
              <a:defRPr/>
            </a:pPr>
            <a:r>
              <a:rPr lang="en-US" sz="2400" b="1" dirty="0">
                <a:solidFill>
                  <a:srgbClr val="FF0000"/>
                </a:solidFill>
                <a:cs typeface="Times New Roman" pitchFamily="18" charset="0"/>
              </a:rPr>
              <a:t>The receptors on a human tongue convert/transduce taste into electrical impulses, and send them along the olfactory nerve to the olfactory bulb and various parts of the brain.</a:t>
            </a:r>
          </a:p>
        </p:txBody>
      </p:sp>
      <p:sp>
        <p:nvSpPr>
          <p:cNvPr id="27652"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AAA04187-2092-4D64-A180-4A1D6EB82206}" type="slidenum">
              <a:rPr lang="en-US" altLang="en-US" smtClean="0">
                <a:solidFill>
                  <a:srgbClr val="FFFFFF"/>
                </a:solidFill>
              </a:rPr>
              <a:pPr eaLnBrk="1" hangingPunct="1"/>
              <a:t>29</a:t>
            </a:fld>
            <a:endParaRPr lang="en-US" altLang="en-US">
              <a:solidFill>
                <a:srgbClr val="FFFFFF"/>
              </a:solidFill>
            </a:endParaRPr>
          </a:p>
        </p:txBody>
      </p:sp>
      <p:sp>
        <p:nvSpPr>
          <p:cNvPr id="6" name="Title 1"/>
          <p:cNvSpPr txBox="1">
            <a:spLocks/>
          </p:cNvSpPr>
          <p:nvPr/>
        </p:nvSpPr>
        <p:spPr>
          <a:xfrm>
            <a:off x="203203" y="274637"/>
            <a:ext cx="11785595"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3733" b="1" cap="none" dirty="0">
                <a:solidFill>
                  <a:schemeClr val="accent1"/>
                </a:solidFill>
                <a:latin typeface="+mj-lt"/>
              </a:rPr>
              <a:t>Taste: How many sensors do our tongues have?</a:t>
            </a:r>
          </a:p>
        </p:txBody>
      </p:sp>
    </p:spTree>
    <p:extLst>
      <p:ext uri="{BB962C8B-B14F-4D97-AF65-F5344CB8AC3E}">
        <p14:creationId xmlns:p14="http://schemas.microsoft.com/office/powerpoint/2010/main" val="372514938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8C5E6002-D80E-48FA-9CDF-94D0F53F89C9}"/>
              </a:ext>
            </a:extLst>
          </p:cNvPr>
          <p:cNvSpPr>
            <a:spLocks noGrp="1" noChangeArrowheads="1"/>
          </p:cNvSpPr>
          <p:nvPr>
            <p:ph type="title"/>
          </p:nvPr>
        </p:nvSpPr>
        <p:spPr>
          <a:xfrm>
            <a:off x="3977640" y="205740"/>
            <a:ext cx="4926330" cy="1108711"/>
          </a:xfrm>
        </p:spPr>
        <p:txBody>
          <a:bodyPr>
            <a:noAutofit/>
          </a:bodyPr>
          <a:lstStyle/>
          <a:p>
            <a:pPr algn="just"/>
            <a:r>
              <a:rPr lang="en-US" altLang="en-US" sz="2000" b="1" dirty="0">
                <a:solidFill>
                  <a:schemeClr val="accent1"/>
                </a:solidFill>
              </a:rPr>
              <a:t>Taste Buds: </a:t>
            </a:r>
            <a:r>
              <a:rPr lang="en-US" sz="2000" dirty="0"/>
              <a:t>Respond to any one of five primary tastes: sweet, sour, bitter, salty, or umami (savory, glutamate detection)</a:t>
            </a:r>
            <a:endParaRPr lang="en-US" altLang="en-US" sz="2000" b="1" dirty="0">
              <a:solidFill>
                <a:schemeClr val="accent1"/>
              </a:solidFill>
              <a:effectLst>
                <a:outerShdw blurRad="38100" dist="38100" dir="2700000" algn="tl">
                  <a:srgbClr val="000000">
                    <a:alpha val="43137"/>
                  </a:srgbClr>
                </a:outerShdw>
              </a:effectLst>
            </a:endParaRPr>
          </a:p>
        </p:txBody>
      </p:sp>
      <p:pic>
        <p:nvPicPr>
          <p:cNvPr id="17413" name="Picture 5">
            <a:extLst>
              <a:ext uri="{FF2B5EF4-FFF2-40B4-BE49-F238E27FC236}">
                <a16:creationId xmlns:a16="http://schemas.microsoft.com/office/drawing/2014/main" xmlns="" id="{B9D94116-5ECA-498C-B3D6-A3FB26896C0D}"/>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a:xfrm>
            <a:off x="3124200" y="1447800"/>
            <a:ext cx="662940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Rectangle 2">
            <a:extLst>
              <a:ext uri="{FF2B5EF4-FFF2-40B4-BE49-F238E27FC236}">
                <a16:creationId xmlns:a16="http://schemas.microsoft.com/office/drawing/2014/main" xmlns="" id="{8430C957-160C-47D9-94C4-BB28EB4CD3A7}"/>
              </a:ext>
            </a:extLst>
          </p:cNvPr>
          <p:cNvSpPr txBox="1">
            <a:spLocks noChangeArrowheads="1"/>
          </p:cNvSpPr>
          <p:nvPr/>
        </p:nvSpPr>
        <p:spPr>
          <a:xfrm>
            <a:off x="9784081" y="2666365"/>
            <a:ext cx="2217420" cy="24885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n-lt"/>
                <a:ea typeface="+mj-ea"/>
                <a:cs typeface="+mj-cs"/>
              </a:defRPr>
            </a:lvl1pPr>
          </a:lstStyle>
          <a:p>
            <a:pPr marL="0" marR="0" lvl="0" indent="0" algn="just" defTabSz="914400" rtl="0" eaLnBrk="1" fontAlgn="auto" latinLnBrk="0" hangingPunct="1">
              <a:lnSpc>
                <a:spcPct val="90000"/>
              </a:lnSpc>
              <a:spcBef>
                <a:spcPct val="0"/>
              </a:spcBef>
              <a:spcAft>
                <a:spcPts val="0"/>
              </a:spcAft>
              <a:buClrTx/>
              <a:buSzTx/>
              <a:buFontTx/>
              <a:buNone/>
              <a:tabLst/>
              <a:defRPr/>
            </a:pPr>
            <a:r>
              <a:rPr kumimoji="0" lang="en-US" altLang="en-US" sz="2100" b="1" i="0" u="none" strike="noStrike" kern="1200" cap="none" spc="0" normalizeH="0" baseline="0" noProof="0" dirty="0">
                <a:ln>
                  <a:noFill/>
                </a:ln>
                <a:solidFill>
                  <a:srgbClr val="3494BA"/>
                </a:solidFill>
                <a:effectLst/>
                <a:uLnTx/>
                <a:uFillTx/>
                <a:latin typeface="Cambria" panose="02040503050406030204"/>
                <a:ea typeface="+mj-ea"/>
                <a:cs typeface="+mj-cs"/>
              </a:rPr>
              <a:t>Food Particles: </a:t>
            </a:r>
            <a:r>
              <a:rPr kumimoji="0" lang="en-US" altLang="en-US" sz="2100" b="0" i="0" u="none" strike="noStrike" kern="1200" cap="none" spc="0" normalizeH="0" baseline="0" noProof="0" dirty="0">
                <a:ln>
                  <a:noFill/>
                </a:ln>
                <a:solidFill>
                  <a:prstClr val="black"/>
                </a:solidFill>
                <a:effectLst/>
                <a:uLnTx/>
                <a:uFillTx/>
                <a:latin typeface="Cambria" panose="02040503050406030204"/>
                <a:ea typeface="+mj-ea"/>
                <a:cs typeface="+mj-cs"/>
              </a:rPr>
              <a:t>Chemicals come into contact with the gustatory hair receptors</a:t>
            </a:r>
          </a:p>
        </p:txBody>
      </p:sp>
      <p:sp>
        <p:nvSpPr>
          <p:cNvPr id="5" name="Rectangle 2">
            <a:extLst>
              <a:ext uri="{FF2B5EF4-FFF2-40B4-BE49-F238E27FC236}">
                <a16:creationId xmlns:a16="http://schemas.microsoft.com/office/drawing/2014/main" xmlns="" id="{C3DCCC13-44D7-4DD7-AC62-3C2ECBC25F9E}"/>
              </a:ext>
            </a:extLst>
          </p:cNvPr>
          <p:cNvSpPr txBox="1">
            <a:spLocks noChangeArrowheads="1"/>
          </p:cNvSpPr>
          <p:nvPr/>
        </p:nvSpPr>
        <p:spPr>
          <a:xfrm>
            <a:off x="247650" y="1447800"/>
            <a:ext cx="2769870" cy="4827270"/>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3600" kern="1200">
                <a:solidFill>
                  <a:schemeClr val="tx1"/>
                </a:solidFill>
                <a:latin typeface="+mn-lt"/>
                <a:ea typeface="+mj-ea"/>
                <a:cs typeface="+mj-cs"/>
              </a:defRPr>
            </a:lvl1pPr>
          </a:lstStyle>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rPr>
              <a:t>Gustatory Receptors: </a:t>
            </a:r>
            <a:r>
              <a:rPr kumimoji="0" lang="en-US" sz="2200" b="0" i="0" u="none" strike="noStrike" kern="1200" cap="none" spc="0" normalizeH="0" baseline="0" noProof="0" dirty="0">
                <a:ln>
                  <a:noFill/>
                </a:ln>
                <a:solidFill>
                  <a:prstClr val="black"/>
                </a:solidFill>
                <a:effectLst/>
                <a:uLnTx/>
                <a:uFillTx/>
                <a:latin typeface="Cambria" panose="02040503050406030204"/>
                <a:ea typeface="+mn-ea"/>
                <a:cs typeface="+mn-cs"/>
              </a:rPr>
              <a:t>Electrical signal stimulate release of neurotransmitter molecules that bind to gustatory receptors on dendrites of taste buds’ first-order neurons</a:t>
            </a: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rPr>
              <a:t> </a:t>
            </a:r>
          </a:p>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rPr>
              <a:t>Sensory Nerves: </a:t>
            </a:r>
            <a:r>
              <a:rPr kumimoji="0" lang="en-US" altLang="en-US" sz="2200" b="0" i="0" u="none" strike="noStrike" kern="1200" cap="none" spc="0" normalizeH="0" baseline="0" noProof="0" dirty="0">
                <a:ln>
                  <a:noFill/>
                </a:ln>
                <a:solidFill>
                  <a:prstClr val="black"/>
                </a:solidFill>
                <a:effectLst/>
                <a:uLnTx/>
                <a:uFillTx/>
                <a:latin typeface="Cambria" panose="02040503050406030204"/>
                <a:ea typeface="+mn-ea"/>
                <a:cs typeface="+mn-cs"/>
              </a:rPr>
              <a:t>send messages along to the brain </a:t>
            </a:r>
          </a:p>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en-US" altLang="en-US" sz="2200" b="1" i="0" u="none" strike="noStrike" kern="1200" cap="none" spc="0" normalizeH="0" baseline="0" noProof="0" dirty="0">
              <a:ln>
                <a:noFill/>
              </a:ln>
              <a:solidFill>
                <a:srgbClr val="3494BA"/>
              </a:solidFill>
              <a:effectLst/>
              <a:uLnTx/>
              <a:uFillTx/>
              <a:latin typeface="Cambria" panose="02040503050406030204"/>
              <a:ea typeface="+mn-ea"/>
              <a:cs typeface="+mn-cs"/>
            </a:endParaRPr>
          </a:p>
        </p:txBody>
      </p:sp>
      <p:sp>
        <p:nvSpPr>
          <p:cNvPr id="8" name="TextBox 7">
            <a:extLst>
              <a:ext uri="{FF2B5EF4-FFF2-40B4-BE49-F238E27FC236}">
                <a16:creationId xmlns:a16="http://schemas.microsoft.com/office/drawing/2014/main" xmlns="" id="{29187BBA-5C80-40C8-B2AA-057CDDE1003F}"/>
              </a:ext>
            </a:extLst>
          </p:cNvPr>
          <p:cNvSpPr txBox="1"/>
          <p:nvPr/>
        </p:nvSpPr>
        <p:spPr>
          <a:xfrm>
            <a:off x="2694623" y="6180058"/>
            <a:ext cx="6097904" cy="461665"/>
          </a:xfrm>
          <a:prstGeom prst="rect">
            <a:avLst/>
          </a:prstGeom>
          <a:noFill/>
        </p:spPr>
        <p:txBody>
          <a:bodyPr wrap="square">
            <a:spAutoFit/>
          </a:bodyPr>
          <a:lstStyle/>
          <a:p>
            <a:pPr marL="457200" marR="0" lvl="1" indent="0" algn="just" defTabSz="914400" rtl="0" eaLnBrk="1" fontAlgn="auto" latinLnBrk="0" hangingPunct="1">
              <a:lnSpc>
                <a:spcPct val="100000"/>
              </a:lnSpc>
              <a:spcBef>
                <a:spcPts val="0"/>
              </a:spcBef>
              <a:spcAft>
                <a:spcPts val="0"/>
              </a:spcAft>
              <a:buClrTx/>
              <a:buSzTx/>
              <a:buFontTx/>
              <a:buNone/>
              <a:tabLst/>
              <a:defRPr/>
            </a:pPr>
            <a:r>
              <a:rPr kumimoji="0" lang="en-US" altLang="en-US" sz="2400" b="1" i="0" u="none" strike="noStrike" kern="1200" cap="none" spc="0" normalizeH="0" baseline="0" noProof="0" dirty="0">
                <a:ln>
                  <a:noFill/>
                </a:ln>
                <a:solidFill>
                  <a:srgbClr val="3494BA"/>
                </a:solidFill>
                <a:effectLst/>
                <a:uLnTx/>
                <a:uFillTx/>
                <a:latin typeface="Cambria" panose="02040503050406030204"/>
                <a:ea typeface="+mn-ea"/>
                <a:cs typeface="+mn-cs"/>
              </a:rPr>
              <a:t>Flavors are then interpreted by brain</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98CD60-74D2-43B1-B31A-33B647A727AE}"/>
              </a:ext>
            </a:extLst>
          </p:cNvPr>
          <p:cNvSpPr>
            <a:spLocks noGrp="1"/>
          </p:cNvSpPr>
          <p:nvPr>
            <p:ph type="title"/>
          </p:nvPr>
        </p:nvSpPr>
        <p:spPr>
          <a:xfrm>
            <a:off x="838200" y="136525"/>
            <a:ext cx="10515600" cy="1109345"/>
          </a:xfrm>
        </p:spPr>
        <p:txBody>
          <a:bodyPr/>
          <a:lstStyle/>
          <a:p>
            <a:pPr algn="ctr"/>
            <a:r>
              <a:rPr lang="en-IN" b="1" dirty="0">
                <a:solidFill>
                  <a:schemeClr val="accent1"/>
                </a:solidFill>
                <a:effectLst>
                  <a:outerShdw blurRad="38100" dist="38100" dir="2700000" algn="tl">
                    <a:srgbClr val="000000">
                      <a:alpha val="43137"/>
                    </a:srgbClr>
                  </a:outerShdw>
                </a:effectLst>
              </a:rPr>
              <a:t>Osmoreceptors </a:t>
            </a:r>
            <a:endParaRPr lang="en-IN" dirty="0"/>
          </a:p>
        </p:txBody>
      </p:sp>
      <p:sp>
        <p:nvSpPr>
          <p:cNvPr id="3" name="Content Placeholder 2">
            <a:extLst>
              <a:ext uri="{FF2B5EF4-FFF2-40B4-BE49-F238E27FC236}">
                <a16:creationId xmlns:a16="http://schemas.microsoft.com/office/drawing/2014/main" xmlns="" id="{ED5646D6-DE2A-4627-B250-A37AC561B959}"/>
              </a:ext>
            </a:extLst>
          </p:cNvPr>
          <p:cNvSpPr>
            <a:spLocks noGrp="1"/>
          </p:cNvSpPr>
          <p:nvPr>
            <p:ph idx="1"/>
          </p:nvPr>
        </p:nvSpPr>
        <p:spPr>
          <a:xfrm>
            <a:off x="838200" y="1245870"/>
            <a:ext cx="10900410" cy="5017770"/>
          </a:xfrm>
        </p:spPr>
        <p:txBody>
          <a:bodyPr>
            <a:normAutofit/>
          </a:bodyPr>
          <a:lstStyle/>
          <a:p>
            <a:pPr algn="just"/>
            <a:r>
              <a:rPr lang="en-US" sz="2800" b="1" dirty="0"/>
              <a:t>Peripheral chemoreceptors</a:t>
            </a:r>
            <a:r>
              <a:rPr lang="en-US" sz="2800" dirty="0"/>
              <a:t> located in the heart convey messages to the central nervous system about chemical levels in the blood, including oxygen and carbon dioxide.</a:t>
            </a:r>
          </a:p>
          <a:p>
            <a:pPr algn="just"/>
            <a:endParaRPr lang="en-US" sz="2800" dirty="0"/>
          </a:p>
          <a:p>
            <a:pPr algn="just"/>
            <a:r>
              <a:rPr lang="en-US" sz="2800" b="1" dirty="0"/>
              <a:t>Central chemoreceptors</a:t>
            </a:r>
            <a:r>
              <a:rPr lang="en-US" sz="2800" dirty="0"/>
              <a:t>, located in the respiratory center at the base of your brain, monitor the levels of carbon dioxide and oxygen by detecting changes in the pH levels of the cerebral spinal fluid. </a:t>
            </a:r>
          </a:p>
          <a:p>
            <a:pPr lvl="1" algn="just"/>
            <a:r>
              <a:rPr lang="en-US" sz="2800" dirty="0"/>
              <a:t>If, for example, your oxygen levels are too low, your central and peripheral chemoreceptors convey a message that triggers an increase in respiration.</a:t>
            </a:r>
          </a:p>
          <a:p>
            <a:pPr algn="just"/>
            <a:endParaRPr lang="en-US" sz="2800" dirty="0"/>
          </a:p>
          <a:p>
            <a:pPr algn="just"/>
            <a:endParaRPr lang="en-IN" sz="2800" dirty="0"/>
          </a:p>
        </p:txBody>
      </p:sp>
      <p:sp>
        <p:nvSpPr>
          <p:cNvPr id="4" name="Slide Number Placeholder 3">
            <a:extLst>
              <a:ext uri="{FF2B5EF4-FFF2-40B4-BE49-F238E27FC236}">
                <a16:creationId xmlns:a16="http://schemas.microsoft.com/office/drawing/2014/main" xmlns="" id="{2E733400-78DF-4DBA-BD41-59651AAC2029}"/>
              </a:ext>
            </a:extLst>
          </p:cNvPr>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82243477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CED763-03B0-43E4-A540-443AEDE1D08D}"/>
              </a:ext>
            </a:extLst>
          </p:cNvPr>
          <p:cNvSpPr>
            <a:spLocks noGrp="1"/>
          </p:cNvSpPr>
          <p:nvPr>
            <p:ph type="title"/>
          </p:nvPr>
        </p:nvSpPr>
        <p:spPr>
          <a:xfrm>
            <a:off x="838200" y="136525"/>
            <a:ext cx="10515600" cy="1147126"/>
          </a:xfrm>
        </p:spPr>
        <p:txBody>
          <a:bodyPr>
            <a:normAutofit fontScale="90000"/>
          </a:bodyPr>
          <a:lstStyle/>
          <a:p>
            <a:pPr algn="ctr"/>
            <a:r>
              <a:rPr lang="en-IN" sz="4400" b="1" cap="all" dirty="0">
                <a:solidFill>
                  <a:schemeClr val="accent1"/>
                </a:solidFill>
                <a:effectLst>
                  <a:outerShdw blurRad="38100" dist="38100" dir="2700000" algn="tl">
                    <a:srgbClr val="000000">
                      <a:alpha val="43137"/>
                    </a:srgbClr>
                  </a:outerShdw>
                </a:effectLst>
              </a:rPr>
              <a:t>Photoreception</a:t>
            </a:r>
            <a:r>
              <a:rPr lang="en-IN" sz="4400" b="1" dirty="0">
                <a:solidFill>
                  <a:schemeClr val="accent1"/>
                </a:solidFill>
                <a:effectLst>
                  <a:outerShdw blurRad="38100" dist="38100" dir="2700000" algn="tl">
                    <a:srgbClr val="000000">
                      <a:alpha val="43137"/>
                    </a:srgbClr>
                  </a:outerShdw>
                </a:effectLst>
              </a:rPr>
              <a:t/>
            </a:r>
            <a:br>
              <a:rPr lang="en-IN" sz="4400" b="1" dirty="0">
                <a:solidFill>
                  <a:schemeClr val="accent1"/>
                </a:solidFill>
                <a:effectLst>
                  <a:outerShdw blurRad="38100" dist="38100" dir="2700000" algn="tl">
                    <a:srgbClr val="000000">
                      <a:alpha val="43137"/>
                    </a:srgbClr>
                  </a:outerShdw>
                </a:effectLst>
              </a:rPr>
            </a:br>
            <a:r>
              <a:rPr lang="en-IN" sz="4400" b="1" dirty="0">
                <a:solidFill>
                  <a:schemeClr val="accent1"/>
                </a:solidFill>
              </a:rPr>
              <a:t>(VISION)</a:t>
            </a:r>
          </a:p>
        </p:txBody>
      </p:sp>
      <p:sp>
        <p:nvSpPr>
          <p:cNvPr id="3" name="Content Placeholder 2">
            <a:extLst>
              <a:ext uri="{FF2B5EF4-FFF2-40B4-BE49-F238E27FC236}">
                <a16:creationId xmlns:a16="http://schemas.microsoft.com/office/drawing/2014/main" xmlns="" id="{6F8A583F-46C5-4930-B5C4-A1230DBA1825}"/>
              </a:ext>
            </a:extLst>
          </p:cNvPr>
          <p:cNvSpPr>
            <a:spLocks noGrp="1"/>
          </p:cNvSpPr>
          <p:nvPr>
            <p:ph idx="1"/>
          </p:nvPr>
        </p:nvSpPr>
        <p:spPr>
          <a:xfrm>
            <a:off x="510363" y="1283651"/>
            <a:ext cx="11227981" cy="5437824"/>
          </a:xfrm>
        </p:spPr>
        <p:txBody>
          <a:bodyPr>
            <a:noAutofit/>
          </a:bodyPr>
          <a:lstStyle/>
          <a:p>
            <a:pPr algn="just"/>
            <a:r>
              <a:rPr lang="en-US" altLang="en-US" dirty="0"/>
              <a:t>Perception of electromagnetic radiation</a:t>
            </a:r>
          </a:p>
          <a:p>
            <a:pPr algn="just"/>
            <a:r>
              <a:rPr lang="en-US" altLang="en-US" dirty="0"/>
              <a:t>Animals are only able to use the visible portion (400-700 nm) of the electromagnetic spectrum</a:t>
            </a:r>
          </a:p>
          <a:p>
            <a:pPr algn="just"/>
            <a:r>
              <a:rPr lang="en-US" altLang="en-US" b="1" dirty="0"/>
              <a:t>Reception of visual signals</a:t>
            </a:r>
          </a:p>
          <a:p>
            <a:pPr lvl="1" algn="just"/>
            <a:r>
              <a:rPr lang="en-US" altLang="en-US" sz="2200" dirty="0"/>
              <a:t>Light enters the eye</a:t>
            </a:r>
          </a:p>
          <a:p>
            <a:pPr lvl="1" algn="just"/>
            <a:r>
              <a:rPr lang="en-US" altLang="en-US" sz="2200" dirty="0"/>
              <a:t>Specialized cells, </a:t>
            </a:r>
            <a:r>
              <a:rPr lang="en-US" altLang="en-US" sz="2200" b="1" dirty="0"/>
              <a:t>photoreceptors</a:t>
            </a:r>
            <a:r>
              <a:rPr lang="en-US" altLang="en-US" sz="2200" dirty="0"/>
              <a:t>, stimulated by particles of light</a:t>
            </a:r>
          </a:p>
          <a:p>
            <a:pPr lvl="1" algn="just"/>
            <a:r>
              <a:rPr lang="en-US" sz="2200" dirty="0"/>
              <a:t>Three layers: Photoreceptor layer, bipolar cell layer, and ganglion cell layer</a:t>
            </a:r>
          </a:p>
          <a:p>
            <a:pPr lvl="1" algn="just"/>
            <a:r>
              <a:rPr lang="en-US" sz="2200" dirty="0"/>
              <a:t>Two types of cells in photoreceptor layer: </a:t>
            </a:r>
          </a:p>
          <a:p>
            <a:pPr lvl="2" algn="just"/>
            <a:r>
              <a:rPr lang="en-US" sz="2000" dirty="0"/>
              <a:t>Rods (allow us to see shades of gray in dim light, like moonlight) </a:t>
            </a:r>
          </a:p>
          <a:p>
            <a:pPr lvl="2" algn="just"/>
            <a:r>
              <a:rPr lang="en-US" sz="2000" dirty="0"/>
              <a:t>Cones (stimulated by brighter light- highly acute, color vision)</a:t>
            </a:r>
          </a:p>
          <a:p>
            <a:pPr algn="just"/>
            <a:r>
              <a:rPr lang="en-US" b="1" dirty="0"/>
              <a:t>Stimulation of photoreceptors </a:t>
            </a:r>
          </a:p>
          <a:p>
            <a:pPr lvl="1" algn="just"/>
            <a:r>
              <a:rPr lang="en-US" dirty="0"/>
              <a:t>Photopigment absorbs light ; undergo change in structure to adjust to amount of light available</a:t>
            </a:r>
          </a:p>
          <a:p>
            <a:pPr marL="233363" lvl="2" indent="-233363" algn="just"/>
            <a:r>
              <a:rPr lang="en-US" altLang="en-US" b="1" dirty="0"/>
              <a:t>Color perception</a:t>
            </a:r>
            <a:r>
              <a:rPr lang="en-US" altLang="en-US" dirty="0"/>
              <a:t>: Brain compares outputs of different photoreceptor types.</a:t>
            </a:r>
            <a:endParaRPr lang="en-US" altLang="en-US" b="1" dirty="0"/>
          </a:p>
          <a:p>
            <a:pPr algn="just"/>
            <a:endParaRPr lang="en-US" altLang="en-US" dirty="0"/>
          </a:p>
        </p:txBody>
      </p:sp>
      <p:sp>
        <p:nvSpPr>
          <p:cNvPr id="4" name="Slide Number Placeholder 3">
            <a:extLst>
              <a:ext uri="{FF2B5EF4-FFF2-40B4-BE49-F238E27FC236}">
                <a16:creationId xmlns:a16="http://schemas.microsoft.com/office/drawing/2014/main" xmlns="" id="{2FD7BBE1-D612-412D-8675-8EC84F394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410679686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sz="quarter" idx="1"/>
          </p:nvPr>
        </p:nvSpPr>
        <p:spPr>
          <a:xfrm>
            <a:off x="5360670" y="1454151"/>
            <a:ext cx="6195059" cy="4826000"/>
          </a:xfrm>
        </p:spPr>
        <p:txBody>
          <a:bodyPr>
            <a:normAutofit/>
          </a:bodyPr>
          <a:lstStyle/>
          <a:p>
            <a:pPr marL="457189" algn="just">
              <a:buFont typeface="+mj-lt"/>
              <a:buAutoNum type="arabicPeriod"/>
            </a:pPr>
            <a:r>
              <a:rPr lang="en-US" altLang="en-US" b="1" dirty="0">
                <a:cs typeface="Times New Roman" pitchFamily="18" charset="0"/>
              </a:rPr>
              <a:t>Light (stimulus) from the object enters the eye.</a:t>
            </a:r>
          </a:p>
          <a:p>
            <a:pPr marL="457189" algn="just">
              <a:buFont typeface="+mj-lt"/>
              <a:buAutoNum type="arabicPeriod"/>
            </a:pPr>
            <a:r>
              <a:rPr lang="en-US" altLang="en-US" b="1" dirty="0">
                <a:cs typeface="Times New Roman" pitchFamily="18" charset="0"/>
              </a:rPr>
              <a:t>Light sensors convert (transduce) light into an electrical signal.</a:t>
            </a:r>
          </a:p>
          <a:p>
            <a:pPr marL="457189" algn="just">
              <a:buFont typeface="+mj-lt"/>
              <a:buAutoNum type="arabicPeriod"/>
            </a:pPr>
            <a:r>
              <a:rPr lang="en-US" altLang="en-US" b="1" dirty="0">
                <a:cs typeface="Times New Roman" pitchFamily="18" charset="0"/>
              </a:rPr>
              <a:t>This electrical signal passes through the optic nerve to the lateral geniculate nucleus (LGN), which relays the information to the visual cortex.</a:t>
            </a:r>
          </a:p>
          <a:p>
            <a:pPr marL="457189" algn="just">
              <a:buFont typeface="+mj-lt"/>
              <a:buAutoNum type="arabicPeriod"/>
            </a:pPr>
            <a:r>
              <a:rPr lang="en-US" altLang="en-US" b="1" dirty="0">
                <a:cs typeface="Times New Roman" pitchFamily="18" charset="0"/>
              </a:rPr>
              <a:t>The visual cortex processes this information and “recognizes” the object seen.</a:t>
            </a:r>
            <a:endParaRPr lang="en-US" altLang="en-US" dirty="0">
              <a:cs typeface="Times New Roman" pitchFamily="18" charset="0"/>
            </a:endParaRPr>
          </a:p>
        </p:txBody>
      </p:sp>
      <p:pic>
        <p:nvPicPr>
          <p:cNvPr id="17412" name="Picture 8" descr="http://thebrain.mcgill.ca/flash/d/d_02/d_02_cr/d_02_cr_vis/d_02_cr_vis_2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90" y="1318868"/>
            <a:ext cx="4465280" cy="470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9AA38551-5B54-45F2-8F35-BBA980CDBB4D}" type="slidenum">
              <a:rPr lang="en-US" altLang="en-US" smtClean="0">
                <a:solidFill>
                  <a:srgbClr val="FFFFFF"/>
                </a:solidFill>
              </a:rPr>
              <a:pPr eaLnBrk="1" hangingPunct="1"/>
              <a:t>33</a:t>
            </a:fld>
            <a:endParaRPr lang="en-US" altLang="en-US">
              <a:solidFill>
                <a:srgbClr val="FFFFFF"/>
              </a:solidFill>
            </a:endParaRPr>
          </a:p>
        </p:txBody>
      </p:sp>
      <p:sp>
        <p:nvSpPr>
          <p:cNvPr id="7" name="Title 1"/>
          <p:cNvSpPr txBox="1">
            <a:spLocks/>
          </p:cNvSpPr>
          <p:nvPr/>
        </p:nvSpPr>
        <p:spPr>
          <a:xfrm>
            <a:off x="1314450" y="274637"/>
            <a:ext cx="10241279"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3600" b="1" cap="none" dirty="0">
                <a:solidFill>
                  <a:schemeClr val="accent1"/>
                </a:solidFill>
                <a:latin typeface="+mj-lt"/>
              </a:rPr>
              <a:t>Vision: How does the brain understand what we see?</a:t>
            </a:r>
          </a:p>
        </p:txBody>
      </p:sp>
    </p:spTree>
    <p:extLst>
      <p:ext uri="{BB962C8B-B14F-4D97-AF65-F5344CB8AC3E}">
        <p14:creationId xmlns:p14="http://schemas.microsoft.com/office/powerpoint/2010/main" val="355323990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D8A07765-9D28-48BB-9942-D89C3B6725AB}" type="slidenum">
              <a:rPr lang="en-US" altLang="en-US" smtClean="0">
                <a:solidFill>
                  <a:srgbClr val="FFFFFF"/>
                </a:solidFill>
              </a:rPr>
              <a:pPr eaLnBrk="1" hangingPunct="1"/>
              <a:t>34</a:t>
            </a:fld>
            <a:endParaRPr lang="en-US" altLang="en-US">
              <a:solidFill>
                <a:srgbClr val="FFFFFF"/>
              </a:solidFill>
            </a:endParaRPr>
          </a:p>
        </p:txBody>
      </p:sp>
      <p:sp>
        <p:nvSpPr>
          <p:cNvPr id="7" name="Title 1"/>
          <p:cNvSpPr txBox="1">
            <a:spLocks/>
          </p:cNvSpPr>
          <p:nvPr/>
        </p:nvSpPr>
        <p:spPr>
          <a:xfrm>
            <a:off x="1524000" y="274638"/>
            <a:ext cx="9144000" cy="622994"/>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latin typeface="+mj-lt"/>
              </a:rPr>
              <a:t>Vision: How do your eyes work?</a:t>
            </a:r>
          </a:p>
        </p:txBody>
      </p:sp>
      <p:pic>
        <p:nvPicPr>
          <p:cNvPr id="5122" name="Picture 2" descr="http://www.cancer.gov/images/cdr/live/CDR543553-750.jpg"/>
          <p:cNvPicPr>
            <a:picLocks noChangeAspect="1" noChangeArrowheads="1"/>
          </p:cNvPicPr>
          <p:nvPr/>
        </p:nvPicPr>
        <p:blipFill rotWithShape="1">
          <a:blip r:embed="rId3">
            <a:extLst>
              <a:ext uri="{28A0092B-C50C-407E-A947-70E740481C1C}">
                <a14:useLocalDpi xmlns:a14="http://schemas.microsoft.com/office/drawing/2010/main" val="0"/>
              </a:ext>
            </a:extLst>
          </a:blip>
          <a:srcRect l="5772" t="15257" r="3686" b="4213"/>
          <a:stretch/>
        </p:blipFill>
        <p:spPr bwMode="auto">
          <a:xfrm>
            <a:off x="661690" y="1390651"/>
            <a:ext cx="3512820" cy="404506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txBox="1">
            <a:spLocks/>
          </p:cNvSpPr>
          <p:nvPr/>
        </p:nvSpPr>
        <p:spPr bwMode="auto">
          <a:xfrm>
            <a:off x="4239904" y="990600"/>
            <a:ext cx="7473286" cy="3764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lgn="just" defTabSz="914377" eaLnBrk="1" fontAlgn="auto" hangingPunct="1">
              <a:spcAft>
                <a:spcPts val="0"/>
              </a:spcAft>
              <a:buNone/>
              <a:defRPr/>
            </a:pPr>
            <a:r>
              <a:rPr lang="en-US" b="1" dirty="0">
                <a:cs typeface="Times New Roman" pitchFamily="18" charset="0"/>
              </a:rPr>
              <a:t>Light enters the eye, and is </a:t>
            </a:r>
            <a:r>
              <a:rPr lang="en-US" b="1" dirty="0">
                <a:solidFill>
                  <a:srgbClr val="FF0000"/>
                </a:solidFill>
                <a:cs typeface="Times New Roman" pitchFamily="18" charset="0"/>
              </a:rPr>
              <a:t>refracted</a:t>
            </a:r>
            <a:r>
              <a:rPr lang="en-US" b="1" dirty="0">
                <a:cs typeface="Times New Roman" pitchFamily="18" charset="0"/>
              </a:rPr>
              <a:t> (bent) by the </a:t>
            </a:r>
            <a:r>
              <a:rPr lang="en-US" b="1" dirty="0">
                <a:solidFill>
                  <a:srgbClr val="FF0000"/>
                </a:solidFill>
                <a:cs typeface="Times New Roman" pitchFamily="18" charset="0"/>
              </a:rPr>
              <a:t>cornea</a:t>
            </a:r>
            <a:r>
              <a:rPr lang="en-US" b="1" dirty="0">
                <a:cs typeface="Times New Roman" pitchFamily="18" charset="0"/>
              </a:rPr>
              <a:t>, the outermost part of the eye. </a:t>
            </a:r>
          </a:p>
          <a:p>
            <a:pPr marL="0" indent="0" algn="just" defTabSz="914377" eaLnBrk="1" fontAlgn="auto" hangingPunct="1">
              <a:spcAft>
                <a:spcPts val="0"/>
              </a:spcAft>
              <a:buNone/>
              <a:defRPr/>
            </a:pPr>
            <a:r>
              <a:rPr lang="en-US" b="1" dirty="0">
                <a:cs typeface="Times New Roman" pitchFamily="18" charset="0"/>
              </a:rPr>
              <a:t>Refracted light is directed to the </a:t>
            </a:r>
            <a:r>
              <a:rPr lang="en-US" b="1" dirty="0">
                <a:solidFill>
                  <a:srgbClr val="FF0000"/>
                </a:solidFill>
                <a:cs typeface="Times New Roman" pitchFamily="18" charset="0"/>
              </a:rPr>
              <a:t>pupil</a:t>
            </a:r>
            <a:r>
              <a:rPr lang="en-US" b="1" dirty="0">
                <a:cs typeface="Times New Roman" pitchFamily="18" charset="0"/>
              </a:rPr>
              <a:t>, a small hole in the center of the </a:t>
            </a:r>
            <a:r>
              <a:rPr lang="en-US" b="1" dirty="0">
                <a:solidFill>
                  <a:srgbClr val="FF0000"/>
                </a:solidFill>
                <a:cs typeface="Times New Roman" pitchFamily="18" charset="0"/>
              </a:rPr>
              <a:t>iris</a:t>
            </a:r>
            <a:r>
              <a:rPr lang="en-US" b="1" dirty="0">
                <a:cs typeface="Times New Roman" pitchFamily="18" charset="0"/>
              </a:rPr>
              <a:t>, the colored part of the eye. </a:t>
            </a:r>
          </a:p>
          <a:p>
            <a:pPr marL="0" indent="0" algn="just" defTabSz="914377" eaLnBrk="1" fontAlgn="auto" hangingPunct="1">
              <a:spcAft>
                <a:spcPts val="0"/>
              </a:spcAft>
              <a:buNone/>
              <a:defRPr/>
            </a:pPr>
            <a:r>
              <a:rPr lang="en-US" b="1" dirty="0">
                <a:cs typeface="Times New Roman" pitchFamily="18" charset="0"/>
              </a:rPr>
              <a:t>The iris changes the pupil size to allow more or less light to enter.</a:t>
            </a:r>
          </a:p>
          <a:p>
            <a:pPr marL="0" indent="0" algn="just" defTabSz="914377" eaLnBrk="1" fontAlgn="auto" hangingPunct="1">
              <a:spcAft>
                <a:spcPts val="0"/>
              </a:spcAft>
              <a:buNone/>
              <a:defRPr/>
            </a:pPr>
            <a:r>
              <a:rPr lang="en-US" b="1" dirty="0">
                <a:cs typeface="Times New Roman" pitchFamily="18" charset="0"/>
              </a:rPr>
              <a:t>Light that goes through the pupil is redirected again by the eye’s </a:t>
            </a:r>
            <a:r>
              <a:rPr lang="en-US" b="1" dirty="0">
                <a:solidFill>
                  <a:srgbClr val="FF0000"/>
                </a:solidFill>
                <a:cs typeface="Times New Roman" pitchFamily="18" charset="0"/>
              </a:rPr>
              <a:t>lens</a:t>
            </a:r>
            <a:r>
              <a:rPr lang="en-US" b="1" dirty="0">
                <a:cs typeface="Times New Roman" pitchFamily="18" charset="0"/>
              </a:rPr>
              <a:t>, which points the light at nerve cells in the back of the eye. </a:t>
            </a:r>
          </a:p>
          <a:p>
            <a:pPr marL="0" indent="0" algn="just" defTabSz="914377" eaLnBrk="1" fontAlgn="auto" hangingPunct="1">
              <a:spcAft>
                <a:spcPts val="0"/>
              </a:spcAft>
              <a:buNone/>
              <a:defRPr/>
            </a:pPr>
            <a:r>
              <a:rPr lang="en-US" b="1" dirty="0">
                <a:cs typeface="Times New Roman" pitchFamily="18" charset="0"/>
              </a:rPr>
              <a:t>Two types of nerve cells in the back of the eye:</a:t>
            </a:r>
            <a:endParaRPr lang="en-US" b="1" i="1" dirty="0">
              <a:cs typeface="Times New Roman" pitchFamily="18" charset="0"/>
            </a:endParaRPr>
          </a:p>
          <a:p>
            <a:pPr marL="0" indent="0" algn="just" defTabSz="914377" eaLnBrk="1" fontAlgn="auto" hangingPunct="1">
              <a:spcAft>
                <a:spcPts val="0"/>
              </a:spcAft>
              <a:buNone/>
              <a:defRPr/>
            </a:pPr>
            <a:endParaRPr lang="en-US" b="1" dirty="0">
              <a:cs typeface="Times New Roman" pitchFamily="18" charset="0"/>
            </a:endParaRPr>
          </a:p>
        </p:txBody>
      </p:sp>
      <p:sp>
        <p:nvSpPr>
          <p:cNvPr id="9" name="Content Placeholder 2"/>
          <p:cNvSpPr>
            <a:spLocks noGrp="1"/>
          </p:cNvSpPr>
          <p:nvPr>
            <p:ph sz="quarter" idx="1"/>
          </p:nvPr>
        </p:nvSpPr>
        <p:spPr>
          <a:xfrm>
            <a:off x="4227888" y="5173884"/>
            <a:ext cx="7579302" cy="1547592"/>
          </a:xfrm>
        </p:spPr>
        <p:txBody>
          <a:bodyPr>
            <a:noAutofit/>
          </a:bodyPr>
          <a:lstStyle/>
          <a:p>
            <a:pPr marL="548626" lvl="1" indent="-274313" algn="just">
              <a:lnSpc>
                <a:spcPct val="100000"/>
              </a:lnSpc>
              <a:spcBef>
                <a:spcPts val="0"/>
              </a:spcBef>
              <a:buFont typeface="Wingdings 3"/>
              <a:buChar char=""/>
              <a:defRPr/>
            </a:pPr>
            <a:r>
              <a:rPr lang="en-US" sz="2000" b="1" dirty="0">
                <a:solidFill>
                  <a:srgbClr val="FF0000"/>
                </a:solidFill>
                <a:cs typeface="Times New Roman" pitchFamily="18" charset="0"/>
              </a:rPr>
              <a:t>Cones</a:t>
            </a:r>
            <a:r>
              <a:rPr lang="en-US" sz="2000" b="1" dirty="0">
                <a:cs typeface="Times New Roman" pitchFamily="18" charset="0"/>
              </a:rPr>
              <a:t> detect colors and fine details in good light.  </a:t>
            </a:r>
          </a:p>
          <a:p>
            <a:pPr marL="548626" lvl="1" indent="-274313" algn="just">
              <a:lnSpc>
                <a:spcPct val="100000"/>
              </a:lnSpc>
              <a:spcBef>
                <a:spcPts val="0"/>
              </a:spcBef>
              <a:buNone/>
              <a:defRPr/>
            </a:pPr>
            <a:r>
              <a:rPr lang="en-US" sz="2000" b="1" dirty="0">
                <a:cs typeface="Times New Roman" pitchFamily="18" charset="0"/>
              </a:rPr>
              <a:t>	They are concentrated in the center back of the eye.</a:t>
            </a:r>
          </a:p>
          <a:p>
            <a:pPr marL="548626" lvl="1" indent="-274313" algn="just">
              <a:lnSpc>
                <a:spcPct val="100000"/>
              </a:lnSpc>
              <a:spcBef>
                <a:spcPts val="0"/>
              </a:spcBef>
              <a:buFont typeface="Wingdings 3"/>
              <a:buChar char=""/>
              <a:defRPr/>
            </a:pPr>
            <a:r>
              <a:rPr lang="en-US" sz="2000" b="1" dirty="0">
                <a:solidFill>
                  <a:srgbClr val="FF0000"/>
                </a:solidFill>
                <a:cs typeface="Times New Roman" pitchFamily="18" charset="0"/>
              </a:rPr>
              <a:t>Rods</a:t>
            </a:r>
            <a:r>
              <a:rPr lang="en-US" sz="2000" b="1" dirty="0">
                <a:cs typeface="Times New Roman" pitchFamily="18" charset="0"/>
              </a:rPr>
              <a:t> detect the presence of objects in poor light</a:t>
            </a:r>
          </a:p>
          <a:p>
            <a:pPr marL="274313" lvl="1" indent="0" algn="just">
              <a:lnSpc>
                <a:spcPct val="100000"/>
              </a:lnSpc>
              <a:spcBef>
                <a:spcPts val="0"/>
              </a:spcBef>
              <a:buNone/>
              <a:tabLst>
                <a:tab pos="536575" algn="l"/>
              </a:tabLst>
              <a:defRPr/>
            </a:pPr>
            <a:r>
              <a:rPr lang="en-US" sz="2000" b="1" dirty="0">
                <a:cs typeface="Times New Roman" pitchFamily="18" charset="0"/>
              </a:rPr>
              <a:t>	They are concentrated on the sides of the back part of the eye.</a:t>
            </a:r>
          </a:p>
        </p:txBody>
      </p:sp>
      <p:sp>
        <p:nvSpPr>
          <p:cNvPr id="10" name="Content Placeholder 2"/>
          <p:cNvSpPr txBox="1">
            <a:spLocks/>
          </p:cNvSpPr>
          <p:nvPr/>
        </p:nvSpPr>
        <p:spPr bwMode="auto">
          <a:xfrm>
            <a:off x="478810" y="5505825"/>
            <a:ext cx="3638551" cy="69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Calibri" panose="020F0502020204030204" pitchFamily="34" charset="0"/>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Calibri" panose="020F0502020204030204" pitchFamily="34" charset="0"/>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kern="1200">
                <a:solidFill>
                  <a:schemeClr val="tx1"/>
                </a:solidFill>
                <a:latin typeface="Calibri" panose="020F0502020204030204" pitchFamily="34" charset="0"/>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kern="1200">
                <a:solidFill>
                  <a:schemeClr val="tx1"/>
                </a:solidFill>
                <a:latin typeface="Calibri" panose="020F0502020204030204" pitchFamily="34" charset="0"/>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Calibri" panose="020F0502020204030204" pitchFamily="34"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defTabSz="914377" eaLnBrk="1" fontAlgn="auto" hangingPunct="1">
              <a:spcAft>
                <a:spcPts val="0"/>
              </a:spcAft>
              <a:buNone/>
              <a:defRPr/>
            </a:pPr>
            <a:r>
              <a:rPr lang="en-US" sz="1800" b="1" dirty="0">
                <a:cs typeface="Times New Roman" pitchFamily="18" charset="0"/>
              </a:rPr>
              <a:t>Cones and rods </a:t>
            </a:r>
            <a:r>
              <a:rPr lang="en-US" sz="1800" b="1" dirty="0">
                <a:solidFill>
                  <a:schemeClr val="accent1"/>
                </a:solidFill>
                <a:cs typeface="Times New Roman" pitchFamily="18" charset="0"/>
              </a:rPr>
              <a:t>send signals </a:t>
            </a:r>
            <a:r>
              <a:rPr lang="en-US" sz="1800" b="1" dirty="0">
                <a:cs typeface="Times New Roman" pitchFamily="18" charset="0"/>
              </a:rPr>
              <a:t>through the </a:t>
            </a:r>
            <a:r>
              <a:rPr lang="en-US" sz="1800" b="1" dirty="0">
                <a:solidFill>
                  <a:schemeClr val="accent1"/>
                </a:solidFill>
                <a:cs typeface="Times New Roman" pitchFamily="18" charset="0"/>
              </a:rPr>
              <a:t>optic nerve </a:t>
            </a:r>
            <a:r>
              <a:rPr lang="en-US" sz="1800" b="1" dirty="0">
                <a:cs typeface="Times New Roman" pitchFamily="18" charset="0"/>
              </a:rPr>
              <a:t>to the brain.  </a:t>
            </a:r>
          </a:p>
        </p:txBody>
      </p:sp>
    </p:spTree>
    <p:extLst>
      <p:ext uri="{BB962C8B-B14F-4D97-AF65-F5344CB8AC3E}">
        <p14:creationId xmlns:p14="http://schemas.microsoft.com/office/powerpoint/2010/main" val="400802266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25830" y="1143000"/>
            <a:ext cx="10698480" cy="5410200"/>
          </a:xfrm>
        </p:spPr>
        <p:txBody>
          <a:bodyPr>
            <a:noAutofit/>
          </a:bodyPr>
          <a:lstStyle/>
          <a:p>
            <a:pPr marL="0" indent="0" algn="just">
              <a:buNone/>
              <a:defRPr/>
            </a:pPr>
            <a:r>
              <a:rPr lang="en-US" sz="2400" b="1" dirty="0">
                <a:cs typeface="Times New Roman" pitchFamily="18" charset="0"/>
              </a:rPr>
              <a:t>The cells in your eye that respond to light (that is, the sensors themselves) are called rods and cones.</a:t>
            </a:r>
          </a:p>
          <a:p>
            <a:pPr marL="274313" indent="-274313" algn="just">
              <a:buFont typeface="Wingdings 3"/>
              <a:buChar char=""/>
              <a:defRPr/>
            </a:pPr>
            <a:r>
              <a:rPr lang="en-US" sz="2400" b="1" dirty="0">
                <a:solidFill>
                  <a:srgbClr val="7030A0"/>
                </a:solidFill>
                <a:cs typeface="Times New Roman" pitchFamily="18" charset="0"/>
              </a:rPr>
              <a:t>Rods</a:t>
            </a:r>
            <a:r>
              <a:rPr lang="en-US" sz="2400" b="1" dirty="0">
                <a:solidFill>
                  <a:schemeClr val="accent1"/>
                </a:solidFill>
                <a:cs typeface="Times New Roman" pitchFamily="18" charset="0"/>
              </a:rPr>
              <a:t> </a:t>
            </a:r>
            <a:r>
              <a:rPr lang="en-US" sz="2400" b="1" dirty="0">
                <a:cs typeface="Times New Roman" pitchFamily="18" charset="0"/>
              </a:rPr>
              <a:t>cannot distinguish colors, but are responsible for low-light black-and-white vision.</a:t>
            </a:r>
          </a:p>
          <a:p>
            <a:pPr marL="274313" indent="-274313" algn="just">
              <a:buFont typeface="Wingdings 3"/>
              <a:buChar char=""/>
              <a:defRPr/>
            </a:pPr>
            <a:r>
              <a:rPr lang="en-US" sz="2400" b="1" dirty="0">
                <a:solidFill>
                  <a:srgbClr val="7030A0"/>
                </a:solidFill>
                <a:cs typeface="Times New Roman" pitchFamily="18" charset="0"/>
              </a:rPr>
              <a:t>Cones</a:t>
            </a:r>
            <a:r>
              <a:rPr lang="en-US" sz="2400" b="1" dirty="0">
                <a:solidFill>
                  <a:schemeClr val="accent1"/>
                </a:solidFill>
                <a:cs typeface="Times New Roman" pitchFamily="18" charset="0"/>
              </a:rPr>
              <a:t> </a:t>
            </a:r>
            <a:r>
              <a:rPr lang="en-US" sz="2400" b="1" dirty="0">
                <a:cs typeface="Times New Roman" pitchFamily="18" charset="0"/>
              </a:rPr>
              <a:t>are responsible for color vision. </a:t>
            </a:r>
          </a:p>
          <a:p>
            <a:pPr marL="0" indent="0" algn="just">
              <a:buNone/>
              <a:defRPr/>
            </a:pPr>
            <a:endParaRPr lang="en-US" sz="1100" b="1" dirty="0">
              <a:solidFill>
                <a:srgbClr val="FF0000"/>
              </a:solidFill>
              <a:cs typeface="Times New Roman" pitchFamily="18" charset="0"/>
            </a:endParaRPr>
          </a:p>
          <a:p>
            <a:pPr marL="0" indent="0" algn="just">
              <a:buNone/>
              <a:defRPr/>
            </a:pPr>
            <a:r>
              <a:rPr lang="en-US" sz="2400" b="1" dirty="0">
                <a:solidFill>
                  <a:srgbClr val="FF0000"/>
                </a:solidFill>
                <a:cs typeface="Times New Roman" pitchFamily="18" charset="0"/>
              </a:rPr>
              <a:t>Millions </a:t>
            </a:r>
            <a:r>
              <a:rPr lang="en-US" sz="2400" b="1" dirty="0">
                <a:cs typeface="Times New Roman" pitchFamily="18" charset="0"/>
              </a:rPr>
              <a:t>of rods and cones are present in each of your eyes, and they send their signals to the visual cortex of your brain.</a:t>
            </a:r>
          </a:p>
          <a:p>
            <a:pPr marL="274313" indent="-274313" algn="just">
              <a:buFont typeface="Wingdings 3"/>
              <a:buChar char=""/>
              <a:defRPr/>
            </a:pPr>
            <a:r>
              <a:rPr lang="en-US" sz="2400" b="1" dirty="0">
                <a:cs typeface="Times New Roman" pitchFamily="18" charset="0"/>
              </a:rPr>
              <a:t>The </a:t>
            </a:r>
            <a:r>
              <a:rPr lang="en-US" sz="2400" b="1" dirty="0">
                <a:solidFill>
                  <a:srgbClr val="7030A0"/>
                </a:solidFill>
                <a:cs typeface="Times New Roman" pitchFamily="18" charset="0"/>
              </a:rPr>
              <a:t>visual cortex </a:t>
            </a:r>
            <a:r>
              <a:rPr lang="en-US" sz="2400" b="1" dirty="0">
                <a:solidFill>
                  <a:schemeClr val="accent1"/>
                </a:solidFill>
                <a:cs typeface="Times New Roman" pitchFamily="18" charset="0"/>
              </a:rPr>
              <a:t>integrates the signals </a:t>
            </a:r>
            <a:r>
              <a:rPr lang="en-US" sz="2400" b="1" dirty="0">
                <a:cs typeface="Times New Roman" pitchFamily="18" charset="0"/>
              </a:rPr>
              <a:t>from the rods and cones and assembles the “picture” of the object in your brain, similar to how a camera assembles the various bits of an object into a picture of the entire object.</a:t>
            </a:r>
          </a:p>
          <a:p>
            <a:pPr marL="0" indent="0" algn="just">
              <a:spcBef>
                <a:spcPts val="1200"/>
              </a:spcBef>
              <a:buNone/>
              <a:defRPr/>
            </a:pPr>
            <a:r>
              <a:rPr lang="en-US" sz="2400" b="1" dirty="0">
                <a:solidFill>
                  <a:srgbClr val="FF0000"/>
                </a:solidFill>
                <a:cs typeface="Times New Roman" pitchFamily="18" charset="0"/>
              </a:rPr>
              <a:t>The rods and cones convert/transduce light energy into electrical energy, and send the energy along the optic nerve (similar to wires) to the visual cortex of your brain.</a:t>
            </a:r>
          </a:p>
        </p:txBody>
      </p:sp>
      <p:sp>
        <p:nvSpPr>
          <p:cNvPr id="19460"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D9804173-0E2C-4989-AA6D-A4633E0EE942}" type="slidenum">
              <a:rPr lang="en-US" altLang="en-US" smtClean="0">
                <a:solidFill>
                  <a:srgbClr val="FFFFFF"/>
                </a:solidFill>
              </a:rPr>
              <a:pPr eaLnBrk="1" hangingPunct="1"/>
              <a:t>35</a:t>
            </a:fld>
            <a:endParaRPr lang="en-US" altLang="en-US">
              <a:solidFill>
                <a:srgbClr val="FFFFFF"/>
              </a:solidFill>
            </a:endParaRPr>
          </a:p>
        </p:txBody>
      </p:sp>
      <p:sp>
        <p:nvSpPr>
          <p:cNvPr id="6" name="Title 1"/>
          <p:cNvSpPr txBox="1">
            <a:spLocks/>
          </p:cNvSpPr>
          <p:nvPr/>
        </p:nvSpPr>
        <p:spPr>
          <a:xfrm>
            <a:off x="203202" y="274637"/>
            <a:ext cx="11570265"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latin typeface="+mj-lt"/>
              </a:rPr>
              <a:t>Vision: </a:t>
            </a:r>
            <a:r>
              <a:rPr lang="en-US" sz="3600" b="1" cap="none" dirty="0">
                <a:solidFill>
                  <a:schemeClr val="accent1"/>
                </a:solidFill>
                <a:latin typeface="+mj-lt"/>
              </a:rPr>
              <a:t>How many light sensors do we have?</a:t>
            </a:r>
          </a:p>
        </p:txBody>
      </p:sp>
    </p:spTree>
    <p:extLst>
      <p:ext uri="{BB962C8B-B14F-4D97-AF65-F5344CB8AC3E}">
        <p14:creationId xmlns:p14="http://schemas.microsoft.com/office/powerpoint/2010/main" val="28995958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6E4F1BF-F233-41CE-9109-C51691C1F9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3" name="Picture 2">
            <a:extLst>
              <a:ext uri="{FF2B5EF4-FFF2-40B4-BE49-F238E27FC236}">
                <a16:creationId xmlns:a16="http://schemas.microsoft.com/office/drawing/2014/main" xmlns="" id="{9E7226F4-DEF9-4E8A-A114-9BE0858C2B7D}"/>
              </a:ext>
            </a:extLst>
          </p:cNvPr>
          <p:cNvPicPr>
            <a:picLocks noChangeAspect="1"/>
          </p:cNvPicPr>
          <p:nvPr/>
        </p:nvPicPr>
        <p:blipFill>
          <a:blip r:embed="rId2"/>
          <a:stretch>
            <a:fillRect/>
          </a:stretch>
        </p:blipFill>
        <p:spPr>
          <a:xfrm>
            <a:off x="1020727" y="606056"/>
            <a:ext cx="10079664" cy="5869171"/>
          </a:xfrm>
          <a:prstGeom prst="rect">
            <a:avLst/>
          </a:prstGeom>
        </p:spPr>
      </p:pic>
    </p:spTree>
    <p:extLst>
      <p:ext uri="{BB962C8B-B14F-4D97-AF65-F5344CB8AC3E}">
        <p14:creationId xmlns:p14="http://schemas.microsoft.com/office/powerpoint/2010/main" val="23129532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CED763-03B0-43E4-A540-443AEDE1D08D}"/>
              </a:ext>
            </a:extLst>
          </p:cNvPr>
          <p:cNvSpPr>
            <a:spLocks noGrp="1"/>
          </p:cNvSpPr>
          <p:nvPr>
            <p:ph type="title"/>
          </p:nvPr>
        </p:nvSpPr>
        <p:spPr>
          <a:xfrm>
            <a:off x="838200" y="136525"/>
            <a:ext cx="10515600" cy="1147126"/>
          </a:xfrm>
        </p:spPr>
        <p:txBody>
          <a:bodyPr>
            <a:normAutofit/>
          </a:bodyPr>
          <a:lstStyle/>
          <a:p>
            <a:pPr algn="ctr"/>
            <a:r>
              <a:rPr lang="en-IN" sz="4400" b="1" cap="all" dirty="0">
                <a:solidFill>
                  <a:schemeClr val="accent1"/>
                </a:solidFill>
                <a:effectLst>
                  <a:outerShdw blurRad="38100" dist="38100" dir="2700000" algn="tl">
                    <a:srgbClr val="000000">
                      <a:alpha val="43137"/>
                    </a:srgbClr>
                  </a:outerShdw>
                </a:effectLst>
              </a:rPr>
              <a:t>Mechanoreception</a:t>
            </a:r>
            <a:endParaRPr lang="en-IN" sz="4400" b="1" cap="all" dirty="0">
              <a:solidFill>
                <a:schemeClr val="accent1"/>
              </a:solidFill>
            </a:endParaRPr>
          </a:p>
        </p:txBody>
      </p:sp>
      <p:sp>
        <p:nvSpPr>
          <p:cNvPr id="3" name="Content Placeholder 2">
            <a:extLst>
              <a:ext uri="{FF2B5EF4-FFF2-40B4-BE49-F238E27FC236}">
                <a16:creationId xmlns:a16="http://schemas.microsoft.com/office/drawing/2014/main" xmlns="" id="{6F8A583F-46C5-4930-B5C4-A1230DBA1825}"/>
              </a:ext>
            </a:extLst>
          </p:cNvPr>
          <p:cNvSpPr>
            <a:spLocks noGrp="1"/>
          </p:cNvSpPr>
          <p:nvPr>
            <p:ph idx="1"/>
          </p:nvPr>
        </p:nvSpPr>
        <p:spPr>
          <a:xfrm>
            <a:off x="1063256" y="1283651"/>
            <a:ext cx="9431079" cy="4340972"/>
          </a:xfrm>
        </p:spPr>
        <p:txBody>
          <a:bodyPr>
            <a:noAutofit/>
          </a:bodyPr>
          <a:lstStyle/>
          <a:p>
            <a:pPr algn="just"/>
            <a:r>
              <a:rPr lang="en-US" altLang="en-US" sz="3200" b="1" dirty="0"/>
              <a:t>Mechanoreceptors</a:t>
            </a:r>
          </a:p>
          <a:p>
            <a:r>
              <a:rPr lang="en-US" altLang="en-US" sz="3200" dirty="0"/>
              <a:t>Detection of Mechanical Energy and Force</a:t>
            </a:r>
          </a:p>
          <a:p>
            <a:pPr>
              <a:lnSpc>
                <a:spcPct val="200000"/>
              </a:lnSpc>
              <a:buFont typeface="Wingdings" panose="05000000000000000000" pitchFamily="2" charset="2"/>
              <a:buNone/>
            </a:pPr>
            <a:r>
              <a:rPr lang="en-US" altLang="en-US" sz="3200" dirty="0"/>
              <a:t>    – </a:t>
            </a:r>
            <a:r>
              <a:rPr lang="en-US" altLang="en-US" sz="2800" dirty="0"/>
              <a:t>Tactile (touch and pressure)</a:t>
            </a:r>
          </a:p>
          <a:p>
            <a:pPr>
              <a:lnSpc>
                <a:spcPct val="200000"/>
              </a:lnSpc>
              <a:buFont typeface="Wingdings" panose="05000000000000000000" pitchFamily="2" charset="2"/>
              <a:buNone/>
            </a:pPr>
            <a:r>
              <a:rPr lang="en-US" altLang="en-US" sz="2800" dirty="0"/>
              <a:t>    – Equilibrium (gravity and acceleration)</a:t>
            </a:r>
          </a:p>
          <a:p>
            <a:pPr>
              <a:lnSpc>
                <a:spcPct val="200000"/>
              </a:lnSpc>
              <a:buFont typeface="Wingdings" panose="05000000000000000000" pitchFamily="2" charset="2"/>
              <a:buNone/>
            </a:pPr>
            <a:r>
              <a:rPr lang="en-US" altLang="en-US" sz="2800" dirty="0"/>
              <a:t>    – Vibrations (sound)</a:t>
            </a:r>
          </a:p>
          <a:p>
            <a:pPr algn="just"/>
            <a:endParaRPr lang="en-US" altLang="en-US" sz="3200" b="1" dirty="0"/>
          </a:p>
          <a:p>
            <a:pPr algn="just"/>
            <a:endParaRPr lang="en-US" altLang="en-US" sz="3200" b="1" dirty="0"/>
          </a:p>
          <a:p>
            <a:pPr algn="just"/>
            <a:endParaRPr lang="en-US" altLang="en-US" sz="3200" dirty="0"/>
          </a:p>
        </p:txBody>
      </p:sp>
      <p:sp>
        <p:nvSpPr>
          <p:cNvPr id="4" name="Slide Number Placeholder 3">
            <a:extLst>
              <a:ext uri="{FF2B5EF4-FFF2-40B4-BE49-F238E27FC236}">
                <a16:creationId xmlns:a16="http://schemas.microsoft.com/office/drawing/2014/main" xmlns="" id="{2FD7BBE1-D612-412D-8675-8EC84F394875}"/>
              </a:ext>
            </a:extLst>
          </p:cNvPr>
          <p:cNvSpPr>
            <a:spLocks noGrp="1"/>
          </p:cNvSpPr>
          <p:nvPr>
            <p:ph type="sldNum" sz="quarter" idx="12"/>
          </p:nvPr>
        </p:nvSpPr>
        <p:spPr/>
        <p:txBody>
          <a:bodyPr/>
          <a:lstStyle/>
          <a:p>
            <a:fld id="{BDCDBBEF-AA6C-4BA6-85B2-A17D7F280E38}" type="slidenum">
              <a:rPr lang="en-US" smtClean="0"/>
              <a:pPr/>
              <a:t>37</a:t>
            </a:fld>
            <a:endParaRPr lang="en-US"/>
          </a:p>
        </p:txBody>
      </p:sp>
    </p:spTree>
    <p:extLst>
      <p:ext uri="{BB962C8B-B14F-4D97-AF65-F5344CB8AC3E}">
        <p14:creationId xmlns:p14="http://schemas.microsoft.com/office/powerpoint/2010/main" val="232286747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CED763-03B0-43E4-A540-443AEDE1D08D}"/>
              </a:ext>
            </a:extLst>
          </p:cNvPr>
          <p:cNvSpPr>
            <a:spLocks noGrp="1"/>
          </p:cNvSpPr>
          <p:nvPr>
            <p:ph type="title"/>
          </p:nvPr>
        </p:nvSpPr>
        <p:spPr>
          <a:xfrm>
            <a:off x="838200" y="136525"/>
            <a:ext cx="10515600" cy="1147126"/>
          </a:xfrm>
        </p:spPr>
        <p:txBody>
          <a:bodyPr>
            <a:normAutofit/>
          </a:bodyPr>
          <a:lstStyle/>
          <a:p>
            <a:pPr algn="ctr"/>
            <a:r>
              <a:rPr lang="en-IN" sz="4400" b="1" cap="all" dirty="0">
                <a:solidFill>
                  <a:schemeClr val="accent1"/>
                </a:solidFill>
                <a:effectLst>
                  <a:outerShdw blurRad="38100" dist="38100" dir="2700000" algn="tl">
                    <a:srgbClr val="000000">
                      <a:alpha val="43137"/>
                    </a:srgbClr>
                  </a:outerShdw>
                </a:effectLst>
              </a:rPr>
              <a:t>Mechanoreception</a:t>
            </a:r>
            <a:endParaRPr lang="en-IN" sz="4400" b="1" cap="all" dirty="0">
              <a:solidFill>
                <a:schemeClr val="accent1"/>
              </a:solidFill>
            </a:endParaRPr>
          </a:p>
        </p:txBody>
      </p:sp>
      <p:sp>
        <p:nvSpPr>
          <p:cNvPr id="3" name="Content Placeholder 2">
            <a:extLst>
              <a:ext uri="{FF2B5EF4-FFF2-40B4-BE49-F238E27FC236}">
                <a16:creationId xmlns:a16="http://schemas.microsoft.com/office/drawing/2014/main" xmlns="" id="{6F8A583F-46C5-4930-B5C4-A1230DBA1825}"/>
              </a:ext>
            </a:extLst>
          </p:cNvPr>
          <p:cNvSpPr>
            <a:spLocks noGrp="1"/>
          </p:cNvSpPr>
          <p:nvPr>
            <p:ph idx="1"/>
          </p:nvPr>
        </p:nvSpPr>
        <p:spPr>
          <a:xfrm>
            <a:off x="1063256" y="1283651"/>
            <a:ext cx="9431079" cy="4340972"/>
          </a:xfrm>
        </p:spPr>
        <p:txBody>
          <a:bodyPr>
            <a:noAutofit/>
          </a:bodyPr>
          <a:lstStyle/>
          <a:p>
            <a:pPr algn="just"/>
            <a:r>
              <a:rPr lang="en-US" altLang="en-US" sz="3200" b="1" dirty="0"/>
              <a:t>Mechanoreceptors</a:t>
            </a:r>
          </a:p>
          <a:p>
            <a:r>
              <a:rPr lang="en-US" altLang="en-US" sz="3200" dirty="0"/>
              <a:t>Detection of Mechanical Energy and Force</a:t>
            </a:r>
          </a:p>
          <a:p>
            <a:pPr>
              <a:lnSpc>
                <a:spcPct val="200000"/>
              </a:lnSpc>
              <a:buFont typeface="Wingdings" panose="05000000000000000000" pitchFamily="2" charset="2"/>
              <a:buNone/>
            </a:pPr>
            <a:r>
              <a:rPr lang="en-US" altLang="en-US" sz="3200" dirty="0"/>
              <a:t>    – </a:t>
            </a:r>
            <a:r>
              <a:rPr lang="en-US" altLang="en-US" sz="2800" dirty="0"/>
              <a:t>Tactile (touch and pressure)</a:t>
            </a:r>
          </a:p>
          <a:p>
            <a:pPr>
              <a:lnSpc>
                <a:spcPct val="200000"/>
              </a:lnSpc>
              <a:buFont typeface="Wingdings" panose="05000000000000000000" pitchFamily="2" charset="2"/>
              <a:buNone/>
            </a:pPr>
            <a:r>
              <a:rPr lang="en-US" altLang="en-US" sz="2800" dirty="0"/>
              <a:t>    – Equilibrium (gravity and acceleration)</a:t>
            </a:r>
          </a:p>
          <a:p>
            <a:pPr>
              <a:lnSpc>
                <a:spcPct val="200000"/>
              </a:lnSpc>
              <a:buFont typeface="Wingdings" panose="05000000000000000000" pitchFamily="2" charset="2"/>
              <a:buNone/>
            </a:pPr>
            <a:r>
              <a:rPr lang="en-US" altLang="en-US" sz="2800" dirty="0"/>
              <a:t>    – Vibrations (sound)</a:t>
            </a:r>
          </a:p>
          <a:p>
            <a:pPr algn="just"/>
            <a:endParaRPr lang="en-US" altLang="en-US" sz="3200" b="1" dirty="0"/>
          </a:p>
          <a:p>
            <a:pPr algn="just"/>
            <a:endParaRPr lang="en-US" altLang="en-US" sz="3200" b="1" dirty="0"/>
          </a:p>
          <a:p>
            <a:pPr algn="just"/>
            <a:endParaRPr lang="en-US" altLang="en-US" sz="3200" dirty="0"/>
          </a:p>
        </p:txBody>
      </p:sp>
      <p:sp>
        <p:nvSpPr>
          <p:cNvPr id="4" name="Slide Number Placeholder 3">
            <a:extLst>
              <a:ext uri="{FF2B5EF4-FFF2-40B4-BE49-F238E27FC236}">
                <a16:creationId xmlns:a16="http://schemas.microsoft.com/office/drawing/2014/main" xmlns="" id="{2FD7BBE1-D612-412D-8675-8EC84F394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89481521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7AE4F9-20A8-4CD2-BC80-FE1140997250}"/>
              </a:ext>
            </a:extLst>
          </p:cNvPr>
          <p:cNvSpPr>
            <a:spLocks noGrp="1"/>
          </p:cNvSpPr>
          <p:nvPr>
            <p:ph type="title"/>
          </p:nvPr>
        </p:nvSpPr>
        <p:spPr>
          <a:xfrm>
            <a:off x="838200" y="136525"/>
            <a:ext cx="10515600" cy="1107485"/>
          </a:xfrm>
        </p:spPr>
        <p:txBody>
          <a:bodyPr>
            <a:normAutofit fontScale="90000"/>
          </a:bodyPr>
          <a:lstStyle/>
          <a:p>
            <a:pPr algn="ctr"/>
            <a:r>
              <a:rPr lang="en-US" altLang="en-US" sz="4400" b="1" dirty="0">
                <a:solidFill>
                  <a:schemeClr val="accent1"/>
                </a:solidFill>
                <a:effectLst>
                  <a:outerShdw blurRad="38100" dist="38100" dir="2700000" algn="tl">
                    <a:srgbClr val="000000">
                      <a:alpha val="43137"/>
                    </a:srgbClr>
                  </a:outerShdw>
                </a:effectLst>
              </a:rPr>
              <a:t>Tactile </a:t>
            </a:r>
            <a:br>
              <a:rPr lang="en-US" altLang="en-US" sz="4400" b="1" dirty="0">
                <a:solidFill>
                  <a:schemeClr val="accent1"/>
                </a:solidFill>
                <a:effectLst>
                  <a:outerShdw blurRad="38100" dist="38100" dir="2700000" algn="tl">
                    <a:srgbClr val="000000">
                      <a:alpha val="43137"/>
                    </a:srgbClr>
                  </a:outerShdw>
                </a:effectLst>
              </a:rPr>
            </a:br>
            <a:r>
              <a:rPr lang="en-US" altLang="en-US" sz="4000" b="1" dirty="0">
                <a:solidFill>
                  <a:schemeClr val="accent1"/>
                </a:solidFill>
              </a:rPr>
              <a:t>(Touch)</a:t>
            </a:r>
            <a:endParaRPr lang="en-IN" sz="4000" b="1" dirty="0">
              <a:solidFill>
                <a:schemeClr val="accent1"/>
              </a:solidFill>
            </a:endParaRPr>
          </a:p>
        </p:txBody>
      </p:sp>
      <p:sp>
        <p:nvSpPr>
          <p:cNvPr id="3" name="Content Placeholder 2">
            <a:extLst>
              <a:ext uri="{FF2B5EF4-FFF2-40B4-BE49-F238E27FC236}">
                <a16:creationId xmlns:a16="http://schemas.microsoft.com/office/drawing/2014/main" xmlns="" id="{1B7B69A5-2607-4C7C-ADBD-10D055288709}"/>
              </a:ext>
            </a:extLst>
          </p:cNvPr>
          <p:cNvSpPr>
            <a:spLocks noGrp="1"/>
          </p:cNvSpPr>
          <p:nvPr>
            <p:ph idx="1"/>
          </p:nvPr>
        </p:nvSpPr>
        <p:spPr>
          <a:xfrm>
            <a:off x="350874" y="1467293"/>
            <a:ext cx="6741042" cy="5254182"/>
          </a:xfrm>
        </p:spPr>
        <p:txBody>
          <a:bodyPr>
            <a:normAutofit/>
          </a:bodyPr>
          <a:lstStyle/>
          <a:p>
            <a:pPr algn="just"/>
            <a:r>
              <a:rPr lang="en-US" altLang="en-US" sz="2800" dirty="0"/>
              <a:t>Touch is an important sense because it provides important information about:</a:t>
            </a:r>
          </a:p>
          <a:p>
            <a:pPr lvl="1" algn="just"/>
            <a:r>
              <a:rPr lang="en-US" altLang="en-US" sz="2800" dirty="0"/>
              <a:t>Proximity of food</a:t>
            </a:r>
          </a:p>
          <a:p>
            <a:pPr lvl="1" algn="just"/>
            <a:r>
              <a:rPr lang="en-US" altLang="en-US" sz="2800" dirty="0"/>
              <a:t>Predators</a:t>
            </a:r>
          </a:p>
          <a:p>
            <a:pPr lvl="1" algn="just"/>
            <a:r>
              <a:rPr lang="en-US" altLang="en-US" sz="2800" dirty="0"/>
              <a:t>Environmental features</a:t>
            </a:r>
          </a:p>
          <a:p>
            <a:pPr marL="180975" lvl="0" indent="-180975"/>
            <a:r>
              <a:rPr lang="en-US" sz="2800" b="1" dirty="0"/>
              <a:t>Tactile Sensations (Mechanoreceptors)</a:t>
            </a:r>
            <a:endParaRPr lang="en-US" sz="2800" dirty="0"/>
          </a:p>
          <a:p>
            <a:pPr marL="180975" indent="-180975"/>
            <a:r>
              <a:rPr lang="en-US" sz="2800" dirty="0"/>
              <a:t>Touch, pressure, vibration</a:t>
            </a:r>
          </a:p>
          <a:p>
            <a:pPr marL="638175" lvl="1" indent="-180975"/>
            <a:r>
              <a:rPr lang="en-US" sz="2800" dirty="0"/>
              <a:t>Detected by encapsulated nerve endings</a:t>
            </a:r>
          </a:p>
          <a:p>
            <a:pPr marL="180975" indent="-180975"/>
            <a:r>
              <a:rPr lang="en-US" sz="2800" dirty="0"/>
              <a:t>Itch and tickle</a:t>
            </a:r>
          </a:p>
          <a:p>
            <a:pPr marL="638175" lvl="1" indent="-180975"/>
            <a:r>
              <a:rPr lang="en-US" sz="2800" dirty="0"/>
              <a:t>Detected by free nerve endings</a:t>
            </a:r>
          </a:p>
          <a:p>
            <a:pPr algn="just"/>
            <a:endParaRPr lang="en-IN" sz="2800" dirty="0"/>
          </a:p>
        </p:txBody>
      </p:sp>
      <p:sp>
        <p:nvSpPr>
          <p:cNvPr id="4" name="Slide Number Placeholder 3">
            <a:extLst>
              <a:ext uri="{FF2B5EF4-FFF2-40B4-BE49-F238E27FC236}">
                <a16:creationId xmlns:a16="http://schemas.microsoft.com/office/drawing/2014/main" xmlns="" id="{4252B376-0D5E-4E86-8381-63A142BFEB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5" name="Picture 8" descr="http://www.nlm.nih.gov/medlineplus/images/itching.jpg">
            <a:extLst>
              <a:ext uri="{FF2B5EF4-FFF2-40B4-BE49-F238E27FC236}">
                <a16:creationId xmlns:a16="http://schemas.microsoft.com/office/drawing/2014/main" xmlns="" id="{BE4A8E97-50B0-46F2-8C40-C56F917582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76" b="15896"/>
          <a:stretch/>
        </p:blipFill>
        <p:spPr bwMode="auto">
          <a:xfrm>
            <a:off x="7279239" y="5213566"/>
            <a:ext cx="2247538" cy="157617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www.todayifoundout.com/wp-content/uploads/2010/08/tickling.jpg">
            <a:extLst>
              <a:ext uri="{FF2B5EF4-FFF2-40B4-BE49-F238E27FC236}">
                <a16:creationId xmlns:a16="http://schemas.microsoft.com/office/drawing/2014/main" xmlns="" id="{FBBB5AEA-2E1E-4437-B770-662935E1DE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5423" y="5215399"/>
            <a:ext cx="2520812" cy="15725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upload.wikimedia.org/wikipedia/commons/thumb/5/50/Bashar_al-Assad_under_pressure.gif/852px-Bashar_al-Assad_under_pressure.gif">
            <a:extLst>
              <a:ext uri="{FF2B5EF4-FFF2-40B4-BE49-F238E27FC236}">
                <a16:creationId xmlns:a16="http://schemas.microsoft.com/office/drawing/2014/main" xmlns="" id="{28BA1A7D-F9A7-42CF-B21A-196675C450F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9240" y="2861258"/>
            <a:ext cx="224753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www.sorbothane.com/blog/wp-content/uploads/2011/03/vibration-protection.jpg">
            <a:extLst>
              <a:ext uri="{FF2B5EF4-FFF2-40B4-BE49-F238E27FC236}">
                <a16:creationId xmlns:a16="http://schemas.microsoft.com/office/drawing/2014/main" xmlns="" id="{9865CA6E-34D7-4BB3-9545-084BB2AEC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5424" y="2861259"/>
            <a:ext cx="2505212" cy="22859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xmlns="" id="{DA78A761-0B46-4E2F-AF7F-78C71D748B01}"/>
              </a:ext>
            </a:extLst>
          </p:cNvPr>
          <p:cNvPicPr>
            <a:picLocks noChangeAspect="1"/>
          </p:cNvPicPr>
          <p:nvPr/>
        </p:nvPicPr>
        <p:blipFill>
          <a:blip r:embed="rId6"/>
          <a:stretch>
            <a:fillRect/>
          </a:stretch>
        </p:blipFill>
        <p:spPr>
          <a:xfrm>
            <a:off x="8408579" y="498476"/>
            <a:ext cx="2247537" cy="2308522"/>
          </a:xfrm>
          <a:prstGeom prst="rect">
            <a:avLst/>
          </a:prstGeom>
        </p:spPr>
      </p:pic>
    </p:spTree>
    <p:extLst>
      <p:ext uri="{BB962C8B-B14F-4D97-AF65-F5344CB8AC3E}">
        <p14:creationId xmlns:p14="http://schemas.microsoft.com/office/powerpoint/2010/main" val="10386901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5103B7-922D-4133-9BAD-3692E645E1F5}"/>
              </a:ext>
            </a:extLst>
          </p:cNvPr>
          <p:cNvSpPr>
            <a:spLocks noGrp="1"/>
          </p:cNvSpPr>
          <p:nvPr>
            <p:ph type="title"/>
          </p:nvPr>
        </p:nvSpPr>
        <p:spPr>
          <a:xfrm>
            <a:off x="838200" y="136525"/>
            <a:ext cx="10515600" cy="1096852"/>
          </a:xfrm>
        </p:spPr>
        <p:txBody>
          <a:bodyPr>
            <a:normAutofit/>
          </a:bodyPr>
          <a:lstStyle/>
          <a:p>
            <a:pPr algn="ctr"/>
            <a:r>
              <a:rPr lang="en-US" sz="3200" b="1" dirty="0">
                <a:solidFill>
                  <a:schemeClr val="accent1"/>
                </a:solidFill>
                <a:effectLst>
                  <a:outerShdw blurRad="38100" dist="38100" dir="2700000" algn="tl">
                    <a:srgbClr val="000000">
                      <a:alpha val="43137"/>
                    </a:srgbClr>
                  </a:outerShdw>
                </a:effectLst>
              </a:rPr>
              <a:t>Sensory receptors in the skin and subcutaneous layer </a:t>
            </a:r>
            <a:endParaRPr lang="en-IN" sz="3200"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EF533144-EA26-4FBE-B9EE-3E1524FE2AD9}"/>
              </a:ext>
            </a:extLst>
          </p:cNvPr>
          <p:cNvSpPr>
            <a:spLocks noGrp="1"/>
          </p:cNvSpPr>
          <p:nvPr>
            <p:ph idx="1"/>
          </p:nvPr>
        </p:nvSpPr>
        <p:spPr>
          <a:xfrm>
            <a:off x="159851" y="1371600"/>
            <a:ext cx="5124529" cy="4805363"/>
          </a:xfrm>
        </p:spPr>
        <p:txBody>
          <a:bodyPr/>
          <a:lstStyle/>
          <a:p>
            <a:pPr marL="480060" lvl="0" indent="-342900" algn="just"/>
            <a:r>
              <a:rPr lang="en-US" dirty="0"/>
              <a:t>Meissner corpuscles (Corpuscles of touch)	</a:t>
            </a:r>
          </a:p>
          <a:p>
            <a:pPr marL="480060" lvl="0" indent="-342900" algn="just"/>
            <a:r>
              <a:rPr lang="en-US" dirty="0"/>
              <a:t>Pacinian corpuscles (Lamellated corpuscles)</a:t>
            </a:r>
          </a:p>
          <a:p>
            <a:pPr marL="480060" lvl="0" indent="-342900" algn="just"/>
            <a:r>
              <a:rPr lang="en-US" dirty="0"/>
              <a:t>Ruffini corpuscles (Type II cutaneous  mechanoreceptors)</a:t>
            </a:r>
          </a:p>
          <a:p>
            <a:pPr marL="480060" lvl="0" indent="-342900" algn="just"/>
            <a:r>
              <a:rPr lang="en-US" dirty="0"/>
              <a:t>Merkel Disks (Type I cutaneous  mechanoreceptors)</a:t>
            </a:r>
          </a:p>
          <a:p>
            <a:pPr marL="480060" lvl="0" indent="-342900" algn="just"/>
            <a:r>
              <a:rPr lang="en-US" dirty="0"/>
              <a:t>Hair Root Plexuses</a:t>
            </a:r>
          </a:p>
          <a:p>
            <a:pPr marL="480060" lvl="0" indent="-342900" algn="just"/>
            <a:r>
              <a:rPr lang="en-US" dirty="0"/>
              <a:t>Free nerve Endings</a:t>
            </a:r>
          </a:p>
          <a:p>
            <a:pPr algn="just"/>
            <a:endParaRPr lang="en-IN" dirty="0"/>
          </a:p>
        </p:txBody>
      </p:sp>
      <p:sp>
        <p:nvSpPr>
          <p:cNvPr id="4" name="Slide Number Placeholder 3">
            <a:extLst>
              <a:ext uri="{FF2B5EF4-FFF2-40B4-BE49-F238E27FC236}">
                <a16:creationId xmlns:a16="http://schemas.microsoft.com/office/drawing/2014/main" xmlns="" id="{987B830C-4EF2-42B7-881D-115502A3F0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5" name="Picture 4">
            <a:extLst>
              <a:ext uri="{FF2B5EF4-FFF2-40B4-BE49-F238E27FC236}">
                <a16:creationId xmlns:a16="http://schemas.microsoft.com/office/drawing/2014/main" xmlns="" id="{F3D86359-4AE0-490A-9643-14884C51437A}"/>
              </a:ext>
            </a:extLst>
          </p:cNvPr>
          <p:cNvPicPr>
            <a:picLocks noChangeAspect="1"/>
          </p:cNvPicPr>
          <p:nvPr/>
        </p:nvPicPr>
        <p:blipFill>
          <a:blip r:embed="rId2"/>
          <a:stretch>
            <a:fillRect/>
          </a:stretch>
        </p:blipFill>
        <p:spPr>
          <a:xfrm>
            <a:off x="5475767" y="1233377"/>
            <a:ext cx="6634717" cy="5488098"/>
          </a:xfrm>
          <a:prstGeom prst="rect">
            <a:avLst/>
          </a:prstGeom>
        </p:spPr>
      </p:pic>
    </p:spTree>
    <p:extLst>
      <p:ext uri="{BB962C8B-B14F-4D97-AF65-F5344CB8AC3E}">
        <p14:creationId xmlns:p14="http://schemas.microsoft.com/office/powerpoint/2010/main" val="39917441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6">
            <a:extLst>
              <a:ext uri="{FF2B5EF4-FFF2-40B4-BE49-F238E27FC236}">
                <a16:creationId xmlns:a16="http://schemas.microsoft.com/office/drawing/2014/main" xmlns="" id="{EF798E31-CEF4-4165-8984-F0CF03E0679B}"/>
              </a:ext>
            </a:extLst>
          </p:cNvPr>
          <p:cNvSpPr>
            <a:spLocks noGrp="1" noChangeArrowheads="1"/>
          </p:cNvSpPr>
          <p:nvPr>
            <p:ph type="title"/>
          </p:nvPr>
        </p:nvSpPr>
        <p:spPr>
          <a:xfrm>
            <a:off x="838200" y="365125"/>
            <a:ext cx="10515600" cy="928505"/>
          </a:xfrm>
        </p:spPr>
        <p:txBody>
          <a:bodyPr/>
          <a:lstStyle/>
          <a:p>
            <a:pPr algn="ctr"/>
            <a:r>
              <a:rPr lang="en-US" altLang="en-US" dirty="0">
                <a:solidFill>
                  <a:schemeClr val="accent1"/>
                </a:solidFill>
              </a:rPr>
              <a:t>General senses in the skin</a:t>
            </a:r>
          </a:p>
        </p:txBody>
      </p:sp>
      <p:pic>
        <p:nvPicPr>
          <p:cNvPr id="28677" name="Picture 5">
            <a:hlinkClick r:id="rId3"/>
            <a:extLst>
              <a:ext uri="{FF2B5EF4-FFF2-40B4-BE49-F238E27FC236}">
                <a16:creationId xmlns:a16="http://schemas.microsoft.com/office/drawing/2014/main" xmlns="" id="{75F7322E-1455-4416-96BB-46599E12F2B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2057400" y="1456657"/>
            <a:ext cx="8305800" cy="4648200"/>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0" name="Rectangle 8">
            <a:extLst>
              <a:ext uri="{FF2B5EF4-FFF2-40B4-BE49-F238E27FC236}">
                <a16:creationId xmlns:a16="http://schemas.microsoft.com/office/drawing/2014/main" xmlns="" id="{2CB955F3-151F-4540-9690-41A2DFFE19E8}"/>
              </a:ext>
            </a:extLst>
          </p:cNvPr>
          <p:cNvSpPr>
            <a:spLocks noChangeArrowheads="1"/>
          </p:cNvSpPr>
          <p:nvPr/>
        </p:nvSpPr>
        <p:spPr bwMode="auto">
          <a:xfrm>
            <a:off x="4724400" y="1532857"/>
            <a:ext cx="1371600" cy="304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1" name="Rectangle 9">
            <a:extLst>
              <a:ext uri="{FF2B5EF4-FFF2-40B4-BE49-F238E27FC236}">
                <a16:creationId xmlns:a16="http://schemas.microsoft.com/office/drawing/2014/main" xmlns="" id="{16D5DF46-30F4-4EC2-A91E-06692A6177CF}"/>
              </a:ext>
            </a:extLst>
          </p:cNvPr>
          <p:cNvSpPr>
            <a:spLocks noChangeArrowheads="1"/>
          </p:cNvSpPr>
          <p:nvPr/>
        </p:nvSpPr>
        <p:spPr bwMode="auto">
          <a:xfrm>
            <a:off x="2286000" y="2675857"/>
            <a:ext cx="1524000" cy="685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2" name="Rectangle 10">
            <a:extLst>
              <a:ext uri="{FF2B5EF4-FFF2-40B4-BE49-F238E27FC236}">
                <a16:creationId xmlns:a16="http://schemas.microsoft.com/office/drawing/2014/main" xmlns="" id="{6CBC57A8-9A1B-4742-B565-19CAFC179EE5}"/>
              </a:ext>
            </a:extLst>
          </p:cNvPr>
          <p:cNvSpPr>
            <a:spLocks noChangeArrowheads="1"/>
          </p:cNvSpPr>
          <p:nvPr/>
        </p:nvSpPr>
        <p:spPr bwMode="auto">
          <a:xfrm>
            <a:off x="4953000" y="5647657"/>
            <a:ext cx="1676400" cy="3048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3" name="Rectangle 11">
            <a:extLst>
              <a:ext uri="{FF2B5EF4-FFF2-40B4-BE49-F238E27FC236}">
                <a16:creationId xmlns:a16="http://schemas.microsoft.com/office/drawing/2014/main" xmlns="" id="{4910DBA9-B445-406E-9ED2-C3C029C5D920}"/>
              </a:ext>
            </a:extLst>
          </p:cNvPr>
          <p:cNvSpPr>
            <a:spLocks noChangeArrowheads="1"/>
          </p:cNvSpPr>
          <p:nvPr/>
        </p:nvSpPr>
        <p:spPr bwMode="auto">
          <a:xfrm>
            <a:off x="7924800" y="5114257"/>
            <a:ext cx="1219200" cy="2286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mbria" panose="02040503050406030204"/>
              <a:ea typeface="+mn-ea"/>
              <a:cs typeface="+mn-cs"/>
            </a:endParaRPr>
          </a:p>
        </p:txBody>
      </p:sp>
      <p:sp>
        <p:nvSpPr>
          <p:cNvPr id="28684" name="Rectangle 12">
            <a:extLst>
              <a:ext uri="{FF2B5EF4-FFF2-40B4-BE49-F238E27FC236}">
                <a16:creationId xmlns:a16="http://schemas.microsoft.com/office/drawing/2014/main" xmlns="" id="{0BF5DE61-0D9B-49C6-B2DA-AD959EDB6F19}"/>
              </a:ext>
            </a:extLst>
          </p:cNvPr>
          <p:cNvSpPr>
            <a:spLocks noChangeArrowheads="1"/>
          </p:cNvSpPr>
          <p:nvPr/>
        </p:nvSpPr>
        <p:spPr bwMode="auto">
          <a:xfrm>
            <a:off x="8534400" y="2904457"/>
            <a:ext cx="1905000" cy="2286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Touch Receptor</a:t>
            </a:r>
          </a:p>
        </p:txBody>
      </p:sp>
      <p:sp>
        <p:nvSpPr>
          <p:cNvPr id="28685" name="Text Box 13">
            <a:extLst>
              <a:ext uri="{FF2B5EF4-FFF2-40B4-BE49-F238E27FC236}">
                <a16:creationId xmlns:a16="http://schemas.microsoft.com/office/drawing/2014/main" xmlns="" id="{666F4D68-0558-4770-8AC2-D8EE20881C4C}"/>
              </a:ext>
            </a:extLst>
          </p:cNvPr>
          <p:cNvSpPr txBox="1">
            <a:spLocks noChangeArrowheads="1"/>
          </p:cNvSpPr>
          <p:nvPr/>
        </p:nvSpPr>
        <p:spPr bwMode="auto">
          <a:xfrm>
            <a:off x="4747435" y="1522226"/>
            <a:ext cx="1447800" cy="307777"/>
          </a:xfrm>
          <a:prstGeom prst="rect">
            <a:avLst/>
          </a:prstGeom>
          <a:noFill/>
          <a:ln>
            <a:noFill/>
          </a:ln>
          <a:effec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Pain Receptor</a:t>
            </a:r>
          </a:p>
        </p:txBody>
      </p:sp>
      <p:sp>
        <p:nvSpPr>
          <p:cNvPr id="28686" name="Text Box 14">
            <a:extLst>
              <a:ext uri="{FF2B5EF4-FFF2-40B4-BE49-F238E27FC236}">
                <a16:creationId xmlns:a16="http://schemas.microsoft.com/office/drawing/2014/main" xmlns="" id="{31CBCAF9-EE59-4550-83A3-E0FEB188FC9A}"/>
              </a:ext>
            </a:extLst>
          </p:cNvPr>
          <p:cNvSpPr txBox="1">
            <a:spLocks noChangeArrowheads="1"/>
          </p:cNvSpPr>
          <p:nvPr/>
        </p:nvSpPr>
        <p:spPr bwMode="auto">
          <a:xfrm>
            <a:off x="2286000" y="2631556"/>
            <a:ext cx="16764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Cold Temperature Receptor</a:t>
            </a:r>
          </a:p>
        </p:txBody>
      </p:sp>
      <p:sp>
        <p:nvSpPr>
          <p:cNvPr id="28687" name="Text Box 15">
            <a:extLst>
              <a:ext uri="{FF2B5EF4-FFF2-40B4-BE49-F238E27FC236}">
                <a16:creationId xmlns:a16="http://schemas.microsoft.com/office/drawing/2014/main" xmlns="" id="{672EB2B4-DA86-4E93-A780-44BC74FAA536}"/>
              </a:ext>
            </a:extLst>
          </p:cNvPr>
          <p:cNvSpPr txBox="1">
            <a:spLocks noChangeArrowheads="1"/>
          </p:cNvSpPr>
          <p:nvPr/>
        </p:nvSpPr>
        <p:spPr bwMode="auto">
          <a:xfrm>
            <a:off x="4875031" y="5647658"/>
            <a:ext cx="2514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Pressure Receptor</a:t>
            </a:r>
          </a:p>
        </p:txBody>
      </p:sp>
      <p:sp>
        <p:nvSpPr>
          <p:cNvPr id="28688" name="Text Box 16">
            <a:extLst>
              <a:ext uri="{FF2B5EF4-FFF2-40B4-BE49-F238E27FC236}">
                <a16:creationId xmlns:a16="http://schemas.microsoft.com/office/drawing/2014/main" xmlns="" id="{ECF6759C-2B13-4C58-A66C-44A1D76117B2}"/>
              </a:ext>
            </a:extLst>
          </p:cNvPr>
          <p:cNvSpPr txBox="1">
            <a:spLocks noChangeArrowheads="1"/>
          </p:cNvSpPr>
          <p:nvPr/>
        </p:nvSpPr>
        <p:spPr bwMode="auto">
          <a:xfrm>
            <a:off x="7887588" y="5116027"/>
            <a:ext cx="2133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200" b="0" i="0" u="none" strike="noStrike" kern="1200" cap="none" spc="0" normalizeH="0" baseline="0" noProof="0" dirty="0">
                <a:ln>
                  <a:noFill/>
                </a:ln>
                <a:solidFill>
                  <a:prstClr val="white"/>
                </a:solidFill>
                <a:effectLst/>
                <a:uLnTx/>
                <a:uFillTx/>
                <a:latin typeface="Verdana" panose="020B0604030504040204" pitchFamily="34" charset="0"/>
                <a:ea typeface="+mn-ea"/>
                <a:cs typeface="Arial" panose="020B0604020202020204" pitchFamily="34" charset="0"/>
              </a:rPr>
              <a:t>Touch Receptor</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8685"/>
                                        </p:tgtEl>
                                        <p:attrNameLst>
                                          <p:attrName>style.visibility</p:attrName>
                                        </p:attrNameLst>
                                      </p:cBhvr>
                                      <p:to>
                                        <p:strVal val="visible"/>
                                      </p:to>
                                    </p:set>
                                    <p:animEffect transition="in" filter="diamond(in)">
                                      <p:cBhvr>
                                        <p:cTn id="7" dur="2000"/>
                                        <p:tgtEl>
                                          <p:spTgt spid="28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8686">
                                            <p:txEl>
                                              <p:pRg st="0" end="0"/>
                                            </p:txEl>
                                          </p:spTgt>
                                        </p:tgtEl>
                                        <p:attrNameLst>
                                          <p:attrName>style.visibility</p:attrName>
                                        </p:attrNameLst>
                                      </p:cBhvr>
                                      <p:to>
                                        <p:strVal val="visible"/>
                                      </p:to>
                                    </p:set>
                                    <p:animEffect transition="in" filter="diamond(in)">
                                      <p:cBhvr>
                                        <p:cTn id="12" dur="2000"/>
                                        <p:tgtEl>
                                          <p:spTgt spid="2868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28687">
                                            <p:txEl>
                                              <p:pRg st="0" end="0"/>
                                            </p:txEl>
                                          </p:spTgt>
                                        </p:tgtEl>
                                        <p:attrNameLst>
                                          <p:attrName>style.visibility</p:attrName>
                                        </p:attrNameLst>
                                      </p:cBhvr>
                                      <p:to>
                                        <p:strVal val="visible"/>
                                      </p:to>
                                    </p:set>
                                    <p:animEffect transition="in" filter="diamond(in)">
                                      <p:cBhvr>
                                        <p:cTn id="17" dur="2000"/>
                                        <p:tgtEl>
                                          <p:spTgt spid="2868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28688">
                                            <p:txEl>
                                              <p:pRg st="0" end="0"/>
                                            </p:txEl>
                                          </p:spTgt>
                                        </p:tgtEl>
                                        <p:attrNameLst>
                                          <p:attrName>style.visibility</p:attrName>
                                        </p:attrNameLst>
                                      </p:cBhvr>
                                      <p:to>
                                        <p:strVal val="visible"/>
                                      </p:to>
                                    </p:set>
                                    <p:animEffect transition="in" filter="diamond(in)">
                                      <p:cBhvr>
                                        <p:cTn id="22" dur="2000"/>
                                        <p:tgtEl>
                                          <p:spTgt spid="2868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28684">
                                            <p:txEl>
                                              <p:pRg st="0" end="0"/>
                                            </p:txEl>
                                          </p:spTgt>
                                        </p:tgtEl>
                                        <p:attrNameLst>
                                          <p:attrName>style.visibility</p:attrName>
                                        </p:attrNameLst>
                                      </p:cBhvr>
                                      <p:to>
                                        <p:strVal val="visible"/>
                                      </p:to>
                                    </p:set>
                                    <p:animEffect transition="in" filter="diamond(in)">
                                      <p:cBhvr>
                                        <p:cTn id="27" dur="2000"/>
                                        <p:tgtEl>
                                          <p:spTgt spid="28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668AF6-DA19-4AC0-9F85-12AB52D85EFF}"/>
              </a:ext>
            </a:extLst>
          </p:cNvPr>
          <p:cNvSpPr>
            <a:spLocks noGrp="1"/>
          </p:cNvSpPr>
          <p:nvPr>
            <p:ph type="title"/>
          </p:nvPr>
        </p:nvSpPr>
        <p:spPr>
          <a:xfrm>
            <a:off x="838200" y="136525"/>
            <a:ext cx="10515600" cy="1022425"/>
          </a:xfrm>
        </p:spPr>
        <p:txBody>
          <a:bodyPr>
            <a:normAutofit/>
          </a:bodyPr>
          <a:lstStyle/>
          <a:p>
            <a:pPr algn="ctr"/>
            <a:r>
              <a:rPr lang="en-IN" b="1" dirty="0">
                <a:solidFill>
                  <a:schemeClr val="accent1"/>
                </a:solidFill>
                <a:effectLst>
                  <a:outerShdw blurRad="38100" dist="38100" dir="2700000" algn="tl">
                    <a:srgbClr val="000000">
                      <a:alpha val="43137"/>
                    </a:srgbClr>
                  </a:outerShdw>
                </a:effectLst>
              </a:rPr>
              <a:t>Tactile Sensations (Mechanoreceptors)</a:t>
            </a:r>
          </a:p>
        </p:txBody>
      </p:sp>
      <p:sp>
        <p:nvSpPr>
          <p:cNvPr id="3" name="Content Placeholder 2">
            <a:extLst>
              <a:ext uri="{FF2B5EF4-FFF2-40B4-BE49-F238E27FC236}">
                <a16:creationId xmlns:a16="http://schemas.microsoft.com/office/drawing/2014/main" xmlns="" id="{42A76371-E8A3-46E0-AF71-51F8414322FF}"/>
              </a:ext>
            </a:extLst>
          </p:cNvPr>
          <p:cNvSpPr>
            <a:spLocks noGrp="1"/>
          </p:cNvSpPr>
          <p:nvPr>
            <p:ph idx="1"/>
          </p:nvPr>
        </p:nvSpPr>
        <p:spPr>
          <a:xfrm>
            <a:off x="838200" y="1084521"/>
            <a:ext cx="10889512" cy="5636954"/>
          </a:xfrm>
        </p:spPr>
        <p:txBody>
          <a:bodyPr>
            <a:normAutofit fontScale="92500" lnSpcReduction="10000"/>
          </a:bodyPr>
          <a:lstStyle/>
          <a:p>
            <a:pPr lvl="0" algn="just"/>
            <a:r>
              <a:rPr lang="en-US" sz="2500" b="1" dirty="0"/>
              <a:t>Touch</a:t>
            </a:r>
            <a:endParaRPr lang="en-US" sz="2500" dirty="0"/>
          </a:p>
          <a:p>
            <a:pPr lvl="1" algn="just"/>
            <a:r>
              <a:rPr lang="en-US" sz="2500" dirty="0"/>
              <a:t>Rapidly adapting touch receptors:</a:t>
            </a:r>
          </a:p>
          <a:p>
            <a:pPr lvl="2" algn="just"/>
            <a:r>
              <a:rPr lang="en-US" sz="2500" dirty="0"/>
              <a:t>Corpuscles of touch (Meissner </a:t>
            </a:r>
            <a:r>
              <a:rPr lang="en-US" sz="2500" dirty="0" err="1"/>
              <a:t>corpulses</a:t>
            </a:r>
            <a:r>
              <a:rPr lang="en-US" sz="2500" dirty="0"/>
              <a:t>)</a:t>
            </a:r>
          </a:p>
          <a:p>
            <a:pPr lvl="2" algn="just"/>
            <a:r>
              <a:rPr lang="en-US" sz="2500" dirty="0"/>
              <a:t>Hair root plexuses</a:t>
            </a:r>
          </a:p>
          <a:p>
            <a:pPr lvl="1" algn="just"/>
            <a:r>
              <a:rPr lang="en-US" sz="2500" dirty="0"/>
              <a:t>Slowly adapting touch receptors: </a:t>
            </a:r>
          </a:p>
          <a:p>
            <a:pPr lvl="2" algn="just"/>
            <a:r>
              <a:rPr lang="en-US" sz="2500" dirty="0"/>
              <a:t>Type I cutaneous mechanoreceptors (Merkel disks)</a:t>
            </a:r>
          </a:p>
          <a:p>
            <a:pPr lvl="2" algn="just"/>
            <a:r>
              <a:rPr lang="en-US" sz="2500" dirty="0"/>
              <a:t>Type II cutaneous mechanoreceptors </a:t>
            </a:r>
            <a:r>
              <a:rPr lang="en-US" dirty="0"/>
              <a:t>(Ruffini </a:t>
            </a:r>
            <a:r>
              <a:rPr lang="en-US" dirty="0" err="1"/>
              <a:t>corpulses</a:t>
            </a:r>
            <a:r>
              <a:rPr lang="en-US" dirty="0"/>
              <a:t>)</a:t>
            </a:r>
          </a:p>
          <a:p>
            <a:pPr lvl="0" algn="just"/>
            <a:r>
              <a:rPr lang="en-US" sz="2500" b="1" dirty="0"/>
              <a:t>Pressure and Vibration</a:t>
            </a:r>
            <a:endParaRPr lang="en-US" sz="2500" dirty="0"/>
          </a:p>
          <a:p>
            <a:pPr lvl="1" algn="just"/>
            <a:r>
              <a:rPr lang="en-US" sz="2500" dirty="0"/>
              <a:t>Pressure is a sustained sensation felt over a larger area than touch</a:t>
            </a:r>
          </a:p>
          <a:p>
            <a:pPr lvl="1" algn="just"/>
            <a:r>
              <a:rPr lang="en-US" sz="2500" dirty="0"/>
              <a:t>Pressure receptors:: Type I mechanoreceptors and lamellated (</a:t>
            </a:r>
            <a:r>
              <a:rPr lang="en-US" sz="2500" dirty="0" err="1"/>
              <a:t>pacinian</a:t>
            </a:r>
            <a:r>
              <a:rPr lang="en-US" sz="2500" dirty="0"/>
              <a:t>) </a:t>
            </a:r>
            <a:r>
              <a:rPr lang="en-US" sz="2500" dirty="0" err="1"/>
              <a:t>corpulses</a:t>
            </a:r>
            <a:endParaRPr lang="en-US" sz="2500" dirty="0"/>
          </a:p>
          <a:p>
            <a:pPr lvl="1" algn="just"/>
            <a:r>
              <a:rPr lang="en-US" sz="2500" dirty="0"/>
              <a:t>Lower frequency vibrations:  </a:t>
            </a:r>
            <a:r>
              <a:rPr lang="en-US" sz="2500" dirty="0" err="1"/>
              <a:t>corpulses</a:t>
            </a:r>
            <a:r>
              <a:rPr lang="en-US" sz="2500" dirty="0"/>
              <a:t> of touch</a:t>
            </a:r>
          </a:p>
          <a:p>
            <a:pPr lvl="1" algn="just"/>
            <a:r>
              <a:rPr lang="en-US" sz="2500" dirty="0"/>
              <a:t>Higher frequency vibrations: lamellated </a:t>
            </a:r>
            <a:r>
              <a:rPr lang="en-US" sz="2500" dirty="0" err="1"/>
              <a:t>corpulses</a:t>
            </a:r>
            <a:endParaRPr lang="en-US" sz="2500" dirty="0"/>
          </a:p>
          <a:p>
            <a:pPr lvl="0" algn="just"/>
            <a:r>
              <a:rPr lang="en-US" b="1" dirty="0"/>
              <a:t>Itch and tickle</a:t>
            </a:r>
            <a:endParaRPr lang="en-US" dirty="0"/>
          </a:p>
          <a:p>
            <a:pPr lvl="1" algn="just"/>
            <a:r>
              <a:rPr lang="en-US" dirty="0"/>
              <a:t>Itch sensations stimulated by stimulation of free nerve endings by certain chemicals like bradykinin, often a result of local inflammatory response</a:t>
            </a:r>
          </a:p>
        </p:txBody>
      </p:sp>
      <p:sp>
        <p:nvSpPr>
          <p:cNvPr id="4" name="Slide Number Placeholder 3">
            <a:extLst>
              <a:ext uri="{FF2B5EF4-FFF2-40B4-BE49-F238E27FC236}">
                <a16:creationId xmlns:a16="http://schemas.microsoft.com/office/drawing/2014/main" xmlns="" id="{DF7E083A-7756-45CE-B72B-1E8DEFF191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408042744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C6034D-D768-4435-95EA-3A567BC45974}"/>
              </a:ext>
            </a:extLst>
          </p:cNvPr>
          <p:cNvSpPr>
            <a:spLocks noGrp="1"/>
          </p:cNvSpPr>
          <p:nvPr>
            <p:ph type="title"/>
          </p:nvPr>
        </p:nvSpPr>
        <p:spPr>
          <a:xfrm>
            <a:off x="838200" y="136525"/>
            <a:ext cx="10515600" cy="1109345"/>
          </a:xfrm>
        </p:spPr>
        <p:txBody>
          <a:bodyPr/>
          <a:lstStyle/>
          <a:p>
            <a:pPr algn="ctr"/>
            <a:r>
              <a:rPr lang="en-IN" b="1" dirty="0">
                <a:solidFill>
                  <a:schemeClr val="accent1"/>
                </a:solidFill>
                <a:effectLst>
                  <a:outerShdw blurRad="38100" dist="38100" dir="2700000" algn="tl">
                    <a:srgbClr val="000000">
                      <a:alpha val="43137"/>
                    </a:srgbClr>
                  </a:outerShdw>
                </a:effectLst>
              </a:rPr>
              <a:t>Baroreceptors </a:t>
            </a:r>
          </a:p>
        </p:txBody>
      </p:sp>
      <p:sp>
        <p:nvSpPr>
          <p:cNvPr id="3" name="Content Placeholder 2">
            <a:extLst>
              <a:ext uri="{FF2B5EF4-FFF2-40B4-BE49-F238E27FC236}">
                <a16:creationId xmlns:a16="http://schemas.microsoft.com/office/drawing/2014/main" xmlns="" id="{8EF93CCE-7D7B-4249-9306-0C0BC2F857FB}"/>
              </a:ext>
            </a:extLst>
          </p:cNvPr>
          <p:cNvSpPr>
            <a:spLocks noGrp="1"/>
          </p:cNvSpPr>
          <p:nvPr>
            <p:ph idx="1"/>
          </p:nvPr>
        </p:nvSpPr>
        <p:spPr>
          <a:xfrm>
            <a:off x="838200" y="1120140"/>
            <a:ext cx="10808970" cy="5236210"/>
          </a:xfrm>
        </p:spPr>
        <p:txBody>
          <a:bodyPr>
            <a:normAutofit/>
          </a:bodyPr>
          <a:lstStyle/>
          <a:p>
            <a:pPr algn="just"/>
            <a:r>
              <a:rPr lang="en-US" b="1" dirty="0"/>
              <a:t>Baroreceptors</a:t>
            </a:r>
            <a:r>
              <a:rPr lang="en-US" dirty="0"/>
              <a:t> are specialized mechanoreceptors in the walls of blood vessels, to </a:t>
            </a:r>
            <a:r>
              <a:rPr lang="en-US" b="1" dirty="0"/>
              <a:t>sense pressure </a:t>
            </a:r>
            <a:r>
              <a:rPr lang="en-US" dirty="0"/>
              <a:t>changes by responding to change in the tension of the arterial wall.</a:t>
            </a:r>
          </a:p>
          <a:p>
            <a:pPr algn="just"/>
            <a:r>
              <a:rPr lang="en-US" dirty="0"/>
              <a:t>Their function is to sense pressure changes by responding to change in the tension of the arterial wall. The </a:t>
            </a:r>
            <a:r>
              <a:rPr lang="en-US" b="1" dirty="0"/>
              <a:t>baroreflex mechanism </a:t>
            </a:r>
            <a:r>
              <a:rPr lang="en-US" dirty="0"/>
              <a:t>is a fast response to changes in blood pressure.</a:t>
            </a:r>
          </a:p>
          <a:p>
            <a:pPr algn="just"/>
            <a:r>
              <a:rPr lang="en-US" dirty="0"/>
              <a:t>They are located on both arteries and veins.</a:t>
            </a:r>
            <a:endParaRPr lang="en-IN" dirty="0"/>
          </a:p>
          <a:p>
            <a:pPr algn="just"/>
            <a:r>
              <a:rPr lang="en-US" dirty="0"/>
              <a:t>Blood pressure is constantly monitored by baroreceptors, as they detect changes in your blood pressure. </a:t>
            </a:r>
          </a:p>
          <a:p>
            <a:pPr algn="just"/>
            <a:r>
              <a:rPr lang="en-US" dirty="0"/>
              <a:t>If the blood pressure within the aorta or carotid sinus increases, the walls of the arteries stretch and stimulate increased activity within the baroreceptors.</a:t>
            </a:r>
          </a:p>
          <a:p>
            <a:pPr algn="just"/>
            <a:r>
              <a:rPr lang="en-US" dirty="0"/>
              <a:t>They communicate to the brain whether blood pressure is too low or high, so that the brain can adjust the blood flow accordingly.</a:t>
            </a:r>
          </a:p>
        </p:txBody>
      </p:sp>
      <p:sp>
        <p:nvSpPr>
          <p:cNvPr id="4" name="Slide Number Placeholder 3">
            <a:extLst>
              <a:ext uri="{FF2B5EF4-FFF2-40B4-BE49-F238E27FC236}">
                <a16:creationId xmlns:a16="http://schemas.microsoft.com/office/drawing/2014/main" xmlns="" id="{64A2FFF5-FA5B-4A47-B2FD-C3379235DC9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22230855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B70BDA-1F8E-47E9-AE57-CDAC60FBF3A4}"/>
              </a:ext>
            </a:extLst>
          </p:cNvPr>
          <p:cNvSpPr>
            <a:spLocks noGrp="1"/>
          </p:cNvSpPr>
          <p:nvPr>
            <p:ph type="title"/>
          </p:nvPr>
        </p:nvSpPr>
        <p:spPr>
          <a:xfrm>
            <a:off x="838200" y="265814"/>
            <a:ext cx="10515600" cy="988828"/>
          </a:xfrm>
        </p:spPr>
        <p:txBody>
          <a:bodyPr>
            <a:normAutofit fontScale="90000"/>
          </a:bodyPr>
          <a:lstStyle/>
          <a:p>
            <a:pPr algn="ctr"/>
            <a:r>
              <a:rPr lang="en-US" sz="4400" b="1" dirty="0">
                <a:solidFill>
                  <a:schemeClr val="accent1"/>
                </a:solidFill>
                <a:effectLst>
                  <a:outerShdw blurRad="38100" dist="38100" dir="2700000" algn="tl">
                    <a:srgbClr val="000000">
                      <a:alpha val="43137"/>
                    </a:srgbClr>
                  </a:outerShdw>
                </a:effectLst>
                <a:latin typeface="+mj-lt"/>
              </a:rPr>
              <a:t>Thermoreceptors</a:t>
            </a:r>
            <a:r>
              <a:rPr lang="en-US" b="1" dirty="0">
                <a:solidFill>
                  <a:schemeClr val="accent1"/>
                </a:solidFill>
                <a:effectLst>
                  <a:outerShdw blurRad="38100" dist="38100" dir="2700000" algn="tl">
                    <a:srgbClr val="000000">
                      <a:alpha val="43137"/>
                    </a:srgbClr>
                  </a:outerShdw>
                </a:effectLst>
                <a:latin typeface="+mj-lt"/>
              </a:rPr>
              <a:t/>
            </a:r>
            <a:br>
              <a:rPr lang="en-US" b="1" dirty="0">
                <a:solidFill>
                  <a:schemeClr val="accent1"/>
                </a:solidFill>
                <a:effectLst>
                  <a:outerShdw blurRad="38100" dist="38100" dir="2700000" algn="tl">
                    <a:srgbClr val="000000">
                      <a:alpha val="43137"/>
                    </a:srgbClr>
                  </a:outerShdw>
                </a:effectLst>
                <a:latin typeface="+mj-lt"/>
              </a:rPr>
            </a:br>
            <a:r>
              <a:rPr lang="en-US" b="1" dirty="0">
                <a:solidFill>
                  <a:schemeClr val="accent1"/>
                </a:solidFill>
                <a:latin typeface="+mj-lt"/>
              </a:rPr>
              <a:t>(Thermal Sensations )</a:t>
            </a:r>
            <a:endParaRPr lang="en-IN" b="1" dirty="0">
              <a:solidFill>
                <a:schemeClr val="accent1"/>
              </a:solidFill>
              <a:latin typeface="+mj-lt"/>
            </a:endParaRPr>
          </a:p>
        </p:txBody>
      </p:sp>
      <p:sp>
        <p:nvSpPr>
          <p:cNvPr id="3" name="Content Placeholder 2">
            <a:extLst>
              <a:ext uri="{FF2B5EF4-FFF2-40B4-BE49-F238E27FC236}">
                <a16:creationId xmlns:a16="http://schemas.microsoft.com/office/drawing/2014/main" xmlns="" id="{3CB73029-3CFD-4980-B2CC-42B99D060F95}"/>
              </a:ext>
            </a:extLst>
          </p:cNvPr>
          <p:cNvSpPr>
            <a:spLocks noGrp="1"/>
          </p:cNvSpPr>
          <p:nvPr>
            <p:ph idx="1"/>
          </p:nvPr>
        </p:nvSpPr>
        <p:spPr>
          <a:xfrm>
            <a:off x="425303" y="1371600"/>
            <a:ext cx="6347638" cy="5220586"/>
          </a:xfrm>
        </p:spPr>
        <p:txBody>
          <a:bodyPr>
            <a:normAutofit/>
          </a:bodyPr>
          <a:lstStyle/>
          <a:p>
            <a:pPr algn="just"/>
            <a:r>
              <a:rPr lang="en-US" b="1" dirty="0"/>
              <a:t>Thermoreceptors: free nerve endings</a:t>
            </a:r>
          </a:p>
          <a:p>
            <a:pPr algn="just"/>
            <a:r>
              <a:rPr lang="en-US" b="1" dirty="0"/>
              <a:t>Thermal sensations: </a:t>
            </a:r>
            <a:r>
              <a:rPr lang="en-US" dirty="0"/>
              <a:t>coldness and warmth</a:t>
            </a:r>
          </a:p>
          <a:p>
            <a:pPr lvl="1" algn="just"/>
            <a:r>
              <a:rPr lang="en-US" dirty="0"/>
              <a:t>Temperatures between 10</a:t>
            </a:r>
            <a:r>
              <a:rPr lang="en-US" dirty="0">
                <a:sym typeface="Symbol"/>
              </a:rPr>
              <a:t></a:t>
            </a:r>
            <a:r>
              <a:rPr lang="en-US" dirty="0"/>
              <a:t> and 40</a:t>
            </a:r>
            <a:r>
              <a:rPr lang="en-US" dirty="0">
                <a:sym typeface="Symbol"/>
              </a:rPr>
              <a:t></a:t>
            </a:r>
            <a:r>
              <a:rPr lang="en-US" dirty="0"/>
              <a:t>C (50-105</a:t>
            </a:r>
            <a:r>
              <a:rPr lang="en-US" dirty="0">
                <a:sym typeface="Symbol"/>
              </a:rPr>
              <a:t></a:t>
            </a:r>
            <a:r>
              <a:rPr lang="en-US" dirty="0"/>
              <a:t>F) </a:t>
            </a:r>
          </a:p>
          <a:p>
            <a:pPr lvl="2" algn="just"/>
            <a:r>
              <a:rPr lang="en-US" dirty="0"/>
              <a:t>activate </a:t>
            </a:r>
            <a:r>
              <a:rPr lang="en-US" b="1" dirty="0"/>
              <a:t>cold receptors</a:t>
            </a:r>
          </a:p>
          <a:p>
            <a:pPr lvl="3" algn="just"/>
            <a:r>
              <a:rPr lang="en-US" dirty="0"/>
              <a:t>located in the epidermis</a:t>
            </a:r>
          </a:p>
          <a:p>
            <a:pPr lvl="1" algn="just"/>
            <a:r>
              <a:rPr lang="en-US" dirty="0"/>
              <a:t>Temperatures between 32</a:t>
            </a:r>
            <a:r>
              <a:rPr lang="en-US" dirty="0">
                <a:sym typeface="Symbol"/>
              </a:rPr>
              <a:t></a:t>
            </a:r>
            <a:r>
              <a:rPr lang="en-US" dirty="0"/>
              <a:t> and 48</a:t>
            </a:r>
            <a:r>
              <a:rPr lang="en-US" dirty="0">
                <a:sym typeface="Symbol"/>
              </a:rPr>
              <a:t></a:t>
            </a:r>
            <a:r>
              <a:rPr lang="en-US" dirty="0"/>
              <a:t>C (90- 118</a:t>
            </a:r>
            <a:r>
              <a:rPr lang="en-US" dirty="0">
                <a:sym typeface="Symbol"/>
              </a:rPr>
              <a:t></a:t>
            </a:r>
            <a:r>
              <a:rPr lang="en-US" dirty="0"/>
              <a:t>F) </a:t>
            </a:r>
          </a:p>
          <a:p>
            <a:pPr lvl="2" algn="just"/>
            <a:r>
              <a:rPr lang="en-US" dirty="0"/>
              <a:t>activate </a:t>
            </a:r>
            <a:r>
              <a:rPr lang="en-US" b="1" dirty="0"/>
              <a:t>warm receptors</a:t>
            </a:r>
          </a:p>
          <a:p>
            <a:pPr lvl="3" algn="just"/>
            <a:r>
              <a:rPr lang="en-US" dirty="0"/>
              <a:t>located in the dermis</a:t>
            </a:r>
          </a:p>
          <a:p>
            <a:pPr lvl="1" algn="just"/>
            <a:r>
              <a:rPr lang="en-US" dirty="0"/>
              <a:t>Below 10</a:t>
            </a:r>
            <a:r>
              <a:rPr lang="en-US" dirty="0">
                <a:sym typeface="Symbol"/>
              </a:rPr>
              <a:t></a:t>
            </a:r>
            <a:r>
              <a:rPr lang="en-US" dirty="0"/>
              <a:t>C and above 48</a:t>
            </a:r>
            <a:r>
              <a:rPr lang="en-US" dirty="0">
                <a:sym typeface="Symbol"/>
              </a:rPr>
              <a:t></a:t>
            </a:r>
            <a:r>
              <a:rPr lang="en-US" dirty="0"/>
              <a:t>C stimulate </a:t>
            </a:r>
          </a:p>
          <a:p>
            <a:pPr lvl="2" algn="just"/>
            <a:r>
              <a:rPr lang="en-US" b="1" dirty="0"/>
              <a:t>Nociceptors</a:t>
            </a:r>
          </a:p>
          <a:p>
            <a:pPr lvl="3" algn="just"/>
            <a:r>
              <a:rPr lang="en-US" dirty="0"/>
              <a:t>produce painful sensations</a:t>
            </a:r>
          </a:p>
          <a:p>
            <a:pPr algn="just"/>
            <a:endParaRPr lang="en-IN" dirty="0"/>
          </a:p>
        </p:txBody>
      </p:sp>
      <p:sp>
        <p:nvSpPr>
          <p:cNvPr id="4" name="Slide Number Placeholder 3">
            <a:extLst>
              <a:ext uri="{FF2B5EF4-FFF2-40B4-BE49-F238E27FC236}">
                <a16:creationId xmlns:a16="http://schemas.microsoft.com/office/drawing/2014/main" xmlns="" id="{CFD2D6DE-AC05-4782-882D-2EAA308DA6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5" name="Picture 2">
            <a:extLst>
              <a:ext uri="{FF2B5EF4-FFF2-40B4-BE49-F238E27FC236}">
                <a16:creationId xmlns:a16="http://schemas.microsoft.com/office/drawing/2014/main" xmlns="" id="{B6C53843-94D9-4EE4-B0A3-6D28A66D9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898" y="1371600"/>
            <a:ext cx="5187249" cy="53800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289268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CDECEE-4B9F-4298-B079-CA154387AF14}"/>
              </a:ext>
            </a:extLst>
          </p:cNvPr>
          <p:cNvSpPr>
            <a:spLocks noGrp="1"/>
          </p:cNvSpPr>
          <p:nvPr>
            <p:ph type="title"/>
          </p:nvPr>
        </p:nvSpPr>
        <p:spPr>
          <a:xfrm>
            <a:off x="838200" y="136525"/>
            <a:ext cx="10515600" cy="1139382"/>
          </a:xfrm>
        </p:spPr>
        <p:txBody>
          <a:bodyPr>
            <a:normAutofit fontScale="90000"/>
          </a:bodyPr>
          <a:lstStyle/>
          <a:p>
            <a:pPr algn="ctr"/>
            <a:r>
              <a:rPr lang="en-US" sz="4900" b="1" dirty="0">
                <a:solidFill>
                  <a:schemeClr val="accent1"/>
                </a:solidFill>
                <a:effectLst>
                  <a:outerShdw blurRad="38100" dist="38100" dir="2700000" algn="tl">
                    <a:srgbClr val="000000">
                      <a:alpha val="43137"/>
                    </a:srgbClr>
                  </a:outerShdw>
                </a:effectLst>
              </a:rPr>
              <a:t>Nociceptors</a:t>
            </a:r>
            <a:r>
              <a:rPr lang="en-US" dirty="0">
                <a:solidFill>
                  <a:schemeClr val="accent1"/>
                </a:solidFill>
              </a:rPr>
              <a:t/>
            </a:r>
            <a:br>
              <a:rPr lang="en-US" dirty="0">
                <a:solidFill>
                  <a:schemeClr val="accent1"/>
                </a:solidFill>
              </a:rPr>
            </a:br>
            <a:r>
              <a:rPr lang="en-US" dirty="0">
                <a:solidFill>
                  <a:schemeClr val="accent1"/>
                </a:solidFill>
              </a:rPr>
              <a:t>(Painful Sensations)</a:t>
            </a:r>
            <a:endParaRPr lang="en-IN" dirty="0">
              <a:solidFill>
                <a:schemeClr val="accent1"/>
              </a:solidFill>
            </a:endParaRPr>
          </a:p>
        </p:txBody>
      </p:sp>
      <p:sp>
        <p:nvSpPr>
          <p:cNvPr id="3" name="Content Placeholder 2">
            <a:extLst>
              <a:ext uri="{FF2B5EF4-FFF2-40B4-BE49-F238E27FC236}">
                <a16:creationId xmlns:a16="http://schemas.microsoft.com/office/drawing/2014/main" xmlns="" id="{7B0BE113-B178-4C28-8CE4-9973B18A636D}"/>
              </a:ext>
            </a:extLst>
          </p:cNvPr>
          <p:cNvSpPr>
            <a:spLocks noGrp="1"/>
          </p:cNvSpPr>
          <p:nvPr>
            <p:ph idx="1"/>
          </p:nvPr>
        </p:nvSpPr>
        <p:spPr>
          <a:xfrm>
            <a:off x="508589" y="1371599"/>
            <a:ext cx="5817783" cy="5349875"/>
          </a:xfrm>
        </p:spPr>
        <p:txBody>
          <a:bodyPr>
            <a:normAutofit fontScale="92500"/>
          </a:bodyPr>
          <a:lstStyle/>
          <a:p>
            <a:pPr algn="just">
              <a:spcAft>
                <a:spcPts val="600"/>
              </a:spcAft>
            </a:pPr>
            <a:r>
              <a:rPr lang="en-US" sz="2600" b="1" dirty="0"/>
              <a:t>Nociceptors: free nerve endings</a:t>
            </a:r>
          </a:p>
          <a:p>
            <a:pPr lvl="1" algn="just">
              <a:spcAft>
                <a:spcPts val="600"/>
              </a:spcAft>
            </a:pPr>
            <a:r>
              <a:rPr lang="en-US" dirty="0"/>
              <a:t>Responds to damaging or potentially damaging stimuli by sending “possible threat” signals to the spinal cord and the brain</a:t>
            </a:r>
          </a:p>
          <a:p>
            <a:pPr algn="just">
              <a:spcAft>
                <a:spcPts val="600"/>
              </a:spcAft>
            </a:pPr>
            <a:r>
              <a:rPr lang="en-US" b="1" dirty="0"/>
              <a:t>Five stimuli that can cause pain:</a:t>
            </a:r>
          </a:p>
          <a:p>
            <a:pPr lvl="1" algn="just">
              <a:spcAft>
                <a:spcPts val="600"/>
              </a:spcAft>
            </a:pPr>
            <a:r>
              <a:rPr lang="en-US" dirty="0"/>
              <a:t>Excessive stimulus of sensory receptors</a:t>
            </a:r>
          </a:p>
          <a:p>
            <a:pPr lvl="2" algn="just">
              <a:spcAft>
                <a:spcPts val="600"/>
              </a:spcAft>
            </a:pPr>
            <a:r>
              <a:rPr lang="en-US" sz="2200" dirty="0"/>
              <a:t>Bright light in your eyes</a:t>
            </a:r>
          </a:p>
          <a:p>
            <a:pPr lvl="1" algn="just">
              <a:spcAft>
                <a:spcPts val="600"/>
              </a:spcAft>
            </a:pPr>
            <a:r>
              <a:rPr lang="en-US" dirty="0"/>
              <a:t>Excessive stretching of structure</a:t>
            </a:r>
          </a:p>
          <a:p>
            <a:pPr lvl="1" algn="just">
              <a:spcAft>
                <a:spcPts val="600"/>
              </a:spcAft>
            </a:pPr>
            <a:r>
              <a:rPr lang="en-US" dirty="0"/>
              <a:t>Prolonged muscle contractions</a:t>
            </a:r>
          </a:p>
          <a:p>
            <a:pPr lvl="2" algn="just">
              <a:spcAft>
                <a:spcPts val="600"/>
              </a:spcAft>
            </a:pPr>
            <a:r>
              <a:rPr lang="en-US" sz="2200" dirty="0"/>
              <a:t>Hold weight for a long time</a:t>
            </a:r>
          </a:p>
          <a:p>
            <a:pPr lvl="1" algn="just">
              <a:spcAft>
                <a:spcPts val="600"/>
              </a:spcAft>
            </a:pPr>
            <a:r>
              <a:rPr lang="en-US" dirty="0"/>
              <a:t>Inadequate blood flow to organ</a:t>
            </a:r>
          </a:p>
          <a:p>
            <a:pPr lvl="1" algn="just">
              <a:spcAft>
                <a:spcPts val="600"/>
              </a:spcAft>
            </a:pPr>
            <a:r>
              <a:rPr lang="en-US" dirty="0"/>
              <a:t>Certain chemical substances</a:t>
            </a:r>
          </a:p>
        </p:txBody>
      </p:sp>
      <p:sp>
        <p:nvSpPr>
          <p:cNvPr id="4" name="Slide Number Placeholder 3">
            <a:extLst>
              <a:ext uri="{FF2B5EF4-FFF2-40B4-BE49-F238E27FC236}">
                <a16:creationId xmlns:a16="http://schemas.microsoft.com/office/drawing/2014/main" xmlns="" id="{EA903952-D682-48FA-B48D-85D0D4C004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
        <p:nvSpPr>
          <p:cNvPr id="6" name="TextBox 5">
            <a:extLst>
              <a:ext uri="{FF2B5EF4-FFF2-40B4-BE49-F238E27FC236}">
                <a16:creationId xmlns:a16="http://schemas.microsoft.com/office/drawing/2014/main" xmlns="" id="{0D0972AD-536B-41AD-9CEF-79A5936AD062}"/>
              </a:ext>
            </a:extLst>
          </p:cNvPr>
          <p:cNvSpPr txBox="1"/>
          <p:nvPr/>
        </p:nvSpPr>
        <p:spPr>
          <a:xfrm>
            <a:off x="6453966" y="1784803"/>
            <a:ext cx="5314510" cy="4093428"/>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mbria" panose="02040503050406030204"/>
                <a:ea typeface="+mn-ea"/>
                <a:cs typeface="+mn-cs"/>
              </a:rPr>
              <a:t>Referred pain: </a:t>
            </a:r>
            <a:r>
              <a:rPr kumimoji="0" lang="en-US" sz="2400" b="0" i="0" u="none" strike="noStrike" kern="1200" cap="none" spc="0" normalizeH="0" baseline="0" noProof="0" dirty="0">
                <a:ln>
                  <a:noFill/>
                </a:ln>
                <a:solidFill>
                  <a:prstClr val="black"/>
                </a:solidFill>
                <a:effectLst/>
                <a:uLnTx/>
                <a:uFillTx/>
                <a:latin typeface="Cambria" panose="02040503050406030204"/>
                <a:ea typeface="+mn-ea"/>
                <a:cs typeface="+mn-cs"/>
              </a:rPr>
              <a:t>pain felt in skin above or located near but not in organ</a:t>
            </a:r>
          </a:p>
          <a:p>
            <a:pPr marL="342900" marR="0" lvl="0" indent="-342900" algn="just"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mbria" panose="02040503050406030204"/>
                <a:ea typeface="+mn-ea"/>
                <a:cs typeface="+mn-cs"/>
              </a:rPr>
              <a:t>Fast pain: </a:t>
            </a:r>
            <a:r>
              <a:rPr kumimoji="0" lang="en-US" sz="2400" b="0" i="0" u="none" strike="noStrike" kern="1200" cap="none" spc="0" normalizeH="0" baseline="0" noProof="0" dirty="0">
                <a:ln>
                  <a:noFill/>
                </a:ln>
                <a:solidFill>
                  <a:prstClr val="black"/>
                </a:solidFill>
                <a:effectLst/>
                <a:uLnTx/>
                <a:uFillTx/>
                <a:latin typeface="Cambria" panose="02040503050406030204"/>
                <a:ea typeface="+mn-ea"/>
                <a:cs typeface="+mn-cs"/>
              </a:rPr>
              <a:t>within 0.1 seconds of stimulus; acute, sharp, or prickling pain; localized not in deep tissue</a:t>
            </a:r>
          </a:p>
          <a:p>
            <a:pPr marL="342900" marR="0" lvl="0" indent="-342900" algn="just"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mbria" panose="02040503050406030204"/>
                <a:ea typeface="+mn-ea"/>
                <a:cs typeface="+mn-cs"/>
              </a:rPr>
              <a:t>Slow pain: </a:t>
            </a:r>
            <a:r>
              <a:rPr kumimoji="0" lang="en-US" sz="2400" b="0" i="0" u="none" strike="noStrike" kern="1200" cap="none" spc="0" normalizeH="0" baseline="0" noProof="0" dirty="0">
                <a:ln>
                  <a:noFill/>
                </a:ln>
                <a:solidFill>
                  <a:prstClr val="black"/>
                </a:solidFill>
                <a:effectLst/>
                <a:uLnTx/>
                <a:uFillTx/>
                <a:latin typeface="Cambria" panose="02040503050406030204"/>
                <a:ea typeface="+mn-ea"/>
                <a:cs typeface="+mn-cs"/>
              </a:rPr>
              <a:t>begins a second or more after stimulus is applied; chronic burning, aching, throbbing; skin deep tissue and internal organs</a:t>
            </a:r>
          </a:p>
        </p:txBody>
      </p:sp>
    </p:spTree>
    <p:extLst>
      <p:ext uri="{BB962C8B-B14F-4D97-AF65-F5344CB8AC3E}">
        <p14:creationId xmlns:p14="http://schemas.microsoft.com/office/powerpoint/2010/main" val="402276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8CC02-F5D5-47B5-96E4-18178DAE318C}"/>
              </a:ext>
            </a:extLst>
          </p:cNvPr>
          <p:cNvSpPr>
            <a:spLocks noGrp="1"/>
          </p:cNvSpPr>
          <p:nvPr>
            <p:ph type="title"/>
          </p:nvPr>
        </p:nvSpPr>
        <p:spPr>
          <a:xfrm>
            <a:off x="838200" y="223284"/>
            <a:ext cx="10515600" cy="1127052"/>
          </a:xfrm>
        </p:spPr>
        <p:txBody>
          <a:bodyPr>
            <a:normAutofit fontScale="90000"/>
          </a:bodyPr>
          <a:lstStyle/>
          <a:p>
            <a:pPr algn="ctr"/>
            <a:r>
              <a:rPr lang="en-IN" sz="4400" b="1" dirty="0">
                <a:solidFill>
                  <a:schemeClr val="accent1"/>
                </a:solidFill>
                <a:effectLst>
                  <a:outerShdw blurRad="38100" dist="38100" dir="2700000" algn="tl">
                    <a:srgbClr val="000000">
                      <a:alpha val="43137"/>
                    </a:srgbClr>
                  </a:outerShdw>
                </a:effectLst>
              </a:rPr>
              <a:t>Proprioceptors</a:t>
            </a:r>
            <a:r>
              <a:rPr lang="en-IN" sz="4000" b="1" dirty="0">
                <a:solidFill>
                  <a:schemeClr val="accent1"/>
                </a:solidFill>
                <a:effectLst>
                  <a:outerShdw blurRad="38100" dist="38100" dir="2700000" algn="tl">
                    <a:srgbClr val="000000">
                      <a:alpha val="43137"/>
                    </a:srgbClr>
                  </a:outerShdw>
                </a:effectLst>
              </a:rPr>
              <a:t/>
            </a:r>
            <a:br>
              <a:rPr lang="en-IN" sz="4000" b="1" dirty="0">
                <a:solidFill>
                  <a:schemeClr val="accent1"/>
                </a:solidFill>
                <a:effectLst>
                  <a:outerShdw blurRad="38100" dist="38100" dir="2700000" algn="tl">
                    <a:srgbClr val="000000">
                      <a:alpha val="43137"/>
                    </a:srgbClr>
                  </a:outerShdw>
                </a:effectLst>
              </a:rPr>
            </a:br>
            <a:r>
              <a:rPr lang="en-IN" sz="4000" b="1" dirty="0">
                <a:solidFill>
                  <a:schemeClr val="accent1"/>
                </a:solidFill>
              </a:rPr>
              <a:t>(Proprioceptive Sensations)</a:t>
            </a:r>
            <a:endParaRPr lang="en-IN" sz="4000" b="1" dirty="0">
              <a:solidFill>
                <a:schemeClr val="accent1"/>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xmlns="" id="{4C4161DD-5656-4A7A-815F-A0D0F2FEB1DB}"/>
              </a:ext>
            </a:extLst>
          </p:cNvPr>
          <p:cNvSpPr>
            <a:spLocks noGrp="1"/>
          </p:cNvSpPr>
          <p:nvPr>
            <p:ph idx="1"/>
          </p:nvPr>
        </p:nvSpPr>
        <p:spPr>
          <a:xfrm>
            <a:off x="838199" y="1531088"/>
            <a:ext cx="10836349" cy="4954771"/>
          </a:xfrm>
        </p:spPr>
        <p:txBody>
          <a:bodyPr>
            <a:normAutofit/>
          </a:bodyPr>
          <a:lstStyle/>
          <a:p>
            <a:pPr algn="just"/>
            <a:r>
              <a:rPr lang="en-US" dirty="0"/>
              <a:t>Inform you consciously and unconsciously of </a:t>
            </a:r>
          </a:p>
          <a:p>
            <a:pPr lvl="1" algn="just"/>
            <a:r>
              <a:rPr lang="en-US" dirty="0"/>
              <a:t>Degree to which your muscles are contracted</a:t>
            </a:r>
          </a:p>
          <a:p>
            <a:pPr lvl="1" algn="just"/>
            <a:r>
              <a:rPr lang="en-US" dirty="0"/>
              <a:t>Amount of tension present in your tendons</a:t>
            </a:r>
          </a:p>
          <a:p>
            <a:pPr lvl="1" algn="just"/>
            <a:r>
              <a:rPr lang="en-US" dirty="0"/>
              <a:t>Positions of your joints</a:t>
            </a:r>
          </a:p>
          <a:p>
            <a:pPr lvl="1" algn="just"/>
            <a:r>
              <a:rPr lang="en-US" dirty="0"/>
              <a:t>Orientation of your head</a:t>
            </a:r>
          </a:p>
          <a:p>
            <a:pPr algn="just"/>
            <a:r>
              <a:rPr lang="en-US" dirty="0"/>
              <a:t>Receptors for these sensations called: </a:t>
            </a:r>
          </a:p>
          <a:p>
            <a:pPr lvl="1" algn="just"/>
            <a:r>
              <a:rPr lang="en-US" b="1" dirty="0"/>
              <a:t>Proprioceptors</a:t>
            </a:r>
            <a:r>
              <a:rPr lang="en-US" dirty="0"/>
              <a:t> and are located in:</a:t>
            </a:r>
          </a:p>
          <a:p>
            <a:pPr lvl="2" algn="just"/>
            <a:r>
              <a:rPr lang="en-US" dirty="0"/>
              <a:t>Skeletal muscles, tendons, in and around synovial joints, and inside inner ear</a:t>
            </a:r>
          </a:p>
          <a:p>
            <a:pPr lvl="2" algn="just"/>
            <a:r>
              <a:rPr lang="en-US" i="1" dirty="0"/>
              <a:t>They adapt slowly and only slightly</a:t>
            </a:r>
          </a:p>
          <a:p>
            <a:pPr algn="just"/>
            <a:r>
              <a:rPr lang="en-US" b="1" dirty="0"/>
              <a:t>Kinesthesia: </a:t>
            </a:r>
            <a:r>
              <a:rPr lang="en-US" dirty="0"/>
              <a:t>perception of body movements, allows you to walk, type, or dress without using your eyes</a:t>
            </a:r>
          </a:p>
        </p:txBody>
      </p:sp>
      <p:sp>
        <p:nvSpPr>
          <p:cNvPr id="4" name="Slide Number Placeholder 3">
            <a:extLst>
              <a:ext uri="{FF2B5EF4-FFF2-40B4-BE49-F238E27FC236}">
                <a16:creationId xmlns:a16="http://schemas.microsoft.com/office/drawing/2014/main" xmlns="" id="{52C0C976-33E6-42BB-AE5F-C927A22D6F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66087579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xmlns="" id="{0770D256-D85F-4278-A010-DA598578871E}"/>
              </a:ext>
            </a:extLst>
          </p:cNvPr>
          <p:cNvSpPr>
            <a:spLocks noGrp="1" noChangeArrowheads="1"/>
          </p:cNvSpPr>
          <p:nvPr>
            <p:ph type="title"/>
          </p:nvPr>
        </p:nvSpPr>
        <p:spPr>
          <a:xfrm>
            <a:off x="935665" y="159488"/>
            <a:ext cx="9275135" cy="907312"/>
          </a:xfrm>
        </p:spPr>
        <p:txBody>
          <a:bodyPr/>
          <a:lstStyle/>
          <a:p>
            <a:pPr algn="ctr"/>
            <a:r>
              <a:rPr lang="en-US" altLang="en-US" sz="4000" b="1" dirty="0">
                <a:solidFill>
                  <a:schemeClr val="accent1"/>
                </a:solidFill>
                <a:effectLst>
                  <a:outerShdw blurRad="38100" dist="38100" dir="2700000" algn="tl">
                    <a:srgbClr val="000000">
                      <a:alpha val="43137"/>
                    </a:srgbClr>
                  </a:outerShdw>
                </a:effectLst>
              </a:rPr>
              <a:t>Equilibrium: Hair Cells</a:t>
            </a:r>
          </a:p>
        </p:txBody>
      </p:sp>
      <p:sp>
        <p:nvSpPr>
          <p:cNvPr id="30723" name="Rectangle 3">
            <a:extLst>
              <a:ext uri="{FF2B5EF4-FFF2-40B4-BE49-F238E27FC236}">
                <a16:creationId xmlns:a16="http://schemas.microsoft.com/office/drawing/2014/main" xmlns="" id="{E04365F2-498D-4FFC-8D65-C972146F39B7}"/>
              </a:ext>
            </a:extLst>
          </p:cNvPr>
          <p:cNvSpPr>
            <a:spLocks noGrp="1" noChangeArrowheads="1"/>
          </p:cNvSpPr>
          <p:nvPr>
            <p:ph type="body" sz="half" idx="1"/>
          </p:nvPr>
        </p:nvSpPr>
        <p:spPr>
          <a:xfrm>
            <a:off x="935665" y="1275907"/>
            <a:ext cx="10164726" cy="2286000"/>
          </a:xfrm>
        </p:spPr>
        <p:txBody>
          <a:bodyPr>
            <a:normAutofit/>
          </a:bodyPr>
          <a:lstStyle/>
          <a:p>
            <a:pPr algn="just"/>
            <a:r>
              <a:rPr lang="en-US" sz="2400" b="1" dirty="0"/>
              <a:t>Proprioceptors: </a:t>
            </a:r>
            <a:r>
              <a:rPr lang="en-US" altLang="en-US" sz="2400" dirty="0"/>
              <a:t>Located deep inside the ear</a:t>
            </a:r>
          </a:p>
          <a:p>
            <a:pPr algn="just">
              <a:lnSpc>
                <a:spcPct val="90000"/>
              </a:lnSpc>
            </a:pPr>
            <a:r>
              <a:rPr lang="en-US" altLang="en-US" sz="2400" dirty="0"/>
              <a:t>They tell you if your head is tilted or if you are standing on your head. (orientation relative to gravity)</a:t>
            </a:r>
          </a:p>
          <a:p>
            <a:pPr algn="just">
              <a:lnSpc>
                <a:spcPct val="90000"/>
              </a:lnSpc>
            </a:pPr>
            <a:r>
              <a:rPr lang="en-US" altLang="en-US" sz="2400" dirty="0"/>
              <a:t>Vibrations bend “hairs” (</a:t>
            </a:r>
            <a:r>
              <a:rPr lang="en-US" altLang="en-US" sz="2400" i="1" dirty="0"/>
              <a:t>stereocilia</a:t>
            </a:r>
            <a:r>
              <a:rPr lang="en-US" altLang="en-US" sz="2400" dirty="0"/>
              <a:t>)</a:t>
            </a:r>
          </a:p>
          <a:p>
            <a:pPr algn="just">
              <a:lnSpc>
                <a:spcPct val="90000"/>
              </a:lnSpc>
            </a:pPr>
            <a:r>
              <a:rPr lang="en-US" altLang="en-US" sz="2400" dirty="0"/>
              <a:t>Alters release of neurotransmitter to sensory neurons sent to the brain</a:t>
            </a:r>
          </a:p>
          <a:p>
            <a:pPr algn="just">
              <a:lnSpc>
                <a:spcPct val="90000"/>
              </a:lnSpc>
            </a:pPr>
            <a:endParaRPr lang="en-US" altLang="en-US" sz="2400" dirty="0"/>
          </a:p>
        </p:txBody>
      </p:sp>
      <p:pic>
        <p:nvPicPr>
          <p:cNvPr id="30725" name="Picture 5">
            <a:extLst>
              <a:ext uri="{FF2B5EF4-FFF2-40B4-BE49-F238E27FC236}">
                <a16:creationId xmlns:a16="http://schemas.microsoft.com/office/drawing/2014/main" xmlns="" id="{2016F107-047C-421D-9E27-2EE7B911F10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209800" y="3810000"/>
            <a:ext cx="7772400" cy="3048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diamond(in)">
                                      <p:cBhvr>
                                        <p:cTn id="7" dur="20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diamond(in)">
                                      <p:cBhvr>
                                        <p:cTn id="12" dur="2000"/>
                                        <p:tgtEl>
                                          <p:spTgt spid="307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diamond(in)">
                                      <p:cBhvr>
                                        <p:cTn id="17" dur="2000"/>
                                        <p:tgtEl>
                                          <p:spTgt spid="307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0723">
                                            <p:txEl>
                                              <p:pRg st="3" end="3"/>
                                            </p:txEl>
                                          </p:spTgt>
                                        </p:tgtEl>
                                        <p:attrNameLst>
                                          <p:attrName>style.visibility</p:attrName>
                                        </p:attrNameLst>
                                      </p:cBhvr>
                                      <p:to>
                                        <p:strVal val="visible"/>
                                      </p:to>
                                    </p:set>
                                    <p:animEffect transition="in" filter="diamond(in)">
                                      <p:cBhvr>
                                        <p:cTn id="22" dur="2000"/>
                                        <p:tgtEl>
                                          <p:spTgt spid="307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30725"/>
                                        </p:tgtEl>
                                        <p:attrNameLst>
                                          <p:attrName>style.visibility</p:attrName>
                                        </p:attrNameLst>
                                      </p:cBhvr>
                                      <p:to>
                                        <p:strVal val="visible"/>
                                      </p:to>
                                    </p:set>
                                    <p:animEffect transition="in" filter="diamond(in)">
                                      <p:cBhvr>
                                        <p:cTn id="27" dur="20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E7930B-C92C-4DD8-91A1-59952CF94064}"/>
              </a:ext>
            </a:extLst>
          </p:cNvPr>
          <p:cNvSpPr>
            <a:spLocks noGrp="1"/>
          </p:cNvSpPr>
          <p:nvPr>
            <p:ph type="title"/>
          </p:nvPr>
        </p:nvSpPr>
        <p:spPr>
          <a:xfrm>
            <a:off x="838200" y="136525"/>
            <a:ext cx="10515600" cy="1022425"/>
          </a:xfrm>
        </p:spPr>
        <p:txBody>
          <a:bodyPr/>
          <a:lstStyle/>
          <a:p>
            <a:pPr algn="ctr"/>
            <a:r>
              <a:rPr lang="en-IN" b="1" dirty="0">
                <a:solidFill>
                  <a:schemeClr val="accent1"/>
                </a:solidFill>
                <a:effectLst>
                  <a:outerShdw blurRad="38100" dist="38100" dir="2700000" algn="tl">
                    <a:srgbClr val="000000">
                      <a:alpha val="43137"/>
                    </a:srgbClr>
                  </a:outerShdw>
                </a:effectLst>
              </a:rPr>
              <a:t>Physiology of Equilibrium</a:t>
            </a:r>
          </a:p>
        </p:txBody>
      </p:sp>
      <p:sp>
        <p:nvSpPr>
          <p:cNvPr id="3" name="Content Placeholder 2">
            <a:extLst>
              <a:ext uri="{FF2B5EF4-FFF2-40B4-BE49-F238E27FC236}">
                <a16:creationId xmlns:a16="http://schemas.microsoft.com/office/drawing/2014/main" xmlns="" id="{7964543D-64A9-4FAD-AD89-641FA143A228}"/>
              </a:ext>
            </a:extLst>
          </p:cNvPr>
          <p:cNvSpPr>
            <a:spLocks noGrp="1"/>
          </p:cNvSpPr>
          <p:nvPr>
            <p:ph idx="1"/>
          </p:nvPr>
        </p:nvSpPr>
        <p:spPr>
          <a:xfrm>
            <a:off x="838200" y="1307805"/>
            <a:ext cx="10515600" cy="4933508"/>
          </a:xfrm>
        </p:spPr>
        <p:txBody>
          <a:bodyPr>
            <a:normAutofit/>
          </a:bodyPr>
          <a:lstStyle/>
          <a:p>
            <a:pPr algn="just"/>
            <a:r>
              <a:rPr lang="en-US" sz="2800" b="1" dirty="0"/>
              <a:t>Static Equilibrium</a:t>
            </a:r>
          </a:p>
          <a:p>
            <a:pPr lvl="1" algn="just"/>
            <a:r>
              <a:rPr lang="en-US" sz="2800" dirty="0"/>
              <a:t>Maintenance of the position of the body relative to the force of gravity</a:t>
            </a:r>
          </a:p>
          <a:p>
            <a:pPr lvl="1" algn="just"/>
            <a:r>
              <a:rPr lang="en-US" sz="2800" dirty="0"/>
              <a:t>Maintains posture and balance by providing sensory information on the position of the head</a:t>
            </a:r>
          </a:p>
          <a:p>
            <a:pPr algn="just"/>
            <a:r>
              <a:rPr lang="en-US" sz="2800" b="1" dirty="0"/>
              <a:t>Dynamic Equilibrium </a:t>
            </a:r>
          </a:p>
          <a:p>
            <a:pPr lvl="1" algn="just"/>
            <a:r>
              <a:rPr lang="en-US" sz="2800" dirty="0"/>
              <a:t>Maintenance of body position in response to sudden movements such as rotation, acceleration, and deceleration</a:t>
            </a:r>
          </a:p>
          <a:p>
            <a:pPr lvl="1" algn="just"/>
            <a:r>
              <a:rPr lang="en-US" sz="2800" dirty="0"/>
              <a:t>Re-establish balance to disturbed equilibrium by regulating sensitivity of hair cells in the ear</a:t>
            </a:r>
          </a:p>
          <a:p>
            <a:pPr algn="just"/>
            <a:endParaRPr lang="en-IN" sz="2800" dirty="0"/>
          </a:p>
        </p:txBody>
      </p:sp>
      <p:sp>
        <p:nvSpPr>
          <p:cNvPr id="4" name="Slide Number Placeholder 3">
            <a:extLst>
              <a:ext uri="{FF2B5EF4-FFF2-40B4-BE49-F238E27FC236}">
                <a16:creationId xmlns:a16="http://schemas.microsoft.com/office/drawing/2014/main" xmlns="" id="{4EC58883-7B79-4619-95DB-673153120E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Tree>
    <p:extLst>
      <p:ext uri="{BB962C8B-B14F-4D97-AF65-F5344CB8AC3E}">
        <p14:creationId xmlns:p14="http://schemas.microsoft.com/office/powerpoint/2010/main" val="30219179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B5323-F071-4B78-BFE6-715FE1026491}"/>
              </a:ext>
            </a:extLst>
          </p:cNvPr>
          <p:cNvSpPr>
            <a:spLocks noGrp="1"/>
          </p:cNvSpPr>
          <p:nvPr>
            <p:ph type="title"/>
          </p:nvPr>
        </p:nvSpPr>
        <p:spPr>
          <a:xfrm>
            <a:off x="838200" y="136525"/>
            <a:ext cx="10515600" cy="1224442"/>
          </a:xfrm>
        </p:spPr>
        <p:txBody>
          <a:bodyPr>
            <a:normAutofit/>
          </a:bodyPr>
          <a:lstStyle/>
          <a:p>
            <a:pPr algn="ctr"/>
            <a:r>
              <a:rPr lang="en-IN" b="1" dirty="0">
                <a:solidFill>
                  <a:schemeClr val="accent1"/>
                </a:solidFill>
                <a:effectLst>
                  <a:outerShdw blurRad="38100" dist="38100" dir="2700000" algn="tl">
                    <a:srgbClr val="000000">
                      <a:alpha val="43137"/>
                    </a:srgbClr>
                  </a:outerShdw>
                </a:effectLst>
              </a:rPr>
              <a:t>Vibration</a:t>
            </a:r>
            <a:br>
              <a:rPr lang="en-IN" b="1" dirty="0">
                <a:solidFill>
                  <a:schemeClr val="accent1"/>
                </a:solidFill>
                <a:effectLst>
                  <a:outerShdw blurRad="38100" dist="38100" dir="2700000" algn="tl">
                    <a:srgbClr val="000000">
                      <a:alpha val="43137"/>
                    </a:srgbClr>
                  </a:outerShdw>
                </a:effectLst>
              </a:rPr>
            </a:br>
            <a:r>
              <a:rPr lang="en-IN" dirty="0">
                <a:solidFill>
                  <a:schemeClr val="accent1"/>
                </a:solidFill>
                <a:effectLst>
                  <a:outerShdw blurRad="38100" dist="38100" dir="2700000" algn="tl">
                    <a:srgbClr val="000000">
                      <a:alpha val="43137"/>
                    </a:srgbClr>
                  </a:outerShdw>
                </a:effectLst>
              </a:rPr>
              <a:t>(Sound)</a:t>
            </a:r>
          </a:p>
        </p:txBody>
      </p:sp>
      <p:sp>
        <p:nvSpPr>
          <p:cNvPr id="3" name="Content Placeholder 2">
            <a:extLst>
              <a:ext uri="{FF2B5EF4-FFF2-40B4-BE49-F238E27FC236}">
                <a16:creationId xmlns:a16="http://schemas.microsoft.com/office/drawing/2014/main" xmlns="" id="{FD40E5C0-CD81-4F77-91B5-CEC18F860685}"/>
              </a:ext>
            </a:extLst>
          </p:cNvPr>
          <p:cNvSpPr>
            <a:spLocks noGrp="1"/>
          </p:cNvSpPr>
          <p:nvPr>
            <p:ph idx="1"/>
          </p:nvPr>
        </p:nvSpPr>
        <p:spPr>
          <a:xfrm>
            <a:off x="563527" y="1360967"/>
            <a:ext cx="4837813" cy="4815996"/>
          </a:xfrm>
        </p:spPr>
        <p:txBody>
          <a:bodyPr>
            <a:normAutofit/>
          </a:bodyPr>
          <a:lstStyle/>
          <a:p>
            <a:pPr algn="just"/>
            <a:r>
              <a:rPr lang="en-US" sz="2800" dirty="0"/>
              <a:t>Vertebrate </a:t>
            </a:r>
            <a:r>
              <a:rPr lang="en-US" sz="2800" b="1" dirty="0"/>
              <a:t>Cochlea</a:t>
            </a:r>
          </a:p>
          <a:p>
            <a:pPr algn="just"/>
            <a:r>
              <a:rPr lang="en-US" sz="2800" dirty="0"/>
              <a:t>Elongate structure containing hair cells</a:t>
            </a:r>
          </a:p>
          <a:p>
            <a:pPr algn="just"/>
            <a:r>
              <a:rPr lang="en-US" sz="2800" dirty="0"/>
              <a:t>Fluid pressure waves induce vibration of the basilar membrane</a:t>
            </a:r>
          </a:p>
          <a:p>
            <a:pPr algn="just"/>
            <a:r>
              <a:rPr lang="en-US" sz="2800" dirty="0"/>
              <a:t>Stimulates hair cells which triggers electrical impulses to the brain.</a:t>
            </a:r>
          </a:p>
          <a:p>
            <a:pPr algn="just"/>
            <a:endParaRPr lang="en-IN" sz="2800" dirty="0"/>
          </a:p>
        </p:txBody>
      </p:sp>
      <p:sp>
        <p:nvSpPr>
          <p:cNvPr id="4" name="Slide Number Placeholder 3">
            <a:extLst>
              <a:ext uri="{FF2B5EF4-FFF2-40B4-BE49-F238E27FC236}">
                <a16:creationId xmlns:a16="http://schemas.microsoft.com/office/drawing/2014/main" xmlns="" id="{8F6C4430-0E72-42C0-9E8A-AF65BF1D7F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pic>
        <p:nvPicPr>
          <p:cNvPr id="6" name="Picture 9">
            <a:hlinkClick r:id="rId2"/>
            <a:extLst>
              <a:ext uri="{FF2B5EF4-FFF2-40B4-BE49-F238E27FC236}">
                <a16:creationId xmlns:a16="http://schemas.microsoft.com/office/drawing/2014/main" xmlns="" id="{42E3A6F2-94EE-44BB-9CDE-215272415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539563" y="1360967"/>
            <a:ext cx="6220045" cy="5360508"/>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7620372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Content Placeholder 2"/>
          <p:cNvSpPr>
            <a:spLocks noGrp="1"/>
          </p:cNvSpPr>
          <p:nvPr>
            <p:ph sz="quarter" idx="1"/>
          </p:nvPr>
        </p:nvSpPr>
        <p:spPr>
          <a:xfrm>
            <a:off x="617220" y="1245870"/>
            <a:ext cx="6835140" cy="5452111"/>
          </a:xfrm>
        </p:spPr>
        <p:txBody>
          <a:bodyPr>
            <a:normAutofit/>
          </a:bodyPr>
          <a:lstStyle/>
          <a:p>
            <a:pPr algn="just" eaLnBrk="1" hangingPunct="1"/>
            <a:r>
              <a:rPr lang="en-US" altLang="en-US" b="1" dirty="0">
                <a:cs typeface="Times New Roman" pitchFamily="18" charset="0"/>
              </a:rPr>
              <a:t>First the outer ear collects the sound waves then the sound enter the </a:t>
            </a:r>
            <a:r>
              <a:rPr lang="en-US" altLang="en-US" b="1" dirty="0">
                <a:solidFill>
                  <a:srgbClr val="FF0000"/>
                </a:solidFill>
                <a:cs typeface="Times New Roman" pitchFamily="18" charset="0"/>
              </a:rPr>
              <a:t>ear canal</a:t>
            </a:r>
            <a:r>
              <a:rPr lang="en-US" altLang="en-US" b="1" dirty="0">
                <a:cs typeface="Times New Roman" pitchFamily="18" charset="0"/>
              </a:rPr>
              <a:t> and cause the </a:t>
            </a:r>
            <a:r>
              <a:rPr lang="en-US" altLang="en-US" b="1" i="1" dirty="0">
                <a:cs typeface="Times New Roman" pitchFamily="18" charset="0"/>
              </a:rPr>
              <a:t>eardrum</a:t>
            </a:r>
            <a:r>
              <a:rPr lang="en-US" altLang="en-US" b="1" dirty="0">
                <a:cs typeface="Times New Roman" pitchFamily="18" charset="0"/>
              </a:rPr>
              <a:t> to vibrate.</a:t>
            </a:r>
          </a:p>
          <a:p>
            <a:pPr algn="just" eaLnBrk="1" hangingPunct="1"/>
            <a:r>
              <a:rPr lang="en-US" altLang="en-US" b="1" dirty="0">
                <a:cs typeface="Times New Roman" pitchFamily="18" charset="0"/>
              </a:rPr>
              <a:t>Eardrum vibrations are carried through the </a:t>
            </a:r>
            <a:r>
              <a:rPr lang="en-US" altLang="en-US" b="1" dirty="0">
                <a:solidFill>
                  <a:srgbClr val="FF0000"/>
                </a:solidFill>
                <a:cs typeface="Times New Roman" pitchFamily="18" charset="0"/>
              </a:rPr>
              <a:t>hammer</a:t>
            </a:r>
            <a:r>
              <a:rPr lang="en-US" altLang="en-US" b="1" dirty="0">
                <a:cs typeface="Times New Roman" pitchFamily="18" charset="0"/>
              </a:rPr>
              <a:t>,</a:t>
            </a:r>
            <a:r>
              <a:rPr lang="en-US" altLang="en-US" b="1" dirty="0">
                <a:solidFill>
                  <a:srgbClr val="FF0000"/>
                </a:solidFill>
                <a:cs typeface="Times New Roman" pitchFamily="18" charset="0"/>
              </a:rPr>
              <a:t> anvil </a:t>
            </a:r>
            <a:r>
              <a:rPr lang="en-US" altLang="en-US" b="1" dirty="0">
                <a:cs typeface="Times New Roman" pitchFamily="18" charset="0"/>
              </a:rPr>
              <a:t>and</a:t>
            </a:r>
            <a:r>
              <a:rPr lang="en-US" altLang="en-US" b="1" dirty="0">
                <a:solidFill>
                  <a:srgbClr val="FF0000"/>
                </a:solidFill>
                <a:cs typeface="Times New Roman" pitchFamily="18" charset="0"/>
              </a:rPr>
              <a:t> stirrup </a:t>
            </a:r>
            <a:r>
              <a:rPr lang="en-US" altLang="en-US" b="1" dirty="0">
                <a:cs typeface="Times New Roman" pitchFamily="18" charset="0"/>
              </a:rPr>
              <a:t>of the ear to a fluid-filled structure called the </a:t>
            </a:r>
            <a:r>
              <a:rPr lang="en-US" altLang="en-US" b="1" dirty="0">
                <a:solidFill>
                  <a:srgbClr val="FF0000"/>
                </a:solidFill>
                <a:cs typeface="Times New Roman" pitchFamily="18" charset="0"/>
              </a:rPr>
              <a:t>cochlea</a:t>
            </a:r>
            <a:r>
              <a:rPr lang="en-US" altLang="en-US" b="1" dirty="0">
                <a:cs typeface="Times New Roman" pitchFamily="18" charset="0"/>
              </a:rPr>
              <a:t>.  </a:t>
            </a:r>
          </a:p>
          <a:p>
            <a:pPr algn="just" eaLnBrk="1" hangingPunct="1"/>
            <a:r>
              <a:rPr lang="en-US" altLang="en-US" b="1" dirty="0">
                <a:cs typeface="Times New Roman" pitchFamily="18" charset="0"/>
              </a:rPr>
              <a:t>Different pitches cause different parts of the fluid in the cochlea to vibrate.</a:t>
            </a:r>
          </a:p>
          <a:p>
            <a:pPr algn="just" eaLnBrk="1" hangingPunct="1"/>
            <a:r>
              <a:rPr lang="en-US" altLang="en-US" b="1" dirty="0">
                <a:cs typeface="Times New Roman" pitchFamily="18" charset="0"/>
              </a:rPr>
              <a:t>When cochlear fluid vibrates, it moves hairs connected to nerve cells, which </a:t>
            </a:r>
            <a:r>
              <a:rPr lang="en-US" altLang="en-US" b="1" dirty="0">
                <a:solidFill>
                  <a:schemeClr val="accent1"/>
                </a:solidFill>
                <a:cs typeface="Times New Roman" pitchFamily="18" charset="0"/>
              </a:rPr>
              <a:t>send signals to the brain</a:t>
            </a:r>
            <a:r>
              <a:rPr lang="en-US" altLang="en-US" b="1" dirty="0">
                <a:cs typeface="Times New Roman" pitchFamily="18" charset="0"/>
              </a:rPr>
              <a:t> through the </a:t>
            </a:r>
            <a:r>
              <a:rPr lang="en-US" altLang="en-US" b="1" dirty="0">
                <a:solidFill>
                  <a:schemeClr val="accent1"/>
                </a:solidFill>
                <a:cs typeface="Times New Roman" pitchFamily="18" charset="0"/>
              </a:rPr>
              <a:t>auditory nerve</a:t>
            </a:r>
            <a:r>
              <a:rPr lang="en-US" altLang="en-US" b="1" dirty="0">
                <a:cs typeface="Times New Roman" pitchFamily="18" charset="0"/>
              </a:rPr>
              <a:t>.</a:t>
            </a:r>
          </a:p>
          <a:p>
            <a:pPr algn="just" eaLnBrk="1" hangingPunct="1"/>
            <a:r>
              <a:rPr lang="en-US" altLang="en-US" b="1" dirty="0">
                <a:cs typeface="Times New Roman" pitchFamily="18" charset="0"/>
              </a:rPr>
              <a:t>The brain helps you recognize the sound.</a:t>
            </a:r>
          </a:p>
        </p:txBody>
      </p:sp>
      <p:sp>
        <p:nvSpPr>
          <p:cNvPr id="20485" name="Slide Number Placeholder 6"/>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CDE7891B-BA4D-407E-9904-A1F7642AF5EF}" type="slidenum">
              <a:rPr lang="en-US" altLang="en-US" smtClean="0">
                <a:solidFill>
                  <a:srgbClr val="FFFFFF"/>
                </a:solidFill>
              </a:rPr>
              <a:pPr eaLnBrk="1" hangingPunct="1"/>
              <a:t>50</a:t>
            </a:fld>
            <a:endParaRPr lang="en-US" altLang="en-US">
              <a:solidFill>
                <a:srgbClr val="FFFFFF"/>
              </a:solidFill>
            </a:endParaRPr>
          </a:p>
        </p:txBody>
      </p:sp>
      <p:sp>
        <p:nvSpPr>
          <p:cNvPr id="7" name="Title 1"/>
          <p:cNvSpPr txBox="1">
            <a:spLocks/>
          </p:cNvSpPr>
          <p:nvPr/>
        </p:nvSpPr>
        <p:spPr>
          <a:xfrm>
            <a:off x="782955" y="262752"/>
            <a:ext cx="10808970"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effectLst>
                  <a:outerShdw blurRad="38100" dist="38100" dir="2700000" algn="tl">
                    <a:srgbClr val="000000">
                      <a:alpha val="43137"/>
                    </a:srgbClr>
                  </a:outerShdw>
                </a:effectLst>
                <a:latin typeface="+mj-lt"/>
              </a:rPr>
              <a:t>Sound: How do your ears work?</a:t>
            </a:r>
          </a:p>
        </p:txBody>
      </p:sp>
      <p:pic>
        <p:nvPicPr>
          <p:cNvPr id="2" name="Picture 1">
            <a:extLst>
              <a:ext uri="{FF2B5EF4-FFF2-40B4-BE49-F238E27FC236}">
                <a16:creationId xmlns:a16="http://schemas.microsoft.com/office/drawing/2014/main" xmlns="" id="{CA194D80-FE38-4CF9-9901-1D605AE1A004}"/>
              </a:ext>
            </a:extLst>
          </p:cNvPr>
          <p:cNvPicPr>
            <a:picLocks noChangeAspect="1"/>
          </p:cNvPicPr>
          <p:nvPr/>
        </p:nvPicPr>
        <p:blipFill rotWithShape="1">
          <a:blip r:embed="rId3"/>
          <a:srcRect l="11052" r="10907"/>
          <a:stretch/>
        </p:blipFill>
        <p:spPr>
          <a:xfrm>
            <a:off x="7463790" y="1721972"/>
            <a:ext cx="4549140" cy="3414056"/>
          </a:xfrm>
          <a:prstGeom prst="rect">
            <a:avLst/>
          </a:prstGeom>
        </p:spPr>
      </p:pic>
    </p:spTree>
    <p:extLst>
      <p:ext uri="{BB962C8B-B14F-4D97-AF65-F5344CB8AC3E}">
        <p14:creationId xmlns:p14="http://schemas.microsoft.com/office/powerpoint/2010/main" val="65126095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91539" y="1112223"/>
            <a:ext cx="10732771" cy="5471140"/>
          </a:xfrm>
        </p:spPr>
        <p:txBody>
          <a:bodyPr>
            <a:noAutofit/>
          </a:bodyPr>
          <a:lstStyle/>
          <a:p>
            <a:pPr marL="0" indent="0" algn="just">
              <a:buNone/>
              <a:defRPr/>
            </a:pPr>
            <a:r>
              <a:rPr lang="en-US" sz="2600" b="1" dirty="0">
                <a:solidFill>
                  <a:srgbClr val="FF0000"/>
                </a:solidFill>
                <a:cs typeface="Times New Roman" pitchFamily="18" charset="0"/>
              </a:rPr>
              <a:t>Thousands</a:t>
            </a:r>
            <a:r>
              <a:rPr lang="en-US" sz="2600" b="1" dirty="0">
                <a:solidFill>
                  <a:schemeClr val="accent1"/>
                </a:solidFill>
                <a:cs typeface="Times New Roman" pitchFamily="18" charset="0"/>
              </a:rPr>
              <a:t> </a:t>
            </a:r>
            <a:r>
              <a:rPr lang="en-US" sz="2600" b="1" dirty="0">
                <a:cs typeface="Times New Roman" pitchFamily="18" charset="0"/>
              </a:rPr>
              <a:t>of neurons in your ears respond to sound.</a:t>
            </a:r>
          </a:p>
          <a:p>
            <a:pPr marL="274313" indent="-274313" algn="just">
              <a:buFont typeface="Wingdings 3"/>
              <a:buChar char=""/>
              <a:defRPr/>
            </a:pPr>
            <a:r>
              <a:rPr lang="en-US" sz="2600" b="1" dirty="0">
                <a:cs typeface="Times New Roman" pitchFamily="18" charset="0"/>
              </a:rPr>
              <a:t>These neurons respond differently to different pitches. </a:t>
            </a:r>
          </a:p>
          <a:p>
            <a:pPr marL="274313" indent="-274313" algn="just">
              <a:buFont typeface="Wingdings 3"/>
              <a:buChar char=""/>
              <a:defRPr/>
            </a:pPr>
            <a:r>
              <a:rPr lang="en-US" sz="2600" b="1" dirty="0">
                <a:solidFill>
                  <a:srgbClr val="7030A0"/>
                </a:solidFill>
                <a:cs typeface="Times New Roman" pitchFamily="18" charset="0"/>
              </a:rPr>
              <a:t>Pitches</a:t>
            </a:r>
            <a:r>
              <a:rPr lang="en-US" sz="2600" b="1" dirty="0">
                <a:solidFill>
                  <a:schemeClr val="accent1"/>
                </a:solidFill>
                <a:cs typeface="Times New Roman" pitchFamily="18" charset="0"/>
              </a:rPr>
              <a:t> </a:t>
            </a:r>
            <a:r>
              <a:rPr lang="en-US" sz="2600" b="1" dirty="0">
                <a:cs typeface="Times New Roman" pitchFamily="18" charset="0"/>
              </a:rPr>
              <a:t>range from low (such as from drums) to high (such as from bells). </a:t>
            </a:r>
          </a:p>
          <a:p>
            <a:pPr marL="274313" indent="-274313" algn="just">
              <a:buFont typeface="Wingdings 3"/>
              <a:buChar char=""/>
              <a:defRPr/>
            </a:pPr>
            <a:r>
              <a:rPr lang="en-US" sz="2600" b="1" dirty="0">
                <a:cs typeface="Times New Roman" pitchFamily="18" charset="0"/>
              </a:rPr>
              <a:t>All these </a:t>
            </a:r>
            <a:r>
              <a:rPr lang="en-US" sz="2600" b="1" dirty="0">
                <a:solidFill>
                  <a:schemeClr val="accent1"/>
                </a:solidFill>
                <a:cs typeface="Times New Roman" pitchFamily="18" charset="0"/>
              </a:rPr>
              <a:t>signals are sent </a:t>
            </a:r>
            <a:r>
              <a:rPr lang="en-US" sz="2600" b="1" dirty="0">
                <a:cs typeface="Times New Roman" pitchFamily="18" charset="0"/>
              </a:rPr>
              <a:t>individually to the auditory cortex in your brain.</a:t>
            </a:r>
          </a:p>
          <a:p>
            <a:pPr marL="274313" indent="-274313" algn="just">
              <a:buFont typeface="Wingdings 3"/>
              <a:buChar char=""/>
              <a:defRPr/>
            </a:pPr>
            <a:r>
              <a:rPr lang="en-US" sz="2600" b="1" dirty="0">
                <a:cs typeface="Times New Roman" pitchFamily="18" charset="0"/>
              </a:rPr>
              <a:t>The </a:t>
            </a:r>
            <a:r>
              <a:rPr lang="en-US" sz="2600" b="1" dirty="0">
                <a:solidFill>
                  <a:schemeClr val="accent1"/>
                </a:solidFill>
                <a:cs typeface="Times New Roman" pitchFamily="18" charset="0"/>
              </a:rPr>
              <a:t>auditory cortex </a:t>
            </a:r>
            <a:r>
              <a:rPr lang="en-US" sz="2600" b="1" dirty="0">
                <a:cs typeface="Times New Roman" pitchFamily="18" charset="0"/>
              </a:rPr>
              <a:t>integrates all the frequencies correctly and helps your brain understand the sound (for example,  music). </a:t>
            </a:r>
          </a:p>
          <a:p>
            <a:pPr marL="274313" indent="-274313" algn="just">
              <a:buFont typeface="Wingdings 3"/>
              <a:buChar char=""/>
              <a:defRPr/>
            </a:pPr>
            <a:r>
              <a:rPr lang="en-US" sz="2600" b="1" dirty="0">
                <a:cs typeface="Times New Roman" pitchFamily="18" charset="0"/>
              </a:rPr>
              <a:t>This is similar to how a microphone assembles all the signals of sound and relays it forward.</a:t>
            </a:r>
          </a:p>
          <a:p>
            <a:pPr marL="0" indent="0" algn="just">
              <a:buNone/>
              <a:defRPr/>
            </a:pPr>
            <a:endParaRPr lang="en-US" sz="2600" b="1" dirty="0">
              <a:solidFill>
                <a:srgbClr val="FF0000"/>
              </a:solidFill>
              <a:cs typeface="Times New Roman" pitchFamily="18" charset="0"/>
            </a:endParaRPr>
          </a:p>
          <a:p>
            <a:pPr marL="0" indent="0" algn="just">
              <a:buNone/>
              <a:defRPr/>
            </a:pPr>
            <a:r>
              <a:rPr lang="en-US" sz="2600" b="1" dirty="0">
                <a:solidFill>
                  <a:srgbClr val="FF0000"/>
                </a:solidFill>
                <a:cs typeface="Times New Roman" pitchFamily="18" charset="0"/>
              </a:rPr>
              <a:t>The neurons in your ear convert/transduce sound into electrical impulses, and send them along the auditory nerve (similar to wires) to the auditory cortex in your brain. </a:t>
            </a:r>
          </a:p>
        </p:txBody>
      </p:sp>
      <p:sp>
        <p:nvSpPr>
          <p:cNvPr id="21508" name="Slide Number Placeholder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65D75621-669D-4C79-BB71-3B6697B4A3BF}" type="slidenum">
              <a:rPr lang="en-US" altLang="en-US" smtClean="0">
                <a:solidFill>
                  <a:srgbClr val="FFFFFF"/>
                </a:solidFill>
              </a:rPr>
              <a:pPr eaLnBrk="1" hangingPunct="1"/>
              <a:t>51</a:t>
            </a:fld>
            <a:endParaRPr lang="en-US" altLang="en-US">
              <a:solidFill>
                <a:srgbClr val="FFFFFF"/>
              </a:solidFill>
            </a:endParaRPr>
          </a:p>
        </p:txBody>
      </p:sp>
      <p:sp>
        <p:nvSpPr>
          <p:cNvPr id="6" name="Title 1"/>
          <p:cNvSpPr txBox="1">
            <a:spLocks/>
          </p:cNvSpPr>
          <p:nvPr/>
        </p:nvSpPr>
        <p:spPr>
          <a:xfrm>
            <a:off x="203203" y="274637"/>
            <a:ext cx="11785595" cy="71596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000" b="1" cap="none" dirty="0">
                <a:solidFill>
                  <a:schemeClr val="accent1"/>
                </a:solidFill>
                <a:latin typeface="+mj-lt"/>
              </a:rPr>
              <a:t>Sound: </a:t>
            </a:r>
            <a:r>
              <a:rPr lang="en-US" sz="3600" b="1" cap="none" dirty="0">
                <a:solidFill>
                  <a:schemeClr val="accent1"/>
                </a:solidFill>
                <a:latin typeface="+mj-lt"/>
              </a:rPr>
              <a:t>How many sensors do our ears have?</a:t>
            </a:r>
          </a:p>
        </p:txBody>
      </p:sp>
    </p:spTree>
    <p:extLst>
      <p:ext uri="{BB962C8B-B14F-4D97-AF65-F5344CB8AC3E}">
        <p14:creationId xmlns:p14="http://schemas.microsoft.com/office/powerpoint/2010/main" val="137497250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143000"/>
            <a:ext cx="10972800" cy="5578475"/>
          </a:xfrm>
        </p:spPr>
        <p:txBody>
          <a:bodyPr>
            <a:noAutofit/>
          </a:bodyPr>
          <a:lstStyle/>
          <a:p>
            <a:pPr algn="just">
              <a:defRPr/>
            </a:pPr>
            <a:r>
              <a:rPr lang="en-US" b="1" dirty="0">
                <a:solidFill>
                  <a:srgbClr val="7030A0"/>
                </a:solidFill>
                <a:cs typeface="Times New Roman" pitchFamily="18" charset="0"/>
              </a:rPr>
              <a:t>Oscillation of air pressure </a:t>
            </a:r>
            <a:r>
              <a:rPr lang="en-US" b="1" dirty="0">
                <a:cs typeface="Times New Roman" pitchFamily="18" charset="0"/>
              </a:rPr>
              <a:t>is felt by humans as </a:t>
            </a:r>
            <a:r>
              <a:rPr lang="en-US" b="1" dirty="0">
                <a:solidFill>
                  <a:schemeClr val="accent1"/>
                </a:solidFill>
                <a:cs typeface="Times New Roman" pitchFamily="18" charset="0"/>
              </a:rPr>
              <a:t>sound</a:t>
            </a:r>
            <a:r>
              <a:rPr lang="en-US" b="1" dirty="0">
                <a:cs typeface="Times New Roman" pitchFamily="18" charset="0"/>
              </a:rPr>
              <a:t>.</a:t>
            </a:r>
          </a:p>
          <a:p>
            <a:pPr algn="just">
              <a:defRPr/>
            </a:pPr>
            <a:r>
              <a:rPr lang="en-US" b="1" dirty="0">
                <a:cs typeface="Times New Roman" pitchFamily="18" charset="0"/>
              </a:rPr>
              <a:t> When air is pushed repeatedly, as by a speaker diaphragm, it creates what we call a </a:t>
            </a:r>
            <a:r>
              <a:rPr lang="en-US" b="1" dirty="0">
                <a:solidFill>
                  <a:srgbClr val="7030A0"/>
                </a:solidFill>
                <a:cs typeface="Times New Roman" pitchFamily="18" charset="0"/>
              </a:rPr>
              <a:t>sound wave</a:t>
            </a:r>
            <a:r>
              <a:rPr lang="en-US" b="1" dirty="0">
                <a:cs typeface="Times New Roman" pitchFamily="18" charset="0"/>
              </a:rPr>
              <a:t>.  </a:t>
            </a:r>
          </a:p>
          <a:p>
            <a:pPr algn="just"/>
            <a:r>
              <a:rPr lang="en-US" altLang="en-US" b="1" dirty="0">
                <a:cs typeface="Times New Roman" pitchFamily="18" charset="0"/>
              </a:rPr>
              <a:t>Sound is a mechanical wave: Your ears can detect these waves </a:t>
            </a:r>
          </a:p>
          <a:p>
            <a:pPr lvl="1" algn="just"/>
            <a:r>
              <a:rPr lang="en-US" altLang="en-US" sz="2600" b="1" dirty="0">
                <a:solidFill>
                  <a:srgbClr val="7030A0"/>
                </a:solidFill>
                <a:cs typeface="Times New Roman" pitchFamily="18" charset="0"/>
              </a:rPr>
              <a:t>Changes in air pressure </a:t>
            </a:r>
            <a:r>
              <a:rPr lang="en-US" altLang="en-US" sz="2600" b="1" dirty="0">
                <a:cs typeface="Times New Roman" pitchFamily="18" charset="0"/>
              </a:rPr>
              <a:t>(vibrations) produce the movement of air particles. </a:t>
            </a:r>
          </a:p>
          <a:p>
            <a:pPr lvl="1" algn="just"/>
            <a:r>
              <a:rPr lang="en-US" altLang="en-US" sz="2600" b="1" dirty="0">
                <a:cs typeface="Times New Roman" pitchFamily="18" charset="0"/>
              </a:rPr>
              <a:t>These particles start bumping into the other air particles, and this </a:t>
            </a:r>
            <a:r>
              <a:rPr lang="en-US" altLang="en-US" sz="2600" b="1" dirty="0">
                <a:solidFill>
                  <a:srgbClr val="7030A0"/>
                </a:solidFill>
                <a:cs typeface="Times New Roman" pitchFamily="18" charset="0"/>
              </a:rPr>
              <a:t>causes a wave </a:t>
            </a:r>
            <a:r>
              <a:rPr lang="en-US" altLang="en-US" sz="2600" b="1" dirty="0">
                <a:cs typeface="Times New Roman" pitchFamily="18" charset="0"/>
              </a:rPr>
              <a:t>that travels in all directions. </a:t>
            </a:r>
          </a:p>
          <a:p>
            <a:pPr marL="0" indent="0" algn="just">
              <a:buNone/>
            </a:pPr>
            <a:endParaRPr lang="en-US" altLang="en-US" sz="1200" b="1" dirty="0">
              <a:solidFill>
                <a:srgbClr val="FF0000"/>
              </a:solidFill>
              <a:cs typeface="Times New Roman" pitchFamily="18" charset="0"/>
            </a:endParaRPr>
          </a:p>
          <a:p>
            <a:pPr marL="0" indent="0" algn="just">
              <a:buNone/>
            </a:pPr>
            <a:r>
              <a:rPr lang="en-US" altLang="en-US" sz="3200" b="1" dirty="0">
                <a:solidFill>
                  <a:srgbClr val="FF0000"/>
                </a:solidFill>
                <a:cs typeface="Times New Roman" pitchFamily="18" charset="0"/>
              </a:rPr>
              <a:t>The mechanical energy in the wave is sensed by our ears and converted to electrical energy, which is transmitted to the auditory cortex, and our brain recognizes this as sound.</a:t>
            </a:r>
            <a:endParaRPr lang="en-US" sz="2400" b="1" dirty="0">
              <a:solidFill>
                <a:srgbClr val="FF0000"/>
              </a:solidFill>
            </a:endParaRPr>
          </a:p>
        </p:txBody>
      </p:sp>
      <p:sp>
        <p:nvSpPr>
          <p:cNvPr id="22531"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40" tIns="45720" rIns="91440" bIns="45720" numCol="1" rtlCol="0" anchor="ctr" anchorCtr="0" compatLnSpc="1">
            <a:prstTxWarp prst="textNoShape">
              <a:avLst/>
            </a:prstTxWarp>
            <a:noAutofit/>
          </a:bodyPr>
          <a:lstStyle>
            <a:lvl1pPr eaLnBrk="0" hangingPunct="0">
              <a:defRPr>
                <a:solidFill>
                  <a:schemeClr val="tx1"/>
                </a:solidFill>
                <a:latin typeface="Arial" charset="0"/>
              </a:defRPr>
            </a:lvl1pPr>
            <a:lvl2pPr marL="742932" indent="-285744" eaLnBrk="0" hangingPunct="0">
              <a:defRPr>
                <a:solidFill>
                  <a:schemeClr val="tx1"/>
                </a:solidFill>
                <a:latin typeface="Arial" charset="0"/>
              </a:defRPr>
            </a:lvl2pPr>
            <a:lvl3pPr marL="1142971" indent="-228594" eaLnBrk="0" hangingPunct="0">
              <a:defRPr>
                <a:solidFill>
                  <a:schemeClr val="tx1"/>
                </a:solidFill>
                <a:latin typeface="Arial" charset="0"/>
              </a:defRPr>
            </a:lvl3pPr>
            <a:lvl4pPr marL="1600160" indent="-228594" eaLnBrk="0" hangingPunct="0">
              <a:defRPr>
                <a:solidFill>
                  <a:schemeClr val="tx1"/>
                </a:solidFill>
                <a:latin typeface="Arial" charset="0"/>
              </a:defRPr>
            </a:lvl4pPr>
            <a:lvl5pPr marL="2057349" indent="-228594" eaLnBrk="0" hangingPunct="0">
              <a:defRPr>
                <a:solidFill>
                  <a:schemeClr val="tx1"/>
                </a:solidFill>
                <a:latin typeface="Arial" charset="0"/>
              </a:defRPr>
            </a:lvl5pPr>
            <a:lvl6pPr marL="2514537" indent="-228594" defTabSz="457189" eaLnBrk="0" fontAlgn="base" hangingPunct="0">
              <a:spcBef>
                <a:spcPct val="0"/>
              </a:spcBef>
              <a:spcAft>
                <a:spcPct val="0"/>
              </a:spcAft>
              <a:defRPr>
                <a:solidFill>
                  <a:schemeClr val="tx1"/>
                </a:solidFill>
                <a:latin typeface="Arial" charset="0"/>
              </a:defRPr>
            </a:lvl6pPr>
            <a:lvl7pPr marL="2971726" indent="-228594" defTabSz="457189" eaLnBrk="0" fontAlgn="base" hangingPunct="0">
              <a:spcBef>
                <a:spcPct val="0"/>
              </a:spcBef>
              <a:spcAft>
                <a:spcPct val="0"/>
              </a:spcAft>
              <a:defRPr>
                <a:solidFill>
                  <a:schemeClr val="tx1"/>
                </a:solidFill>
                <a:latin typeface="Arial" charset="0"/>
              </a:defRPr>
            </a:lvl7pPr>
            <a:lvl8pPr marL="3428914" indent="-228594" defTabSz="457189" eaLnBrk="0" fontAlgn="base" hangingPunct="0">
              <a:spcBef>
                <a:spcPct val="0"/>
              </a:spcBef>
              <a:spcAft>
                <a:spcPct val="0"/>
              </a:spcAft>
              <a:defRPr>
                <a:solidFill>
                  <a:schemeClr val="tx1"/>
                </a:solidFill>
                <a:latin typeface="Arial" charset="0"/>
              </a:defRPr>
            </a:lvl8pPr>
            <a:lvl9pPr marL="3886103" indent="-228594" defTabSz="457189" eaLnBrk="0" fontAlgn="base" hangingPunct="0">
              <a:spcBef>
                <a:spcPct val="0"/>
              </a:spcBef>
              <a:spcAft>
                <a:spcPct val="0"/>
              </a:spcAft>
              <a:defRPr>
                <a:solidFill>
                  <a:schemeClr val="tx1"/>
                </a:solidFill>
                <a:latin typeface="Arial" charset="0"/>
              </a:defRPr>
            </a:lvl9pPr>
          </a:lstStyle>
          <a:p>
            <a:pPr eaLnBrk="1" hangingPunct="1"/>
            <a:fld id="{D7185ECF-9959-4916-9078-3D00F9A4E8F5}" type="slidenum">
              <a:rPr lang="en-US" altLang="en-US" smtClean="0">
                <a:solidFill>
                  <a:srgbClr val="FFFFFF"/>
                </a:solidFill>
              </a:rPr>
              <a:pPr eaLnBrk="1" hangingPunct="1"/>
              <a:t>52</a:t>
            </a:fld>
            <a:endParaRPr lang="en-US" altLang="en-US" dirty="0">
              <a:solidFill>
                <a:srgbClr val="FFFFFF"/>
              </a:solidFill>
            </a:endParaRPr>
          </a:p>
        </p:txBody>
      </p:sp>
      <p:sp>
        <p:nvSpPr>
          <p:cNvPr id="5" name="Title 1"/>
          <p:cNvSpPr txBox="1">
            <a:spLocks/>
          </p:cNvSpPr>
          <p:nvPr/>
        </p:nvSpPr>
        <p:spPr>
          <a:xfrm>
            <a:off x="1524000" y="221297"/>
            <a:ext cx="9144000" cy="658813"/>
          </a:xfrm>
          <a:prstGeom prst="rect">
            <a:avLst/>
          </a:prstGeom>
        </p:spPr>
        <p:txBody>
          <a:bodyPr vert="horz" anchor="b">
            <a:noAutofit/>
          </a:bodyPr>
          <a:lstStyle>
            <a:lvl1pPr algn="l" rtl="0" eaLnBrk="0" fontAlgn="base" hangingPunct="0">
              <a:spcBef>
                <a:spcPct val="0"/>
              </a:spcBef>
              <a:spcAft>
                <a:spcPct val="0"/>
              </a:spcAft>
              <a:defRPr sz="3000" kern="1200" cap="small">
                <a:solidFill>
                  <a:schemeClr val="tx2"/>
                </a:solidFill>
                <a:latin typeface="Calibri" panose="020F0502020204030204" pitchFamily="34" charset="0"/>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a:lstStyle>
          <a:p>
            <a:pPr algn="ctr" defTabSz="914377" eaLnBrk="1" fontAlgn="auto" hangingPunct="1">
              <a:spcAft>
                <a:spcPts val="0"/>
              </a:spcAft>
              <a:defRPr/>
            </a:pPr>
            <a:r>
              <a:rPr lang="en-US" sz="4400" b="1" cap="none" dirty="0">
                <a:solidFill>
                  <a:schemeClr val="accent1"/>
                </a:solidFill>
                <a:latin typeface="+mj-lt"/>
              </a:rPr>
              <a:t>What is sound?</a:t>
            </a:r>
          </a:p>
        </p:txBody>
      </p:sp>
    </p:spTree>
    <p:extLst>
      <p:ext uri="{BB962C8B-B14F-4D97-AF65-F5344CB8AC3E}">
        <p14:creationId xmlns:p14="http://schemas.microsoft.com/office/powerpoint/2010/main" val="412963599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6" name="Rectangle 6">
            <a:extLst>
              <a:ext uri="{FF2B5EF4-FFF2-40B4-BE49-F238E27FC236}">
                <a16:creationId xmlns:a16="http://schemas.microsoft.com/office/drawing/2014/main" xmlns="" id="{3490A327-DD15-4EC4-A1C9-C89A3BC06431}"/>
              </a:ext>
            </a:extLst>
          </p:cNvPr>
          <p:cNvSpPr>
            <a:spLocks noGrp="1" noChangeArrowheads="1"/>
          </p:cNvSpPr>
          <p:nvPr>
            <p:ph type="title"/>
          </p:nvPr>
        </p:nvSpPr>
        <p:spPr>
          <a:xfrm>
            <a:off x="838200" y="365125"/>
            <a:ext cx="10515600" cy="900149"/>
          </a:xfrm>
        </p:spPr>
        <p:txBody>
          <a:bodyPr/>
          <a:lstStyle/>
          <a:p>
            <a:pPr algn="ctr"/>
            <a:r>
              <a:rPr lang="en-US" altLang="en-US" sz="4000" dirty="0">
                <a:solidFill>
                  <a:schemeClr val="accent1"/>
                </a:solidFill>
                <a:effectLst>
                  <a:outerShdw blurRad="38100" dist="38100" dir="2700000" algn="tl">
                    <a:srgbClr val="000000">
                      <a:alpha val="43137"/>
                    </a:srgbClr>
                  </a:outerShdw>
                </a:effectLst>
              </a:rPr>
              <a:t>Passage of Sound through the Ear</a:t>
            </a:r>
          </a:p>
        </p:txBody>
      </p:sp>
      <p:pic>
        <p:nvPicPr>
          <p:cNvPr id="168965" name="Picture 5">
            <a:extLst>
              <a:ext uri="{FF2B5EF4-FFF2-40B4-BE49-F238E27FC236}">
                <a16:creationId xmlns:a16="http://schemas.microsoft.com/office/drawing/2014/main" xmlns="" id="{A14BE932-D617-4CF2-95D3-F5B8499DAF7C}"/>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0" y="1828800"/>
            <a:ext cx="7696200" cy="4495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a:normAutofit/>
          </a:bodyPr>
          <a:lstStyle/>
          <a:p>
            <a:pPr algn="just"/>
            <a:r>
              <a:rPr lang="en-US" sz="2000" dirty="0"/>
              <a:t> C.B. </a:t>
            </a:r>
            <a:r>
              <a:rPr lang="en-US" sz="2000" dirty="0" err="1"/>
              <a:t>Powar</a:t>
            </a:r>
            <a:r>
              <a:rPr lang="en-US" sz="2000" dirty="0"/>
              <a:t>, 2010.Cell Biology. 5</a:t>
            </a:r>
            <a:r>
              <a:rPr lang="en-US" sz="2000" baseline="30000" dirty="0"/>
              <a:t>th</a:t>
            </a:r>
            <a:r>
              <a:rPr lang="en-US" sz="2000" dirty="0"/>
              <a:t> Ed, </a:t>
            </a:r>
            <a:r>
              <a:rPr lang="en-US" sz="2000" dirty="0" err="1"/>
              <a:t>Himalyan</a:t>
            </a:r>
            <a:r>
              <a:rPr lang="en-US" sz="2000" dirty="0"/>
              <a:t> Publishing House.</a:t>
            </a:r>
          </a:p>
          <a:p>
            <a:pPr algn="just"/>
            <a:r>
              <a:rPr lang="en-US" sz="2000" dirty="0"/>
              <a:t>Jeremy M. Berg, John L. </a:t>
            </a:r>
            <a:r>
              <a:rPr lang="en-US" sz="2000" dirty="0" err="1"/>
              <a:t>Tymoczko</a:t>
            </a:r>
            <a:r>
              <a:rPr lang="en-US" sz="2000" dirty="0"/>
              <a:t> and </a:t>
            </a:r>
            <a:r>
              <a:rPr lang="en-US" sz="2000" dirty="0" err="1"/>
              <a:t>Lubert</a:t>
            </a:r>
            <a:r>
              <a:rPr lang="en-US" sz="2000" dirty="0"/>
              <a:t> </a:t>
            </a:r>
            <a:r>
              <a:rPr lang="en-US" sz="2000" dirty="0" err="1"/>
              <a:t>Stryer</a:t>
            </a:r>
            <a:r>
              <a:rPr lang="en-US" sz="2000" dirty="0"/>
              <a:t>. 2006. “Biochemistry,” 6th Ed. W.H. Freeman and Co.  Ltd.</a:t>
            </a:r>
          </a:p>
          <a:p>
            <a:pPr algn="just"/>
            <a:r>
              <a:rPr lang="en-US" sz="2000" dirty="0"/>
              <a:t>Robert Weaver. 2012 “Molecular Biology,” 5th Edition, </a:t>
            </a:r>
            <a:r>
              <a:rPr lang="en-US" sz="2000" dirty="0" err="1"/>
              <a:t>MCGraw</a:t>
            </a:r>
            <a:r>
              <a:rPr lang="en-US" sz="2000" dirty="0"/>
              <a:t>-Hill. </a:t>
            </a:r>
          </a:p>
          <a:p>
            <a:pPr algn="just"/>
            <a:r>
              <a:rPr lang="en-US" sz="2000" dirty="0"/>
              <a:t>Jon Cooper, </a:t>
            </a:r>
            <a:r>
              <a:rPr lang="en-US" sz="2000" b="1" dirty="0"/>
              <a:t>, 2</a:t>
            </a:r>
            <a:r>
              <a:rPr lang="en-US" sz="2000" dirty="0"/>
              <a:t>004. “Biosensors A Practical Approach” Bellwether Books. </a:t>
            </a:r>
          </a:p>
          <a:p>
            <a:pPr algn="just"/>
            <a:r>
              <a:rPr lang="en-US" sz="2000" dirty="0"/>
              <a:t> Martin Alexander, 1994 “Biodegradation and Bioremediation,” Academic Press. </a:t>
            </a:r>
          </a:p>
          <a:p>
            <a:pPr algn="just">
              <a:buFont typeface="Arial" panose="020B0604020202020204" pitchFamily="34" charset="0"/>
              <a:buChar char="•"/>
            </a:pPr>
            <a:r>
              <a:rPr lang="en-IN" sz="2000" dirty="0"/>
              <a:t>D. </a:t>
            </a:r>
            <a:r>
              <a:rPr lang="en-IN" sz="2000" dirty="0" err="1"/>
              <a:t>Albe-Fessard</a:t>
            </a:r>
            <a:r>
              <a:rPr lang="en-IN" sz="2000" i="0" dirty="0">
                <a:effectLst/>
              </a:rPr>
              <a:t> et. al. </a:t>
            </a:r>
            <a:r>
              <a:rPr lang="en-IN" sz="2000" b="0" i="0" dirty="0">
                <a:solidFill>
                  <a:srgbClr val="111111"/>
                </a:solidFill>
                <a:effectLst/>
              </a:rPr>
              <a:t>Handbook of Sensory Physiology. </a:t>
            </a:r>
            <a:r>
              <a:rPr lang="en-IN" sz="2000" b="0" i="0" dirty="0">
                <a:solidFill>
                  <a:srgbClr val="777777"/>
                </a:solidFill>
                <a:effectLst/>
              </a:rPr>
              <a:t>DOI: </a:t>
            </a:r>
            <a:r>
              <a:rPr lang="en-IN" sz="2000" b="0" i="0" u="sng" dirty="0">
                <a:solidFill>
                  <a:srgbClr val="777777"/>
                </a:solidFill>
                <a:effectLst/>
                <a:hlinkClick r:id="rId3"/>
              </a:rPr>
              <a:t>10.1007/978-3-642-65438-1</a:t>
            </a:r>
            <a:r>
              <a:rPr lang="en-IN" sz="2000" b="0" i="0" u="sng" dirty="0">
                <a:solidFill>
                  <a:srgbClr val="777777"/>
                </a:solidFill>
                <a:effectLst/>
              </a:rPr>
              <a:t>; </a:t>
            </a:r>
            <a:r>
              <a:rPr lang="en-IN" sz="2000" b="0" i="0" dirty="0">
                <a:solidFill>
                  <a:srgbClr val="555555"/>
                </a:solidFill>
                <a:effectLst/>
              </a:rPr>
              <a:t>ISBN: 978-3-642-65440-4</a:t>
            </a:r>
            <a:endParaRPr lang="en-US" sz="2000" dirty="0"/>
          </a:p>
          <a:p>
            <a:pPr algn="just"/>
            <a:r>
              <a:rPr lang="en-US" sz="2000" dirty="0">
                <a:hlinkClick r:id="rId4"/>
              </a:rPr>
              <a:t>https://www.ncbi.nlm.nih.gov/books/NBK547656/</a:t>
            </a:r>
            <a:endParaRPr lang="en-US" sz="2000" dirty="0"/>
          </a:p>
          <a:p>
            <a:pPr algn="just"/>
            <a:endParaRPr lang="en-US" sz="2000" dirty="0"/>
          </a:p>
          <a:p>
            <a:pPr algn="just"/>
            <a:endParaRPr lang="en-IN" sz="2000" dirty="0">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xmlns=""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xmlns=""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xmlns=""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1"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BF8B2CB-3EEA-4916-8710-B037C4D7A58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0016*{50290AD1-BC77-4456-97D3-AFD2A2658E91}&quot;,&quot;C:\\Users\\dell\\Desktop\\unit 2 content BB\\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ure 20 transducers"/>
  <p:tag name="ISPRING_FIRST_PUBLISH" val="1"/>
</p:tagLst>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7323</TotalTime>
  <Words>3817</Words>
  <Application>Microsoft Office PowerPoint</Application>
  <PresentationFormat>Widescreen</PresentationFormat>
  <Paragraphs>516</Paragraphs>
  <Slides>55</Slides>
  <Notes>21</Notes>
  <HiddenSlides>0</HiddenSlides>
  <MMClips>0</MMClips>
  <ScaleCrop>false</ScaleCrop>
  <HeadingPairs>
    <vt:vector size="10" baseType="variant">
      <vt:variant>
        <vt:lpstr>Fonts Used</vt:lpstr>
      </vt:variant>
      <vt:variant>
        <vt:i4>22</vt:i4>
      </vt:variant>
      <vt:variant>
        <vt:lpstr>Theme</vt:lpstr>
      </vt:variant>
      <vt:variant>
        <vt:i4>2</vt:i4>
      </vt:variant>
      <vt:variant>
        <vt:lpstr>Embedded OLE Servers</vt:lpstr>
      </vt:variant>
      <vt:variant>
        <vt:i4>1</vt:i4>
      </vt:variant>
      <vt:variant>
        <vt:lpstr>Slide Titles</vt:lpstr>
      </vt:variant>
      <vt:variant>
        <vt:i4>55</vt:i4>
      </vt:variant>
      <vt:variant>
        <vt:lpstr>Custom Shows</vt:lpstr>
      </vt:variant>
      <vt:variant>
        <vt:i4>1</vt:i4>
      </vt:variant>
    </vt:vector>
  </HeadingPairs>
  <TitlesOfParts>
    <vt:vector size="81" baseType="lpstr">
      <vt:lpstr>Arial Unicode MS</vt:lpstr>
      <vt:lpstr>SimSun</vt:lpstr>
      <vt:lpstr>Arial</vt:lpstr>
      <vt:lpstr>Arial</vt:lpstr>
      <vt:lpstr>Calibri</vt:lpstr>
      <vt:lpstr>Calibri Light</vt:lpstr>
      <vt:lpstr>Cambria</vt:lpstr>
      <vt:lpstr>Casper</vt:lpstr>
      <vt:lpstr>Google Sans</vt:lpstr>
      <vt:lpstr>HelveticaNeue-Light</vt:lpstr>
      <vt:lpstr>inherit</vt:lpstr>
      <vt:lpstr>Karla</vt:lpstr>
      <vt:lpstr>King</vt:lpstr>
      <vt:lpstr>Raleway ExtraBold</vt:lpstr>
      <vt:lpstr>Segoe UI</vt:lpstr>
      <vt:lpstr>Symbol</vt:lpstr>
      <vt:lpstr>Times</vt:lpstr>
      <vt:lpstr>Times New Roman</vt:lpstr>
      <vt:lpstr>Verdana</vt:lpstr>
      <vt:lpstr>Wingdings</vt:lpstr>
      <vt:lpstr>Wingdings 3</vt:lpstr>
      <vt:lpstr>ヒラギノ角ゴ Pro W3</vt:lpstr>
      <vt:lpstr>1_Office Theme</vt:lpstr>
      <vt:lpstr>Contents Slide Master</vt:lpstr>
      <vt:lpstr>CorelDRAW</vt:lpstr>
      <vt:lpstr>PowerPoint Presentation</vt:lpstr>
      <vt:lpstr>Course Outcome </vt:lpstr>
      <vt:lpstr>SYLLABUS</vt:lpstr>
      <vt:lpstr>Biological Sensors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Sensory Input</vt:lpstr>
      <vt:lpstr>Sensation</vt:lpstr>
      <vt:lpstr>PowerPoint Presentation</vt:lpstr>
      <vt:lpstr>Classification of Receptors</vt:lpstr>
      <vt:lpstr>Human Sensors</vt:lpstr>
      <vt:lpstr>PowerPoint Presentation</vt:lpstr>
      <vt:lpstr>PowerPoint Presentation</vt:lpstr>
      <vt:lpstr>PowerPoint Presentation</vt:lpstr>
      <vt:lpstr>Chemoreception</vt:lpstr>
      <vt:lpstr>CHEMORECEPTORS</vt:lpstr>
      <vt:lpstr>Olfactory Receptors (Distance Receptors)</vt:lpstr>
      <vt:lpstr>PowerPoint Presentation</vt:lpstr>
      <vt:lpstr>PowerPoint Presentation</vt:lpstr>
      <vt:lpstr>Taste Receptors  (Taste Buds)</vt:lpstr>
      <vt:lpstr>PowerPoint Presentation</vt:lpstr>
      <vt:lpstr>PowerPoint Presentation</vt:lpstr>
      <vt:lpstr>Taste Buds: Respond to any one of five primary tastes: sweet, sour, bitter, salty, or umami (savory, glutamate detection)</vt:lpstr>
      <vt:lpstr>Osmoreceptors </vt:lpstr>
      <vt:lpstr>Photoreception (VISION)</vt:lpstr>
      <vt:lpstr>PowerPoint Presentation</vt:lpstr>
      <vt:lpstr>PowerPoint Presentation</vt:lpstr>
      <vt:lpstr>PowerPoint Presentation</vt:lpstr>
      <vt:lpstr>PowerPoint Presentation</vt:lpstr>
      <vt:lpstr>Mechanoreception</vt:lpstr>
      <vt:lpstr>Mechanoreception</vt:lpstr>
      <vt:lpstr>Tactile  (Touch)</vt:lpstr>
      <vt:lpstr>Sensory receptors in the skin and subcutaneous layer </vt:lpstr>
      <vt:lpstr>General senses in the skin</vt:lpstr>
      <vt:lpstr>Tactile Sensations (Mechanoreceptors)</vt:lpstr>
      <vt:lpstr>Baroreceptors </vt:lpstr>
      <vt:lpstr>Thermoreceptors (Thermal Sensations )</vt:lpstr>
      <vt:lpstr>Nociceptors (Painful Sensations)</vt:lpstr>
      <vt:lpstr>Proprioceptors (Proprioceptive Sensations)</vt:lpstr>
      <vt:lpstr>Equilibrium: Hair Cells</vt:lpstr>
      <vt:lpstr>Physiology of Equilibrium</vt:lpstr>
      <vt:lpstr>Vibration (Sound)</vt:lpstr>
      <vt:lpstr>PowerPoint Presentation</vt:lpstr>
      <vt:lpstr>PowerPoint Presentation</vt:lpstr>
      <vt:lpstr>PowerPoint Presentation</vt:lpstr>
      <vt:lpstr>Passage of Sound through the Ear</vt:lpstr>
      <vt:lpstr>REFERENCES    </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Lecure 20 transducers</dc:title>
  <dc:creator>Branding</dc:creator>
  <cp:lastModifiedBy>Microsoft account</cp:lastModifiedBy>
  <cp:revision>679</cp:revision>
  <dcterms:created xsi:type="dcterms:W3CDTF">2019-01-09T10:33:58Z</dcterms:created>
  <dcterms:modified xsi:type="dcterms:W3CDTF">2023-07-05T14:46:26Z</dcterms:modified>
</cp:coreProperties>
</file>