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63"/>
  </p:notesMasterIdLst>
  <p:handoutMasterIdLst>
    <p:handoutMasterId r:id="rId64"/>
  </p:handoutMasterIdLst>
  <p:sldIdLst>
    <p:sldId id="277" r:id="rId3"/>
    <p:sldId id="381" r:id="rId4"/>
    <p:sldId id="494" r:id="rId5"/>
    <p:sldId id="492" r:id="rId6"/>
    <p:sldId id="505" r:id="rId7"/>
    <p:sldId id="524" r:id="rId8"/>
    <p:sldId id="495" r:id="rId9"/>
    <p:sldId id="400" r:id="rId10"/>
    <p:sldId id="408" r:id="rId11"/>
    <p:sldId id="410" r:id="rId12"/>
    <p:sldId id="496" r:id="rId13"/>
    <p:sldId id="497" r:id="rId14"/>
    <p:sldId id="498" r:id="rId15"/>
    <p:sldId id="503" r:id="rId16"/>
    <p:sldId id="500" r:id="rId17"/>
    <p:sldId id="499" r:id="rId18"/>
    <p:sldId id="501" r:id="rId19"/>
    <p:sldId id="502" r:id="rId20"/>
    <p:sldId id="507" r:id="rId21"/>
    <p:sldId id="508" r:id="rId22"/>
    <p:sldId id="509" r:id="rId23"/>
    <p:sldId id="510" r:id="rId24"/>
    <p:sldId id="511" r:id="rId25"/>
    <p:sldId id="512" r:id="rId26"/>
    <p:sldId id="513" r:id="rId27"/>
    <p:sldId id="515" r:id="rId28"/>
    <p:sldId id="418" r:id="rId29"/>
    <p:sldId id="422" r:id="rId30"/>
    <p:sldId id="525" r:id="rId31"/>
    <p:sldId id="517" r:id="rId32"/>
    <p:sldId id="518" r:id="rId33"/>
    <p:sldId id="430" r:id="rId34"/>
    <p:sldId id="429" r:id="rId35"/>
    <p:sldId id="520" r:id="rId36"/>
    <p:sldId id="434" r:id="rId37"/>
    <p:sldId id="521" r:id="rId38"/>
    <p:sldId id="440" r:id="rId39"/>
    <p:sldId id="522" r:id="rId40"/>
    <p:sldId id="463" r:id="rId41"/>
    <p:sldId id="523" r:id="rId42"/>
    <p:sldId id="406" r:id="rId43"/>
    <p:sldId id="528" r:id="rId44"/>
    <p:sldId id="529" r:id="rId45"/>
    <p:sldId id="530" r:id="rId46"/>
    <p:sldId id="531" r:id="rId47"/>
    <p:sldId id="532" r:id="rId48"/>
    <p:sldId id="533" r:id="rId49"/>
    <p:sldId id="534" r:id="rId50"/>
    <p:sldId id="535" r:id="rId51"/>
    <p:sldId id="536" r:id="rId52"/>
    <p:sldId id="537" r:id="rId53"/>
    <p:sldId id="538" r:id="rId54"/>
    <p:sldId id="539" r:id="rId55"/>
    <p:sldId id="540" r:id="rId56"/>
    <p:sldId id="541" r:id="rId57"/>
    <p:sldId id="542" r:id="rId58"/>
    <p:sldId id="543" r:id="rId59"/>
    <p:sldId id="544" r:id="rId60"/>
    <p:sldId id="284" r:id="rId61"/>
    <p:sldId id="27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5" autoAdjust="0"/>
    <p:restoredTop sz="88755" autoAdjust="0"/>
  </p:normalViewPr>
  <p:slideViewPr>
    <p:cSldViewPr snapToGrid="0">
      <p:cViewPr varScale="1">
        <p:scale>
          <a:sx n="74" d="100"/>
          <a:sy n="74" d="100"/>
        </p:scale>
        <p:origin x="600" y="7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10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02BAFCB6-52BE-469E-851C-FEC21D123C66}"/>
    <pc:docChg chg="undo redo custSel addSld delSld modSld sldOrd">
      <pc:chgData name="Devinder Kaur" userId="89161a673412ba18" providerId="LiveId" clId="{02BAFCB6-52BE-469E-851C-FEC21D123C66}" dt="2021-12-13T10:35:25.491" v="2911" actId="113"/>
      <pc:docMkLst>
        <pc:docMk/>
      </pc:docMkLst>
      <pc:sldChg chg="delSp modSp mod">
        <pc:chgData name="Devinder Kaur" userId="89161a673412ba18" providerId="LiveId" clId="{02BAFCB6-52BE-469E-851C-FEC21D123C66}" dt="2021-11-30T09:58:04.864" v="2499" actId="14100"/>
        <pc:sldMkLst>
          <pc:docMk/>
          <pc:sldMk cId="3361918424" sldId="284"/>
        </pc:sldMkLst>
        <pc:spChg chg="mod">
          <ac:chgData name="Devinder Kaur" userId="89161a673412ba18" providerId="LiveId" clId="{02BAFCB6-52BE-469E-851C-FEC21D123C66}" dt="2021-11-30T09:57:53.712" v="2495" actId="14100"/>
          <ac:spMkLst>
            <pc:docMk/>
            <pc:sldMk cId="3361918424" sldId="284"/>
            <ac:spMk id="2" creationId="{00000000-0000-0000-0000-000000000000}"/>
          </ac:spMkLst>
        </pc:spChg>
        <pc:spChg chg="mod">
          <ac:chgData name="Devinder Kaur" userId="89161a673412ba18" providerId="LiveId" clId="{02BAFCB6-52BE-469E-851C-FEC21D123C66}" dt="2021-11-30T09:58:04.864" v="2499" actId="14100"/>
          <ac:spMkLst>
            <pc:docMk/>
            <pc:sldMk cId="3361918424" sldId="284"/>
            <ac:spMk id="3" creationId="{00000000-0000-0000-0000-000000000000}"/>
          </ac:spMkLst>
        </pc:spChg>
        <pc:spChg chg="del mod">
          <ac:chgData name="Devinder Kaur" userId="89161a673412ba18" providerId="LiveId" clId="{02BAFCB6-52BE-469E-851C-FEC21D123C66}" dt="2021-11-30T09:57:40.677" v="2492" actId="478"/>
          <ac:spMkLst>
            <pc:docMk/>
            <pc:sldMk cId="3361918424" sldId="284"/>
            <ac:spMk id="5" creationId="{00000000-0000-0000-0000-000000000000}"/>
          </ac:spMkLst>
        </pc:spChg>
        <pc:spChg chg="del mod">
          <ac:chgData name="Devinder Kaur" userId="89161a673412ba18" providerId="LiveId" clId="{02BAFCB6-52BE-469E-851C-FEC21D123C66}" dt="2021-11-30T09:57:44.652" v="2493" actId="478"/>
          <ac:spMkLst>
            <pc:docMk/>
            <pc:sldMk cId="3361918424" sldId="284"/>
            <ac:spMk id="6" creationId="{00000000-0000-0000-0000-000000000000}"/>
          </ac:spMkLst>
        </pc:spChg>
      </pc:sldChg>
      <pc:sldChg chg="addSp modSp del mod ord">
        <pc:chgData name="Devinder Kaur" userId="89161a673412ba18" providerId="LiveId" clId="{02BAFCB6-52BE-469E-851C-FEC21D123C66}" dt="2021-11-29T07:14:27.970" v="170" actId="47"/>
        <pc:sldMkLst>
          <pc:docMk/>
          <pc:sldMk cId="0" sldId="343"/>
        </pc:sldMkLst>
        <pc:spChg chg="mod">
          <ac:chgData name="Devinder Kaur" userId="89161a673412ba18" providerId="LiveId" clId="{02BAFCB6-52BE-469E-851C-FEC21D123C66}" dt="2021-11-29T07:08:54.036" v="90" actId="27636"/>
          <ac:spMkLst>
            <pc:docMk/>
            <pc:sldMk cId="0" sldId="343"/>
            <ac:spMk id="3" creationId="{02F7C923-8382-4B98-84A7-C8EE7F74B786}"/>
          </ac:spMkLst>
        </pc:spChg>
        <pc:spChg chg="add mod">
          <ac:chgData name="Devinder Kaur" userId="89161a673412ba18" providerId="LiveId" clId="{02BAFCB6-52BE-469E-851C-FEC21D123C66}" dt="2021-11-29T07:09:12.851" v="96" actId="14100"/>
          <ac:spMkLst>
            <pc:docMk/>
            <pc:sldMk cId="0" sldId="343"/>
            <ac:spMk id="5" creationId="{B19A0A7D-E3D2-4875-B46D-2D5BE8AAF275}"/>
          </ac:spMkLst>
        </pc:spChg>
        <pc:spChg chg="mod">
          <ac:chgData name="Devinder Kaur" userId="89161a673412ba18" providerId="LiveId" clId="{02BAFCB6-52BE-469E-851C-FEC21D123C66}" dt="2021-11-29T07:09:03.268" v="93" actId="14100"/>
          <ac:spMkLst>
            <pc:docMk/>
            <pc:sldMk cId="0" sldId="343"/>
            <ac:spMk id="15362" creationId="{26789B68-3CF9-4258-BA41-69F5FBFE8D97}"/>
          </ac:spMkLst>
        </pc:spChg>
      </pc:sldChg>
      <pc:sldChg chg="modSp del mod">
        <pc:chgData name="Devinder Kaur" userId="89161a673412ba18" providerId="LiveId" clId="{02BAFCB6-52BE-469E-851C-FEC21D123C66}" dt="2021-11-29T08:08:59.461" v="695" actId="47"/>
        <pc:sldMkLst>
          <pc:docMk/>
          <pc:sldMk cId="0" sldId="352"/>
        </pc:sldMkLst>
        <pc:spChg chg="mod">
          <ac:chgData name="Devinder Kaur" userId="89161a673412ba18" providerId="LiveId" clId="{02BAFCB6-52BE-469E-851C-FEC21D123C66}" dt="2021-11-29T08:04:04.932" v="616" actId="27636"/>
          <ac:spMkLst>
            <pc:docMk/>
            <pc:sldMk cId="0" sldId="352"/>
            <ac:spMk id="3" creationId="{650B5AAF-CF60-427C-A3CE-2899A9E0F93D}"/>
          </ac:spMkLst>
        </pc:spChg>
      </pc:sldChg>
      <pc:sldChg chg="modSp mod">
        <pc:chgData name="Devinder Kaur" userId="89161a673412ba18" providerId="LiveId" clId="{02BAFCB6-52BE-469E-851C-FEC21D123C66}" dt="2021-12-11T07:06:07.526" v="2749" actId="20577"/>
        <pc:sldMkLst>
          <pc:docMk/>
          <pc:sldMk cId="1151394046" sldId="422"/>
        </pc:sldMkLst>
        <pc:spChg chg="mod">
          <ac:chgData name="Devinder Kaur" userId="89161a673412ba18" providerId="LiveId" clId="{02BAFCB6-52BE-469E-851C-FEC21D123C66}" dt="2021-12-11T07:06:07.526" v="2749" actId="20577"/>
          <ac:spMkLst>
            <pc:docMk/>
            <pc:sldMk cId="1151394046" sldId="422"/>
            <ac:spMk id="4" creationId="{CFDD82DA-A224-45E3-97C8-CE72778F6196}"/>
          </ac:spMkLst>
        </pc:spChg>
      </pc:sldChg>
      <pc:sldChg chg="del">
        <pc:chgData name="Devinder Kaur" userId="89161a673412ba18" providerId="LiveId" clId="{02BAFCB6-52BE-469E-851C-FEC21D123C66}" dt="2021-11-29T08:01:08.871" v="608" actId="2696"/>
        <pc:sldMkLst>
          <pc:docMk/>
          <pc:sldMk cId="1717129918" sldId="442"/>
        </pc:sldMkLst>
      </pc:sldChg>
      <pc:sldChg chg="modSp mod">
        <pc:chgData name="Devinder Kaur" userId="89161a673412ba18" providerId="LiveId" clId="{02BAFCB6-52BE-469E-851C-FEC21D123C66}" dt="2021-11-29T12:29:59.742" v="697" actId="113"/>
        <pc:sldMkLst>
          <pc:docMk/>
          <pc:sldMk cId="2605150284" sldId="442"/>
        </pc:sldMkLst>
        <pc:spChg chg="mod">
          <ac:chgData name="Devinder Kaur" userId="89161a673412ba18" providerId="LiveId" clId="{02BAFCB6-52BE-469E-851C-FEC21D123C66}" dt="2021-11-29T12:29:59.742" v="697" actId="113"/>
          <ac:spMkLst>
            <pc:docMk/>
            <pc:sldMk cId="2605150284" sldId="442"/>
            <ac:spMk id="3" creationId="{6A6E3E77-9CC6-44C7-83DC-007DA4C1587F}"/>
          </ac:spMkLst>
        </pc:spChg>
      </pc:sldChg>
      <pc:sldChg chg="addSp delSp modSp mod">
        <pc:chgData name="Devinder Kaur" userId="89161a673412ba18" providerId="LiveId" clId="{02BAFCB6-52BE-469E-851C-FEC21D123C66}" dt="2021-11-29T07:54:24.944" v="522" actId="14100"/>
        <pc:sldMkLst>
          <pc:docMk/>
          <pc:sldMk cId="1588389297" sldId="446"/>
        </pc:sldMkLst>
        <pc:spChg chg="mod">
          <ac:chgData name="Devinder Kaur" userId="89161a673412ba18" providerId="LiveId" clId="{02BAFCB6-52BE-469E-851C-FEC21D123C66}" dt="2021-11-29T07:54:24.944" v="522" actId="14100"/>
          <ac:spMkLst>
            <pc:docMk/>
            <pc:sldMk cId="1588389297" sldId="446"/>
            <ac:spMk id="3" creationId="{EFB32610-6427-4EF8-98BB-5C8F7A21FC85}"/>
          </ac:spMkLst>
        </pc:spChg>
        <pc:spChg chg="add del mod">
          <ac:chgData name="Devinder Kaur" userId="89161a673412ba18" providerId="LiveId" clId="{02BAFCB6-52BE-469E-851C-FEC21D123C66}" dt="2021-11-29T06:55:03.551" v="48" actId="22"/>
          <ac:spMkLst>
            <pc:docMk/>
            <pc:sldMk cId="1588389297" sldId="446"/>
            <ac:spMk id="6" creationId="{54302395-C996-4CC8-89BC-821838F6C566}"/>
          </ac:spMkLst>
        </pc:spChg>
      </pc:sldChg>
      <pc:sldChg chg="delSp">
        <pc:chgData name="Devinder Kaur" userId="89161a673412ba18" providerId="LiveId" clId="{02BAFCB6-52BE-469E-851C-FEC21D123C66}" dt="2021-11-29T07:53:09.685" v="515"/>
        <pc:sldMkLst>
          <pc:docMk/>
          <pc:sldMk cId="3882373386" sldId="447"/>
        </pc:sldMkLst>
        <pc:picChg chg="del">
          <ac:chgData name="Devinder Kaur" userId="89161a673412ba18" providerId="LiveId" clId="{02BAFCB6-52BE-469E-851C-FEC21D123C66}" dt="2021-11-29T07:53:09.685" v="515"/>
          <ac:picMkLst>
            <pc:docMk/>
            <pc:sldMk cId="3882373386" sldId="447"/>
            <ac:picMk id="2" creationId="{0B41F45F-DABE-4A4D-B08E-20E1C004C2FF}"/>
          </ac:picMkLst>
        </pc:picChg>
      </pc:sldChg>
      <pc:sldChg chg="ord">
        <pc:chgData name="Devinder Kaur" userId="89161a673412ba18" providerId="LiveId" clId="{02BAFCB6-52BE-469E-851C-FEC21D123C66}" dt="2021-11-29T07:58:14.673" v="603"/>
        <pc:sldMkLst>
          <pc:docMk/>
          <pc:sldMk cId="3571683946" sldId="450"/>
        </pc:sldMkLst>
      </pc:sldChg>
      <pc:sldChg chg="del ord">
        <pc:chgData name="Devinder Kaur" userId="89161a673412ba18" providerId="LiveId" clId="{02BAFCB6-52BE-469E-851C-FEC21D123C66}" dt="2021-11-29T08:02:13.824" v="613" actId="2696"/>
        <pc:sldMkLst>
          <pc:docMk/>
          <pc:sldMk cId="1092694584" sldId="452"/>
        </pc:sldMkLst>
      </pc:sldChg>
      <pc:sldChg chg="addSp delSp modSp mod">
        <pc:chgData name="Devinder Kaur" userId="89161a673412ba18" providerId="LiveId" clId="{02BAFCB6-52BE-469E-851C-FEC21D123C66}" dt="2021-12-13T10:18:34.342" v="2873" actId="113"/>
        <pc:sldMkLst>
          <pc:docMk/>
          <pc:sldMk cId="2006769375" sldId="453"/>
        </pc:sldMkLst>
        <pc:spChg chg="mod">
          <ac:chgData name="Devinder Kaur" userId="89161a673412ba18" providerId="LiveId" clId="{02BAFCB6-52BE-469E-851C-FEC21D123C66}" dt="2021-11-29T13:01:42.209" v="979" actId="1036"/>
          <ac:spMkLst>
            <pc:docMk/>
            <pc:sldMk cId="2006769375" sldId="453"/>
            <ac:spMk id="2" creationId="{82B9D0C1-3D42-49AB-843D-6649AE85698B}"/>
          </ac:spMkLst>
        </pc:spChg>
        <pc:spChg chg="mod">
          <ac:chgData name="Devinder Kaur" userId="89161a673412ba18" providerId="LiveId" clId="{02BAFCB6-52BE-469E-851C-FEC21D123C66}" dt="2021-12-13T10:18:34.342" v="2873" actId="113"/>
          <ac:spMkLst>
            <pc:docMk/>
            <pc:sldMk cId="2006769375" sldId="453"/>
            <ac:spMk id="3" creationId="{A3CFBA45-A64D-424D-AAC5-D8AF766DBE8B}"/>
          </ac:spMkLst>
        </pc:spChg>
        <pc:spChg chg="del mod">
          <ac:chgData name="Devinder Kaur" userId="89161a673412ba18" providerId="LiveId" clId="{02BAFCB6-52BE-469E-851C-FEC21D123C66}" dt="2021-11-29T12:59:14.448" v="950" actId="478"/>
          <ac:spMkLst>
            <pc:docMk/>
            <pc:sldMk cId="2006769375" sldId="453"/>
            <ac:spMk id="7" creationId="{7EBA2FEA-1415-451C-9B88-624D4991FB0E}"/>
          </ac:spMkLst>
        </pc:spChg>
        <pc:graphicFrameChg chg="add mod modGraphic">
          <ac:chgData name="Devinder Kaur" userId="89161a673412ba18" providerId="LiveId" clId="{02BAFCB6-52BE-469E-851C-FEC21D123C66}" dt="2021-12-13T10:16:16.228" v="2862" actId="20577"/>
          <ac:graphicFrameMkLst>
            <pc:docMk/>
            <pc:sldMk cId="2006769375" sldId="453"/>
            <ac:graphicFrameMk id="5" creationId="{0034FF5E-ED18-4A26-B765-757187B00DFA}"/>
          </ac:graphicFrameMkLst>
        </pc:graphicFrameChg>
        <pc:picChg chg="del mod">
          <ac:chgData name="Devinder Kaur" userId="89161a673412ba18" providerId="LiveId" clId="{02BAFCB6-52BE-469E-851C-FEC21D123C66}" dt="2021-11-29T13:01:23.446" v="966" actId="478"/>
          <ac:picMkLst>
            <pc:docMk/>
            <pc:sldMk cId="2006769375" sldId="453"/>
            <ac:picMk id="5" creationId="{7EE646A2-3DAA-4CF2-BE95-F4C5C407D70A}"/>
          </ac:picMkLst>
        </pc:picChg>
      </pc:sldChg>
      <pc:sldChg chg="del">
        <pc:chgData name="Devinder Kaur" userId="89161a673412ba18" providerId="LiveId" clId="{02BAFCB6-52BE-469E-851C-FEC21D123C66}" dt="2021-11-29T12:55:34.568" v="934" actId="2696"/>
        <pc:sldMkLst>
          <pc:docMk/>
          <pc:sldMk cId="2630829382" sldId="453"/>
        </pc:sldMkLst>
      </pc:sldChg>
      <pc:sldChg chg="modSp mod">
        <pc:chgData name="Devinder Kaur" userId="89161a673412ba18" providerId="LiveId" clId="{02BAFCB6-52BE-469E-851C-FEC21D123C66}" dt="2021-11-29T12:32:02.591" v="739" actId="1037"/>
        <pc:sldMkLst>
          <pc:docMk/>
          <pc:sldMk cId="3046141785" sldId="458"/>
        </pc:sldMkLst>
        <pc:spChg chg="mod">
          <ac:chgData name="Devinder Kaur" userId="89161a673412ba18" providerId="LiveId" clId="{02BAFCB6-52BE-469E-851C-FEC21D123C66}" dt="2021-11-29T12:31:58.304" v="735" actId="14100"/>
          <ac:spMkLst>
            <pc:docMk/>
            <pc:sldMk cId="3046141785" sldId="458"/>
            <ac:spMk id="5" creationId="{66F2292D-6E7D-42B5-A2A0-5FE541C7B905}"/>
          </ac:spMkLst>
        </pc:spChg>
        <pc:picChg chg="mod">
          <ac:chgData name="Devinder Kaur" userId="89161a673412ba18" providerId="LiveId" clId="{02BAFCB6-52BE-469E-851C-FEC21D123C66}" dt="2021-11-29T12:32:02.591" v="739" actId="1037"/>
          <ac:picMkLst>
            <pc:docMk/>
            <pc:sldMk cId="3046141785" sldId="458"/>
            <ac:picMk id="3" creationId="{669142DF-7176-43A7-8013-A35466959906}"/>
          </ac:picMkLst>
        </pc:picChg>
      </pc:sldChg>
      <pc:sldChg chg="del">
        <pc:chgData name="Devinder Kaur" userId="89161a673412ba18" providerId="LiveId" clId="{02BAFCB6-52BE-469E-851C-FEC21D123C66}" dt="2021-11-29T07:52:52.205" v="514" actId="2696"/>
        <pc:sldMkLst>
          <pc:docMk/>
          <pc:sldMk cId="1182464335" sldId="459"/>
        </pc:sldMkLst>
      </pc:sldChg>
      <pc:sldChg chg="addSp modSp mod ord">
        <pc:chgData name="Devinder Kaur" userId="89161a673412ba18" providerId="LiveId" clId="{02BAFCB6-52BE-469E-851C-FEC21D123C66}" dt="2021-11-29T07:56:42.826" v="600" actId="1037"/>
        <pc:sldMkLst>
          <pc:docMk/>
          <pc:sldMk cId="2401965984" sldId="459"/>
        </pc:sldMkLst>
        <pc:spChg chg="mod">
          <ac:chgData name="Devinder Kaur" userId="89161a673412ba18" providerId="LiveId" clId="{02BAFCB6-52BE-469E-851C-FEC21D123C66}" dt="2021-11-29T07:55:03.382" v="528" actId="1076"/>
          <ac:spMkLst>
            <pc:docMk/>
            <pc:sldMk cId="2401965984" sldId="459"/>
            <ac:spMk id="2" creationId="{45F373A4-CFB2-44DB-9D40-666724829375}"/>
          </ac:spMkLst>
        </pc:spChg>
        <pc:spChg chg="mod">
          <ac:chgData name="Devinder Kaur" userId="89161a673412ba18" providerId="LiveId" clId="{02BAFCB6-52BE-469E-851C-FEC21D123C66}" dt="2021-11-29T07:56:36.538" v="591" actId="14100"/>
          <ac:spMkLst>
            <pc:docMk/>
            <pc:sldMk cId="2401965984" sldId="459"/>
            <ac:spMk id="3" creationId="{264B07A1-7D58-4EE7-B741-5842207072BA}"/>
          </ac:spMkLst>
        </pc:spChg>
        <pc:spChg chg="add mod">
          <ac:chgData name="Devinder Kaur" userId="89161a673412ba18" providerId="LiveId" clId="{02BAFCB6-52BE-469E-851C-FEC21D123C66}" dt="2021-11-29T07:56:20.077" v="589" actId="14100"/>
          <ac:spMkLst>
            <pc:docMk/>
            <pc:sldMk cId="2401965984" sldId="459"/>
            <ac:spMk id="8" creationId="{3F23D272-0A04-4720-9904-F80BE2D6C5D5}"/>
          </ac:spMkLst>
        </pc:spChg>
        <pc:picChg chg="mod">
          <ac:chgData name="Devinder Kaur" userId="89161a673412ba18" providerId="LiveId" clId="{02BAFCB6-52BE-469E-851C-FEC21D123C66}" dt="2021-11-29T07:56:42.826" v="600" actId="1037"/>
          <ac:picMkLst>
            <pc:docMk/>
            <pc:sldMk cId="2401965984" sldId="459"/>
            <ac:picMk id="7" creationId="{F3200974-19A7-49EE-875E-5C0F4283EB62}"/>
          </ac:picMkLst>
        </pc:picChg>
      </pc:sldChg>
      <pc:sldChg chg="delSp modSp mod">
        <pc:chgData name="Devinder Kaur" userId="89161a673412ba18" providerId="LiveId" clId="{02BAFCB6-52BE-469E-851C-FEC21D123C66}" dt="2021-11-29T12:37:16.548" v="928" actId="14100"/>
        <pc:sldMkLst>
          <pc:docMk/>
          <pc:sldMk cId="3609509337" sldId="461"/>
        </pc:sldMkLst>
        <pc:spChg chg="mod">
          <ac:chgData name="Devinder Kaur" userId="89161a673412ba18" providerId="LiveId" clId="{02BAFCB6-52BE-469E-851C-FEC21D123C66}" dt="2021-11-29T12:37:06.728" v="927" actId="27636"/>
          <ac:spMkLst>
            <pc:docMk/>
            <pc:sldMk cId="3609509337" sldId="461"/>
            <ac:spMk id="3" creationId="{ABD2A7B3-314A-4F94-935A-9E3272184A81}"/>
          </ac:spMkLst>
        </pc:spChg>
        <pc:picChg chg="del mod">
          <ac:chgData name="Devinder Kaur" userId="89161a673412ba18" providerId="LiveId" clId="{02BAFCB6-52BE-469E-851C-FEC21D123C66}" dt="2021-11-29T12:33:32.812" v="741" actId="21"/>
          <ac:picMkLst>
            <pc:docMk/>
            <pc:sldMk cId="3609509337" sldId="461"/>
            <ac:picMk id="6" creationId="{6A34EE99-5F67-4FE5-A120-86EFEBDBA6DD}"/>
          </ac:picMkLst>
        </pc:picChg>
        <pc:picChg chg="mod">
          <ac:chgData name="Devinder Kaur" userId="89161a673412ba18" providerId="LiveId" clId="{02BAFCB6-52BE-469E-851C-FEC21D123C66}" dt="2021-11-29T12:37:16.548" v="928" actId="14100"/>
          <ac:picMkLst>
            <pc:docMk/>
            <pc:sldMk cId="3609509337" sldId="461"/>
            <ac:picMk id="5122" creationId="{8B9AF571-6921-4C41-9FFF-1879A961D3E1}"/>
          </ac:picMkLst>
        </pc:picChg>
      </pc:sldChg>
      <pc:sldChg chg="addSp modSp new mod">
        <pc:chgData name="Devinder Kaur" userId="89161a673412ba18" providerId="LiveId" clId="{02BAFCB6-52BE-469E-851C-FEC21D123C66}" dt="2021-11-29T06:51:46.478" v="13" actId="14100"/>
        <pc:sldMkLst>
          <pc:docMk/>
          <pc:sldMk cId="212605222" sldId="463"/>
        </pc:sldMkLst>
        <pc:picChg chg="add mod modCrop">
          <ac:chgData name="Devinder Kaur" userId="89161a673412ba18" providerId="LiveId" clId="{02BAFCB6-52BE-469E-851C-FEC21D123C66}" dt="2021-11-29T06:51:46.478" v="13" actId="14100"/>
          <ac:picMkLst>
            <pc:docMk/>
            <pc:sldMk cId="212605222" sldId="463"/>
            <ac:picMk id="3" creationId="{A3AAA238-527F-4425-8308-18632226A795}"/>
          </ac:picMkLst>
        </pc:picChg>
      </pc:sldChg>
      <pc:sldChg chg="new del">
        <pc:chgData name="Devinder Kaur" userId="89161a673412ba18" providerId="LiveId" clId="{02BAFCB6-52BE-469E-851C-FEC21D123C66}" dt="2021-11-29T06:50:48.875" v="1" actId="680"/>
        <pc:sldMkLst>
          <pc:docMk/>
          <pc:sldMk cId="3673059837" sldId="463"/>
        </pc:sldMkLst>
      </pc:sldChg>
      <pc:sldChg chg="modSp new mod">
        <pc:chgData name="Devinder Kaur" userId="89161a673412ba18" providerId="LiveId" clId="{02BAFCB6-52BE-469E-851C-FEC21D123C66}" dt="2021-11-29T07:15:06.859" v="182" actId="207"/>
        <pc:sldMkLst>
          <pc:docMk/>
          <pc:sldMk cId="498021227" sldId="464"/>
        </pc:sldMkLst>
        <pc:spChg chg="mod">
          <ac:chgData name="Devinder Kaur" userId="89161a673412ba18" providerId="LiveId" clId="{02BAFCB6-52BE-469E-851C-FEC21D123C66}" dt="2021-11-29T07:15:06.859" v="182" actId="207"/>
          <ac:spMkLst>
            <pc:docMk/>
            <pc:sldMk cId="498021227" sldId="464"/>
            <ac:spMk id="2" creationId="{956FA495-0E3D-4C50-8B78-85B2B127490B}"/>
          </ac:spMkLst>
        </pc:spChg>
        <pc:spChg chg="mod">
          <ac:chgData name="Devinder Kaur" userId="89161a673412ba18" providerId="LiveId" clId="{02BAFCB6-52BE-469E-851C-FEC21D123C66}" dt="2021-11-29T07:13:58.332" v="168" actId="1036"/>
          <ac:spMkLst>
            <pc:docMk/>
            <pc:sldMk cId="498021227" sldId="464"/>
            <ac:spMk id="3" creationId="{C633CFAE-73C3-4F83-A7D9-82D4427C08EB}"/>
          </ac:spMkLst>
        </pc:spChg>
        <pc:spChg chg="mod">
          <ac:chgData name="Devinder Kaur" userId="89161a673412ba18" providerId="LiveId" clId="{02BAFCB6-52BE-469E-851C-FEC21D123C66}" dt="2021-11-29T07:13:58.332" v="168" actId="1036"/>
          <ac:spMkLst>
            <pc:docMk/>
            <pc:sldMk cId="498021227" sldId="464"/>
            <ac:spMk id="4" creationId="{4F697A0F-692D-43F6-B429-9776DB4B4936}"/>
          </ac:spMkLst>
        </pc:spChg>
      </pc:sldChg>
      <pc:sldChg chg="addSp delSp modSp new mod">
        <pc:chgData name="Devinder Kaur" userId="89161a673412ba18" providerId="LiveId" clId="{02BAFCB6-52BE-469E-851C-FEC21D123C66}" dt="2021-11-29T07:24:30.161" v="212" actId="14100"/>
        <pc:sldMkLst>
          <pc:docMk/>
          <pc:sldMk cId="2310749902" sldId="465"/>
        </pc:sldMkLst>
        <pc:spChg chg="mod">
          <ac:chgData name="Devinder Kaur" userId="89161a673412ba18" providerId="LiveId" clId="{02BAFCB6-52BE-469E-851C-FEC21D123C66}" dt="2021-11-29T07:15:13.669" v="185"/>
          <ac:spMkLst>
            <pc:docMk/>
            <pc:sldMk cId="2310749902" sldId="465"/>
            <ac:spMk id="2" creationId="{341EF100-98FF-4FF3-A2AC-AB1B2C65AADB}"/>
          </ac:spMkLst>
        </pc:spChg>
        <pc:spChg chg="mod">
          <ac:chgData name="Devinder Kaur" userId="89161a673412ba18" providerId="LiveId" clId="{02BAFCB6-52BE-469E-851C-FEC21D123C66}" dt="2021-11-29T07:19:47.943" v="206" actId="27636"/>
          <ac:spMkLst>
            <pc:docMk/>
            <pc:sldMk cId="2310749902" sldId="465"/>
            <ac:spMk id="3" creationId="{FCBAFE4F-813D-46BB-8DA7-59BA2A5B6005}"/>
          </ac:spMkLst>
        </pc:spChg>
        <pc:spChg chg="del mod">
          <ac:chgData name="Devinder Kaur" userId="89161a673412ba18" providerId="LiveId" clId="{02BAFCB6-52BE-469E-851C-FEC21D123C66}" dt="2021-11-29T07:24:21.779" v="210"/>
          <ac:spMkLst>
            <pc:docMk/>
            <pc:sldMk cId="2310749902" sldId="465"/>
            <ac:spMk id="4" creationId="{794254DB-5DFE-4459-99D5-A253B5493E83}"/>
          </ac:spMkLst>
        </pc:spChg>
        <pc:picChg chg="add mod">
          <ac:chgData name="Devinder Kaur" userId="89161a673412ba18" providerId="LiveId" clId="{02BAFCB6-52BE-469E-851C-FEC21D123C66}" dt="2021-11-29T07:24:30.161" v="212" actId="14100"/>
          <ac:picMkLst>
            <pc:docMk/>
            <pc:sldMk cId="2310749902" sldId="465"/>
            <ac:picMk id="6" creationId="{2E824299-F91E-4621-8F24-E9C763209AF7}"/>
          </ac:picMkLst>
        </pc:picChg>
      </pc:sldChg>
      <pc:sldChg chg="delSp modSp new mod">
        <pc:chgData name="Devinder Kaur" userId="89161a673412ba18" providerId="LiveId" clId="{02BAFCB6-52BE-469E-851C-FEC21D123C66}" dt="2021-11-29T08:02:31.054" v="614"/>
        <pc:sldMkLst>
          <pc:docMk/>
          <pc:sldMk cId="2187025669" sldId="466"/>
        </pc:sldMkLst>
        <pc:spChg chg="mod">
          <ac:chgData name="Devinder Kaur" userId="89161a673412ba18" providerId="LiveId" clId="{02BAFCB6-52BE-469E-851C-FEC21D123C66}" dt="2021-11-29T07:28:58.523" v="230" actId="14100"/>
          <ac:spMkLst>
            <pc:docMk/>
            <pc:sldMk cId="2187025669" sldId="466"/>
            <ac:spMk id="2" creationId="{A45D5ACD-633F-4DEE-A2AD-B20AD490E501}"/>
          </ac:spMkLst>
        </pc:spChg>
        <pc:spChg chg="mod">
          <ac:chgData name="Devinder Kaur" userId="89161a673412ba18" providerId="LiveId" clId="{02BAFCB6-52BE-469E-851C-FEC21D123C66}" dt="2021-11-29T07:57:56.628" v="601" actId="313"/>
          <ac:spMkLst>
            <pc:docMk/>
            <pc:sldMk cId="2187025669" sldId="466"/>
            <ac:spMk id="3" creationId="{A2D08D88-7335-4158-A2EF-D0D6B74D59EB}"/>
          </ac:spMkLst>
        </pc:spChg>
        <pc:spChg chg="del mod">
          <ac:chgData name="Devinder Kaur" userId="89161a673412ba18" providerId="LiveId" clId="{02BAFCB6-52BE-469E-851C-FEC21D123C66}" dt="2021-11-29T07:34:17.946" v="259" actId="478"/>
          <ac:spMkLst>
            <pc:docMk/>
            <pc:sldMk cId="2187025669" sldId="466"/>
            <ac:spMk id="4" creationId="{6D8700B3-6847-40F3-AAB0-C06710EF8A3D}"/>
          </ac:spMkLst>
        </pc:spChg>
        <pc:picChg chg="del">
          <ac:chgData name="Devinder Kaur" userId="89161a673412ba18" providerId="LiveId" clId="{02BAFCB6-52BE-469E-851C-FEC21D123C66}" dt="2021-11-29T08:02:31.054" v="614"/>
          <ac:picMkLst>
            <pc:docMk/>
            <pc:sldMk cId="2187025669" sldId="466"/>
            <ac:picMk id="6" creationId="{63C525A0-DCF0-4420-B9D4-FD916A8E9A2E}"/>
          </ac:picMkLst>
        </pc:picChg>
      </pc:sldChg>
      <pc:sldChg chg="addSp delSp modSp new mod ord">
        <pc:chgData name="Devinder Kaur" userId="89161a673412ba18" providerId="LiveId" clId="{02BAFCB6-52BE-469E-851C-FEC21D123C66}" dt="2021-11-29T12:36:10.316" v="892" actId="14100"/>
        <pc:sldMkLst>
          <pc:docMk/>
          <pc:sldMk cId="406489898" sldId="467"/>
        </pc:sldMkLst>
        <pc:spChg chg="mod">
          <ac:chgData name="Devinder Kaur" userId="89161a673412ba18" providerId="LiveId" clId="{02BAFCB6-52BE-469E-851C-FEC21D123C66}" dt="2021-11-29T07:46:05.018" v="357" actId="14100"/>
          <ac:spMkLst>
            <pc:docMk/>
            <pc:sldMk cId="406489898" sldId="467"/>
            <ac:spMk id="2" creationId="{BCA3F4E7-1884-4AF2-9A0F-9FA71CAA5DCC}"/>
          </ac:spMkLst>
        </pc:spChg>
        <pc:spChg chg="mod">
          <ac:chgData name="Devinder Kaur" userId="89161a673412ba18" providerId="LiveId" clId="{02BAFCB6-52BE-469E-851C-FEC21D123C66}" dt="2021-11-29T12:35:40.163" v="882" actId="255"/>
          <ac:spMkLst>
            <pc:docMk/>
            <pc:sldMk cId="406489898" sldId="467"/>
            <ac:spMk id="3" creationId="{BC0624CB-5769-46E6-A657-8D705C6A3225}"/>
          </ac:spMkLst>
        </pc:spChg>
        <pc:spChg chg="add mod">
          <ac:chgData name="Devinder Kaur" userId="89161a673412ba18" providerId="LiveId" clId="{02BAFCB6-52BE-469E-851C-FEC21D123C66}" dt="2021-11-29T12:36:01.998" v="890" actId="1035"/>
          <ac:spMkLst>
            <pc:docMk/>
            <pc:sldMk cId="406489898" sldId="467"/>
            <ac:spMk id="7" creationId="{39C62767-1F45-4220-B94E-9E2ECE124032}"/>
          </ac:spMkLst>
        </pc:spChg>
        <pc:picChg chg="add mod">
          <ac:chgData name="Devinder Kaur" userId="89161a673412ba18" providerId="LiveId" clId="{02BAFCB6-52BE-469E-851C-FEC21D123C66}" dt="2021-11-29T12:36:10.316" v="892" actId="14100"/>
          <ac:picMkLst>
            <pc:docMk/>
            <pc:sldMk cId="406489898" sldId="467"/>
            <ac:picMk id="5" creationId="{2AC3F55E-1A37-4B49-88FA-2CC442CFA743}"/>
          </ac:picMkLst>
        </pc:picChg>
        <pc:picChg chg="add del mod">
          <ac:chgData name="Devinder Kaur" userId="89161a673412ba18" providerId="LiveId" clId="{02BAFCB6-52BE-469E-851C-FEC21D123C66}" dt="2021-11-29T07:40:19.791" v="299" actId="478"/>
          <ac:picMkLst>
            <pc:docMk/>
            <pc:sldMk cId="406489898" sldId="467"/>
            <ac:picMk id="5" creationId="{41D0A2C4-539A-4953-9AFB-667A69C1E308}"/>
          </ac:picMkLst>
        </pc:picChg>
      </pc:sldChg>
      <pc:sldChg chg="addSp delSp modSp new mod">
        <pc:chgData name="Devinder Kaur" userId="89161a673412ba18" providerId="LiveId" clId="{02BAFCB6-52BE-469E-851C-FEC21D123C66}" dt="2021-11-29T08:01:32.919" v="610"/>
        <pc:sldMkLst>
          <pc:docMk/>
          <pc:sldMk cId="1011000154" sldId="468"/>
        </pc:sldMkLst>
        <pc:spChg chg="mod">
          <ac:chgData name="Devinder Kaur" userId="89161a673412ba18" providerId="LiveId" clId="{02BAFCB6-52BE-469E-851C-FEC21D123C66}" dt="2021-11-29T07:50:56.638" v="403" actId="14100"/>
          <ac:spMkLst>
            <pc:docMk/>
            <pc:sldMk cId="1011000154" sldId="468"/>
            <ac:spMk id="2" creationId="{40F39B66-C669-404A-9EEF-D5B831FEEBD0}"/>
          </ac:spMkLst>
        </pc:spChg>
        <pc:spChg chg="mod">
          <ac:chgData name="Devinder Kaur" userId="89161a673412ba18" providerId="LiveId" clId="{02BAFCB6-52BE-469E-851C-FEC21D123C66}" dt="2021-11-29T07:51:51.207" v="510" actId="14100"/>
          <ac:spMkLst>
            <pc:docMk/>
            <pc:sldMk cId="1011000154" sldId="468"/>
            <ac:spMk id="3" creationId="{398A961A-8C79-49C6-8360-B34890E1E86F}"/>
          </ac:spMkLst>
        </pc:spChg>
        <pc:spChg chg="add mod">
          <ac:chgData name="Devinder Kaur" userId="89161a673412ba18" providerId="LiveId" clId="{02BAFCB6-52BE-469E-851C-FEC21D123C66}" dt="2021-11-29T07:52:05.277" v="513" actId="14100"/>
          <ac:spMkLst>
            <pc:docMk/>
            <pc:sldMk cId="1011000154" sldId="468"/>
            <ac:spMk id="7" creationId="{1271E0E4-273A-472D-A9DE-3FF43A5B46D0}"/>
          </ac:spMkLst>
        </pc:spChg>
        <pc:picChg chg="add mod">
          <ac:chgData name="Devinder Kaur" userId="89161a673412ba18" providerId="LiveId" clId="{02BAFCB6-52BE-469E-851C-FEC21D123C66}" dt="2021-11-29T07:51:59.159" v="512" actId="14100"/>
          <ac:picMkLst>
            <pc:docMk/>
            <pc:sldMk cId="1011000154" sldId="468"/>
            <ac:picMk id="5" creationId="{BBA24631-F2E6-4845-9AA9-1D90217455A7}"/>
          </ac:picMkLst>
        </pc:picChg>
        <pc:picChg chg="del">
          <ac:chgData name="Devinder Kaur" userId="89161a673412ba18" providerId="LiveId" clId="{02BAFCB6-52BE-469E-851C-FEC21D123C66}" dt="2021-11-29T08:01:25.222" v="609"/>
          <ac:picMkLst>
            <pc:docMk/>
            <pc:sldMk cId="1011000154" sldId="468"/>
            <ac:picMk id="8" creationId="{AAB1EA8D-36E8-46C3-B382-AF2F135FB004}"/>
          </ac:picMkLst>
        </pc:picChg>
        <pc:picChg chg="del">
          <ac:chgData name="Devinder Kaur" userId="89161a673412ba18" providerId="LiveId" clId="{02BAFCB6-52BE-469E-851C-FEC21D123C66}" dt="2021-11-29T08:01:32.919" v="610"/>
          <ac:picMkLst>
            <pc:docMk/>
            <pc:sldMk cId="1011000154" sldId="468"/>
            <ac:picMk id="9" creationId="{A0959FA9-30D7-4B1C-8CCF-BFAF5BB3FCE7}"/>
          </ac:picMkLst>
        </pc:picChg>
      </pc:sldChg>
      <pc:sldChg chg="addSp modSp mod">
        <pc:chgData name="Devinder Kaur" userId="89161a673412ba18" providerId="LiveId" clId="{02BAFCB6-52BE-469E-851C-FEC21D123C66}" dt="2021-11-29T12:38:05.709" v="932" actId="14100"/>
        <pc:sldMkLst>
          <pc:docMk/>
          <pc:sldMk cId="0" sldId="469"/>
        </pc:sldMkLst>
        <pc:spChg chg="mod">
          <ac:chgData name="Devinder Kaur" userId="89161a673412ba18" providerId="LiveId" clId="{02BAFCB6-52BE-469E-851C-FEC21D123C66}" dt="2021-11-29T12:37:57.531" v="930" actId="14100"/>
          <ac:spMkLst>
            <pc:docMk/>
            <pc:sldMk cId="0" sldId="469"/>
            <ac:spMk id="2" creationId="{1AC54997-DA3D-4789-9EAE-E6F78764A7F4}"/>
          </ac:spMkLst>
        </pc:spChg>
        <pc:spChg chg="mod">
          <ac:chgData name="Devinder Kaur" userId="89161a673412ba18" providerId="LiveId" clId="{02BAFCB6-52BE-469E-851C-FEC21D123C66}" dt="2021-11-29T12:38:05.709" v="932" actId="14100"/>
          <ac:spMkLst>
            <pc:docMk/>
            <pc:sldMk cId="0" sldId="469"/>
            <ac:spMk id="36867" creationId="{3A2088C1-9893-4C76-A3A7-F01214A6F4AE}"/>
          </ac:spMkLst>
        </pc:spChg>
        <pc:picChg chg="add mod">
          <ac:chgData name="Devinder Kaur" userId="89161a673412ba18" providerId="LiveId" clId="{02BAFCB6-52BE-469E-851C-FEC21D123C66}" dt="2021-11-29T08:05:55.335" v="653"/>
          <ac:picMkLst>
            <pc:docMk/>
            <pc:sldMk cId="0" sldId="469"/>
            <ac:picMk id="3" creationId="{3F42BF1C-F315-4CFE-BC08-C2E9FF9F4569}"/>
          </ac:picMkLst>
        </pc:picChg>
      </pc:sldChg>
      <pc:sldChg chg="new del">
        <pc:chgData name="Devinder Kaur" userId="89161a673412ba18" providerId="LiveId" clId="{02BAFCB6-52BE-469E-851C-FEC21D123C66}" dt="2021-11-29T12:30:41.123" v="699" actId="47"/>
        <pc:sldMkLst>
          <pc:docMk/>
          <pc:sldMk cId="1253014160" sldId="470"/>
        </pc:sldMkLst>
      </pc:sldChg>
      <pc:sldChg chg="addSp delSp modSp new mod">
        <pc:chgData name="Devinder Kaur" userId="89161a673412ba18" providerId="LiveId" clId="{02BAFCB6-52BE-469E-851C-FEC21D123C66}" dt="2021-11-29T16:56:24.755" v="1194" actId="1038"/>
        <pc:sldMkLst>
          <pc:docMk/>
          <pc:sldMk cId="3186108299" sldId="470"/>
        </pc:sldMkLst>
        <pc:spChg chg="mod">
          <ac:chgData name="Devinder Kaur" userId="89161a673412ba18" providerId="LiveId" clId="{02BAFCB6-52BE-469E-851C-FEC21D123C66}" dt="2021-11-29T16:56:24.755" v="1194" actId="1038"/>
          <ac:spMkLst>
            <pc:docMk/>
            <pc:sldMk cId="3186108299" sldId="470"/>
            <ac:spMk id="2" creationId="{6D4CA2C4-696C-4CE6-A52A-009DDDC85DA0}"/>
          </ac:spMkLst>
        </pc:spChg>
        <pc:spChg chg="del mod">
          <ac:chgData name="Devinder Kaur" userId="89161a673412ba18" providerId="LiveId" clId="{02BAFCB6-52BE-469E-851C-FEC21D123C66}" dt="2021-11-29T13:05:20.043" v="1010" actId="21"/>
          <ac:spMkLst>
            <pc:docMk/>
            <pc:sldMk cId="3186108299" sldId="470"/>
            <ac:spMk id="3" creationId="{C1172CAB-7222-4D11-BF7F-8A2292CFE8EB}"/>
          </ac:spMkLst>
        </pc:spChg>
        <pc:spChg chg="add mod">
          <ac:chgData name="Devinder Kaur" userId="89161a673412ba18" providerId="LiveId" clId="{02BAFCB6-52BE-469E-851C-FEC21D123C66}" dt="2021-11-29T13:11:19.564" v="1078" actId="113"/>
          <ac:spMkLst>
            <pc:docMk/>
            <pc:sldMk cId="3186108299" sldId="470"/>
            <ac:spMk id="6" creationId="{EE53CD1B-8DEE-4502-9DFF-72B437719142}"/>
          </ac:spMkLst>
        </pc:spChg>
      </pc:sldChg>
      <pc:sldChg chg="addSp delSp modSp mod">
        <pc:chgData name="Devinder Kaur" userId="89161a673412ba18" providerId="LiveId" clId="{02BAFCB6-52BE-469E-851C-FEC21D123C66}" dt="2021-12-13T10:21:17.166" v="2897" actId="255"/>
        <pc:sldMkLst>
          <pc:docMk/>
          <pc:sldMk cId="3038856664" sldId="471"/>
        </pc:sldMkLst>
        <pc:spChg chg="mod">
          <ac:chgData name="Devinder Kaur" userId="89161a673412ba18" providerId="LiveId" clId="{02BAFCB6-52BE-469E-851C-FEC21D123C66}" dt="2021-11-29T13:03:04.736" v="989"/>
          <ac:spMkLst>
            <pc:docMk/>
            <pc:sldMk cId="3038856664" sldId="471"/>
            <ac:spMk id="2" creationId="{82B9D0C1-3D42-49AB-843D-6649AE85698B}"/>
          </ac:spMkLst>
        </pc:spChg>
        <pc:spChg chg="del">
          <ac:chgData name="Devinder Kaur" userId="89161a673412ba18" providerId="LiveId" clId="{02BAFCB6-52BE-469E-851C-FEC21D123C66}" dt="2021-11-29T13:02:00.652" v="983" actId="478"/>
          <ac:spMkLst>
            <pc:docMk/>
            <pc:sldMk cId="3038856664" sldId="471"/>
            <ac:spMk id="3" creationId="{A3CFBA45-A64D-424D-AAC5-D8AF766DBE8B}"/>
          </ac:spMkLst>
        </pc:spChg>
        <pc:spChg chg="mod">
          <ac:chgData name="Devinder Kaur" userId="89161a673412ba18" providerId="LiveId" clId="{02BAFCB6-52BE-469E-851C-FEC21D123C66}" dt="2021-12-13T10:21:17.166" v="2897" actId="255"/>
          <ac:spMkLst>
            <pc:docMk/>
            <pc:sldMk cId="3038856664" sldId="471"/>
            <ac:spMk id="7" creationId="{7EBA2FEA-1415-451C-9B88-624D4991FB0E}"/>
          </ac:spMkLst>
        </pc:spChg>
        <pc:spChg chg="add del mod">
          <ac:chgData name="Devinder Kaur" userId="89161a673412ba18" providerId="LiveId" clId="{02BAFCB6-52BE-469E-851C-FEC21D123C66}" dt="2021-11-29T13:02:03.714" v="984" actId="478"/>
          <ac:spMkLst>
            <pc:docMk/>
            <pc:sldMk cId="3038856664" sldId="471"/>
            <ac:spMk id="8" creationId="{644A9153-FF16-46F9-8708-0955F4A19EB6}"/>
          </ac:spMkLst>
        </pc:spChg>
        <pc:spChg chg="add mod">
          <ac:chgData name="Devinder Kaur" userId="89161a673412ba18" providerId="LiveId" clId="{02BAFCB6-52BE-469E-851C-FEC21D123C66}" dt="2021-11-29T13:06:49.257" v="1055" actId="123"/>
          <ac:spMkLst>
            <pc:docMk/>
            <pc:sldMk cId="3038856664" sldId="471"/>
            <ac:spMk id="9" creationId="{571F4D7A-1650-471F-B4D9-4ACDA28FEF94}"/>
          </ac:spMkLst>
        </pc:spChg>
        <pc:picChg chg="mod">
          <ac:chgData name="Devinder Kaur" userId="89161a673412ba18" providerId="LiveId" clId="{02BAFCB6-52BE-469E-851C-FEC21D123C66}" dt="2021-11-29T13:06:57.147" v="1057" actId="14100"/>
          <ac:picMkLst>
            <pc:docMk/>
            <pc:sldMk cId="3038856664" sldId="471"/>
            <ac:picMk id="5" creationId="{7EE646A2-3DAA-4CF2-BE95-F4C5C407D70A}"/>
          </ac:picMkLst>
        </pc:picChg>
      </pc:sldChg>
      <pc:sldChg chg="new del">
        <pc:chgData name="Devinder Kaur" userId="89161a673412ba18" providerId="LiveId" clId="{02BAFCB6-52BE-469E-851C-FEC21D123C66}" dt="2021-11-29T12:58:58.977" v="948" actId="680"/>
        <pc:sldMkLst>
          <pc:docMk/>
          <pc:sldMk cId="3070120632" sldId="471"/>
        </pc:sldMkLst>
      </pc:sldChg>
      <pc:sldChg chg="addSp delSp modSp new mod">
        <pc:chgData name="Devinder Kaur" userId="89161a673412ba18" providerId="LiveId" clId="{02BAFCB6-52BE-469E-851C-FEC21D123C66}" dt="2021-11-29T13:25:28.275" v="1171" actId="6549"/>
        <pc:sldMkLst>
          <pc:docMk/>
          <pc:sldMk cId="2243030330" sldId="472"/>
        </pc:sldMkLst>
        <pc:spChg chg="mod">
          <ac:chgData name="Devinder Kaur" userId="89161a673412ba18" providerId="LiveId" clId="{02BAFCB6-52BE-469E-851C-FEC21D123C66}" dt="2021-11-29T13:19:55.413" v="1154" actId="14100"/>
          <ac:spMkLst>
            <pc:docMk/>
            <pc:sldMk cId="2243030330" sldId="472"/>
            <ac:spMk id="6" creationId="{55D5D5CB-55F7-4394-A6AF-806529655E5A}"/>
          </ac:spMkLst>
        </pc:spChg>
        <pc:spChg chg="mod">
          <ac:chgData name="Devinder Kaur" userId="89161a673412ba18" providerId="LiveId" clId="{02BAFCB6-52BE-469E-851C-FEC21D123C66}" dt="2021-11-29T13:19:55.413" v="1154" actId="14100"/>
          <ac:spMkLst>
            <pc:docMk/>
            <pc:sldMk cId="2243030330" sldId="472"/>
            <ac:spMk id="7" creationId="{FE42C5A3-F0E2-4CD7-9686-AD2AFF2B2861}"/>
          </ac:spMkLst>
        </pc:spChg>
        <pc:spChg chg="mod">
          <ac:chgData name="Devinder Kaur" userId="89161a673412ba18" providerId="LiveId" clId="{02BAFCB6-52BE-469E-851C-FEC21D123C66}" dt="2021-11-29T13:19:55.413" v="1154" actId="14100"/>
          <ac:spMkLst>
            <pc:docMk/>
            <pc:sldMk cId="2243030330" sldId="472"/>
            <ac:spMk id="8" creationId="{D8FDCD19-E5F1-4193-AC0C-698F17A21DFE}"/>
          </ac:spMkLst>
        </pc:spChg>
        <pc:spChg chg="mod">
          <ac:chgData name="Devinder Kaur" userId="89161a673412ba18" providerId="LiveId" clId="{02BAFCB6-52BE-469E-851C-FEC21D123C66}" dt="2021-11-29T13:19:55.413" v="1154" actId="14100"/>
          <ac:spMkLst>
            <pc:docMk/>
            <pc:sldMk cId="2243030330" sldId="472"/>
            <ac:spMk id="9" creationId="{8A00C653-6E8F-4229-891D-17B6B296592D}"/>
          </ac:spMkLst>
        </pc:spChg>
        <pc:spChg chg="mod">
          <ac:chgData name="Devinder Kaur" userId="89161a673412ba18" providerId="LiveId" clId="{02BAFCB6-52BE-469E-851C-FEC21D123C66}" dt="2021-11-29T13:19:55.413" v="1154" actId="14100"/>
          <ac:spMkLst>
            <pc:docMk/>
            <pc:sldMk cId="2243030330" sldId="472"/>
            <ac:spMk id="10" creationId="{6E330437-DA46-4ADB-8FD6-93AD1B7B4E87}"/>
          </ac:spMkLst>
        </pc:spChg>
        <pc:spChg chg="mod">
          <ac:chgData name="Devinder Kaur" userId="89161a673412ba18" providerId="LiveId" clId="{02BAFCB6-52BE-469E-851C-FEC21D123C66}" dt="2021-11-29T13:19:55.413" v="1154" actId="14100"/>
          <ac:spMkLst>
            <pc:docMk/>
            <pc:sldMk cId="2243030330" sldId="472"/>
            <ac:spMk id="11" creationId="{20BAC5B8-CF24-4AE1-A446-A680B1B4B81D}"/>
          </ac:spMkLst>
        </pc:spChg>
        <pc:spChg chg="mod">
          <ac:chgData name="Devinder Kaur" userId="89161a673412ba18" providerId="LiveId" clId="{02BAFCB6-52BE-469E-851C-FEC21D123C66}" dt="2021-11-29T13:19:55.413" v="1154" actId="14100"/>
          <ac:spMkLst>
            <pc:docMk/>
            <pc:sldMk cId="2243030330" sldId="472"/>
            <ac:spMk id="12" creationId="{09D7EC72-C17B-411A-9588-93E2B5EEBE1D}"/>
          </ac:spMkLst>
        </pc:spChg>
        <pc:spChg chg="mod">
          <ac:chgData name="Devinder Kaur" userId="89161a673412ba18" providerId="LiveId" clId="{02BAFCB6-52BE-469E-851C-FEC21D123C66}" dt="2021-11-29T13:19:55.413" v="1154" actId="14100"/>
          <ac:spMkLst>
            <pc:docMk/>
            <pc:sldMk cId="2243030330" sldId="472"/>
            <ac:spMk id="13" creationId="{D6E28775-1CD0-4E1D-850A-C5A192770394}"/>
          </ac:spMkLst>
        </pc:spChg>
        <pc:spChg chg="mod">
          <ac:chgData name="Devinder Kaur" userId="89161a673412ba18" providerId="LiveId" clId="{02BAFCB6-52BE-469E-851C-FEC21D123C66}" dt="2021-11-29T13:19:55.413" v="1154" actId="14100"/>
          <ac:spMkLst>
            <pc:docMk/>
            <pc:sldMk cId="2243030330" sldId="472"/>
            <ac:spMk id="14" creationId="{BBF8E0F2-C3FF-4A47-B080-F3AE3683B6E6}"/>
          </ac:spMkLst>
        </pc:spChg>
        <pc:spChg chg="mod">
          <ac:chgData name="Devinder Kaur" userId="89161a673412ba18" providerId="LiveId" clId="{02BAFCB6-52BE-469E-851C-FEC21D123C66}" dt="2021-11-29T13:19:55.413" v="1154" actId="14100"/>
          <ac:spMkLst>
            <pc:docMk/>
            <pc:sldMk cId="2243030330" sldId="472"/>
            <ac:spMk id="15" creationId="{82D7C7B4-4FC1-441E-8954-92978C4C69A9}"/>
          </ac:spMkLst>
        </pc:spChg>
        <pc:spChg chg="mod">
          <ac:chgData name="Devinder Kaur" userId="89161a673412ba18" providerId="LiveId" clId="{02BAFCB6-52BE-469E-851C-FEC21D123C66}" dt="2021-11-29T13:19:55.413" v="1154" actId="14100"/>
          <ac:spMkLst>
            <pc:docMk/>
            <pc:sldMk cId="2243030330" sldId="472"/>
            <ac:spMk id="16" creationId="{B01832B1-03DD-4ABA-BC02-55FF9CF6FCB6}"/>
          </ac:spMkLst>
        </pc:spChg>
        <pc:spChg chg="mod">
          <ac:chgData name="Devinder Kaur" userId="89161a673412ba18" providerId="LiveId" clId="{02BAFCB6-52BE-469E-851C-FEC21D123C66}" dt="2021-11-29T13:19:55.413" v="1154" actId="14100"/>
          <ac:spMkLst>
            <pc:docMk/>
            <pc:sldMk cId="2243030330" sldId="472"/>
            <ac:spMk id="17" creationId="{8C9AD447-424B-4123-9109-644DE9D7834B}"/>
          </ac:spMkLst>
        </pc:spChg>
        <pc:spChg chg="mod">
          <ac:chgData name="Devinder Kaur" userId="89161a673412ba18" providerId="LiveId" clId="{02BAFCB6-52BE-469E-851C-FEC21D123C66}" dt="2021-11-29T13:19:55.413" v="1154" actId="14100"/>
          <ac:spMkLst>
            <pc:docMk/>
            <pc:sldMk cId="2243030330" sldId="472"/>
            <ac:spMk id="18" creationId="{81A0FDEE-AD18-44E5-9E8C-A18ED906F10C}"/>
          </ac:spMkLst>
        </pc:spChg>
        <pc:spChg chg="mod">
          <ac:chgData name="Devinder Kaur" userId="89161a673412ba18" providerId="LiveId" clId="{02BAFCB6-52BE-469E-851C-FEC21D123C66}" dt="2021-11-29T13:19:55.413" v="1154" actId="14100"/>
          <ac:spMkLst>
            <pc:docMk/>
            <pc:sldMk cId="2243030330" sldId="472"/>
            <ac:spMk id="19" creationId="{EA63EE60-5D82-47F2-9196-D1753DF1C3CE}"/>
          </ac:spMkLst>
        </pc:spChg>
        <pc:spChg chg="mod">
          <ac:chgData name="Devinder Kaur" userId="89161a673412ba18" providerId="LiveId" clId="{02BAFCB6-52BE-469E-851C-FEC21D123C66}" dt="2021-11-29T13:19:55.413" v="1154" actId="14100"/>
          <ac:spMkLst>
            <pc:docMk/>
            <pc:sldMk cId="2243030330" sldId="472"/>
            <ac:spMk id="20" creationId="{B0D0DD36-BC8E-4481-B0E8-7A517890FEDE}"/>
          </ac:spMkLst>
        </pc:spChg>
        <pc:spChg chg="mod">
          <ac:chgData name="Devinder Kaur" userId="89161a673412ba18" providerId="LiveId" clId="{02BAFCB6-52BE-469E-851C-FEC21D123C66}" dt="2021-11-29T13:19:55.413" v="1154" actId="14100"/>
          <ac:spMkLst>
            <pc:docMk/>
            <pc:sldMk cId="2243030330" sldId="472"/>
            <ac:spMk id="21" creationId="{C883D117-9C1A-4A53-83FB-15DF7E2E0614}"/>
          </ac:spMkLst>
        </pc:spChg>
        <pc:spChg chg="mod">
          <ac:chgData name="Devinder Kaur" userId="89161a673412ba18" providerId="LiveId" clId="{02BAFCB6-52BE-469E-851C-FEC21D123C66}" dt="2021-11-29T13:19:55.413" v="1154" actId="14100"/>
          <ac:spMkLst>
            <pc:docMk/>
            <pc:sldMk cId="2243030330" sldId="472"/>
            <ac:spMk id="22" creationId="{242B13C0-5849-4D26-A727-54DBA1DE0DE8}"/>
          </ac:spMkLst>
        </pc:spChg>
        <pc:spChg chg="mod">
          <ac:chgData name="Devinder Kaur" userId="89161a673412ba18" providerId="LiveId" clId="{02BAFCB6-52BE-469E-851C-FEC21D123C66}" dt="2021-11-29T13:19:55.413" v="1154" actId="14100"/>
          <ac:spMkLst>
            <pc:docMk/>
            <pc:sldMk cId="2243030330" sldId="472"/>
            <ac:spMk id="23" creationId="{EC7F1C23-478F-426A-A577-0E957409165E}"/>
          </ac:spMkLst>
        </pc:spChg>
        <pc:spChg chg="mod">
          <ac:chgData name="Devinder Kaur" userId="89161a673412ba18" providerId="LiveId" clId="{02BAFCB6-52BE-469E-851C-FEC21D123C66}" dt="2021-11-29T13:19:55.413" v="1154" actId="14100"/>
          <ac:spMkLst>
            <pc:docMk/>
            <pc:sldMk cId="2243030330" sldId="472"/>
            <ac:spMk id="24" creationId="{5243D774-FD3B-48C6-8BD0-1C469D5E69EE}"/>
          </ac:spMkLst>
        </pc:spChg>
        <pc:spChg chg="mod">
          <ac:chgData name="Devinder Kaur" userId="89161a673412ba18" providerId="LiveId" clId="{02BAFCB6-52BE-469E-851C-FEC21D123C66}" dt="2021-11-29T13:19:55.413" v="1154" actId="14100"/>
          <ac:spMkLst>
            <pc:docMk/>
            <pc:sldMk cId="2243030330" sldId="472"/>
            <ac:spMk id="25" creationId="{D0AEFD87-FC84-4FD0-90FA-278D3D07DA21}"/>
          </ac:spMkLst>
        </pc:spChg>
        <pc:spChg chg="mod">
          <ac:chgData name="Devinder Kaur" userId="89161a673412ba18" providerId="LiveId" clId="{02BAFCB6-52BE-469E-851C-FEC21D123C66}" dt="2021-11-29T13:19:55.413" v="1154" actId="14100"/>
          <ac:spMkLst>
            <pc:docMk/>
            <pc:sldMk cId="2243030330" sldId="472"/>
            <ac:spMk id="26" creationId="{BC6F6DB2-7DBD-4AFA-BC72-4E6831B4A18B}"/>
          </ac:spMkLst>
        </pc:spChg>
        <pc:spChg chg="mod">
          <ac:chgData name="Devinder Kaur" userId="89161a673412ba18" providerId="LiveId" clId="{02BAFCB6-52BE-469E-851C-FEC21D123C66}" dt="2021-11-29T13:19:55.413" v="1154" actId="14100"/>
          <ac:spMkLst>
            <pc:docMk/>
            <pc:sldMk cId="2243030330" sldId="472"/>
            <ac:spMk id="27" creationId="{98CDB675-03E8-4DE0-89C3-9BB6876444FC}"/>
          </ac:spMkLst>
        </pc:spChg>
        <pc:spChg chg="mod">
          <ac:chgData name="Devinder Kaur" userId="89161a673412ba18" providerId="LiveId" clId="{02BAFCB6-52BE-469E-851C-FEC21D123C66}" dt="2021-11-29T13:19:55.413" v="1154" actId="14100"/>
          <ac:spMkLst>
            <pc:docMk/>
            <pc:sldMk cId="2243030330" sldId="472"/>
            <ac:spMk id="28" creationId="{D46AF0F5-12D4-47C8-A198-A310F70946B3}"/>
          </ac:spMkLst>
        </pc:spChg>
        <pc:spChg chg="mod">
          <ac:chgData name="Devinder Kaur" userId="89161a673412ba18" providerId="LiveId" clId="{02BAFCB6-52BE-469E-851C-FEC21D123C66}" dt="2021-11-29T13:19:55.413" v="1154" actId="14100"/>
          <ac:spMkLst>
            <pc:docMk/>
            <pc:sldMk cId="2243030330" sldId="472"/>
            <ac:spMk id="29" creationId="{B3512662-F036-4208-8C7A-D3DBEB93EEE2}"/>
          </ac:spMkLst>
        </pc:spChg>
        <pc:spChg chg="add mod">
          <ac:chgData name="Devinder Kaur" userId="89161a673412ba18" providerId="LiveId" clId="{02BAFCB6-52BE-469E-851C-FEC21D123C66}" dt="2021-11-29T13:25:28.275" v="1171" actId="6549"/>
          <ac:spMkLst>
            <pc:docMk/>
            <pc:sldMk cId="2243030330" sldId="472"/>
            <ac:spMk id="31" creationId="{89BEBF6C-2BAE-4949-A98B-5A39DF628C88}"/>
          </ac:spMkLst>
        </pc:spChg>
        <pc:grpChg chg="add mod">
          <ac:chgData name="Devinder Kaur" userId="89161a673412ba18" providerId="LiveId" clId="{02BAFCB6-52BE-469E-851C-FEC21D123C66}" dt="2021-11-29T13:19:55.413" v="1154" actId="14100"/>
          <ac:grpSpMkLst>
            <pc:docMk/>
            <pc:sldMk cId="2243030330" sldId="472"/>
            <ac:grpSpMk id="4" creationId="{82B1DA9A-691B-4DD6-A20C-97219A44E015}"/>
          </ac:grpSpMkLst>
        </pc:grpChg>
        <pc:picChg chg="add del">
          <ac:chgData name="Devinder Kaur" userId="89161a673412ba18" providerId="LiveId" clId="{02BAFCB6-52BE-469E-851C-FEC21D123C66}" dt="2021-11-29T13:17:15.136" v="1081" actId="478"/>
          <ac:picMkLst>
            <pc:docMk/>
            <pc:sldMk cId="2243030330" sldId="472"/>
            <ac:picMk id="3" creationId="{2EF44B84-7C68-43C8-A763-F55203BBC89C}"/>
          </ac:picMkLst>
        </pc:picChg>
        <pc:picChg chg="mod">
          <ac:chgData name="Devinder Kaur" userId="89161a673412ba18" providerId="LiveId" clId="{02BAFCB6-52BE-469E-851C-FEC21D123C66}" dt="2021-11-29T13:19:55.413" v="1154" actId="14100"/>
          <ac:picMkLst>
            <pc:docMk/>
            <pc:sldMk cId="2243030330" sldId="472"/>
            <ac:picMk id="5" creationId="{F0CD21DA-EF10-4053-A55D-282DC078181A}"/>
          </ac:picMkLst>
        </pc:picChg>
      </pc:sldChg>
      <pc:sldChg chg="modSp new mod">
        <pc:chgData name="Devinder Kaur" userId="89161a673412ba18" providerId="LiveId" clId="{02BAFCB6-52BE-469E-851C-FEC21D123C66}" dt="2021-11-29T17:02:00.269" v="1224" actId="27636"/>
        <pc:sldMkLst>
          <pc:docMk/>
          <pc:sldMk cId="2004139981" sldId="473"/>
        </pc:sldMkLst>
        <pc:spChg chg="mod">
          <ac:chgData name="Devinder Kaur" userId="89161a673412ba18" providerId="LiveId" clId="{02BAFCB6-52BE-469E-851C-FEC21D123C66}" dt="2021-11-29T16:59:21.252" v="1206"/>
          <ac:spMkLst>
            <pc:docMk/>
            <pc:sldMk cId="2004139981" sldId="473"/>
            <ac:spMk id="2" creationId="{E1B66E7A-FCF3-4894-8285-C5E87E27D033}"/>
          </ac:spMkLst>
        </pc:spChg>
        <pc:spChg chg="mod">
          <ac:chgData name="Devinder Kaur" userId="89161a673412ba18" providerId="LiveId" clId="{02BAFCB6-52BE-469E-851C-FEC21D123C66}" dt="2021-11-29T17:02:00.269" v="1224" actId="27636"/>
          <ac:spMkLst>
            <pc:docMk/>
            <pc:sldMk cId="2004139981" sldId="473"/>
            <ac:spMk id="3" creationId="{CDBCE57D-100D-4888-9C0F-8C800997D91A}"/>
          </ac:spMkLst>
        </pc:spChg>
      </pc:sldChg>
      <pc:sldChg chg="addSp delSp modSp new mod">
        <pc:chgData name="Devinder Kaur" userId="89161a673412ba18" providerId="LiveId" clId="{02BAFCB6-52BE-469E-851C-FEC21D123C66}" dt="2021-12-07T10:42:05.563" v="2606" actId="113"/>
        <pc:sldMkLst>
          <pc:docMk/>
          <pc:sldMk cId="1521474496" sldId="474"/>
        </pc:sldMkLst>
        <pc:spChg chg="del">
          <ac:chgData name="Devinder Kaur" userId="89161a673412ba18" providerId="LiveId" clId="{02BAFCB6-52BE-469E-851C-FEC21D123C66}" dt="2021-11-29T17:03:39.877" v="1230" actId="478"/>
          <ac:spMkLst>
            <pc:docMk/>
            <pc:sldMk cId="1521474496" sldId="474"/>
            <ac:spMk id="2" creationId="{00663523-D4D7-4A0B-8042-C9C9350E4371}"/>
          </ac:spMkLst>
        </pc:spChg>
        <pc:spChg chg="mod">
          <ac:chgData name="Devinder Kaur" userId="89161a673412ba18" providerId="LiveId" clId="{02BAFCB6-52BE-469E-851C-FEC21D123C66}" dt="2021-12-07T10:42:05.563" v="2606" actId="113"/>
          <ac:spMkLst>
            <pc:docMk/>
            <pc:sldMk cId="1521474496" sldId="474"/>
            <ac:spMk id="3" creationId="{A13D1AD8-22DE-4B95-BB5C-BBB030522D11}"/>
          </ac:spMkLst>
        </pc:spChg>
        <pc:spChg chg="mod">
          <ac:chgData name="Devinder Kaur" userId="89161a673412ba18" providerId="LiveId" clId="{02BAFCB6-52BE-469E-851C-FEC21D123C66}" dt="2021-11-29T17:05:02.006" v="1245" actId="1035"/>
          <ac:spMkLst>
            <pc:docMk/>
            <pc:sldMk cId="1521474496" sldId="474"/>
            <ac:spMk id="7" creationId="{D797BBFB-D960-4B14-B644-EBA7FE21ADCF}"/>
          </ac:spMkLst>
        </pc:spChg>
        <pc:spChg chg="mod">
          <ac:chgData name="Devinder Kaur" userId="89161a673412ba18" providerId="LiveId" clId="{02BAFCB6-52BE-469E-851C-FEC21D123C66}" dt="2021-11-29T17:05:02.006" v="1245" actId="1035"/>
          <ac:spMkLst>
            <pc:docMk/>
            <pc:sldMk cId="1521474496" sldId="474"/>
            <ac:spMk id="8" creationId="{E716C7A6-7291-4D49-A538-97AC17757DD4}"/>
          </ac:spMkLst>
        </pc:spChg>
        <pc:spChg chg="mod">
          <ac:chgData name="Devinder Kaur" userId="89161a673412ba18" providerId="LiveId" clId="{02BAFCB6-52BE-469E-851C-FEC21D123C66}" dt="2021-11-29T17:05:02.006" v="1245" actId="1035"/>
          <ac:spMkLst>
            <pc:docMk/>
            <pc:sldMk cId="1521474496" sldId="474"/>
            <ac:spMk id="9" creationId="{FC5E22E8-CE9D-4566-8508-C56F61EC1A85}"/>
          </ac:spMkLst>
        </pc:spChg>
        <pc:spChg chg="mod">
          <ac:chgData name="Devinder Kaur" userId="89161a673412ba18" providerId="LiveId" clId="{02BAFCB6-52BE-469E-851C-FEC21D123C66}" dt="2021-11-29T17:05:02.006" v="1245" actId="1035"/>
          <ac:spMkLst>
            <pc:docMk/>
            <pc:sldMk cId="1521474496" sldId="474"/>
            <ac:spMk id="10" creationId="{C68CFC2F-4514-44B6-B7DD-05470F5BE4C4}"/>
          </ac:spMkLst>
        </pc:spChg>
        <pc:spChg chg="mod">
          <ac:chgData name="Devinder Kaur" userId="89161a673412ba18" providerId="LiveId" clId="{02BAFCB6-52BE-469E-851C-FEC21D123C66}" dt="2021-11-29T17:05:02.006" v="1245" actId="1035"/>
          <ac:spMkLst>
            <pc:docMk/>
            <pc:sldMk cId="1521474496" sldId="474"/>
            <ac:spMk id="11" creationId="{4BDDFE35-2EE6-462D-A850-D49C73A2EEBC}"/>
          </ac:spMkLst>
        </pc:spChg>
        <pc:spChg chg="mod">
          <ac:chgData name="Devinder Kaur" userId="89161a673412ba18" providerId="LiveId" clId="{02BAFCB6-52BE-469E-851C-FEC21D123C66}" dt="2021-11-29T17:05:02.006" v="1245" actId="1035"/>
          <ac:spMkLst>
            <pc:docMk/>
            <pc:sldMk cId="1521474496" sldId="474"/>
            <ac:spMk id="12" creationId="{967B9602-66BF-4572-A726-A37377CFCB4D}"/>
          </ac:spMkLst>
        </pc:spChg>
        <pc:spChg chg="mod">
          <ac:chgData name="Devinder Kaur" userId="89161a673412ba18" providerId="LiveId" clId="{02BAFCB6-52BE-469E-851C-FEC21D123C66}" dt="2021-11-29T17:05:02.006" v="1245" actId="1035"/>
          <ac:spMkLst>
            <pc:docMk/>
            <pc:sldMk cId="1521474496" sldId="474"/>
            <ac:spMk id="13" creationId="{E4486A38-6B32-40D3-9294-0D2B1F51D009}"/>
          </ac:spMkLst>
        </pc:spChg>
        <pc:spChg chg="mod">
          <ac:chgData name="Devinder Kaur" userId="89161a673412ba18" providerId="LiveId" clId="{02BAFCB6-52BE-469E-851C-FEC21D123C66}" dt="2021-11-29T17:05:02.006" v="1245" actId="1035"/>
          <ac:spMkLst>
            <pc:docMk/>
            <pc:sldMk cId="1521474496" sldId="474"/>
            <ac:spMk id="14" creationId="{C034A644-A127-4CC5-949A-1FCF9EE39991}"/>
          </ac:spMkLst>
        </pc:spChg>
        <pc:grpChg chg="add mod">
          <ac:chgData name="Devinder Kaur" userId="89161a673412ba18" providerId="LiveId" clId="{02BAFCB6-52BE-469E-851C-FEC21D123C66}" dt="2021-11-29T17:05:19.069" v="1248" actId="404"/>
          <ac:grpSpMkLst>
            <pc:docMk/>
            <pc:sldMk cId="1521474496" sldId="474"/>
            <ac:grpSpMk id="5" creationId="{E7D165E4-2D69-454F-A973-AD814B8C6328}"/>
          </ac:grpSpMkLst>
        </pc:grpChg>
        <pc:picChg chg="mod">
          <ac:chgData name="Devinder Kaur" userId="89161a673412ba18" providerId="LiveId" clId="{02BAFCB6-52BE-469E-851C-FEC21D123C66}" dt="2021-11-29T17:05:02.006" v="1245" actId="1035"/>
          <ac:picMkLst>
            <pc:docMk/>
            <pc:sldMk cId="1521474496" sldId="474"/>
            <ac:picMk id="6" creationId="{23B0D02F-755A-4238-8FEA-55AB0ACE9975}"/>
          </ac:picMkLst>
        </pc:picChg>
      </pc:sldChg>
      <pc:sldChg chg="addSp delSp modSp new mod">
        <pc:chgData name="Devinder Kaur" userId="89161a673412ba18" providerId="LiveId" clId="{02BAFCB6-52BE-469E-851C-FEC21D123C66}" dt="2021-12-07T10:40:40.205" v="2605" actId="14100"/>
        <pc:sldMkLst>
          <pc:docMk/>
          <pc:sldMk cId="3540436111" sldId="475"/>
        </pc:sldMkLst>
        <pc:spChg chg="mod">
          <ac:chgData name="Devinder Kaur" userId="89161a673412ba18" providerId="LiveId" clId="{02BAFCB6-52BE-469E-851C-FEC21D123C66}" dt="2021-11-29T17:11:20.435" v="1278"/>
          <ac:spMkLst>
            <pc:docMk/>
            <pc:sldMk cId="3540436111" sldId="475"/>
            <ac:spMk id="2" creationId="{4E7E8FFD-E92D-4E15-B60B-EBCAED3DAA4F}"/>
          </ac:spMkLst>
        </pc:spChg>
        <pc:spChg chg="mod">
          <ac:chgData name="Devinder Kaur" userId="89161a673412ba18" providerId="LiveId" clId="{02BAFCB6-52BE-469E-851C-FEC21D123C66}" dt="2021-12-07T10:40:40.205" v="2605" actId="14100"/>
          <ac:spMkLst>
            <pc:docMk/>
            <pc:sldMk cId="3540436111" sldId="475"/>
            <ac:spMk id="3" creationId="{CE260FDE-08AD-4BC8-B6ED-25144A6FCF32}"/>
          </ac:spMkLst>
        </pc:spChg>
        <pc:picChg chg="add mod modCrop">
          <ac:chgData name="Devinder Kaur" userId="89161a673412ba18" providerId="LiveId" clId="{02BAFCB6-52BE-469E-851C-FEC21D123C66}" dt="2021-11-30T05:10:42.554" v="1482" actId="14100"/>
          <ac:picMkLst>
            <pc:docMk/>
            <pc:sldMk cId="3540436111" sldId="475"/>
            <ac:picMk id="5" creationId="{A7775E61-4867-49E3-AB0F-7ABE1F535E55}"/>
          </ac:picMkLst>
        </pc:picChg>
        <pc:picChg chg="add mod">
          <ac:chgData name="Devinder Kaur" userId="89161a673412ba18" providerId="LiveId" clId="{02BAFCB6-52BE-469E-851C-FEC21D123C66}" dt="2021-11-30T05:14:53.890" v="1500" actId="1076"/>
          <ac:picMkLst>
            <pc:docMk/>
            <pc:sldMk cId="3540436111" sldId="475"/>
            <ac:picMk id="6" creationId="{42382FF2-10E6-4454-9908-07F185ED6F3A}"/>
          </ac:picMkLst>
        </pc:picChg>
        <pc:picChg chg="add del mod">
          <ac:chgData name="Devinder Kaur" userId="89161a673412ba18" providerId="LiveId" clId="{02BAFCB6-52BE-469E-851C-FEC21D123C66}" dt="2021-11-29T17:12:56.856" v="1288"/>
          <ac:picMkLst>
            <pc:docMk/>
            <pc:sldMk cId="3540436111" sldId="475"/>
            <ac:picMk id="4098" creationId="{F8F31BE6-5C86-4FF4-A551-EB3617A5EDE7}"/>
          </ac:picMkLst>
        </pc:picChg>
        <pc:picChg chg="add del mod">
          <ac:chgData name="Devinder Kaur" userId="89161a673412ba18" providerId="LiveId" clId="{02BAFCB6-52BE-469E-851C-FEC21D123C66}" dt="2021-11-29T17:14:30.963" v="1332" actId="478"/>
          <ac:picMkLst>
            <pc:docMk/>
            <pc:sldMk cId="3540436111" sldId="475"/>
            <ac:picMk id="4100" creationId="{854B2735-BAA6-4F21-9F90-042EBCA958CF}"/>
          </ac:picMkLst>
        </pc:picChg>
      </pc:sldChg>
      <pc:sldChg chg="addSp delSp modSp new mod">
        <pc:chgData name="Devinder Kaur" userId="89161a673412ba18" providerId="LiveId" clId="{02BAFCB6-52BE-469E-851C-FEC21D123C66}" dt="2021-12-07T10:45:51.250" v="2618" actId="20578"/>
        <pc:sldMkLst>
          <pc:docMk/>
          <pc:sldMk cId="1850787397" sldId="476"/>
        </pc:sldMkLst>
        <pc:spChg chg="mod">
          <ac:chgData name="Devinder Kaur" userId="89161a673412ba18" providerId="LiveId" clId="{02BAFCB6-52BE-469E-851C-FEC21D123C66}" dt="2021-11-29T17:19:51.866" v="1374" actId="207"/>
          <ac:spMkLst>
            <pc:docMk/>
            <pc:sldMk cId="1850787397" sldId="476"/>
            <ac:spMk id="2" creationId="{B3571D3A-B684-409F-8A44-16A495D054FA}"/>
          </ac:spMkLst>
        </pc:spChg>
        <pc:spChg chg="mod">
          <ac:chgData name="Devinder Kaur" userId="89161a673412ba18" providerId="LiveId" clId="{02BAFCB6-52BE-469E-851C-FEC21D123C66}" dt="2021-12-07T10:45:51.250" v="2618" actId="20578"/>
          <ac:spMkLst>
            <pc:docMk/>
            <pc:sldMk cId="1850787397" sldId="476"/>
            <ac:spMk id="3" creationId="{25A7B856-947C-4CD3-B510-B73DD2656A94}"/>
          </ac:spMkLst>
        </pc:spChg>
        <pc:picChg chg="del">
          <ac:chgData name="Devinder Kaur" userId="89161a673412ba18" providerId="LiveId" clId="{02BAFCB6-52BE-469E-851C-FEC21D123C66}" dt="2021-11-30T05:20:17.469" v="1514"/>
          <ac:picMkLst>
            <pc:docMk/>
            <pc:sldMk cId="1850787397" sldId="476"/>
            <ac:picMk id="5" creationId="{7507D645-B13A-4EA8-882C-87ED80B82167}"/>
          </ac:picMkLst>
        </pc:picChg>
        <pc:picChg chg="add del mod">
          <ac:chgData name="Devinder Kaur" userId="89161a673412ba18" providerId="LiveId" clId="{02BAFCB6-52BE-469E-851C-FEC21D123C66}" dt="2021-11-29T17:22:31.102" v="1397" actId="478"/>
          <ac:picMkLst>
            <pc:docMk/>
            <pc:sldMk cId="1850787397" sldId="476"/>
            <ac:picMk id="5" creationId="{CE9A5A3A-8ED7-4334-9E90-D71C6EFF384A}"/>
          </ac:picMkLst>
        </pc:picChg>
      </pc:sldChg>
      <pc:sldChg chg="addSp modSp new mod">
        <pc:chgData name="Devinder Kaur" userId="89161a673412ba18" providerId="LiveId" clId="{02BAFCB6-52BE-469E-851C-FEC21D123C66}" dt="2021-11-30T08:50:23.058" v="2343" actId="27636"/>
        <pc:sldMkLst>
          <pc:docMk/>
          <pc:sldMk cId="1051519402" sldId="477"/>
        </pc:sldMkLst>
        <pc:spChg chg="mod">
          <ac:chgData name="Devinder Kaur" userId="89161a673412ba18" providerId="LiveId" clId="{02BAFCB6-52BE-469E-851C-FEC21D123C66}" dt="2021-11-30T08:48:25.519" v="2284"/>
          <ac:spMkLst>
            <pc:docMk/>
            <pc:sldMk cId="1051519402" sldId="477"/>
            <ac:spMk id="2" creationId="{E29C012E-F9C4-4959-82A4-90B4BECB4475}"/>
          </ac:spMkLst>
        </pc:spChg>
        <pc:spChg chg="mod">
          <ac:chgData name="Devinder Kaur" userId="89161a673412ba18" providerId="LiveId" clId="{02BAFCB6-52BE-469E-851C-FEC21D123C66}" dt="2021-11-30T08:50:23.058" v="2343" actId="27636"/>
          <ac:spMkLst>
            <pc:docMk/>
            <pc:sldMk cId="1051519402" sldId="477"/>
            <ac:spMk id="3" creationId="{63DC25C7-D08E-4F6D-BEEE-6395D543E758}"/>
          </ac:spMkLst>
        </pc:spChg>
        <pc:picChg chg="add mod">
          <ac:chgData name="Devinder Kaur" userId="89161a673412ba18" providerId="LiveId" clId="{02BAFCB6-52BE-469E-851C-FEC21D123C66}" dt="2021-11-30T08:50:14.093" v="2341" actId="1035"/>
          <ac:picMkLst>
            <pc:docMk/>
            <pc:sldMk cId="1051519402" sldId="477"/>
            <ac:picMk id="5" creationId="{CD0B9941-F0EB-48FE-8DDF-F71CE706BCE2}"/>
          </ac:picMkLst>
        </pc:picChg>
      </pc:sldChg>
      <pc:sldChg chg="modSp mod ord">
        <pc:chgData name="Devinder Kaur" userId="89161a673412ba18" providerId="LiveId" clId="{02BAFCB6-52BE-469E-851C-FEC21D123C66}" dt="2021-11-30T07:53:28.345" v="1914"/>
        <pc:sldMkLst>
          <pc:docMk/>
          <pc:sldMk cId="3922629916" sldId="478"/>
        </pc:sldMkLst>
        <pc:spChg chg="mod">
          <ac:chgData name="Devinder Kaur" userId="89161a673412ba18" providerId="LiveId" clId="{02BAFCB6-52BE-469E-851C-FEC21D123C66}" dt="2021-11-30T05:29:30.136" v="1579" actId="27636"/>
          <ac:spMkLst>
            <pc:docMk/>
            <pc:sldMk cId="3922629916" sldId="478"/>
            <ac:spMk id="3" creationId="{63DC25C7-D08E-4F6D-BEEE-6395D543E758}"/>
          </ac:spMkLst>
        </pc:spChg>
      </pc:sldChg>
      <pc:sldChg chg="addSp delSp modSp new mod modNotesTx">
        <pc:chgData name="Devinder Kaur" userId="89161a673412ba18" providerId="LiveId" clId="{02BAFCB6-52BE-469E-851C-FEC21D123C66}" dt="2021-11-30T05:41:45.080" v="1788" actId="14100"/>
        <pc:sldMkLst>
          <pc:docMk/>
          <pc:sldMk cId="3211273052" sldId="479"/>
        </pc:sldMkLst>
        <pc:spChg chg="mod">
          <ac:chgData name="Devinder Kaur" userId="89161a673412ba18" providerId="LiveId" clId="{02BAFCB6-52BE-469E-851C-FEC21D123C66}" dt="2021-11-30T05:31:21.402" v="1592" actId="122"/>
          <ac:spMkLst>
            <pc:docMk/>
            <pc:sldMk cId="3211273052" sldId="479"/>
            <ac:spMk id="2" creationId="{E80F3422-066D-4550-AAF2-3F45E3A2C075}"/>
          </ac:spMkLst>
        </pc:spChg>
        <pc:spChg chg="mod">
          <ac:chgData name="Devinder Kaur" userId="89161a673412ba18" providerId="LiveId" clId="{02BAFCB6-52BE-469E-851C-FEC21D123C66}" dt="2021-11-30T05:41:45.080" v="1788" actId="14100"/>
          <ac:spMkLst>
            <pc:docMk/>
            <pc:sldMk cId="3211273052" sldId="479"/>
            <ac:spMk id="3" creationId="{5E84FE93-8250-4FFC-ADB2-43325A77168C}"/>
          </ac:spMkLst>
        </pc:spChg>
        <pc:spChg chg="mod">
          <ac:chgData name="Devinder Kaur" userId="89161a673412ba18" providerId="LiveId" clId="{02BAFCB6-52BE-469E-851C-FEC21D123C66}" dt="2021-11-30T05:36:20.873" v="1725" actId="1076"/>
          <ac:spMkLst>
            <pc:docMk/>
            <pc:sldMk cId="3211273052" sldId="479"/>
            <ac:spMk id="7" creationId="{29AABE04-B2B9-462E-BBFA-1709F1F9FDDC}"/>
          </ac:spMkLst>
        </pc:spChg>
        <pc:spChg chg="mod">
          <ac:chgData name="Devinder Kaur" userId="89161a673412ba18" providerId="LiveId" clId="{02BAFCB6-52BE-469E-851C-FEC21D123C66}" dt="2021-11-30T05:36:20.873" v="1725" actId="1076"/>
          <ac:spMkLst>
            <pc:docMk/>
            <pc:sldMk cId="3211273052" sldId="479"/>
            <ac:spMk id="8" creationId="{E64C61F6-440D-4F0B-ABD0-A1E7BB01A989}"/>
          </ac:spMkLst>
        </pc:spChg>
        <pc:spChg chg="mod">
          <ac:chgData name="Devinder Kaur" userId="89161a673412ba18" providerId="LiveId" clId="{02BAFCB6-52BE-469E-851C-FEC21D123C66}" dt="2021-11-30T05:36:20.873" v="1725" actId="1076"/>
          <ac:spMkLst>
            <pc:docMk/>
            <pc:sldMk cId="3211273052" sldId="479"/>
            <ac:spMk id="9" creationId="{90C9106B-9B50-41F2-A987-9DC774A78441}"/>
          </ac:spMkLst>
        </pc:spChg>
        <pc:spChg chg="mod">
          <ac:chgData name="Devinder Kaur" userId="89161a673412ba18" providerId="LiveId" clId="{02BAFCB6-52BE-469E-851C-FEC21D123C66}" dt="2021-11-30T05:36:20.873" v="1725" actId="1076"/>
          <ac:spMkLst>
            <pc:docMk/>
            <pc:sldMk cId="3211273052" sldId="479"/>
            <ac:spMk id="10" creationId="{9CE52BC1-9C31-480D-A622-A45B65E9FB02}"/>
          </ac:spMkLst>
        </pc:spChg>
        <pc:spChg chg="mod">
          <ac:chgData name="Devinder Kaur" userId="89161a673412ba18" providerId="LiveId" clId="{02BAFCB6-52BE-469E-851C-FEC21D123C66}" dt="2021-11-30T05:36:20.873" v="1725" actId="1076"/>
          <ac:spMkLst>
            <pc:docMk/>
            <pc:sldMk cId="3211273052" sldId="479"/>
            <ac:spMk id="11" creationId="{61EACFBA-E5E1-4919-AB5D-247281D0F3D5}"/>
          </ac:spMkLst>
        </pc:spChg>
        <pc:spChg chg="mod">
          <ac:chgData name="Devinder Kaur" userId="89161a673412ba18" providerId="LiveId" clId="{02BAFCB6-52BE-469E-851C-FEC21D123C66}" dt="2021-11-30T05:36:20.873" v="1725" actId="1076"/>
          <ac:spMkLst>
            <pc:docMk/>
            <pc:sldMk cId="3211273052" sldId="479"/>
            <ac:spMk id="12" creationId="{8F667846-B409-4CC3-9E1B-DA0676B5FC3A}"/>
          </ac:spMkLst>
        </pc:spChg>
        <pc:spChg chg="mod">
          <ac:chgData name="Devinder Kaur" userId="89161a673412ba18" providerId="LiveId" clId="{02BAFCB6-52BE-469E-851C-FEC21D123C66}" dt="2021-11-30T05:36:20.873" v="1725" actId="1076"/>
          <ac:spMkLst>
            <pc:docMk/>
            <pc:sldMk cId="3211273052" sldId="479"/>
            <ac:spMk id="13" creationId="{22651BBA-48C8-42F4-9988-FB773CDFF0CB}"/>
          </ac:spMkLst>
        </pc:spChg>
        <pc:spChg chg="mod">
          <ac:chgData name="Devinder Kaur" userId="89161a673412ba18" providerId="LiveId" clId="{02BAFCB6-52BE-469E-851C-FEC21D123C66}" dt="2021-11-30T05:36:20.873" v="1725" actId="1076"/>
          <ac:spMkLst>
            <pc:docMk/>
            <pc:sldMk cId="3211273052" sldId="479"/>
            <ac:spMk id="14" creationId="{B2D90E9E-3315-49B6-8EB6-9901B7AA4669}"/>
          </ac:spMkLst>
        </pc:spChg>
        <pc:spChg chg="mod">
          <ac:chgData name="Devinder Kaur" userId="89161a673412ba18" providerId="LiveId" clId="{02BAFCB6-52BE-469E-851C-FEC21D123C66}" dt="2021-11-30T05:36:20.873" v="1725" actId="1076"/>
          <ac:spMkLst>
            <pc:docMk/>
            <pc:sldMk cId="3211273052" sldId="479"/>
            <ac:spMk id="15" creationId="{C39C7AAB-3392-4F76-A87C-7F2F73EAAB42}"/>
          </ac:spMkLst>
        </pc:spChg>
        <pc:spChg chg="mod">
          <ac:chgData name="Devinder Kaur" userId="89161a673412ba18" providerId="LiveId" clId="{02BAFCB6-52BE-469E-851C-FEC21D123C66}" dt="2021-11-30T05:36:20.873" v="1725" actId="1076"/>
          <ac:spMkLst>
            <pc:docMk/>
            <pc:sldMk cId="3211273052" sldId="479"/>
            <ac:spMk id="16" creationId="{76B43FD1-1DE5-490B-B215-846ACF9A8E62}"/>
          </ac:spMkLst>
        </pc:spChg>
        <pc:spChg chg="mod">
          <ac:chgData name="Devinder Kaur" userId="89161a673412ba18" providerId="LiveId" clId="{02BAFCB6-52BE-469E-851C-FEC21D123C66}" dt="2021-11-30T05:36:20.873" v="1725" actId="1076"/>
          <ac:spMkLst>
            <pc:docMk/>
            <pc:sldMk cId="3211273052" sldId="479"/>
            <ac:spMk id="17" creationId="{E71CEE3F-5577-4C02-B605-2D7AE0EED8AF}"/>
          </ac:spMkLst>
        </pc:spChg>
        <pc:spChg chg="mod">
          <ac:chgData name="Devinder Kaur" userId="89161a673412ba18" providerId="LiveId" clId="{02BAFCB6-52BE-469E-851C-FEC21D123C66}" dt="2021-11-30T05:36:20.873" v="1725" actId="1076"/>
          <ac:spMkLst>
            <pc:docMk/>
            <pc:sldMk cId="3211273052" sldId="479"/>
            <ac:spMk id="18" creationId="{29D3AFC1-5E33-4A61-B436-E35EA2709210}"/>
          </ac:spMkLst>
        </pc:spChg>
        <pc:spChg chg="mod">
          <ac:chgData name="Devinder Kaur" userId="89161a673412ba18" providerId="LiveId" clId="{02BAFCB6-52BE-469E-851C-FEC21D123C66}" dt="2021-11-30T05:36:20.873" v="1725" actId="1076"/>
          <ac:spMkLst>
            <pc:docMk/>
            <pc:sldMk cId="3211273052" sldId="479"/>
            <ac:spMk id="19" creationId="{B538C3CC-74CB-4A4B-9B5F-390E0DE4DFE6}"/>
          </ac:spMkLst>
        </pc:spChg>
        <pc:spChg chg="mod">
          <ac:chgData name="Devinder Kaur" userId="89161a673412ba18" providerId="LiveId" clId="{02BAFCB6-52BE-469E-851C-FEC21D123C66}" dt="2021-11-30T05:36:20.873" v="1725" actId="1076"/>
          <ac:spMkLst>
            <pc:docMk/>
            <pc:sldMk cId="3211273052" sldId="479"/>
            <ac:spMk id="20" creationId="{614E8006-EB68-4637-B67E-D04136D2AAE2}"/>
          </ac:spMkLst>
        </pc:spChg>
        <pc:spChg chg="mod">
          <ac:chgData name="Devinder Kaur" userId="89161a673412ba18" providerId="LiveId" clId="{02BAFCB6-52BE-469E-851C-FEC21D123C66}" dt="2021-11-30T05:36:20.873" v="1725" actId="1076"/>
          <ac:spMkLst>
            <pc:docMk/>
            <pc:sldMk cId="3211273052" sldId="479"/>
            <ac:spMk id="21" creationId="{D1AC414A-A589-4731-892E-A9AECFC926F4}"/>
          </ac:spMkLst>
        </pc:spChg>
        <pc:spChg chg="mod">
          <ac:chgData name="Devinder Kaur" userId="89161a673412ba18" providerId="LiveId" clId="{02BAFCB6-52BE-469E-851C-FEC21D123C66}" dt="2021-11-30T05:36:20.873" v="1725" actId="1076"/>
          <ac:spMkLst>
            <pc:docMk/>
            <pc:sldMk cId="3211273052" sldId="479"/>
            <ac:spMk id="22" creationId="{ED6EA128-8B9F-4F52-A8DD-BB24C4FC2683}"/>
          </ac:spMkLst>
        </pc:spChg>
        <pc:spChg chg="mod">
          <ac:chgData name="Devinder Kaur" userId="89161a673412ba18" providerId="LiveId" clId="{02BAFCB6-52BE-469E-851C-FEC21D123C66}" dt="2021-11-30T05:36:20.873" v="1725" actId="1076"/>
          <ac:spMkLst>
            <pc:docMk/>
            <pc:sldMk cId="3211273052" sldId="479"/>
            <ac:spMk id="23" creationId="{CB0C32B8-3AE5-4C19-BD19-0CAF13491A31}"/>
          </ac:spMkLst>
        </pc:spChg>
        <pc:spChg chg="mod">
          <ac:chgData name="Devinder Kaur" userId="89161a673412ba18" providerId="LiveId" clId="{02BAFCB6-52BE-469E-851C-FEC21D123C66}" dt="2021-11-30T05:36:20.873" v="1725" actId="1076"/>
          <ac:spMkLst>
            <pc:docMk/>
            <pc:sldMk cId="3211273052" sldId="479"/>
            <ac:spMk id="24" creationId="{D3727C28-DCFB-42BC-8DAC-25411E9AABC8}"/>
          </ac:spMkLst>
        </pc:spChg>
        <pc:spChg chg="mod">
          <ac:chgData name="Devinder Kaur" userId="89161a673412ba18" providerId="LiveId" clId="{02BAFCB6-52BE-469E-851C-FEC21D123C66}" dt="2021-11-30T05:36:20.873" v="1725" actId="1076"/>
          <ac:spMkLst>
            <pc:docMk/>
            <pc:sldMk cId="3211273052" sldId="479"/>
            <ac:spMk id="25" creationId="{2DCA6CC8-2FD5-47FC-AED5-777F3E6E7B1F}"/>
          </ac:spMkLst>
        </pc:spChg>
        <pc:spChg chg="mod">
          <ac:chgData name="Devinder Kaur" userId="89161a673412ba18" providerId="LiveId" clId="{02BAFCB6-52BE-469E-851C-FEC21D123C66}" dt="2021-11-30T05:36:20.873" v="1725" actId="1076"/>
          <ac:spMkLst>
            <pc:docMk/>
            <pc:sldMk cId="3211273052" sldId="479"/>
            <ac:spMk id="26" creationId="{84534852-4E49-46B8-9B37-BF15C4E028DC}"/>
          </ac:spMkLst>
        </pc:spChg>
        <pc:spChg chg="mod">
          <ac:chgData name="Devinder Kaur" userId="89161a673412ba18" providerId="LiveId" clId="{02BAFCB6-52BE-469E-851C-FEC21D123C66}" dt="2021-11-30T05:36:20.873" v="1725" actId="1076"/>
          <ac:spMkLst>
            <pc:docMk/>
            <pc:sldMk cId="3211273052" sldId="479"/>
            <ac:spMk id="27" creationId="{25DBBA80-6B85-4A58-BBBF-722F326BF464}"/>
          </ac:spMkLst>
        </pc:spChg>
        <pc:spChg chg="mod">
          <ac:chgData name="Devinder Kaur" userId="89161a673412ba18" providerId="LiveId" clId="{02BAFCB6-52BE-469E-851C-FEC21D123C66}" dt="2021-11-30T05:36:20.873" v="1725" actId="1076"/>
          <ac:spMkLst>
            <pc:docMk/>
            <pc:sldMk cId="3211273052" sldId="479"/>
            <ac:spMk id="28" creationId="{9360C126-7B67-44DB-97A9-FF43142B8740}"/>
          </ac:spMkLst>
        </pc:spChg>
        <pc:spChg chg="mod">
          <ac:chgData name="Devinder Kaur" userId="89161a673412ba18" providerId="LiveId" clId="{02BAFCB6-52BE-469E-851C-FEC21D123C66}" dt="2021-11-30T05:36:20.873" v="1725" actId="1076"/>
          <ac:spMkLst>
            <pc:docMk/>
            <pc:sldMk cId="3211273052" sldId="479"/>
            <ac:spMk id="31" creationId="{75EEF5C0-4A45-4323-B104-7FD94AFD36AD}"/>
          </ac:spMkLst>
        </pc:spChg>
        <pc:spChg chg="mod">
          <ac:chgData name="Devinder Kaur" userId="89161a673412ba18" providerId="LiveId" clId="{02BAFCB6-52BE-469E-851C-FEC21D123C66}" dt="2021-11-30T05:36:20.873" v="1725" actId="1076"/>
          <ac:spMkLst>
            <pc:docMk/>
            <pc:sldMk cId="3211273052" sldId="479"/>
            <ac:spMk id="32" creationId="{D9FC9B09-7AC8-4AAA-BEFD-68DDED3DED2E}"/>
          </ac:spMkLst>
        </pc:spChg>
        <pc:spChg chg="mod">
          <ac:chgData name="Devinder Kaur" userId="89161a673412ba18" providerId="LiveId" clId="{02BAFCB6-52BE-469E-851C-FEC21D123C66}" dt="2021-11-30T05:36:20.873" v="1725" actId="1076"/>
          <ac:spMkLst>
            <pc:docMk/>
            <pc:sldMk cId="3211273052" sldId="479"/>
            <ac:spMk id="33" creationId="{C2192A4F-7847-49A2-8311-6AFE95BF88EB}"/>
          </ac:spMkLst>
        </pc:spChg>
        <pc:spChg chg="mod">
          <ac:chgData name="Devinder Kaur" userId="89161a673412ba18" providerId="LiveId" clId="{02BAFCB6-52BE-469E-851C-FEC21D123C66}" dt="2021-11-30T05:36:20.873" v="1725" actId="1076"/>
          <ac:spMkLst>
            <pc:docMk/>
            <pc:sldMk cId="3211273052" sldId="479"/>
            <ac:spMk id="34" creationId="{68B17500-2136-456E-AF1D-17615E49A3A2}"/>
          </ac:spMkLst>
        </pc:spChg>
        <pc:spChg chg="mod">
          <ac:chgData name="Devinder Kaur" userId="89161a673412ba18" providerId="LiveId" clId="{02BAFCB6-52BE-469E-851C-FEC21D123C66}" dt="2021-11-30T05:36:20.873" v="1725" actId="1076"/>
          <ac:spMkLst>
            <pc:docMk/>
            <pc:sldMk cId="3211273052" sldId="479"/>
            <ac:spMk id="35" creationId="{FD267EDD-5038-4BA3-A5C7-AA59D21816E8}"/>
          </ac:spMkLst>
        </pc:spChg>
        <pc:spChg chg="mod">
          <ac:chgData name="Devinder Kaur" userId="89161a673412ba18" providerId="LiveId" clId="{02BAFCB6-52BE-469E-851C-FEC21D123C66}" dt="2021-11-30T05:41:17.955" v="1784" actId="14100"/>
          <ac:spMkLst>
            <pc:docMk/>
            <pc:sldMk cId="3211273052" sldId="479"/>
            <ac:spMk id="38" creationId="{31307B61-4B44-44DB-B121-F8621BFEDFB2}"/>
          </ac:spMkLst>
        </pc:spChg>
        <pc:spChg chg="mod">
          <ac:chgData name="Devinder Kaur" userId="89161a673412ba18" providerId="LiveId" clId="{02BAFCB6-52BE-469E-851C-FEC21D123C66}" dt="2021-11-30T05:41:17.955" v="1784" actId="14100"/>
          <ac:spMkLst>
            <pc:docMk/>
            <pc:sldMk cId="3211273052" sldId="479"/>
            <ac:spMk id="39" creationId="{4874D977-4BA0-4CC6-9E66-483C7DCFAA20}"/>
          </ac:spMkLst>
        </pc:spChg>
        <pc:spChg chg="mod">
          <ac:chgData name="Devinder Kaur" userId="89161a673412ba18" providerId="LiveId" clId="{02BAFCB6-52BE-469E-851C-FEC21D123C66}" dt="2021-11-30T05:41:17.955" v="1784" actId="14100"/>
          <ac:spMkLst>
            <pc:docMk/>
            <pc:sldMk cId="3211273052" sldId="479"/>
            <ac:spMk id="40" creationId="{4AE65B6F-B63F-4540-97FC-FCD0C917046B}"/>
          </ac:spMkLst>
        </pc:spChg>
        <pc:spChg chg="mod">
          <ac:chgData name="Devinder Kaur" userId="89161a673412ba18" providerId="LiveId" clId="{02BAFCB6-52BE-469E-851C-FEC21D123C66}" dt="2021-11-30T05:41:17.955" v="1784" actId="14100"/>
          <ac:spMkLst>
            <pc:docMk/>
            <pc:sldMk cId="3211273052" sldId="479"/>
            <ac:spMk id="41" creationId="{026A676E-4C03-41C2-9A9D-547EB103309C}"/>
          </ac:spMkLst>
        </pc:spChg>
        <pc:spChg chg="mod">
          <ac:chgData name="Devinder Kaur" userId="89161a673412ba18" providerId="LiveId" clId="{02BAFCB6-52BE-469E-851C-FEC21D123C66}" dt="2021-11-30T05:41:17.955" v="1784" actId="14100"/>
          <ac:spMkLst>
            <pc:docMk/>
            <pc:sldMk cId="3211273052" sldId="479"/>
            <ac:spMk id="42" creationId="{511AA3C5-0C20-4090-86D1-5A090FC6A56C}"/>
          </ac:spMkLst>
        </pc:spChg>
        <pc:spChg chg="mod">
          <ac:chgData name="Devinder Kaur" userId="89161a673412ba18" providerId="LiveId" clId="{02BAFCB6-52BE-469E-851C-FEC21D123C66}" dt="2021-11-30T05:41:17.955" v="1784" actId="14100"/>
          <ac:spMkLst>
            <pc:docMk/>
            <pc:sldMk cId="3211273052" sldId="479"/>
            <ac:spMk id="43" creationId="{3B818BC2-21A0-4E49-B99D-7F680863ECD3}"/>
          </ac:spMkLst>
        </pc:spChg>
        <pc:spChg chg="mod">
          <ac:chgData name="Devinder Kaur" userId="89161a673412ba18" providerId="LiveId" clId="{02BAFCB6-52BE-469E-851C-FEC21D123C66}" dt="2021-11-30T05:41:17.955" v="1784" actId="14100"/>
          <ac:spMkLst>
            <pc:docMk/>
            <pc:sldMk cId="3211273052" sldId="479"/>
            <ac:spMk id="44" creationId="{D5A82702-06BF-4C2D-87A1-38A23C089CE2}"/>
          </ac:spMkLst>
        </pc:spChg>
        <pc:spChg chg="mod">
          <ac:chgData name="Devinder Kaur" userId="89161a673412ba18" providerId="LiveId" clId="{02BAFCB6-52BE-469E-851C-FEC21D123C66}" dt="2021-11-30T05:41:17.955" v="1784" actId="14100"/>
          <ac:spMkLst>
            <pc:docMk/>
            <pc:sldMk cId="3211273052" sldId="479"/>
            <ac:spMk id="45" creationId="{9A46CB61-F5F8-4A66-B6BF-F837C5169029}"/>
          </ac:spMkLst>
        </pc:spChg>
        <pc:spChg chg="mod">
          <ac:chgData name="Devinder Kaur" userId="89161a673412ba18" providerId="LiveId" clId="{02BAFCB6-52BE-469E-851C-FEC21D123C66}" dt="2021-11-30T05:41:17.955" v="1784" actId="14100"/>
          <ac:spMkLst>
            <pc:docMk/>
            <pc:sldMk cId="3211273052" sldId="479"/>
            <ac:spMk id="46" creationId="{825BD5BF-DB56-4140-9A0D-A3C6CAF8EB7D}"/>
          </ac:spMkLst>
        </pc:spChg>
        <pc:spChg chg="mod">
          <ac:chgData name="Devinder Kaur" userId="89161a673412ba18" providerId="LiveId" clId="{02BAFCB6-52BE-469E-851C-FEC21D123C66}" dt="2021-11-30T05:41:17.955" v="1784" actId="14100"/>
          <ac:spMkLst>
            <pc:docMk/>
            <pc:sldMk cId="3211273052" sldId="479"/>
            <ac:spMk id="47" creationId="{5AA73439-1FD6-4FB6-ABF7-BCB41A3E918D}"/>
          </ac:spMkLst>
        </pc:spChg>
        <pc:spChg chg="mod">
          <ac:chgData name="Devinder Kaur" userId="89161a673412ba18" providerId="LiveId" clId="{02BAFCB6-52BE-469E-851C-FEC21D123C66}" dt="2021-11-30T05:41:17.955" v="1784" actId="14100"/>
          <ac:spMkLst>
            <pc:docMk/>
            <pc:sldMk cId="3211273052" sldId="479"/>
            <ac:spMk id="48" creationId="{A7A3C56E-6F5F-41A3-BF2D-532696DA7EC7}"/>
          </ac:spMkLst>
        </pc:spChg>
        <pc:spChg chg="mod">
          <ac:chgData name="Devinder Kaur" userId="89161a673412ba18" providerId="LiveId" clId="{02BAFCB6-52BE-469E-851C-FEC21D123C66}" dt="2021-11-30T05:41:17.955" v="1784" actId="14100"/>
          <ac:spMkLst>
            <pc:docMk/>
            <pc:sldMk cId="3211273052" sldId="479"/>
            <ac:spMk id="49" creationId="{A2B4AF6E-3E0D-4A40-99A4-0673A42F741C}"/>
          </ac:spMkLst>
        </pc:spChg>
        <pc:spChg chg="mod">
          <ac:chgData name="Devinder Kaur" userId="89161a673412ba18" providerId="LiveId" clId="{02BAFCB6-52BE-469E-851C-FEC21D123C66}" dt="2021-11-30T05:41:17.955" v="1784" actId="14100"/>
          <ac:spMkLst>
            <pc:docMk/>
            <pc:sldMk cId="3211273052" sldId="479"/>
            <ac:spMk id="50" creationId="{108DBFF4-5B92-4D7D-A95F-2DEE6167A2B3}"/>
          </ac:spMkLst>
        </pc:spChg>
        <pc:spChg chg="mod">
          <ac:chgData name="Devinder Kaur" userId="89161a673412ba18" providerId="LiveId" clId="{02BAFCB6-52BE-469E-851C-FEC21D123C66}" dt="2021-11-30T05:41:17.955" v="1784" actId="14100"/>
          <ac:spMkLst>
            <pc:docMk/>
            <pc:sldMk cId="3211273052" sldId="479"/>
            <ac:spMk id="51" creationId="{ED20C06C-679B-4E65-9B50-0C971E256B16}"/>
          </ac:spMkLst>
        </pc:spChg>
        <pc:spChg chg="mod">
          <ac:chgData name="Devinder Kaur" userId="89161a673412ba18" providerId="LiveId" clId="{02BAFCB6-52BE-469E-851C-FEC21D123C66}" dt="2021-11-30T05:41:17.955" v="1784" actId="14100"/>
          <ac:spMkLst>
            <pc:docMk/>
            <pc:sldMk cId="3211273052" sldId="479"/>
            <ac:spMk id="52" creationId="{100F10FD-8FF3-4E12-9E7D-DD196D5663CE}"/>
          </ac:spMkLst>
        </pc:spChg>
        <pc:spChg chg="mod">
          <ac:chgData name="Devinder Kaur" userId="89161a673412ba18" providerId="LiveId" clId="{02BAFCB6-52BE-469E-851C-FEC21D123C66}" dt="2021-11-30T05:41:17.955" v="1784" actId="14100"/>
          <ac:spMkLst>
            <pc:docMk/>
            <pc:sldMk cId="3211273052" sldId="479"/>
            <ac:spMk id="53" creationId="{9265906D-6C69-4732-AB43-FBAE310BCB86}"/>
          </ac:spMkLst>
        </pc:spChg>
        <pc:spChg chg="mod">
          <ac:chgData name="Devinder Kaur" userId="89161a673412ba18" providerId="LiveId" clId="{02BAFCB6-52BE-469E-851C-FEC21D123C66}" dt="2021-11-30T05:41:17.955" v="1784" actId="14100"/>
          <ac:spMkLst>
            <pc:docMk/>
            <pc:sldMk cId="3211273052" sldId="479"/>
            <ac:spMk id="54" creationId="{2FA98BC1-41F9-4F8B-9C2F-87288542D53C}"/>
          </ac:spMkLst>
        </pc:spChg>
        <pc:spChg chg="mod">
          <ac:chgData name="Devinder Kaur" userId="89161a673412ba18" providerId="LiveId" clId="{02BAFCB6-52BE-469E-851C-FEC21D123C66}" dt="2021-11-30T05:41:17.955" v="1784" actId="14100"/>
          <ac:spMkLst>
            <pc:docMk/>
            <pc:sldMk cId="3211273052" sldId="479"/>
            <ac:spMk id="55" creationId="{64E04313-B03E-41D7-B554-F26567690C57}"/>
          </ac:spMkLst>
        </pc:spChg>
        <pc:spChg chg="mod">
          <ac:chgData name="Devinder Kaur" userId="89161a673412ba18" providerId="LiveId" clId="{02BAFCB6-52BE-469E-851C-FEC21D123C66}" dt="2021-11-30T05:41:17.955" v="1784" actId="14100"/>
          <ac:spMkLst>
            <pc:docMk/>
            <pc:sldMk cId="3211273052" sldId="479"/>
            <ac:spMk id="56" creationId="{206540DA-C933-40B3-920E-1532EB5E9710}"/>
          </ac:spMkLst>
        </pc:spChg>
        <pc:spChg chg="mod">
          <ac:chgData name="Devinder Kaur" userId="89161a673412ba18" providerId="LiveId" clId="{02BAFCB6-52BE-469E-851C-FEC21D123C66}" dt="2021-11-30T05:41:17.955" v="1784" actId="14100"/>
          <ac:spMkLst>
            <pc:docMk/>
            <pc:sldMk cId="3211273052" sldId="479"/>
            <ac:spMk id="57" creationId="{F7952A07-F96F-48E8-AC3C-F5ECB831183B}"/>
          </ac:spMkLst>
        </pc:spChg>
        <pc:spChg chg="mod">
          <ac:chgData name="Devinder Kaur" userId="89161a673412ba18" providerId="LiveId" clId="{02BAFCB6-52BE-469E-851C-FEC21D123C66}" dt="2021-11-30T05:41:17.955" v="1784" actId="14100"/>
          <ac:spMkLst>
            <pc:docMk/>
            <pc:sldMk cId="3211273052" sldId="479"/>
            <ac:spMk id="58" creationId="{C80F5239-5127-4759-B8B7-8DC601A93FFE}"/>
          </ac:spMkLst>
        </pc:spChg>
        <pc:spChg chg="mod">
          <ac:chgData name="Devinder Kaur" userId="89161a673412ba18" providerId="LiveId" clId="{02BAFCB6-52BE-469E-851C-FEC21D123C66}" dt="2021-11-30T05:41:17.955" v="1784" actId="14100"/>
          <ac:spMkLst>
            <pc:docMk/>
            <pc:sldMk cId="3211273052" sldId="479"/>
            <ac:spMk id="59" creationId="{3291EC51-D5B6-41C3-A8CD-D1C356C20C40}"/>
          </ac:spMkLst>
        </pc:spChg>
        <pc:spChg chg="mod">
          <ac:chgData name="Devinder Kaur" userId="89161a673412ba18" providerId="LiveId" clId="{02BAFCB6-52BE-469E-851C-FEC21D123C66}" dt="2021-11-30T05:41:17.955" v="1784" actId="14100"/>
          <ac:spMkLst>
            <pc:docMk/>
            <pc:sldMk cId="3211273052" sldId="479"/>
            <ac:spMk id="62" creationId="{769E7524-C595-4E1A-9569-ED7C2CB41736}"/>
          </ac:spMkLst>
        </pc:spChg>
        <pc:spChg chg="mod">
          <ac:chgData name="Devinder Kaur" userId="89161a673412ba18" providerId="LiveId" clId="{02BAFCB6-52BE-469E-851C-FEC21D123C66}" dt="2021-11-30T05:41:17.955" v="1784" actId="14100"/>
          <ac:spMkLst>
            <pc:docMk/>
            <pc:sldMk cId="3211273052" sldId="479"/>
            <ac:spMk id="63" creationId="{FF117155-AF46-4A1A-A205-0BE6575D506D}"/>
          </ac:spMkLst>
        </pc:spChg>
        <pc:spChg chg="mod">
          <ac:chgData name="Devinder Kaur" userId="89161a673412ba18" providerId="LiveId" clId="{02BAFCB6-52BE-469E-851C-FEC21D123C66}" dt="2021-11-30T05:41:17.955" v="1784" actId="14100"/>
          <ac:spMkLst>
            <pc:docMk/>
            <pc:sldMk cId="3211273052" sldId="479"/>
            <ac:spMk id="64" creationId="{ADE10842-D07D-4EF5-8478-90E8835DB4A1}"/>
          </ac:spMkLst>
        </pc:spChg>
        <pc:spChg chg="mod">
          <ac:chgData name="Devinder Kaur" userId="89161a673412ba18" providerId="LiveId" clId="{02BAFCB6-52BE-469E-851C-FEC21D123C66}" dt="2021-11-30T05:41:17.955" v="1784" actId="14100"/>
          <ac:spMkLst>
            <pc:docMk/>
            <pc:sldMk cId="3211273052" sldId="479"/>
            <ac:spMk id="65" creationId="{F09502C9-0D50-41C8-BCE2-745248B76269}"/>
          </ac:spMkLst>
        </pc:spChg>
        <pc:spChg chg="mod">
          <ac:chgData name="Devinder Kaur" userId="89161a673412ba18" providerId="LiveId" clId="{02BAFCB6-52BE-469E-851C-FEC21D123C66}" dt="2021-11-30T05:41:17.955" v="1784" actId="14100"/>
          <ac:spMkLst>
            <pc:docMk/>
            <pc:sldMk cId="3211273052" sldId="479"/>
            <ac:spMk id="66" creationId="{13CB8BE4-0899-4BD1-8260-7D434F9EEC04}"/>
          </ac:spMkLst>
        </pc:spChg>
        <pc:grpChg chg="add del mod">
          <ac:chgData name="Devinder Kaur" userId="89161a673412ba18" providerId="LiveId" clId="{02BAFCB6-52BE-469E-851C-FEC21D123C66}" dt="2021-11-30T05:37:46.591" v="1726" actId="478"/>
          <ac:grpSpMkLst>
            <pc:docMk/>
            <pc:sldMk cId="3211273052" sldId="479"/>
            <ac:grpSpMk id="5" creationId="{4E7FA90D-DDEA-4B5C-8950-59B11FCE07B6}"/>
          </ac:grpSpMkLst>
        </pc:grpChg>
        <pc:grpChg chg="mod">
          <ac:chgData name="Devinder Kaur" userId="89161a673412ba18" providerId="LiveId" clId="{02BAFCB6-52BE-469E-851C-FEC21D123C66}" dt="2021-11-30T05:36:20.873" v="1725" actId="1076"/>
          <ac:grpSpMkLst>
            <pc:docMk/>
            <pc:sldMk cId="3211273052" sldId="479"/>
            <ac:grpSpMk id="29" creationId="{DC7A4699-1518-48B5-A42B-E697C754634C}"/>
          </ac:grpSpMkLst>
        </pc:grpChg>
        <pc:grpChg chg="mod">
          <ac:chgData name="Devinder Kaur" userId="89161a673412ba18" providerId="LiveId" clId="{02BAFCB6-52BE-469E-851C-FEC21D123C66}" dt="2021-11-30T05:36:20.873" v="1725" actId="1076"/>
          <ac:grpSpMkLst>
            <pc:docMk/>
            <pc:sldMk cId="3211273052" sldId="479"/>
            <ac:grpSpMk id="30" creationId="{30ECEB05-6774-4212-B93C-CC7B99F746D6}"/>
          </ac:grpSpMkLst>
        </pc:grpChg>
        <pc:grpChg chg="add mod">
          <ac:chgData name="Devinder Kaur" userId="89161a673412ba18" providerId="LiveId" clId="{02BAFCB6-52BE-469E-851C-FEC21D123C66}" dt="2021-11-30T05:41:17.955" v="1784" actId="14100"/>
          <ac:grpSpMkLst>
            <pc:docMk/>
            <pc:sldMk cId="3211273052" sldId="479"/>
            <ac:grpSpMk id="36" creationId="{43FF1D1A-8160-4F88-80A3-AD0DB8D9D154}"/>
          </ac:grpSpMkLst>
        </pc:grpChg>
        <pc:grpChg chg="mod">
          <ac:chgData name="Devinder Kaur" userId="89161a673412ba18" providerId="LiveId" clId="{02BAFCB6-52BE-469E-851C-FEC21D123C66}" dt="2021-11-30T05:41:17.955" v="1784" actId="14100"/>
          <ac:grpSpMkLst>
            <pc:docMk/>
            <pc:sldMk cId="3211273052" sldId="479"/>
            <ac:grpSpMk id="60" creationId="{690705B3-601E-42CE-95C8-47C7F90AF4BB}"/>
          </ac:grpSpMkLst>
        </pc:grpChg>
        <pc:grpChg chg="mod">
          <ac:chgData name="Devinder Kaur" userId="89161a673412ba18" providerId="LiveId" clId="{02BAFCB6-52BE-469E-851C-FEC21D123C66}" dt="2021-11-30T05:41:17.955" v="1784" actId="14100"/>
          <ac:grpSpMkLst>
            <pc:docMk/>
            <pc:sldMk cId="3211273052" sldId="479"/>
            <ac:grpSpMk id="61" creationId="{BC5524C0-F0E4-4814-ADB3-1CE35CD073CB}"/>
          </ac:grpSpMkLst>
        </pc:grpChg>
        <pc:picChg chg="mod">
          <ac:chgData name="Devinder Kaur" userId="89161a673412ba18" providerId="LiveId" clId="{02BAFCB6-52BE-469E-851C-FEC21D123C66}" dt="2021-11-30T05:36:20.873" v="1725" actId="1076"/>
          <ac:picMkLst>
            <pc:docMk/>
            <pc:sldMk cId="3211273052" sldId="479"/>
            <ac:picMk id="6" creationId="{1D892B69-7341-47EF-8811-38FF7AE862E6}"/>
          </ac:picMkLst>
        </pc:picChg>
        <pc:picChg chg="mod">
          <ac:chgData name="Devinder Kaur" userId="89161a673412ba18" providerId="LiveId" clId="{02BAFCB6-52BE-469E-851C-FEC21D123C66}" dt="2021-11-30T05:41:17.955" v="1784" actId="14100"/>
          <ac:picMkLst>
            <pc:docMk/>
            <pc:sldMk cId="3211273052" sldId="479"/>
            <ac:picMk id="37" creationId="{5FFB99D7-03FB-44F8-8CD5-375AB32B1E6A}"/>
          </ac:picMkLst>
        </pc:picChg>
      </pc:sldChg>
      <pc:sldChg chg="new del">
        <pc:chgData name="Devinder Kaur" userId="89161a673412ba18" providerId="LiveId" clId="{02BAFCB6-52BE-469E-851C-FEC21D123C66}" dt="2021-11-30T05:30:46.057" v="1581" actId="680"/>
        <pc:sldMkLst>
          <pc:docMk/>
          <pc:sldMk cId="3217735588" sldId="479"/>
        </pc:sldMkLst>
      </pc:sldChg>
      <pc:sldChg chg="addSp delSp modSp mod">
        <pc:chgData name="Devinder Kaur" userId="89161a673412ba18" providerId="LiveId" clId="{02BAFCB6-52BE-469E-851C-FEC21D123C66}" dt="2021-12-07T10:23:36.141" v="2557" actId="113"/>
        <pc:sldMkLst>
          <pc:docMk/>
          <pc:sldMk cId="2362205249" sldId="480"/>
        </pc:sldMkLst>
        <pc:spChg chg="mod">
          <ac:chgData name="Devinder Kaur" userId="89161a673412ba18" providerId="LiveId" clId="{02BAFCB6-52BE-469E-851C-FEC21D123C66}" dt="2021-12-07T10:23:36.141" v="2557" actId="113"/>
          <ac:spMkLst>
            <pc:docMk/>
            <pc:sldMk cId="2362205249" sldId="480"/>
            <ac:spMk id="3" creationId="{5E84FE93-8250-4FFC-ADB2-43325A77168C}"/>
          </ac:spMkLst>
        </pc:spChg>
        <pc:spChg chg="mod">
          <ac:chgData name="Devinder Kaur" userId="89161a673412ba18" providerId="LiveId" clId="{02BAFCB6-52BE-469E-851C-FEC21D123C66}" dt="2021-11-30T05:35:52.728" v="1724" actId="14100"/>
          <ac:spMkLst>
            <pc:docMk/>
            <pc:sldMk cId="2362205249" sldId="480"/>
            <ac:spMk id="38" creationId="{1F920B84-0554-4570-BC83-994D1236EA44}"/>
          </ac:spMkLst>
        </pc:spChg>
        <pc:spChg chg="mod">
          <ac:chgData name="Devinder Kaur" userId="89161a673412ba18" providerId="LiveId" clId="{02BAFCB6-52BE-469E-851C-FEC21D123C66}" dt="2021-11-30T05:35:52.728" v="1724" actId="14100"/>
          <ac:spMkLst>
            <pc:docMk/>
            <pc:sldMk cId="2362205249" sldId="480"/>
            <ac:spMk id="39" creationId="{9C3FA870-B791-473A-A24D-55611A89C5E7}"/>
          </ac:spMkLst>
        </pc:spChg>
        <pc:spChg chg="mod">
          <ac:chgData name="Devinder Kaur" userId="89161a673412ba18" providerId="LiveId" clId="{02BAFCB6-52BE-469E-851C-FEC21D123C66}" dt="2021-11-30T05:35:52.728" v="1724" actId="14100"/>
          <ac:spMkLst>
            <pc:docMk/>
            <pc:sldMk cId="2362205249" sldId="480"/>
            <ac:spMk id="40" creationId="{BDB0E557-01EF-4135-BB47-3BF14F1CAEE4}"/>
          </ac:spMkLst>
        </pc:spChg>
        <pc:spChg chg="mod">
          <ac:chgData name="Devinder Kaur" userId="89161a673412ba18" providerId="LiveId" clId="{02BAFCB6-52BE-469E-851C-FEC21D123C66}" dt="2021-11-30T05:35:52.728" v="1724" actId="14100"/>
          <ac:spMkLst>
            <pc:docMk/>
            <pc:sldMk cId="2362205249" sldId="480"/>
            <ac:spMk id="41" creationId="{5227EB7A-09E4-46C3-BA29-0EFF052DD8B0}"/>
          </ac:spMkLst>
        </pc:spChg>
        <pc:spChg chg="mod">
          <ac:chgData name="Devinder Kaur" userId="89161a673412ba18" providerId="LiveId" clId="{02BAFCB6-52BE-469E-851C-FEC21D123C66}" dt="2021-11-30T05:35:52.728" v="1724" actId="14100"/>
          <ac:spMkLst>
            <pc:docMk/>
            <pc:sldMk cId="2362205249" sldId="480"/>
            <ac:spMk id="42" creationId="{40A7DF5F-1EAA-433E-831C-4C9D2EA6998F}"/>
          </ac:spMkLst>
        </pc:spChg>
        <pc:spChg chg="mod">
          <ac:chgData name="Devinder Kaur" userId="89161a673412ba18" providerId="LiveId" clId="{02BAFCB6-52BE-469E-851C-FEC21D123C66}" dt="2021-11-30T05:35:52.728" v="1724" actId="14100"/>
          <ac:spMkLst>
            <pc:docMk/>
            <pc:sldMk cId="2362205249" sldId="480"/>
            <ac:spMk id="43" creationId="{6566076E-456A-4349-8C2A-57B395178254}"/>
          </ac:spMkLst>
        </pc:spChg>
        <pc:spChg chg="mod">
          <ac:chgData name="Devinder Kaur" userId="89161a673412ba18" providerId="LiveId" clId="{02BAFCB6-52BE-469E-851C-FEC21D123C66}" dt="2021-11-30T05:35:52.728" v="1724" actId="14100"/>
          <ac:spMkLst>
            <pc:docMk/>
            <pc:sldMk cId="2362205249" sldId="480"/>
            <ac:spMk id="44" creationId="{237856BC-65E6-4565-909B-2C2F42873DE6}"/>
          </ac:spMkLst>
        </pc:spChg>
        <pc:spChg chg="mod">
          <ac:chgData name="Devinder Kaur" userId="89161a673412ba18" providerId="LiveId" clId="{02BAFCB6-52BE-469E-851C-FEC21D123C66}" dt="2021-11-30T05:35:52.728" v="1724" actId="14100"/>
          <ac:spMkLst>
            <pc:docMk/>
            <pc:sldMk cId="2362205249" sldId="480"/>
            <ac:spMk id="45" creationId="{0D1595E8-8261-485F-BE48-C9895898A914}"/>
          </ac:spMkLst>
        </pc:spChg>
        <pc:spChg chg="mod">
          <ac:chgData name="Devinder Kaur" userId="89161a673412ba18" providerId="LiveId" clId="{02BAFCB6-52BE-469E-851C-FEC21D123C66}" dt="2021-11-30T05:35:52.728" v="1724" actId="14100"/>
          <ac:spMkLst>
            <pc:docMk/>
            <pc:sldMk cId="2362205249" sldId="480"/>
            <ac:spMk id="46" creationId="{9CBC5FBC-C22D-4B9F-9AD1-68D72A4E5850}"/>
          </ac:spMkLst>
        </pc:spChg>
        <pc:spChg chg="mod">
          <ac:chgData name="Devinder Kaur" userId="89161a673412ba18" providerId="LiveId" clId="{02BAFCB6-52BE-469E-851C-FEC21D123C66}" dt="2021-11-30T05:35:52.728" v="1724" actId="14100"/>
          <ac:spMkLst>
            <pc:docMk/>
            <pc:sldMk cId="2362205249" sldId="480"/>
            <ac:spMk id="47" creationId="{E0B4A98D-F615-48C7-A58C-4159823B9922}"/>
          </ac:spMkLst>
        </pc:spChg>
        <pc:spChg chg="mod">
          <ac:chgData name="Devinder Kaur" userId="89161a673412ba18" providerId="LiveId" clId="{02BAFCB6-52BE-469E-851C-FEC21D123C66}" dt="2021-11-30T05:35:52.728" v="1724" actId="14100"/>
          <ac:spMkLst>
            <pc:docMk/>
            <pc:sldMk cId="2362205249" sldId="480"/>
            <ac:spMk id="48" creationId="{31FA22AA-787A-4FB1-8740-516CD7E69FEC}"/>
          </ac:spMkLst>
        </pc:spChg>
        <pc:spChg chg="mod">
          <ac:chgData name="Devinder Kaur" userId="89161a673412ba18" providerId="LiveId" clId="{02BAFCB6-52BE-469E-851C-FEC21D123C66}" dt="2021-11-30T05:35:52.728" v="1724" actId="14100"/>
          <ac:spMkLst>
            <pc:docMk/>
            <pc:sldMk cId="2362205249" sldId="480"/>
            <ac:spMk id="49" creationId="{3EFED145-B127-41F3-8125-74AA98259C1D}"/>
          </ac:spMkLst>
        </pc:spChg>
        <pc:spChg chg="mod">
          <ac:chgData name="Devinder Kaur" userId="89161a673412ba18" providerId="LiveId" clId="{02BAFCB6-52BE-469E-851C-FEC21D123C66}" dt="2021-11-30T05:35:52.728" v="1724" actId="14100"/>
          <ac:spMkLst>
            <pc:docMk/>
            <pc:sldMk cId="2362205249" sldId="480"/>
            <ac:spMk id="50" creationId="{AC27A697-D7E2-48F3-AD72-7731049BB6A2}"/>
          </ac:spMkLst>
        </pc:spChg>
        <pc:spChg chg="mod">
          <ac:chgData name="Devinder Kaur" userId="89161a673412ba18" providerId="LiveId" clId="{02BAFCB6-52BE-469E-851C-FEC21D123C66}" dt="2021-11-30T05:35:52.728" v="1724" actId="14100"/>
          <ac:spMkLst>
            <pc:docMk/>
            <pc:sldMk cId="2362205249" sldId="480"/>
            <ac:spMk id="51" creationId="{56424725-B8FC-4158-9A70-B47F8BE947C6}"/>
          </ac:spMkLst>
        </pc:spChg>
        <pc:spChg chg="mod">
          <ac:chgData name="Devinder Kaur" userId="89161a673412ba18" providerId="LiveId" clId="{02BAFCB6-52BE-469E-851C-FEC21D123C66}" dt="2021-11-30T05:35:52.728" v="1724" actId="14100"/>
          <ac:spMkLst>
            <pc:docMk/>
            <pc:sldMk cId="2362205249" sldId="480"/>
            <ac:spMk id="52" creationId="{4421075A-5485-4B50-A47A-3338A268F9E7}"/>
          </ac:spMkLst>
        </pc:spChg>
        <pc:spChg chg="mod">
          <ac:chgData name="Devinder Kaur" userId="89161a673412ba18" providerId="LiveId" clId="{02BAFCB6-52BE-469E-851C-FEC21D123C66}" dt="2021-11-30T05:35:52.728" v="1724" actId="14100"/>
          <ac:spMkLst>
            <pc:docMk/>
            <pc:sldMk cId="2362205249" sldId="480"/>
            <ac:spMk id="53" creationId="{3123D6BA-E778-4EF4-9728-E764452232BA}"/>
          </ac:spMkLst>
        </pc:spChg>
        <pc:spChg chg="mod">
          <ac:chgData name="Devinder Kaur" userId="89161a673412ba18" providerId="LiveId" clId="{02BAFCB6-52BE-469E-851C-FEC21D123C66}" dt="2021-11-30T05:35:52.728" v="1724" actId="14100"/>
          <ac:spMkLst>
            <pc:docMk/>
            <pc:sldMk cId="2362205249" sldId="480"/>
            <ac:spMk id="54" creationId="{57D70D69-936B-478F-B446-21CA98B5E8BD}"/>
          </ac:spMkLst>
        </pc:spChg>
        <pc:spChg chg="mod">
          <ac:chgData name="Devinder Kaur" userId="89161a673412ba18" providerId="LiveId" clId="{02BAFCB6-52BE-469E-851C-FEC21D123C66}" dt="2021-11-30T05:35:52.728" v="1724" actId="14100"/>
          <ac:spMkLst>
            <pc:docMk/>
            <pc:sldMk cId="2362205249" sldId="480"/>
            <ac:spMk id="55" creationId="{191218B8-D541-40BB-821D-13B16A67F55B}"/>
          </ac:spMkLst>
        </pc:spChg>
        <pc:spChg chg="mod">
          <ac:chgData name="Devinder Kaur" userId="89161a673412ba18" providerId="LiveId" clId="{02BAFCB6-52BE-469E-851C-FEC21D123C66}" dt="2021-11-30T05:35:52.728" v="1724" actId="14100"/>
          <ac:spMkLst>
            <pc:docMk/>
            <pc:sldMk cId="2362205249" sldId="480"/>
            <ac:spMk id="56" creationId="{C98CFFE7-A856-452F-B21F-D5606D1C91C7}"/>
          </ac:spMkLst>
        </pc:spChg>
        <pc:spChg chg="mod">
          <ac:chgData name="Devinder Kaur" userId="89161a673412ba18" providerId="LiveId" clId="{02BAFCB6-52BE-469E-851C-FEC21D123C66}" dt="2021-11-30T05:35:52.728" v="1724" actId="14100"/>
          <ac:spMkLst>
            <pc:docMk/>
            <pc:sldMk cId="2362205249" sldId="480"/>
            <ac:spMk id="57" creationId="{749606A8-FDBA-43C3-9FD7-8824985801E2}"/>
          </ac:spMkLst>
        </pc:spChg>
        <pc:spChg chg="mod">
          <ac:chgData name="Devinder Kaur" userId="89161a673412ba18" providerId="LiveId" clId="{02BAFCB6-52BE-469E-851C-FEC21D123C66}" dt="2021-11-30T05:35:52.728" v="1724" actId="14100"/>
          <ac:spMkLst>
            <pc:docMk/>
            <pc:sldMk cId="2362205249" sldId="480"/>
            <ac:spMk id="58" creationId="{7D5F3DF7-D630-4C04-96C9-F325E0304E9F}"/>
          </ac:spMkLst>
        </pc:spChg>
        <pc:spChg chg="mod">
          <ac:chgData name="Devinder Kaur" userId="89161a673412ba18" providerId="LiveId" clId="{02BAFCB6-52BE-469E-851C-FEC21D123C66}" dt="2021-11-30T05:35:52.728" v="1724" actId="14100"/>
          <ac:spMkLst>
            <pc:docMk/>
            <pc:sldMk cId="2362205249" sldId="480"/>
            <ac:spMk id="59" creationId="{E2A31CD8-0C18-458B-8335-15E5FC9FB904}"/>
          </ac:spMkLst>
        </pc:spChg>
        <pc:spChg chg="mod">
          <ac:chgData name="Devinder Kaur" userId="89161a673412ba18" providerId="LiveId" clId="{02BAFCB6-52BE-469E-851C-FEC21D123C66}" dt="2021-11-30T05:35:52.728" v="1724" actId="14100"/>
          <ac:spMkLst>
            <pc:docMk/>
            <pc:sldMk cId="2362205249" sldId="480"/>
            <ac:spMk id="60" creationId="{B461FAEC-DF7A-461A-9709-95535689DFCD}"/>
          </ac:spMkLst>
        </pc:spChg>
        <pc:spChg chg="mod">
          <ac:chgData name="Devinder Kaur" userId="89161a673412ba18" providerId="LiveId" clId="{02BAFCB6-52BE-469E-851C-FEC21D123C66}" dt="2021-11-30T05:35:52.728" v="1724" actId="14100"/>
          <ac:spMkLst>
            <pc:docMk/>
            <pc:sldMk cId="2362205249" sldId="480"/>
            <ac:spMk id="65" creationId="{B2CA5508-84FE-4BD1-8937-6C09FEA2D46E}"/>
          </ac:spMkLst>
        </pc:spChg>
        <pc:spChg chg="mod">
          <ac:chgData name="Devinder Kaur" userId="89161a673412ba18" providerId="LiveId" clId="{02BAFCB6-52BE-469E-851C-FEC21D123C66}" dt="2021-11-30T05:35:52.728" v="1724" actId="14100"/>
          <ac:spMkLst>
            <pc:docMk/>
            <pc:sldMk cId="2362205249" sldId="480"/>
            <ac:spMk id="66" creationId="{49B894AC-308F-4127-9D82-F41465124F8B}"/>
          </ac:spMkLst>
        </pc:spChg>
        <pc:spChg chg="mod">
          <ac:chgData name="Devinder Kaur" userId="89161a673412ba18" providerId="LiveId" clId="{02BAFCB6-52BE-469E-851C-FEC21D123C66}" dt="2021-11-30T05:35:52.728" v="1724" actId="14100"/>
          <ac:spMkLst>
            <pc:docMk/>
            <pc:sldMk cId="2362205249" sldId="480"/>
            <ac:spMk id="67" creationId="{05E404A1-B7DB-49E8-8933-BFAFD1D897B9}"/>
          </ac:spMkLst>
        </pc:spChg>
        <pc:spChg chg="mod">
          <ac:chgData name="Devinder Kaur" userId="89161a673412ba18" providerId="LiveId" clId="{02BAFCB6-52BE-469E-851C-FEC21D123C66}" dt="2021-11-30T05:35:52.728" v="1724" actId="14100"/>
          <ac:spMkLst>
            <pc:docMk/>
            <pc:sldMk cId="2362205249" sldId="480"/>
            <ac:spMk id="68" creationId="{DD837AE6-B89A-45C3-9355-2F3E24B96AD9}"/>
          </ac:spMkLst>
        </pc:spChg>
        <pc:spChg chg="mod">
          <ac:chgData name="Devinder Kaur" userId="89161a673412ba18" providerId="LiveId" clId="{02BAFCB6-52BE-469E-851C-FEC21D123C66}" dt="2021-11-30T05:35:52.728" v="1724" actId="14100"/>
          <ac:spMkLst>
            <pc:docMk/>
            <pc:sldMk cId="2362205249" sldId="480"/>
            <ac:spMk id="69" creationId="{E1491AAB-5DD5-475E-A0C6-948D954A9C44}"/>
          </ac:spMkLst>
        </pc:spChg>
        <pc:spChg chg="mod">
          <ac:chgData name="Devinder Kaur" userId="89161a673412ba18" providerId="LiveId" clId="{02BAFCB6-52BE-469E-851C-FEC21D123C66}" dt="2021-11-30T05:35:52.728" v="1724" actId="14100"/>
          <ac:spMkLst>
            <pc:docMk/>
            <pc:sldMk cId="2362205249" sldId="480"/>
            <ac:spMk id="70" creationId="{8A7C6724-73B3-4CB5-B724-931D120346F2}"/>
          </ac:spMkLst>
        </pc:spChg>
        <pc:spChg chg="mod">
          <ac:chgData name="Devinder Kaur" userId="89161a673412ba18" providerId="LiveId" clId="{02BAFCB6-52BE-469E-851C-FEC21D123C66}" dt="2021-11-30T05:35:52.728" v="1724" actId="14100"/>
          <ac:spMkLst>
            <pc:docMk/>
            <pc:sldMk cId="2362205249" sldId="480"/>
            <ac:spMk id="71" creationId="{D4524E8D-AB61-46CD-B5B4-19D93835645A}"/>
          </ac:spMkLst>
        </pc:spChg>
        <pc:spChg chg="mod">
          <ac:chgData name="Devinder Kaur" userId="89161a673412ba18" providerId="LiveId" clId="{02BAFCB6-52BE-469E-851C-FEC21D123C66}" dt="2021-11-30T05:35:52.728" v="1724" actId="14100"/>
          <ac:spMkLst>
            <pc:docMk/>
            <pc:sldMk cId="2362205249" sldId="480"/>
            <ac:spMk id="72" creationId="{5B0CCD20-F85B-4F71-883F-C4D1293F27A5}"/>
          </ac:spMkLst>
        </pc:spChg>
        <pc:spChg chg="mod">
          <ac:chgData name="Devinder Kaur" userId="89161a673412ba18" providerId="LiveId" clId="{02BAFCB6-52BE-469E-851C-FEC21D123C66}" dt="2021-11-30T05:35:52.728" v="1724" actId="14100"/>
          <ac:spMkLst>
            <pc:docMk/>
            <pc:sldMk cId="2362205249" sldId="480"/>
            <ac:spMk id="73" creationId="{490DDD34-E303-4B98-B911-263BDEC6DA88}"/>
          </ac:spMkLst>
        </pc:spChg>
        <pc:spChg chg="mod">
          <ac:chgData name="Devinder Kaur" userId="89161a673412ba18" providerId="LiveId" clId="{02BAFCB6-52BE-469E-851C-FEC21D123C66}" dt="2021-11-30T05:35:52.728" v="1724" actId="14100"/>
          <ac:spMkLst>
            <pc:docMk/>
            <pc:sldMk cId="2362205249" sldId="480"/>
            <ac:spMk id="74" creationId="{0642780C-6516-42B9-BA4F-C6E2D7975C7E}"/>
          </ac:spMkLst>
        </pc:spChg>
        <pc:spChg chg="mod">
          <ac:chgData name="Devinder Kaur" userId="89161a673412ba18" providerId="LiveId" clId="{02BAFCB6-52BE-469E-851C-FEC21D123C66}" dt="2021-11-30T05:42:06.280" v="1791" actId="14100"/>
          <ac:spMkLst>
            <pc:docMk/>
            <pc:sldMk cId="2362205249" sldId="480"/>
            <ac:spMk id="77" creationId="{B26868BE-037B-480F-922E-927901047BA0}"/>
          </ac:spMkLst>
        </pc:spChg>
        <pc:spChg chg="mod">
          <ac:chgData name="Devinder Kaur" userId="89161a673412ba18" providerId="LiveId" clId="{02BAFCB6-52BE-469E-851C-FEC21D123C66}" dt="2021-11-30T05:42:06.280" v="1791" actId="14100"/>
          <ac:spMkLst>
            <pc:docMk/>
            <pc:sldMk cId="2362205249" sldId="480"/>
            <ac:spMk id="78" creationId="{32265B76-C493-4722-AF2D-2362B1441A4E}"/>
          </ac:spMkLst>
        </pc:spChg>
        <pc:spChg chg="mod">
          <ac:chgData name="Devinder Kaur" userId="89161a673412ba18" providerId="LiveId" clId="{02BAFCB6-52BE-469E-851C-FEC21D123C66}" dt="2021-11-30T05:42:06.280" v="1791" actId="14100"/>
          <ac:spMkLst>
            <pc:docMk/>
            <pc:sldMk cId="2362205249" sldId="480"/>
            <ac:spMk id="79" creationId="{1B7DA9DF-52F3-4307-A10D-D4878CD94E2F}"/>
          </ac:spMkLst>
        </pc:spChg>
        <pc:spChg chg="mod">
          <ac:chgData name="Devinder Kaur" userId="89161a673412ba18" providerId="LiveId" clId="{02BAFCB6-52BE-469E-851C-FEC21D123C66}" dt="2021-11-30T05:42:06.280" v="1791" actId="14100"/>
          <ac:spMkLst>
            <pc:docMk/>
            <pc:sldMk cId="2362205249" sldId="480"/>
            <ac:spMk id="80" creationId="{79271E32-6B7B-404E-BA10-1F35C0A8730E}"/>
          </ac:spMkLst>
        </pc:spChg>
        <pc:spChg chg="mod">
          <ac:chgData name="Devinder Kaur" userId="89161a673412ba18" providerId="LiveId" clId="{02BAFCB6-52BE-469E-851C-FEC21D123C66}" dt="2021-11-30T05:42:06.280" v="1791" actId="14100"/>
          <ac:spMkLst>
            <pc:docMk/>
            <pc:sldMk cId="2362205249" sldId="480"/>
            <ac:spMk id="81" creationId="{C62295EC-961B-4958-BF68-6D7ADF4895CC}"/>
          </ac:spMkLst>
        </pc:spChg>
        <pc:spChg chg="mod">
          <ac:chgData name="Devinder Kaur" userId="89161a673412ba18" providerId="LiveId" clId="{02BAFCB6-52BE-469E-851C-FEC21D123C66}" dt="2021-11-30T05:42:06.280" v="1791" actId="14100"/>
          <ac:spMkLst>
            <pc:docMk/>
            <pc:sldMk cId="2362205249" sldId="480"/>
            <ac:spMk id="82" creationId="{B97055A0-CDDD-45A3-9727-C7087EF274D6}"/>
          </ac:spMkLst>
        </pc:spChg>
        <pc:spChg chg="mod">
          <ac:chgData name="Devinder Kaur" userId="89161a673412ba18" providerId="LiveId" clId="{02BAFCB6-52BE-469E-851C-FEC21D123C66}" dt="2021-11-30T05:42:06.280" v="1791" actId="14100"/>
          <ac:spMkLst>
            <pc:docMk/>
            <pc:sldMk cId="2362205249" sldId="480"/>
            <ac:spMk id="83" creationId="{25646619-E713-4F31-9785-7505C6D5EE91}"/>
          </ac:spMkLst>
        </pc:spChg>
        <pc:spChg chg="mod">
          <ac:chgData name="Devinder Kaur" userId="89161a673412ba18" providerId="LiveId" clId="{02BAFCB6-52BE-469E-851C-FEC21D123C66}" dt="2021-11-30T05:42:06.280" v="1791" actId="14100"/>
          <ac:spMkLst>
            <pc:docMk/>
            <pc:sldMk cId="2362205249" sldId="480"/>
            <ac:spMk id="84" creationId="{1C23C85B-7105-4610-8BA0-DD3A92544065}"/>
          </ac:spMkLst>
        </pc:spChg>
        <pc:spChg chg="mod">
          <ac:chgData name="Devinder Kaur" userId="89161a673412ba18" providerId="LiveId" clId="{02BAFCB6-52BE-469E-851C-FEC21D123C66}" dt="2021-11-30T05:42:06.280" v="1791" actId="14100"/>
          <ac:spMkLst>
            <pc:docMk/>
            <pc:sldMk cId="2362205249" sldId="480"/>
            <ac:spMk id="85" creationId="{6B583983-356B-4434-BE00-79B890746D95}"/>
          </ac:spMkLst>
        </pc:spChg>
        <pc:spChg chg="mod">
          <ac:chgData name="Devinder Kaur" userId="89161a673412ba18" providerId="LiveId" clId="{02BAFCB6-52BE-469E-851C-FEC21D123C66}" dt="2021-11-30T05:42:06.280" v="1791" actId="14100"/>
          <ac:spMkLst>
            <pc:docMk/>
            <pc:sldMk cId="2362205249" sldId="480"/>
            <ac:spMk id="86" creationId="{D576A4C5-C797-4471-BEDA-811EF34C1102}"/>
          </ac:spMkLst>
        </pc:spChg>
        <pc:spChg chg="mod">
          <ac:chgData name="Devinder Kaur" userId="89161a673412ba18" providerId="LiveId" clId="{02BAFCB6-52BE-469E-851C-FEC21D123C66}" dt="2021-11-30T05:42:06.280" v="1791" actId="14100"/>
          <ac:spMkLst>
            <pc:docMk/>
            <pc:sldMk cId="2362205249" sldId="480"/>
            <ac:spMk id="87" creationId="{EBB76BE9-BA9D-45BD-9027-FF2BBBCC9C63}"/>
          </ac:spMkLst>
        </pc:spChg>
        <pc:spChg chg="mod">
          <ac:chgData name="Devinder Kaur" userId="89161a673412ba18" providerId="LiveId" clId="{02BAFCB6-52BE-469E-851C-FEC21D123C66}" dt="2021-11-30T05:42:06.280" v="1791" actId="14100"/>
          <ac:spMkLst>
            <pc:docMk/>
            <pc:sldMk cId="2362205249" sldId="480"/>
            <ac:spMk id="88" creationId="{C239950F-B077-4608-BDCA-020D985CD4AC}"/>
          </ac:spMkLst>
        </pc:spChg>
        <pc:spChg chg="mod">
          <ac:chgData name="Devinder Kaur" userId="89161a673412ba18" providerId="LiveId" clId="{02BAFCB6-52BE-469E-851C-FEC21D123C66}" dt="2021-11-30T05:42:06.280" v="1791" actId="14100"/>
          <ac:spMkLst>
            <pc:docMk/>
            <pc:sldMk cId="2362205249" sldId="480"/>
            <ac:spMk id="89" creationId="{C0ECE50E-ACE7-4532-B5D7-09176736F1CF}"/>
          </ac:spMkLst>
        </pc:spChg>
        <pc:spChg chg="mod">
          <ac:chgData name="Devinder Kaur" userId="89161a673412ba18" providerId="LiveId" clId="{02BAFCB6-52BE-469E-851C-FEC21D123C66}" dt="2021-11-30T05:42:06.280" v="1791" actId="14100"/>
          <ac:spMkLst>
            <pc:docMk/>
            <pc:sldMk cId="2362205249" sldId="480"/>
            <ac:spMk id="90" creationId="{108719B1-7A6D-4520-AFA3-E2F26F162A99}"/>
          </ac:spMkLst>
        </pc:spChg>
        <pc:spChg chg="mod">
          <ac:chgData name="Devinder Kaur" userId="89161a673412ba18" providerId="LiveId" clId="{02BAFCB6-52BE-469E-851C-FEC21D123C66}" dt="2021-11-30T05:42:06.280" v="1791" actId="14100"/>
          <ac:spMkLst>
            <pc:docMk/>
            <pc:sldMk cId="2362205249" sldId="480"/>
            <ac:spMk id="91" creationId="{B345A3FB-C64C-4072-82D2-CE2053E057F2}"/>
          </ac:spMkLst>
        </pc:spChg>
        <pc:spChg chg="mod">
          <ac:chgData name="Devinder Kaur" userId="89161a673412ba18" providerId="LiveId" clId="{02BAFCB6-52BE-469E-851C-FEC21D123C66}" dt="2021-11-30T05:42:06.280" v="1791" actId="14100"/>
          <ac:spMkLst>
            <pc:docMk/>
            <pc:sldMk cId="2362205249" sldId="480"/>
            <ac:spMk id="92" creationId="{0FFEED8E-CC8F-4756-9B89-A5B19B062002}"/>
          </ac:spMkLst>
        </pc:spChg>
        <pc:spChg chg="mod">
          <ac:chgData name="Devinder Kaur" userId="89161a673412ba18" providerId="LiveId" clId="{02BAFCB6-52BE-469E-851C-FEC21D123C66}" dt="2021-11-30T05:42:06.280" v="1791" actId="14100"/>
          <ac:spMkLst>
            <pc:docMk/>
            <pc:sldMk cId="2362205249" sldId="480"/>
            <ac:spMk id="93" creationId="{3AA42AFF-7DE9-4B67-B034-68614160FAFE}"/>
          </ac:spMkLst>
        </pc:spChg>
        <pc:spChg chg="mod">
          <ac:chgData name="Devinder Kaur" userId="89161a673412ba18" providerId="LiveId" clId="{02BAFCB6-52BE-469E-851C-FEC21D123C66}" dt="2021-11-30T05:42:06.280" v="1791" actId="14100"/>
          <ac:spMkLst>
            <pc:docMk/>
            <pc:sldMk cId="2362205249" sldId="480"/>
            <ac:spMk id="94" creationId="{8FD3465A-AA82-444E-8309-3ED7CB5A2E58}"/>
          </ac:spMkLst>
        </pc:spChg>
        <pc:spChg chg="mod">
          <ac:chgData name="Devinder Kaur" userId="89161a673412ba18" providerId="LiveId" clId="{02BAFCB6-52BE-469E-851C-FEC21D123C66}" dt="2021-11-30T05:42:06.280" v="1791" actId="14100"/>
          <ac:spMkLst>
            <pc:docMk/>
            <pc:sldMk cId="2362205249" sldId="480"/>
            <ac:spMk id="95" creationId="{39035A63-6552-47A0-A0FB-644C5E7068E4}"/>
          </ac:spMkLst>
        </pc:spChg>
        <pc:spChg chg="mod">
          <ac:chgData name="Devinder Kaur" userId="89161a673412ba18" providerId="LiveId" clId="{02BAFCB6-52BE-469E-851C-FEC21D123C66}" dt="2021-11-30T05:42:06.280" v="1791" actId="14100"/>
          <ac:spMkLst>
            <pc:docMk/>
            <pc:sldMk cId="2362205249" sldId="480"/>
            <ac:spMk id="96" creationId="{DD83599F-8ED8-4949-94EC-A3A78D9E753F}"/>
          </ac:spMkLst>
        </pc:spChg>
        <pc:spChg chg="mod">
          <ac:chgData name="Devinder Kaur" userId="89161a673412ba18" providerId="LiveId" clId="{02BAFCB6-52BE-469E-851C-FEC21D123C66}" dt="2021-11-30T05:42:06.280" v="1791" actId="14100"/>
          <ac:spMkLst>
            <pc:docMk/>
            <pc:sldMk cId="2362205249" sldId="480"/>
            <ac:spMk id="97" creationId="{1DC3E782-BDC7-4B24-883C-65092E92523D}"/>
          </ac:spMkLst>
        </pc:spChg>
        <pc:spChg chg="mod">
          <ac:chgData name="Devinder Kaur" userId="89161a673412ba18" providerId="LiveId" clId="{02BAFCB6-52BE-469E-851C-FEC21D123C66}" dt="2021-11-30T05:42:06.280" v="1791" actId="14100"/>
          <ac:spMkLst>
            <pc:docMk/>
            <pc:sldMk cId="2362205249" sldId="480"/>
            <ac:spMk id="98" creationId="{1A4C95F8-C6C2-49E9-BA44-491A31407998}"/>
          </ac:spMkLst>
        </pc:spChg>
        <pc:spChg chg="mod">
          <ac:chgData name="Devinder Kaur" userId="89161a673412ba18" providerId="LiveId" clId="{02BAFCB6-52BE-469E-851C-FEC21D123C66}" dt="2021-11-30T05:42:06.280" v="1791" actId="14100"/>
          <ac:spMkLst>
            <pc:docMk/>
            <pc:sldMk cId="2362205249" sldId="480"/>
            <ac:spMk id="99" creationId="{63F36AC4-9AD0-4A59-B77E-11EA74A94E3B}"/>
          </ac:spMkLst>
        </pc:spChg>
        <pc:spChg chg="mod">
          <ac:chgData name="Devinder Kaur" userId="89161a673412ba18" providerId="LiveId" clId="{02BAFCB6-52BE-469E-851C-FEC21D123C66}" dt="2021-11-30T05:42:06.280" v="1791" actId="14100"/>
          <ac:spMkLst>
            <pc:docMk/>
            <pc:sldMk cId="2362205249" sldId="480"/>
            <ac:spMk id="104" creationId="{192A1363-C2FF-4639-88C0-D047A28410ED}"/>
          </ac:spMkLst>
        </pc:spChg>
        <pc:spChg chg="mod">
          <ac:chgData name="Devinder Kaur" userId="89161a673412ba18" providerId="LiveId" clId="{02BAFCB6-52BE-469E-851C-FEC21D123C66}" dt="2021-11-30T05:42:06.280" v="1791" actId="14100"/>
          <ac:spMkLst>
            <pc:docMk/>
            <pc:sldMk cId="2362205249" sldId="480"/>
            <ac:spMk id="105" creationId="{9DC88BBB-5F8C-4F96-BCD3-EEE30BD69D10}"/>
          </ac:spMkLst>
        </pc:spChg>
        <pc:spChg chg="mod">
          <ac:chgData name="Devinder Kaur" userId="89161a673412ba18" providerId="LiveId" clId="{02BAFCB6-52BE-469E-851C-FEC21D123C66}" dt="2021-11-30T05:42:06.280" v="1791" actId="14100"/>
          <ac:spMkLst>
            <pc:docMk/>
            <pc:sldMk cId="2362205249" sldId="480"/>
            <ac:spMk id="106" creationId="{201335C3-09A1-40F3-96B4-B730532E5EC7}"/>
          </ac:spMkLst>
        </pc:spChg>
        <pc:spChg chg="mod">
          <ac:chgData name="Devinder Kaur" userId="89161a673412ba18" providerId="LiveId" clId="{02BAFCB6-52BE-469E-851C-FEC21D123C66}" dt="2021-11-30T05:42:06.280" v="1791" actId="14100"/>
          <ac:spMkLst>
            <pc:docMk/>
            <pc:sldMk cId="2362205249" sldId="480"/>
            <ac:spMk id="107" creationId="{D25A9612-ED1F-46B4-B2C4-AE945043A51E}"/>
          </ac:spMkLst>
        </pc:spChg>
        <pc:spChg chg="mod">
          <ac:chgData name="Devinder Kaur" userId="89161a673412ba18" providerId="LiveId" clId="{02BAFCB6-52BE-469E-851C-FEC21D123C66}" dt="2021-11-30T05:42:06.280" v="1791" actId="14100"/>
          <ac:spMkLst>
            <pc:docMk/>
            <pc:sldMk cId="2362205249" sldId="480"/>
            <ac:spMk id="108" creationId="{BE948C15-F12B-49AE-A44A-10E18C59DD09}"/>
          </ac:spMkLst>
        </pc:spChg>
        <pc:spChg chg="mod">
          <ac:chgData name="Devinder Kaur" userId="89161a673412ba18" providerId="LiveId" clId="{02BAFCB6-52BE-469E-851C-FEC21D123C66}" dt="2021-11-30T05:42:06.280" v="1791" actId="14100"/>
          <ac:spMkLst>
            <pc:docMk/>
            <pc:sldMk cId="2362205249" sldId="480"/>
            <ac:spMk id="109" creationId="{10CDE8AD-7679-41D9-9C66-82571B81E8AC}"/>
          </ac:spMkLst>
        </pc:spChg>
        <pc:spChg chg="mod">
          <ac:chgData name="Devinder Kaur" userId="89161a673412ba18" providerId="LiveId" clId="{02BAFCB6-52BE-469E-851C-FEC21D123C66}" dt="2021-11-30T05:42:06.280" v="1791" actId="14100"/>
          <ac:spMkLst>
            <pc:docMk/>
            <pc:sldMk cId="2362205249" sldId="480"/>
            <ac:spMk id="110" creationId="{A50528B2-9733-4D58-989A-B1BE778D29A2}"/>
          </ac:spMkLst>
        </pc:spChg>
        <pc:spChg chg="mod">
          <ac:chgData name="Devinder Kaur" userId="89161a673412ba18" providerId="LiveId" clId="{02BAFCB6-52BE-469E-851C-FEC21D123C66}" dt="2021-11-30T05:42:06.280" v="1791" actId="14100"/>
          <ac:spMkLst>
            <pc:docMk/>
            <pc:sldMk cId="2362205249" sldId="480"/>
            <ac:spMk id="111" creationId="{4F556128-E239-423C-A1DB-66D99320D250}"/>
          </ac:spMkLst>
        </pc:spChg>
        <pc:spChg chg="mod">
          <ac:chgData name="Devinder Kaur" userId="89161a673412ba18" providerId="LiveId" clId="{02BAFCB6-52BE-469E-851C-FEC21D123C66}" dt="2021-11-30T05:42:06.280" v="1791" actId="14100"/>
          <ac:spMkLst>
            <pc:docMk/>
            <pc:sldMk cId="2362205249" sldId="480"/>
            <ac:spMk id="112" creationId="{74320695-EB8C-4528-9A44-B092A4D5A08E}"/>
          </ac:spMkLst>
        </pc:spChg>
        <pc:spChg chg="mod">
          <ac:chgData name="Devinder Kaur" userId="89161a673412ba18" providerId="LiveId" clId="{02BAFCB6-52BE-469E-851C-FEC21D123C66}" dt="2021-11-30T05:42:06.280" v="1791" actId="14100"/>
          <ac:spMkLst>
            <pc:docMk/>
            <pc:sldMk cId="2362205249" sldId="480"/>
            <ac:spMk id="113" creationId="{4D1D65D0-A1EE-4AE5-9E28-1F27A54FDD0B}"/>
          </ac:spMkLst>
        </pc:spChg>
        <pc:grpChg chg="del">
          <ac:chgData name="Devinder Kaur" userId="89161a673412ba18" providerId="LiveId" clId="{02BAFCB6-52BE-469E-851C-FEC21D123C66}" dt="2021-11-30T05:35:13.819" v="1695" actId="478"/>
          <ac:grpSpMkLst>
            <pc:docMk/>
            <pc:sldMk cId="2362205249" sldId="480"/>
            <ac:grpSpMk id="5" creationId="{4E7FA90D-DDEA-4B5C-8950-59B11FCE07B6}"/>
          </ac:grpSpMkLst>
        </pc:grpChg>
        <pc:grpChg chg="add del mod">
          <ac:chgData name="Devinder Kaur" userId="89161a673412ba18" providerId="LiveId" clId="{02BAFCB6-52BE-469E-851C-FEC21D123C66}" dt="2021-11-30T05:39:59.042" v="1759" actId="478"/>
          <ac:grpSpMkLst>
            <pc:docMk/>
            <pc:sldMk cId="2362205249" sldId="480"/>
            <ac:grpSpMk id="36" creationId="{8176186B-EF8D-4779-ADCA-D7E9758EDF7D}"/>
          </ac:grpSpMkLst>
        </pc:grpChg>
        <pc:grpChg chg="mod">
          <ac:chgData name="Devinder Kaur" userId="89161a673412ba18" providerId="LiveId" clId="{02BAFCB6-52BE-469E-851C-FEC21D123C66}" dt="2021-11-30T05:35:52.728" v="1724" actId="14100"/>
          <ac:grpSpMkLst>
            <pc:docMk/>
            <pc:sldMk cId="2362205249" sldId="480"/>
            <ac:grpSpMk id="61" creationId="{A077F1E5-E2AD-48EA-A5DC-501F299D2243}"/>
          </ac:grpSpMkLst>
        </pc:grpChg>
        <pc:grpChg chg="mod">
          <ac:chgData name="Devinder Kaur" userId="89161a673412ba18" providerId="LiveId" clId="{02BAFCB6-52BE-469E-851C-FEC21D123C66}" dt="2021-11-30T05:35:52.728" v="1724" actId="14100"/>
          <ac:grpSpMkLst>
            <pc:docMk/>
            <pc:sldMk cId="2362205249" sldId="480"/>
            <ac:grpSpMk id="62" creationId="{51A0A957-DB11-4669-8602-CB066756D874}"/>
          </ac:grpSpMkLst>
        </pc:grpChg>
        <pc:grpChg chg="mod">
          <ac:chgData name="Devinder Kaur" userId="89161a673412ba18" providerId="LiveId" clId="{02BAFCB6-52BE-469E-851C-FEC21D123C66}" dt="2021-11-30T05:35:52.728" v="1724" actId="14100"/>
          <ac:grpSpMkLst>
            <pc:docMk/>
            <pc:sldMk cId="2362205249" sldId="480"/>
            <ac:grpSpMk id="63" creationId="{4B1E55D9-857A-4146-BD29-FEDD3C4B85AE}"/>
          </ac:grpSpMkLst>
        </pc:grpChg>
        <pc:grpChg chg="mod">
          <ac:chgData name="Devinder Kaur" userId="89161a673412ba18" providerId="LiveId" clId="{02BAFCB6-52BE-469E-851C-FEC21D123C66}" dt="2021-11-30T05:35:52.728" v="1724" actId="14100"/>
          <ac:grpSpMkLst>
            <pc:docMk/>
            <pc:sldMk cId="2362205249" sldId="480"/>
            <ac:grpSpMk id="64" creationId="{F527D95F-3D77-4608-9392-58B1C3EBDDF4}"/>
          </ac:grpSpMkLst>
        </pc:grpChg>
        <pc:grpChg chg="add mod">
          <ac:chgData name="Devinder Kaur" userId="89161a673412ba18" providerId="LiveId" clId="{02BAFCB6-52BE-469E-851C-FEC21D123C66}" dt="2021-11-30T05:42:06.280" v="1791" actId="14100"/>
          <ac:grpSpMkLst>
            <pc:docMk/>
            <pc:sldMk cId="2362205249" sldId="480"/>
            <ac:grpSpMk id="75" creationId="{3CE4D467-F6F7-4E84-9E7F-E4910A233CF4}"/>
          </ac:grpSpMkLst>
        </pc:grpChg>
        <pc:grpChg chg="mod">
          <ac:chgData name="Devinder Kaur" userId="89161a673412ba18" providerId="LiveId" clId="{02BAFCB6-52BE-469E-851C-FEC21D123C66}" dt="2021-11-30T05:42:06.280" v="1791" actId="14100"/>
          <ac:grpSpMkLst>
            <pc:docMk/>
            <pc:sldMk cId="2362205249" sldId="480"/>
            <ac:grpSpMk id="100" creationId="{63CE3088-DEC8-4C42-A372-13532205D278}"/>
          </ac:grpSpMkLst>
        </pc:grpChg>
        <pc:grpChg chg="mod">
          <ac:chgData name="Devinder Kaur" userId="89161a673412ba18" providerId="LiveId" clId="{02BAFCB6-52BE-469E-851C-FEC21D123C66}" dt="2021-11-30T05:42:06.280" v="1791" actId="14100"/>
          <ac:grpSpMkLst>
            <pc:docMk/>
            <pc:sldMk cId="2362205249" sldId="480"/>
            <ac:grpSpMk id="101" creationId="{4AA0B963-B271-4CCB-9E36-0207F45EF886}"/>
          </ac:grpSpMkLst>
        </pc:grpChg>
        <pc:grpChg chg="mod">
          <ac:chgData name="Devinder Kaur" userId="89161a673412ba18" providerId="LiveId" clId="{02BAFCB6-52BE-469E-851C-FEC21D123C66}" dt="2021-11-30T05:42:06.280" v="1791" actId="14100"/>
          <ac:grpSpMkLst>
            <pc:docMk/>
            <pc:sldMk cId="2362205249" sldId="480"/>
            <ac:grpSpMk id="102" creationId="{742B8454-6F2D-496F-8F04-E5D502789D57}"/>
          </ac:grpSpMkLst>
        </pc:grpChg>
        <pc:grpChg chg="mod">
          <ac:chgData name="Devinder Kaur" userId="89161a673412ba18" providerId="LiveId" clId="{02BAFCB6-52BE-469E-851C-FEC21D123C66}" dt="2021-11-30T05:42:06.280" v="1791" actId="14100"/>
          <ac:grpSpMkLst>
            <pc:docMk/>
            <pc:sldMk cId="2362205249" sldId="480"/>
            <ac:grpSpMk id="103" creationId="{1E15C5CF-0AC1-4175-9920-D82E7FF4D903}"/>
          </ac:grpSpMkLst>
        </pc:grpChg>
        <pc:picChg chg="mod">
          <ac:chgData name="Devinder Kaur" userId="89161a673412ba18" providerId="LiveId" clId="{02BAFCB6-52BE-469E-851C-FEC21D123C66}" dt="2021-11-30T05:35:52.728" v="1724" actId="14100"/>
          <ac:picMkLst>
            <pc:docMk/>
            <pc:sldMk cId="2362205249" sldId="480"/>
            <ac:picMk id="37" creationId="{576287A5-52E6-4E0C-BC92-CF7B4EDEAF2A}"/>
          </ac:picMkLst>
        </pc:picChg>
        <pc:picChg chg="mod">
          <ac:chgData name="Devinder Kaur" userId="89161a673412ba18" providerId="LiveId" clId="{02BAFCB6-52BE-469E-851C-FEC21D123C66}" dt="2021-11-30T05:42:06.280" v="1791" actId="14100"/>
          <ac:picMkLst>
            <pc:docMk/>
            <pc:sldMk cId="2362205249" sldId="480"/>
            <ac:picMk id="76" creationId="{38638D07-6F71-4245-9AB7-438EC65F5586}"/>
          </ac:picMkLst>
        </pc:picChg>
      </pc:sldChg>
      <pc:sldChg chg="addSp delSp modSp mod">
        <pc:chgData name="Devinder Kaur" userId="89161a673412ba18" providerId="LiveId" clId="{02BAFCB6-52BE-469E-851C-FEC21D123C66}" dt="2021-11-30T07:59:17.420" v="1916" actId="20577"/>
        <pc:sldMkLst>
          <pc:docMk/>
          <pc:sldMk cId="523357751" sldId="481"/>
        </pc:sldMkLst>
        <pc:spChg chg="del">
          <ac:chgData name="Devinder Kaur" userId="89161a673412ba18" providerId="LiveId" clId="{02BAFCB6-52BE-469E-851C-FEC21D123C66}" dt="2021-11-30T05:44:23.060" v="1810" actId="478"/>
          <ac:spMkLst>
            <pc:docMk/>
            <pc:sldMk cId="523357751" sldId="481"/>
            <ac:spMk id="2" creationId="{E80F3422-066D-4550-AAF2-3F45E3A2C075}"/>
          </ac:spMkLst>
        </pc:spChg>
        <pc:spChg chg="mod">
          <ac:chgData name="Devinder Kaur" userId="89161a673412ba18" providerId="LiveId" clId="{02BAFCB6-52BE-469E-851C-FEC21D123C66}" dt="2021-11-30T07:59:17.420" v="1916" actId="20577"/>
          <ac:spMkLst>
            <pc:docMk/>
            <pc:sldMk cId="523357751" sldId="481"/>
            <ac:spMk id="3" creationId="{5E84FE93-8250-4FFC-ADB2-43325A77168C}"/>
          </ac:spMkLst>
        </pc:spChg>
        <pc:spChg chg="add del mod">
          <ac:chgData name="Devinder Kaur" userId="89161a673412ba18" providerId="LiveId" clId="{02BAFCB6-52BE-469E-851C-FEC21D123C66}" dt="2021-11-30T05:44:27.162" v="1811" actId="478"/>
          <ac:spMkLst>
            <pc:docMk/>
            <pc:sldMk cId="523357751" sldId="481"/>
            <ac:spMk id="6" creationId="{A4AB7D1C-651C-4F2D-864D-7D0AAF0E799A}"/>
          </ac:spMkLst>
        </pc:spChg>
        <pc:spChg chg="mod">
          <ac:chgData name="Devinder Kaur" userId="89161a673412ba18" providerId="LiveId" clId="{02BAFCB6-52BE-469E-851C-FEC21D123C66}" dt="2021-11-30T05:44:16.794" v="1809" actId="1037"/>
          <ac:spMkLst>
            <pc:docMk/>
            <pc:sldMk cId="523357751" sldId="481"/>
            <ac:spMk id="46" creationId="{53C0250C-0F39-42A2-B608-C3E987C43F78}"/>
          </ac:spMkLst>
        </pc:spChg>
        <pc:spChg chg="mod">
          <ac:chgData name="Devinder Kaur" userId="89161a673412ba18" providerId="LiveId" clId="{02BAFCB6-52BE-469E-851C-FEC21D123C66}" dt="2021-11-30T05:44:16.794" v="1809" actId="1037"/>
          <ac:spMkLst>
            <pc:docMk/>
            <pc:sldMk cId="523357751" sldId="481"/>
            <ac:spMk id="47" creationId="{C8DF640B-CF15-4103-95DF-4A5C82D181CF}"/>
          </ac:spMkLst>
        </pc:spChg>
        <pc:spChg chg="mod">
          <ac:chgData name="Devinder Kaur" userId="89161a673412ba18" providerId="LiveId" clId="{02BAFCB6-52BE-469E-851C-FEC21D123C66}" dt="2021-11-30T05:44:16.794" v="1809" actId="1037"/>
          <ac:spMkLst>
            <pc:docMk/>
            <pc:sldMk cId="523357751" sldId="481"/>
            <ac:spMk id="48" creationId="{13DFA866-884C-474D-8CEF-0FB57FD24B10}"/>
          </ac:spMkLst>
        </pc:spChg>
        <pc:spChg chg="mod">
          <ac:chgData name="Devinder Kaur" userId="89161a673412ba18" providerId="LiveId" clId="{02BAFCB6-52BE-469E-851C-FEC21D123C66}" dt="2021-11-30T05:44:16.794" v="1809" actId="1037"/>
          <ac:spMkLst>
            <pc:docMk/>
            <pc:sldMk cId="523357751" sldId="481"/>
            <ac:spMk id="49" creationId="{3F311CAC-E3E0-4CC7-B791-B5A14527060F}"/>
          </ac:spMkLst>
        </pc:spChg>
        <pc:spChg chg="mod">
          <ac:chgData name="Devinder Kaur" userId="89161a673412ba18" providerId="LiveId" clId="{02BAFCB6-52BE-469E-851C-FEC21D123C66}" dt="2021-11-30T05:44:16.794" v="1809" actId="1037"/>
          <ac:spMkLst>
            <pc:docMk/>
            <pc:sldMk cId="523357751" sldId="481"/>
            <ac:spMk id="50" creationId="{2800BCD8-E520-45D0-983A-CCEFD7E87DBC}"/>
          </ac:spMkLst>
        </pc:spChg>
        <pc:spChg chg="mod">
          <ac:chgData name="Devinder Kaur" userId="89161a673412ba18" providerId="LiveId" clId="{02BAFCB6-52BE-469E-851C-FEC21D123C66}" dt="2021-11-30T05:44:16.794" v="1809" actId="1037"/>
          <ac:spMkLst>
            <pc:docMk/>
            <pc:sldMk cId="523357751" sldId="481"/>
            <ac:spMk id="51" creationId="{BA584297-F0DD-4F0B-984A-0D6D25D365E5}"/>
          </ac:spMkLst>
        </pc:spChg>
        <pc:spChg chg="mod">
          <ac:chgData name="Devinder Kaur" userId="89161a673412ba18" providerId="LiveId" clId="{02BAFCB6-52BE-469E-851C-FEC21D123C66}" dt="2021-11-30T05:44:16.794" v="1809" actId="1037"/>
          <ac:spMkLst>
            <pc:docMk/>
            <pc:sldMk cId="523357751" sldId="481"/>
            <ac:spMk id="52" creationId="{CCE076F1-58B0-4953-BE60-B34A161F45CC}"/>
          </ac:spMkLst>
        </pc:spChg>
        <pc:spChg chg="mod">
          <ac:chgData name="Devinder Kaur" userId="89161a673412ba18" providerId="LiveId" clId="{02BAFCB6-52BE-469E-851C-FEC21D123C66}" dt="2021-11-30T05:44:16.794" v="1809" actId="1037"/>
          <ac:spMkLst>
            <pc:docMk/>
            <pc:sldMk cId="523357751" sldId="481"/>
            <ac:spMk id="53" creationId="{3F8FFD9C-30F8-45DF-8794-3F3E1F14EB60}"/>
          </ac:spMkLst>
        </pc:spChg>
        <pc:spChg chg="mod">
          <ac:chgData name="Devinder Kaur" userId="89161a673412ba18" providerId="LiveId" clId="{02BAFCB6-52BE-469E-851C-FEC21D123C66}" dt="2021-11-30T05:44:16.794" v="1809" actId="1037"/>
          <ac:spMkLst>
            <pc:docMk/>
            <pc:sldMk cId="523357751" sldId="481"/>
            <ac:spMk id="54" creationId="{96987CA1-C034-4217-BDA4-B801370A2402}"/>
          </ac:spMkLst>
        </pc:spChg>
        <pc:spChg chg="mod">
          <ac:chgData name="Devinder Kaur" userId="89161a673412ba18" providerId="LiveId" clId="{02BAFCB6-52BE-469E-851C-FEC21D123C66}" dt="2021-11-30T05:44:16.794" v="1809" actId="1037"/>
          <ac:spMkLst>
            <pc:docMk/>
            <pc:sldMk cId="523357751" sldId="481"/>
            <ac:spMk id="55" creationId="{F23DCEF9-3965-4A9E-AC32-E4693CE6D8F2}"/>
          </ac:spMkLst>
        </pc:spChg>
        <pc:spChg chg="mod">
          <ac:chgData name="Devinder Kaur" userId="89161a673412ba18" providerId="LiveId" clId="{02BAFCB6-52BE-469E-851C-FEC21D123C66}" dt="2021-11-30T05:44:16.794" v="1809" actId="1037"/>
          <ac:spMkLst>
            <pc:docMk/>
            <pc:sldMk cId="523357751" sldId="481"/>
            <ac:spMk id="56" creationId="{4946F850-1E16-45DE-9718-1DE327576355}"/>
          </ac:spMkLst>
        </pc:spChg>
        <pc:spChg chg="mod">
          <ac:chgData name="Devinder Kaur" userId="89161a673412ba18" providerId="LiveId" clId="{02BAFCB6-52BE-469E-851C-FEC21D123C66}" dt="2021-11-30T05:44:16.794" v="1809" actId="1037"/>
          <ac:spMkLst>
            <pc:docMk/>
            <pc:sldMk cId="523357751" sldId="481"/>
            <ac:spMk id="57" creationId="{0AC714AD-BCAB-4741-98CD-F7B089185B6C}"/>
          </ac:spMkLst>
        </pc:spChg>
        <pc:spChg chg="mod">
          <ac:chgData name="Devinder Kaur" userId="89161a673412ba18" providerId="LiveId" clId="{02BAFCB6-52BE-469E-851C-FEC21D123C66}" dt="2021-11-30T05:44:16.794" v="1809" actId="1037"/>
          <ac:spMkLst>
            <pc:docMk/>
            <pc:sldMk cId="523357751" sldId="481"/>
            <ac:spMk id="58" creationId="{FF4A1E7F-4E50-4F3D-9271-B0895E8A1F66}"/>
          </ac:spMkLst>
        </pc:spChg>
        <pc:spChg chg="mod">
          <ac:chgData name="Devinder Kaur" userId="89161a673412ba18" providerId="LiveId" clId="{02BAFCB6-52BE-469E-851C-FEC21D123C66}" dt="2021-11-30T05:44:16.794" v="1809" actId="1037"/>
          <ac:spMkLst>
            <pc:docMk/>
            <pc:sldMk cId="523357751" sldId="481"/>
            <ac:spMk id="59" creationId="{2F7E406B-F930-49CD-AD14-A8D5B6A7BAE3}"/>
          </ac:spMkLst>
        </pc:spChg>
        <pc:spChg chg="mod">
          <ac:chgData name="Devinder Kaur" userId="89161a673412ba18" providerId="LiveId" clId="{02BAFCB6-52BE-469E-851C-FEC21D123C66}" dt="2021-11-30T05:44:16.794" v="1809" actId="1037"/>
          <ac:spMkLst>
            <pc:docMk/>
            <pc:sldMk cId="523357751" sldId="481"/>
            <ac:spMk id="60" creationId="{9C38F2DD-B850-47AD-9AA8-9A415240C86C}"/>
          </ac:spMkLst>
        </pc:spChg>
        <pc:spChg chg="mod">
          <ac:chgData name="Devinder Kaur" userId="89161a673412ba18" providerId="LiveId" clId="{02BAFCB6-52BE-469E-851C-FEC21D123C66}" dt="2021-11-30T05:44:16.794" v="1809" actId="1037"/>
          <ac:spMkLst>
            <pc:docMk/>
            <pc:sldMk cId="523357751" sldId="481"/>
            <ac:spMk id="61" creationId="{31D6CA2F-4ED5-46DB-BF1B-4538DABD6A23}"/>
          </ac:spMkLst>
        </pc:spChg>
        <pc:spChg chg="mod">
          <ac:chgData name="Devinder Kaur" userId="89161a673412ba18" providerId="LiveId" clId="{02BAFCB6-52BE-469E-851C-FEC21D123C66}" dt="2021-11-30T05:44:16.794" v="1809" actId="1037"/>
          <ac:spMkLst>
            <pc:docMk/>
            <pc:sldMk cId="523357751" sldId="481"/>
            <ac:spMk id="62" creationId="{DAFAA06F-E60B-4B45-907F-CA8326B4AEAF}"/>
          </ac:spMkLst>
        </pc:spChg>
        <pc:spChg chg="mod">
          <ac:chgData name="Devinder Kaur" userId="89161a673412ba18" providerId="LiveId" clId="{02BAFCB6-52BE-469E-851C-FEC21D123C66}" dt="2021-11-30T05:44:16.794" v="1809" actId="1037"/>
          <ac:spMkLst>
            <pc:docMk/>
            <pc:sldMk cId="523357751" sldId="481"/>
            <ac:spMk id="63" creationId="{7E7313EE-FFF3-4BD0-BC6D-874645BCA955}"/>
          </ac:spMkLst>
        </pc:spChg>
        <pc:spChg chg="mod">
          <ac:chgData name="Devinder Kaur" userId="89161a673412ba18" providerId="LiveId" clId="{02BAFCB6-52BE-469E-851C-FEC21D123C66}" dt="2021-11-30T05:44:16.794" v="1809" actId="1037"/>
          <ac:spMkLst>
            <pc:docMk/>
            <pc:sldMk cId="523357751" sldId="481"/>
            <ac:spMk id="64" creationId="{DF2F7F32-2480-4B96-BAB0-75A91156A5A3}"/>
          </ac:spMkLst>
        </pc:spChg>
        <pc:spChg chg="mod">
          <ac:chgData name="Devinder Kaur" userId="89161a673412ba18" providerId="LiveId" clId="{02BAFCB6-52BE-469E-851C-FEC21D123C66}" dt="2021-11-30T05:44:16.794" v="1809" actId="1037"/>
          <ac:spMkLst>
            <pc:docMk/>
            <pc:sldMk cId="523357751" sldId="481"/>
            <ac:spMk id="65" creationId="{38701E3E-ADA5-4875-90DD-482505D4AFFF}"/>
          </ac:spMkLst>
        </pc:spChg>
        <pc:spChg chg="mod">
          <ac:chgData name="Devinder Kaur" userId="89161a673412ba18" providerId="LiveId" clId="{02BAFCB6-52BE-469E-851C-FEC21D123C66}" dt="2021-11-30T05:44:16.794" v="1809" actId="1037"/>
          <ac:spMkLst>
            <pc:docMk/>
            <pc:sldMk cId="523357751" sldId="481"/>
            <ac:spMk id="66" creationId="{2A07F68C-BE5D-45A7-83C5-2E1093CE522F}"/>
          </ac:spMkLst>
        </pc:spChg>
        <pc:spChg chg="mod">
          <ac:chgData name="Devinder Kaur" userId="89161a673412ba18" providerId="LiveId" clId="{02BAFCB6-52BE-469E-851C-FEC21D123C66}" dt="2021-11-30T05:44:16.794" v="1809" actId="1037"/>
          <ac:spMkLst>
            <pc:docMk/>
            <pc:sldMk cId="523357751" sldId="481"/>
            <ac:spMk id="67" creationId="{861870D4-8D7E-4B61-AA55-3F91F09C37C0}"/>
          </ac:spMkLst>
        </pc:spChg>
        <pc:spChg chg="mod">
          <ac:chgData name="Devinder Kaur" userId="89161a673412ba18" providerId="LiveId" clId="{02BAFCB6-52BE-469E-851C-FEC21D123C66}" dt="2021-11-30T05:44:16.794" v="1809" actId="1037"/>
          <ac:spMkLst>
            <pc:docMk/>
            <pc:sldMk cId="523357751" sldId="481"/>
            <ac:spMk id="68" creationId="{A45C9703-E853-4A79-BA69-CA46A8C5FB5D}"/>
          </ac:spMkLst>
        </pc:spChg>
        <pc:spChg chg="mod">
          <ac:chgData name="Devinder Kaur" userId="89161a673412ba18" providerId="LiveId" clId="{02BAFCB6-52BE-469E-851C-FEC21D123C66}" dt="2021-11-30T05:44:16.794" v="1809" actId="1037"/>
          <ac:spMkLst>
            <pc:docMk/>
            <pc:sldMk cId="523357751" sldId="481"/>
            <ac:spMk id="69" creationId="{5EBD8B48-B058-4D34-8E6B-355BAC669AC9}"/>
          </ac:spMkLst>
        </pc:spChg>
        <pc:spChg chg="mod">
          <ac:chgData name="Devinder Kaur" userId="89161a673412ba18" providerId="LiveId" clId="{02BAFCB6-52BE-469E-851C-FEC21D123C66}" dt="2021-11-30T05:44:16.794" v="1809" actId="1037"/>
          <ac:spMkLst>
            <pc:docMk/>
            <pc:sldMk cId="523357751" sldId="481"/>
            <ac:spMk id="115" creationId="{618BF720-488A-409B-AB8F-BFE97EF6EAAD}"/>
          </ac:spMkLst>
        </pc:spChg>
        <pc:spChg chg="mod">
          <ac:chgData name="Devinder Kaur" userId="89161a673412ba18" providerId="LiveId" clId="{02BAFCB6-52BE-469E-851C-FEC21D123C66}" dt="2021-11-30T05:44:16.794" v="1809" actId="1037"/>
          <ac:spMkLst>
            <pc:docMk/>
            <pc:sldMk cId="523357751" sldId="481"/>
            <ac:spMk id="116" creationId="{ED0186E4-99FC-4C07-88C9-3D42FF3C682E}"/>
          </ac:spMkLst>
        </pc:spChg>
        <pc:spChg chg="mod">
          <ac:chgData name="Devinder Kaur" userId="89161a673412ba18" providerId="LiveId" clId="{02BAFCB6-52BE-469E-851C-FEC21D123C66}" dt="2021-11-30T05:44:16.794" v="1809" actId="1037"/>
          <ac:spMkLst>
            <pc:docMk/>
            <pc:sldMk cId="523357751" sldId="481"/>
            <ac:spMk id="117" creationId="{3161E215-7A3B-4790-9798-571FA85D2BDB}"/>
          </ac:spMkLst>
        </pc:spChg>
        <pc:spChg chg="mod">
          <ac:chgData name="Devinder Kaur" userId="89161a673412ba18" providerId="LiveId" clId="{02BAFCB6-52BE-469E-851C-FEC21D123C66}" dt="2021-11-30T05:44:16.794" v="1809" actId="1037"/>
          <ac:spMkLst>
            <pc:docMk/>
            <pc:sldMk cId="523357751" sldId="481"/>
            <ac:spMk id="118" creationId="{3CC74C70-3749-4E14-8B8A-D0A63FB73187}"/>
          </ac:spMkLst>
        </pc:spChg>
        <pc:spChg chg="mod">
          <ac:chgData name="Devinder Kaur" userId="89161a673412ba18" providerId="LiveId" clId="{02BAFCB6-52BE-469E-851C-FEC21D123C66}" dt="2021-11-30T05:44:16.794" v="1809" actId="1037"/>
          <ac:spMkLst>
            <pc:docMk/>
            <pc:sldMk cId="523357751" sldId="481"/>
            <ac:spMk id="119" creationId="{136999A9-2E5F-4023-9288-A379ECA14A5C}"/>
          </ac:spMkLst>
        </pc:spChg>
        <pc:spChg chg="mod">
          <ac:chgData name="Devinder Kaur" userId="89161a673412ba18" providerId="LiveId" clId="{02BAFCB6-52BE-469E-851C-FEC21D123C66}" dt="2021-11-30T05:44:16.794" v="1809" actId="1037"/>
          <ac:spMkLst>
            <pc:docMk/>
            <pc:sldMk cId="523357751" sldId="481"/>
            <ac:spMk id="120" creationId="{AC68FC7D-BB20-4E55-BE06-338CC83C51F0}"/>
          </ac:spMkLst>
        </pc:spChg>
        <pc:spChg chg="mod">
          <ac:chgData name="Devinder Kaur" userId="89161a673412ba18" providerId="LiveId" clId="{02BAFCB6-52BE-469E-851C-FEC21D123C66}" dt="2021-11-30T05:44:16.794" v="1809" actId="1037"/>
          <ac:spMkLst>
            <pc:docMk/>
            <pc:sldMk cId="523357751" sldId="481"/>
            <ac:spMk id="121" creationId="{B3200F38-989B-45AC-BCA9-E82A559A68DD}"/>
          </ac:spMkLst>
        </pc:spChg>
        <pc:spChg chg="mod">
          <ac:chgData name="Devinder Kaur" userId="89161a673412ba18" providerId="LiveId" clId="{02BAFCB6-52BE-469E-851C-FEC21D123C66}" dt="2021-11-30T05:44:16.794" v="1809" actId="1037"/>
          <ac:spMkLst>
            <pc:docMk/>
            <pc:sldMk cId="523357751" sldId="481"/>
            <ac:spMk id="122" creationId="{EC06DD51-A810-49AB-BDA0-FD0723389ECD}"/>
          </ac:spMkLst>
        </pc:spChg>
        <pc:spChg chg="mod">
          <ac:chgData name="Devinder Kaur" userId="89161a673412ba18" providerId="LiveId" clId="{02BAFCB6-52BE-469E-851C-FEC21D123C66}" dt="2021-11-30T05:44:16.794" v="1809" actId="1037"/>
          <ac:spMkLst>
            <pc:docMk/>
            <pc:sldMk cId="523357751" sldId="481"/>
            <ac:spMk id="123" creationId="{A66A1201-55B9-43B5-89C5-C5CBF24378AB}"/>
          </ac:spMkLst>
        </pc:spChg>
        <pc:spChg chg="mod">
          <ac:chgData name="Devinder Kaur" userId="89161a673412ba18" providerId="LiveId" clId="{02BAFCB6-52BE-469E-851C-FEC21D123C66}" dt="2021-11-30T05:44:16.794" v="1809" actId="1037"/>
          <ac:spMkLst>
            <pc:docMk/>
            <pc:sldMk cId="523357751" sldId="481"/>
            <ac:spMk id="124" creationId="{74D12D4D-99A1-4A53-BEDF-61175A403FD6}"/>
          </ac:spMkLst>
        </pc:spChg>
        <pc:spChg chg="mod">
          <ac:chgData name="Devinder Kaur" userId="89161a673412ba18" providerId="LiveId" clId="{02BAFCB6-52BE-469E-851C-FEC21D123C66}" dt="2021-11-30T05:44:16.794" v="1809" actId="1037"/>
          <ac:spMkLst>
            <pc:docMk/>
            <pc:sldMk cId="523357751" sldId="481"/>
            <ac:spMk id="125" creationId="{905F0694-B452-4173-99A3-A0AA195B04F9}"/>
          </ac:spMkLst>
        </pc:spChg>
        <pc:spChg chg="mod">
          <ac:chgData name="Devinder Kaur" userId="89161a673412ba18" providerId="LiveId" clId="{02BAFCB6-52BE-469E-851C-FEC21D123C66}" dt="2021-11-30T05:44:16.794" v="1809" actId="1037"/>
          <ac:spMkLst>
            <pc:docMk/>
            <pc:sldMk cId="523357751" sldId="481"/>
            <ac:spMk id="126" creationId="{842C308D-8269-4BEB-A095-9CA5BE15D9DD}"/>
          </ac:spMkLst>
        </pc:spChg>
        <pc:spChg chg="mod">
          <ac:chgData name="Devinder Kaur" userId="89161a673412ba18" providerId="LiveId" clId="{02BAFCB6-52BE-469E-851C-FEC21D123C66}" dt="2021-11-30T05:44:16.794" v="1809" actId="1037"/>
          <ac:spMkLst>
            <pc:docMk/>
            <pc:sldMk cId="523357751" sldId="481"/>
            <ac:spMk id="127" creationId="{FCFCB8E0-E77E-49DB-82B7-EDE5FCB532CD}"/>
          </ac:spMkLst>
        </pc:spChg>
        <pc:spChg chg="mod">
          <ac:chgData name="Devinder Kaur" userId="89161a673412ba18" providerId="LiveId" clId="{02BAFCB6-52BE-469E-851C-FEC21D123C66}" dt="2021-11-30T05:44:16.794" v="1809" actId="1037"/>
          <ac:spMkLst>
            <pc:docMk/>
            <pc:sldMk cId="523357751" sldId="481"/>
            <ac:spMk id="128" creationId="{7EA10E51-B954-478D-A4EC-39CDE221F7FC}"/>
          </ac:spMkLst>
        </pc:spChg>
        <pc:spChg chg="mod">
          <ac:chgData name="Devinder Kaur" userId="89161a673412ba18" providerId="LiveId" clId="{02BAFCB6-52BE-469E-851C-FEC21D123C66}" dt="2021-11-30T05:44:16.794" v="1809" actId="1037"/>
          <ac:spMkLst>
            <pc:docMk/>
            <pc:sldMk cId="523357751" sldId="481"/>
            <ac:spMk id="129" creationId="{D8AEE373-9D90-40E4-BFDB-1E8A814F8725}"/>
          </ac:spMkLst>
        </pc:spChg>
        <pc:spChg chg="mod">
          <ac:chgData name="Devinder Kaur" userId="89161a673412ba18" providerId="LiveId" clId="{02BAFCB6-52BE-469E-851C-FEC21D123C66}" dt="2021-11-30T05:44:16.794" v="1809" actId="1037"/>
          <ac:spMkLst>
            <pc:docMk/>
            <pc:sldMk cId="523357751" sldId="481"/>
            <ac:spMk id="130" creationId="{E462617C-D7DB-4A06-8220-2940121BF2DB}"/>
          </ac:spMkLst>
        </pc:spChg>
        <pc:grpChg chg="add mod">
          <ac:chgData name="Devinder Kaur" userId="89161a673412ba18" providerId="LiveId" clId="{02BAFCB6-52BE-469E-851C-FEC21D123C66}" dt="2021-11-30T05:44:16.794" v="1809" actId="1037"/>
          <ac:grpSpMkLst>
            <pc:docMk/>
            <pc:sldMk cId="523357751" sldId="481"/>
            <ac:grpSpMk id="44" creationId="{62663748-FC43-4882-A85D-5D1DC05ADCEC}"/>
          </ac:grpSpMkLst>
        </pc:grpChg>
        <pc:grpChg chg="mod">
          <ac:chgData name="Devinder Kaur" userId="89161a673412ba18" providerId="LiveId" clId="{02BAFCB6-52BE-469E-851C-FEC21D123C66}" dt="2021-11-30T05:44:16.794" v="1809" actId="1037"/>
          <ac:grpSpMkLst>
            <pc:docMk/>
            <pc:sldMk cId="523357751" sldId="481"/>
            <ac:grpSpMk id="70" creationId="{B9093031-2F43-4F01-AD26-31C608848BF5}"/>
          </ac:grpSpMkLst>
        </pc:grpChg>
        <pc:grpChg chg="mod">
          <ac:chgData name="Devinder Kaur" userId="89161a673412ba18" providerId="LiveId" clId="{02BAFCB6-52BE-469E-851C-FEC21D123C66}" dt="2021-11-30T05:44:16.794" v="1809" actId="1037"/>
          <ac:grpSpMkLst>
            <pc:docMk/>
            <pc:sldMk cId="523357751" sldId="481"/>
            <ac:grpSpMk id="71" creationId="{53487E5A-9297-4336-B36F-7EFAF79266CA}"/>
          </ac:grpSpMkLst>
        </pc:grpChg>
        <pc:grpChg chg="mod">
          <ac:chgData name="Devinder Kaur" userId="89161a673412ba18" providerId="LiveId" clId="{02BAFCB6-52BE-469E-851C-FEC21D123C66}" dt="2021-11-30T05:44:16.794" v="1809" actId="1037"/>
          <ac:grpSpMkLst>
            <pc:docMk/>
            <pc:sldMk cId="523357751" sldId="481"/>
            <ac:grpSpMk id="72" creationId="{6BEDA76F-17CA-4082-867E-A58DD4B882BB}"/>
          </ac:grpSpMkLst>
        </pc:grpChg>
        <pc:grpChg chg="mod">
          <ac:chgData name="Devinder Kaur" userId="89161a673412ba18" providerId="LiveId" clId="{02BAFCB6-52BE-469E-851C-FEC21D123C66}" dt="2021-11-30T05:44:16.794" v="1809" actId="1037"/>
          <ac:grpSpMkLst>
            <pc:docMk/>
            <pc:sldMk cId="523357751" sldId="481"/>
            <ac:grpSpMk id="73" creationId="{9EDB6630-887F-4F4C-8BE9-B28AE6C7BEC7}"/>
          </ac:grpSpMkLst>
        </pc:grpChg>
        <pc:grpChg chg="mod">
          <ac:chgData name="Devinder Kaur" userId="89161a673412ba18" providerId="LiveId" clId="{02BAFCB6-52BE-469E-851C-FEC21D123C66}" dt="2021-11-30T05:44:16.794" v="1809" actId="1037"/>
          <ac:grpSpMkLst>
            <pc:docMk/>
            <pc:sldMk cId="523357751" sldId="481"/>
            <ac:grpSpMk id="74" creationId="{474080A9-95F0-4340-B94C-95C4C7EC5609}"/>
          </ac:grpSpMkLst>
        </pc:grpChg>
        <pc:grpChg chg="del">
          <ac:chgData name="Devinder Kaur" userId="89161a673412ba18" providerId="LiveId" clId="{02BAFCB6-52BE-469E-851C-FEC21D123C66}" dt="2021-11-30T05:43:48.401" v="1797" actId="478"/>
          <ac:grpSpMkLst>
            <pc:docMk/>
            <pc:sldMk cId="523357751" sldId="481"/>
            <ac:grpSpMk id="75" creationId="{3CE4D467-F6F7-4E84-9E7F-E4910A233CF4}"/>
          </ac:grpSpMkLst>
        </pc:grpChg>
        <pc:grpChg chg="mod">
          <ac:chgData name="Devinder Kaur" userId="89161a673412ba18" providerId="LiveId" clId="{02BAFCB6-52BE-469E-851C-FEC21D123C66}" dt="2021-11-30T05:44:16.794" v="1809" actId="1037"/>
          <ac:grpSpMkLst>
            <pc:docMk/>
            <pc:sldMk cId="523357751" sldId="481"/>
            <ac:grpSpMk id="114" creationId="{8BC00B00-F0E6-443A-8A1F-F41E4413908C}"/>
          </ac:grpSpMkLst>
        </pc:grpChg>
        <pc:picChg chg="mod">
          <ac:chgData name="Devinder Kaur" userId="89161a673412ba18" providerId="LiveId" clId="{02BAFCB6-52BE-469E-851C-FEC21D123C66}" dt="2021-11-30T05:44:16.794" v="1809" actId="1037"/>
          <ac:picMkLst>
            <pc:docMk/>
            <pc:sldMk cId="523357751" sldId="481"/>
            <ac:picMk id="45" creationId="{C4F82A56-6EB7-47CF-BE7F-91DA3DD21A6B}"/>
          </ac:picMkLst>
        </pc:picChg>
      </pc:sldChg>
      <pc:sldChg chg="addSp delSp modSp mod">
        <pc:chgData name="Devinder Kaur" userId="89161a673412ba18" providerId="LiveId" clId="{02BAFCB6-52BE-469E-851C-FEC21D123C66}" dt="2021-11-30T07:59:25.491" v="1917" actId="20577"/>
        <pc:sldMkLst>
          <pc:docMk/>
          <pc:sldMk cId="2615853838" sldId="482"/>
        </pc:sldMkLst>
        <pc:spChg chg="mod">
          <ac:chgData name="Devinder Kaur" userId="89161a673412ba18" providerId="LiveId" clId="{02BAFCB6-52BE-469E-851C-FEC21D123C66}" dt="2021-11-30T07:59:25.491" v="1917" actId="20577"/>
          <ac:spMkLst>
            <pc:docMk/>
            <pc:sldMk cId="2615853838" sldId="482"/>
            <ac:spMk id="3" creationId="{5E84FE93-8250-4FFC-ADB2-43325A77168C}"/>
          </ac:spMkLst>
        </pc:spChg>
        <pc:spChg chg="mod">
          <ac:chgData name="Devinder Kaur" userId="89161a673412ba18" providerId="LiveId" clId="{02BAFCB6-52BE-469E-851C-FEC21D123C66}" dt="2021-11-30T05:46:22.851" v="1872" actId="1037"/>
          <ac:spMkLst>
            <pc:docMk/>
            <pc:sldMk cId="2615853838" sldId="482"/>
            <ac:spMk id="77" creationId="{0A4FC949-5221-4135-8DBF-A65757AA6947}"/>
          </ac:spMkLst>
        </pc:spChg>
        <pc:spChg chg="mod">
          <ac:chgData name="Devinder Kaur" userId="89161a673412ba18" providerId="LiveId" clId="{02BAFCB6-52BE-469E-851C-FEC21D123C66}" dt="2021-11-30T05:46:22.851" v="1872" actId="1037"/>
          <ac:spMkLst>
            <pc:docMk/>
            <pc:sldMk cId="2615853838" sldId="482"/>
            <ac:spMk id="78" creationId="{4A5B9C44-A9A1-4CB2-9B6F-2ABC16EC8114}"/>
          </ac:spMkLst>
        </pc:spChg>
        <pc:spChg chg="mod">
          <ac:chgData name="Devinder Kaur" userId="89161a673412ba18" providerId="LiveId" clId="{02BAFCB6-52BE-469E-851C-FEC21D123C66}" dt="2021-11-30T05:46:22.851" v="1872" actId="1037"/>
          <ac:spMkLst>
            <pc:docMk/>
            <pc:sldMk cId="2615853838" sldId="482"/>
            <ac:spMk id="79" creationId="{01C0A923-6D91-4C45-98CE-3C0B9B3E1399}"/>
          </ac:spMkLst>
        </pc:spChg>
        <pc:spChg chg="mod">
          <ac:chgData name="Devinder Kaur" userId="89161a673412ba18" providerId="LiveId" clId="{02BAFCB6-52BE-469E-851C-FEC21D123C66}" dt="2021-11-30T05:46:22.851" v="1872" actId="1037"/>
          <ac:spMkLst>
            <pc:docMk/>
            <pc:sldMk cId="2615853838" sldId="482"/>
            <ac:spMk id="80" creationId="{13A36E50-98D0-4DCB-96A5-48238EE9D975}"/>
          </ac:spMkLst>
        </pc:spChg>
        <pc:spChg chg="mod">
          <ac:chgData name="Devinder Kaur" userId="89161a673412ba18" providerId="LiveId" clId="{02BAFCB6-52BE-469E-851C-FEC21D123C66}" dt="2021-11-30T05:46:22.851" v="1872" actId="1037"/>
          <ac:spMkLst>
            <pc:docMk/>
            <pc:sldMk cId="2615853838" sldId="482"/>
            <ac:spMk id="81" creationId="{F986DB8D-3153-4919-89BB-2AF7AEBEDDC6}"/>
          </ac:spMkLst>
        </pc:spChg>
        <pc:spChg chg="mod">
          <ac:chgData name="Devinder Kaur" userId="89161a673412ba18" providerId="LiveId" clId="{02BAFCB6-52BE-469E-851C-FEC21D123C66}" dt="2021-11-30T05:46:22.851" v="1872" actId="1037"/>
          <ac:spMkLst>
            <pc:docMk/>
            <pc:sldMk cId="2615853838" sldId="482"/>
            <ac:spMk id="82" creationId="{D7C8AB40-C7B8-4FB4-8E60-BAB836774C35}"/>
          </ac:spMkLst>
        </pc:spChg>
        <pc:spChg chg="mod">
          <ac:chgData name="Devinder Kaur" userId="89161a673412ba18" providerId="LiveId" clId="{02BAFCB6-52BE-469E-851C-FEC21D123C66}" dt="2021-11-30T05:46:22.851" v="1872" actId="1037"/>
          <ac:spMkLst>
            <pc:docMk/>
            <pc:sldMk cId="2615853838" sldId="482"/>
            <ac:spMk id="83" creationId="{673F6145-87DB-4E37-AF72-7BA59E390E94}"/>
          </ac:spMkLst>
        </pc:spChg>
        <pc:spChg chg="mod">
          <ac:chgData name="Devinder Kaur" userId="89161a673412ba18" providerId="LiveId" clId="{02BAFCB6-52BE-469E-851C-FEC21D123C66}" dt="2021-11-30T05:46:22.851" v="1872" actId="1037"/>
          <ac:spMkLst>
            <pc:docMk/>
            <pc:sldMk cId="2615853838" sldId="482"/>
            <ac:spMk id="84" creationId="{5C33A4E4-BE9B-4B2D-AB91-9CC74BA54C2E}"/>
          </ac:spMkLst>
        </pc:spChg>
        <pc:spChg chg="mod">
          <ac:chgData name="Devinder Kaur" userId="89161a673412ba18" providerId="LiveId" clId="{02BAFCB6-52BE-469E-851C-FEC21D123C66}" dt="2021-11-30T05:46:22.851" v="1872" actId="1037"/>
          <ac:spMkLst>
            <pc:docMk/>
            <pc:sldMk cId="2615853838" sldId="482"/>
            <ac:spMk id="85" creationId="{6ADFC263-CD01-4635-85D5-16B659196646}"/>
          </ac:spMkLst>
        </pc:spChg>
        <pc:spChg chg="mod">
          <ac:chgData name="Devinder Kaur" userId="89161a673412ba18" providerId="LiveId" clId="{02BAFCB6-52BE-469E-851C-FEC21D123C66}" dt="2021-11-30T05:46:22.851" v="1872" actId="1037"/>
          <ac:spMkLst>
            <pc:docMk/>
            <pc:sldMk cId="2615853838" sldId="482"/>
            <ac:spMk id="86" creationId="{87BB14C2-7181-46E8-8A2B-92B1758D101A}"/>
          </ac:spMkLst>
        </pc:spChg>
        <pc:spChg chg="mod">
          <ac:chgData name="Devinder Kaur" userId="89161a673412ba18" providerId="LiveId" clId="{02BAFCB6-52BE-469E-851C-FEC21D123C66}" dt="2021-11-30T05:46:22.851" v="1872" actId="1037"/>
          <ac:spMkLst>
            <pc:docMk/>
            <pc:sldMk cId="2615853838" sldId="482"/>
            <ac:spMk id="87" creationId="{8BCAC73D-8793-4BDE-9EBF-EC693D71DA94}"/>
          </ac:spMkLst>
        </pc:spChg>
        <pc:spChg chg="mod">
          <ac:chgData name="Devinder Kaur" userId="89161a673412ba18" providerId="LiveId" clId="{02BAFCB6-52BE-469E-851C-FEC21D123C66}" dt="2021-11-30T05:46:22.851" v="1872" actId="1037"/>
          <ac:spMkLst>
            <pc:docMk/>
            <pc:sldMk cId="2615853838" sldId="482"/>
            <ac:spMk id="88" creationId="{263FDCC1-33F8-4AE2-9A88-47667DB4436C}"/>
          </ac:spMkLst>
        </pc:spChg>
        <pc:spChg chg="mod">
          <ac:chgData name="Devinder Kaur" userId="89161a673412ba18" providerId="LiveId" clId="{02BAFCB6-52BE-469E-851C-FEC21D123C66}" dt="2021-11-30T05:46:22.851" v="1872" actId="1037"/>
          <ac:spMkLst>
            <pc:docMk/>
            <pc:sldMk cId="2615853838" sldId="482"/>
            <ac:spMk id="89" creationId="{FBE296A0-F57F-415F-A6E3-66478C0FE35E}"/>
          </ac:spMkLst>
        </pc:spChg>
        <pc:spChg chg="mod">
          <ac:chgData name="Devinder Kaur" userId="89161a673412ba18" providerId="LiveId" clId="{02BAFCB6-52BE-469E-851C-FEC21D123C66}" dt="2021-11-30T05:46:22.851" v="1872" actId="1037"/>
          <ac:spMkLst>
            <pc:docMk/>
            <pc:sldMk cId="2615853838" sldId="482"/>
            <ac:spMk id="90" creationId="{0993FC87-EF7A-44AC-A58F-5545AA9723F4}"/>
          </ac:spMkLst>
        </pc:spChg>
        <pc:spChg chg="mod">
          <ac:chgData name="Devinder Kaur" userId="89161a673412ba18" providerId="LiveId" clId="{02BAFCB6-52BE-469E-851C-FEC21D123C66}" dt="2021-11-30T05:46:22.851" v="1872" actId="1037"/>
          <ac:spMkLst>
            <pc:docMk/>
            <pc:sldMk cId="2615853838" sldId="482"/>
            <ac:spMk id="91" creationId="{3B2395C2-6EE4-4BFE-B18D-2330114831C0}"/>
          </ac:spMkLst>
        </pc:spChg>
        <pc:spChg chg="mod">
          <ac:chgData name="Devinder Kaur" userId="89161a673412ba18" providerId="LiveId" clId="{02BAFCB6-52BE-469E-851C-FEC21D123C66}" dt="2021-11-30T05:46:22.851" v="1872" actId="1037"/>
          <ac:spMkLst>
            <pc:docMk/>
            <pc:sldMk cId="2615853838" sldId="482"/>
            <ac:spMk id="92" creationId="{8A613BBB-DD0E-4B91-941F-4C36CD46C31F}"/>
          </ac:spMkLst>
        </pc:spChg>
        <pc:spChg chg="mod">
          <ac:chgData name="Devinder Kaur" userId="89161a673412ba18" providerId="LiveId" clId="{02BAFCB6-52BE-469E-851C-FEC21D123C66}" dt="2021-11-30T05:46:22.851" v="1872" actId="1037"/>
          <ac:spMkLst>
            <pc:docMk/>
            <pc:sldMk cId="2615853838" sldId="482"/>
            <ac:spMk id="93" creationId="{34334E8B-9DD5-423C-B3A0-DB5E4C849A00}"/>
          </ac:spMkLst>
        </pc:spChg>
        <pc:spChg chg="mod">
          <ac:chgData name="Devinder Kaur" userId="89161a673412ba18" providerId="LiveId" clId="{02BAFCB6-52BE-469E-851C-FEC21D123C66}" dt="2021-11-30T05:46:22.851" v="1872" actId="1037"/>
          <ac:spMkLst>
            <pc:docMk/>
            <pc:sldMk cId="2615853838" sldId="482"/>
            <ac:spMk id="94" creationId="{2EECABB4-FFE9-4E7D-8355-B0BAEDEFA0C9}"/>
          </ac:spMkLst>
        </pc:spChg>
        <pc:spChg chg="mod">
          <ac:chgData name="Devinder Kaur" userId="89161a673412ba18" providerId="LiveId" clId="{02BAFCB6-52BE-469E-851C-FEC21D123C66}" dt="2021-11-30T05:46:22.851" v="1872" actId="1037"/>
          <ac:spMkLst>
            <pc:docMk/>
            <pc:sldMk cId="2615853838" sldId="482"/>
            <ac:spMk id="95" creationId="{17A07DE0-BD74-4CD1-9E6B-6568D146B397}"/>
          </ac:spMkLst>
        </pc:spChg>
        <pc:spChg chg="mod">
          <ac:chgData name="Devinder Kaur" userId="89161a673412ba18" providerId="LiveId" clId="{02BAFCB6-52BE-469E-851C-FEC21D123C66}" dt="2021-11-30T05:46:22.851" v="1872" actId="1037"/>
          <ac:spMkLst>
            <pc:docMk/>
            <pc:sldMk cId="2615853838" sldId="482"/>
            <ac:spMk id="96" creationId="{94C7842D-B92C-4B00-BBD0-4EC500EAEFC1}"/>
          </ac:spMkLst>
        </pc:spChg>
        <pc:spChg chg="mod">
          <ac:chgData name="Devinder Kaur" userId="89161a673412ba18" providerId="LiveId" clId="{02BAFCB6-52BE-469E-851C-FEC21D123C66}" dt="2021-11-30T05:46:22.851" v="1872" actId="1037"/>
          <ac:spMkLst>
            <pc:docMk/>
            <pc:sldMk cId="2615853838" sldId="482"/>
            <ac:spMk id="97" creationId="{A8EBEF6E-9381-4181-9E27-916D21912999}"/>
          </ac:spMkLst>
        </pc:spChg>
        <pc:spChg chg="mod">
          <ac:chgData name="Devinder Kaur" userId="89161a673412ba18" providerId="LiveId" clId="{02BAFCB6-52BE-469E-851C-FEC21D123C66}" dt="2021-11-30T05:46:22.851" v="1872" actId="1037"/>
          <ac:spMkLst>
            <pc:docMk/>
            <pc:sldMk cId="2615853838" sldId="482"/>
            <ac:spMk id="98" creationId="{C1F32E06-ADC7-410E-A6EF-5F7ED6089E31}"/>
          </ac:spMkLst>
        </pc:spChg>
        <pc:spChg chg="mod">
          <ac:chgData name="Devinder Kaur" userId="89161a673412ba18" providerId="LiveId" clId="{02BAFCB6-52BE-469E-851C-FEC21D123C66}" dt="2021-11-30T05:46:22.851" v="1872" actId="1037"/>
          <ac:spMkLst>
            <pc:docMk/>
            <pc:sldMk cId="2615853838" sldId="482"/>
            <ac:spMk id="99" creationId="{008B6E9C-ABE5-4A74-BF0B-FD0D87D2E810}"/>
          </ac:spMkLst>
        </pc:spChg>
        <pc:spChg chg="mod">
          <ac:chgData name="Devinder Kaur" userId="89161a673412ba18" providerId="LiveId" clId="{02BAFCB6-52BE-469E-851C-FEC21D123C66}" dt="2021-11-30T05:46:22.851" v="1872" actId="1037"/>
          <ac:spMkLst>
            <pc:docMk/>
            <pc:sldMk cId="2615853838" sldId="482"/>
            <ac:spMk id="100" creationId="{020B811D-33A9-4956-B3D9-C0F2902FB777}"/>
          </ac:spMkLst>
        </pc:spChg>
        <pc:spChg chg="mod">
          <ac:chgData name="Devinder Kaur" userId="89161a673412ba18" providerId="LiveId" clId="{02BAFCB6-52BE-469E-851C-FEC21D123C66}" dt="2021-11-30T05:46:22.851" v="1872" actId="1037"/>
          <ac:spMkLst>
            <pc:docMk/>
            <pc:sldMk cId="2615853838" sldId="482"/>
            <ac:spMk id="109" creationId="{CD39D2C5-FECE-4FC1-B841-874E90CB2FFB}"/>
          </ac:spMkLst>
        </pc:spChg>
        <pc:spChg chg="mod">
          <ac:chgData name="Devinder Kaur" userId="89161a673412ba18" providerId="LiveId" clId="{02BAFCB6-52BE-469E-851C-FEC21D123C66}" dt="2021-11-30T05:46:22.851" v="1872" actId="1037"/>
          <ac:spMkLst>
            <pc:docMk/>
            <pc:sldMk cId="2615853838" sldId="482"/>
            <ac:spMk id="110" creationId="{CCF19CD4-E71A-4120-BD82-A239A1FEA94B}"/>
          </ac:spMkLst>
        </pc:spChg>
        <pc:spChg chg="mod">
          <ac:chgData name="Devinder Kaur" userId="89161a673412ba18" providerId="LiveId" clId="{02BAFCB6-52BE-469E-851C-FEC21D123C66}" dt="2021-11-30T05:46:22.851" v="1872" actId="1037"/>
          <ac:spMkLst>
            <pc:docMk/>
            <pc:sldMk cId="2615853838" sldId="482"/>
            <ac:spMk id="111" creationId="{55BE10AE-14F3-4800-A2AC-7B7B493EEBD3}"/>
          </ac:spMkLst>
        </pc:spChg>
        <pc:spChg chg="mod">
          <ac:chgData name="Devinder Kaur" userId="89161a673412ba18" providerId="LiveId" clId="{02BAFCB6-52BE-469E-851C-FEC21D123C66}" dt="2021-11-30T05:46:22.851" v="1872" actId="1037"/>
          <ac:spMkLst>
            <pc:docMk/>
            <pc:sldMk cId="2615853838" sldId="482"/>
            <ac:spMk id="112" creationId="{84BDB0C3-18BA-4C4A-A9E9-5217F65EB163}"/>
          </ac:spMkLst>
        </pc:spChg>
        <pc:spChg chg="mod">
          <ac:chgData name="Devinder Kaur" userId="89161a673412ba18" providerId="LiveId" clId="{02BAFCB6-52BE-469E-851C-FEC21D123C66}" dt="2021-11-30T05:46:22.851" v="1872" actId="1037"/>
          <ac:spMkLst>
            <pc:docMk/>
            <pc:sldMk cId="2615853838" sldId="482"/>
            <ac:spMk id="113" creationId="{AD2CE69D-4F57-43EB-B44B-EAEDD9CEF34E}"/>
          </ac:spMkLst>
        </pc:spChg>
        <pc:spChg chg="mod">
          <ac:chgData name="Devinder Kaur" userId="89161a673412ba18" providerId="LiveId" clId="{02BAFCB6-52BE-469E-851C-FEC21D123C66}" dt="2021-11-30T05:46:22.851" v="1872" actId="1037"/>
          <ac:spMkLst>
            <pc:docMk/>
            <pc:sldMk cId="2615853838" sldId="482"/>
            <ac:spMk id="131" creationId="{7CC52A0E-CCE8-4059-8AA4-6896DC4DEBE8}"/>
          </ac:spMkLst>
        </pc:spChg>
        <pc:spChg chg="mod">
          <ac:chgData name="Devinder Kaur" userId="89161a673412ba18" providerId="LiveId" clId="{02BAFCB6-52BE-469E-851C-FEC21D123C66}" dt="2021-11-30T05:46:22.851" v="1872" actId="1037"/>
          <ac:spMkLst>
            <pc:docMk/>
            <pc:sldMk cId="2615853838" sldId="482"/>
            <ac:spMk id="132" creationId="{6B892268-1A0A-4056-9583-1287F030D699}"/>
          </ac:spMkLst>
        </pc:spChg>
        <pc:spChg chg="mod">
          <ac:chgData name="Devinder Kaur" userId="89161a673412ba18" providerId="LiveId" clId="{02BAFCB6-52BE-469E-851C-FEC21D123C66}" dt="2021-11-30T05:46:22.851" v="1872" actId="1037"/>
          <ac:spMkLst>
            <pc:docMk/>
            <pc:sldMk cId="2615853838" sldId="482"/>
            <ac:spMk id="133" creationId="{CB22CF0F-48EF-4BC6-AEAA-E8DEC6D61983}"/>
          </ac:spMkLst>
        </pc:spChg>
        <pc:spChg chg="mod">
          <ac:chgData name="Devinder Kaur" userId="89161a673412ba18" providerId="LiveId" clId="{02BAFCB6-52BE-469E-851C-FEC21D123C66}" dt="2021-11-30T05:46:22.851" v="1872" actId="1037"/>
          <ac:spMkLst>
            <pc:docMk/>
            <pc:sldMk cId="2615853838" sldId="482"/>
            <ac:spMk id="134" creationId="{69DC5561-E3C8-434B-9E04-BFBE9687EE95}"/>
          </ac:spMkLst>
        </pc:spChg>
        <pc:spChg chg="mod">
          <ac:chgData name="Devinder Kaur" userId="89161a673412ba18" providerId="LiveId" clId="{02BAFCB6-52BE-469E-851C-FEC21D123C66}" dt="2021-11-30T05:46:22.851" v="1872" actId="1037"/>
          <ac:spMkLst>
            <pc:docMk/>
            <pc:sldMk cId="2615853838" sldId="482"/>
            <ac:spMk id="135" creationId="{81853D23-DF50-4E9A-A987-FEB745E8A84B}"/>
          </ac:spMkLst>
        </pc:spChg>
        <pc:spChg chg="mod">
          <ac:chgData name="Devinder Kaur" userId="89161a673412ba18" providerId="LiveId" clId="{02BAFCB6-52BE-469E-851C-FEC21D123C66}" dt="2021-11-30T05:46:22.851" v="1872" actId="1037"/>
          <ac:spMkLst>
            <pc:docMk/>
            <pc:sldMk cId="2615853838" sldId="482"/>
            <ac:spMk id="136" creationId="{1D62F781-C043-449A-8415-7303A2BBDF78}"/>
          </ac:spMkLst>
        </pc:spChg>
        <pc:spChg chg="mod">
          <ac:chgData name="Devinder Kaur" userId="89161a673412ba18" providerId="LiveId" clId="{02BAFCB6-52BE-469E-851C-FEC21D123C66}" dt="2021-11-30T05:46:22.851" v="1872" actId="1037"/>
          <ac:spMkLst>
            <pc:docMk/>
            <pc:sldMk cId="2615853838" sldId="482"/>
            <ac:spMk id="137" creationId="{3C43A91E-EBFB-40F4-9DD6-A51D436F8253}"/>
          </ac:spMkLst>
        </pc:spChg>
        <pc:spChg chg="mod">
          <ac:chgData name="Devinder Kaur" userId="89161a673412ba18" providerId="LiveId" clId="{02BAFCB6-52BE-469E-851C-FEC21D123C66}" dt="2021-11-30T05:46:22.851" v="1872" actId="1037"/>
          <ac:spMkLst>
            <pc:docMk/>
            <pc:sldMk cId="2615853838" sldId="482"/>
            <ac:spMk id="138" creationId="{6DA3B707-FA6F-44E0-A0EA-54EE8106AA37}"/>
          </ac:spMkLst>
        </pc:spChg>
        <pc:spChg chg="mod">
          <ac:chgData name="Devinder Kaur" userId="89161a673412ba18" providerId="LiveId" clId="{02BAFCB6-52BE-469E-851C-FEC21D123C66}" dt="2021-11-30T05:46:22.851" v="1872" actId="1037"/>
          <ac:spMkLst>
            <pc:docMk/>
            <pc:sldMk cId="2615853838" sldId="482"/>
            <ac:spMk id="139" creationId="{13C4749D-DEB2-4FDD-8A09-B23D52282452}"/>
          </ac:spMkLst>
        </pc:spChg>
        <pc:spChg chg="mod">
          <ac:chgData name="Devinder Kaur" userId="89161a673412ba18" providerId="LiveId" clId="{02BAFCB6-52BE-469E-851C-FEC21D123C66}" dt="2021-11-30T05:46:22.851" v="1872" actId="1037"/>
          <ac:spMkLst>
            <pc:docMk/>
            <pc:sldMk cId="2615853838" sldId="482"/>
            <ac:spMk id="140" creationId="{BCDE24E7-66B6-4033-B6AB-53CF550E9148}"/>
          </ac:spMkLst>
        </pc:spChg>
        <pc:spChg chg="mod">
          <ac:chgData name="Devinder Kaur" userId="89161a673412ba18" providerId="LiveId" clId="{02BAFCB6-52BE-469E-851C-FEC21D123C66}" dt="2021-11-30T05:46:22.851" v="1872" actId="1037"/>
          <ac:spMkLst>
            <pc:docMk/>
            <pc:sldMk cId="2615853838" sldId="482"/>
            <ac:spMk id="141" creationId="{92243139-0641-4FC0-AE4F-CA2A7B91E061}"/>
          </ac:spMkLst>
        </pc:spChg>
        <pc:spChg chg="mod">
          <ac:chgData name="Devinder Kaur" userId="89161a673412ba18" providerId="LiveId" clId="{02BAFCB6-52BE-469E-851C-FEC21D123C66}" dt="2021-11-30T05:46:22.851" v="1872" actId="1037"/>
          <ac:spMkLst>
            <pc:docMk/>
            <pc:sldMk cId="2615853838" sldId="482"/>
            <ac:spMk id="142" creationId="{E8001D6A-79F0-4ED9-855E-A383D6F821B0}"/>
          </ac:spMkLst>
        </pc:spChg>
        <pc:spChg chg="mod">
          <ac:chgData name="Devinder Kaur" userId="89161a673412ba18" providerId="LiveId" clId="{02BAFCB6-52BE-469E-851C-FEC21D123C66}" dt="2021-11-30T05:46:22.851" v="1872" actId="1037"/>
          <ac:spMkLst>
            <pc:docMk/>
            <pc:sldMk cId="2615853838" sldId="482"/>
            <ac:spMk id="143" creationId="{B33BD508-9778-41C0-9974-DBAACFC945BC}"/>
          </ac:spMkLst>
        </pc:spChg>
        <pc:spChg chg="mod">
          <ac:chgData name="Devinder Kaur" userId="89161a673412ba18" providerId="LiveId" clId="{02BAFCB6-52BE-469E-851C-FEC21D123C66}" dt="2021-11-30T05:46:22.851" v="1872" actId="1037"/>
          <ac:spMkLst>
            <pc:docMk/>
            <pc:sldMk cId="2615853838" sldId="482"/>
            <ac:spMk id="144" creationId="{1A72319B-1FAA-4D83-86C3-724A864A2092}"/>
          </ac:spMkLst>
        </pc:spChg>
        <pc:spChg chg="mod">
          <ac:chgData name="Devinder Kaur" userId="89161a673412ba18" providerId="LiveId" clId="{02BAFCB6-52BE-469E-851C-FEC21D123C66}" dt="2021-11-30T05:46:22.851" v="1872" actId="1037"/>
          <ac:spMkLst>
            <pc:docMk/>
            <pc:sldMk cId="2615853838" sldId="482"/>
            <ac:spMk id="145" creationId="{011FF9F4-E6E3-4F47-A04B-23626F8A4ECA}"/>
          </ac:spMkLst>
        </pc:spChg>
        <pc:spChg chg="mod">
          <ac:chgData name="Devinder Kaur" userId="89161a673412ba18" providerId="LiveId" clId="{02BAFCB6-52BE-469E-851C-FEC21D123C66}" dt="2021-11-30T05:46:22.851" v="1872" actId="1037"/>
          <ac:spMkLst>
            <pc:docMk/>
            <pc:sldMk cId="2615853838" sldId="482"/>
            <ac:spMk id="146" creationId="{C167C96F-5AF3-43CC-8E81-6036F946F60B}"/>
          </ac:spMkLst>
        </pc:spChg>
        <pc:grpChg chg="del">
          <ac:chgData name="Devinder Kaur" userId="89161a673412ba18" providerId="LiveId" clId="{02BAFCB6-52BE-469E-851C-FEC21D123C66}" dt="2021-11-30T05:45:53.199" v="1815" actId="478"/>
          <ac:grpSpMkLst>
            <pc:docMk/>
            <pc:sldMk cId="2615853838" sldId="482"/>
            <ac:grpSpMk id="44" creationId="{62663748-FC43-4882-A85D-5D1DC05ADCEC}"/>
          </ac:grpSpMkLst>
        </pc:grpChg>
        <pc:grpChg chg="add mod">
          <ac:chgData name="Devinder Kaur" userId="89161a673412ba18" providerId="LiveId" clId="{02BAFCB6-52BE-469E-851C-FEC21D123C66}" dt="2021-11-30T05:46:22.851" v="1872" actId="1037"/>
          <ac:grpSpMkLst>
            <pc:docMk/>
            <pc:sldMk cId="2615853838" sldId="482"/>
            <ac:grpSpMk id="75" creationId="{C41DACFD-112B-429C-B027-438AD78D53BC}"/>
          </ac:grpSpMkLst>
        </pc:grpChg>
        <pc:grpChg chg="mod">
          <ac:chgData name="Devinder Kaur" userId="89161a673412ba18" providerId="LiveId" clId="{02BAFCB6-52BE-469E-851C-FEC21D123C66}" dt="2021-11-30T05:46:22.851" v="1872" actId="1037"/>
          <ac:grpSpMkLst>
            <pc:docMk/>
            <pc:sldMk cId="2615853838" sldId="482"/>
            <ac:grpSpMk id="101" creationId="{0F8742BA-CA5D-48AD-9165-2A81FA2BA777}"/>
          </ac:grpSpMkLst>
        </pc:grpChg>
        <pc:grpChg chg="mod">
          <ac:chgData name="Devinder Kaur" userId="89161a673412ba18" providerId="LiveId" clId="{02BAFCB6-52BE-469E-851C-FEC21D123C66}" dt="2021-11-30T05:46:22.851" v="1872" actId="1037"/>
          <ac:grpSpMkLst>
            <pc:docMk/>
            <pc:sldMk cId="2615853838" sldId="482"/>
            <ac:grpSpMk id="102" creationId="{CEB949F6-9827-4EA8-B65B-594D6CC6CF00}"/>
          </ac:grpSpMkLst>
        </pc:grpChg>
        <pc:grpChg chg="mod">
          <ac:chgData name="Devinder Kaur" userId="89161a673412ba18" providerId="LiveId" clId="{02BAFCB6-52BE-469E-851C-FEC21D123C66}" dt="2021-11-30T05:46:22.851" v="1872" actId="1037"/>
          <ac:grpSpMkLst>
            <pc:docMk/>
            <pc:sldMk cId="2615853838" sldId="482"/>
            <ac:grpSpMk id="103" creationId="{73C9D742-EE3A-4A48-A1DB-394FB601075D}"/>
          </ac:grpSpMkLst>
        </pc:grpChg>
        <pc:grpChg chg="mod">
          <ac:chgData name="Devinder Kaur" userId="89161a673412ba18" providerId="LiveId" clId="{02BAFCB6-52BE-469E-851C-FEC21D123C66}" dt="2021-11-30T05:46:22.851" v="1872" actId="1037"/>
          <ac:grpSpMkLst>
            <pc:docMk/>
            <pc:sldMk cId="2615853838" sldId="482"/>
            <ac:grpSpMk id="104" creationId="{CA0CDB16-9B39-41E2-A3DB-251B512BE224}"/>
          </ac:grpSpMkLst>
        </pc:grpChg>
        <pc:grpChg chg="mod">
          <ac:chgData name="Devinder Kaur" userId="89161a673412ba18" providerId="LiveId" clId="{02BAFCB6-52BE-469E-851C-FEC21D123C66}" dt="2021-11-30T05:46:22.851" v="1872" actId="1037"/>
          <ac:grpSpMkLst>
            <pc:docMk/>
            <pc:sldMk cId="2615853838" sldId="482"/>
            <ac:grpSpMk id="105" creationId="{208365C3-1187-407C-8541-88F2F0672A4E}"/>
          </ac:grpSpMkLst>
        </pc:grpChg>
        <pc:grpChg chg="mod">
          <ac:chgData name="Devinder Kaur" userId="89161a673412ba18" providerId="LiveId" clId="{02BAFCB6-52BE-469E-851C-FEC21D123C66}" dt="2021-11-30T05:46:22.851" v="1872" actId="1037"/>
          <ac:grpSpMkLst>
            <pc:docMk/>
            <pc:sldMk cId="2615853838" sldId="482"/>
            <ac:grpSpMk id="106" creationId="{9CCFDD62-5F66-4F79-9BE7-8717B0A1359C}"/>
          </ac:grpSpMkLst>
        </pc:grpChg>
        <pc:grpChg chg="mod">
          <ac:chgData name="Devinder Kaur" userId="89161a673412ba18" providerId="LiveId" clId="{02BAFCB6-52BE-469E-851C-FEC21D123C66}" dt="2021-11-30T05:46:22.851" v="1872" actId="1037"/>
          <ac:grpSpMkLst>
            <pc:docMk/>
            <pc:sldMk cId="2615853838" sldId="482"/>
            <ac:grpSpMk id="107" creationId="{D2B02E2E-395F-4C4C-B8BE-AC952264BFB0}"/>
          </ac:grpSpMkLst>
        </pc:grpChg>
        <pc:grpChg chg="mod">
          <ac:chgData name="Devinder Kaur" userId="89161a673412ba18" providerId="LiveId" clId="{02BAFCB6-52BE-469E-851C-FEC21D123C66}" dt="2021-11-30T05:46:22.851" v="1872" actId="1037"/>
          <ac:grpSpMkLst>
            <pc:docMk/>
            <pc:sldMk cId="2615853838" sldId="482"/>
            <ac:grpSpMk id="108" creationId="{7BDA2D53-97EC-4956-9A96-6D2B53ADD121}"/>
          </ac:grpSpMkLst>
        </pc:grpChg>
        <pc:picChg chg="mod">
          <ac:chgData name="Devinder Kaur" userId="89161a673412ba18" providerId="LiveId" clId="{02BAFCB6-52BE-469E-851C-FEC21D123C66}" dt="2021-11-30T05:46:22.851" v="1872" actId="1037"/>
          <ac:picMkLst>
            <pc:docMk/>
            <pc:sldMk cId="2615853838" sldId="482"/>
            <ac:picMk id="76" creationId="{21EB4681-8B76-4307-85BC-B92C0C6C4025}"/>
          </ac:picMkLst>
        </pc:picChg>
      </pc:sldChg>
      <pc:sldChg chg="addSp delSp modSp add mod">
        <pc:chgData name="Devinder Kaur" userId="89161a673412ba18" providerId="LiveId" clId="{02BAFCB6-52BE-469E-851C-FEC21D123C66}" dt="2021-11-30T07:52:04.879" v="1912" actId="14100"/>
        <pc:sldMkLst>
          <pc:docMk/>
          <pc:sldMk cId="3225053480" sldId="483"/>
        </pc:sldMkLst>
        <pc:spChg chg="mod">
          <ac:chgData name="Devinder Kaur" userId="89161a673412ba18" providerId="LiveId" clId="{02BAFCB6-52BE-469E-851C-FEC21D123C66}" dt="2021-11-30T07:52:04.879" v="1912" actId="14100"/>
          <ac:spMkLst>
            <pc:docMk/>
            <pc:sldMk cId="3225053480" sldId="483"/>
            <ac:spMk id="3" creationId="{5E84FE93-8250-4FFC-ADB2-43325A77168C}"/>
          </ac:spMkLst>
        </pc:spChg>
        <pc:spChg chg="mod">
          <ac:chgData name="Devinder Kaur" userId="89161a673412ba18" providerId="LiveId" clId="{02BAFCB6-52BE-469E-851C-FEC21D123C66}" dt="2021-11-30T05:48:44.757" v="1909" actId="1037"/>
          <ac:spMkLst>
            <pc:docMk/>
            <pc:sldMk cId="3225053480" sldId="483"/>
            <ac:spMk id="61" creationId="{35F1D3A5-881D-4BF4-8486-FE4A2EDF3D6F}"/>
          </ac:spMkLst>
        </pc:spChg>
        <pc:spChg chg="mod">
          <ac:chgData name="Devinder Kaur" userId="89161a673412ba18" providerId="LiveId" clId="{02BAFCB6-52BE-469E-851C-FEC21D123C66}" dt="2021-11-30T05:48:44.757" v="1909" actId="1037"/>
          <ac:spMkLst>
            <pc:docMk/>
            <pc:sldMk cId="3225053480" sldId="483"/>
            <ac:spMk id="62" creationId="{FFB07799-7B01-432B-8A12-AEEB86A01362}"/>
          </ac:spMkLst>
        </pc:spChg>
        <pc:spChg chg="mod">
          <ac:chgData name="Devinder Kaur" userId="89161a673412ba18" providerId="LiveId" clId="{02BAFCB6-52BE-469E-851C-FEC21D123C66}" dt="2021-11-30T05:48:44.757" v="1909" actId="1037"/>
          <ac:spMkLst>
            <pc:docMk/>
            <pc:sldMk cId="3225053480" sldId="483"/>
            <ac:spMk id="63" creationId="{05714F99-A9F7-4305-8788-E208EC03DE2D}"/>
          </ac:spMkLst>
        </pc:spChg>
        <pc:spChg chg="mod">
          <ac:chgData name="Devinder Kaur" userId="89161a673412ba18" providerId="LiveId" clId="{02BAFCB6-52BE-469E-851C-FEC21D123C66}" dt="2021-11-30T05:48:44.757" v="1909" actId="1037"/>
          <ac:spMkLst>
            <pc:docMk/>
            <pc:sldMk cId="3225053480" sldId="483"/>
            <ac:spMk id="64" creationId="{298EC784-B789-48C6-B585-3DB4A33425A2}"/>
          </ac:spMkLst>
        </pc:spChg>
        <pc:spChg chg="mod">
          <ac:chgData name="Devinder Kaur" userId="89161a673412ba18" providerId="LiveId" clId="{02BAFCB6-52BE-469E-851C-FEC21D123C66}" dt="2021-11-30T05:48:44.757" v="1909" actId="1037"/>
          <ac:spMkLst>
            <pc:docMk/>
            <pc:sldMk cId="3225053480" sldId="483"/>
            <ac:spMk id="65" creationId="{CF367656-2505-473E-81DF-92A03371A57D}"/>
          </ac:spMkLst>
        </pc:spChg>
        <pc:spChg chg="mod">
          <ac:chgData name="Devinder Kaur" userId="89161a673412ba18" providerId="LiveId" clId="{02BAFCB6-52BE-469E-851C-FEC21D123C66}" dt="2021-11-30T05:48:44.757" v="1909" actId="1037"/>
          <ac:spMkLst>
            <pc:docMk/>
            <pc:sldMk cId="3225053480" sldId="483"/>
            <ac:spMk id="66" creationId="{AF93DBD3-35EE-47F1-8D6C-DA5C6312A368}"/>
          </ac:spMkLst>
        </pc:spChg>
        <pc:spChg chg="mod">
          <ac:chgData name="Devinder Kaur" userId="89161a673412ba18" providerId="LiveId" clId="{02BAFCB6-52BE-469E-851C-FEC21D123C66}" dt="2021-11-30T05:48:44.757" v="1909" actId="1037"/>
          <ac:spMkLst>
            <pc:docMk/>
            <pc:sldMk cId="3225053480" sldId="483"/>
            <ac:spMk id="67" creationId="{1A81EA07-120A-4693-992A-48A028257F79}"/>
          </ac:spMkLst>
        </pc:spChg>
        <pc:spChg chg="mod">
          <ac:chgData name="Devinder Kaur" userId="89161a673412ba18" providerId="LiveId" clId="{02BAFCB6-52BE-469E-851C-FEC21D123C66}" dt="2021-11-30T05:48:44.757" v="1909" actId="1037"/>
          <ac:spMkLst>
            <pc:docMk/>
            <pc:sldMk cId="3225053480" sldId="483"/>
            <ac:spMk id="68" creationId="{D9EB013F-0F21-4224-94F6-5B66FF934937}"/>
          </ac:spMkLst>
        </pc:spChg>
        <pc:spChg chg="mod">
          <ac:chgData name="Devinder Kaur" userId="89161a673412ba18" providerId="LiveId" clId="{02BAFCB6-52BE-469E-851C-FEC21D123C66}" dt="2021-11-30T05:48:44.757" v="1909" actId="1037"/>
          <ac:spMkLst>
            <pc:docMk/>
            <pc:sldMk cId="3225053480" sldId="483"/>
            <ac:spMk id="69" creationId="{CB344C99-B843-4C44-9570-2F808F0BAF9D}"/>
          </ac:spMkLst>
        </pc:spChg>
        <pc:spChg chg="mod">
          <ac:chgData name="Devinder Kaur" userId="89161a673412ba18" providerId="LiveId" clId="{02BAFCB6-52BE-469E-851C-FEC21D123C66}" dt="2021-11-30T05:48:44.757" v="1909" actId="1037"/>
          <ac:spMkLst>
            <pc:docMk/>
            <pc:sldMk cId="3225053480" sldId="483"/>
            <ac:spMk id="70" creationId="{7A5E851E-0E91-4AA7-8B5D-8C8726E1F3AC}"/>
          </ac:spMkLst>
        </pc:spChg>
        <pc:spChg chg="mod">
          <ac:chgData name="Devinder Kaur" userId="89161a673412ba18" providerId="LiveId" clId="{02BAFCB6-52BE-469E-851C-FEC21D123C66}" dt="2021-11-30T05:48:44.757" v="1909" actId="1037"/>
          <ac:spMkLst>
            <pc:docMk/>
            <pc:sldMk cId="3225053480" sldId="483"/>
            <ac:spMk id="71" creationId="{59F06F1F-539C-4BCA-A770-6D90D95B1D6F}"/>
          </ac:spMkLst>
        </pc:spChg>
        <pc:spChg chg="mod">
          <ac:chgData name="Devinder Kaur" userId="89161a673412ba18" providerId="LiveId" clId="{02BAFCB6-52BE-469E-851C-FEC21D123C66}" dt="2021-11-30T05:48:44.757" v="1909" actId="1037"/>
          <ac:spMkLst>
            <pc:docMk/>
            <pc:sldMk cId="3225053480" sldId="483"/>
            <ac:spMk id="72" creationId="{980299D7-28C0-4661-B174-58C8DAF9E784}"/>
          </ac:spMkLst>
        </pc:spChg>
        <pc:spChg chg="mod">
          <ac:chgData name="Devinder Kaur" userId="89161a673412ba18" providerId="LiveId" clId="{02BAFCB6-52BE-469E-851C-FEC21D123C66}" dt="2021-11-30T05:48:44.757" v="1909" actId="1037"/>
          <ac:spMkLst>
            <pc:docMk/>
            <pc:sldMk cId="3225053480" sldId="483"/>
            <ac:spMk id="73" creationId="{B73FF51C-4E98-438B-A4ED-1D65696CA2DC}"/>
          </ac:spMkLst>
        </pc:spChg>
        <pc:spChg chg="mod">
          <ac:chgData name="Devinder Kaur" userId="89161a673412ba18" providerId="LiveId" clId="{02BAFCB6-52BE-469E-851C-FEC21D123C66}" dt="2021-11-30T05:48:44.757" v="1909" actId="1037"/>
          <ac:spMkLst>
            <pc:docMk/>
            <pc:sldMk cId="3225053480" sldId="483"/>
            <ac:spMk id="74" creationId="{5CBD2EC6-7903-493D-976E-CB034FF073EF}"/>
          </ac:spMkLst>
        </pc:spChg>
        <pc:spChg chg="mod">
          <ac:chgData name="Devinder Kaur" userId="89161a673412ba18" providerId="LiveId" clId="{02BAFCB6-52BE-469E-851C-FEC21D123C66}" dt="2021-11-30T05:48:44.757" v="1909" actId="1037"/>
          <ac:spMkLst>
            <pc:docMk/>
            <pc:sldMk cId="3225053480" sldId="483"/>
            <ac:spMk id="114" creationId="{71CE4791-1E7A-4461-8AC1-FA63766D904A}"/>
          </ac:spMkLst>
        </pc:spChg>
        <pc:spChg chg="mod">
          <ac:chgData name="Devinder Kaur" userId="89161a673412ba18" providerId="LiveId" clId="{02BAFCB6-52BE-469E-851C-FEC21D123C66}" dt="2021-11-30T05:48:44.757" v="1909" actId="1037"/>
          <ac:spMkLst>
            <pc:docMk/>
            <pc:sldMk cId="3225053480" sldId="483"/>
            <ac:spMk id="115" creationId="{8E14D5BD-395C-4A10-8980-7C9F09FF1CAF}"/>
          </ac:spMkLst>
        </pc:spChg>
        <pc:spChg chg="mod">
          <ac:chgData name="Devinder Kaur" userId="89161a673412ba18" providerId="LiveId" clId="{02BAFCB6-52BE-469E-851C-FEC21D123C66}" dt="2021-11-30T05:48:44.757" v="1909" actId="1037"/>
          <ac:spMkLst>
            <pc:docMk/>
            <pc:sldMk cId="3225053480" sldId="483"/>
            <ac:spMk id="116" creationId="{971EDBC3-2F06-480A-AA5F-6F628BC144DF}"/>
          </ac:spMkLst>
        </pc:spChg>
        <pc:spChg chg="mod">
          <ac:chgData name="Devinder Kaur" userId="89161a673412ba18" providerId="LiveId" clId="{02BAFCB6-52BE-469E-851C-FEC21D123C66}" dt="2021-11-30T05:48:44.757" v="1909" actId="1037"/>
          <ac:spMkLst>
            <pc:docMk/>
            <pc:sldMk cId="3225053480" sldId="483"/>
            <ac:spMk id="117" creationId="{DFE6A266-772F-465B-A020-D18AA0A9DF9F}"/>
          </ac:spMkLst>
        </pc:spChg>
        <pc:spChg chg="mod">
          <ac:chgData name="Devinder Kaur" userId="89161a673412ba18" providerId="LiveId" clId="{02BAFCB6-52BE-469E-851C-FEC21D123C66}" dt="2021-11-30T05:48:44.757" v="1909" actId="1037"/>
          <ac:spMkLst>
            <pc:docMk/>
            <pc:sldMk cId="3225053480" sldId="483"/>
            <ac:spMk id="118" creationId="{2EF6ACD7-6A82-4249-A588-5DBD0287D03C}"/>
          </ac:spMkLst>
        </pc:spChg>
        <pc:spChg chg="mod">
          <ac:chgData name="Devinder Kaur" userId="89161a673412ba18" providerId="LiveId" clId="{02BAFCB6-52BE-469E-851C-FEC21D123C66}" dt="2021-11-30T05:48:44.757" v="1909" actId="1037"/>
          <ac:spMkLst>
            <pc:docMk/>
            <pc:sldMk cId="3225053480" sldId="483"/>
            <ac:spMk id="119" creationId="{4911DE9B-2D07-4C36-824B-F2AB8FC2BD4C}"/>
          </ac:spMkLst>
        </pc:spChg>
        <pc:spChg chg="mod">
          <ac:chgData name="Devinder Kaur" userId="89161a673412ba18" providerId="LiveId" clId="{02BAFCB6-52BE-469E-851C-FEC21D123C66}" dt="2021-11-30T05:48:44.757" v="1909" actId="1037"/>
          <ac:spMkLst>
            <pc:docMk/>
            <pc:sldMk cId="3225053480" sldId="483"/>
            <ac:spMk id="120" creationId="{3562F0DD-EC91-4FAF-842D-DFC5AF4DA6B9}"/>
          </ac:spMkLst>
        </pc:spChg>
        <pc:spChg chg="mod">
          <ac:chgData name="Devinder Kaur" userId="89161a673412ba18" providerId="LiveId" clId="{02BAFCB6-52BE-469E-851C-FEC21D123C66}" dt="2021-11-30T05:48:44.757" v="1909" actId="1037"/>
          <ac:spMkLst>
            <pc:docMk/>
            <pc:sldMk cId="3225053480" sldId="483"/>
            <ac:spMk id="121" creationId="{ED4E339D-2E54-4F49-A2AA-9C91DC6B96EC}"/>
          </ac:spMkLst>
        </pc:spChg>
        <pc:spChg chg="mod">
          <ac:chgData name="Devinder Kaur" userId="89161a673412ba18" providerId="LiveId" clId="{02BAFCB6-52BE-469E-851C-FEC21D123C66}" dt="2021-11-30T05:48:44.757" v="1909" actId="1037"/>
          <ac:spMkLst>
            <pc:docMk/>
            <pc:sldMk cId="3225053480" sldId="483"/>
            <ac:spMk id="122" creationId="{80CE4E02-C465-4451-BCCE-0596D58D8D72}"/>
          </ac:spMkLst>
        </pc:spChg>
        <pc:spChg chg="mod">
          <ac:chgData name="Devinder Kaur" userId="89161a673412ba18" providerId="LiveId" clId="{02BAFCB6-52BE-469E-851C-FEC21D123C66}" dt="2021-11-30T05:48:44.757" v="1909" actId="1037"/>
          <ac:spMkLst>
            <pc:docMk/>
            <pc:sldMk cId="3225053480" sldId="483"/>
            <ac:spMk id="123" creationId="{34E7DD85-686C-4A8F-9AC2-1AECE29A1B9A}"/>
          </ac:spMkLst>
        </pc:spChg>
        <pc:spChg chg="mod">
          <ac:chgData name="Devinder Kaur" userId="89161a673412ba18" providerId="LiveId" clId="{02BAFCB6-52BE-469E-851C-FEC21D123C66}" dt="2021-11-30T05:48:44.757" v="1909" actId="1037"/>
          <ac:spMkLst>
            <pc:docMk/>
            <pc:sldMk cId="3225053480" sldId="483"/>
            <ac:spMk id="151" creationId="{A09504FA-7D99-493E-962E-6ADD9ACB5328}"/>
          </ac:spMkLst>
        </pc:spChg>
        <pc:spChg chg="mod">
          <ac:chgData name="Devinder Kaur" userId="89161a673412ba18" providerId="LiveId" clId="{02BAFCB6-52BE-469E-851C-FEC21D123C66}" dt="2021-11-30T05:48:44.757" v="1909" actId="1037"/>
          <ac:spMkLst>
            <pc:docMk/>
            <pc:sldMk cId="3225053480" sldId="483"/>
            <ac:spMk id="152" creationId="{225B8AB0-E332-40E8-B80B-12EB75976725}"/>
          </ac:spMkLst>
        </pc:spChg>
        <pc:spChg chg="mod">
          <ac:chgData name="Devinder Kaur" userId="89161a673412ba18" providerId="LiveId" clId="{02BAFCB6-52BE-469E-851C-FEC21D123C66}" dt="2021-11-30T05:48:44.757" v="1909" actId="1037"/>
          <ac:spMkLst>
            <pc:docMk/>
            <pc:sldMk cId="3225053480" sldId="483"/>
            <ac:spMk id="153" creationId="{934D40C1-43F7-4787-81E2-20A2224825B8}"/>
          </ac:spMkLst>
        </pc:spChg>
        <pc:spChg chg="mod">
          <ac:chgData name="Devinder Kaur" userId="89161a673412ba18" providerId="LiveId" clId="{02BAFCB6-52BE-469E-851C-FEC21D123C66}" dt="2021-11-30T05:48:44.757" v="1909" actId="1037"/>
          <ac:spMkLst>
            <pc:docMk/>
            <pc:sldMk cId="3225053480" sldId="483"/>
            <ac:spMk id="154" creationId="{01B92ED9-824A-4B27-8625-BE7EBA4820DE}"/>
          </ac:spMkLst>
        </pc:spChg>
        <pc:spChg chg="mod">
          <ac:chgData name="Devinder Kaur" userId="89161a673412ba18" providerId="LiveId" clId="{02BAFCB6-52BE-469E-851C-FEC21D123C66}" dt="2021-11-30T05:48:44.757" v="1909" actId="1037"/>
          <ac:spMkLst>
            <pc:docMk/>
            <pc:sldMk cId="3225053480" sldId="483"/>
            <ac:spMk id="155" creationId="{020E6578-F82B-4CE8-A73A-23CABC13FAA3}"/>
          </ac:spMkLst>
        </pc:spChg>
        <pc:spChg chg="mod">
          <ac:chgData name="Devinder Kaur" userId="89161a673412ba18" providerId="LiveId" clId="{02BAFCB6-52BE-469E-851C-FEC21D123C66}" dt="2021-11-30T05:48:44.757" v="1909" actId="1037"/>
          <ac:spMkLst>
            <pc:docMk/>
            <pc:sldMk cId="3225053480" sldId="483"/>
            <ac:spMk id="156" creationId="{973DAA62-5F5E-4223-A1C5-B8601832A831}"/>
          </ac:spMkLst>
        </pc:spChg>
        <pc:spChg chg="mod">
          <ac:chgData name="Devinder Kaur" userId="89161a673412ba18" providerId="LiveId" clId="{02BAFCB6-52BE-469E-851C-FEC21D123C66}" dt="2021-11-30T05:48:44.757" v="1909" actId="1037"/>
          <ac:spMkLst>
            <pc:docMk/>
            <pc:sldMk cId="3225053480" sldId="483"/>
            <ac:spMk id="157" creationId="{08CE5F90-1D6E-4158-BCE9-6C976A932711}"/>
          </ac:spMkLst>
        </pc:spChg>
        <pc:spChg chg="mod">
          <ac:chgData name="Devinder Kaur" userId="89161a673412ba18" providerId="LiveId" clId="{02BAFCB6-52BE-469E-851C-FEC21D123C66}" dt="2021-11-30T05:48:44.757" v="1909" actId="1037"/>
          <ac:spMkLst>
            <pc:docMk/>
            <pc:sldMk cId="3225053480" sldId="483"/>
            <ac:spMk id="158" creationId="{56799997-7D03-4CBC-9DBA-8DB0DB964F82}"/>
          </ac:spMkLst>
        </pc:spChg>
        <pc:spChg chg="mod">
          <ac:chgData name="Devinder Kaur" userId="89161a673412ba18" providerId="LiveId" clId="{02BAFCB6-52BE-469E-851C-FEC21D123C66}" dt="2021-11-30T05:48:44.757" v="1909" actId="1037"/>
          <ac:spMkLst>
            <pc:docMk/>
            <pc:sldMk cId="3225053480" sldId="483"/>
            <ac:spMk id="159" creationId="{546AF0EA-2434-4054-9B98-A4220D0DC77B}"/>
          </ac:spMkLst>
        </pc:spChg>
        <pc:spChg chg="mod">
          <ac:chgData name="Devinder Kaur" userId="89161a673412ba18" providerId="LiveId" clId="{02BAFCB6-52BE-469E-851C-FEC21D123C66}" dt="2021-11-30T05:48:44.757" v="1909" actId="1037"/>
          <ac:spMkLst>
            <pc:docMk/>
            <pc:sldMk cId="3225053480" sldId="483"/>
            <ac:spMk id="160" creationId="{9D3E7745-ADCC-4B06-97B6-A4880B9BADFB}"/>
          </ac:spMkLst>
        </pc:spChg>
        <pc:spChg chg="mod">
          <ac:chgData name="Devinder Kaur" userId="89161a673412ba18" providerId="LiveId" clId="{02BAFCB6-52BE-469E-851C-FEC21D123C66}" dt="2021-11-30T05:48:44.757" v="1909" actId="1037"/>
          <ac:spMkLst>
            <pc:docMk/>
            <pc:sldMk cId="3225053480" sldId="483"/>
            <ac:spMk id="161" creationId="{3758DCAB-03AD-4CDB-9B81-9D5CD3A2F3B1}"/>
          </ac:spMkLst>
        </pc:spChg>
        <pc:spChg chg="mod">
          <ac:chgData name="Devinder Kaur" userId="89161a673412ba18" providerId="LiveId" clId="{02BAFCB6-52BE-469E-851C-FEC21D123C66}" dt="2021-11-30T05:48:44.757" v="1909" actId="1037"/>
          <ac:spMkLst>
            <pc:docMk/>
            <pc:sldMk cId="3225053480" sldId="483"/>
            <ac:spMk id="162" creationId="{1CF8C371-22DA-4E56-9647-71A99262A9AA}"/>
          </ac:spMkLst>
        </pc:spChg>
        <pc:spChg chg="mod">
          <ac:chgData name="Devinder Kaur" userId="89161a673412ba18" providerId="LiveId" clId="{02BAFCB6-52BE-469E-851C-FEC21D123C66}" dt="2021-11-30T05:48:44.757" v="1909" actId="1037"/>
          <ac:spMkLst>
            <pc:docMk/>
            <pc:sldMk cId="3225053480" sldId="483"/>
            <ac:spMk id="163" creationId="{72919FF9-37D0-42FB-B4D0-C0A617853CFF}"/>
          </ac:spMkLst>
        </pc:spChg>
        <pc:spChg chg="mod">
          <ac:chgData name="Devinder Kaur" userId="89161a673412ba18" providerId="LiveId" clId="{02BAFCB6-52BE-469E-851C-FEC21D123C66}" dt="2021-11-30T05:48:44.757" v="1909" actId="1037"/>
          <ac:spMkLst>
            <pc:docMk/>
            <pc:sldMk cId="3225053480" sldId="483"/>
            <ac:spMk id="164" creationId="{46F59502-3952-407F-B003-4F68CC739F7A}"/>
          </ac:spMkLst>
        </pc:spChg>
        <pc:spChg chg="mod">
          <ac:chgData name="Devinder Kaur" userId="89161a673412ba18" providerId="LiveId" clId="{02BAFCB6-52BE-469E-851C-FEC21D123C66}" dt="2021-11-30T05:48:44.757" v="1909" actId="1037"/>
          <ac:spMkLst>
            <pc:docMk/>
            <pc:sldMk cId="3225053480" sldId="483"/>
            <ac:spMk id="165" creationId="{5EFD0868-4119-49D2-BDB1-D8675AF69856}"/>
          </ac:spMkLst>
        </pc:spChg>
        <pc:spChg chg="mod">
          <ac:chgData name="Devinder Kaur" userId="89161a673412ba18" providerId="LiveId" clId="{02BAFCB6-52BE-469E-851C-FEC21D123C66}" dt="2021-11-30T05:48:44.757" v="1909" actId="1037"/>
          <ac:spMkLst>
            <pc:docMk/>
            <pc:sldMk cId="3225053480" sldId="483"/>
            <ac:spMk id="166" creationId="{DD3BB220-8C5A-4586-A637-07B01A687C14}"/>
          </ac:spMkLst>
        </pc:spChg>
        <pc:spChg chg="mod">
          <ac:chgData name="Devinder Kaur" userId="89161a673412ba18" providerId="LiveId" clId="{02BAFCB6-52BE-469E-851C-FEC21D123C66}" dt="2021-11-30T05:48:44.757" v="1909" actId="1037"/>
          <ac:spMkLst>
            <pc:docMk/>
            <pc:sldMk cId="3225053480" sldId="483"/>
            <ac:spMk id="167" creationId="{0E77D676-BBC2-4661-8ACD-F49B2A7C183F}"/>
          </ac:spMkLst>
        </pc:spChg>
        <pc:spChg chg="mod">
          <ac:chgData name="Devinder Kaur" userId="89161a673412ba18" providerId="LiveId" clId="{02BAFCB6-52BE-469E-851C-FEC21D123C66}" dt="2021-11-30T05:48:44.757" v="1909" actId="1037"/>
          <ac:spMkLst>
            <pc:docMk/>
            <pc:sldMk cId="3225053480" sldId="483"/>
            <ac:spMk id="168" creationId="{AB6F3646-0B3A-4FB9-B4DF-BC599E186152}"/>
          </ac:spMkLst>
        </pc:spChg>
        <pc:spChg chg="mod">
          <ac:chgData name="Devinder Kaur" userId="89161a673412ba18" providerId="LiveId" clId="{02BAFCB6-52BE-469E-851C-FEC21D123C66}" dt="2021-11-30T05:48:44.757" v="1909" actId="1037"/>
          <ac:spMkLst>
            <pc:docMk/>
            <pc:sldMk cId="3225053480" sldId="483"/>
            <ac:spMk id="169" creationId="{D0D453E0-8F7C-4EAE-AA1E-449A291A5F75}"/>
          </ac:spMkLst>
        </pc:spChg>
        <pc:spChg chg="mod">
          <ac:chgData name="Devinder Kaur" userId="89161a673412ba18" providerId="LiveId" clId="{02BAFCB6-52BE-469E-851C-FEC21D123C66}" dt="2021-11-30T05:48:44.757" v="1909" actId="1037"/>
          <ac:spMkLst>
            <pc:docMk/>
            <pc:sldMk cId="3225053480" sldId="483"/>
            <ac:spMk id="170" creationId="{097F3641-195E-4624-841A-29608EF709A4}"/>
          </ac:spMkLst>
        </pc:spChg>
        <pc:spChg chg="mod">
          <ac:chgData name="Devinder Kaur" userId="89161a673412ba18" providerId="LiveId" clId="{02BAFCB6-52BE-469E-851C-FEC21D123C66}" dt="2021-11-30T05:48:44.757" v="1909" actId="1037"/>
          <ac:spMkLst>
            <pc:docMk/>
            <pc:sldMk cId="3225053480" sldId="483"/>
            <ac:spMk id="171" creationId="{0493556F-F3AF-4909-A329-E352F8074141}"/>
          </ac:spMkLst>
        </pc:spChg>
        <pc:spChg chg="mod">
          <ac:chgData name="Devinder Kaur" userId="89161a673412ba18" providerId="LiveId" clId="{02BAFCB6-52BE-469E-851C-FEC21D123C66}" dt="2021-11-30T05:48:44.757" v="1909" actId="1037"/>
          <ac:spMkLst>
            <pc:docMk/>
            <pc:sldMk cId="3225053480" sldId="483"/>
            <ac:spMk id="172" creationId="{3F8C7ECD-7859-4696-81AF-B12629D419B9}"/>
          </ac:spMkLst>
        </pc:spChg>
        <pc:spChg chg="mod">
          <ac:chgData name="Devinder Kaur" userId="89161a673412ba18" providerId="LiveId" clId="{02BAFCB6-52BE-469E-851C-FEC21D123C66}" dt="2021-11-30T05:48:44.757" v="1909" actId="1037"/>
          <ac:spMkLst>
            <pc:docMk/>
            <pc:sldMk cId="3225053480" sldId="483"/>
            <ac:spMk id="173" creationId="{E2B6B27F-1132-498B-9A7D-8DB117FCB743}"/>
          </ac:spMkLst>
        </pc:spChg>
        <pc:spChg chg="mod">
          <ac:chgData name="Devinder Kaur" userId="89161a673412ba18" providerId="LiveId" clId="{02BAFCB6-52BE-469E-851C-FEC21D123C66}" dt="2021-11-30T05:48:44.757" v="1909" actId="1037"/>
          <ac:spMkLst>
            <pc:docMk/>
            <pc:sldMk cId="3225053480" sldId="483"/>
            <ac:spMk id="174" creationId="{1C729B45-1D6A-441E-8EB5-95AAA63A55A8}"/>
          </ac:spMkLst>
        </pc:spChg>
        <pc:spChg chg="mod">
          <ac:chgData name="Devinder Kaur" userId="89161a673412ba18" providerId="LiveId" clId="{02BAFCB6-52BE-469E-851C-FEC21D123C66}" dt="2021-11-30T05:48:44.757" v="1909" actId="1037"/>
          <ac:spMkLst>
            <pc:docMk/>
            <pc:sldMk cId="3225053480" sldId="483"/>
            <ac:spMk id="175" creationId="{882DF053-3469-4179-A00B-1206CBD86F0F}"/>
          </ac:spMkLst>
        </pc:spChg>
        <pc:spChg chg="mod">
          <ac:chgData name="Devinder Kaur" userId="89161a673412ba18" providerId="LiveId" clId="{02BAFCB6-52BE-469E-851C-FEC21D123C66}" dt="2021-11-30T05:48:44.757" v="1909" actId="1037"/>
          <ac:spMkLst>
            <pc:docMk/>
            <pc:sldMk cId="3225053480" sldId="483"/>
            <ac:spMk id="176" creationId="{CBC14C12-DC9D-4B9A-9725-A23363C68ACC}"/>
          </ac:spMkLst>
        </pc:spChg>
        <pc:spChg chg="mod">
          <ac:chgData name="Devinder Kaur" userId="89161a673412ba18" providerId="LiveId" clId="{02BAFCB6-52BE-469E-851C-FEC21D123C66}" dt="2021-11-30T05:48:44.757" v="1909" actId="1037"/>
          <ac:spMkLst>
            <pc:docMk/>
            <pc:sldMk cId="3225053480" sldId="483"/>
            <ac:spMk id="177" creationId="{68BD2613-8036-4E86-8B18-AFABCFC20346}"/>
          </ac:spMkLst>
        </pc:spChg>
        <pc:spChg chg="mod">
          <ac:chgData name="Devinder Kaur" userId="89161a673412ba18" providerId="LiveId" clId="{02BAFCB6-52BE-469E-851C-FEC21D123C66}" dt="2021-11-30T05:48:44.757" v="1909" actId="1037"/>
          <ac:spMkLst>
            <pc:docMk/>
            <pc:sldMk cId="3225053480" sldId="483"/>
            <ac:spMk id="178" creationId="{215E4EA3-D89B-4466-81C5-786CBE003D35}"/>
          </ac:spMkLst>
        </pc:spChg>
        <pc:grpChg chg="add mod">
          <ac:chgData name="Devinder Kaur" userId="89161a673412ba18" providerId="LiveId" clId="{02BAFCB6-52BE-469E-851C-FEC21D123C66}" dt="2021-11-30T05:48:44.757" v="1909" actId="1037"/>
          <ac:grpSpMkLst>
            <pc:docMk/>
            <pc:sldMk cId="3225053480" sldId="483"/>
            <ac:grpSpMk id="59" creationId="{E029E6BB-9DAC-436F-87A6-C6ADF06B61ED}"/>
          </ac:grpSpMkLst>
        </pc:grpChg>
        <pc:grpChg chg="del">
          <ac:chgData name="Devinder Kaur" userId="89161a673412ba18" providerId="LiveId" clId="{02BAFCB6-52BE-469E-851C-FEC21D123C66}" dt="2021-11-30T05:48:04.208" v="1876" actId="478"/>
          <ac:grpSpMkLst>
            <pc:docMk/>
            <pc:sldMk cId="3225053480" sldId="483"/>
            <ac:grpSpMk id="75" creationId="{C41DACFD-112B-429C-B027-438AD78D53BC}"/>
          </ac:grpSpMkLst>
        </pc:grpChg>
        <pc:grpChg chg="mod">
          <ac:chgData name="Devinder Kaur" userId="89161a673412ba18" providerId="LiveId" clId="{02BAFCB6-52BE-469E-851C-FEC21D123C66}" dt="2021-11-30T05:48:44.757" v="1909" actId="1037"/>
          <ac:grpSpMkLst>
            <pc:docMk/>
            <pc:sldMk cId="3225053480" sldId="483"/>
            <ac:grpSpMk id="124" creationId="{F53BB2F0-ED1A-4B98-AB27-3E8E0310FDBB}"/>
          </ac:grpSpMkLst>
        </pc:grpChg>
        <pc:grpChg chg="mod">
          <ac:chgData name="Devinder Kaur" userId="89161a673412ba18" providerId="LiveId" clId="{02BAFCB6-52BE-469E-851C-FEC21D123C66}" dt="2021-11-30T05:48:44.757" v="1909" actId="1037"/>
          <ac:grpSpMkLst>
            <pc:docMk/>
            <pc:sldMk cId="3225053480" sldId="483"/>
            <ac:grpSpMk id="125" creationId="{D33A4756-7F35-4CC4-A1D0-328E04CF0238}"/>
          </ac:grpSpMkLst>
        </pc:grpChg>
        <pc:grpChg chg="mod">
          <ac:chgData name="Devinder Kaur" userId="89161a673412ba18" providerId="LiveId" clId="{02BAFCB6-52BE-469E-851C-FEC21D123C66}" dt="2021-11-30T05:48:44.757" v="1909" actId="1037"/>
          <ac:grpSpMkLst>
            <pc:docMk/>
            <pc:sldMk cId="3225053480" sldId="483"/>
            <ac:grpSpMk id="126" creationId="{1077903D-880F-4E4B-9EDC-4556C6489AB7}"/>
          </ac:grpSpMkLst>
        </pc:grpChg>
        <pc:grpChg chg="mod">
          <ac:chgData name="Devinder Kaur" userId="89161a673412ba18" providerId="LiveId" clId="{02BAFCB6-52BE-469E-851C-FEC21D123C66}" dt="2021-11-30T05:48:44.757" v="1909" actId="1037"/>
          <ac:grpSpMkLst>
            <pc:docMk/>
            <pc:sldMk cId="3225053480" sldId="483"/>
            <ac:grpSpMk id="127" creationId="{FC492948-6E1A-4F05-B2D1-1D5B0FD9451E}"/>
          </ac:grpSpMkLst>
        </pc:grpChg>
        <pc:grpChg chg="mod">
          <ac:chgData name="Devinder Kaur" userId="89161a673412ba18" providerId="LiveId" clId="{02BAFCB6-52BE-469E-851C-FEC21D123C66}" dt="2021-11-30T05:48:44.757" v="1909" actId="1037"/>
          <ac:grpSpMkLst>
            <pc:docMk/>
            <pc:sldMk cId="3225053480" sldId="483"/>
            <ac:grpSpMk id="128" creationId="{439AC03F-450C-478B-8BF7-2838CEF6C917}"/>
          </ac:grpSpMkLst>
        </pc:grpChg>
        <pc:grpChg chg="mod">
          <ac:chgData name="Devinder Kaur" userId="89161a673412ba18" providerId="LiveId" clId="{02BAFCB6-52BE-469E-851C-FEC21D123C66}" dt="2021-11-30T05:48:44.757" v="1909" actId="1037"/>
          <ac:grpSpMkLst>
            <pc:docMk/>
            <pc:sldMk cId="3225053480" sldId="483"/>
            <ac:grpSpMk id="129" creationId="{1530BC75-7878-4529-BE09-7E1C2DDB42B1}"/>
          </ac:grpSpMkLst>
        </pc:grpChg>
        <pc:grpChg chg="mod">
          <ac:chgData name="Devinder Kaur" userId="89161a673412ba18" providerId="LiveId" clId="{02BAFCB6-52BE-469E-851C-FEC21D123C66}" dt="2021-11-30T05:48:44.757" v="1909" actId="1037"/>
          <ac:grpSpMkLst>
            <pc:docMk/>
            <pc:sldMk cId="3225053480" sldId="483"/>
            <ac:grpSpMk id="130" creationId="{AC12426B-595D-4C33-A1D9-9CAE7CC2E286}"/>
          </ac:grpSpMkLst>
        </pc:grpChg>
        <pc:grpChg chg="mod">
          <ac:chgData name="Devinder Kaur" userId="89161a673412ba18" providerId="LiveId" clId="{02BAFCB6-52BE-469E-851C-FEC21D123C66}" dt="2021-11-30T05:48:44.757" v="1909" actId="1037"/>
          <ac:grpSpMkLst>
            <pc:docMk/>
            <pc:sldMk cId="3225053480" sldId="483"/>
            <ac:grpSpMk id="147" creationId="{7EA04855-221D-4CBF-A7A4-7EDEA6CA4FDE}"/>
          </ac:grpSpMkLst>
        </pc:grpChg>
        <pc:grpChg chg="mod">
          <ac:chgData name="Devinder Kaur" userId="89161a673412ba18" providerId="LiveId" clId="{02BAFCB6-52BE-469E-851C-FEC21D123C66}" dt="2021-11-30T05:48:44.757" v="1909" actId="1037"/>
          <ac:grpSpMkLst>
            <pc:docMk/>
            <pc:sldMk cId="3225053480" sldId="483"/>
            <ac:grpSpMk id="148" creationId="{9A86F4C5-69D9-413B-9D69-5618BA0B6E80}"/>
          </ac:grpSpMkLst>
        </pc:grpChg>
        <pc:grpChg chg="mod">
          <ac:chgData name="Devinder Kaur" userId="89161a673412ba18" providerId="LiveId" clId="{02BAFCB6-52BE-469E-851C-FEC21D123C66}" dt="2021-11-30T05:48:44.757" v="1909" actId="1037"/>
          <ac:grpSpMkLst>
            <pc:docMk/>
            <pc:sldMk cId="3225053480" sldId="483"/>
            <ac:grpSpMk id="149" creationId="{31FD6462-E784-4AD2-903A-E8C004826372}"/>
          </ac:grpSpMkLst>
        </pc:grpChg>
        <pc:grpChg chg="mod">
          <ac:chgData name="Devinder Kaur" userId="89161a673412ba18" providerId="LiveId" clId="{02BAFCB6-52BE-469E-851C-FEC21D123C66}" dt="2021-11-30T05:48:44.757" v="1909" actId="1037"/>
          <ac:grpSpMkLst>
            <pc:docMk/>
            <pc:sldMk cId="3225053480" sldId="483"/>
            <ac:grpSpMk id="150" creationId="{215B5E8B-7390-474A-B509-A5E7B11FAB8E}"/>
          </ac:grpSpMkLst>
        </pc:grpChg>
        <pc:picChg chg="mod">
          <ac:chgData name="Devinder Kaur" userId="89161a673412ba18" providerId="LiveId" clId="{02BAFCB6-52BE-469E-851C-FEC21D123C66}" dt="2021-11-30T05:48:44.757" v="1909" actId="1037"/>
          <ac:picMkLst>
            <pc:docMk/>
            <pc:sldMk cId="3225053480" sldId="483"/>
            <ac:picMk id="60" creationId="{504C7700-3E1F-4A4B-99D1-E0AF11EDC219}"/>
          </ac:picMkLst>
        </pc:picChg>
      </pc:sldChg>
      <pc:sldChg chg="addSp delSp modSp new mod">
        <pc:chgData name="Devinder Kaur" userId="89161a673412ba18" providerId="LiveId" clId="{02BAFCB6-52BE-469E-851C-FEC21D123C66}" dt="2021-12-07T10:25:45.347" v="2558" actId="113"/>
        <pc:sldMkLst>
          <pc:docMk/>
          <pc:sldMk cId="1791026670" sldId="484"/>
        </pc:sldMkLst>
        <pc:spChg chg="mod">
          <ac:chgData name="Devinder Kaur" userId="89161a673412ba18" providerId="LiveId" clId="{02BAFCB6-52BE-469E-851C-FEC21D123C66}" dt="2021-11-30T08:01:53.416" v="1951" actId="14100"/>
          <ac:spMkLst>
            <pc:docMk/>
            <pc:sldMk cId="1791026670" sldId="484"/>
            <ac:spMk id="6" creationId="{C59DDECE-F17B-47D6-98EF-1685EC224AE0}"/>
          </ac:spMkLst>
        </pc:spChg>
        <pc:spChg chg="mod">
          <ac:chgData name="Devinder Kaur" userId="89161a673412ba18" providerId="LiveId" clId="{02BAFCB6-52BE-469E-851C-FEC21D123C66}" dt="2021-11-30T08:01:53.416" v="1951" actId="14100"/>
          <ac:spMkLst>
            <pc:docMk/>
            <pc:sldMk cId="1791026670" sldId="484"/>
            <ac:spMk id="7" creationId="{E597881F-917E-46EB-A072-6C92C332CA25}"/>
          </ac:spMkLst>
        </pc:spChg>
        <pc:spChg chg="mod">
          <ac:chgData name="Devinder Kaur" userId="89161a673412ba18" providerId="LiveId" clId="{02BAFCB6-52BE-469E-851C-FEC21D123C66}" dt="2021-11-30T08:01:53.416" v="1951" actId="14100"/>
          <ac:spMkLst>
            <pc:docMk/>
            <pc:sldMk cId="1791026670" sldId="484"/>
            <ac:spMk id="8" creationId="{872596A5-CF7A-410B-8100-FB193F8D69AB}"/>
          </ac:spMkLst>
        </pc:spChg>
        <pc:spChg chg="mod">
          <ac:chgData name="Devinder Kaur" userId="89161a673412ba18" providerId="LiveId" clId="{02BAFCB6-52BE-469E-851C-FEC21D123C66}" dt="2021-11-30T08:01:53.416" v="1951" actId="14100"/>
          <ac:spMkLst>
            <pc:docMk/>
            <pc:sldMk cId="1791026670" sldId="484"/>
            <ac:spMk id="9" creationId="{A219A579-DA75-4007-821A-D40DB68F88B7}"/>
          </ac:spMkLst>
        </pc:spChg>
        <pc:spChg chg="mod">
          <ac:chgData name="Devinder Kaur" userId="89161a673412ba18" providerId="LiveId" clId="{02BAFCB6-52BE-469E-851C-FEC21D123C66}" dt="2021-11-30T08:01:53.416" v="1951" actId="14100"/>
          <ac:spMkLst>
            <pc:docMk/>
            <pc:sldMk cId="1791026670" sldId="484"/>
            <ac:spMk id="10" creationId="{64496946-F5C0-4B8A-91B5-761DEC199CE1}"/>
          </ac:spMkLst>
        </pc:spChg>
        <pc:spChg chg="mod">
          <ac:chgData name="Devinder Kaur" userId="89161a673412ba18" providerId="LiveId" clId="{02BAFCB6-52BE-469E-851C-FEC21D123C66}" dt="2021-11-30T08:01:53.416" v="1951" actId="14100"/>
          <ac:spMkLst>
            <pc:docMk/>
            <pc:sldMk cId="1791026670" sldId="484"/>
            <ac:spMk id="11" creationId="{659FC0A4-F95A-46BC-91E7-236841638245}"/>
          </ac:spMkLst>
        </pc:spChg>
        <pc:spChg chg="mod">
          <ac:chgData name="Devinder Kaur" userId="89161a673412ba18" providerId="LiveId" clId="{02BAFCB6-52BE-469E-851C-FEC21D123C66}" dt="2021-11-30T08:01:53.416" v="1951" actId="14100"/>
          <ac:spMkLst>
            <pc:docMk/>
            <pc:sldMk cId="1791026670" sldId="484"/>
            <ac:spMk id="12" creationId="{301F44A4-95FE-4874-AE57-91EB743B5EA4}"/>
          </ac:spMkLst>
        </pc:spChg>
        <pc:spChg chg="mod">
          <ac:chgData name="Devinder Kaur" userId="89161a673412ba18" providerId="LiveId" clId="{02BAFCB6-52BE-469E-851C-FEC21D123C66}" dt="2021-11-30T08:01:53.416" v="1951" actId="14100"/>
          <ac:spMkLst>
            <pc:docMk/>
            <pc:sldMk cId="1791026670" sldId="484"/>
            <ac:spMk id="13" creationId="{07217BF2-E2B1-43F3-87A3-C435D892059C}"/>
          </ac:spMkLst>
        </pc:spChg>
        <pc:spChg chg="mod">
          <ac:chgData name="Devinder Kaur" userId="89161a673412ba18" providerId="LiveId" clId="{02BAFCB6-52BE-469E-851C-FEC21D123C66}" dt="2021-11-30T08:01:53.416" v="1951" actId="14100"/>
          <ac:spMkLst>
            <pc:docMk/>
            <pc:sldMk cId="1791026670" sldId="484"/>
            <ac:spMk id="14" creationId="{B8DB0BEC-27C4-477E-88CE-374FC383DC12}"/>
          </ac:spMkLst>
        </pc:spChg>
        <pc:spChg chg="mod">
          <ac:chgData name="Devinder Kaur" userId="89161a673412ba18" providerId="LiveId" clId="{02BAFCB6-52BE-469E-851C-FEC21D123C66}" dt="2021-11-30T08:01:53.416" v="1951" actId="14100"/>
          <ac:spMkLst>
            <pc:docMk/>
            <pc:sldMk cId="1791026670" sldId="484"/>
            <ac:spMk id="15" creationId="{EE75DCE3-2B71-4B5D-8D7C-9B3033CE7EA1}"/>
          </ac:spMkLst>
        </pc:spChg>
        <pc:spChg chg="mod">
          <ac:chgData name="Devinder Kaur" userId="89161a673412ba18" providerId="LiveId" clId="{02BAFCB6-52BE-469E-851C-FEC21D123C66}" dt="2021-11-30T08:01:53.416" v="1951" actId="14100"/>
          <ac:spMkLst>
            <pc:docMk/>
            <pc:sldMk cId="1791026670" sldId="484"/>
            <ac:spMk id="16" creationId="{8AE88166-323A-499E-8AF9-6BFAB2C91B3D}"/>
          </ac:spMkLst>
        </pc:spChg>
        <pc:spChg chg="mod">
          <ac:chgData name="Devinder Kaur" userId="89161a673412ba18" providerId="LiveId" clId="{02BAFCB6-52BE-469E-851C-FEC21D123C66}" dt="2021-11-30T08:01:53.416" v="1951" actId="14100"/>
          <ac:spMkLst>
            <pc:docMk/>
            <pc:sldMk cId="1791026670" sldId="484"/>
            <ac:spMk id="17" creationId="{93BA7A4A-4AA9-4E49-A986-62371C58C48E}"/>
          </ac:spMkLst>
        </pc:spChg>
        <pc:spChg chg="mod">
          <ac:chgData name="Devinder Kaur" userId="89161a673412ba18" providerId="LiveId" clId="{02BAFCB6-52BE-469E-851C-FEC21D123C66}" dt="2021-11-30T08:01:53.416" v="1951" actId="14100"/>
          <ac:spMkLst>
            <pc:docMk/>
            <pc:sldMk cId="1791026670" sldId="484"/>
            <ac:spMk id="18" creationId="{F503FB51-5AF3-47BE-A5E8-7C0104227F29}"/>
          </ac:spMkLst>
        </pc:spChg>
        <pc:spChg chg="mod">
          <ac:chgData name="Devinder Kaur" userId="89161a673412ba18" providerId="LiveId" clId="{02BAFCB6-52BE-469E-851C-FEC21D123C66}" dt="2021-11-30T08:01:53.416" v="1951" actId="14100"/>
          <ac:spMkLst>
            <pc:docMk/>
            <pc:sldMk cId="1791026670" sldId="484"/>
            <ac:spMk id="25" creationId="{DB4FF0B4-BD92-4B4F-BADF-DF780F65E3E0}"/>
          </ac:spMkLst>
        </pc:spChg>
        <pc:spChg chg="mod">
          <ac:chgData name="Devinder Kaur" userId="89161a673412ba18" providerId="LiveId" clId="{02BAFCB6-52BE-469E-851C-FEC21D123C66}" dt="2021-11-30T08:01:53.416" v="1951" actId="14100"/>
          <ac:spMkLst>
            <pc:docMk/>
            <pc:sldMk cId="1791026670" sldId="484"/>
            <ac:spMk id="26" creationId="{04911B6E-9EA0-4DB3-B246-EECD03044857}"/>
          </ac:spMkLst>
        </pc:spChg>
        <pc:spChg chg="mod">
          <ac:chgData name="Devinder Kaur" userId="89161a673412ba18" providerId="LiveId" clId="{02BAFCB6-52BE-469E-851C-FEC21D123C66}" dt="2021-11-30T08:01:53.416" v="1951" actId="14100"/>
          <ac:spMkLst>
            <pc:docMk/>
            <pc:sldMk cId="1791026670" sldId="484"/>
            <ac:spMk id="27" creationId="{176A2566-B4EB-45C4-826D-7483BAC84F59}"/>
          </ac:spMkLst>
        </pc:spChg>
        <pc:spChg chg="mod">
          <ac:chgData name="Devinder Kaur" userId="89161a673412ba18" providerId="LiveId" clId="{02BAFCB6-52BE-469E-851C-FEC21D123C66}" dt="2021-11-30T08:01:53.416" v="1951" actId="14100"/>
          <ac:spMkLst>
            <pc:docMk/>
            <pc:sldMk cId="1791026670" sldId="484"/>
            <ac:spMk id="28" creationId="{328D3202-3748-4899-AF57-3108B8C5F7A7}"/>
          </ac:spMkLst>
        </pc:spChg>
        <pc:spChg chg="mod">
          <ac:chgData name="Devinder Kaur" userId="89161a673412ba18" providerId="LiveId" clId="{02BAFCB6-52BE-469E-851C-FEC21D123C66}" dt="2021-11-30T08:01:53.416" v="1951" actId="14100"/>
          <ac:spMkLst>
            <pc:docMk/>
            <pc:sldMk cId="1791026670" sldId="484"/>
            <ac:spMk id="29" creationId="{2EF695C0-A0F4-4AC4-8447-4DB5575786E9}"/>
          </ac:spMkLst>
        </pc:spChg>
        <pc:spChg chg="mod">
          <ac:chgData name="Devinder Kaur" userId="89161a673412ba18" providerId="LiveId" clId="{02BAFCB6-52BE-469E-851C-FEC21D123C66}" dt="2021-11-30T08:01:53.416" v="1951" actId="14100"/>
          <ac:spMkLst>
            <pc:docMk/>
            <pc:sldMk cId="1791026670" sldId="484"/>
            <ac:spMk id="30" creationId="{6A1E28ED-304E-4DB3-AC85-F5E618B5F31E}"/>
          </ac:spMkLst>
        </pc:spChg>
        <pc:spChg chg="mod">
          <ac:chgData name="Devinder Kaur" userId="89161a673412ba18" providerId="LiveId" clId="{02BAFCB6-52BE-469E-851C-FEC21D123C66}" dt="2021-11-30T08:01:53.416" v="1951" actId="14100"/>
          <ac:spMkLst>
            <pc:docMk/>
            <pc:sldMk cId="1791026670" sldId="484"/>
            <ac:spMk id="31" creationId="{2B16BC0F-1D29-44D9-B8BE-52389919764B}"/>
          </ac:spMkLst>
        </pc:spChg>
        <pc:spChg chg="mod">
          <ac:chgData name="Devinder Kaur" userId="89161a673412ba18" providerId="LiveId" clId="{02BAFCB6-52BE-469E-851C-FEC21D123C66}" dt="2021-11-30T08:01:53.416" v="1951" actId="14100"/>
          <ac:spMkLst>
            <pc:docMk/>
            <pc:sldMk cId="1791026670" sldId="484"/>
            <ac:spMk id="32" creationId="{0868C765-7C8D-43F9-9CC5-EFCBD6F9DBDD}"/>
          </ac:spMkLst>
        </pc:spChg>
        <pc:spChg chg="mod">
          <ac:chgData name="Devinder Kaur" userId="89161a673412ba18" providerId="LiveId" clId="{02BAFCB6-52BE-469E-851C-FEC21D123C66}" dt="2021-11-30T08:01:53.416" v="1951" actId="14100"/>
          <ac:spMkLst>
            <pc:docMk/>
            <pc:sldMk cId="1791026670" sldId="484"/>
            <ac:spMk id="33" creationId="{564E3B90-33A2-41E9-AFB1-46AE7B149A75}"/>
          </ac:spMkLst>
        </pc:spChg>
        <pc:spChg chg="mod">
          <ac:chgData name="Devinder Kaur" userId="89161a673412ba18" providerId="LiveId" clId="{02BAFCB6-52BE-469E-851C-FEC21D123C66}" dt="2021-11-30T08:01:53.416" v="1951" actId="14100"/>
          <ac:spMkLst>
            <pc:docMk/>
            <pc:sldMk cId="1791026670" sldId="484"/>
            <ac:spMk id="34" creationId="{CB8A94BE-589F-4621-9963-52D45C4D8C6C}"/>
          </ac:spMkLst>
        </pc:spChg>
        <pc:spChg chg="mod">
          <ac:chgData name="Devinder Kaur" userId="89161a673412ba18" providerId="LiveId" clId="{02BAFCB6-52BE-469E-851C-FEC21D123C66}" dt="2021-11-30T08:01:53.416" v="1951" actId="14100"/>
          <ac:spMkLst>
            <pc:docMk/>
            <pc:sldMk cId="1791026670" sldId="484"/>
            <ac:spMk id="35" creationId="{8891E83F-226E-43F7-8EA1-FA01A146F429}"/>
          </ac:spMkLst>
        </pc:spChg>
        <pc:spChg chg="mod">
          <ac:chgData name="Devinder Kaur" userId="89161a673412ba18" providerId="LiveId" clId="{02BAFCB6-52BE-469E-851C-FEC21D123C66}" dt="2021-11-30T08:01:53.416" v="1951" actId="14100"/>
          <ac:spMkLst>
            <pc:docMk/>
            <pc:sldMk cId="1791026670" sldId="484"/>
            <ac:spMk id="36" creationId="{58E7B2B0-409D-4618-B03D-B148490365BB}"/>
          </ac:spMkLst>
        </pc:spChg>
        <pc:spChg chg="mod">
          <ac:chgData name="Devinder Kaur" userId="89161a673412ba18" providerId="LiveId" clId="{02BAFCB6-52BE-469E-851C-FEC21D123C66}" dt="2021-11-30T08:01:53.416" v="1951" actId="14100"/>
          <ac:spMkLst>
            <pc:docMk/>
            <pc:sldMk cId="1791026670" sldId="484"/>
            <ac:spMk id="37" creationId="{D0975777-AFD6-4408-A146-34D4340ED8E0}"/>
          </ac:spMkLst>
        </pc:spChg>
        <pc:spChg chg="add mod">
          <ac:chgData name="Devinder Kaur" userId="89161a673412ba18" providerId="LiveId" clId="{02BAFCB6-52BE-469E-851C-FEC21D123C66}" dt="2021-12-07T10:25:45.347" v="2558" actId="113"/>
          <ac:spMkLst>
            <pc:docMk/>
            <pc:sldMk cId="1791026670" sldId="484"/>
            <ac:spMk id="39" creationId="{DF8D6E27-0E99-4F0C-892E-28F27674E6A4}"/>
          </ac:spMkLst>
        </pc:spChg>
        <pc:grpChg chg="add del mod">
          <ac:chgData name="Devinder Kaur" userId="89161a673412ba18" providerId="LiveId" clId="{02BAFCB6-52BE-469E-851C-FEC21D123C66}" dt="2021-12-07T08:14:48.690" v="2500" actId="478"/>
          <ac:grpSpMkLst>
            <pc:docMk/>
            <pc:sldMk cId="1791026670" sldId="484"/>
            <ac:grpSpMk id="4" creationId="{1DB966E7-BDAB-43C3-A87C-E0BA46716657}"/>
          </ac:grpSpMkLst>
        </pc:grpChg>
        <pc:grpChg chg="mod">
          <ac:chgData name="Devinder Kaur" userId="89161a673412ba18" providerId="LiveId" clId="{02BAFCB6-52BE-469E-851C-FEC21D123C66}" dt="2021-11-30T08:01:53.416" v="1951" actId="14100"/>
          <ac:grpSpMkLst>
            <pc:docMk/>
            <pc:sldMk cId="1791026670" sldId="484"/>
            <ac:grpSpMk id="19" creationId="{D523BBB8-38E5-4DF5-9103-443D48A56B6E}"/>
          </ac:grpSpMkLst>
        </pc:grpChg>
        <pc:grpChg chg="mod">
          <ac:chgData name="Devinder Kaur" userId="89161a673412ba18" providerId="LiveId" clId="{02BAFCB6-52BE-469E-851C-FEC21D123C66}" dt="2021-11-30T08:01:53.416" v="1951" actId="14100"/>
          <ac:grpSpMkLst>
            <pc:docMk/>
            <pc:sldMk cId="1791026670" sldId="484"/>
            <ac:grpSpMk id="20" creationId="{542E732E-0F37-44B9-B4FD-E7045FBCAB88}"/>
          </ac:grpSpMkLst>
        </pc:grpChg>
        <pc:grpChg chg="mod">
          <ac:chgData name="Devinder Kaur" userId="89161a673412ba18" providerId="LiveId" clId="{02BAFCB6-52BE-469E-851C-FEC21D123C66}" dt="2021-11-30T08:01:53.416" v="1951" actId="14100"/>
          <ac:grpSpMkLst>
            <pc:docMk/>
            <pc:sldMk cId="1791026670" sldId="484"/>
            <ac:grpSpMk id="21" creationId="{06C24E4C-9418-4746-A5A5-7B622AC74213}"/>
          </ac:grpSpMkLst>
        </pc:grpChg>
        <pc:grpChg chg="mod">
          <ac:chgData name="Devinder Kaur" userId="89161a673412ba18" providerId="LiveId" clId="{02BAFCB6-52BE-469E-851C-FEC21D123C66}" dt="2021-11-30T08:01:53.416" v="1951" actId="14100"/>
          <ac:grpSpMkLst>
            <pc:docMk/>
            <pc:sldMk cId="1791026670" sldId="484"/>
            <ac:grpSpMk id="22" creationId="{03BDF572-DE74-4816-82D0-D498EFF2EDFC}"/>
          </ac:grpSpMkLst>
        </pc:grpChg>
        <pc:grpChg chg="mod">
          <ac:chgData name="Devinder Kaur" userId="89161a673412ba18" providerId="LiveId" clId="{02BAFCB6-52BE-469E-851C-FEC21D123C66}" dt="2021-11-30T08:01:53.416" v="1951" actId="14100"/>
          <ac:grpSpMkLst>
            <pc:docMk/>
            <pc:sldMk cId="1791026670" sldId="484"/>
            <ac:grpSpMk id="23" creationId="{CAFF4C60-F1E7-41D9-B653-3482BF9476CD}"/>
          </ac:grpSpMkLst>
        </pc:grpChg>
        <pc:grpChg chg="mod">
          <ac:chgData name="Devinder Kaur" userId="89161a673412ba18" providerId="LiveId" clId="{02BAFCB6-52BE-469E-851C-FEC21D123C66}" dt="2021-11-30T08:01:53.416" v="1951" actId="14100"/>
          <ac:grpSpMkLst>
            <pc:docMk/>
            <pc:sldMk cId="1791026670" sldId="484"/>
            <ac:grpSpMk id="24" creationId="{3A8F8302-303C-4981-8C0E-A1EDF62CAC97}"/>
          </ac:grpSpMkLst>
        </pc:grpChg>
        <pc:picChg chg="add del">
          <ac:chgData name="Devinder Kaur" userId="89161a673412ba18" providerId="LiveId" clId="{02BAFCB6-52BE-469E-851C-FEC21D123C66}" dt="2021-11-30T08:00:08.441" v="1920"/>
          <ac:picMkLst>
            <pc:docMk/>
            <pc:sldMk cId="1791026670" sldId="484"/>
            <ac:picMk id="3" creationId="{B84896F5-AE8F-40D1-A5A4-B70DF09C91F3}"/>
          </ac:picMkLst>
        </pc:picChg>
        <pc:picChg chg="mod">
          <ac:chgData name="Devinder Kaur" userId="89161a673412ba18" providerId="LiveId" clId="{02BAFCB6-52BE-469E-851C-FEC21D123C66}" dt="2021-11-30T08:01:53.416" v="1951" actId="14100"/>
          <ac:picMkLst>
            <pc:docMk/>
            <pc:sldMk cId="1791026670" sldId="484"/>
            <ac:picMk id="5" creationId="{942502C5-0C37-44A2-AB89-476693E671A6}"/>
          </ac:picMkLst>
        </pc:picChg>
        <pc:picChg chg="add mod">
          <ac:chgData name="Devinder Kaur" userId="89161a673412ba18" providerId="LiveId" clId="{02BAFCB6-52BE-469E-851C-FEC21D123C66}" dt="2021-12-07T08:15:35.261" v="2549" actId="1038"/>
          <ac:picMkLst>
            <pc:docMk/>
            <pc:sldMk cId="1791026670" sldId="484"/>
            <ac:picMk id="1026" creationId="{BEA8DBA7-6407-4628-9A21-66F755F013DB}"/>
          </ac:picMkLst>
        </pc:picChg>
      </pc:sldChg>
      <pc:sldChg chg="addSp modSp new mod">
        <pc:chgData name="Devinder Kaur" userId="89161a673412ba18" providerId="LiveId" clId="{02BAFCB6-52BE-469E-851C-FEC21D123C66}" dt="2021-11-30T08:39:37.083" v="2262" actId="27636"/>
        <pc:sldMkLst>
          <pc:docMk/>
          <pc:sldMk cId="4084444921" sldId="485"/>
        </pc:sldMkLst>
        <pc:spChg chg="mod">
          <ac:chgData name="Devinder Kaur" userId="89161a673412ba18" providerId="LiveId" clId="{02BAFCB6-52BE-469E-851C-FEC21D123C66}" dt="2021-11-30T08:08:11.598" v="2015" actId="1036"/>
          <ac:spMkLst>
            <pc:docMk/>
            <pc:sldMk cId="4084444921" sldId="485"/>
            <ac:spMk id="2" creationId="{7282F586-313B-4A70-8FE9-FB3F8760B7D8}"/>
          </ac:spMkLst>
        </pc:spChg>
        <pc:spChg chg="mod">
          <ac:chgData name="Devinder Kaur" userId="89161a673412ba18" providerId="LiveId" clId="{02BAFCB6-52BE-469E-851C-FEC21D123C66}" dt="2021-11-30T08:39:37.083" v="2262" actId="27636"/>
          <ac:spMkLst>
            <pc:docMk/>
            <pc:sldMk cId="4084444921" sldId="485"/>
            <ac:spMk id="3" creationId="{C24F9578-D2CE-4B29-9236-AFB817F38B1D}"/>
          </ac:spMkLst>
        </pc:spChg>
        <pc:spChg chg="mod">
          <ac:chgData name="Devinder Kaur" userId="89161a673412ba18" providerId="LiveId" clId="{02BAFCB6-52BE-469E-851C-FEC21D123C66}" dt="2021-11-30T08:07:46.535" v="2008" actId="1038"/>
          <ac:spMkLst>
            <pc:docMk/>
            <pc:sldMk cId="4084444921" sldId="485"/>
            <ac:spMk id="7" creationId="{05A20913-FBD3-417A-A142-56259A22250D}"/>
          </ac:spMkLst>
        </pc:spChg>
        <pc:spChg chg="mod">
          <ac:chgData name="Devinder Kaur" userId="89161a673412ba18" providerId="LiveId" clId="{02BAFCB6-52BE-469E-851C-FEC21D123C66}" dt="2021-11-30T08:07:46.535" v="2008" actId="1038"/>
          <ac:spMkLst>
            <pc:docMk/>
            <pc:sldMk cId="4084444921" sldId="485"/>
            <ac:spMk id="8" creationId="{CDA92F41-BB6F-45C5-A487-99E23613DCC1}"/>
          </ac:spMkLst>
        </pc:spChg>
        <pc:spChg chg="mod">
          <ac:chgData name="Devinder Kaur" userId="89161a673412ba18" providerId="LiveId" clId="{02BAFCB6-52BE-469E-851C-FEC21D123C66}" dt="2021-11-30T08:07:46.535" v="2008" actId="1038"/>
          <ac:spMkLst>
            <pc:docMk/>
            <pc:sldMk cId="4084444921" sldId="485"/>
            <ac:spMk id="9" creationId="{137A02DF-F841-462C-B835-7E90FBF95846}"/>
          </ac:spMkLst>
        </pc:spChg>
        <pc:spChg chg="mod">
          <ac:chgData name="Devinder Kaur" userId="89161a673412ba18" providerId="LiveId" clId="{02BAFCB6-52BE-469E-851C-FEC21D123C66}" dt="2021-11-30T08:07:46.535" v="2008" actId="1038"/>
          <ac:spMkLst>
            <pc:docMk/>
            <pc:sldMk cId="4084444921" sldId="485"/>
            <ac:spMk id="10" creationId="{54174317-C236-4F8B-9D05-F1D4DFF8EBF4}"/>
          </ac:spMkLst>
        </pc:spChg>
        <pc:spChg chg="mod">
          <ac:chgData name="Devinder Kaur" userId="89161a673412ba18" providerId="LiveId" clId="{02BAFCB6-52BE-469E-851C-FEC21D123C66}" dt="2021-11-30T08:07:46.535" v="2008" actId="1038"/>
          <ac:spMkLst>
            <pc:docMk/>
            <pc:sldMk cId="4084444921" sldId="485"/>
            <ac:spMk id="11" creationId="{551E6B4C-3C01-4FD5-93C5-BA765FE22C8D}"/>
          </ac:spMkLst>
        </pc:spChg>
        <pc:spChg chg="mod">
          <ac:chgData name="Devinder Kaur" userId="89161a673412ba18" providerId="LiveId" clId="{02BAFCB6-52BE-469E-851C-FEC21D123C66}" dt="2021-11-30T08:07:46.535" v="2008" actId="1038"/>
          <ac:spMkLst>
            <pc:docMk/>
            <pc:sldMk cId="4084444921" sldId="485"/>
            <ac:spMk id="12" creationId="{9A9372EE-F228-4A6C-BD3B-6D4D3A3EC9C1}"/>
          </ac:spMkLst>
        </pc:spChg>
        <pc:spChg chg="mod">
          <ac:chgData name="Devinder Kaur" userId="89161a673412ba18" providerId="LiveId" clId="{02BAFCB6-52BE-469E-851C-FEC21D123C66}" dt="2021-11-30T08:07:46.535" v="2008" actId="1038"/>
          <ac:spMkLst>
            <pc:docMk/>
            <pc:sldMk cId="4084444921" sldId="485"/>
            <ac:spMk id="13" creationId="{4FDBEBA7-B812-4BE0-B20C-9FE7FC33C48E}"/>
          </ac:spMkLst>
        </pc:spChg>
        <pc:spChg chg="mod">
          <ac:chgData name="Devinder Kaur" userId="89161a673412ba18" providerId="LiveId" clId="{02BAFCB6-52BE-469E-851C-FEC21D123C66}" dt="2021-11-30T08:07:46.535" v="2008" actId="1038"/>
          <ac:spMkLst>
            <pc:docMk/>
            <pc:sldMk cId="4084444921" sldId="485"/>
            <ac:spMk id="14" creationId="{18E2EF6B-5229-4F64-95CC-BDDE8852D302}"/>
          </ac:spMkLst>
        </pc:spChg>
        <pc:spChg chg="mod">
          <ac:chgData name="Devinder Kaur" userId="89161a673412ba18" providerId="LiveId" clId="{02BAFCB6-52BE-469E-851C-FEC21D123C66}" dt="2021-11-30T08:07:46.535" v="2008" actId="1038"/>
          <ac:spMkLst>
            <pc:docMk/>
            <pc:sldMk cId="4084444921" sldId="485"/>
            <ac:spMk id="15" creationId="{AFD5DB74-7EEB-46F1-8087-BEDA84403E36}"/>
          </ac:spMkLst>
        </pc:spChg>
        <pc:spChg chg="mod">
          <ac:chgData name="Devinder Kaur" userId="89161a673412ba18" providerId="LiveId" clId="{02BAFCB6-52BE-469E-851C-FEC21D123C66}" dt="2021-11-30T08:07:46.535" v="2008" actId="1038"/>
          <ac:spMkLst>
            <pc:docMk/>
            <pc:sldMk cId="4084444921" sldId="485"/>
            <ac:spMk id="16" creationId="{E3541A59-1BF3-4B4A-ABDE-870DFF62EBC3}"/>
          </ac:spMkLst>
        </pc:spChg>
        <pc:spChg chg="mod">
          <ac:chgData name="Devinder Kaur" userId="89161a673412ba18" providerId="LiveId" clId="{02BAFCB6-52BE-469E-851C-FEC21D123C66}" dt="2021-11-30T08:07:46.535" v="2008" actId="1038"/>
          <ac:spMkLst>
            <pc:docMk/>
            <pc:sldMk cId="4084444921" sldId="485"/>
            <ac:spMk id="17" creationId="{A6609F23-654C-470E-BB1D-58ADC625E0FD}"/>
          </ac:spMkLst>
        </pc:spChg>
        <pc:spChg chg="mod">
          <ac:chgData name="Devinder Kaur" userId="89161a673412ba18" providerId="LiveId" clId="{02BAFCB6-52BE-469E-851C-FEC21D123C66}" dt="2021-11-30T08:07:46.535" v="2008" actId="1038"/>
          <ac:spMkLst>
            <pc:docMk/>
            <pc:sldMk cId="4084444921" sldId="485"/>
            <ac:spMk id="18" creationId="{AC63B964-E76E-493C-A1FA-4963E81C076C}"/>
          </ac:spMkLst>
        </pc:spChg>
        <pc:spChg chg="mod">
          <ac:chgData name="Devinder Kaur" userId="89161a673412ba18" providerId="LiveId" clId="{02BAFCB6-52BE-469E-851C-FEC21D123C66}" dt="2021-11-30T08:07:46.535" v="2008" actId="1038"/>
          <ac:spMkLst>
            <pc:docMk/>
            <pc:sldMk cId="4084444921" sldId="485"/>
            <ac:spMk id="19" creationId="{6FD34E3A-96AA-4A28-B583-EE7CE9B14139}"/>
          </ac:spMkLst>
        </pc:spChg>
        <pc:spChg chg="mod">
          <ac:chgData name="Devinder Kaur" userId="89161a673412ba18" providerId="LiveId" clId="{02BAFCB6-52BE-469E-851C-FEC21D123C66}" dt="2021-11-30T08:07:46.535" v="2008" actId="1038"/>
          <ac:spMkLst>
            <pc:docMk/>
            <pc:sldMk cId="4084444921" sldId="485"/>
            <ac:spMk id="23" creationId="{C7FA0F1C-734F-45CE-BB9D-0B99BAD05C4D}"/>
          </ac:spMkLst>
        </pc:spChg>
        <pc:spChg chg="mod">
          <ac:chgData name="Devinder Kaur" userId="89161a673412ba18" providerId="LiveId" clId="{02BAFCB6-52BE-469E-851C-FEC21D123C66}" dt="2021-11-30T08:07:46.535" v="2008" actId="1038"/>
          <ac:spMkLst>
            <pc:docMk/>
            <pc:sldMk cId="4084444921" sldId="485"/>
            <ac:spMk id="24" creationId="{4163FDD2-3DF1-4EA4-9A67-1C68FA54F875}"/>
          </ac:spMkLst>
        </pc:spChg>
        <pc:spChg chg="mod">
          <ac:chgData name="Devinder Kaur" userId="89161a673412ba18" providerId="LiveId" clId="{02BAFCB6-52BE-469E-851C-FEC21D123C66}" dt="2021-11-30T08:07:46.535" v="2008" actId="1038"/>
          <ac:spMkLst>
            <pc:docMk/>
            <pc:sldMk cId="4084444921" sldId="485"/>
            <ac:spMk id="25" creationId="{686CF67B-8162-49FA-B62F-AF67FC500D5B}"/>
          </ac:spMkLst>
        </pc:spChg>
        <pc:spChg chg="mod">
          <ac:chgData name="Devinder Kaur" userId="89161a673412ba18" providerId="LiveId" clId="{02BAFCB6-52BE-469E-851C-FEC21D123C66}" dt="2021-11-30T08:07:46.535" v="2008" actId="1038"/>
          <ac:spMkLst>
            <pc:docMk/>
            <pc:sldMk cId="4084444921" sldId="485"/>
            <ac:spMk id="26" creationId="{F60D8066-6D6B-43F4-83D9-E1D645F49AA2}"/>
          </ac:spMkLst>
        </pc:spChg>
        <pc:spChg chg="mod">
          <ac:chgData name="Devinder Kaur" userId="89161a673412ba18" providerId="LiveId" clId="{02BAFCB6-52BE-469E-851C-FEC21D123C66}" dt="2021-11-30T08:07:46.535" v="2008" actId="1038"/>
          <ac:spMkLst>
            <pc:docMk/>
            <pc:sldMk cId="4084444921" sldId="485"/>
            <ac:spMk id="27" creationId="{F6910A4B-6A64-4AD8-BB1E-F578EEE374EF}"/>
          </ac:spMkLst>
        </pc:spChg>
        <pc:spChg chg="mod">
          <ac:chgData name="Devinder Kaur" userId="89161a673412ba18" providerId="LiveId" clId="{02BAFCB6-52BE-469E-851C-FEC21D123C66}" dt="2021-11-30T08:07:46.535" v="2008" actId="1038"/>
          <ac:spMkLst>
            <pc:docMk/>
            <pc:sldMk cId="4084444921" sldId="485"/>
            <ac:spMk id="28" creationId="{BEE75BAC-F01F-4641-8E21-002DB24BFD57}"/>
          </ac:spMkLst>
        </pc:spChg>
        <pc:spChg chg="mod">
          <ac:chgData name="Devinder Kaur" userId="89161a673412ba18" providerId="LiveId" clId="{02BAFCB6-52BE-469E-851C-FEC21D123C66}" dt="2021-11-30T08:07:46.535" v="2008" actId="1038"/>
          <ac:spMkLst>
            <pc:docMk/>
            <pc:sldMk cId="4084444921" sldId="485"/>
            <ac:spMk id="29" creationId="{53D5E31E-FB0E-4283-9D39-5821E16D6A59}"/>
          </ac:spMkLst>
        </pc:spChg>
        <pc:spChg chg="mod">
          <ac:chgData name="Devinder Kaur" userId="89161a673412ba18" providerId="LiveId" clId="{02BAFCB6-52BE-469E-851C-FEC21D123C66}" dt="2021-11-30T08:07:46.535" v="2008" actId="1038"/>
          <ac:spMkLst>
            <pc:docMk/>
            <pc:sldMk cId="4084444921" sldId="485"/>
            <ac:spMk id="30" creationId="{B3341C2A-9704-4B9F-900D-DB31BA04D016}"/>
          </ac:spMkLst>
        </pc:spChg>
        <pc:grpChg chg="add mod">
          <ac:chgData name="Devinder Kaur" userId="89161a673412ba18" providerId="LiveId" clId="{02BAFCB6-52BE-469E-851C-FEC21D123C66}" dt="2021-11-30T08:07:46.535" v="2008" actId="1038"/>
          <ac:grpSpMkLst>
            <pc:docMk/>
            <pc:sldMk cId="4084444921" sldId="485"/>
            <ac:grpSpMk id="5" creationId="{A157B562-9941-40D4-91AD-36D95385831B}"/>
          </ac:grpSpMkLst>
        </pc:grpChg>
        <pc:grpChg chg="mod">
          <ac:chgData name="Devinder Kaur" userId="89161a673412ba18" providerId="LiveId" clId="{02BAFCB6-52BE-469E-851C-FEC21D123C66}" dt="2021-11-30T08:07:46.535" v="2008" actId="1038"/>
          <ac:grpSpMkLst>
            <pc:docMk/>
            <pc:sldMk cId="4084444921" sldId="485"/>
            <ac:grpSpMk id="20" creationId="{3AC3F281-88DE-4820-B32E-691D3DB0F4F9}"/>
          </ac:grpSpMkLst>
        </pc:grpChg>
        <pc:grpChg chg="mod">
          <ac:chgData name="Devinder Kaur" userId="89161a673412ba18" providerId="LiveId" clId="{02BAFCB6-52BE-469E-851C-FEC21D123C66}" dt="2021-11-30T08:07:46.535" v="2008" actId="1038"/>
          <ac:grpSpMkLst>
            <pc:docMk/>
            <pc:sldMk cId="4084444921" sldId="485"/>
            <ac:grpSpMk id="21" creationId="{B8EB7203-FA92-454B-B771-0FF985F916C2}"/>
          </ac:grpSpMkLst>
        </pc:grpChg>
        <pc:grpChg chg="mod">
          <ac:chgData name="Devinder Kaur" userId="89161a673412ba18" providerId="LiveId" clId="{02BAFCB6-52BE-469E-851C-FEC21D123C66}" dt="2021-11-30T08:07:46.535" v="2008" actId="1038"/>
          <ac:grpSpMkLst>
            <pc:docMk/>
            <pc:sldMk cId="4084444921" sldId="485"/>
            <ac:grpSpMk id="22" creationId="{798F46DA-87AD-4770-93E1-AF356E74B314}"/>
          </ac:grpSpMkLst>
        </pc:grpChg>
        <pc:picChg chg="mod">
          <ac:chgData name="Devinder Kaur" userId="89161a673412ba18" providerId="LiveId" clId="{02BAFCB6-52BE-469E-851C-FEC21D123C66}" dt="2021-11-30T08:07:46.535" v="2008" actId="1038"/>
          <ac:picMkLst>
            <pc:docMk/>
            <pc:sldMk cId="4084444921" sldId="485"/>
            <ac:picMk id="6" creationId="{0628CAD0-5603-4EB0-9D96-B92DE4499AF3}"/>
          </ac:picMkLst>
        </pc:picChg>
      </pc:sldChg>
      <pc:sldChg chg="addSp delSp modSp new mod modNotesTx">
        <pc:chgData name="Devinder Kaur" userId="89161a673412ba18" providerId="LiveId" clId="{02BAFCB6-52BE-469E-851C-FEC21D123C66}" dt="2021-11-30T08:47:32.323" v="2280"/>
        <pc:sldMkLst>
          <pc:docMk/>
          <pc:sldMk cId="42528257" sldId="486"/>
        </pc:sldMkLst>
        <pc:spChg chg="mod">
          <ac:chgData name="Devinder Kaur" userId="89161a673412ba18" providerId="LiveId" clId="{02BAFCB6-52BE-469E-851C-FEC21D123C66}" dt="2021-11-30T08:11:01.761" v="2028" actId="14100"/>
          <ac:spMkLst>
            <pc:docMk/>
            <pc:sldMk cId="42528257" sldId="486"/>
            <ac:spMk id="2" creationId="{07CA2F80-8441-4BCD-8A5D-88906D78E1F8}"/>
          </ac:spMkLst>
        </pc:spChg>
        <pc:spChg chg="mod">
          <ac:chgData name="Devinder Kaur" userId="89161a673412ba18" providerId="LiveId" clId="{02BAFCB6-52BE-469E-851C-FEC21D123C66}" dt="2021-11-30T08:17:38.430" v="2201" actId="14100"/>
          <ac:spMkLst>
            <pc:docMk/>
            <pc:sldMk cId="42528257" sldId="486"/>
            <ac:spMk id="3" creationId="{E8292B0F-438F-4427-9EBE-91F591785B2D}"/>
          </ac:spMkLst>
        </pc:spChg>
        <pc:spChg chg="mod">
          <ac:chgData name="Devinder Kaur" userId="89161a673412ba18" providerId="LiveId" clId="{02BAFCB6-52BE-469E-851C-FEC21D123C66}" dt="2021-11-30T08:12:10.468" v="2042"/>
          <ac:spMkLst>
            <pc:docMk/>
            <pc:sldMk cId="42528257" sldId="486"/>
            <ac:spMk id="6" creationId="{960905F0-3555-42C0-85FD-1CB10E208E50}"/>
          </ac:spMkLst>
        </pc:spChg>
        <pc:spChg chg="mod">
          <ac:chgData name="Devinder Kaur" userId="89161a673412ba18" providerId="LiveId" clId="{02BAFCB6-52BE-469E-851C-FEC21D123C66}" dt="2021-11-30T08:12:10.468" v="2042"/>
          <ac:spMkLst>
            <pc:docMk/>
            <pc:sldMk cId="42528257" sldId="486"/>
            <ac:spMk id="7" creationId="{94B017E0-7334-4865-A6FD-DD7FE53EFE68}"/>
          </ac:spMkLst>
        </pc:spChg>
        <pc:spChg chg="mod">
          <ac:chgData name="Devinder Kaur" userId="89161a673412ba18" providerId="LiveId" clId="{02BAFCB6-52BE-469E-851C-FEC21D123C66}" dt="2021-11-30T08:12:10.468" v="2042"/>
          <ac:spMkLst>
            <pc:docMk/>
            <pc:sldMk cId="42528257" sldId="486"/>
            <ac:spMk id="8" creationId="{46F92A0B-97A0-4A69-96B5-31126917D3D4}"/>
          </ac:spMkLst>
        </pc:spChg>
        <pc:spChg chg="mod">
          <ac:chgData name="Devinder Kaur" userId="89161a673412ba18" providerId="LiveId" clId="{02BAFCB6-52BE-469E-851C-FEC21D123C66}" dt="2021-11-30T08:12:10.468" v="2042"/>
          <ac:spMkLst>
            <pc:docMk/>
            <pc:sldMk cId="42528257" sldId="486"/>
            <ac:spMk id="9" creationId="{F9888413-2A46-42AB-9283-CB6FE50A300B}"/>
          </ac:spMkLst>
        </pc:spChg>
        <pc:spChg chg="mod">
          <ac:chgData name="Devinder Kaur" userId="89161a673412ba18" providerId="LiveId" clId="{02BAFCB6-52BE-469E-851C-FEC21D123C66}" dt="2021-11-30T08:12:10.468" v="2042"/>
          <ac:spMkLst>
            <pc:docMk/>
            <pc:sldMk cId="42528257" sldId="486"/>
            <ac:spMk id="10" creationId="{EE425EB7-D86F-493A-A030-828391ADA212}"/>
          </ac:spMkLst>
        </pc:spChg>
        <pc:spChg chg="mod">
          <ac:chgData name="Devinder Kaur" userId="89161a673412ba18" providerId="LiveId" clId="{02BAFCB6-52BE-469E-851C-FEC21D123C66}" dt="2021-11-30T08:12:10.468" v="2042"/>
          <ac:spMkLst>
            <pc:docMk/>
            <pc:sldMk cId="42528257" sldId="486"/>
            <ac:spMk id="11" creationId="{9391FC9A-0620-4D07-9F02-E4728E3EE6F1}"/>
          </ac:spMkLst>
        </pc:spChg>
        <pc:spChg chg="mod">
          <ac:chgData name="Devinder Kaur" userId="89161a673412ba18" providerId="LiveId" clId="{02BAFCB6-52BE-469E-851C-FEC21D123C66}" dt="2021-11-30T08:12:10.468" v="2042"/>
          <ac:spMkLst>
            <pc:docMk/>
            <pc:sldMk cId="42528257" sldId="486"/>
            <ac:spMk id="12" creationId="{5DFB9815-E776-4EC9-A9BF-8889DF6EE37B}"/>
          </ac:spMkLst>
        </pc:spChg>
        <pc:spChg chg="mod">
          <ac:chgData name="Devinder Kaur" userId="89161a673412ba18" providerId="LiveId" clId="{02BAFCB6-52BE-469E-851C-FEC21D123C66}" dt="2021-11-30T08:12:10.468" v="2042"/>
          <ac:spMkLst>
            <pc:docMk/>
            <pc:sldMk cId="42528257" sldId="486"/>
            <ac:spMk id="13" creationId="{6CB5FEFE-1BDC-46E7-BFE6-0309236C974E}"/>
          </ac:spMkLst>
        </pc:spChg>
        <pc:spChg chg="mod">
          <ac:chgData name="Devinder Kaur" userId="89161a673412ba18" providerId="LiveId" clId="{02BAFCB6-52BE-469E-851C-FEC21D123C66}" dt="2021-11-30T08:12:10.468" v="2042"/>
          <ac:spMkLst>
            <pc:docMk/>
            <pc:sldMk cId="42528257" sldId="486"/>
            <ac:spMk id="14" creationId="{D2004548-2CB3-4996-8265-6785A483EDC4}"/>
          </ac:spMkLst>
        </pc:spChg>
        <pc:spChg chg="mod">
          <ac:chgData name="Devinder Kaur" userId="89161a673412ba18" providerId="LiveId" clId="{02BAFCB6-52BE-469E-851C-FEC21D123C66}" dt="2021-11-30T08:12:10.468" v="2042"/>
          <ac:spMkLst>
            <pc:docMk/>
            <pc:sldMk cId="42528257" sldId="486"/>
            <ac:spMk id="15" creationId="{09F1BECE-5510-498D-B8FF-C583DD9151DA}"/>
          </ac:spMkLst>
        </pc:spChg>
        <pc:spChg chg="mod">
          <ac:chgData name="Devinder Kaur" userId="89161a673412ba18" providerId="LiveId" clId="{02BAFCB6-52BE-469E-851C-FEC21D123C66}" dt="2021-11-30T08:12:10.468" v="2042"/>
          <ac:spMkLst>
            <pc:docMk/>
            <pc:sldMk cId="42528257" sldId="486"/>
            <ac:spMk id="16" creationId="{6002D8FA-0B1D-45CB-ACF6-10473E5EC503}"/>
          </ac:spMkLst>
        </pc:spChg>
        <pc:spChg chg="mod">
          <ac:chgData name="Devinder Kaur" userId="89161a673412ba18" providerId="LiveId" clId="{02BAFCB6-52BE-469E-851C-FEC21D123C66}" dt="2021-11-30T08:12:10.468" v="2042"/>
          <ac:spMkLst>
            <pc:docMk/>
            <pc:sldMk cId="42528257" sldId="486"/>
            <ac:spMk id="17" creationId="{07DFC727-C9B6-4B92-98EF-D64E4F21E255}"/>
          </ac:spMkLst>
        </pc:spChg>
        <pc:spChg chg="mod">
          <ac:chgData name="Devinder Kaur" userId="89161a673412ba18" providerId="LiveId" clId="{02BAFCB6-52BE-469E-851C-FEC21D123C66}" dt="2021-11-30T08:12:10.468" v="2042"/>
          <ac:spMkLst>
            <pc:docMk/>
            <pc:sldMk cId="42528257" sldId="486"/>
            <ac:spMk id="18" creationId="{93D79F07-BB84-4A85-A703-86708F5484BF}"/>
          </ac:spMkLst>
        </pc:spChg>
        <pc:spChg chg="mod">
          <ac:chgData name="Devinder Kaur" userId="89161a673412ba18" providerId="LiveId" clId="{02BAFCB6-52BE-469E-851C-FEC21D123C66}" dt="2021-11-30T08:12:10.468" v="2042"/>
          <ac:spMkLst>
            <pc:docMk/>
            <pc:sldMk cId="42528257" sldId="486"/>
            <ac:spMk id="19" creationId="{3A366456-6CD4-4F48-8A07-1EF64B3869CB}"/>
          </ac:spMkLst>
        </pc:spChg>
        <pc:spChg chg="mod">
          <ac:chgData name="Devinder Kaur" userId="89161a673412ba18" providerId="LiveId" clId="{02BAFCB6-52BE-469E-851C-FEC21D123C66}" dt="2021-11-30T08:12:10.468" v="2042"/>
          <ac:spMkLst>
            <pc:docMk/>
            <pc:sldMk cId="42528257" sldId="486"/>
            <ac:spMk id="20" creationId="{EC168333-35B5-4C08-BACF-E6355AA5487A}"/>
          </ac:spMkLst>
        </pc:spChg>
        <pc:spChg chg="mod">
          <ac:chgData name="Devinder Kaur" userId="89161a673412ba18" providerId="LiveId" clId="{02BAFCB6-52BE-469E-851C-FEC21D123C66}" dt="2021-11-30T08:12:10.468" v="2042"/>
          <ac:spMkLst>
            <pc:docMk/>
            <pc:sldMk cId="42528257" sldId="486"/>
            <ac:spMk id="21" creationId="{5B8BC844-F822-4E80-8865-4581FE15AE08}"/>
          </ac:spMkLst>
        </pc:spChg>
        <pc:spChg chg="mod">
          <ac:chgData name="Devinder Kaur" userId="89161a673412ba18" providerId="LiveId" clId="{02BAFCB6-52BE-469E-851C-FEC21D123C66}" dt="2021-11-30T08:12:10.468" v="2042"/>
          <ac:spMkLst>
            <pc:docMk/>
            <pc:sldMk cId="42528257" sldId="486"/>
            <ac:spMk id="22" creationId="{B6F96C36-9058-4694-AA30-0537F8FD3533}"/>
          </ac:spMkLst>
        </pc:spChg>
        <pc:spChg chg="mod">
          <ac:chgData name="Devinder Kaur" userId="89161a673412ba18" providerId="LiveId" clId="{02BAFCB6-52BE-469E-851C-FEC21D123C66}" dt="2021-11-30T08:12:10.468" v="2042"/>
          <ac:spMkLst>
            <pc:docMk/>
            <pc:sldMk cId="42528257" sldId="486"/>
            <ac:spMk id="23" creationId="{4E9CDBD4-AB94-40B2-B93A-7061793DC73A}"/>
          </ac:spMkLst>
        </pc:spChg>
        <pc:spChg chg="mod">
          <ac:chgData name="Devinder Kaur" userId="89161a673412ba18" providerId="LiveId" clId="{02BAFCB6-52BE-469E-851C-FEC21D123C66}" dt="2021-11-30T08:12:10.468" v="2042"/>
          <ac:spMkLst>
            <pc:docMk/>
            <pc:sldMk cId="42528257" sldId="486"/>
            <ac:spMk id="24" creationId="{57A0EE1D-D777-45E2-8A73-A5B096AC8D89}"/>
          </ac:spMkLst>
        </pc:spChg>
        <pc:spChg chg="mod">
          <ac:chgData name="Devinder Kaur" userId="89161a673412ba18" providerId="LiveId" clId="{02BAFCB6-52BE-469E-851C-FEC21D123C66}" dt="2021-11-30T08:12:10.468" v="2042"/>
          <ac:spMkLst>
            <pc:docMk/>
            <pc:sldMk cId="42528257" sldId="486"/>
            <ac:spMk id="25" creationId="{C7A38D4E-F29D-4D32-A1DD-A621167860CA}"/>
          </ac:spMkLst>
        </pc:spChg>
        <pc:spChg chg="mod">
          <ac:chgData name="Devinder Kaur" userId="89161a673412ba18" providerId="LiveId" clId="{02BAFCB6-52BE-469E-851C-FEC21D123C66}" dt="2021-11-30T08:12:10.468" v="2042"/>
          <ac:spMkLst>
            <pc:docMk/>
            <pc:sldMk cId="42528257" sldId="486"/>
            <ac:spMk id="26" creationId="{0D7E6B16-F53B-4F06-A4F1-E21B8BB49904}"/>
          </ac:spMkLst>
        </pc:spChg>
        <pc:spChg chg="mod">
          <ac:chgData name="Devinder Kaur" userId="89161a673412ba18" providerId="LiveId" clId="{02BAFCB6-52BE-469E-851C-FEC21D123C66}" dt="2021-11-30T08:15:16.015" v="2198" actId="14100"/>
          <ac:spMkLst>
            <pc:docMk/>
            <pc:sldMk cId="42528257" sldId="486"/>
            <ac:spMk id="30" creationId="{94BE3D6D-8DFA-49FC-A958-135431FD9C07}"/>
          </ac:spMkLst>
        </pc:spChg>
        <pc:spChg chg="mod">
          <ac:chgData name="Devinder Kaur" userId="89161a673412ba18" providerId="LiveId" clId="{02BAFCB6-52BE-469E-851C-FEC21D123C66}" dt="2021-11-30T08:15:16.015" v="2198" actId="14100"/>
          <ac:spMkLst>
            <pc:docMk/>
            <pc:sldMk cId="42528257" sldId="486"/>
            <ac:spMk id="31" creationId="{A0AF38FB-42F8-419B-85CE-96AA463961FD}"/>
          </ac:spMkLst>
        </pc:spChg>
        <pc:spChg chg="mod">
          <ac:chgData name="Devinder Kaur" userId="89161a673412ba18" providerId="LiveId" clId="{02BAFCB6-52BE-469E-851C-FEC21D123C66}" dt="2021-11-30T08:15:16.015" v="2198" actId="14100"/>
          <ac:spMkLst>
            <pc:docMk/>
            <pc:sldMk cId="42528257" sldId="486"/>
            <ac:spMk id="32" creationId="{A3F0878D-4BF6-4C7E-BDE2-A1865D8D3529}"/>
          </ac:spMkLst>
        </pc:spChg>
        <pc:spChg chg="mod">
          <ac:chgData name="Devinder Kaur" userId="89161a673412ba18" providerId="LiveId" clId="{02BAFCB6-52BE-469E-851C-FEC21D123C66}" dt="2021-11-30T08:15:16.015" v="2198" actId="14100"/>
          <ac:spMkLst>
            <pc:docMk/>
            <pc:sldMk cId="42528257" sldId="486"/>
            <ac:spMk id="33" creationId="{221A1F83-3377-4D2A-BB83-2959D22F217B}"/>
          </ac:spMkLst>
        </pc:spChg>
        <pc:spChg chg="mod">
          <ac:chgData name="Devinder Kaur" userId="89161a673412ba18" providerId="LiveId" clId="{02BAFCB6-52BE-469E-851C-FEC21D123C66}" dt="2021-11-30T08:15:16.015" v="2198" actId="14100"/>
          <ac:spMkLst>
            <pc:docMk/>
            <pc:sldMk cId="42528257" sldId="486"/>
            <ac:spMk id="34" creationId="{B77928AD-C46A-45DA-AA6E-4AEBD70D0C20}"/>
          </ac:spMkLst>
        </pc:spChg>
        <pc:spChg chg="mod">
          <ac:chgData name="Devinder Kaur" userId="89161a673412ba18" providerId="LiveId" clId="{02BAFCB6-52BE-469E-851C-FEC21D123C66}" dt="2021-11-30T08:15:16.015" v="2198" actId="14100"/>
          <ac:spMkLst>
            <pc:docMk/>
            <pc:sldMk cId="42528257" sldId="486"/>
            <ac:spMk id="35" creationId="{215A51FB-43FB-492E-B469-9133E8CB33DF}"/>
          </ac:spMkLst>
        </pc:spChg>
        <pc:spChg chg="mod">
          <ac:chgData name="Devinder Kaur" userId="89161a673412ba18" providerId="LiveId" clId="{02BAFCB6-52BE-469E-851C-FEC21D123C66}" dt="2021-11-30T08:15:16.015" v="2198" actId="14100"/>
          <ac:spMkLst>
            <pc:docMk/>
            <pc:sldMk cId="42528257" sldId="486"/>
            <ac:spMk id="36" creationId="{25FA1B49-0595-4811-ABF6-4090EF7D4EA4}"/>
          </ac:spMkLst>
        </pc:spChg>
        <pc:spChg chg="mod">
          <ac:chgData name="Devinder Kaur" userId="89161a673412ba18" providerId="LiveId" clId="{02BAFCB6-52BE-469E-851C-FEC21D123C66}" dt="2021-11-30T08:15:16.015" v="2198" actId="14100"/>
          <ac:spMkLst>
            <pc:docMk/>
            <pc:sldMk cId="42528257" sldId="486"/>
            <ac:spMk id="37" creationId="{40FC695F-A4A7-44E8-9DC8-AD3C7623091F}"/>
          </ac:spMkLst>
        </pc:spChg>
        <pc:spChg chg="mod">
          <ac:chgData name="Devinder Kaur" userId="89161a673412ba18" providerId="LiveId" clId="{02BAFCB6-52BE-469E-851C-FEC21D123C66}" dt="2021-11-30T08:15:16.015" v="2198" actId="14100"/>
          <ac:spMkLst>
            <pc:docMk/>
            <pc:sldMk cId="42528257" sldId="486"/>
            <ac:spMk id="38" creationId="{E0C7BA7D-73F9-4CF5-9CC3-904A0CB58C74}"/>
          </ac:spMkLst>
        </pc:spChg>
        <pc:spChg chg="mod">
          <ac:chgData name="Devinder Kaur" userId="89161a673412ba18" providerId="LiveId" clId="{02BAFCB6-52BE-469E-851C-FEC21D123C66}" dt="2021-11-30T08:15:16.015" v="2198" actId="14100"/>
          <ac:spMkLst>
            <pc:docMk/>
            <pc:sldMk cId="42528257" sldId="486"/>
            <ac:spMk id="39" creationId="{15BE992D-290B-45A6-9B98-F8A099D53229}"/>
          </ac:spMkLst>
        </pc:spChg>
        <pc:spChg chg="mod">
          <ac:chgData name="Devinder Kaur" userId="89161a673412ba18" providerId="LiveId" clId="{02BAFCB6-52BE-469E-851C-FEC21D123C66}" dt="2021-11-30T08:15:16.015" v="2198" actId="14100"/>
          <ac:spMkLst>
            <pc:docMk/>
            <pc:sldMk cId="42528257" sldId="486"/>
            <ac:spMk id="40" creationId="{C45767F2-1F63-42E4-9E9B-90FF75393BD6}"/>
          </ac:spMkLst>
        </pc:spChg>
        <pc:spChg chg="mod">
          <ac:chgData name="Devinder Kaur" userId="89161a673412ba18" providerId="LiveId" clId="{02BAFCB6-52BE-469E-851C-FEC21D123C66}" dt="2021-11-30T08:15:16.015" v="2198" actId="14100"/>
          <ac:spMkLst>
            <pc:docMk/>
            <pc:sldMk cId="42528257" sldId="486"/>
            <ac:spMk id="41" creationId="{019D3DDE-96A7-419B-85B3-BC71C76FCAA9}"/>
          </ac:spMkLst>
        </pc:spChg>
        <pc:spChg chg="mod">
          <ac:chgData name="Devinder Kaur" userId="89161a673412ba18" providerId="LiveId" clId="{02BAFCB6-52BE-469E-851C-FEC21D123C66}" dt="2021-11-30T08:15:16.015" v="2198" actId="14100"/>
          <ac:spMkLst>
            <pc:docMk/>
            <pc:sldMk cId="42528257" sldId="486"/>
            <ac:spMk id="42" creationId="{90B622A3-A265-4715-A70F-41AFD59662E6}"/>
          </ac:spMkLst>
        </pc:spChg>
        <pc:spChg chg="mod">
          <ac:chgData name="Devinder Kaur" userId="89161a673412ba18" providerId="LiveId" clId="{02BAFCB6-52BE-469E-851C-FEC21D123C66}" dt="2021-11-30T08:15:16.015" v="2198" actId="14100"/>
          <ac:spMkLst>
            <pc:docMk/>
            <pc:sldMk cId="42528257" sldId="486"/>
            <ac:spMk id="43" creationId="{2937A304-CEFD-42E0-AE06-A7FA84F2AB83}"/>
          </ac:spMkLst>
        </pc:spChg>
        <pc:spChg chg="mod">
          <ac:chgData name="Devinder Kaur" userId="89161a673412ba18" providerId="LiveId" clId="{02BAFCB6-52BE-469E-851C-FEC21D123C66}" dt="2021-11-30T08:15:16.015" v="2198" actId="14100"/>
          <ac:spMkLst>
            <pc:docMk/>
            <pc:sldMk cId="42528257" sldId="486"/>
            <ac:spMk id="44" creationId="{632E73F4-4DD8-4BE5-AF71-E4FA28B8BC7C}"/>
          </ac:spMkLst>
        </pc:spChg>
        <pc:spChg chg="mod">
          <ac:chgData name="Devinder Kaur" userId="89161a673412ba18" providerId="LiveId" clId="{02BAFCB6-52BE-469E-851C-FEC21D123C66}" dt="2021-11-30T08:15:16.015" v="2198" actId="14100"/>
          <ac:spMkLst>
            <pc:docMk/>
            <pc:sldMk cId="42528257" sldId="486"/>
            <ac:spMk id="45" creationId="{CACFBDB8-9D20-439F-8E44-DC5423C78210}"/>
          </ac:spMkLst>
        </pc:spChg>
        <pc:spChg chg="mod">
          <ac:chgData name="Devinder Kaur" userId="89161a673412ba18" providerId="LiveId" clId="{02BAFCB6-52BE-469E-851C-FEC21D123C66}" dt="2021-11-30T08:15:16.015" v="2198" actId="14100"/>
          <ac:spMkLst>
            <pc:docMk/>
            <pc:sldMk cId="42528257" sldId="486"/>
            <ac:spMk id="46" creationId="{06108409-52C3-4928-BC50-727126E144B9}"/>
          </ac:spMkLst>
        </pc:spChg>
        <pc:spChg chg="mod">
          <ac:chgData name="Devinder Kaur" userId="89161a673412ba18" providerId="LiveId" clId="{02BAFCB6-52BE-469E-851C-FEC21D123C66}" dt="2021-11-30T08:15:16.015" v="2198" actId="14100"/>
          <ac:spMkLst>
            <pc:docMk/>
            <pc:sldMk cId="42528257" sldId="486"/>
            <ac:spMk id="47" creationId="{DEDE058B-71AE-4936-B46D-4929AA57A8BB}"/>
          </ac:spMkLst>
        </pc:spChg>
        <pc:spChg chg="mod">
          <ac:chgData name="Devinder Kaur" userId="89161a673412ba18" providerId="LiveId" clId="{02BAFCB6-52BE-469E-851C-FEC21D123C66}" dt="2021-11-30T08:15:16.015" v="2198" actId="14100"/>
          <ac:spMkLst>
            <pc:docMk/>
            <pc:sldMk cId="42528257" sldId="486"/>
            <ac:spMk id="48" creationId="{DED7413F-5BA2-4191-9E66-036E72F59DA9}"/>
          </ac:spMkLst>
        </pc:spChg>
        <pc:spChg chg="mod">
          <ac:chgData name="Devinder Kaur" userId="89161a673412ba18" providerId="LiveId" clId="{02BAFCB6-52BE-469E-851C-FEC21D123C66}" dt="2021-11-30T08:15:16.015" v="2198" actId="14100"/>
          <ac:spMkLst>
            <pc:docMk/>
            <pc:sldMk cId="42528257" sldId="486"/>
            <ac:spMk id="49" creationId="{1BDD0E9A-6591-40F2-B7E7-AC348C244277}"/>
          </ac:spMkLst>
        </pc:spChg>
        <pc:spChg chg="mod">
          <ac:chgData name="Devinder Kaur" userId="89161a673412ba18" providerId="LiveId" clId="{02BAFCB6-52BE-469E-851C-FEC21D123C66}" dt="2021-11-30T08:15:16.015" v="2198" actId="14100"/>
          <ac:spMkLst>
            <pc:docMk/>
            <pc:sldMk cId="42528257" sldId="486"/>
            <ac:spMk id="50" creationId="{1C7B6F30-1390-4370-8A4B-D30A1383977F}"/>
          </ac:spMkLst>
        </pc:spChg>
        <pc:spChg chg="mod">
          <ac:chgData name="Devinder Kaur" userId="89161a673412ba18" providerId="LiveId" clId="{02BAFCB6-52BE-469E-851C-FEC21D123C66}" dt="2021-11-30T08:43:13.020" v="2279" actId="14100"/>
          <ac:spMkLst>
            <pc:docMk/>
            <pc:sldMk cId="42528257" sldId="486"/>
            <ac:spMk id="56" creationId="{1165D8EA-9D18-49F5-9C31-EB0846BA95F4}"/>
          </ac:spMkLst>
        </pc:spChg>
        <pc:spChg chg="mod">
          <ac:chgData name="Devinder Kaur" userId="89161a673412ba18" providerId="LiveId" clId="{02BAFCB6-52BE-469E-851C-FEC21D123C66}" dt="2021-11-30T08:43:13.020" v="2279" actId="14100"/>
          <ac:spMkLst>
            <pc:docMk/>
            <pc:sldMk cId="42528257" sldId="486"/>
            <ac:spMk id="57" creationId="{DA68A6C7-732C-4DA1-AD2A-D999C0FE3B10}"/>
          </ac:spMkLst>
        </pc:spChg>
        <pc:spChg chg="mod">
          <ac:chgData name="Devinder Kaur" userId="89161a673412ba18" providerId="LiveId" clId="{02BAFCB6-52BE-469E-851C-FEC21D123C66}" dt="2021-11-30T08:43:13.020" v="2279" actId="14100"/>
          <ac:spMkLst>
            <pc:docMk/>
            <pc:sldMk cId="42528257" sldId="486"/>
            <ac:spMk id="58" creationId="{F991FE80-EC26-4702-86E0-2300CDC0D331}"/>
          </ac:spMkLst>
        </pc:spChg>
        <pc:spChg chg="mod">
          <ac:chgData name="Devinder Kaur" userId="89161a673412ba18" providerId="LiveId" clId="{02BAFCB6-52BE-469E-851C-FEC21D123C66}" dt="2021-11-30T08:43:13.020" v="2279" actId="14100"/>
          <ac:spMkLst>
            <pc:docMk/>
            <pc:sldMk cId="42528257" sldId="486"/>
            <ac:spMk id="59" creationId="{FC0606EF-CC86-4876-9886-EA051AA96702}"/>
          </ac:spMkLst>
        </pc:spChg>
        <pc:spChg chg="mod">
          <ac:chgData name="Devinder Kaur" userId="89161a673412ba18" providerId="LiveId" clId="{02BAFCB6-52BE-469E-851C-FEC21D123C66}" dt="2021-11-30T08:43:13.020" v="2279" actId="14100"/>
          <ac:spMkLst>
            <pc:docMk/>
            <pc:sldMk cId="42528257" sldId="486"/>
            <ac:spMk id="60" creationId="{A4212F29-E52F-42AD-9E9B-4A30C7B2D035}"/>
          </ac:spMkLst>
        </pc:spChg>
        <pc:spChg chg="mod">
          <ac:chgData name="Devinder Kaur" userId="89161a673412ba18" providerId="LiveId" clId="{02BAFCB6-52BE-469E-851C-FEC21D123C66}" dt="2021-11-30T08:43:13.020" v="2279" actId="14100"/>
          <ac:spMkLst>
            <pc:docMk/>
            <pc:sldMk cId="42528257" sldId="486"/>
            <ac:spMk id="61" creationId="{8491E99D-00E4-4B5F-8563-B78AB7801B55}"/>
          </ac:spMkLst>
        </pc:spChg>
        <pc:spChg chg="mod">
          <ac:chgData name="Devinder Kaur" userId="89161a673412ba18" providerId="LiveId" clId="{02BAFCB6-52BE-469E-851C-FEC21D123C66}" dt="2021-11-30T08:43:13.020" v="2279" actId="14100"/>
          <ac:spMkLst>
            <pc:docMk/>
            <pc:sldMk cId="42528257" sldId="486"/>
            <ac:spMk id="62" creationId="{78F86B54-7465-4B5D-A6D5-69E720C7599E}"/>
          </ac:spMkLst>
        </pc:spChg>
        <pc:spChg chg="mod">
          <ac:chgData name="Devinder Kaur" userId="89161a673412ba18" providerId="LiveId" clId="{02BAFCB6-52BE-469E-851C-FEC21D123C66}" dt="2021-11-30T08:43:13.020" v="2279" actId="14100"/>
          <ac:spMkLst>
            <pc:docMk/>
            <pc:sldMk cId="42528257" sldId="486"/>
            <ac:spMk id="63" creationId="{D4778AE5-2210-4203-ADE4-4685412D715A}"/>
          </ac:spMkLst>
        </pc:spChg>
        <pc:spChg chg="mod">
          <ac:chgData name="Devinder Kaur" userId="89161a673412ba18" providerId="LiveId" clId="{02BAFCB6-52BE-469E-851C-FEC21D123C66}" dt="2021-11-30T08:43:13.020" v="2279" actId="14100"/>
          <ac:spMkLst>
            <pc:docMk/>
            <pc:sldMk cId="42528257" sldId="486"/>
            <ac:spMk id="64" creationId="{08A07819-4ACB-4E46-91CE-E02BBAD16E9E}"/>
          </ac:spMkLst>
        </pc:spChg>
        <pc:spChg chg="mod">
          <ac:chgData name="Devinder Kaur" userId="89161a673412ba18" providerId="LiveId" clId="{02BAFCB6-52BE-469E-851C-FEC21D123C66}" dt="2021-11-30T08:43:13.020" v="2279" actId="14100"/>
          <ac:spMkLst>
            <pc:docMk/>
            <pc:sldMk cId="42528257" sldId="486"/>
            <ac:spMk id="66" creationId="{8ECA2AB0-4C79-4644-BA5F-5A97577A5388}"/>
          </ac:spMkLst>
        </pc:spChg>
        <pc:spChg chg="mod">
          <ac:chgData name="Devinder Kaur" userId="89161a673412ba18" providerId="LiveId" clId="{02BAFCB6-52BE-469E-851C-FEC21D123C66}" dt="2021-11-30T08:43:13.020" v="2279" actId="14100"/>
          <ac:spMkLst>
            <pc:docMk/>
            <pc:sldMk cId="42528257" sldId="486"/>
            <ac:spMk id="67" creationId="{B4C4C7AF-3F38-4F59-9FAF-58E00A8D6C85}"/>
          </ac:spMkLst>
        </pc:spChg>
        <pc:spChg chg="mod">
          <ac:chgData name="Devinder Kaur" userId="89161a673412ba18" providerId="LiveId" clId="{02BAFCB6-52BE-469E-851C-FEC21D123C66}" dt="2021-11-30T08:43:13.020" v="2279" actId="14100"/>
          <ac:spMkLst>
            <pc:docMk/>
            <pc:sldMk cId="42528257" sldId="486"/>
            <ac:spMk id="68" creationId="{BC0B641B-108F-4095-8018-0C8824AE71A8}"/>
          </ac:spMkLst>
        </pc:spChg>
        <pc:spChg chg="mod">
          <ac:chgData name="Devinder Kaur" userId="89161a673412ba18" providerId="LiveId" clId="{02BAFCB6-52BE-469E-851C-FEC21D123C66}" dt="2021-11-30T08:43:13.020" v="2279" actId="14100"/>
          <ac:spMkLst>
            <pc:docMk/>
            <pc:sldMk cId="42528257" sldId="486"/>
            <ac:spMk id="69" creationId="{ED03DF3F-3AD9-44EF-A02F-8DB1FCF94433}"/>
          </ac:spMkLst>
        </pc:spChg>
        <pc:grpChg chg="add del mod">
          <ac:chgData name="Devinder Kaur" userId="89161a673412ba18" providerId="LiveId" clId="{02BAFCB6-52BE-469E-851C-FEC21D123C66}" dt="2021-11-30T08:12:14.637" v="2043"/>
          <ac:grpSpMkLst>
            <pc:docMk/>
            <pc:sldMk cId="42528257" sldId="486"/>
            <ac:grpSpMk id="5" creationId="{FC7EE983-D098-49C9-A55F-C678B6663911}"/>
          </ac:grpSpMkLst>
        </pc:grpChg>
        <pc:grpChg chg="add del mod">
          <ac:chgData name="Devinder Kaur" userId="89161a673412ba18" providerId="LiveId" clId="{02BAFCB6-52BE-469E-851C-FEC21D123C66}" dt="2021-11-30T08:12:46.432" v="2045" actId="165"/>
          <ac:grpSpMkLst>
            <pc:docMk/>
            <pc:sldMk cId="42528257" sldId="486"/>
            <ac:grpSpMk id="27" creationId="{C1A7E3A4-9474-4C91-AEA8-762D2BD3155E}"/>
          </ac:grpSpMkLst>
        </pc:grpChg>
        <pc:grpChg chg="mod topLvl">
          <ac:chgData name="Devinder Kaur" userId="89161a673412ba18" providerId="LiveId" clId="{02BAFCB6-52BE-469E-851C-FEC21D123C66}" dt="2021-11-30T08:15:16.015" v="2198" actId="14100"/>
          <ac:grpSpMkLst>
            <pc:docMk/>
            <pc:sldMk cId="42528257" sldId="486"/>
            <ac:grpSpMk id="29" creationId="{A3354AFB-3ACF-4EB9-8A29-FB9AED2F0754}"/>
          </ac:grpSpMkLst>
        </pc:grpChg>
        <pc:grpChg chg="add del mod">
          <ac:chgData name="Devinder Kaur" userId="89161a673412ba18" providerId="LiveId" clId="{02BAFCB6-52BE-469E-851C-FEC21D123C66}" dt="2021-11-30T08:41:57.635" v="2265" actId="21"/>
          <ac:grpSpMkLst>
            <pc:docMk/>
            <pc:sldMk cId="42528257" sldId="486"/>
            <ac:grpSpMk id="51" creationId="{7E6B8F90-B80B-4A46-83C5-4F368C865E81}"/>
          </ac:grpSpMkLst>
        </pc:grpChg>
        <pc:grpChg chg="add mod">
          <ac:chgData name="Devinder Kaur" userId="89161a673412ba18" providerId="LiveId" clId="{02BAFCB6-52BE-469E-851C-FEC21D123C66}" dt="2021-11-30T08:43:13.020" v="2279" actId="14100"/>
          <ac:grpSpMkLst>
            <pc:docMk/>
            <pc:sldMk cId="42528257" sldId="486"/>
            <ac:grpSpMk id="54" creationId="{A1920D19-85B9-457B-B673-85D764540565}"/>
          </ac:grpSpMkLst>
        </pc:grpChg>
        <pc:grpChg chg="mod">
          <ac:chgData name="Devinder Kaur" userId="89161a673412ba18" providerId="LiveId" clId="{02BAFCB6-52BE-469E-851C-FEC21D123C66}" dt="2021-11-30T08:43:13.020" v="2279" actId="14100"/>
          <ac:grpSpMkLst>
            <pc:docMk/>
            <pc:sldMk cId="42528257" sldId="486"/>
            <ac:grpSpMk id="65" creationId="{5870872D-3548-46D8-9FB2-82277832A8B7}"/>
          </ac:grpSpMkLst>
        </pc:grpChg>
        <pc:picChg chg="mod topLvl">
          <ac:chgData name="Devinder Kaur" userId="89161a673412ba18" providerId="LiveId" clId="{02BAFCB6-52BE-469E-851C-FEC21D123C66}" dt="2021-11-30T08:15:16.015" v="2198" actId="14100"/>
          <ac:picMkLst>
            <pc:docMk/>
            <pc:sldMk cId="42528257" sldId="486"/>
            <ac:picMk id="28" creationId="{D0F8B038-2EF2-4106-92B0-BAE8938BCB02}"/>
          </ac:picMkLst>
        </pc:picChg>
        <pc:picChg chg="add del mod">
          <ac:chgData name="Devinder Kaur" userId="89161a673412ba18" providerId="LiveId" clId="{02BAFCB6-52BE-469E-851C-FEC21D123C66}" dt="2021-11-30T08:41:40.211" v="2263" actId="21"/>
          <ac:picMkLst>
            <pc:docMk/>
            <pc:sldMk cId="42528257" sldId="486"/>
            <ac:picMk id="52" creationId="{78F64DB6-D377-466D-96AD-EF44D60D82C0}"/>
          </ac:picMkLst>
        </pc:picChg>
        <pc:picChg chg="add mod">
          <ac:chgData name="Devinder Kaur" userId="89161a673412ba18" providerId="LiveId" clId="{02BAFCB6-52BE-469E-851C-FEC21D123C66}" dt="2021-11-30T08:41:43.768" v="2264"/>
          <ac:picMkLst>
            <pc:docMk/>
            <pc:sldMk cId="42528257" sldId="486"/>
            <ac:picMk id="53" creationId="{CDCC99D4-B6D8-4505-BC12-3928D43D1687}"/>
          </ac:picMkLst>
        </pc:picChg>
        <pc:picChg chg="mod">
          <ac:chgData name="Devinder Kaur" userId="89161a673412ba18" providerId="LiveId" clId="{02BAFCB6-52BE-469E-851C-FEC21D123C66}" dt="2021-11-30T08:43:13.020" v="2279" actId="14100"/>
          <ac:picMkLst>
            <pc:docMk/>
            <pc:sldMk cId="42528257" sldId="486"/>
            <ac:picMk id="55" creationId="{0737FA40-CC83-436F-9E19-E7F358789C8C}"/>
          </ac:picMkLst>
        </pc:picChg>
      </pc:sldChg>
      <pc:sldChg chg="addSp modSp new mod">
        <pc:chgData name="Devinder Kaur" userId="89161a673412ba18" providerId="LiveId" clId="{02BAFCB6-52BE-469E-851C-FEC21D123C66}" dt="2021-12-13T10:35:25.491" v="2911" actId="113"/>
        <pc:sldMkLst>
          <pc:docMk/>
          <pc:sldMk cId="505979305" sldId="487"/>
        </pc:sldMkLst>
        <pc:spChg chg="mod">
          <ac:chgData name="Devinder Kaur" userId="89161a673412ba18" providerId="LiveId" clId="{02BAFCB6-52BE-469E-851C-FEC21D123C66}" dt="2021-12-07T10:28:18.519" v="2562" actId="14100"/>
          <ac:spMkLst>
            <pc:docMk/>
            <pc:sldMk cId="505979305" sldId="487"/>
            <ac:spMk id="2" creationId="{3267DF93-6D43-4BFD-A9E5-38508C95F87D}"/>
          </ac:spMkLst>
        </pc:spChg>
        <pc:spChg chg="mod">
          <ac:chgData name="Devinder Kaur" userId="89161a673412ba18" providerId="LiveId" clId="{02BAFCB6-52BE-469E-851C-FEC21D123C66}" dt="2021-12-13T10:35:25.491" v="2911" actId="113"/>
          <ac:spMkLst>
            <pc:docMk/>
            <pc:sldMk cId="505979305" sldId="487"/>
            <ac:spMk id="3" creationId="{1D7AF53E-DBF8-44A5-BBA2-936AAA7FB4B1}"/>
          </ac:spMkLst>
        </pc:spChg>
        <pc:spChg chg="mod">
          <ac:chgData name="Devinder Kaur" userId="89161a673412ba18" providerId="LiveId" clId="{02BAFCB6-52BE-469E-851C-FEC21D123C66}" dt="2021-12-07T10:28:05.602" v="2561" actId="14100"/>
          <ac:spMkLst>
            <pc:docMk/>
            <pc:sldMk cId="505979305" sldId="487"/>
            <ac:spMk id="7" creationId="{43D81E34-438F-411E-BEE5-54BB819FD947}"/>
          </ac:spMkLst>
        </pc:spChg>
        <pc:spChg chg="mod">
          <ac:chgData name="Devinder Kaur" userId="89161a673412ba18" providerId="LiveId" clId="{02BAFCB6-52BE-469E-851C-FEC21D123C66}" dt="2021-12-07T10:28:05.602" v="2561" actId="14100"/>
          <ac:spMkLst>
            <pc:docMk/>
            <pc:sldMk cId="505979305" sldId="487"/>
            <ac:spMk id="8" creationId="{00C68902-72E8-44B4-A2D9-29A2C1A939AD}"/>
          </ac:spMkLst>
        </pc:spChg>
        <pc:spChg chg="mod">
          <ac:chgData name="Devinder Kaur" userId="89161a673412ba18" providerId="LiveId" clId="{02BAFCB6-52BE-469E-851C-FEC21D123C66}" dt="2021-12-07T10:28:05.602" v="2561" actId="14100"/>
          <ac:spMkLst>
            <pc:docMk/>
            <pc:sldMk cId="505979305" sldId="487"/>
            <ac:spMk id="9" creationId="{E93FB28C-EA33-4ACD-97B1-F2DDEB53AFD0}"/>
          </ac:spMkLst>
        </pc:spChg>
        <pc:spChg chg="mod">
          <ac:chgData name="Devinder Kaur" userId="89161a673412ba18" providerId="LiveId" clId="{02BAFCB6-52BE-469E-851C-FEC21D123C66}" dt="2021-12-07T10:28:05.602" v="2561" actId="14100"/>
          <ac:spMkLst>
            <pc:docMk/>
            <pc:sldMk cId="505979305" sldId="487"/>
            <ac:spMk id="10" creationId="{1F6C531C-AA1A-41A5-B1A6-847FA5EC4307}"/>
          </ac:spMkLst>
        </pc:spChg>
        <pc:spChg chg="mod">
          <ac:chgData name="Devinder Kaur" userId="89161a673412ba18" providerId="LiveId" clId="{02BAFCB6-52BE-469E-851C-FEC21D123C66}" dt="2021-12-07T10:28:05.602" v="2561" actId="14100"/>
          <ac:spMkLst>
            <pc:docMk/>
            <pc:sldMk cId="505979305" sldId="487"/>
            <ac:spMk id="11" creationId="{7E497FAB-4249-4C8F-AA0A-CFB28D37430F}"/>
          </ac:spMkLst>
        </pc:spChg>
        <pc:spChg chg="mod">
          <ac:chgData name="Devinder Kaur" userId="89161a673412ba18" providerId="LiveId" clId="{02BAFCB6-52BE-469E-851C-FEC21D123C66}" dt="2021-12-07T10:28:05.602" v="2561" actId="14100"/>
          <ac:spMkLst>
            <pc:docMk/>
            <pc:sldMk cId="505979305" sldId="487"/>
            <ac:spMk id="12" creationId="{7F1F89B8-4E02-460F-B588-AE60C6CDB61C}"/>
          </ac:spMkLst>
        </pc:spChg>
        <pc:spChg chg="mod">
          <ac:chgData name="Devinder Kaur" userId="89161a673412ba18" providerId="LiveId" clId="{02BAFCB6-52BE-469E-851C-FEC21D123C66}" dt="2021-12-07T10:28:05.602" v="2561" actId="14100"/>
          <ac:spMkLst>
            <pc:docMk/>
            <pc:sldMk cId="505979305" sldId="487"/>
            <ac:spMk id="13" creationId="{17FC6D75-5C9C-4D2F-9FC3-3C49C543D380}"/>
          </ac:spMkLst>
        </pc:spChg>
        <pc:spChg chg="mod">
          <ac:chgData name="Devinder Kaur" userId="89161a673412ba18" providerId="LiveId" clId="{02BAFCB6-52BE-469E-851C-FEC21D123C66}" dt="2021-12-07T10:28:05.602" v="2561" actId="14100"/>
          <ac:spMkLst>
            <pc:docMk/>
            <pc:sldMk cId="505979305" sldId="487"/>
            <ac:spMk id="14" creationId="{8E8F17F8-89C1-42C9-9A6E-6B138E3B2EED}"/>
          </ac:spMkLst>
        </pc:spChg>
        <pc:spChg chg="mod">
          <ac:chgData name="Devinder Kaur" userId="89161a673412ba18" providerId="LiveId" clId="{02BAFCB6-52BE-469E-851C-FEC21D123C66}" dt="2021-12-07T10:28:05.602" v="2561" actId="14100"/>
          <ac:spMkLst>
            <pc:docMk/>
            <pc:sldMk cId="505979305" sldId="487"/>
            <ac:spMk id="15" creationId="{AE083698-6578-422D-BD18-169385C5AB2C}"/>
          </ac:spMkLst>
        </pc:spChg>
        <pc:spChg chg="mod">
          <ac:chgData name="Devinder Kaur" userId="89161a673412ba18" providerId="LiveId" clId="{02BAFCB6-52BE-469E-851C-FEC21D123C66}" dt="2021-12-07T10:28:05.602" v="2561" actId="14100"/>
          <ac:spMkLst>
            <pc:docMk/>
            <pc:sldMk cId="505979305" sldId="487"/>
            <ac:spMk id="16" creationId="{2A2A5C0A-1F09-47E4-98AD-1C0801ECD643}"/>
          </ac:spMkLst>
        </pc:spChg>
        <pc:spChg chg="mod">
          <ac:chgData name="Devinder Kaur" userId="89161a673412ba18" providerId="LiveId" clId="{02BAFCB6-52BE-469E-851C-FEC21D123C66}" dt="2021-12-07T10:28:05.602" v="2561" actId="14100"/>
          <ac:spMkLst>
            <pc:docMk/>
            <pc:sldMk cId="505979305" sldId="487"/>
            <ac:spMk id="17" creationId="{A6A03792-9AE9-48B1-AB9C-EA5875FB3D1E}"/>
          </ac:spMkLst>
        </pc:spChg>
        <pc:spChg chg="mod">
          <ac:chgData name="Devinder Kaur" userId="89161a673412ba18" providerId="LiveId" clId="{02BAFCB6-52BE-469E-851C-FEC21D123C66}" dt="2021-12-07T10:28:05.602" v="2561" actId="14100"/>
          <ac:spMkLst>
            <pc:docMk/>
            <pc:sldMk cId="505979305" sldId="487"/>
            <ac:spMk id="18" creationId="{74E8269D-03A9-4A7D-9AFF-FFFE28581BFF}"/>
          </ac:spMkLst>
        </pc:spChg>
        <pc:spChg chg="mod">
          <ac:chgData name="Devinder Kaur" userId="89161a673412ba18" providerId="LiveId" clId="{02BAFCB6-52BE-469E-851C-FEC21D123C66}" dt="2021-12-07T10:28:05.602" v="2561" actId="14100"/>
          <ac:spMkLst>
            <pc:docMk/>
            <pc:sldMk cId="505979305" sldId="487"/>
            <ac:spMk id="23" creationId="{36D77B52-69E1-45EC-BB98-590F45ABEFD0}"/>
          </ac:spMkLst>
        </pc:spChg>
        <pc:spChg chg="mod">
          <ac:chgData name="Devinder Kaur" userId="89161a673412ba18" providerId="LiveId" clId="{02BAFCB6-52BE-469E-851C-FEC21D123C66}" dt="2021-12-07T10:28:05.602" v="2561" actId="14100"/>
          <ac:spMkLst>
            <pc:docMk/>
            <pc:sldMk cId="505979305" sldId="487"/>
            <ac:spMk id="24" creationId="{61DECEED-4AFC-4371-8365-8AC0289E4F07}"/>
          </ac:spMkLst>
        </pc:spChg>
        <pc:spChg chg="mod">
          <ac:chgData name="Devinder Kaur" userId="89161a673412ba18" providerId="LiveId" clId="{02BAFCB6-52BE-469E-851C-FEC21D123C66}" dt="2021-12-07T10:28:05.602" v="2561" actId="14100"/>
          <ac:spMkLst>
            <pc:docMk/>
            <pc:sldMk cId="505979305" sldId="487"/>
            <ac:spMk id="25" creationId="{125C148D-81EE-4870-9927-04C0AEF99DFC}"/>
          </ac:spMkLst>
        </pc:spChg>
        <pc:spChg chg="mod">
          <ac:chgData name="Devinder Kaur" userId="89161a673412ba18" providerId="LiveId" clId="{02BAFCB6-52BE-469E-851C-FEC21D123C66}" dt="2021-12-07T10:28:05.602" v="2561" actId="14100"/>
          <ac:spMkLst>
            <pc:docMk/>
            <pc:sldMk cId="505979305" sldId="487"/>
            <ac:spMk id="26" creationId="{9BDB5F1F-BFC2-4DF9-9631-5C8ECC882D2D}"/>
          </ac:spMkLst>
        </pc:spChg>
        <pc:spChg chg="mod">
          <ac:chgData name="Devinder Kaur" userId="89161a673412ba18" providerId="LiveId" clId="{02BAFCB6-52BE-469E-851C-FEC21D123C66}" dt="2021-12-07T10:28:05.602" v="2561" actId="14100"/>
          <ac:spMkLst>
            <pc:docMk/>
            <pc:sldMk cId="505979305" sldId="487"/>
            <ac:spMk id="27" creationId="{A6183665-3112-40D5-ADFF-B65A776F05E9}"/>
          </ac:spMkLst>
        </pc:spChg>
        <pc:spChg chg="mod">
          <ac:chgData name="Devinder Kaur" userId="89161a673412ba18" providerId="LiveId" clId="{02BAFCB6-52BE-469E-851C-FEC21D123C66}" dt="2021-12-07T10:28:05.602" v="2561" actId="14100"/>
          <ac:spMkLst>
            <pc:docMk/>
            <pc:sldMk cId="505979305" sldId="487"/>
            <ac:spMk id="28" creationId="{DC0E02DB-9B19-4775-9D29-6194E2BE5E1B}"/>
          </ac:spMkLst>
        </pc:spChg>
        <pc:spChg chg="mod">
          <ac:chgData name="Devinder Kaur" userId="89161a673412ba18" providerId="LiveId" clId="{02BAFCB6-52BE-469E-851C-FEC21D123C66}" dt="2021-12-07T10:28:05.602" v="2561" actId="14100"/>
          <ac:spMkLst>
            <pc:docMk/>
            <pc:sldMk cId="505979305" sldId="487"/>
            <ac:spMk id="29" creationId="{774DEB11-60BE-4419-9584-5AC9CE58CE77}"/>
          </ac:spMkLst>
        </pc:spChg>
        <pc:spChg chg="mod">
          <ac:chgData name="Devinder Kaur" userId="89161a673412ba18" providerId="LiveId" clId="{02BAFCB6-52BE-469E-851C-FEC21D123C66}" dt="2021-12-07T10:28:05.602" v="2561" actId="14100"/>
          <ac:spMkLst>
            <pc:docMk/>
            <pc:sldMk cId="505979305" sldId="487"/>
            <ac:spMk id="30" creationId="{A296A2E8-0C69-45B7-9077-1CF25A67FEAA}"/>
          </ac:spMkLst>
        </pc:spChg>
        <pc:spChg chg="mod">
          <ac:chgData name="Devinder Kaur" userId="89161a673412ba18" providerId="LiveId" clId="{02BAFCB6-52BE-469E-851C-FEC21D123C66}" dt="2021-12-07T10:28:05.602" v="2561" actId="14100"/>
          <ac:spMkLst>
            <pc:docMk/>
            <pc:sldMk cId="505979305" sldId="487"/>
            <ac:spMk id="31" creationId="{84394B10-F2F6-4547-B60C-726B5636E3CE}"/>
          </ac:spMkLst>
        </pc:spChg>
        <pc:spChg chg="mod">
          <ac:chgData name="Devinder Kaur" userId="89161a673412ba18" providerId="LiveId" clId="{02BAFCB6-52BE-469E-851C-FEC21D123C66}" dt="2021-12-07T10:28:05.602" v="2561" actId="14100"/>
          <ac:spMkLst>
            <pc:docMk/>
            <pc:sldMk cId="505979305" sldId="487"/>
            <ac:spMk id="32" creationId="{7D47E62F-A6BD-4BEF-94A0-BE28E99AD0E1}"/>
          </ac:spMkLst>
        </pc:spChg>
        <pc:spChg chg="mod">
          <ac:chgData name="Devinder Kaur" userId="89161a673412ba18" providerId="LiveId" clId="{02BAFCB6-52BE-469E-851C-FEC21D123C66}" dt="2021-12-07T10:28:05.602" v="2561" actId="14100"/>
          <ac:spMkLst>
            <pc:docMk/>
            <pc:sldMk cId="505979305" sldId="487"/>
            <ac:spMk id="33" creationId="{6A7A0C3F-7BF6-4375-88AF-8282F72BEB95}"/>
          </ac:spMkLst>
        </pc:spChg>
        <pc:spChg chg="mod">
          <ac:chgData name="Devinder Kaur" userId="89161a673412ba18" providerId="LiveId" clId="{02BAFCB6-52BE-469E-851C-FEC21D123C66}" dt="2021-12-07T10:28:05.602" v="2561" actId="14100"/>
          <ac:spMkLst>
            <pc:docMk/>
            <pc:sldMk cId="505979305" sldId="487"/>
            <ac:spMk id="34" creationId="{2A7758DA-042B-4A9D-A899-5ED8DD6B37C5}"/>
          </ac:spMkLst>
        </pc:spChg>
        <pc:spChg chg="mod">
          <ac:chgData name="Devinder Kaur" userId="89161a673412ba18" providerId="LiveId" clId="{02BAFCB6-52BE-469E-851C-FEC21D123C66}" dt="2021-12-07T10:28:05.602" v="2561" actId="14100"/>
          <ac:spMkLst>
            <pc:docMk/>
            <pc:sldMk cId="505979305" sldId="487"/>
            <ac:spMk id="35" creationId="{AD57ACF6-5EA9-4E4D-B09B-F2B51B13A444}"/>
          </ac:spMkLst>
        </pc:spChg>
        <pc:spChg chg="mod">
          <ac:chgData name="Devinder Kaur" userId="89161a673412ba18" providerId="LiveId" clId="{02BAFCB6-52BE-469E-851C-FEC21D123C66}" dt="2021-12-07T10:28:05.602" v="2561" actId="14100"/>
          <ac:spMkLst>
            <pc:docMk/>
            <pc:sldMk cId="505979305" sldId="487"/>
            <ac:spMk id="36" creationId="{9CC3D990-2D90-4BEA-8FB4-85CB6770509B}"/>
          </ac:spMkLst>
        </pc:spChg>
        <pc:spChg chg="mod">
          <ac:chgData name="Devinder Kaur" userId="89161a673412ba18" providerId="LiveId" clId="{02BAFCB6-52BE-469E-851C-FEC21D123C66}" dt="2021-12-07T10:28:05.602" v="2561" actId="14100"/>
          <ac:spMkLst>
            <pc:docMk/>
            <pc:sldMk cId="505979305" sldId="487"/>
            <ac:spMk id="37" creationId="{CCA69E97-4904-41AE-828F-47B6D951484E}"/>
          </ac:spMkLst>
        </pc:spChg>
        <pc:grpChg chg="add mod">
          <ac:chgData name="Devinder Kaur" userId="89161a673412ba18" providerId="LiveId" clId="{02BAFCB6-52BE-469E-851C-FEC21D123C66}" dt="2021-12-07T10:28:05.602" v="2561" actId="14100"/>
          <ac:grpSpMkLst>
            <pc:docMk/>
            <pc:sldMk cId="505979305" sldId="487"/>
            <ac:grpSpMk id="5" creationId="{767B0093-FB91-4EC2-B073-7BA181C2D82F}"/>
          </ac:grpSpMkLst>
        </pc:grpChg>
        <pc:grpChg chg="mod">
          <ac:chgData name="Devinder Kaur" userId="89161a673412ba18" providerId="LiveId" clId="{02BAFCB6-52BE-469E-851C-FEC21D123C66}" dt="2021-12-07T10:28:05.602" v="2561" actId="14100"/>
          <ac:grpSpMkLst>
            <pc:docMk/>
            <pc:sldMk cId="505979305" sldId="487"/>
            <ac:grpSpMk id="19" creationId="{2347CE4E-D592-4551-AF8D-A8365C161E1B}"/>
          </ac:grpSpMkLst>
        </pc:grpChg>
        <pc:grpChg chg="mod">
          <ac:chgData name="Devinder Kaur" userId="89161a673412ba18" providerId="LiveId" clId="{02BAFCB6-52BE-469E-851C-FEC21D123C66}" dt="2021-12-07T10:28:05.602" v="2561" actId="14100"/>
          <ac:grpSpMkLst>
            <pc:docMk/>
            <pc:sldMk cId="505979305" sldId="487"/>
            <ac:grpSpMk id="20" creationId="{84BF4FE0-ECDC-4C0F-A04B-DDA7DE610F48}"/>
          </ac:grpSpMkLst>
        </pc:grpChg>
        <pc:grpChg chg="mod">
          <ac:chgData name="Devinder Kaur" userId="89161a673412ba18" providerId="LiveId" clId="{02BAFCB6-52BE-469E-851C-FEC21D123C66}" dt="2021-12-07T10:28:05.602" v="2561" actId="14100"/>
          <ac:grpSpMkLst>
            <pc:docMk/>
            <pc:sldMk cId="505979305" sldId="487"/>
            <ac:grpSpMk id="21" creationId="{C6229F85-9777-436B-8E93-DC3BF22FBE56}"/>
          </ac:grpSpMkLst>
        </pc:grpChg>
        <pc:grpChg chg="mod">
          <ac:chgData name="Devinder Kaur" userId="89161a673412ba18" providerId="LiveId" clId="{02BAFCB6-52BE-469E-851C-FEC21D123C66}" dt="2021-12-07T10:28:05.602" v="2561" actId="14100"/>
          <ac:grpSpMkLst>
            <pc:docMk/>
            <pc:sldMk cId="505979305" sldId="487"/>
            <ac:grpSpMk id="22" creationId="{4E936D88-9AF8-4570-9DD6-1519F0E77813}"/>
          </ac:grpSpMkLst>
        </pc:grpChg>
        <pc:picChg chg="mod">
          <ac:chgData name="Devinder Kaur" userId="89161a673412ba18" providerId="LiveId" clId="{02BAFCB6-52BE-469E-851C-FEC21D123C66}" dt="2021-12-07T10:28:05.602" v="2561" actId="14100"/>
          <ac:picMkLst>
            <pc:docMk/>
            <pc:sldMk cId="505979305" sldId="487"/>
            <ac:picMk id="6" creationId="{E16BCA0D-F4F4-43A4-AA45-A150597287FB}"/>
          </ac:picMkLst>
        </pc:picChg>
      </pc:sldChg>
      <pc:sldChg chg="addSp delSp modSp new del mod">
        <pc:chgData name="Devinder Kaur" userId="89161a673412ba18" providerId="LiveId" clId="{02BAFCB6-52BE-469E-851C-FEC21D123C66}" dt="2021-11-30T08:51:13.900" v="2344" actId="47"/>
        <pc:sldMkLst>
          <pc:docMk/>
          <pc:sldMk cId="1787953553" sldId="487"/>
        </pc:sldMkLst>
        <pc:spChg chg="mod">
          <ac:chgData name="Devinder Kaur" userId="89161a673412ba18" providerId="LiveId" clId="{02BAFCB6-52BE-469E-851C-FEC21D123C66}" dt="2021-11-30T08:36:36.875" v="2235" actId="1036"/>
          <ac:spMkLst>
            <pc:docMk/>
            <pc:sldMk cId="1787953553" sldId="487"/>
            <ac:spMk id="5" creationId="{071E68E4-C58E-4DFB-9BD0-512F3DFE1F01}"/>
          </ac:spMkLst>
        </pc:spChg>
        <pc:spChg chg="mod">
          <ac:chgData name="Devinder Kaur" userId="89161a673412ba18" providerId="LiveId" clId="{02BAFCB6-52BE-469E-851C-FEC21D123C66}" dt="2021-11-30T08:36:36.875" v="2235" actId="1036"/>
          <ac:spMkLst>
            <pc:docMk/>
            <pc:sldMk cId="1787953553" sldId="487"/>
            <ac:spMk id="6" creationId="{96DEEDE5-EC5B-444A-9314-C1CCCCBA2BE5}"/>
          </ac:spMkLst>
        </pc:spChg>
        <pc:spChg chg="mod">
          <ac:chgData name="Devinder Kaur" userId="89161a673412ba18" providerId="LiveId" clId="{02BAFCB6-52BE-469E-851C-FEC21D123C66}" dt="2021-11-30T08:36:36.875" v="2235" actId="1036"/>
          <ac:spMkLst>
            <pc:docMk/>
            <pc:sldMk cId="1787953553" sldId="487"/>
            <ac:spMk id="7" creationId="{4780E02E-C050-4F73-B86F-F082DD196712}"/>
          </ac:spMkLst>
        </pc:spChg>
        <pc:spChg chg="mod">
          <ac:chgData name="Devinder Kaur" userId="89161a673412ba18" providerId="LiveId" clId="{02BAFCB6-52BE-469E-851C-FEC21D123C66}" dt="2021-11-30T08:36:36.875" v="2235" actId="1036"/>
          <ac:spMkLst>
            <pc:docMk/>
            <pc:sldMk cId="1787953553" sldId="487"/>
            <ac:spMk id="8" creationId="{84BC6DA5-98AE-48DD-AA3C-7181B0E047A3}"/>
          </ac:spMkLst>
        </pc:spChg>
        <pc:spChg chg="mod">
          <ac:chgData name="Devinder Kaur" userId="89161a673412ba18" providerId="LiveId" clId="{02BAFCB6-52BE-469E-851C-FEC21D123C66}" dt="2021-11-30T08:36:36.875" v="2235" actId="1036"/>
          <ac:spMkLst>
            <pc:docMk/>
            <pc:sldMk cId="1787953553" sldId="487"/>
            <ac:spMk id="9" creationId="{B621B81F-8A06-4C58-A90B-65F61CC742CC}"/>
          </ac:spMkLst>
        </pc:spChg>
        <pc:spChg chg="mod">
          <ac:chgData name="Devinder Kaur" userId="89161a673412ba18" providerId="LiveId" clId="{02BAFCB6-52BE-469E-851C-FEC21D123C66}" dt="2021-11-30T08:36:36.875" v="2235" actId="1036"/>
          <ac:spMkLst>
            <pc:docMk/>
            <pc:sldMk cId="1787953553" sldId="487"/>
            <ac:spMk id="10" creationId="{B5C81BFE-D34D-4EC0-9A1E-82FF5FB4339A}"/>
          </ac:spMkLst>
        </pc:spChg>
        <pc:spChg chg="mod">
          <ac:chgData name="Devinder Kaur" userId="89161a673412ba18" providerId="LiveId" clId="{02BAFCB6-52BE-469E-851C-FEC21D123C66}" dt="2021-11-30T08:36:36.875" v="2235" actId="1036"/>
          <ac:spMkLst>
            <pc:docMk/>
            <pc:sldMk cId="1787953553" sldId="487"/>
            <ac:spMk id="11" creationId="{8F6A1413-8CE2-47D1-AB4E-878E2512C561}"/>
          </ac:spMkLst>
        </pc:spChg>
        <pc:spChg chg="mod">
          <ac:chgData name="Devinder Kaur" userId="89161a673412ba18" providerId="LiveId" clId="{02BAFCB6-52BE-469E-851C-FEC21D123C66}" dt="2021-11-30T08:36:36.875" v="2235" actId="1036"/>
          <ac:spMkLst>
            <pc:docMk/>
            <pc:sldMk cId="1787953553" sldId="487"/>
            <ac:spMk id="12" creationId="{81C5A557-AE41-4125-8529-8ED5194A6852}"/>
          </ac:spMkLst>
        </pc:spChg>
        <pc:spChg chg="mod">
          <ac:chgData name="Devinder Kaur" userId="89161a673412ba18" providerId="LiveId" clId="{02BAFCB6-52BE-469E-851C-FEC21D123C66}" dt="2021-11-30T08:36:36.875" v="2235" actId="1036"/>
          <ac:spMkLst>
            <pc:docMk/>
            <pc:sldMk cId="1787953553" sldId="487"/>
            <ac:spMk id="13" creationId="{5BA9B0F8-211D-4DC4-96A9-1B9ACB86CA34}"/>
          </ac:spMkLst>
        </pc:spChg>
        <pc:spChg chg="mod">
          <ac:chgData name="Devinder Kaur" userId="89161a673412ba18" providerId="LiveId" clId="{02BAFCB6-52BE-469E-851C-FEC21D123C66}" dt="2021-11-30T08:36:36.875" v="2235" actId="1036"/>
          <ac:spMkLst>
            <pc:docMk/>
            <pc:sldMk cId="1787953553" sldId="487"/>
            <ac:spMk id="15" creationId="{EFF3AD25-DF78-4816-8192-706647221208}"/>
          </ac:spMkLst>
        </pc:spChg>
        <pc:spChg chg="mod">
          <ac:chgData name="Devinder Kaur" userId="89161a673412ba18" providerId="LiveId" clId="{02BAFCB6-52BE-469E-851C-FEC21D123C66}" dt="2021-11-30T08:36:36.875" v="2235" actId="1036"/>
          <ac:spMkLst>
            <pc:docMk/>
            <pc:sldMk cId="1787953553" sldId="487"/>
            <ac:spMk id="16" creationId="{3287CC46-63F5-4BA8-8600-3505D0CACC4B}"/>
          </ac:spMkLst>
        </pc:spChg>
        <pc:spChg chg="mod">
          <ac:chgData name="Devinder Kaur" userId="89161a673412ba18" providerId="LiveId" clId="{02BAFCB6-52BE-469E-851C-FEC21D123C66}" dt="2021-11-30T08:36:36.875" v="2235" actId="1036"/>
          <ac:spMkLst>
            <pc:docMk/>
            <pc:sldMk cId="1787953553" sldId="487"/>
            <ac:spMk id="17" creationId="{A1105C70-C292-49DA-893E-7362FEBC791C}"/>
          </ac:spMkLst>
        </pc:spChg>
        <pc:spChg chg="mod">
          <ac:chgData name="Devinder Kaur" userId="89161a673412ba18" providerId="LiveId" clId="{02BAFCB6-52BE-469E-851C-FEC21D123C66}" dt="2021-11-30T08:36:36.875" v="2235" actId="1036"/>
          <ac:spMkLst>
            <pc:docMk/>
            <pc:sldMk cId="1787953553" sldId="487"/>
            <ac:spMk id="18" creationId="{A7E8C375-EB10-4CBD-8D3C-F9EFDED57DAA}"/>
          </ac:spMkLst>
        </pc:spChg>
        <pc:spChg chg="add mod">
          <ac:chgData name="Devinder Kaur" userId="89161a673412ba18" providerId="LiveId" clId="{02BAFCB6-52BE-469E-851C-FEC21D123C66}" dt="2021-11-30T08:36:24.178" v="2206"/>
          <ac:spMkLst>
            <pc:docMk/>
            <pc:sldMk cId="1787953553" sldId="487"/>
            <ac:spMk id="19" creationId="{7B783CCD-EF81-4F34-B59B-3C2EA84B473D}"/>
          </ac:spMkLst>
        </pc:spChg>
        <pc:grpChg chg="add del mod">
          <ac:chgData name="Devinder Kaur" userId="89161a673412ba18" providerId="LiveId" clId="{02BAFCB6-52BE-469E-851C-FEC21D123C66}" dt="2021-11-30T08:42:38.476" v="2267" actId="21"/>
          <ac:grpSpMkLst>
            <pc:docMk/>
            <pc:sldMk cId="1787953553" sldId="487"/>
            <ac:grpSpMk id="3" creationId="{4D48DDE2-66F1-4078-AC91-E6673F9E2D15}"/>
          </ac:grpSpMkLst>
        </pc:grpChg>
        <pc:grpChg chg="mod">
          <ac:chgData name="Devinder Kaur" userId="89161a673412ba18" providerId="LiveId" clId="{02BAFCB6-52BE-469E-851C-FEC21D123C66}" dt="2021-11-30T08:36:36.875" v="2235" actId="1036"/>
          <ac:grpSpMkLst>
            <pc:docMk/>
            <pc:sldMk cId="1787953553" sldId="487"/>
            <ac:grpSpMk id="14" creationId="{3EB5B86F-D4FF-4132-A4BF-442F930A0EBF}"/>
          </ac:grpSpMkLst>
        </pc:grpChg>
        <pc:picChg chg="mod">
          <ac:chgData name="Devinder Kaur" userId="89161a673412ba18" providerId="LiveId" clId="{02BAFCB6-52BE-469E-851C-FEC21D123C66}" dt="2021-11-30T08:36:36.875" v="2235" actId="1036"/>
          <ac:picMkLst>
            <pc:docMk/>
            <pc:sldMk cId="1787953553" sldId="487"/>
            <ac:picMk id="4" creationId="{1B4CC388-67FD-4E91-9EC1-EA204BDB4529}"/>
          </ac:picMkLst>
        </pc:picChg>
        <pc:picChg chg="add del">
          <ac:chgData name="Devinder Kaur" userId="89161a673412ba18" providerId="LiveId" clId="{02BAFCB6-52BE-469E-851C-FEC21D123C66}" dt="2021-11-30T08:47:48.279" v="2281" actId="478"/>
          <ac:picMkLst>
            <pc:docMk/>
            <pc:sldMk cId="1787953553" sldId="487"/>
            <ac:picMk id="20" creationId="{996E9363-6A55-41AD-AACD-14C41A44B912}"/>
          </ac:picMkLst>
        </pc:picChg>
      </pc:sldChg>
      <pc:sldChg chg="addSp delSp modSp new mod modNotesTx">
        <pc:chgData name="Devinder Kaur" userId="89161a673412ba18" providerId="LiveId" clId="{02BAFCB6-52BE-469E-851C-FEC21D123C66}" dt="2021-11-30T09:21:07.875" v="2433" actId="22"/>
        <pc:sldMkLst>
          <pc:docMk/>
          <pc:sldMk cId="892209231" sldId="488"/>
        </pc:sldMkLst>
        <pc:spChg chg="mod">
          <ac:chgData name="Devinder Kaur" userId="89161a673412ba18" providerId="LiveId" clId="{02BAFCB6-52BE-469E-851C-FEC21D123C66}" dt="2021-11-30T08:59:44.956" v="2401" actId="113"/>
          <ac:spMkLst>
            <pc:docMk/>
            <pc:sldMk cId="892209231" sldId="488"/>
            <ac:spMk id="2" creationId="{112FCE2E-03DC-4E65-9E00-06EA92823A53}"/>
          </ac:spMkLst>
        </pc:spChg>
        <pc:spChg chg="mod">
          <ac:chgData name="Devinder Kaur" userId="89161a673412ba18" providerId="LiveId" clId="{02BAFCB6-52BE-469E-851C-FEC21D123C66}" dt="2021-11-30T09:06:04.833" v="2428" actId="14100"/>
          <ac:spMkLst>
            <pc:docMk/>
            <pc:sldMk cId="892209231" sldId="488"/>
            <ac:spMk id="3" creationId="{12F243F8-03DD-406E-AB49-FD4EC283EF82}"/>
          </ac:spMkLst>
        </pc:spChg>
        <pc:spChg chg="add del">
          <ac:chgData name="Devinder Kaur" userId="89161a673412ba18" providerId="LiveId" clId="{02BAFCB6-52BE-469E-851C-FEC21D123C66}" dt="2021-11-30T09:21:07.875" v="2433" actId="22"/>
          <ac:spMkLst>
            <pc:docMk/>
            <pc:sldMk cId="892209231" sldId="488"/>
            <ac:spMk id="6" creationId="{C3D2274D-0E36-4DB3-AB17-27D8105030B3}"/>
          </ac:spMkLst>
        </pc:spChg>
      </pc:sldChg>
      <pc:sldChg chg="new del">
        <pc:chgData name="Devinder Kaur" userId="89161a673412ba18" providerId="LiveId" clId="{02BAFCB6-52BE-469E-851C-FEC21D123C66}" dt="2021-11-30T09:06:54.656" v="2431" actId="47"/>
        <pc:sldMkLst>
          <pc:docMk/>
          <pc:sldMk cId="3511031665" sldId="489"/>
        </pc:sldMkLst>
      </pc:sldChg>
      <pc:sldChg chg="addSp modSp new del mod">
        <pc:chgData name="Devinder Kaur" userId="89161a673412ba18" providerId="LiveId" clId="{02BAFCB6-52BE-469E-851C-FEC21D123C66}" dt="2021-11-30T09:22:27.189" v="2442" actId="2696"/>
        <pc:sldMkLst>
          <pc:docMk/>
          <pc:sldMk cId="4248643097" sldId="489"/>
        </pc:sldMkLst>
        <pc:picChg chg="add mod">
          <ac:chgData name="Devinder Kaur" userId="89161a673412ba18" providerId="LiveId" clId="{02BAFCB6-52BE-469E-851C-FEC21D123C66}" dt="2021-11-30T09:21:38.166" v="2437" actId="14100"/>
          <ac:picMkLst>
            <pc:docMk/>
            <pc:sldMk cId="4248643097" sldId="489"/>
            <ac:picMk id="3" creationId="{4DC7F531-553A-4C18-B95D-DAB1023F5586}"/>
          </ac:picMkLst>
        </pc:picChg>
      </pc:sldChg>
      <pc:sldChg chg="addSp modSp new del mod">
        <pc:chgData name="Devinder Kaur" userId="89161a673412ba18" providerId="LiveId" clId="{02BAFCB6-52BE-469E-851C-FEC21D123C66}" dt="2021-11-30T09:22:27.189" v="2442" actId="2696"/>
        <pc:sldMkLst>
          <pc:docMk/>
          <pc:sldMk cId="1232407643" sldId="490"/>
        </pc:sldMkLst>
        <pc:picChg chg="add mod">
          <ac:chgData name="Devinder Kaur" userId="89161a673412ba18" providerId="LiveId" clId="{02BAFCB6-52BE-469E-851C-FEC21D123C66}" dt="2021-11-30T09:22:07.541" v="2441" actId="14100"/>
          <ac:picMkLst>
            <pc:docMk/>
            <pc:sldMk cId="1232407643" sldId="490"/>
            <ac:picMk id="3" creationId="{35689845-9ABE-45ED-A763-4956B9968C44}"/>
          </ac:picMkLst>
        </pc:picChg>
      </pc:sldChg>
      <pc:sldChg chg="addSp modSp new mod">
        <pc:chgData name="Devinder Kaur" userId="89161a673412ba18" providerId="LiveId" clId="{02BAFCB6-52BE-469E-851C-FEC21D123C66}" dt="2021-12-07T10:08:53.384" v="2556" actId="14100"/>
        <pc:sldMkLst>
          <pc:docMk/>
          <pc:sldMk cId="4156100645" sldId="491"/>
        </pc:sldMkLst>
        <pc:picChg chg="add mod">
          <ac:chgData name="Devinder Kaur" userId="89161a673412ba18" providerId="LiveId" clId="{02BAFCB6-52BE-469E-851C-FEC21D123C66}" dt="2021-12-07T10:08:53.384" v="2556" actId="14100"/>
          <ac:picMkLst>
            <pc:docMk/>
            <pc:sldMk cId="4156100645" sldId="491"/>
            <ac:picMk id="3" creationId="{EC59C3E4-5BE0-4BE8-81CE-777BE9EEDB90}"/>
          </ac:picMkLst>
        </pc:picChg>
      </pc:sldChg>
    </pc:docChg>
  </pc:docChgLst>
  <pc:docChgLst>
    <pc:chgData name="Devinder Kaur" userId="89161a673412ba18" providerId="LiveId" clId="{20314EB2-1012-4540-8249-5ED490E8EAC8}"/>
    <pc:docChg chg="undo custSel modSld">
      <pc:chgData name="Devinder Kaur" userId="89161a673412ba18" providerId="LiveId" clId="{20314EB2-1012-4540-8249-5ED490E8EAC8}" dt="2022-03-29T09:46:30.827" v="152" actId="14100"/>
      <pc:docMkLst>
        <pc:docMk/>
      </pc:docMkLst>
      <pc:sldChg chg="modSp mod">
        <pc:chgData name="Devinder Kaur" userId="89161a673412ba18" providerId="LiveId" clId="{20314EB2-1012-4540-8249-5ED490E8EAC8}" dt="2022-03-29T04:06:06.611" v="33" actId="14100"/>
        <pc:sldMkLst>
          <pc:docMk/>
          <pc:sldMk cId="2247371207" sldId="281"/>
        </pc:sldMkLst>
        <pc:spChg chg="mod">
          <ac:chgData name="Devinder Kaur" userId="89161a673412ba18" providerId="LiveId" clId="{20314EB2-1012-4540-8249-5ED490E8EAC8}" dt="2022-03-29T04:05:29.803" v="31" actId="1035"/>
          <ac:spMkLst>
            <pc:docMk/>
            <pc:sldMk cId="2247371207" sldId="281"/>
            <ac:spMk id="12291" creationId="{00000000-0000-0000-0000-000000000000}"/>
          </ac:spMkLst>
        </pc:spChg>
        <pc:picChg chg="mod">
          <ac:chgData name="Devinder Kaur" userId="89161a673412ba18" providerId="LiveId" clId="{20314EB2-1012-4540-8249-5ED490E8EAC8}" dt="2022-03-29T04:06:06.611" v="33" actId="14100"/>
          <ac:picMkLst>
            <pc:docMk/>
            <pc:sldMk cId="2247371207" sldId="281"/>
            <ac:picMk id="1028" creationId="{00000000-0000-0000-0000-000000000000}"/>
          </ac:picMkLst>
        </pc:picChg>
      </pc:sldChg>
      <pc:sldChg chg="modSp">
        <pc:chgData name="Devinder Kaur" userId="89161a673412ba18" providerId="LiveId" clId="{20314EB2-1012-4540-8249-5ED490E8EAC8}" dt="2022-03-29T04:06:32.732" v="51" actId="1035"/>
        <pc:sldMkLst>
          <pc:docMk/>
          <pc:sldMk cId="4075529772" sldId="282"/>
        </pc:sldMkLst>
        <pc:spChg chg="mod">
          <ac:chgData name="Devinder Kaur" userId="89161a673412ba18" providerId="LiveId" clId="{20314EB2-1012-4540-8249-5ED490E8EAC8}" dt="2022-03-29T04:06:32.732" v="51" actId="1035"/>
          <ac:spMkLst>
            <pc:docMk/>
            <pc:sldMk cId="4075529772" sldId="282"/>
            <ac:spMk id="4" creationId="{00000000-0000-0000-0000-000000000000}"/>
          </ac:spMkLst>
        </pc:spChg>
        <pc:spChg chg="mod">
          <ac:chgData name="Devinder Kaur" userId="89161a673412ba18" providerId="LiveId" clId="{20314EB2-1012-4540-8249-5ED490E8EAC8}" dt="2022-03-29T04:06:25.182" v="42" actId="1035"/>
          <ac:spMkLst>
            <pc:docMk/>
            <pc:sldMk cId="4075529772" sldId="282"/>
            <ac:spMk id="13314" creationId="{00000000-0000-0000-0000-000000000000}"/>
          </ac:spMkLst>
        </pc:spChg>
      </pc:sldChg>
      <pc:sldChg chg="modSp mod">
        <pc:chgData name="Devinder Kaur" userId="89161a673412ba18" providerId="LiveId" clId="{20314EB2-1012-4540-8249-5ED490E8EAC8}" dt="2022-03-29T04:05:16.999" v="14" actId="404"/>
        <pc:sldMkLst>
          <pc:docMk/>
          <pc:sldMk cId="3335671634" sldId="385"/>
        </pc:sldMkLst>
        <pc:graphicFrameChg chg="modGraphic">
          <ac:chgData name="Devinder Kaur" userId="89161a673412ba18" providerId="LiveId" clId="{20314EB2-1012-4540-8249-5ED490E8EAC8}" dt="2022-03-29T04:05:16.999" v="14" actId="404"/>
          <ac:graphicFrameMkLst>
            <pc:docMk/>
            <pc:sldMk cId="3335671634" sldId="385"/>
            <ac:graphicFrameMk id="3" creationId="{36D5A412-A859-4982-BE4E-141E4C725F58}"/>
          </ac:graphicFrameMkLst>
        </pc:graphicFrameChg>
      </pc:sldChg>
      <pc:sldChg chg="modSp mod">
        <pc:chgData name="Devinder Kaur" userId="89161a673412ba18" providerId="LiveId" clId="{20314EB2-1012-4540-8249-5ED490E8EAC8}" dt="2022-03-29T04:06:12.863" v="34" actId="404"/>
        <pc:sldMkLst>
          <pc:docMk/>
          <pc:sldMk cId="3435598254" sldId="386"/>
        </pc:sldMkLst>
        <pc:graphicFrameChg chg="modGraphic">
          <ac:chgData name="Devinder Kaur" userId="89161a673412ba18" providerId="LiveId" clId="{20314EB2-1012-4540-8249-5ED490E8EAC8}" dt="2022-03-29T04:06:12.863" v="34" actId="404"/>
          <ac:graphicFrameMkLst>
            <pc:docMk/>
            <pc:sldMk cId="3435598254" sldId="386"/>
            <ac:graphicFrameMk id="3" creationId="{0758E3F2-E22C-41A3-85FD-96B45CA70D4C}"/>
          </ac:graphicFrameMkLst>
        </pc:graphicFrameChg>
      </pc:sldChg>
      <pc:sldChg chg="modSp mod">
        <pc:chgData name="Devinder Kaur" userId="89161a673412ba18" providerId="LiveId" clId="{20314EB2-1012-4540-8249-5ED490E8EAC8}" dt="2022-03-29T04:07:06.480" v="61" actId="1035"/>
        <pc:sldMkLst>
          <pc:docMk/>
          <pc:sldMk cId="2444923482" sldId="387"/>
        </pc:sldMkLst>
        <pc:graphicFrameChg chg="mod modGraphic">
          <ac:chgData name="Devinder Kaur" userId="89161a673412ba18" providerId="LiveId" clId="{20314EB2-1012-4540-8249-5ED490E8EAC8}" dt="2022-03-29T04:07:06.480" v="61" actId="1035"/>
          <ac:graphicFrameMkLst>
            <pc:docMk/>
            <pc:sldMk cId="2444923482" sldId="387"/>
            <ac:graphicFrameMk id="3" creationId="{F7819030-7728-4EE9-AFD2-241F5FE7F921}"/>
          </ac:graphicFrameMkLst>
        </pc:graphicFrameChg>
      </pc:sldChg>
      <pc:sldChg chg="modSp mod">
        <pc:chgData name="Devinder Kaur" userId="89161a673412ba18" providerId="LiveId" clId="{20314EB2-1012-4540-8249-5ED490E8EAC8}" dt="2022-03-29T04:08:05.374" v="146" actId="1035"/>
        <pc:sldMkLst>
          <pc:docMk/>
          <pc:sldMk cId="2624573286" sldId="388"/>
        </pc:sldMkLst>
        <pc:spChg chg="mod">
          <ac:chgData name="Devinder Kaur" userId="89161a673412ba18" providerId="LiveId" clId="{20314EB2-1012-4540-8249-5ED490E8EAC8}" dt="2022-03-29T04:08:01.531" v="135" actId="14100"/>
          <ac:spMkLst>
            <pc:docMk/>
            <pc:sldMk cId="2624573286" sldId="388"/>
            <ac:spMk id="5" creationId="{471CADDF-6235-42AD-B39F-5C8B45EDE5F7}"/>
          </ac:spMkLst>
        </pc:spChg>
        <pc:picChg chg="mod">
          <ac:chgData name="Devinder Kaur" userId="89161a673412ba18" providerId="LiveId" clId="{20314EB2-1012-4540-8249-5ED490E8EAC8}" dt="2022-03-29T04:07:51.279" v="124" actId="1037"/>
          <ac:picMkLst>
            <pc:docMk/>
            <pc:sldMk cId="2624573286" sldId="388"/>
            <ac:picMk id="3" creationId="{D7F56B56-C88F-4F78-8D42-D9AB66F0C3FD}"/>
          </ac:picMkLst>
        </pc:picChg>
        <pc:picChg chg="mod">
          <ac:chgData name="Devinder Kaur" userId="89161a673412ba18" providerId="LiveId" clId="{20314EB2-1012-4540-8249-5ED490E8EAC8}" dt="2022-03-29T04:08:05.374" v="146" actId="1035"/>
          <ac:picMkLst>
            <pc:docMk/>
            <pc:sldMk cId="2624573286" sldId="388"/>
            <ac:picMk id="4" creationId="{B2784749-4EA3-4074-A224-27BCB21DAA45}"/>
          </ac:picMkLst>
        </pc:picChg>
        <pc:picChg chg="mod">
          <ac:chgData name="Devinder Kaur" userId="89161a673412ba18" providerId="LiveId" clId="{20314EB2-1012-4540-8249-5ED490E8EAC8}" dt="2022-03-29T04:07:57.529" v="134" actId="1038"/>
          <ac:picMkLst>
            <pc:docMk/>
            <pc:sldMk cId="2624573286" sldId="388"/>
            <ac:picMk id="6" creationId="{24538359-62DE-4B69-952F-F695118DB4C9}"/>
          </ac:picMkLst>
        </pc:picChg>
      </pc:sldChg>
      <pc:sldChg chg="modSp">
        <pc:chgData name="Devinder Kaur" userId="89161a673412ba18" providerId="LiveId" clId="{20314EB2-1012-4540-8249-5ED490E8EAC8}" dt="2022-03-29T04:08:40.055" v="149" actId="113"/>
        <pc:sldMkLst>
          <pc:docMk/>
          <pc:sldMk cId="1912555942" sldId="389"/>
        </pc:sldMkLst>
        <pc:graphicFrameChg chg="mod">
          <ac:chgData name="Devinder Kaur" userId="89161a673412ba18" providerId="LiveId" clId="{20314EB2-1012-4540-8249-5ED490E8EAC8}" dt="2022-03-29T04:08:40.055" v="149" actId="113"/>
          <ac:graphicFrameMkLst>
            <pc:docMk/>
            <pc:sldMk cId="1912555942" sldId="389"/>
            <ac:graphicFrameMk id="3" creationId="{1946E517-4796-4798-B5B9-33B3B917C5A2}"/>
          </ac:graphicFrameMkLst>
        </pc:graphicFrameChg>
      </pc:sldChg>
      <pc:sldChg chg="modSp mod">
        <pc:chgData name="Devinder Kaur" userId="89161a673412ba18" providerId="LiveId" clId="{20314EB2-1012-4540-8249-5ED490E8EAC8}" dt="2022-03-29T04:05:10.881" v="13" actId="404"/>
        <pc:sldMkLst>
          <pc:docMk/>
          <pc:sldMk cId="1821159219" sldId="390"/>
        </pc:sldMkLst>
        <pc:graphicFrameChg chg="modGraphic">
          <ac:chgData name="Devinder Kaur" userId="89161a673412ba18" providerId="LiveId" clId="{20314EB2-1012-4540-8249-5ED490E8EAC8}" dt="2022-03-29T04:05:10.881" v="13" actId="404"/>
          <ac:graphicFrameMkLst>
            <pc:docMk/>
            <pc:sldMk cId="1821159219" sldId="390"/>
            <ac:graphicFrameMk id="3" creationId="{7E641CA4-3FBE-4F35-A0D8-EE636814BDB0}"/>
          </ac:graphicFrameMkLst>
        </pc:graphicFrameChg>
      </pc:sldChg>
      <pc:sldChg chg="modSp mod">
        <pc:chgData name="Devinder Kaur" userId="89161a673412ba18" providerId="LiveId" clId="{20314EB2-1012-4540-8249-5ED490E8EAC8}" dt="2022-03-29T04:07:18.643" v="63" actId="14100"/>
        <pc:sldMkLst>
          <pc:docMk/>
          <pc:sldMk cId="2909079257" sldId="392"/>
        </pc:sldMkLst>
        <pc:spChg chg="mod">
          <ac:chgData name="Devinder Kaur" userId="89161a673412ba18" providerId="LiveId" clId="{20314EB2-1012-4540-8249-5ED490E8EAC8}" dt="2022-03-29T04:07:18.643" v="63" actId="14100"/>
          <ac:spMkLst>
            <pc:docMk/>
            <pc:sldMk cId="2909079257" sldId="392"/>
            <ac:spMk id="15363" creationId="{00000000-0000-0000-0000-000000000000}"/>
          </ac:spMkLst>
        </pc:spChg>
      </pc:sldChg>
      <pc:sldChg chg="modSp mod">
        <pc:chgData name="Devinder Kaur" userId="89161a673412ba18" providerId="LiveId" clId="{20314EB2-1012-4540-8249-5ED490E8EAC8}" dt="2022-03-28T06:54:12.038" v="2" actId="113"/>
        <pc:sldMkLst>
          <pc:docMk/>
          <pc:sldMk cId="4071459864" sldId="413"/>
        </pc:sldMkLst>
        <pc:spChg chg="mod">
          <ac:chgData name="Devinder Kaur" userId="89161a673412ba18" providerId="LiveId" clId="{20314EB2-1012-4540-8249-5ED490E8EAC8}" dt="2022-03-28T06:54:12.038" v="2" actId="113"/>
          <ac:spMkLst>
            <pc:docMk/>
            <pc:sldMk cId="4071459864" sldId="413"/>
            <ac:spMk id="10" creationId="{A70AFDDE-C1E9-4069-BA0E-709B2100C263}"/>
          </ac:spMkLst>
        </pc:spChg>
      </pc:sldChg>
      <pc:sldChg chg="modSp mod">
        <pc:chgData name="Devinder Kaur" userId="89161a673412ba18" providerId="LiveId" clId="{20314EB2-1012-4540-8249-5ED490E8EAC8}" dt="2022-03-28T06:55:12.358" v="5" actId="113"/>
        <pc:sldMkLst>
          <pc:docMk/>
          <pc:sldMk cId="148353152" sldId="414"/>
        </pc:sldMkLst>
        <pc:spChg chg="mod">
          <ac:chgData name="Devinder Kaur" userId="89161a673412ba18" providerId="LiveId" clId="{20314EB2-1012-4540-8249-5ED490E8EAC8}" dt="2022-03-28T06:55:12.358" v="5" actId="113"/>
          <ac:spMkLst>
            <pc:docMk/>
            <pc:sldMk cId="148353152" sldId="414"/>
            <ac:spMk id="4" creationId="{602170EC-7D08-4800-81ED-35FE67848785}"/>
          </ac:spMkLst>
        </pc:spChg>
      </pc:sldChg>
      <pc:sldChg chg="modSp mod">
        <pc:chgData name="Devinder Kaur" userId="89161a673412ba18" providerId="LiveId" clId="{20314EB2-1012-4540-8249-5ED490E8EAC8}" dt="2022-03-28T06:56:15.926" v="9" actId="113"/>
        <pc:sldMkLst>
          <pc:docMk/>
          <pc:sldMk cId="866207403" sldId="415"/>
        </pc:sldMkLst>
        <pc:spChg chg="mod">
          <ac:chgData name="Devinder Kaur" userId="89161a673412ba18" providerId="LiveId" clId="{20314EB2-1012-4540-8249-5ED490E8EAC8}" dt="2022-03-28T06:56:15.926" v="9" actId="113"/>
          <ac:spMkLst>
            <pc:docMk/>
            <pc:sldMk cId="866207403" sldId="415"/>
            <ac:spMk id="4" creationId="{6E2C83CF-9FE2-4DAF-840C-4D50AB3F0E41}"/>
          </ac:spMkLst>
        </pc:spChg>
      </pc:sldChg>
      <pc:sldChg chg="modSp mod">
        <pc:chgData name="Devinder Kaur" userId="89161a673412ba18" providerId="LiveId" clId="{20314EB2-1012-4540-8249-5ED490E8EAC8}" dt="2022-03-28T06:57:07.992" v="10" actId="113"/>
        <pc:sldMkLst>
          <pc:docMk/>
          <pc:sldMk cId="1548605973" sldId="418"/>
        </pc:sldMkLst>
        <pc:spChg chg="mod">
          <ac:chgData name="Devinder Kaur" userId="89161a673412ba18" providerId="LiveId" clId="{20314EB2-1012-4540-8249-5ED490E8EAC8}" dt="2022-03-28T06:57:07.992" v="10" actId="113"/>
          <ac:spMkLst>
            <pc:docMk/>
            <pc:sldMk cId="1548605973" sldId="418"/>
            <ac:spMk id="3" creationId="{D21CC75D-F595-450A-86C6-F28A7117A873}"/>
          </ac:spMkLst>
        </pc:spChg>
      </pc:sldChg>
      <pc:sldChg chg="modSp mod">
        <pc:chgData name="Devinder Kaur" userId="89161a673412ba18" providerId="LiveId" clId="{20314EB2-1012-4540-8249-5ED490E8EAC8}" dt="2022-03-28T06:53:22.463" v="1" actId="113"/>
        <pc:sldMkLst>
          <pc:docMk/>
          <pc:sldMk cId="1733047310" sldId="419"/>
        </pc:sldMkLst>
        <pc:spChg chg="mod">
          <ac:chgData name="Devinder Kaur" userId="89161a673412ba18" providerId="LiveId" clId="{20314EB2-1012-4540-8249-5ED490E8EAC8}" dt="2022-03-28T06:53:22.463" v="1" actId="113"/>
          <ac:spMkLst>
            <pc:docMk/>
            <pc:sldMk cId="1733047310" sldId="419"/>
            <ac:spMk id="4" creationId="{60CF094E-D375-4F23-AB7D-6FB74C70623E}"/>
          </ac:spMkLst>
        </pc:spChg>
      </pc:sldChg>
      <pc:sldChg chg="modSp mod">
        <pc:chgData name="Devinder Kaur" userId="89161a673412ba18" providerId="LiveId" clId="{20314EB2-1012-4540-8249-5ED490E8EAC8}" dt="2022-03-28T07:00:21.028" v="12" actId="14100"/>
        <pc:sldMkLst>
          <pc:docMk/>
          <pc:sldMk cId="1151394046" sldId="422"/>
        </pc:sldMkLst>
        <pc:picChg chg="mod">
          <ac:chgData name="Devinder Kaur" userId="89161a673412ba18" providerId="LiveId" clId="{20314EB2-1012-4540-8249-5ED490E8EAC8}" dt="2022-03-28T07:00:18.333" v="11" actId="14100"/>
          <ac:picMkLst>
            <pc:docMk/>
            <pc:sldMk cId="1151394046" sldId="422"/>
            <ac:picMk id="6" creationId="{67392E41-7A01-47AD-9BD1-98D84501AE41}"/>
          </ac:picMkLst>
        </pc:picChg>
        <pc:picChg chg="mod">
          <ac:chgData name="Devinder Kaur" userId="89161a673412ba18" providerId="LiveId" clId="{20314EB2-1012-4540-8249-5ED490E8EAC8}" dt="2022-03-28T07:00:21.028" v="12" actId="14100"/>
          <ac:picMkLst>
            <pc:docMk/>
            <pc:sldMk cId="1151394046" sldId="422"/>
            <ac:picMk id="8" creationId="{608152B6-696E-4B24-A07D-F3F99723FFFE}"/>
          </ac:picMkLst>
        </pc:picChg>
      </pc:sldChg>
      <pc:sldChg chg="modSp">
        <pc:chgData name="Devinder Kaur" userId="89161a673412ba18" providerId="LiveId" clId="{20314EB2-1012-4540-8249-5ED490E8EAC8}" dt="2022-03-29T09:46:30.827" v="152" actId="14100"/>
        <pc:sldMkLst>
          <pc:docMk/>
          <pc:sldMk cId="3217975899" sldId="441"/>
        </pc:sldMkLst>
        <pc:picChg chg="mod">
          <ac:chgData name="Devinder Kaur" userId="89161a673412ba18" providerId="LiveId" clId="{20314EB2-1012-4540-8249-5ED490E8EAC8}" dt="2022-03-29T09:46:30.827" v="152" actId="14100"/>
          <ac:picMkLst>
            <pc:docMk/>
            <pc:sldMk cId="3217975899" sldId="441"/>
            <ac:picMk id="4098" creationId="{900143A5-0734-4AFB-8697-5825A0C952C7}"/>
          </ac:picMkLst>
        </pc:picChg>
      </pc:sldChg>
      <pc:sldChg chg="modSp mod">
        <pc:chgData name="Devinder Kaur" userId="89161a673412ba18" providerId="LiveId" clId="{20314EB2-1012-4540-8249-5ED490E8EAC8}" dt="2022-03-29T09:44:37.048" v="150" actId="14100"/>
        <pc:sldMkLst>
          <pc:docMk/>
          <pc:sldMk cId="4156100645" sldId="491"/>
        </pc:sldMkLst>
        <pc:picChg chg="mod">
          <ac:chgData name="Devinder Kaur" userId="89161a673412ba18" providerId="LiveId" clId="{20314EB2-1012-4540-8249-5ED490E8EAC8}" dt="2022-03-29T09:44:37.048" v="150" actId="14100"/>
          <ac:picMkLst>
            <pc:docMk/>
            <pc:sldMk cId="4156100645" sldId="491"/>
            <ac:picMk id="3" creationId="{EC59C3E4-5BE0-4BE8-81CE-777BE9EEDB90}"/>
          </ac:picMkLst>
        </pc:picChg>
      </pc:sldChg>
    </pc:docChg>
  </pc:docChgLst>
  <pc:docChgLst>
    <pc:chgData name="Devinder Kaur" userId="89161a673412ba18" providerId="LiveId" clId="{62182EAD-13BD-42DC-9A29-4887A4B2D67C}"/>
    <pc:docChg chg="undo custSel addSld delSld modSld sldOrd delMainMaster">
      <pc:chgData name="Devinder Kaur" userId="89161a673412ba18" providerId="LiveId" clId="{62182EAD-13BD-42DC-9A29-4887A4B2D67C}" dt="2022-11-24T06:17:39.060" v="139" actId="47"/>
      <pc:docMkLst>
        <pc:docMk/>
      </pc:docMkLst>
      <pc:sldChg chg="add del">
        <pc:chgData name="Devinder Kaur" userId="89161a673412ba18" providerId="LiveId" clId="{62182EAD-13BD-42DC-9A29-4887A4B2D67C}" dt="2022-11-07T09:34:07.037" v="82" actId="2696"/>
        <pc:sldMkLst>
          <pc:docMk/>
          <pc:sldMk cId="0" sldId="268"/>
        </pc:sldMkLst>
      </pc:sldChg>
      <pc:sldChg chg="add del">
        <pc:chgData name="Devinder Kaur" userId="89161a673412ba18" providerId="LiveId" clId="{62182EAD-13BD-42DC-9A29-4887A4B2D67C}" dt="2022-11-07T09:34:07.037" v="82" actId="2696"/>
        <pc:sldMkLst>
          <pc:docMk/>
          <pc:sldMk cId="0" sldId="273"/>
        </pc:sldMkLst>
      </pc:sldChg>
      <pc:sldChg chg="add del">
        <pc:chgData name="Devinder Kaur" userId="89161a673412ba18" providerId="LiveId" clId="{62182EAD-13BD-42DC-9A29-4887A4B2D67C}" dt="2022-11-07T09:34:07.037" v="82" actId="2696"/>
        <pc:sldMkLst>
          <pc:docMk/>
          <pc:sldMk cId="0" sldId="274"/>
        </pc:sldMkLst>
      </pc:sldChg>
      <pc:sldChg chg="modSp mod">
        <pc:chgData name="Devinder Kaur" userId="89161a673412ba18" providerId="LiveId" clId="{62182EAD-13BD-42DC-9A29-4887A4B2D67C}" dt="2022-11-24T06:17:09.291" v="138" actId="20577"/>
        <pc:sldMkLst>
          <pc:docMk/>
          <pc:sldMk cId="456502190" sldId="277"/>
        </pc:sldMkLst>
        <pc:spChg chg="mod">
          <ac:chgData name="Devinder Kaur" userId="89161a673412ba18" providerId="LiveId" clId="{62182EAD-13BD-42DC-9A29-4887A4B2D67C}" dt="2022-11-24T06:17:09.291" v="138" actId="20577"/>
          <ac:spMkLst>
            <pc:docMk/>
            <pc:sldMk cId="456502190" sldId="277"/>
            <ac:spMk id="26" creationId="{00000000-0000-0000-0000-000000000000}"/>
          </ac:spMkLst>
        </pc:spChg>
      </pc:sldChg>
      <pc:sldChg chg="del">
        <pc:chgData name="Devinder Kaur" userId="89161a673412ba18" providerId="LiveId" clId="{62182EAD-13BD-42DC-9A29-4887A4B2D67C}" dt="2022-11-07T09:34:07.037" v="82" actId="2696"/>
        <pc:sldMkLst>
          <pc:docMk/>
          <pc:sldMk cId="2247371207" sldId="281"/>
        </pc:sldMkLst>
      </pc:sldChg>
      <pc:sldChg chg="del">
        <pc:chgData name="Devinder Kaur" userId="89161a673412ba18" providerId="LiveId" clId="{62182EAD-13BD-42DC-9A29-4887A4B2D67C}" dt="2022-11-07T09:34:07.037" v="82" actId="2696"/>
        <pc:sldMkLst>
          <pc:docMk/>
          <pc:sldMk cId="4075529772" sldId="282"/>
        </pc:sldMkLst>
      </pc:sldChg>
      <pc:sldChg chg="del">
        <pc:chgData name="Devinder Kaur" userId="89161a673412ba18" providerId="LiveId" clId="{62182EAD-13BD-42DC-9A29-4887A4B2D67C}" dt="2022-11-07T09:16:24.019" v="20" actId="2696"/>
        <pc:sldMkLst>
          <pc:docMk/>
          <pc:sldMk cId="3378593476" sldId="283"/>
        </pc:sldMkLst>
      </pc:sldChg>
      <pc:sldChg chg="del">
        <pc:chgData name="Devinder Kaur" userId="89161a673412ba18" providerId="LiveId" clId="{62182EAD-13BD-42DC-9A29-4887A4B2D67C}" dt="2022-11-07T09:34:07.037" v="82" actId="2696"/>
        <pc:sldMkLst>
          <pc:docMk/>
          <pc:sldMk cId="3620876989" sldId="283"/>
        </pc:sldMkLst>
      </pc:sldChg>
      <pc:sldChg chg="del">
        <pc:chgData name="Devinder Kaur" userId="89161a673412ba18" providerId="LiveId" clId="{62182EAD-13BD-42DC-9A29-4887A4B2D67C}" dt="2022-11-07T09:34:07.037" v="82" actId="2696"/>
        <pc:sldMkLst>
          <pc:docMk/>
          <pc:sldMk cId="3553239906" sldId="286"/>
        </pc:sldMkLst>
      </pc:sldChg>
      <pc:sldChg chg="del">
        <pc:chgData name="Devinder Kaur" userId="89161a673412ba18" providerId="LiveId" clId="{62182EAD-13BD-42DC-9A29-4887A4B2D67C}" dt="2022-11-07T09:34:07.037" v="82" actId="2696"/>
        <pc:sldMkLst>
          <pc:docMk/>
          <pc:sldMk cId="4008022660" sldId="287"/>
        </pc:sldMkLst>
      </pc:sldChg>
      <pc:sldChg chg="del">
        <pc:chgData name="Devinder Kaur" userId="89161a673412ba18" providerId="LiveId" clId="{62182EAD-13BD-42DC-9A29-4887A4B2D67C}" dt="2022-11-07T09:34:07.037" v="82" actId="2696"/>
        <pc:sldMkLst>
          <pc:docMk/>
          <pc:sldMk cId="2899595832" sldId="288"/>
        </pc:sldMkLst>
      </pc:sldChg>
      <pc:sldChg chg="del">
        <pc:chgData name="Devinder Kaur" userId="89161a673412ba18" providerId="LiveId" clId="{62182EAD-13BD-42DC-9A29-4887A4B2D67C}" dt="2022-11-07T09:34:07.037" v="82" actId="2696"/>
        <pc:sldMkLst>
          <pc:docMk/>
          <pc:sldMk cId="651260955" sldId="289"/>
        </pc:sldMkLst>
      </pc:sldChg>
      <pc:sldChg chg="del">
        <pc:chgData name="Devinder Kaur" userId="89161a673412ba18" providerId="LiveId" clId="{62182EAD-13BD-42DC-9A29-4887A4B2D67C}" dt="2022-11-07T09:34:07.037" v="82" actId="2696"/>
        <pc:sldMkLst>
          <pc:docMk/>
          <pc:sldMk cId="1374972507" sldId="290"/>
        </pc:sldMkLst>
      </pc:sldChg>
      <pc:sldChg chg="del">
        <pc:chgData name="Devinder Kaur" userId="89161a673412ba18" providerId="LiveId" clId="{62182EAD-13BD-42DC-9A29-4887A4B2D67C}" dt="2022-11-07T09:34:07.037" v="82" actId="2696"/>
        <pc:sldMkLst>
          <pc:docMk/>
          <pc:sldMk cId="4129635999" sldId="291"/>
        </pc:sldMkLst>
      </pc:sldChg>
      <pc:sldChg chg="del">
        <pc:chgData name="Devinder Kaur" userId="89161a673412ba18" providerId="LiveId" clId="{62182EAD-13BD-42DC-9A29-4887A4B2D67C}" dt="2022-11-07T09:34:07.037" v="82" actId="2696"/>
        <pc:sldMkLst>
          <pc:docMk/>
          <pc:sldMk cId="0" sldId="292"/>
        </pc:sldMkLst>
      </pc:sldChg>
      <pc:sldChg chg="add del">
        <pc:chgData name="Devinder Kaur" userId="89161a673412ba18" providerId="LiveId" clId="{62182EAD-13BD-42DC-9A29-4887A4B2D67C}" dt="2022-11-07T09:34:07.037" v="82" actId="2696"/>
        <pc:sldMkLst>
          <pc:docMk/>
          <pc:sldMk cId="454493414" sldId="293"/>
        </pc:sldMkLst>
      </pc:sldChg>
      <pc:sldChg chg="del">
        <pc:chgData name="Devinder Kaur" userId="89161a673412ba18" providerId="LiveId" clId="{62182EAD-13BD-42DC-9A29-4887A4B2D67C}" dt="2022-11-07T09:25:27.234" v="68"/>
        <pc:sldMkLst>
          <pc:docMk/>
          <pc:sldMk cId="1241265271" sldId="293"/>
        </pc:sldMkLst>
      </pc:sldChg>
      <pc:sldChg chg="del">
        <pc:chgData name="Devinder Kaur" userId="89161a673412ba18" providerId="LiveId" clId="{62182EAD-13BD-42DC-9A29-4887A4B2D67C}" dt="2022-11-07T09:24:47.596" v="67" actId="2696"/>
        <pc:sldMkLst>
          <pc:docMk/>
          <pc:sldMk cId="2940580942" sldId="293"/>
        </pc:sldMkLst>
      </pc:sldChg>
      <pc:sldChg chg="del">
        <pc:chgData name="Devinder Kaur" userId="89161a673412ba18" providerId="LiveId" clId="{62182EAD-13BD-42DC-9A29-4887A4B2D67C}" dt="2022-11-07T09:20:22.119" v="25" actId="2696"/>
        <pc:sldMkLst>
          <pc:docMk/>
          <pc:sldMk cId="381877043" sldId="295"/>
        </pc:sldMkLst>
      </pc:sldChg>
      <pc:sldChg chg="addSp modSp del mod">
        <pc:chgData name="Devinder Kaur" userId="89161a673412ba18" providerId="LiveId" clId="{62182EAD-13BD-42DC-9A29-4887A4B2D67C}" dt="2022-11-07T09:34:07.037" v="82" actId="2696"/>
        <pc:sldMkLst>
          <pc:docMk/>
          <pc:sldMk cId="1677110990" sldId="295"/>
        </pc:sldMkLst>
        <pc:spChg chg="mod">
          <ac:chgData name="Devinder Kaur" userId="89161a673412ba18" providerId="LiveId" clId="{62182EAD-13BD-42DC-9A29-4887A4B2D67C}" dt="2022-11-07T09:22:48.330" v="62" actId="14100"/>
          <ac:spMkLst>
            <pc:docMk/>
            <pc:sldMk cId="1677110990" sldId="295"/>
            <ac:spMk id="3" creationId="{00000000-0000-0000-0000-000000000000}"/>
          </ac:spMkLst>
        </pc:spChg>
        <pc:spChg chg="add mod">
          <ac:chgData name="Devinder Kaur" userId="89161a673412ba18" providerId="LiveId" clId="{62182EAD-13BD-42DC-9A29-4887A4B2D67C}" dt="2022-11-07T09:21:58.530" v="43" actId="14100"/>
          <ac:spMkLst>
            <pc:docMk/>
            <pc:sldMk cId="1677110990" sldId="295"/>
            <ac:spMk id="5" creationId="{5B861E7F-598A-B3C8-948B-5811C203132D}"/>
          </ac:spMkLst>
        </pc:spChg>
      </pc:sldChg>
      <pc:sldChg chg="del">
        <pc:chgData name="Devinder Kaur" userId="89161a673412ba18" providerId="LiveId" clId="{62182EAD-13BD-42DC-9A29-4887A4B2D67C}" dt="2022-11-07T09:20:22.119" v="25" actId="2696"/>
        <pc:sldMkLst>
          <pc:docMk/>
          <pc:sldMk cId="266370214" sldId="296"/>
        </pc:sldMkLst>
      </pc:sldChg>
      <pc:sldChg chg="del">
        <pc:chgData name="Devinder Kaur" userId="89161a673412ba18" providerId="LiveId" clId="{62182EAD-13BD-42DC-9A29-4887A4B2D67C}" dt="2022-11-07T09:34:07.037" v="82" actId="2696"/>
        <pc:sldMkLst>
          <pc:docMk/>
          <pc:sldMk cId="3725149387" sldId="296"/>
        </pc:sldMkLst>
      </pc:sldChg>
      <pc:sldChg chg="del">
        <pc:chgData name="Devinder Kaur" userId="89161a673412ba18" providerId="LiveId" clId="{62182EAD-13BD-42DC-9A29-4887A4B2D67C}" dt="2022-11-24T06:17:39.060" v="139" actId="47"/>
        <pc:sldMkLst>
          <pc:docMk/>
          <pc:sldMk cId="0" sldId="382"/>
        </pc:sldMkLst>
      </pc:sldChg>
      <pc:sldChg chg="del">
        <pc:chgData name="Devinder Kaur" userId="89161a673412ba18" providerId="LiveId" clId="{62182EAD-13BD-42DC-9A29-4887A4B2D67C}" dt="2022-11-07T09:34:07.037" v="82" actId="2696"/>
        <pc:sldMkLst>
          <pc:docMk/>
          <pc:sldMk cId="3335671634" sldId="385"/>
        </pc:sldMkLst>
      </pc:sldChg>
      <pc:sldChg chg="del">
        <pc:chgData name="Devinder Kaur" userId="89161a673412ba18" providerId="LiveId" clId="{62182EAD-13BD-42DC-9A29-4887A4B2D67C}" dt="2022-11-07T09:34:07.037" v="82" actId="2696"/>
        <pc:sldMkLst>
          <pc:docMk/>
          <pc:sldMk cId="3435598254" sldId="386"/>
        </pc:sldMkLst>
      </pc:sldChg>
      <pc:sldChg chg="del">
        <pc:chgData name="Devinder Kaur" userId="89161a673412ba18" providerId="LiveId" clId="{62182EAD-13BD-42DC-9A29-4887A4B2D67C}" dt="2022-11-07T09:34:07.037" v="82" actId="2696"/>
        <pc:sldMkLst>
          <pc:docMk/>
          <pc:sldMk cId="2444923482" sldId="387"/>
        </pc:sldMkLst>
      </pc:sldChg>
      <pc:sldChg chg="del">
        <pc:chgData name="Devinder Kaur" userId="89161a673412ba18" providerId="LiveId" clId="{62182EAD-13BD-42DC-9A29-4887A4B2D67C}" dt="2022-11-07T09:34:07.037" v="82" actId="2696"/>
        <pc:sldMkLst>
          <pc:docMk/>
          <pc:sldMk cId="528950835" sldId="388"/>
        </pc:sldMkLst>
      </pc:sldChg>
      <pc:sldChg chg="del">
        <pc:chgData name="Devinder Kaur" userId="89161a673412ba18" providerId="LiveId" clId="{62182EAD-13BD-42DC-9A29-4887A4B2D67C}" dt="2022-11-07T09:15:20.459" v="19" actId="2696"/>
        <pc:sldMkLst>
          <pc:docMk/>
          <pc:sldMk cId="2624573286" sldId="388"/>
        </pc:sldMkLst>
      </pc:sldChg>
      <pc:sldChg chg="del">
        <pc:chgData name="Devinder Kaur" userId="89161a673412ba18" providerId="LiveId" clId="{62182EAD-13BD-42DC-9A29-4887A4B2D67C}" dt="2022-11-07T09:34:07.037" v="82" actId="2696"/>
        <pc:sldMkLst>
          <pc:docMk/>
          <pc:sldMk cId="1912555942" sldId="389"/>
        </pc:sldMkLst>
      </pc:sldChg>
      <pc:sldChg chg="del">
        <pc:chgData name="Devinder Kaur" userId="89161a673412ba18" providerId="LiveId" clId="{62182EAD-13BD-42DC-9A29-4887A4B2D67C}" dt="2022-11-07T09:34:07.037" v="82" actId="2696"/>
        <pc:sldMkLst>
          <pc:docMk/>
          <pc:sldMk cId="1821159219" sldId="390"/>
        </pc:sldMkLst>
      </pc:sldChg>
      <pc:sldChg chg="del">
        <pc:chgData name="Devinder Kaur" userId="89161a673412ba18" providerId="LiveId" clId="{62182EAD-13BD-42DC-9A29-4887A4B2D67C}" dt="2022-11-07T09:34:07.037" v="82" actId="2696"/>
        <pc:sldMkLst>
          <pc:docMk/>
          <pc:sldMk cId="1135127693" sldId="391"/>
        </pc:sldMkLst>
      </pc:sldChg>
      <pc:sldChg chg="del">
        <pc:chgData name="Devinder Kaur" userId="89161a673412ba18" providerId="LiveId" clId="{62182EAD-13BD-42DC-9A29-4887A4B2D67C}" dt="2022-11-07T09:34:07.037" v="82" actId="2696"/>
        <pc:sldMkLst>
          <pc:docMk/>
          <pc:sldMk cId="764978247" sldId="392"/>
        </pc:sldMkLst>
      </pc:sldChg>
      <pc:sldChg chg="del">
        <pc:chgData name="Devinder Kaur" userId="89161a673412ba18" providerId="LiveId" clId="{62182EAD-13BD-42DC-9A29-4887A4B2D67C}" dt="2022-11-07T09:15:20.459" v="19" actId="2696"/>
        <pc:sldMkLst>
          <pc:docMk/>
          <pc:sldMk cId="2909079257" sldId="392"/>
        </pc:sldMkLst>
      </pc:sldChg>
      <pc:sldChg chg="add del">
        <pc:chgData name="Devinder Kaur" userId="89161a673412ba18" providerId="LiveId" clId="{62182EAD-13BD-42DC-9A29-4887A4B2D67C}" dt="2022-11-07T09:34:07.037" v="82" actId="2696"/>
        <pc:sldMkLst>
          <pc:docMk/>
          <pc:sldMk cId="1304909485" sldId="393"/>
        </pc:sldMkLst>
      </pc:sldChg>
      <pc:sldChg chg="del">
        <pc:chgData name="Devinder Kaur" userId="89161a673412ba18" providerId="LiveId" clId="{62182EAD-13BD-42DC-9A29-4887A4B2D67C}" dt="2022-11-07T09:25:27.234" v="68"/>
        <pc:sldMkLst>
          <pc:docMk/>
          <pc:sldMk cId="1646348192" sldId="393"/>
        </pc:sldMkLst>
      </pc:sldChg>
      <pc:sldChg chg="delSp del">
        <pc:chgData name="Devinder Kaur" userId="89161a673412ba18" providerId="LiveId" clId="{62182EAD-13BD-42DC-9A29-4887A4B2D67C}" dt="2022-11-07T09:24:47.596" v="67" actId="2696"/>
        <pc:sldMkLst>
          <pc:docMk/>
          <pc:sldMk cId="2294907913" sldId="393"/>
        </pc:sldMkLst>
        <pc:spChg chg="del">
          <ac:chgData name="Devinder Kaur" userId="89161a673412ba18" providerId="LiveId" clId="{62182EAD-13BD-42DC-9A29-4887A4B2D67C}" dt="2022-11-07T09:01:34.912" v="0" actId="478"/>
          <ac:spMkLst>
            <pc:docMk/>
            <pc:sldMk cId="2294907913" sldId="393"/>
            <ac:spMk id="25604" creationId="{00000000-0000-0000-0000-000000000000}"/>
          </ac:spMkLst>
        </pc:spChg>
      </pc:sldChg>
      <pc:sldChg chg="ord">
        <pc:chgData name="Devinder Kaur" userId="89161a673412ba18" providerId="LiveId" clId="{62182EAD-13BD-42DC-9A29-4887A4B2D67C}" dt="2022-11-11T06:32:02.510" v="94"/>
        <pc:sldMkLst>
          <pc:docMk/>
          <pc:sldMk cId="4287728115" sldId="405"/>
        </pc:sldMkLst>
      </pc:sldChg>
      <pc:sldChg chg="del">
        <pc:chgData name="Devinder Kaur" userId="89161a673412ba18" providerId="LiveId" clId="{62182EAD-13BD-42DC-9A29-4887A4B2D67C}" dt="2022-11-11T06:32:23.161" v="95" actId="2696"/>
        <pc:sldMkLst>
          <pc:docMk/>
          <pc:sldMk cId="3989594696" sldId="409"/>
        </pc:sldMkLst>
      </pc:sldChg>
      <pc:sldChg chg="modSp mod">
        <pc:chgData name="Devinder Kaur" userId="89161a673412ba18" providerId="LiveId" clId="{62182EAD-13BD-42DC-9A29-4887A4B2D67C}" dt="2022-11-07T09:59:16.804" v="90" actId="113"/>
        <pc:sldMkLst>
          <pc:docMk/>
          <pc:sldMk cId="4071459864" sldId="413"/>
        </pc:sldMkLst>
        <pc:spChg chg="mod">
          <ac:chgData name="Devinder Kaur" userId="89161a673412ba18" providerId="LiveId" clId="{62182EAD-13BD-42DC-9A29-4887A4B2D67C}" dt="2022-11-07T09:59:16.804" v="90" actId="113"/>
          <ac:spMkLst>
            <pc:docMk/>
            <pc:sldMk cId="4071459864" sldId="413"/>
            <ac:spMk id="4" creationId="{B3F41568-866A-4E27-A106-95F12A7977E8}"/>
          </ac:spMkLst>
        </pc:spChg>
      </pc:sldChg>
      <pc:sldChg chg="modSp mod">
        <pc:chgData name="Devinder Kaur" userId="89161a673412ba18" providerId="LiveId" clId="{62182EAD-13BD-42DC-9A29-4887A4B2D67C}" dt="2022-11-07T10:07:52.564" v="91" actId="113"/>
        <pc:sldMkLst>
          <pc:docMk/>
          <pc:sldMk cId="3524959305" sldId="417"/>
        </pc:sldMkLst>
        <pc:spChg chg="mod">
          <ac:chgData name="Devinder Kaur" userId="89161a673412ba18" providerId="LiveId" clId="{62182EAD-13BD-42DC-9A29-4887A4B2D67C}" dt="2022-11-07T10:07:52.564" v="91" actId="113"/>
          <ac:spMkLst>
            <pc:docMk/>
            <pc:sldMk cId="3524959305" sldId="417"/>
            <ac:spMk id="7" creationId="{E803E3CC-A892-4E6D-A6DA-A3AF5878D377}"/>
          </ac:spMkLst>
        </pc:spChg>
      </pc:sldChg>
      <pc:sldChg chg="del">
        <pc:chgData name="Devinder Kaur" userId="89161a673412ba18" providerId="LiveId" clId="{62182EAD-13BD-42DC-9A29-4887A4B2D67C}" dt="2022-11-11T06:31:07.333" v="92" actId="2696"/>
        <pc:sldMkLst>
          <pc:docMk/>
          <pc:sldMk cId="1832125148" sldId="427"/>
        </pc:sldMkLst>
      </pc:sldChg>
      <pc:sldChg chg="modSp mod">
        <pc:chgData name="Devinder Kaur" userId="89161a673412ba18" providerId="LiveId" clId="{62182EAD-13BD-42DC-9A29-4887A4B2D67C}" dt="2022-11-11T06:34:40.646" v="100" actId="27636"/>
        <pc:sldMkLst>
          <pc:docMk/>
          <pc:sldMk cId="2184810660" sldId="437"/>
        </pc:sldMkLst>
        <pc:spChg chg="mod">
          <ac:chgData name="Devinder Kaur" userId="89161a673412ba18" providerId="LiveId" clId="{62182EAD-13BD-42DC-9A29-4887A4B2D67C}" dt="2022-11-11T06:34:40.646" v="100" actId="27636"/>
          <ac:spMkLst>
            <pc:docMk/>
            <pc:sldMk cId="2184810660" sldId="437"/>
            <ac:spMk id="3" creationId="{CFD5E64E-5068-496F-A79E-0CA587351504}"/>
          </ac:spMkLst>
        </pc:spChg>
      </pc:sldChg>
      <pc:sldChg chg="modSp mod">
        <pc:chgData name="Devinder Kaur" userId="89161a673412ba18" providerId="LiveId" clId="{62182EAD-13BD-42DC-9A29-4887A4B2D67C}" dt="2022-11-11T06:38:37.351" v="127" actId="27636"/>
        <pc:sldMkLst>
          <pc:docMk/>
          <pc:sldMk cId="1334496686" sldId="440"/>
        </pc:sldMkLst>
        <pc:spChg chg="mod">
          <ac:chgData name="Devinder Kaur" userId="89161a673412ba18" providerId="LiveId" clId="{62182EAD-13BD-42DC-9A29-4887A4B2D67C}" dt="2022-11-11T06:38:37.351" v="127" actId="27636"/>
          <ac:spMkLst>
            <pc:docMk/>
            <pc:sldMk cId="1334496686" sldId="440"/>
            <ac:spMk id="3" creationId="{A3C1BAAC-E48F-44CA-8087-EDA57070B10A}"/>
          </ac:spMkLst>
        </pc:spChg>
        <pc:picChg chg="mod">
          <ac:chgData name="Devinder Kaur" userId="89161a673412ba18" providerId="LiveId" clId="{62182EAD-13BD-42DC-9A29-4887A4B2D67C}" dt="2022-11-11T06:38:31.854" v="125" actId="1038"/>
          <ac:picMkLst>
            <pc:docMk/>
            <pc:sldMk cId="1334496686" sldId="440"/>
            <ac:picMk id="5" creationId="{59594B10-8096-495B-A670-4ECD7E7CBB6A}"/>
          </ac:picMkLst>
        </pc:picChg>
      </pc:sldChg>
      <pc:sldChg chg="modSp del mod">
        <pc:chgData name="Devinder Kaur" userId="89161a673412ba18" providerId="LiveId" clId="{62182EAD-13BD-42DC-9A29-4887A4B2D67C}" dt="2022-11-07T09:34:07.037" v="82" actId="2696"/>
        <pc:sldMkLst>
          <pc:docMk/>
          <pc:sldMk cId="3276869159" sldId="444"/>
        </pc:sldMkLst>
        <pc:spChg chg="mod">
          <ac:chgData name="Devinder Kaur" userId="89161a673412ba18" providerId="LiveId" clId="{62182EAD-13BD-42DC-9A29-4887A4B2D67C}" dt="2022-11-07T09:08:54.398" v="12" actId="20577"/>
          <ac:spMkLst>
            <pc:docMk/>
            <pc:sldMk cId="3276869159" sldId="444"/>
            <ac:spMk id="3" creationId="{212F9F60-F08D-47FE-8E25-F2A6A08F1F0E}"/>
          </ac:spMkLst>
        </pc:spChg>
      </pc:sldChg>
      <pc:sldChg chg="modSp mod">
        <pc:chgData name="Devinder Kaur" userId="89161a673412ba18" providerId="LiveId" clId="{62182EAD-13BD-42DC-9A29-4887A4B2D67C}" dt="2022-11-11T06:41:13.166" v="137" actId="20577"/>
        <pc:sldMkLst>
          <pc:docMk/>
          <pc:sldMk cId="1588389297" sldId="446"/>
        </pc:sldMkLst>
        <pc:spChg chg="mod">
          <ac:chgData name="Devinder Kaur" userId="89161a673412ba18" providerId="LiveId" clId="{62182EAD-13BD-42DC-9A29-4887A4B2D67C}" dt="2022-11-11T06:41:13.166" v="137" actId="20577"/>
          <ac:spMkLst>
            <pc:docMk/>
            <pc:sldMk cId="1588389297" sldId="446"/>
            <ac:spMk id="3" creationId="{EFB32610-6427-4EF8-98BB-5C8F7A21FC85}"/>
          </ac:spMkLst>
        </pc:spChg>
      </pc:sldChg>
      <pc:sldChg chg="del">
        <pc:chgData name="Devinder Kaur" userId="89161a673412ba18" providerId="LiveId" clId="{62182EAD-13BD-42DC-9A29-4887A4B2D67C}" dt="2022-11-07T09:34:07.037" v="82" actId="2696"/>
        <pc:sldMkLst>
          <pc:docMk/>
          <pc:sldMk cId="1218887647" sldId="448"/>
        </pc:sldMkLst>
      </pc:sldChg>
      <pc:sldChg chg="add del">
        <pc:chgData name="Devinder Kaur" userId="89161a673412ba18" providerId="LiveId" clId="{62182EAD-13BD-42DC-9A29-4887A4B2D67C}" dt="2022-11-07T09:34:07.037" v="82" actId="2696"/>
        <pc:sldMkLst>
          <pc:docMk/>
          <pc:sldMk cId="3247445141" sldId="454"/>
        </pc:sldMkLst>
      </pc:sldChg>
      <pc:sldChg chg="add del ord">
        <pc:chgData name="Devinder Kaur" userId="89161a673412ba18" providerId="LiveId" clId="{62182EAD-13BD-42DC-9A29-4887A4B2D67C}" dt="2022-11-07T09:34:07.037" v="82" actId="2696"/>
        <pc:sldMkLst>
          <pc:docMk/>
          <pc:sldMk cId="1080002282" sldId="455"/>
        </pc:sldMkLst>
      </pc:sldChg>
      <pc:sldChg chg="add del">
        <pc:chgData name="Devinder Kaur" userId="89161a673412ba18" providerId="LiveId" clId="{62182EAD-13BD-42DC-9A29-4887A4B2D67C}" dt="2022-11-07T09:34:07.037" v="82" actId="2696"/>
        <pc:sldMkLst>
          <pc:docMk/>
          <pc:sldMk cId="2346958233" sldId="457"/>
        </pc:sldMkLst>
      </pc:sldChg>
      <pc:sldChg chg="modSp mod">
        <pc:chgData name="Devinder Kaur" userId="89161a673412ba18" providerId="LiveId" clId="{62182EAD-13BD-42DC-9A29-4887A4B2D67C}" dt="2022-11-11T06:39:18.703" v="130" actId="14100"/>
        <pc:sldMkLst>
          <pc:docMk/>
          <pc:sldMk cId="212605222" sldId="463"/>
        </pc:sldMkLst>
        <pc:picChg chg="mod">
          <ac:chgData name="Devinder Kaur" userId="89161a673412ba18" providerId="LiveId" clId="{62182EAD-13BD-42DC-9A29-4887A4B2D67C}" dt="2022-11-11T06:39:18.703" v="130" actId="14100"/>
          <ac:picMkLst>
            <pc:docMk/>
            <pc:sldMk cId="212605222" sldId="463"/>
            <ac:picMk id="3" creationId="{A3AAA238-527F-4425-8308-18632226A795}"/>
          </ac:picMkLst>
        </pc:picChg>
      </pc:sldChg>
      <pc:sldChg chg="del">
        <pc:chgData name="Devinder Kaur" userId="89161a673412ba18" providerId="LiveId" clId="{62182EAD-13BD-42DC-9A29-4887A4B2D67C}" dt="2022-11-07T09:34:07.037" v="82" actId="2696"/>
        <pc:sldMkLst>
          <pc:docMk/>
          <pc:sldMk cId="3076220560" sldId="492"/>
        </pc:sldMkLst>
      </pc:sldChg>
      <pc:sldChg chg="modSp new mod">
        <pc:chgData name="Devinder Kaur" userId="89161a673412ba18" providerId="LiveId" clId="{62182EAD-13BD-42DC-9A29-4887A4B2D67C}" dt="2022-11-07T09:38:19.655" v="89" actId="113"/>
        <pc:sldMkLst>
          <pc:docMk/>
          <pc:sldMk cId="3414043945" sldId="492"/>
        </pc:sldMkLst>
        <pc:spChg chg="mod">
          <ac:chgData name="Devinder Kaur" userId="89161a673412ba18" providerId="LiveId" clId="{62182EAD-13BD-42DC-9A29-4887A4B2D67C}" dt="2022-11-07T09:38:19.655" v="89" actId="113"/>
          <ac:spMkLst>
            <pc:docMk/>
            <pc:sldMk cId="3414043945" sldId="492"/>
            <ac:spMk id="2" creationId="{11160622-988C-2492-9E81-853D838B5BCF}"/>
          </ac:spMkLst>
        </pc:spChg>
      </pc:sldChg>
      <pc:sldChg chg="modSp del mod">
        <pc:chgData name="Devinder Kaur" userId="89161a673412ba18" providerId="LiveId" clId="{62182EAD-13BD-42DC-9A29-4887A4B2D67C}" dt="2022-11-07T09:34:07.037" v="82" actId="2696"/>
        <pc:sldMkLst>
          <pc:docMk/>
          <pc:sldMk cId="89599261" sldId="493"/>
        </pc:sldMkLst>
        <pc:spChg chg="mod">
          <ac:chgData name="Devinder Kaur" userId="89161a673412ba18" providerId="LiveId" clId="{62182EAD-13BD-42DC-9A29-4887A4B2D67C}" dt="2022-11-07T09:13:59.739" v="14" actId="27636"/>
          <ac:spMkLst>
            <pc:docMk/>
            <pc:sldMk cId="89599261" sldId="493"/>
            <ac:spMk id="3" creationId="{265C9362-E4D9-48A7-AE84-DB11016138D0}"/>
          </ac:spMkLst>
        </pc:spChg>
      </pc:sldChg>
      <pc:sldChg chg="modSp del mod">
        <pc:chgData name="Devinder Kaur" userId="89161a673412ba18" providerId="LiveId" clId="{62182EAD-13BD-42DC-9A29-4887A4B2D67C}" dt="2022-11-07T09:34:07.037" v="82" actId="2696"/>
        <pc:sldMkLst>
          <pc:docMk/>
          <pc:sldMk cId="1899886567" sldId="494"/>
        </pc:sldMkLst>
        <pc:spChg chg="mod">
          <ac:chgData name="Devinder Kaur" userId="89161a673412ba18" providerId="LiveId" clId="{62182EAD-13BD-42DC-9A29-4887A4B2D67C}" dt="2022-11-07T09:13:59.791" v="15" actId="27636"/>
          <ac:spMkLst>
            <pc:docMk/>
            <pc:sldMk cId="1899886567" sldId="494"/>
            <ac:spMk id="3" creationId="{0C917BEC-2929-49D3-BCD9-A84E28C9C343}"/>
          </ac:spMkLst>
        </pc:spChg>
        <pc:spChg chg="mod">
          <ac:chgData name="Devinder Kaur" userId="89161a673412ba18" providerId="LiveId" clId="{62182EAD-13BD-42DC-9A29-4887A4B2D67C}" dt="2022-11-07T09:13:59.809" v="18" actId="27636"/>
          <ac:spMkLst>
            <pc:docMk/>
            <pc:sldMk cId="1899886567" sldId="494"/>
            <ac:spMk id="4" creationId="{EA6DFD7A-B988-4CFB-B24F-F79D5061F513}"/>
          </ac:spMkLst>
        </pc:spChg>
        <pc:spChg chg="mod">
          <ac:chgData name="Devinder Kaur" userId="89161a673412ba18" providerId="LiveId" clId="{62182EAD-13BD-42DC-9A29-4887A4B2D67C}" dt="2022-11-07T09:13:59.792" v="16" actId="27636"/>
          <ac:spMkLst>
            <pc:docMk/>
            <pc:sldMk cId="1899886567" sldId="494"/>
            <ac:spMk id="5" creationId="{FED09C72-EB4A-41D9-8410-A183AFFE5E07}"/>
          </ac:spMkLst>
        </pc:spChg>
        <pc:spChg chg="mod">
          <ac:chgData name="Devinder Kaur" userId="89161a673412ba18" providerId="LiveId" clId="{62182EAD-13BD-42DC-9A29-4887A4B2D67C}" dt="2022-11-07T09:13:59.809" v="17" actId="27636"/>
          <ac:spMkLst>
            <pc:docMk/>
            <pc:sldMk cId="1899886567" sldId="494"/>
            <ac:spMk id="6" creationId="{6D384AF8-AB4D-4A2D-ADBC-BD2F1BD02E7F}"/>
          </ac:spMkLst>
        </pc:spChg>
      </pc:sldChg>
      <pc:sldChg chg="del">
        <pc:chgData name="Devinder Kaur" userId="89161a673412ba18" providerId="LiveId" clId="{62182EAD-13BD-42DC-9A29-4887A4B2D67C}" dt="2022-11-07T09:34:07.037" v="82" actId="2696"/>
        <pc:sldMkLst>
          <pc:docMk/>
          <pc:sldMk cId="1633313903" sldId="495"/>
        </pc:sldMkLst>
      </pc:sldChg>
      <pc:sldChg chg="add del">
        <pc:chgData name="Devinder Kaur" userId="89161a673412ba18" providerId="LiveId" clId="{62182EAD-13BD-42DC-9A29-4887A4B2D67C}" dt="2022-11-07T09:34:07.037" v="82" actId="2696"/>
        <pc:sldMkLst>
          <pc:docMk/>
          <pc:sldMk cId="1150963543" sldId="496"/>
        </pc:sldMkLst>
      </pc:sldChg>
      <pc:sldChg chg="add del">
        <pc:chgData name="Devinder Kaur" userId="89161a673412ba18" providerId="LiveId" clId="{62182EAD-13BD-42DC-9A29-4887A4B2D67C}" dt="2022-11-07T09:34:07.037" v="82" actId="2696"/>
        <pc:sldMkLst>
          <pc:docMk/>
          <pc:sldMk cId="1567523935" sldId="497"/>
        </pc:sldMkLst>
      </pc:sldChg>
      <pc:sldChg chg="del">
        <pc:chgData name="Devinder Kaur" userId="89161a673412ba18" providerId="LiveId" clId="{62182EAD-13BD-42DC-9A29-4887A4B2D67C}" dt="2022-11-07T09:34:07.037" v="82" actId="2696"/>
        <pc:sldMkLst>
          <pc:docMk/>
          <pc:sldMk cId="4009363559" sldId="498"/>
        </pc:sldMkLst>
      </pc:sldChg>
      <pc:sldChg chg="del">
        <pc:chgData name="Devinder Kaur" userId="89161a673412ba18" providerId="LiveId" clId="{62182EAD-13BD-42DC-9A29-4887A4B2D67C}" dt="2022-11-07T09:34:07.037" v="82" actId="2696"/>
        <pc:sldMkLst>
          <pc:docMk/>
          <pc:sldMk cId="3614524674" sldId="499"/>
        </pc:sldMkLst>
      </pc:sldChg>
      <pc:sldChg chg="add del">
        <pc:chgData name="Devinder Kaur" userId="89161a673412ba18" providerId="LiveId" clId="{62182EAD-13BD-42DC-9A29-4887A4B2D67C}" dt="2022-11-07T09:34:07.037" v="82" actId="2696"/>
        <pc:sldMkLst>
          <pc:docMk/>
          <pc:sldMk cId="3030977826" sldId="500"/>
        </pc:sldMkLst>
      </pc:sldChg>
      <pc:sldChg chg="del">
        <pc:chgData name="Devinder Kaur" userId="89161a673412ba18" providerId="LiveId" clId="{62182EAD-13BD-42DC-9A29-4887A4B2D67C}" dt="2022-11-07T09:34:07.037" v="82" actId="2696"/>
        <pc:sldMkLst>
          <pc:docMk/>
          <pc:sldMk cId="3127404050" sldId="501"/>
        </pc:sldMkLst>
      </pc:sldChg>
      <pc:sldChg chg="del">
        <pc:chgData name="Devinder Kaur" userId="89161a673412ba18" providerId="LiveId" clId="{62182EAD-13BD-42DC-9A29-4887A4B2D67C}" dt="2022-11-07T09:34:07.037" v="82" actId="2696"/>
        <pc:sldMkLst>
          <pc:docMk/>
          <pc:sldMk cId="2143142585" sldId="502"/>
        </pc:sldMkLst>
      </pc:sldChg>
      <pc:sldChg chg="add del">
        <pc:chgData name="Devinder Kaur" userId="89161a673412ba18" providerId="LiveId" clId="{62182EAD-13BD-42DC-9A29-4887A4B2D67C}" dt="2022-11-07T09:34:07.037" v="82" actId="2696"/>
        <pc:sldMkLst>
          <pc:docMk/>
          <pc:sldMk cId="894815210" sldId="503"/>
        </pc:sldMkLst>
      </pc:sldChg>
      <pc:sldChg chg="del">
        <pc:chgData name="Devinder Kaur" userId="89161a673412ba18" providerId="LiveId" clId="{62182EAD-13BD-42DC-9A29-4887A4B2D67C}" dt="2022-11-07T09:30:46.214" v="78"/>
        <pc:sldMkLst>
          <pc:docMk/>
          <pc:sldMk cId="2956808300" sldId="503"/>
        </pc:sldMkLst>
      </pc:sldChg>
      <pc:sldChg chg="add del">
        <pc:chgData name="Devinder Kaur" userId="89161a673412ba18" providerId="LiveId" clId="{62182EAD-13BD-42DC-9A29-4887A4B2D67C}" dt="2022-11-07T09:34:07.037" v="82" actId="2696"/>
        <pc:sldMkLst>
          <pc:docMk/>
          <pc:sldMk cId="2469847588" sldId="504"/>
        </pc:sldMkLst>
      </pc:sldChg>
      <pc:sldChg chg="add del">
        <pc:chgData name="Devinder Kaur" userId="89161a673412ba18" providerId="LiveId" clId="{62182EAD-13BD-42DC-9A29-4887A4B2D67C}" dt="2022-11-07T09:34:07.037" v="82" actId="2696"/>
        <pc:sldMkLst>
          <pc:docMk/>
          <pc:sldMk cId="2427657729" sldId="505"/>
        </pc:sldMkLst>
      </pc:sldChg>
      <pc:sldChg chg="add del">
        <pc:chgData name="Devinder Kaur" userId="89161a673412ba18" providerId="LiveId" clId="{62182EAD-13BD-42DC-9A29-4887A4B2D67C}" dt="2022-11-07T09:34:07.037" v="82" actId="2696"/>
        <pc:sldMkLst>
          <pc:docMk/>
          <pc:sldMk cId="1712981943" sldId="506"/>
        </pc:sldMkLst>
      </pc:sldChg>
      <pc:sldChg chg="add del">
        <pc:chgData name="Devinder Kaur" userId="89161a673412ba18" providerId="LiveId" clId="{62182EAD-13BD-42DC-9A29-4887A4B2D67C}" dt="2022-11-07T09:34:07.037" v="82" actId="2696"/>
        <pc:sldMkLst>
          <pc:docMk/>
          <pc:sldMk cId="1824992622" sldId="507"/>
        </pc:sldMkLst>
      </pc:sldChg>
      <pc:sldChg chg="add del">
        <pc:chgData name="Devinder Kaur" userId="89161a673412ba18" providerId="LiveId" clId="{62182EAD-13BD-42DC-9A29-4887A4B2D67C}" dt="2022-11-07T09:34:07.037" v="82" actId="2696"/>
        <pc:sldMkLst>
          <pc:docMk/>
          <pc:sldMk cId="3266438709" sldId="508"/>
        </pc:sldMkLst>
      </pc:sldChg>
      <pc:sldChg chg="add del">
        <pc:chgData name="Devinder Kaur" userId="89161a673412ba18" providerId="LiveId" clId="{62182EAD-13BD-42DC-9A29-4887A4B2D67C}" dt="2022-11-07T09:34:07.037" v="82" actId="2696"/>
        <pc:sldMkLst>
          <pc:docMk/>
          <pc:sldMk cId="1708513419" sldId="509"/>
        </pc:sldMkLst>
      </pc:sldChg>
      <pc:sldChg chg="add del">
        <pc:chgData name="Devinder Kaur" userId="89161a673412ba18" providerId="LiveId" clId="{62182EAD-13BD-42DC-9A29-4887A4B2D67C}" dt="2022-11-07T09:34:07.037" v="82" actId="2696"/>
        <pc:sldMkLst>
          <pc:docMk/>
          <pc:sldMk cId="3664076648" sldId="510"/>
        </pc:sldMkLst>
      </pc:sldChg>
      <pc:sldChg chg="add del">
        <pc:chgData name="Devinder Kaur" userId="89161a673412ba18" providerId="LiveId" clId="{62182EAD-13BD-42DC-9A29-4887A4B2D67C}" dt="2022-11-07T09:34:07.037" v="82" actId="2696"/>
        <pc:sldMkLst>
          <pc:docMk/>
          <pc:sldMk cId="216894798" sldId="511"/>
        </pc:sldMkLst>
      </pc:sldChg>
      <pc:sldChg chg="add del">
        <pc:chgData name="Devinder Kaur" userId="89161a673412ba18" providerId="LiveId" clId="{62182EAD-13BD-42DC-9A29-4887A4B2D67C}" dt="2022-11-07T09:34:07.037" v="82" actId="2696"/>
        <pc:sldMkLst>
          <pc:docMk/>
          <pc:sldMk cId="720783215" sldId="512"/>
        </pc:sldMkLst>
      </pc:sldChg>
      <pc:sldChg chg="add del">
        <pc:chgData name="Devinder Kaur" userId="89161a673412ba18" providerId="LiveId" clId="{62182EAD-13BD-42DC-9A29-4887A4B2D67C}" dt="2022-11-07T09:34:07.037" v="82" actId="2696"/>
        <pc:sldMkLst>
          <pc:docMk/>
          <pc:sldMk cId="561393716" sldId="513"/>
        </pc:sldMkLst>
      </pc:sldChg>
      <pc:sldMasterChg chg="del delSldLayout">
        <pc:chgData name="Devinder Kaur" userId="89161a673412ba18" providerId="LiveId" clId="{62182EAD-13BD-42DC-9A29-4887A4B2D67C}" dt="2022-11-07T09:34:07.037" v="82" actId="2696"/>
        <pc:sldMasterMkLst>
          <pc:docMk/>
          <pc:sldMasterMk cId="3322843594" sldId="2147483702"/>
        </pc:sldMasterMkLst>
        <pc:sldLayoutChg chg="del">
          <pc:chgData name="Devinder Kaur" userId="89161a673412ba18" providerId="LiveId" clId="{62182EAD-13BD-42DC-9A29-4887A4B2D67C}" dt="2022-11-07T09:34:07.037" v="82" actId="2696"/>
          <pc:sldLayoutMkLst>
            <pc:docMk/>
            <pc:sldMasterMk cId="3322843594" sldId="2147483702"/>
            <pc:sldLayoutMk cId="2434090806" sldId="2147483703"/>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15995887" sldId="2147483704"/>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609179569" sldId="2147483705"/>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674466517" sldId="2147483706"/>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05480997" sldId="2147483707"/>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551433049" sldId="2147483708"/>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452950101" sldId="2147483709"/>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3211614205" sldId="2147483710"/>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415870570" sldId="2147483711"/>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612989840" sldId="2147483712"/>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976452795" sldId="2147483713"/>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1632195" sldId="2147483714"/>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06364830" sldId="2147483715"/>
          </pc:sldLayoutMkLst>
        </pc:sldLayoutChg>
        <pc:sldLayoutChg chg="del">
          <pc:chgData name="Devinder Kaur" userId="89161a673412ba18" providerId="LiveId" clId="{62182EAD-13BD-42DC-9A29-4887A4B2D67C}" dt="2022-11-07T09:34:07.037" v="82" actId="2696"/>
          <pc:sldLayoutMkLst>
            <pc:docMk/>
            <pc:sldMasterMk cId="3322843594" sldId="2147483702"/>
            <pc:sldLayoutMk cId="183584300" sldId="2147483716"/>
          </pc:sldLayoutMkLst>
        </pc:sldLayoutChg>
      </pc:sldMasterChg>
    </pc:docChg>
  </pc:docChgLst>
  <pc:docChgLst>
    <pc:chgData name="Devinder Kaur" userId="89161a673412ba18" providerId="LiveId" clId="{3B765CF8-0143-4468-9F38-F10B8D53125E}"/>
    <pc:docChg chg="undo redo custSel addSld delSld modSld sldOrd">
      <pc:chgData name="Devinder Kaur" userId="89161a673412ba18" providerId="LiveId" clId="{3B765CF8-0143-4468-9F38-F10B8D53125E}" dt="2021-11-27T10:01:15.662" v="7409" actId="47"/>
      <pc:docMkLst>
        <pc:docMk/>
      </pc:docMkLst>
      <pc:sldChg chg="del">
        <pc:chgData name="Devinder Kaur" userId="89161a673412ba18" providerId="LiveId" clId="{3B765CF8-0143-4468-9F38-F10B8D53125E}" dt="2021-11-23T16:49:54.944" v="651" actId="47"/>
        <pc:sldMkLst>
          <pc:docMk/>
          <pc:sldMk cId="0" sldId="264"/>
        </pc:sldMkLst>
      </pc:sldChg>
      <pc:sldChg chg="modSp mod">
        <pc:chgData name="Devinder Kaur" userId="89161a673412ba18" providerId="LiveId" clId="{3B765CF8-0143-4468-9F38-F10B8D53125E}" dt="2021-11-26T08:18:23.888" v="7194" actId="1076"/>
        <pc:sldMkLst>
          <pc:docMk/>
          <pc:sldMk cId="2656501266" sldId="279"/>
        </pc:sldMkLst>
        <pc:spChg chg="mod">
          <ac:chgData name="Devinder Kaur" userId="89161a673412ba18" providerId="LiveId" clId="{3B765CF8-0143-4468-9F38-F10B8D53125E}" dt="2021-11-26T08:18:14.950" v="7192" actId="20577"/>
          <ac:spMkLst>
            <pc:docMk/>
            <pc:sldMk cId="2656501266" sldId="279"/>
            <ac:spMk id="2" creationId="{00000000-0000-0000-0000-000000000000}"/>
          </ac:spMkLst>
        </pc:spChg>
        <pc:graphicFrameChg chg="mod">
          <ac:chgData name="Devinder Kaur" userId="89161a673412ba18" providerId="LiveId" clId="{3B765CF8-0143-4468-9F38-F10B8D53125E}" dt="2021-11-26T08:18:23.888" v="7194" actId="1076"/>
          <ac:graphicFrameMkLst>
            <pc:docMk/>
            <pc:sldMk cId="2656501266" sldId="279"/>
            <ac:graphicFrameMk id="33" creationId="{CAD0D7B8-E462-453C-B296-CA0154FA54AE}"/>
          </ac:graphicFrameMkLst>
        </pc:graphicFrameChg>
      </pc:sldChg>
      <pc:sldChg chg="modSp mod">
        <pc:chgData name="Devinder Kaur" userId="89161a673412ba18" providerId="LiveId" clId="{3B765CF8-0143-4468-9F38-F10B8D53125E}" dt="2021-11-26T10:44:37.032" v="7407"/>
        <pc:sldMkLst>
          <pc:docMk/>
          <pc:sldMk cId="3361918424" sldId="284"/>
        </pc:sldMkLst>
        <pc:spChg chg="mod">
          <ac:chgData name="Devinder Kaur" userId="89161a673412ba18" providerId="LiveId" clId="{3B765CF8-0143-4468-9F38-F10B8D53125E}" dt="2021-11-26T10:44:37.032" v="7407"/>
          <ac:spMkLst>
            <pc:docMk/>
            <pc:sldMk cId="3361918424" sldId="284"/>
            <ac:spMk id="3" creationId="{00000000-0000-0000-0000-000000000000}"/>
          </ac:spMkLst>
        </pc:spChg>
      </pc:sldChg>
      <pc:sldChg chg="modSp">
        <pc:chgData name="Devinder Kaur" userId="89161a673412ba18" providerId="LiveId" clId="{3B765CF8-0143-4468-9F38-F10B8D53125E}" dt="2021-11-25T07:52:09.516" v="5013"/>
        <pc:sldMkLst>
          <pc:docMk/>
          <pc:sldMk cId="4129635999" sldId="291"/>
        </pc:sldMkLst>
        <pc:spChg chg="mod">
          <ac:chgData name="Devinder Kaur" userId="89161a673412ba18" providerId="LiveId" clId="{3B765CF8-0143-4468-9F38-F10B8D53125E}" dt="2021-11-25T07:52:09.516" v="5013"/>
          <ac:spMkLst>
            <pc:docMk/>
            <pc:sldMk cId="4129635999" sldId="291"/>
            <ac:spMk id="5" creationId="{00000000-0000-0000-0000-000000000000}"/>
          </ac:spMkLst>
        </pc:spChg>
      </pc:sldChg>
      <pc:sldChg chg="del">
        <pc:chgData name="Devinder Kaur" userId="89161a673412ba18" providerId="LiveId" clId="{3B765CF8-0143-4468-9F38-F10B8D53125E}" dt="2021-11-26T08:17:49.850" v="7173" actId="47"/>
        <pc:sldMkLst>
          <pc:docMk/>
          <pc:sldMk cId="2533111539" sldId="316"/>
        </pc:sldMkLst>
      </pc:sldChg>
      <pc:sldChg chg="del">
        <pc:chgData name="Devinder Kaur" userId="89161a673412ba18" providerId="LiveId" clId="{3B765CF8-0143-4468-9F38-F10B8D53125E}" dt="2021-11-26T08:17:49.850" v="7173" actId="47"/>
        <pc:sldMkLst>
          <pc:docMk/>
          <pc:sldMk cId="3406024148" sldId="321"/>
        </pc:sldMkLst>
      </pc:sldChg>
      <pc:sldChg chg="del">
        <pc:chgData name="Devinder Kaur" userId="89161a673412ba18" providerId="LiveId" clId="{3B765CF8-0143-4468-9F38-F10B8D53125E}" dt="2021-11-26T08:17:49.850" v="7173" actId="47"/>
        <pc:sldMkLst>
          <pc:docMk/>
          <pc:sldMk cId="3841810144" sldId="322"/>
        </pc:sldMkLst>
      </pc:sldChg>
      <pc:sldChg chg="del">
        <pc:chgData name="Devinder Kaur" userId="89161a673412ba18" providerId="LiveId" clId="{3B765CF8-0143-4468-9F38-F10B8D53125E}" dt="2021-11-26T08:17:49.850" v="7173" actId="47"/>
        <pc:sldMkLst>
          <pc:docMk/>
          <pc:sldMk cId="984897799" sldId="323"/>
        </pc:sldMkLst>
      </pc:sldChg>
      <pc:sldChg chg="del">
        <pc:chgData name="Devinder Kaur" userId="89161a673412ba18" providerId="LiveId" clId="{3B765CF8-0143-4468-9F38-F10B8D53125E}" dt="2021-11-26T08:17:49.850" v="7173" actId="47"/>
        <pc:sldMkLst>
          <pc:docMk/>
          <pc:sldMk cId="367600881" sldId="363"/>
        </pc:sldMkLst>
      </pc:sldChg>
      <pc:sldChg chg="del">
        <pc:chgData name="Devinder Kaur" userId="89161a673412ba18" providerId="LiveId" clId="{3B765CF8-0143-4468-9F38-F10B8D53125E}" dt="2021-11-26T08:17:49.850" v="7173" actId="47"/>
        <pc:sldMkLst>
          <pc:docMk/>
          <pc:sldMk cId="1992525347" sldId="364"/>
        </pc:sldMkLst>
      </pc:sldChg>
      <pc:sldChg chg="del">
        <pc:chgData name="Devinder Kaur" userId="89161a673412ba18" providerId="LiveId" clId="{3B765CF8-0143-4468-9F38-F10B8D53125E}" dt="2021-11-26T08:17:49.850" v="7173" actId="47"/>
        <pc:sldMkLst>
          <pc:docMk/>
          <pc:sldMk cId="1077580505" sldId="365"/>
        </pc:sldMkLst>
      </pc:sldChg>
      <pc:sldChg chg="modSp del">
        <pc:chgData name="Devinder Kaur" userId="89161a673412ba18" providerId="LiveId" clId="{3B765CF8-0143-4468-9F38-F10B8D53125E}" dt="2021-11-26T08:17:49.850" v="7173" actId="47"/>
        <pc:sldMkLst>
          <pc:docMk/>
          <pc:sldMk cId="1695189873" sldId="366"/>
        </pc:sldMkLst>
        <pc:picChg chg="mod">
          <ac:chgData name="Devinder Kaur" userId="89161a673412ba18" providerId="LiveId" clId="{3B765CF8-0143-4468-9F38-F10B8D53125E}" dt="2021-11-25T09:45:11.185" v="5811" actId="14100"/>
          <ac:picMkLst>
            <pc:docMk/>
            <pc:sldMk cId="1695189873" sldId="366"/>
            <ac:picMk id="17410" creationId="{00000000-0000-0000-0000-000000000000}"/>
          </ac:picMkLst>
        </pc:picChg>
      </pc:sldChg>
      <pc:sldChg chg="del">
        <pc:chgData name="Devinder Kaur" userId="89161a673412ba18" providerId="LiveId" clId="{3B765CF8-0143-4468-9F38-F10B8D53125E}" dt="2021-11-26T08:17:49.850" v="7173" actId="47"/>
        <pc:sldMkLst>
          <pc:docMk/>
          <pc:sldMk cId="1594508506" sldId="367"/>
        </pc:sldMkLst>
      </pc:sldChg>
      <pc:sldChg chg="del">
        <pc:chgData name="Devinder Kaur" userId="89161a673412ba18" providerId="LiveId" clId="{3B765CF8-0143-4468-9F38-F10B8D53125E}" dt="2021-11-26T08:17:49.850" v="7173" actId="47"/>
        <pc:sldMkLst>
          <pc:docMk/>
          <pc:sldMk cId="783746191" sldId="368"/>
        </pc:sldMkLst>
      </pc:sldChg>
      <pc:sldChg chg="del">
        <pc:chgData name="Devinder Kaur" userId="89161a673412ba18" providerId="LiveId" clId="{3B765CF8-0143-4468-9F38-F10B8D53125E}" dt="2021-11-26T08:17:49.850" v="7173" actId="47"/>
        <pc:sldMkLst>
          <pc:docMk/>
          <pc:sldMk cId="2562221654" sldId="369"/>
        </pc:sldMkLst>
      </pc:sldChg>
      <pc:sldChg chg="del">
        <pc:chgData name="Devinder Kaur" userId="89161a673412ba18" providerId="LiveId" clId="{3B765CF8-0143-4468-9F38-F10B8D53125E}" dt="2021-11-26T08:17:49.850" v="7173" actId="47"/>
        <pc:sldMkLst>
          <pc:docMk/>
          <pc:sldMk cId="4125722010" sldId="370"/>
        </pc:sldMkLst>
      </pc:sldChg>
      <pc:sldChg chg="del">
        <pc:chgData name="Devinder Kaur" userId="89161a673412ba18" providerId="LiveId" clId="{3B765CF8-0143-4468-9F38-F10B8D53125E}" dt="2021-11-26T08:17:49.850" v="7173" actId="47"/>
        <pc:sldMkLst>
          <pc:docMk/>
          <pc:sldMk cId="3951552642" sldId="378"/>
        </pc:sldMkLst>
      </pc:sldChg>
      <pc:sldChg chg="del">
        <pc:chgData name="Devinder Kaur" userId="89161a673412ba18" providerId="LiveId" clId="{3B765CF8-0143-4468-9F38-F10B8D53125E}" dt="2021-11-26T08:17:49.850" v="7173" actId="47"/>
        <pc:sldMkLst>
          <pc:docMk/>
          <pc:sldMk cId="1028432348" sldId="379"/>
        </pc:sldMkLst>
      </pc:sldChg>
      <pc:sldChg chg="modSp mod">
        <pc:chgData name="Devinder Kaur" userId="89161a673412ba18" providerId="LiveId" clId="{3B765CF8-0143-4468-9F38-F10B8D53125E}" dt="2021-11-25T07:45:35.239" v="4988" actId="113"/>
        <pc:sldMkLst>
          <pc:docMk/>
          <pc:sldMk cId="0" sldId="381"/>
        </pc:sldMkLst>
        <pc:graphicFrameChg chg="mod modGraphic">
          <ac:chgData name="Devinder Kaur" userId="89161a673412ba18" providerId="LiveId" clId="{3B765CF8-0143-4468-9F38-F10B8D53125E}" dt="2021-11-25T07:45:35.239" v="4988" actId="113"/>
          <ac:graphicFrameMkLst>
            <pc:docMk/>
            <pc:sldMk cId="0" sldId="381"/>
            <ac:graphicFrameMk id="6" creationId="{6F774966-ABEE-421A-86C4-FF2E9BD06FAB}"/>
          </ac:graphicFrameMkLst>
        </pc:graphicFrameChg>
        <pc:cxnChg chg="mod">
          <ac:chgData name="Devinder Kaur" userId="89161a673412ba18" providerId="LiveId" clId="{3B765CF8-0143-4468-9F38-F10B8D53125E}" dt="2021-11-25T07:44:50.178" v="4983" actId="14100"/>
          <ac:cxnSpMkLst>
            <pc:docMk/>
            <pc:sldMk cId="0" sldId="381"/>
            <ac:cxnSpMk id="8" creationId="{65EE6DA7-3F8E-46CE-A5B7-337A4278EAE8}"/>
          </ac:cxnSpMkLst>
        </pc:cxnChg>
      </pc:sldChg>
      <pc:sldChg chg="modSp del mod">
        <pc:chgData name="Devinder Kaur" userId="89161a673412ba18" providerId="LiveId" clId="{3B765CF8-0143-4468-9F38-F10B8D53125E}" dt="2021-11-25T07:47:38.219" v="4999" actId="47"/>
        <pc:sldMkLst>
          <pc:docMk/>
          <pc:sldMk cId="3987702008" sldId="383"/>
        </pc:sldMkLst>
        <pc:spChg chg="mod">
          <ac:chgData name="Devinder Kaur" userId="89161a673412ba18" providerId="LiveId" clId="{3B765CF8-0143-4468-9F38-F10B8D53125E}" dt="2021-11-25T07:46:12.780" v="4989" actId="6549"/>
          <ac:spMkLst>
            <pc:docMk/>
            <pc:sldMk cId="3987702008" sldId="383"/>
            <ac:spMk id="3" creationId="{E314D1D3-EBC7-4C39-8BAA-D445CA947CD5}"/>
          </ac:spMkLst>
        </pc:spChg>
      </pc:sldChg>
      <pc:sldChg chg="del">
        <pc:chgData name="Devinder Kaur" userId="89161a673412ba18" providerId="LiveId" clId="{3B765CF8-0143-4468-9F38-F10B8D53125E}" dt="2021-11-24T07:07:34.937" v="2931" actId="47"/>
        <pc:sldMkLst>
          <pc:docMk/>
          <pc:sldMk cId="793904789" sldId="384"/>
        </pc:sldMkLst>
      </pc:sldChg>
      <pc:sldChg chg="modSp">
        <pc:chgData name="Devinder Kaur" userId="89161a673412ba18" providerId="LiveId" clId="{3B765CF8-0143-4468-9F38-F10B8D53125E}" dt="2021-11-25T07:49:25.888" v="5010"/>
        <pc:sldMkLst>
          <pc:docMk/>
          <pc:sldMk cId="3335671634" sldId="385"/>
        </pc:sldMkLst>
        <pc:graphicFrameChg chg="mod">
          <ac:chgData name="Devinder Kaur" userId="89161a673412ba18" providerId="LiveId" clId="{3B765CF8-0143-4468-9F38-F10B8D53125E}" dt="2021-11-25T07:49:25.888" v="5010"/>
          <ac:graphicFrameMkLst>
            <pc:docMk/>
            <pc:sldMk cId="3335671634" sldId="385"/>
            <ac:graphicFrameMk id="3" creationId="{36D5A412-A859-4982-BE4E-141E4C725F58}"/>
          </ac:graphicFrameMkLst>
        </pc:graphicFrameChg>
      </pc:sldChg>
      <pc:sldChg chg="modSp">
        <pc:chgData name="Devinder Kaur" userId="89161a673412ba18" providerId="LiveId" clId="{3B765CF8-0143-4468-9F38-F10B8D53125E}" dt="2021-11-25T07:49:36.392" v="5011"/>
        <pc:sldMkLst>
          <pc:docMk/>
          <pc:sldMk cId="3435598254" sldId="386"/>
        </pc:sldMkLst>
        <pc:graphicFrameChg chg="mod">
          <ac:chgData name="Devinder Kaur" userId="89161a673412ba18" providerId="LiveId" clId="{3B765CF8-0143-4468-9F38-F10B8D53125E}" dt="2021-11-25T07:49:36.392" v="5011"/>
          <ac:graphicFrameMkLst>
            <pc:docMk/>
            <pc:sldMk cId="3435598254" sldId="386"/>
            <ac:graphicFrameMk id="3" creationId="{0758E3F2-E22C-41A3-85FD-96B45CA70D4C}"/>
          </ac:graphicFrameMkLst>
        </pc:graphicFrameChg>
      </pc:sldChg>
      <pc:sldChg chg="addSp modSp mod">
        <pc:chgData name="Devinder Kaur" userId="89161a673412ba18" providerId="LiveId" clId="{3B765CF8-0143-4468-9F38-F10B8D53125E}" dt="2021-11-26T04:29:55.438" v="6452" actId="14100"/>
        <pc:sldMkLst>
          <pc:docMk/>
          <pc:sldMk cId="2624573286" sldId="388"/>
        </pc:sldMkLst>
        <pc:spChg chg="add mod">
          <ac:chgData name="Devinder Kaur" userId="89161a673412ba18" providerId="LiveId" clId="{3B765CF8-0143-4468-9F38-F10B8D53125E}" dt="2021-11-23T16:22:54.429" v="557" actId="1036"/>
          <ac:spMkLst>
            <pc:docMk/>
            <pc:sldMk cId="2624573286" sldId="388"/>
            <ac:spMk id="5" creationId="{471CADDF-6235-42AD-B39F-5C8B45EDE5F7}"/>
          </ac:spMkLst>
        </pc:spChg>
        <pc:picChg chg="mod">
          <ac:chgData name="Devinder Kaur" userId="89161a673412ba18" providerId="LiveId" clId="{3B765CF8-0143-4468-9F38-F10B8D53125E}" dt="2021-11-26T04:29:45.470" v="6449" actId="1035"/>
          <ac:picMkLst>
            <pc:docMk/>
            <pc:sldMk cId="2624573286" sldId="388"/>
            <ac:picMk id="3" creationId="{D7F56B56-C88F-4F78-8D42-D9AB66F0C3FD}"/>
          </ac:picMkLst>
        </pc:picChg>
        <pc:picChg chg="add mod modCrop">
          <ac:chgData name="Devinder Kaur" userId="89161a673412ba18" providerId="LiveId" clId="{3B765CF8-0143-4468-9F38-F10B8D53125E}" dt="2021-11-26T04:29:55.438" v="6452" actId="14100"/>
          <ac:picMkLst>
            <pc:docMk/>
            <pc:sldMk cId="2624573286" sldId="388"/>
            <ac:picMk id="6" creationId="{24538359-62DE-4B69-952F-F695118DB4C9}"/>
          </ac:picMkLst>
        </pc:picChg>
      </pc:sldChg>
      <pc:sldChg chg="modSp">
        <pc:chgData name="Devinder Kaur" userId="89161a673412ba18" providerId="LiveId" clId="{3B765CF8-0143-4468-9F38-F10B8D53125E}" dt="2021-11-25T07:49:54.479" v="5012"/>
        <pc:sldMkLst>
          <pc:docMk/>
          <pc:sldMk cId="1135127693" sldId="391"/>
        </pc:sldMkLst>
        <pc:graphicFrameChg chg="mod">
          <ac:chgData name="Devinder Kaur" userId="89161a673412ba18" providerId="LiveId" clId="{3B765CF8-0143-4468-9F38-F10B8D53125E}" dt="2021-11-25T07:49:54.479" v="5012"/>
          <ac:graphicFrameMkLst>
            <pc:docMk/>
            <pc:sldMk cId="1135127693" sldId="391"/>
            <ac:graphicFrameMk id="3" creationId="{7F63E7BE-E4CF-4F3D-BA2D-D81DB39B77F8}"/>
          </ac:graphicFrameMkLst>
        </pc:graphicFrameChg>
      </pc:sldChg>
      <pc:sldChg chg="modSp mod">
        <pc:chgData name="Devinder Kaur" userId="89161a673412ba18" providerId="LiveId" clId="{3B765CF8-0143-4468-9F38-F10B8D53125E}" dt="2021-11-23T16:21:31.516" v="525" actId="6549"/>
        <pc:sldMkLst>
          <pc:docMk/>
          <pc:sldMk cId="2909079257" sldId="392"/>
        </pc:sldMkLst>
        <pc:spChg chg="mod">
          <ac:chgData name="Devinder Kaur" userId="89161a673412ba18" providerId="LiveId" clId="{3B765CF8-0143-4468-9F38-F10B8D53125E}" dt="2021-11-23T16:21:31.516" v="525" actId="6549"/>
          <ac:spMkLst>
            <pc:docMk/>
            <pc:sldMk cId="2909079257" sldId="392"/>
            <ac:spMk id="7" creationId="{00000000-0000-0000-0000-000000000000}"/>
          </ac:spMkLst>
        </pc:spChg>
        <pc:spChg chg="mod">
          <ac:chgData name="Devinder Kaur" userId="89161a673412ba18" providerId="LiveId" clId="{3B765CF8-0143-4468-9F38-F10B8D53125E}" dt="2021-11-23T16:21:06.006" v="504" actId="14100"/>
          <ac:spMkLst>
            <pc:docMk/>
            <pc:sldMk cId="2909079257" sldId="392"/>
            <ac:spMk id="15363" creationId="{00000000-0000-0000-0000-000000000000}"/>
          </ac:spMkLst>
        </pc:spChg>
      </pc:sldChg>
      <pc:sldChg chg="del">
        <pc:chgData name="Devinder Kaur" userId="89161a673412ba18" providerId="LiveId" clId="{3B765CF8-0143-4468-9F38-F10B8D53125E}" dt="2021-11-26T08:17:49.850" v="7173" actId="47"/>
        <pc:sldMkLst>
          <pc:docMk/>
          <pc:sldMk cId="1977536464" sldId="394"/>
        </pc:sldMkLst>
      </pc:sldChg>
      <pc:sldChg chg="modSp mod">
        <pc:chgData name="Devinder Kaur" userId="89161a673412ba18" providerId="LiveId" clId="{3B765CF8-0143-4468-9F38-F10B8D53125E}" dt="2021-11-25T07:55:21.072" v="5019" actId="404"/>
        <pc:sldMkLst>
          <pc:docMk/>
          <pc:sldMk cId="1508017919" sldId="397"/>
        </pc:sldMkLst>
        <pc:graphicFrameChg chg="mod modGraphic">
          <ac:chgData name="Devinder Kaur" userId="89161a673412ba18" providerId="LiveId" clId="{3B765CF8-0143-4468-9F38-F10B8D53125E}" dt="2021-11-25T07:55:21.072" v="5019" actId="404"/>
          <ac:graphicFrameMkLst>
            <pc:docMk/>
            <pc:sldMk cId="1508017919" sldId="397"/>
            <ac:graphicFrameMk id="3" creationId="{B674D03F-A29D-486C-B264-95ED1E3511E7}"/>
          </ac:graphicFrameMkLst>
        </pc:graphicFrameChg>
      </pc:sldChg>
      <pc:sldChg chg="addSp modSp mod ord">
        <pc:chgData name="Devinder Kaur" userId="89161a673412ba18" providerId="LiveId" clId="{3B765CF8-0143-4468-9F38-F10B8D53125E}" dt="2021-11-23T15:44:54.277" v="175" actId="14100"/>
        <pc:sldMkLst>
          <pc:docMk/>
          <pc:sldMk cId="2140101840" sldId="400"/>
        </pc:sldMkLst>
        <pc:picChg chg="mod">
          <ac:chgData name="Devinder Kaur" userId="89161a673412ba18" providerId="LiveId" clId="{3B765CF8-0143-4468-9F38-F10B8D53125E}" dt="2021-11-23T15:44:54.277" v="175" actId="14100"/>
          <ac:picMkLst>
            <pc:docMk/>
            <pc:sldMk cId="2140101840" sldId="400"/>
            <ac:picMk id="4" creationId="{B7E788DE-45F6-4E01-9248-C63599E06DC8}"/>
          </ac:picMkLst>
        </pc:picChg>
        <pc:picChg chg="add mod">
          <ac:chgData name="Devinder Kaur" userId="89161a673412ba18" providerId="LiveId" clId="{3B765CF8-0143-4468-9F38-F10B8D53125E}" dt="2021-11-23T15:44:27.938" v="162" actId="1036"/>
          <ac:picMkLst>
            <pc:docMk/>
            <pc:sldMk cId="2140101840" sldId="400"/>
            <ac:picMk id="5" creationId="{5933FFA2-1A55-4BC5-B33C-356A913A6D33}"/>
          </ac:picMkLst>
        </pc:picChg>
      </pc:sldChg>
      <pc:sldChg chg="modSp">
        <pc:chgData name="Devinder Kaur" userId="89161a673412ba18" providerId="LiveId" clId="{3B765CF8-0143-4468-9F38-F10B8D53125E}" dt="2021-11-24T06:00:06.053" v="2138" actId="20577"/>
        <pc:sldMkLst>
          <pc:docMk/>
          <pc:sldMk cId="1379975313" sldId="401"/>
        </pc:sldMkLst>
        <pc:graphicFrameChg chg="mod">
          <ac:chgData name="Devinder Kaur" userId="89161a673412ba18" providerId="LiveId" clId="{3B765CF8-0143-4468-9F38-F10B8D53125E}" dt="2021-11-24T06:00:06.053" v="2138" actId="20577"/>
          <ac:graphicFrameMkLst>
            <pc:docMk/>
            <pc:sldMk cId="1379975313" sldId="401"/>
            <ac:graphicFrameMk id="3" creationId="{4842C784-4747-4825-A2D8-C005B07DD612}"/>
          </ac:graphicFrameMkLst>
        </pc:graphicFrameChg>
      </pc:sldChg>
      <pc:sldChg chg="addSp delSp modSp del mod ord">
        <pc:chgData name="Devinder Kaur" userId="89161a673412ba18" providerId="LiveId" clId="{3B765CF8-0143-4468-9F38-F10B8D53125E}" dt="2021-11-25T09:49:04.007" v="5812" actId="2696"/>
        <pc:sldMkLst>
          <pc:docMk/>
          <pc:sldMk cId="3908277995" sldId="406"/>
        </pc:sldMkLst>
        <pc:picChg chg="add mod">
          <ac:chgData name="Devinder Kaur" userId="89161a673412ba18" providerId="LiveId" clId="{3B765CF8-0143-4468-9F38-F10B8D53125E}" dt="2021-11-23T15:23:43.396" v="75" actId="1076"/>
          <ac:picMkLst>
            <pc:docMk/>
            <pc:sldMk cId="3908277995" sldId="406"/>
            <ac:picMk id="4" creationId="{106B1BA6-3A22-44B7-A451-0BEA7F797460}"/>
          </ac:picMkLst>
        </pc:picChg>
        <pc:picChg chg="del mod">
          <ac:chgData name="Devinder Kaur" userId="89161a673412ba18" providerId="LiveId" clId="{3B765CF8-0143-4468-9F38-F10B8D53125E}" dt="2021-11-23T15:22:50.563" v="61" actId="21"/>
          <ac:picMkLst>
            <pc:docMk/>
            <pc:sldMk cId="3908277995" sldId="406"/>
            <ac:picMk id="5122" creationId="{2F032112-CFE6-4535-B58F-0771529B08D7}"/>
          </ac:picMkLst>
        </pc:picChg>
      </pc:sldChg>
      <pc:sldChg chg="new del">
        <pc:chgData name="Devinder Kaur" userId="89161a673412ba18" providerId="LiveId" clId="{3B765CF8-0143-4468-9F38-F10B8D53125E}" dt="2021-11-23T15:14:12.371" v="1" actId="680"/>
        <pc:sldMkLst>
          <pc:docMk/>
          <pc:sldMk cId="1607269127" sldId="407"/>
        </pc:sldMkLst>
      </pc:sldChg>
      <pc:sldChg chg="addSp modSp new del mod">
        <pc:chgData name="Devinder Kaur" userId="89161a673412ba18" providerId="LiveId" clId="{3B765CF8-0143-4468-9F38-F10B8D53125E}" dt="2021-11-23T15:18:15.087" v="46" actId="47"/>
        <pc:sldMkLst>
          <pc:docMk/>
          <pc:sldMk cId="1964600450" sldId="407"/>
        </pc:sldMkLst>
        <pc:graphicFrameChg chg="add mod modGraphic">
          <ac:chgData name="Devinder Kaur" userId="89161a673412ba18" providerId="LiveId" clId="{3B765CF8-0143-4468-9F38-F10B8D53125E}" dt="2021-11-23T15:18:08.237" v="45"/>
          <ac:graphicFrameMkLst>
            <pc:docMk/>
            <pc:sldMk cId="1964600450" sldId="407"/>
            <ac:graphicFrameMk id="3" creationId="{5C8A151B-1821-4303-9459-7F223D08AD66}"/>
          </ac:graphicFrameMkLst>
        </pc:graphicFrameChg>
      </pc:sldChg>
      <pc:sldChg chg="new del">
        <pc:chgData name="Devinder Kaur" userId="89161a673412ba18" providerId="LiveId" clId="{3B765CF8-0143-4468-9F38-F10B8D53125E}" dt="2021-11-23T15:41:51.766" v="76" actId="47"/>
        <pc:sldMkLst>
          <pc:docMk/>
          <pc:sldMk cId="3056808432" sldId="407"/>
        </pc:sldMkLst>
      </pc:sldChg>
      <pc:sldChg chg="modSp new mod">
        <pc:chgData name="Devinder Kaur" userId="89161a673412ba18" providerId="LiveId" clId="{3B765CF8-0143-4468-9F38-F10B8D53125E}" dt="2021-11-23T16:01:08.770" v="264" actId="20577"/>
        <pc:sldMkLst>
          <pc:docMk/>
          <pc:sldMk cId="3387217471" sldId="408"/>
        </pc:sldMkLst>
        <pc:spChg chg="mod">
          <ac:chgData name="Devinder Kaur" userId="89161a673412ba18" providerId="LiveId" clId="{3B765CF8-0143-4468-9F38-F10B8D53125E}" dt="2021-11-23T15:52:46.305" v="221"/>
          <ac:spMkLst>
            <pc:docMk/>
            <pc:sldMk cId="3387217471" sldId="408"/>
            <ac:spMk id="2" creationId="{085C8349-DFF1-4564-AD52-4DC9B438A058}"/>
          </ac:spMkLst>
        </pc:spChg>
        <pc:spChg chg="mod">
          <ac:chgData name="Devinder Kaur" userId="89161a673412ba18" providerId="LiveId" clId="{3B765CF8-0143-4468-9F38-F10B8D53125E}" dt="2021-11-23T16:01:08.770" v="264" actId="20577"/>
          <ac:spMkLst>
            <pc:docMk/>
            <pc:sldMk cId="3387217471" sldId="408"/>
            <ac:spMk id="3" creationId="{76D6AAF6-6B49-4190-BFC0-ECD8740A3972}"/>
          </ac:spMkLst>
        </pc:spChg>
      </pc:sldChg>
      <pc:sldChg chg="addSp modSp new mod ord">
        <pc:chgData name="Devinder Kaur" userId="89161a673412ba18" providerId="LiveId" clId="{3B765CF8-0143-4468-9F38-F10B8D53125E}" dt="2021-11-23T15:52:46.902" v="222" actId="20578"/>
        <pc:sldMkLst>
          <pc:docMk/>
          <pc:sldMk cId="3989594696" sldId="409"/>
        </pc:sldMkLst>
        <pc:picChg chg="add mod">
          <ac:chgData name="Devinder Kaur" userId="89161a673412ba18" providerId="LiveId" clId="{3B765CF8-0143-4468-9F38-F10B8D53125E}" dt="2021-11-23T15:50:28.854" v="211"/>
          <ac:picMkLst>
            <pc:docMk/>
            <pc:sldMk cId="3989594696" sldId="409"/>
            <ac:picMk id="4" creationId="{AE1776CF-540E-46A6-AAA8-63DA041FA758}"/>
          </ac:picMkLst>
        </pc:picChg>
      </pc:sldChg>
      <pc:sldChg chg="addSp modSp new mod">
        <pc:chgData name="Devinder Kaur" userId="89161a673412ba18" providerId="LiveId" clId="{3B765CF8-0143-4468-9F38-F10B8D53125E}" dt="2021-11-24T05:56:47.555" v="2101" actId="27636"/>
        <pc:sldMkLst>
          <pc:docMk/>
          <pc:sldMk cId="4244431833" sldId="410"/>
        </pc:sldMkLst>
        <pc:spChg chg="mod">
          <ac:chgData name="Devinder Kaur" userId="89161a673412ba18" providerId="LiveId" clId="{3B765CF8-0143-4468-9F38-F10B8D53125E}" dt="2021-11-23T16:11:50.523" v="461" actId="14100"/>
          <ac:spMkLst>
            <pc:docMk/>
            <pc:sldMk cId="4244431833" sldId="410"/>
            <ac:spMk id="2" creationId="{4945409E-9A57-4C62-88C5-F3EDB39C4999}"/>
          </ac:spMkLst>
        </pc:spChg>
        <pc:spChg chg="mod">
          <ac:chgData name="Devinder Kaur" userId="89161a673412ba18" providerId="LiveId" clId="{3B765CF8-0143-4468-9F38-F10B8D53125E}" dt="2021-11-24T05:56:47.555" v="2101" actId="27636"/>
          <ac:spMkLst>
            <pc:docMk/>
            <pc:sldMk cId="4244431833" sldId="410"/>
            <ac:spMk id="3" creationId="{69F1E506-6BDA-4218-A683-F42C659F65B6}"/>
          </ac:spMkLst>
        </pc:spChg>
        <pc:picChg chg="add mod modCrop">
          <ac:chgData name="Devinder Kaur" userId="89161a673412ba18" providerId="LiveId" clId="{3B765CF8-0143-4468-9F38-F10B8D53125E}" dt="2021-11-23T16:47:51.360" v="647" actId="1038"/>
          <ac:picMkLst>
            <pc:docMk/>
            <pc:sldMk cId="4244431833" sldId="410"/>
            <ac:picMk id="6" creationId="{EC975D95-D379-4E8C-A5AE-CE82E7FFFA17}"/>
          </ac:picMkLst>
        </pc:picChg>
        <pc:picChg chg="add mod">
          <ac:chgData name="Devinder Kaur" userId="89161a673412ba18" providerId="LiveId" clId="{3B765CF8-0143-4468-9F38-F10B8D53125E}" dt="2021-11-23T16:47:20.257" v="644" actId="14100"/>
          <ac:picMkLst>
            <pc:docMk/>
            <pc:sldMk cId="4244431833" sldId="410"/>
            <ac:picMk id="7" creationId="{EAD87221-A91D-4884-BCAA-2E3667BB9F0B}"/>
          </ac:picMkLst>
        </pc:picChg>
      </pc:sldChg>
      <pc:sldChg chg="addSp delSp modSp new del mod">
        <pc:chgData name="Devinder Kaur" userId="89161a673412ba18" providerId="LiveId" clId="{3B765CF8-0143-4468-9F38-F10B8D53125E}" dt="2021-11-23T17:11:05.789" v="1075" actId="47"/>
        <pc:sldMkLst>
          <pc:docMk/>
          <pc:sldMk cId="3316962378" sldId="411"/>
        </pc:sldMkLst>
        <pc:spChg chg="mod">
          <ac:chgData name="Devinder Kaur" userId="89161a673412ba18" providerId="LiveId" clId="{3B765CF8-0143-4468-9F38-F10B8D53125E}" dt="2021-11-23T17:08:57.519" v="1047" actId="1035"/>
          <ac:spMkLst>
            <pc:docMk/>
            <pc:sldMk cId="3316962378" sldId="411"/>
            <ac:spMk id="2" creationId="{1FE976FF-CFB9-4EAF-B859-283589710601}"/>
          </ac:spMkLst>
        </pc:spChg>
        <pc:spChg chg="mod">
          <ac:chgData name="Devinder Kaur" userId="89161a673412ba18" providerId="LiveId" clId="{3B765CF8-0143-4468-9F38-F10B8D53125E}" dt="2021-11-23T17:10:19.101" v="1069" actId="27636"/>
          <ac:spMkLst>
            <pc:docMk/>
            <pc:sldMk cId="3316962378" sldId="411"/>
            <ac:spMk id="3" creationId="{55A1081E-9982-4BD7-89F4-E99BAF41F287}"/>
          </ac:spMkLst>
        </pc:spChg>
        <pc:picChg chg="add del mod">
          <ac:chgData name="Devinder Kaur" userId="89161a673412ba18" providerId="LiveId" clId="{3B765CF8-0143-4468-9F38-F10B8D53125E}" dt="2021-11-23T17:08:32.919" v="1031" actId="478"/>
          <ac:picMkLst>
            <pc:docMk/>
            <pc:sldMk cId="3316962378" sldId="411"/>
            <ac:picMk id="5" creationId="{20A63C27-C1D2-4875-B655-7FF44E259BA8}"/>
          </ac:picMkLst>
        </pc:picChg>
        <pc:picChg chg="add del mod">
          <ac:chgData name="Devinder Kaur" userId="89161a673412ba18" providerId="LiveId" clId="{3B765CF8-0143-4468-9F38-F10B8D53125E}" dt="2021-11-23T17:08:30.899" v="1029" actId="478"/>
          <ac:picMkLst>
            <pc:docMk/>
            <pc:sldMk cId="3316962378" sldId="411"/>
            <ac:picMk id="6" creationId="{F7CB1C7D-C2FE-4187-9746-F572BBBD81E7}"/>
          </ac:picMkLst>
        </pc:picChg>
        <pc:picChg chg="add del mod">
          <ac:chgData name="Devinder Kaur" userId="89161a673412ba18" providerId="LiveId" clId="{3B765CF8-0143-4468-9F38-F10B8D53125E}" dt="2021-11-23T17:08:35.371" v="1032" actId="478"/>
          <ac:picMkLst>
            <pc:docMk/>
            <pc:sldMk cId="3316962378" sldId="411"/>
            <ac:picMk id="7" creationId="{35CF5A33-08E2-46F7-8918-8FEC4767CB59}"/>
          </ac:picMkLst>
        </pc:picChg>
        <pc:picChg chg="add del mod">
          <ac:chgData name="Devinder Kaur" userId="89161a673412ba18" providerId="LiveId" clId="{3B765CF8-0143-4468-9F38-F10B8D53125E}" dt="2021-11-23T17:08:37.351" v="1033" actId="478"/>
          <ac:picMkLst>
            <pc:docMk/>
            <pc:sldMk cId="3316962378" sldId="411"/>
            <ac:picMk id="8" creationId="{7B592D42-1C8B-4EAC-A969-B69262344A64}"/>
          </ac:picMkLst>
        </pc:picChg>
        <pc:picChg chg="add mod">
          <ac:chgData name="Devinder Kaur" userId="89161a673412ba18" providerId="LiveId" clId="{3B765CF8-0143-4468-9F38-F10B8D53125E}" dt="2021-11-23T17:09:54.185" v="1061" actId="555"/>
          <ac:picMkLst>
            <pc:docMk/>
            <pc:sldMk cId="3316962378" sldId="411"/>
            <ac:picMk id="9" creationId="{C75FEE41-0AF3-4582-B15C-907BCA57D087}"/>
          </ac:picMkLst>
        </pc:picChg>
      </pc:sldChg>
      <pc:sldChg chg="addSp delSp modSp new mod">
        <pc:chgData name="Devinder Kaur" userId="89161a673412ba18" providerId="LiveId" clId="{3B765CF8-0143-4468-9F38-F10B8D53125E}" dt="2021-11-23T17:23:40.529" v="1264" actId="20578"/>
        <pc:sldMkLst>
          <pc:docMk/>
          <pc:sldMk cId="1087976788" sldId="412"/>
        </pc:sldMkLst>
        <pc:spChg chg="mod">
          <ac:chgData name="Devinder Kaur" userId="89161a673412ba18" providerId="LiveId" clId="{3B765CF8-0143-4468-9F38-F10B8D53125E}" dt="2021-11-23T17:18:44" v="1211" actId="20577"/>
          <ac:spMkLst>
            <pc:docMk/>
            <pc:sldMk cId="1087976788" sldId="412"/>
            <ac:spMk id="2" creationId="{B74D9597-B854-4C3E-B493-97C859A58EA3}"/>
          </ac:spMkLst>
        </pc:spChg>
        <pc:spChg chg="del">
          <ac:chgData name="Devinder Kaur" userId="89161a673412ba18" providerId="LiveId" clId="{3B765CF8-0143-4468-9F38-F10B8D53125E}" dt="2021-11-23T16:31:03.099" v="583"/>
          <ac:spMkLst>
            <pc:docMk/>
            <pc:sldMk cId="1087976788" sldId="412"/>
            <ac:spMk id="3" creationId="{85002677-1DB0-4638-851C-85624C732AE7}"/>
          </ac:spMkLst>
        </pc:spChg>
        <pc:spChg chg="del mod">
          <ac:chgData name="Devinder Kaur" userId="89161a673412ba18" providerId="LiveId" clId="{3B765CF8-0143-4468-9F38-F10B8D53125E}" dt="2021-11-23T17:14:06.879" v="1163" actId="21"/>
          <ac:spMkLst>
            <pc:docMk/>
            <pc:sldMk cId="1087976788" sldId="412"/>
            <ac:spMk id="4" creationId="{1CA4200D-D2F8-4E81-972C-131DC7360F16}"/>
          </ac:spMkLst>
        </pc:spChg>
        <pc:spChg chg="add mod">
          <ac:chgData name="Devinder Kaur" userId="89161a673412ba18" providerId="LiveId" clId="{3B765CF8-0143-4468-9F38-F10B8D53125E}" dt="2021-11-23T17:23:40.529" v="1264" actId="20578"/>
          <ac:spMkLst>
            <pc:docMk/>
            <pc:sldMk cId="1087976788" sldId="412"/>
            <ac:spMk id="8" creationId="{8686ABF6-86AA-4332-91DB-4710691EC212}"/>
          </ac:spMkLst>
        </pc:spChg>
        <pc:picChg chg="add mod">
          <ac:chgData name="Devinder Kaur" userId="89161a673412ba18" providerId="LiveId" clId="{3B765CF8-0143-4468-9F38-F10B8D53125E}" dt="2021-11-23T16:31:03.099" v="583"/>
          <ac:picMkLst>
            <pc:docMk/>
            <pc:sldMk cId="1087976788" sldId="412"/>
            <ac:picMk id="6" creationId="{6F2C339A-9A3C-4D71-B8B1-758792B9D740}"/>
          </ac:picMkLst>
        </pc:picChg>
        <pc:picChg chg="add mod">
          <ac:chgData name="Devinder Kaur" userId="89161a673412ba18" providerId="LiveId" clId="{3B765CF8-0143-4468-9F38-F10B8D53125E}" dt="2021-11-23T17:21:51.329" v="1238" actId="1076"/>
          <ac:picMkLst>
            <pc:docMk/>
            <pc:sldMk cId="1087976788" sldId="412"/>
            <ac:picMk id="9" creationId="{4E0B5D6D-EF6D-44B9-B6D0-607CB9AF505A}"/>
          </ac:picMkLst>
        </pc:picChg>
      </pc:sldChg>
      <pc:sldChg chg="addSp delSp modSp new del mod">
        <pc:chgData name="Devinder Kaur" userId="89161a673412ba18" providerId="LiveId" clId="{3B765CF8-0143-4468-9F38-F10B8D53125E}" dt="2021-11-23T16:49:51.772" v="650" actId="47"/>
        <pc:sldMkLst>
          <pc:docMk/>
          <pc:sldMk cId="409677866" sldId="413"/>
        </pc:sldMkLst>
        <pc:spChg chg="del">
          <ac:chgData name="Devinder Kaur" userId="89161a673412ba18" providerId="LiveId" clId="{3B765CF8-0143-4468-9F38-F10B8D53125E}" dt="2021-11-23T16:31:19.546" v="585"/>
          <ac:spMkLst>
            <pc:docMk/>
            <pc:sldMk cId="409677866" sldId="413"/>
            <ac:spMk id="3" creationId="{5E1C493E-9BA1-42F3-9285-4050D82E1C63}"/>
          </ac:spMkLst>
        </pc:spChg>
        <pc:spChg chg="mod">
          <ac:chgData name="Devinder Kaur" userId="89161a673412ba18" providerId="LiveId" clId="{3B765CF8-0143-4468-9F38-F10B8D53125E}" dt="2021-11-23T16:31:29.366" v="586"/>
          <ac:spMkLst>
            <pc:docMk/>
            <pc:sldMk cId="409677866" sldId="413"/>
            <ac:spMk id="4" creationId="{7022B2A0-2940-4DDD-B6F5-3E332ECC00F2}"/>
          </ac:spMkLst>
        </pc:spChg>
        <pc:picChg chg="add mod">
          <ac:chgData name="Devinder Kaur" userId="89161a673412ba18" providerId="LiveId" clId="{3B765CF8-0143-4468-9F38-F10B8D53125E}" dt="2021-11-23T16:31:19.546" v="585"/>
          <ac:picMkLst>
            <pc:docMk/>
            <pc:sldMk cId="409677866" sldId="413"/>
            <ac:picMk id="6" creationId="{DBB02A66-890E-432D-A737-782D90B78BA5}"/>
          </ac:picMkLst>
        </pc:picChg>
      </pc:sldChg>
      <pc:sldChg chg="addSp delSp modSp new mod">
        <pc:chgData name="Devinder Kaur" userId="89161a673412ba18" providerId="LiveId" clId="{3B765CF8-0143-4468-9F38-F10B8D53125E}" dt="2021-11-24T05:57:37.729" v="2120" actId="20577"/>
        <pc:sldMkLst>
          <pc:docMk/>
          <pc:sldMk cId="4071459864" sldId="413"/>
        </pc:sldMkLst>
        <pc:spChg chg="mod">
          <ac:chgData name="Devinder Kaur" userId="89161a673412ba18" providerId="LiveId" clId="{3B765CF8-0143-4468-9F38-F10B8D53125E}" dt="2021-11-24T05:57:21.924" v="2115" actId="14100"/>
          <ac:spMkLst>
            <pc:docMk/>
            <pc:sldMk cId="4071459864" sldId="413"/>
            <ac:spMk id="2" creationId="{27986EA1-FF9B-4D70-9D65-7CE8D6F46FC6}"/>
          </ac:spMkLst>
        </pc:spChg>
        <pc:spChg chg="del">
          <ac:chgData name="Devinder Kaur" userId="89161a673412ba18" providerId="LiveId" clId="{3B765CF8-0143-4468-9F38-F10B8D53125E}" dt="2021-11-23T17:10:42.566" v="1071"/>
          <ac:spMkLst>
            <pc:docMk/>
            <pc:sldMk cId="4071459864" sldId="413"/>
            <ac:spMk id="3" creationId="{68BF0059-90E2-4F88-A99E-65B0F6FF23F1}"/>
          </ac:spMkLst>
        </pc:spChg>
        <pc:spChg chg="mod">
          <ac:chgData name="Devinder Kaur" userId="89161a673412ba18" providerId="LiveId" clId="{3B765CF8-0143-4468-9F38-F10B8D53125E}" dt="2021-11-23T17:18:16.531" v="1201" actId="20577"/>
          <ac:spMkLst>
            <pc:docMk/>
            <pc:sldMk cId="4071459864" sldId="413"/>
            <ac:spMk id="4" creationId="{B3F41568-866A-4E27-A106-95F12A7977E8}"/>
          </ac:spMkLst>
        </pc:spChg>
        <pc:spChg chg="add del mod">
          <ac:chgData name="Devinder Kaur" userId="89161a673412ba18" providerId="LiveId" clId="{3B765CF8-0143-4468-9F38-F10B8D53125E}" dt="2021-11-23T17:12:41.623" v="1115" actId="478"/>
          <ac:spMkLst>
            <pc:docMk/>
            <pc:sldMk cId="4071459864" sldId="413"/>
            <ac:spMk id="9" creationId="{109D34E2-55FF-4856-8CF5-E836A53B2024}"/>
          </ac:spMkLst>
        </pc:spChg>
        <pc:spChg chg="add mod">
          <ac:chgData name="Devinder Kaur" userId="89161a673412ba18" providerId="LiveId" clId="{3B765CF8-0143-4468-9F38-F10B8D53125E}" dt="2021-11-24T05:57:37.729" v="2120" actId="20577"/>
          <ac:spMkLst>
            <pc:docMk/>
            <pc:sldMk cId="4071459864" sldId="413"/>
            <ac:spMk id="10" creationId="{A70AFDDE-C1E9-4069-BA0E-709B2100C263}"/>
          </ac:spMkLst>
        </pc:spChg>
        <pc:picChg chg="add del mod">
          <ac:chgData name="Devinder Kaur" userId="89161a673412ba18" providerId="LiveId" clId="{3B765CF8-0143-4468-9F38-F10B8D53125E}" dt="2021-11-23T17:12:35.146" v="1114" actId="478"/>
          <ac:picMkLst>
            <pc:docMk/>
            <pc:sldMk cId="4071459864" sldId="413"/>
            <ac:picMk id="6" creationId="{B38FDDF0-D47D-4580-9AD7-A90010B997BD}"/>
          </ac:picMkLst>
        </pc:picChg>
        <pc:picChg chg="add mod">
          <ac:chgData name="Devinder Kaur" userId="89161a673412ba18" providerId="LiveId" clId="{3B765CF8-0143-4468-9F38-F10B8D53125E}" dt="2021-11-23T17:12:57.673" v="1119" actId="14100"/>
          <ac:picMkLst>
            <pc:docMk/>
            <pc:sldMk cId="4071459864" sldId="413"/>
            <ac:picMk id="7" creationId="{5A24A6B9-ECCD-4D74-BF0C-3BA36D4E2922}"/>
          </ac:picMkLst>
        </pc:picChg>
      </pc:sldChg>
      <pc:sldChg chg="addSp delSp modSp new mod">
        <pc:chgData name="Devinder Kaur" userId="89161a673412ba18" providerId="LiveId" clId="{3B765CF8-0143-4468-9F38-F10B8D53125E}" dt="2021-11-23T17:31:42.575" v="1337" actId="27636"/>
        <pc:sldMkLst>
          <pc:docMk/>
          <pc:sldMk cId="148353152" sldId="414"/>
        </pc:sldMkLst>
        <pc:spChg chg="mod">
          <ac:chgData name="Devinder Kaur" userId="89161a673412ba18" providerId="LiveId" clId="{3B765CF8-0143-4468-9F38-F10B8D53125E}" dt="2021-11-23T17:25:26.083" v="1291" actId="27636"/>
          <ac:spMkLst>
            <pc:docMk/>
            <pc:sldMk cId="148353152" sldId="414"/>
            <ac:spMk id="2" creationId="{82F40BBE-214D-4B75-8549-0455E80C1B53}"/>
          </ac:spMkLst>
        </pc:spChg>
        <pc:spChg chg="del">
          <ac:chgData name="Devinder Kaur" userId="89161a673412ba18" providerId="LiveId" clId="{3B765CF8-0143-4468-9F38-F10B8D53125E}" dt="2021-11-23T17:24:54.983" v="1276"/>
          <ac:spMkLst>
            <pc:docMk/>
            <pc:sldMk cId="148353152" sldId="414"/>
            <ac:spMk id="3" creationId="{198B4840-612A-4C4C-AD47-9A2F4582DB3A}"/>
          </ac:spMkLst>
        </pc:spChg>
        <pc:spChg chg="mod">
          <ac:chgData name="Devinder Kaur" userId="89161a673412ba18" providerId="LiveId" clId="{3B765CF8-0143-4468-9F38-F10B8D53125E}" dt="2021-11-23T17:31:42.575" v="1337" actId="27636"/>
          <ac:spMkLst>
            <pc:docMk/>
            <pc:sldMk cId="148353152" sldId="414"/>
            <ac:spMk id="4" creationId="{602170EC-7D08-4800-81ED-35FE67848785}"/>
          </ac:spMkLst>
        </pc:spChg>
        <pc:picChg chg="add mod">
          <ac:chgData name="Devinder Kaur" userId="89161a673412ba18" providerId="LiveId" clId="{3B765CF8-0143-4468-9F38-F10B8D53125E}" dt="2021-11-23T17:31:39.840" v="1335" actId="14100"/>
          <ac:picMkLst>
            <pc:docMk/>
            <pc:sldMk cId="148353152" sldId="414"/>
            <ac:picMk id="6" creationId="{1D7E1628-F39E-4A22-AEEB-6AB4AAD0AE0E}"/>
          </ac:picMkLst>
        </pc:picChg>
        <pc:picChg chg="add del mod">
          <ac:chgData name="Devinder Kaur" userId="89161a673412ba18" providerId="LiveId" clId="{3B765CF8-0143-4468-9F38-F10B8D53125E}" dt="2021-11-23T17:27:20.948" v="1305" actId="21"/>
          <ac:picMkLst>
            <pc:docMk/>
            <pc:sldMk cId="148353152" sldId="414"/>
            <ac:picMk id="7" creationId="{A037916C-C052-4B26-A604-494E9EC6D590}"/>
          </ac:picMkLst>
        </pc:picChg>
      </pc:sldChg>
      <pc:sldChg chg="addSp delSp modSp new mod">
        <pc:chgData name="Devinder Kaur" userId="89161a673412ba18" providerId="LiveId" clId="{3B765CF8-0143-4468-9F38-F10B8D53125E}" dt="2021-11-23T17:48:00.192" v="1607" actId="6549"/>
        <pc:sldMkLst>
          <pc:docMk/>
          <pc:sldMk cId="866207403" sldId="415"/>
        </pc:sldMkLst>
        <pc:spChg chg="mod">
          <ac:chgData name="Devinder Kaur" userId="89161a673412ba18" providerId="LiveId" clId="{3B765CF8-0143-4468-9F38-F10B8D53125E}" dt="2021-11-23T17:44:09.681" v="1533" actId="14100"/>
          <ac:spMkLst>
            <pc:docMk/>
            <pc:sldMk cId="866207403" sldId="415"/>
            <ac:spMk id="2" creationId="{B576DE15-8C0B-43F6-8C8B-F62BA6958510}"/>
          </ac:spMkLst>
        </pc:spChg>
        <pc:spChg chg="del">
          <ac:chgData name="Devinder Kaur" userId="89161a673412ba18" providerId="LiveId" clId="{3B765CF8-0143-4468-9F38-F10B8D53125E}" dt="2021-11-23T17:35:33.309" v="1352"/>
          <ac:spMkLst>
            <pc:docMk/>
            <pc:sldMk cId="866207403" sldId="415"/>
            <ac:spMk id="3" creationId="{A8E2196B-1CB4-4006-9297-B50ACDDB1389}"/>
          </ac:spMkLst>
        </pc:spChg>
        <pc:spChg chg="mod">
          <ac:chgData name="Devinder Kaur" userId="89161a673412ba18" providerId="LiveId" clId="{3B765CF8-0143-4468-9F38-F10B8D53125E}" dt="2021-11-23T17:48:00.192" v="1607" actId="6549"/>
          <ac:spMkLst>
            <pc:docMk/>
            <pc:sldMk cId="866207403" sldId="415"/>
            <ac:spMk id="4" creationId="{6E2C83CF-9FE2-4DAF-840C-4D50AB3F0E41}"/>
          </ac:spMkLst>
        </pc:spChg>
        <pc:spChg chg="add mod">
          <ac:chgData name="Devinder Kaur" userId="89161a673412ba18" providerId="LiveId" clId="{3B765CF8-0143-4468-9F38-F10B8D53125E}" dt="2021-11-23T17:45:55.147" v="1598" actId="403"/>
          <ac:spMkLst>
            <pc:docMk/>
            <pc:sldMk cId="866207403" sldId="415"/>
            <ac:spMk id="8" creationId="{F098D0B4-A742-47C6-9F38-90856E27EB10}"/>
          </ac:spMkLst>
        </pc:spChg>
        <pc:picChg chg="add del mod">
          <ac:chgData name="Devinder Kaur" userId="89161a673412ba18" providerId="LiveId" clId="{3B765CF8-0143-4468-9F38-F10B8D53125E}" dt="2021-11-23T17:32:29.810" v="1346" actId="21"/>
          <ac:picMkLst>
            <pc:docMk/>
            <pc:sldMk cId="866207403" sldId="415"/>
            <ac:picMk id="6" creationId="{4E633443-D0F9-4279-BECD-DB78B9F43F95}"/>
          </ac:picMkLst>
        </pc:picChg>
        <pc:picChg chg="add mod">
          <ac:chgData name="Devinder Kaur" userId="89161a673412ba18" providerId="LiveId" clId="{3B765CF8-0143-4468-9F38-F10B8D53125E}" dt="2021-11-23T17:46:25.911" v="1600" actId="208"/>
          <ac:picMkLst>
            <pc:docMk/>
            <pc:sldMk cId="866207403" sldId="415"/>
            <ac:picMk id="7" creationId="{E25F9793-75C4-4545-8736-1F288E7495D7}"/>
          </ac:picMkLst>
        </pc:picChg>
      </pc:sldChg>
      <pc:sldChg chg="addSp delSp modSp new mod">
        <pc:chgData name="Devinder Kaur" userId="89161a673412ba18" providerId="LiveId" clId="{3B765CF8-0143-4468-9F38-F10B8D53125E}" dt="2021-11-23T17:55:18.879" v="1713" actId="1036"/>
        <pc:sldMkLst>
          <pc:docMk/>
          <pc:sldMk cId="3126151433" sldId="416"/>
        </pc:sldMkLst>
        <pc:spChg chg="mod">
          <ac:chgData name="Devinder Kaur" userId="89161a673412ba18" providerId="LiveId" clId="{3B765CF8-0143-4468-9F38-F10B8D53125E}" dt="2021-11-23T17:54:53.335" v="1697" actId="12788"/>
          <ac:spMkLst>
            <pc:docMk/>
            <pc:sldMk cId="3126151433" sldId="416"/>
            <ac:spMk id="2" creationId="{77079DB7-608D-46C0-BE66-5663BF0E78BA}"/>
          </ac:spMkLst>
        </pc:spChg>
        <pc:spChg chg="del">
          <ac:chgData name="Devinder Kaur" userId="89161a673412ba18" providerId="LiveId" clId="{3B765CF8-0143-4468-9F38-F10B8D53125E}" dt="2021-11-23T17:52:19.205" v="1624"/>
          <ac:spMkLst>
            <pc:docMk/>
            <pc:sldMk cId="3126151433" sldId="416"/>
            <ac:spMk id="3" creationId="{5595745A-403C-4110-ACFD-81975E5A7436}"/>
          </ac:spMkLst>
        </pc:spChg>
        <pc:spChg chg="mod">
          <ac:chgData name="Devinder Kaur" userId="89161a673412ba18" providerId="LiveId" clId="{3B765CF8-0143-4468-9F38-F10B8D53125E}" dt="2021-11-23T17:55:18.879" v="1713" actId="1036"/>
          <ac:spMkLst>
            <pc:docMk/>
            <pc:sldMk cId="3126151433" sldId="416"/>
            <ac:spMk id="4" creationId="{FF3EC2DE-0AB8-40C8-9EC1-31E9326EEA22}"/>
          </ac:spMkLst>
        </pc:spChg>
        <pc:spChg chg="add mod">
          <ac:chgData name="Devinder Kaur" userId="89161a673412ba18" providerId="LiveId" clId="{3B765CF8-0143-4468-9F38-F10B8D53125E}" dt="2021-11-23T17:54:43.635" v="1696" actId="403"/>
          <ac:spMkLst>
            <pc:docMk/>
            <pc:sldMk cId="3126151433" sldId="416"/>
            <ac:spMk id="10" creationId="{1DD2913E-951B-4D0D-B5BF-0670D59E789F}"/>
          </ac:spMkLst>
        </pc:spChg>
        <pc:picChg chg="add del mod">
          <ac:chgData name="Devinder Kaur" userId="89161a673412ba18" providerId="LiveId" clId="{3B765CF8-0143-4468-9F38-F10B8D53125E}" dt="2021-11-23T17:52:11.506" v="1621" actId="478"/>
          <ac:picMkLst>
            <pc:docMk/>
            <pc:sldMk cId="3126151433" sldId="416"/>
            <ac:picMk id="6" creationId="{62801EB9-137C-41A8-A577-31D17E297312}"/>
          </ac:picMkLst>
        </pc:picChg>
        <pc:picChg chg="add del mod">
          <ac:chgData name="Devinder Kaur" userId="89161a673412ba18" providerId="LiveId" clId="{3B765CF8-0143-4468-9F38-F10B8D53125E}" dt="2021-11-23T17:52:17.609" v="1623" actId="21"/>
          <ac:picMkLst>
            <pc:docMk/>
            <pc:sldMk cId="3126151433" sldId="416"/>
            <ac:picMk id="7" creationId="{A278B8B5-CC78-458D-BED8-18645A31B6C7}"/>
          </ac:picMkLst>
        </pc:picChg>
        <pc:picChg chg="add mod">
          <ac:chgData name="Devinder Kaur" userId="89161a673412ba18" providerId="LiveId" clId="{3B765CF8-0143-4468-9F38-F10B8D53125E}" dt="2021-11-23T17:55:18.879" v="1713" actId="1036"/>
          <ac:picMkLst>
            <pc:docMk/>
            <pc:sldMk cId="3126151433" sldId="416"/>
            <ac:picMk id="8" creationId="{69443DC5-D0D4-41F1-A378-D8ABD96231BD}"/>
          </ac:picMkLst>
        </pc:picChg>
      </pc:sldChg>
      <pc:sldChg chg="addSp delSp modSp new mod ord">
        <pc:chgData name="Devinder Kaur" userId="89161a673412ba18" providerId="LiveId" clId="{3B765CF8-0143-4468-9F38-F10B8D53125E}" dt="2021-11-25T07:56:57.333" v="5028" actId="14100"/>
        <pc:sldMkLst>
          <pc:docMk/>
          <pc:sldMk cId="3524959305" sldId="417"/>
        </pc:sldMkLst>
        <pc:spChg chg="mod">
          <ac:chgData name="Devinder Kaur" userId="89161a673412ba18" providerId="LiveId" clId="{3B765CF8-0143-4468-9F38-F10B8D53125E}" dt="2021-11-25T07:56:42.443" v="5020" actId="14100"/>
          <ac:spMkLst>
            <pc:docMk/>
            <pc:sldMk cId="3524959305" sldId="417"/>
            <ac:spMk id="2" creationId="{7422F019-4F64-4F66-921D-FEBB42005956}"/>
          </ac:spMkLst>
        </pc:spChg>
        <pc:spChg chg="del">
          <ac:chgData name="Devinder Kaur" userId="89161a673412ba18" providerId="LiveId" clId="{3B765CF8-0143-4468-9F38-F10B8D53125E}" dt="2021-11-23T18:17:12.936" v="1960"/>
          <ac:spMkLst>
            <pc:docMk/>
            <pc:sldMk cId="3524959305" sldId="417"/>
            <ac:spMk id="3" creationId="{D4F523F9-4484-412B-A67B-01E17F42D7C7}"/>
          </ac:spMkLst>
        </pc:spChg>
        <pc:spChg chg="mod">
          <ac:chgData name="Devinder Kaur" userId="89161a673412ba18" providerId="LiveId" clId="{3B765CF8-0143-4468-9F38-F10B8D53125E}" dt="2021-11-24T05:49:53.750" v="2067" actId="1035"/>
          <ac:spMkLst>
            <pc:docMk/>
            <pc:sldMk cId="3524959305" sldId="417"/>
            <ac:spMk id="4" creationId="{4C667089-1799-424E-993D-6081A94A9E0C}"/>
          </ac:spMkLst>
        </pc:spChg>
        <pc:spChg chg="add mod">
          <ac:chgData name="Devinder Kaur" userId="89161a673412ba18" providerId="LiveId" clId="{3B765CF8-0143-4468-9F38-F10B8D53125E}" dt="2021-11-25T07:56:57.333" v="5028" actId="14100"/>
          <ac:spMkLst>
            <pc:docMk/>
            <pc:sldMk cId="3524959305" sldId="417"/>
            <ac:spMk id="7" creationId="{E803E3CC-A892-4E6D-A6DA-A3AF5878D377}"/>
          </ac:spMkLst>
        </pc:spChg>
        <pc:picChg chg="add mod">
          <ac:chgData name="Devinder Kaur" userId="89161a673412ba18" providerId="LiveId" clId="{3B765CF8-0143-4468-9F38-F10B8D53125E}" dt="2021-11-25T07:56:49.921" v="5027" actId="1038"/>
          <ac:picMkLst>
            <pc:docMk/>
            <pc:sldMk cId="3524959305" sldId="417"/>
            <ac:picMk id="6" creationId="{CC8B7ADF-D741-42D8-B0C7-EE741DADE389}"/>
          </ac:picMkLst>
        </pc:picChg>
      </pc:sldChg>
      <pc:sldChg chg="addSp delSp modSp new mod ord">
        <pc:chgData name="Devinder Kaur" userId="89161a673412ba18" providerId="LiveId" clId="{3B765CF8-0143-4468-9F38-F10B8D53125E}" dt="2021-11-23T18:23:48.004" v="2039" actId="1036"/>
        <pc:sldMkLst>
          <pc:docMk/>
          <pc:sldMk cId="1548605973" sldId="418"/>
        </pc:sldMkLst>
        <pc:spChg chg="mod">
          <ac:chgData name="Devinder Kaur" userId="89161a673412ba18" providerId="LiveId" clId="{3B765CF8-0143-4468-9F38-F10B8D53125E}" dt="2021-11-23T18:05:23.903" v="1893" actId="14100"/>
          <ac:spMkLst>
            <pc:docMk/>
            <pc:sldMk cId="1548605973" sldId="418"/>
            <ac:spMk id="2" creationId="{2056CB8F-DEB0-43DB-991F-A57ECE897876}"/>
          </ac:spMkLst>
        </pc:spChg>
        <pc:spChg chg="mod">
          <ac:chgData name="Devinder Kaur" userId="89161a673412ba18" providerId="LiveId" clId="{3B765CF8-0143-4468-9F38-F10B8D53125E}" dt="2021-11-23T18:22:49.028" v="2026" actId="27636"/>
          <ac:spMkLst>
            <pc:docMk/>
            <pc:sldMk cId="1548605973" sldId="418"/>
            <ac:spMk id="3" creationId="{D21CC75D-F595-450A-86C6-F28A7117A873}"/>
          </ac:spMkLst>
        </pc:spChg>
        <pc:picChg chg="add del mod">
          <ac:chgData name="Devinder Kaur" userId="89161a673412ba18" providerId="LiveId" clId="{3B765CF8-0143-4468-9F38-F10B8D53125E}" dt="2021-11-23T18:04:20.189" v="1872" actId="478"/>
          <ac:picMkLst>
            <pc:docMk/>
            <pc:sldMk cId="1548605973" sldId="418"/>
            <ac:picMk id="5" creationId="{59E719BA-5412-4025-90E2-FF4FBE226452}"/>
          </ac:picMkLst>
        </pc:picChg>
        <pc:picChg chg="add mod">
          <ac:chgData name="Devinder Kaur" userId="89161a673412ba18" providerId="LiveId" clId="{3B765CF8-0143-4468-9F38-F10B8D53125E}" dt="2021-11-23T18:22:25.567" v="2017" actId="1076"/>
          <ac:picMkLst>
            <pc:docMk/>
            <pc:sldMk cId="1548605973" sldId="418"/>
            <ac:picMk id="6" creationId="{763AB282-4007-4E73-A569-A42942559CA1}"/>
          </ac:picMkLst>
        </pc:picChg>
        <pc:picChg chg="add mod modCrop">
          <ac:chgData name="Devinder Kaur" userId="89161a673412ba18" providerId="LiveId" clId="{3B765CF8-0143-4468-9F38-F10B8D53125E}" dt="2021-11-23T18:23:48.004" v="2039" actId="1036"/>
          <ac:picMkLst>
            <pc:docMk/>
            <pc:sldMk cId="1548605973" sldId="418"/>
            <ac:picMk id="7" creationId="{F70FB00B-F673-4951-A8DD-46D3CAA70816}"/>
          </ac:picMkLst>
        </pc:picChg>
      </pc:sldChg>
      <pc:sldChg chg="addSp delSp modSp new mod">
        <pc:chgData name="Devinder Kaur" userId="89161a673412ba18" providerId="LiveId" clId="{3B765CF8-0143-4468-9F38-F10B8D53125E}" dt="2021-11-23T18:15:20.440" v="1950" actId="27636"/>
        <pc:sldMkLst>
          <pc:docMk/>
          <pc:sldMk cId="1733047310" sldId="419"/>
        </pc:sldMkLst>
        <pc:spChg chg="mod">
          <ac:chgData name="Devinder Kaur" userId="89161a673412ba18" providerId="LiveId" clId="{3B765CF8-0143-4468-9F38-F10B8D53125E}" dt="2021-11-23T18:14:29.048" v="1936" actId="403"/>
          <ac:spMkLst>
            <pc:docMk/>
            <pc:sldMk cId="1733047310" sldId="419"/>
            <ac:spMk id="2" creationId="{ABB412F1-B757-4F5F-9186-1E893DFD8E05}"/>
          </ac:spMkLst>
        </pc:spChg>
        <pc:spChg chg="del">
          <ac:chgData name="Devinder Kaur" userId="89161a673412ba18" providerId="LiveId" clId="{3B765CF8-0143-4468-9F38-F10B8D53125E}" dt="2021-11-23T18:13:43.024" v="1918"/>
          <ac:spMkLst>
            <pc:docMk/>
            <pc:sldMk cId="1733047310" sldId="419"/>
            <ac:spMk id="3" creationId="{81CE7C1A-49F3-4185-9A2B-D9020A634FC0}"/>
          </ac:spMkLst>
        </pc:spChg>
        <pc:spChg chg="mod">
          <ac:chgData name="Devinder Kaur" userId="89161a673412ba18" providerId="LiveId" clId="{3B765CF8-0143-4468-9F38-F10B8D53125E}" dt="2021-11-23T18:15:20.440" v="1950" actId="27636"/>
          <ac:spMkLst>
            <pc:docMk/>
            <pc:sldMk cId="1733047310" sldId="419"/>
            <ac:spMk id="4" creationId="{60CF094E-D375-4F23-AB7D-6FB74C70623E}"/>
          </ac:spMkLst>
        </pc:spChg>
        <pc:picChg chg="add mod modCrop">
          <ac:chgData name="Devinder Kaur" userId="89161a673412ba18" providerId="LiveId" clId="{3B765CF8-0143-4468-9F38-F10B8D53125E}" dt="2021-11-23T18:15:10.015" v="1945" actId="12789"/>
          <ac:picMkLst>
            <pc:docMk/>
            <pc:sldMk cId="1733047310" sldId="419"/>
            <ac:picMk id="6" creationId="{B3369E7F-6D48-496B-B3E3-7C0F84F550EA}"/>
          </ac:picMkLst>
        </pc:picChg>
      </pc:sldChg>
      <pc:sldChg chg="addSp delSp modSp new ord">
        <pc:chgData name="Devinder Kaur" userId="89161a673412ba18" providerId="LiveId" clId="{3B765CF8-0143-4468-9F38-F10B8D53125E}" dt="2021-11-24T07:03:59.153" v="2902"/>
        <pc:sldMkLst>
          <pc:docMk/>
          <pc:sldMk cId="3219554124" sldId="420"/>
        </pc:sldMkLst>
        <pc:picChg chg="add del mod">
          <ac:chgData name="Devinder Kaur" userId="89161a673412ba18" providerId="LiveId" clId="{3B765CF8-0143-4468-9F38-F10B8D53125E}" dt="2021-11-24T06:07:15.062" v="2215"/>
          <ac:picMkLst>
            <pc:docMk/>
            <pc:sldMk cId="3219554124" sldId="420"/>
            <ac:picMk id="3" creationId="{9B9F83C7-D1D5-4B2F-88A6-5FCDB03AB4F7}"/>
          </ac:picMkLst>
        </pc:picChg>
        <pc:picChg chg="add mod">
          <ac:chgData name="Devinder Kaur" userId="89161a673412ba18" providerId="LiveId" clId="{3B765CF8-0143-4468-9F38-F10B8D53125E}" dt="2021-11-24T06:07:31.543" v="2223" actId="14100"/>
          <ac:picMkLst>
            <pc:docMk/>
            <pc:sldMk cId="3219554124" sldId="420"/>
            <ac:picMk id="4" creationId="{32A77E13-F008-456F-A6E2-07721BD71207}"/>
          </ac:picMkLst>
        </pc:picChg>
      </pc:sldChg>
      <pc:sldChg chg="addSp delSp modSp new mod ord">
        <pc:chgData name="Devinder Kaur" userId="89161a673412ba18" providerId="LiveId" clId="{3B765CF8-0143-4468-9F38-F10B8D53125E}" dt="2021-11-24T07:03:50.869" v="2900"/>
        <pc:sldMkLst>
          <pc:docMk/>
          <pc:sldMk cId="2528825155" sldId="421"/>
        </pc:sldMkLst>
        <pc:spChg chg="mod">
          <ac:chgData name="Devinder Kaur" userId="89161a673412ba18" providerId="LiveId" clId="{3B765CF8-0143-4468-9F38-F10B8D53125E}" dt="2021-11-24T06:02:51.599" v="2198" actId="1035"/>
          <ac:spMkLst>
            <pc:docMk/>
            <pc:sldMk cId="2528825155" sldId="421"/>
            <ac:spMk id="2" creationId="{C2EF9442-F046-46DA-94D8-BF20E59050A2}"/>
          </ac:spMkLst>
        </pc:spChg>
        <pc:spChg chg="del">
          <ac:chgData name="Devinder Kaur" userId="89161a673412ba18" providerId="LiveId" clId="{3B765CF8-0143-4468-9F38-F10B8D53125E}" dt="2021-11-24T05:58:11.482" v="2121"/>
          <ac:spMkLst>
            <pc:docMk/>
            <pc:sldMk cId="2528825155" sldId="421"/>
            <ac:spMk id="3" creationId="{D2F6E6B8-9A92-4472-8EE1-94FEF67F6117}"/>
          </ac:spMkLst>
        </pc:spChg>
        <pc:spChg chg="mod">
          <ac:chgData name="Devinder Kaur" userId="89161a673412ba18" providerId="LiveId" clId="{3B765CF8-0143-4468-9F38-F10B8D53125E}" dt="2021-11-24T06:04:59.949" v="2208" actId="255"/>
          <ac:spMkLst>
            <pc:docMk/>
            <pc:sldMk cId="2528825155" sldId="421"/>
            <ac:spMk id="4" creationId="{7AEE492F-F6A0-4BE9-9971-C4DA78839148}"/>
          </ac:spMkLst>
        </pc:spChg>
        <pc:spChg chg="add del mod">
          <ac:chgData name="Devinder Kaur" userId="89161a673412ba18" providerId="LiveId" clId="{3B765CF8-0143-4468-9F38-F10B8D53125E}" dt="2021-11-24T06:07:18.294" v="2219" actId="478"/>
          <ac:spMkLst>
            <pc:docMk/>
            <pc:sldMk cId="2528825155" sldId="421"/>
            <ac:spMk id="8" creationId="{B097D3B9-42F3-48DB-A476-D7AFC43EB700}"/>
          </ac:spMkLst>
        </pc:spChg>
        <pc:picChg chg="add del mod">
          <ac:chgData name="Devinder Kaur" userId="89161a673412ba18" providerId="LiveId" clId="{3B765CF8-0143-4468-9F38-F10B8D53125E}" dt="2021-11-24T06:07:18.294" v="2219" actId="478"/>
          <ac:picMkLst>
            <pc:docMk/>
            <pc:sldMk cId="2528825155" sldId="421"/>
            <ac:picMk id="6" creationId="{E5BFB786-F73E-416C-A6F2-151B04CE98C5}"/>
          </ac:picMkLst>
        </pc:picChg>
        <pc:picChg chg="add del mod">
          <ac:chgData name="Devinder Kaur" userId="89161a673412ba18" providerId="LiveId" clId="{3B765CF8-0143-4468-9F38-F10B8D53125E}" dt="2021-11-24T06:07:23.249" v="2220" actId="21"/>
          <ac:picMkLst>
            <pc:docMk/>
            <pc:sldMk cId="2528825155" sldId="421"/>
            <ac:picMk id="7" creationId="{9188FB9B-C9D5-4087-AF9B-E6F6C00B8FA9}"/>
          </ac:picMkLst>
        </pc:picChg>
      </pc:sldChg>
      <pc:sldChg chg="addSp delSp modSp new mod ord">
        <pc:chgData name="Devinder Kaur" userId="89161a673412ba18" providerId="LiveId" clId="{3B765CF8-0143-4468-9F38-F10B8D53125E}" dt="2021-11-24T06:42:12.770" v="2892" actId="14100"/>
        <pc:sldMkLst>
          <pc:docMk/>
          <pc:sldMk cId="1151394046" sldId="422"/>
        </pc:sldMkLst>
        <pc:spChg chg="mod">
          <ac:chgData name="Devinder Kaur" userId="89161a673412ba18" providerId="LiveId" clId="{3B765CF8-0143-4468-9F38-F10B8D53125E}" dt="2021-11-24T06:35:20.441" v="2870" actId="1035"/>
          <ac:spMkLst>
            <pc:docMk/>
            <pc:sldMk cId="1151394046" sldId="422"/>
            <ac:spMk id="2" creationId="{952822A7-9ADA-48DC-9E3A-471C8BD7693A}"/>
          </ac:spMkLst>
        </pc:spChg>
        <pc:spChg chg="del">
          <ac:chgData name="Devinder Kaur" userId="89161a673412ba18" providerId="LiveId" clId="{3B765CF8-0143-4468-9F38-F10B8D53125E}" dt="2021-11-24T06:26:56.182" v="2763"/>
          <ac:spMkLst>
            <pc:docMk/>
            <pc:sldMk cId="1151394046" sldId="422"/>
            <ac:spMk id="3" creationId="{88F6D8B3-557B-4353-93F9-2617C6D10CD3}"/>
          </ac:spMkLst>
        </pc:spChg>
        <pc:spChg chg="mod">
          <ac:chgData name="Devinder Kaur" userId="89161a673412ba18" providerId="LiveId" clId="{3B765CF8-0143-4468-9F38-F10B8D53125E}" dt="2021-11-24T06:35:24.280" v="2871" actId="14100"/>
          <ac:spMkLst>
            <pc:docMk/>
            <pc:sldMk cId="1151394046" sldId="422"/>
            <ac:spMk id="4" creationId="{CFDD82DA-A224-45E3-97C8-CE72778F6196}"/>
          </ac:spMkLst>
        </pc:spChg>
        <pc:picChg chg="add mod">
          <ac:chgData name="Devinder Kaur" userId="89161a673412ba18" providerId="LiveId" clId="{3B765CF8-0143-4468-9F38-F10B8D53125E}" dt="2021-11-24T06:42:12.770" v="2892" actId="14100"/>
          <ac:picMkLst>
            <pc:docMk/>
            <pc:sldMk cId="1151394046" sldId="422"/>
            <ac:picMk id="6" creationId="{67392E41-7A01-47AD-9BD1-98D84501AE41}"/>
          </ac:picMkLst>
        </pc:picChg>
        <pc:picChg chg="add del">
          <ac:chgData name="Devinder Kaur" userId="89161a673412ba18" providerId="LiveId" clId="{3B765CF8-0143-4468-9F38-F10B8D53125E}" dt="2021-11-24T06:28:43.082" v="2792" actId="21"/>
          <ac:picMkLst>
            <pc:docMk/>
            <pc:sldMk cId="1151394046" sldId="422"/>
            <ac:picMk id="7" creationId="{B41D572B-CCC1-4856-96DF-9982A0BD34BC}"/>
          </ac:picMkLst>
        </pc:picChg>
        <pc:picChg chg="add mod">
          <ac:chgData name="Devinder Kaur" userId="89161a673412ba18" providerId="LiveId" clId="{3B765CF8-0143-4468-9F38-F10B8D53125E}" dt="2021-11-24T06:33:23.973" v="2841" actId="208"/>
          <ac:picMkLst>
            <pc:docMk/>
            <pc:sldMk cId="1151394046" sldId="422"/>
            <ac:picMk id="8" creationId="{608152B6-696E-4B24-A07D-F3F99723FFFE}"/>
          </ac:picMkLst>
        </pc:picChg>
        <pc:picChg chg="add del mod">
          <ac:chgData name="Devinder Kaur" userId="89161a673412ba18" providerId="LiveId" clId="{3B765CF8-0143-4468-9F38-F10B8D53125E}" dt="2021-11-24T06:25:10.214" v="2762" actId="478"/>
          <ac:picMkLst>
            <pc:docMk/>
            <pc:sldMk cId="1151394046" sldId="422"/>
            <ac:picMk id="4098" creationId="{57B5A93E-63B4-44EE-830E-6B794F3080C5}"/>
          </ac:picMkLst>
        </pc:picChg>
      </pc:sldChg>
      <pc:sldChg chg="addSp delSp modSp new mod">
        <pc:chgData name="Devinder Kaur" userId="89161a673412ba18" providerId="LiveId" clId="{3B765CF8-0143-4468-9F38-F10B8D53125E}" dt="2021-11-24T07:25:27.143" v="3105"/>
        <pc:sldMkLst>
          <pc:docMk/>
          <pc:sldMk cId="3263867776" sldId="423"/>
        </pc:sldMkLst>
        <pc:spChg chg="mod">
          <ac:chgData name="Devinder Kaur" userId="89161a673412ba18" providerId="LiveId" clId="{3B765CF8-0143-4468-9F38-F10B8D53125E}" dt="2021-11-24T07:24:57.514" v="3097" actId="12788"/>
          <ac:spMkLst>
            <pc:docMk/>
            <pc:sldMk cId="3263867776" sldId="423"/>
            <ac:spMk id="2" creationId="{828E148F-946F-4361-B927-6370084AB9E1}"/>
          </ac:spMkLst>
        </pc:spChg>
        <pc:spChg chg="del mod">
          <ac:chgData name="Devinder Kaur" userId="89161a673412ba18" providerId="LiveId" clId="{3B765CF8-0143-4468-9F38-F10B8D53125E}" dt="2021-11-24T07:24:36.301" v="3091" actId="478"/>
          <ac:spMkLst>
            <pc:docMk/>
            <pc:sldMk cId="3263867776" sldId="423"/>
            <ac:spMk id="3" creationId="{92205DBD-9852-4CAB-AE2E-B260497B2D78}"/>
          </ac:spMkLst>
        </pc:spChg>
        <pc:spChg chg="mod">
          <ac:chgData name="Devinder Kaur" userId="89161a673412ba18" providerId="LiveId" clId="{3B765CF8-0143-4468-9F38-F10B8D53125E}" dt="2021-11-24T07:25:27.143" v="3105"/>
          <ac:spMkLst>
            <pc:docMk/>
            <pc:sldMk cId="3263867776" sldId="423"/>
            <ac:spMk id="4" creationId="{39CA4483-9F9D-40A8-8EFD-EA941555BA55}"/>
          </ac:spMkLst>
        </pc:spChg>
        <pc:picChg chg="add del mod modCrop">
          <ac:chgData name="Devinder Kaur" userId="89161a673412ba18" providerId="LiveId" clId="{3B765CF8-0143-4468-9F38-F10B8D53125E}" dt="2021-11-24T06:42:55.092" v="2893" actId="478"/>
          <ac:picMkLst>
            <pc:docMk/>
            <pc:sldMk cId="3263867776" sldId="423"/>
            <ac:picMk id="6" creationId="{76AE9D0C-48E6-4B50-83B7-C5EFFF54A138}"/>
          </ac:picMkLst>
        </pc:picChg>
        <pc:picChg chg="add del mod modCrop">
          <ac:chgData name="Devinder Kaur" userId="89161a673412ba18" providerId="LiveId" clId="{3B765CF8-0143-4468-9F38-F10B8D53125E}" dt="2021-11-24T06:42:57.224" v="2894" actId="478"/>
          <ac:picMkLst>
            <pc:docMk/>
            <pc:sldMk cId="3263867776" sldId="423"/>
            <ac:picMk id="7" creationId="{44ACDEF2-CBF2-4AC6-8863-324808C8CA61}"/>
          </ac:picMkLst>
        </pc:picChg>
        <pc:picChg chg="add del mod">
          <ac:chgData name="Devinder Kaur" userId="89161a673412ba18" providerId="LiveId" clId="{3B765CF8-0143-4468-9F38-F10B8D53125E}" dt="2021-11-24T07:16:42.323" v="3043" actId="478"/>
          <ac:picMkLst>
            <pc:docMk/>
            <pc:sldMk cId="3263867776" sldId="423"/>
            <ac:picMk id="8" creationId="{41803CA6-538D-40A8-B633-03C4ECB69BDA}"/>
          </ac:picMkLst>
        </pc:picChg>
        <pc:picChg chg="add del mod">
          <ac:chgData name="Devinder Kaur" userId="89161a673412ba18" providerId="LiveId" clId="{3B765CF8-0143-4468-9F38-F10B8D53125E}" dt="2021-11-24T07:24:32.725" v="3090" actId="478"/>
          <ac:picMkLst>
            <pc:docMk/>
            <pc:sldMk cId="3263867776" sldId="423"/>
            <ac:picMk id="9" creationId="{5D4D5FC0-EC2B-4D32-A3F9-A3DEA1E382F2}"/>
          </ac:picMkLst>
        </pc:picChg>
      </pc:sldChg>
      <pc:sldChg chg="addSp modSp new">
        <pc:chgData name="Devinder Kaur" userId="89161a673412ba18" providerId="LiveId" clId="{3B765CF8-0143-4468-9F38-F10B8D53125E}" dt="2021-11-24T06:36:44.574" v="2878" actId="14100"/>
        <pc:sldMkLst>
          <pc:docMk/>
          <pc:sldMk cId="1843065935" sldId="424"/>
        </pc:sldMkLst>
        <pc:picChg chg="add mod">
          <ac:chgData name="Devinder Kaur" userId="89161a673412ba18" providerId="LiveId" clId="{3B765CF8-0143-4468-9F38-F10B8D53125E}" dt="2021-11-24T06:36:44.574" v="2878" actId="14100"/>
          <ac:picMkLst>
            <pc:docMk/>
            <pc:sldMk cId="1843065935" sldId="424"/>
            <ac:picMk id="5122" creationId="{0873E346-CBB5-4D85-875B-7FB364C5DD10}"/>
          </ac:picMkLst>
        </pc:picChg>
      </pc:sldChg>
      <pc:sldChg chg="new del">
        <pc:chgData name="Devinder Kaur" userId="89161a673412ba18" providerId="LiveId" clId="{3B765CF8-0143-4468-9F38-F10B8D53125E}" dt="2021-11-24T06:36:20.491" v="2873" actId="680"/>
        <pc:sldMkLst>
          <pc:docMk/>
          <pc:sldMk cId="3773862544" sldId="424"/>
        </pc:sldMkLst>
      </pc:sldChg>
      <pc:sldChg chg="addSp delSp modSp new mod">
        <pc:chgData name="Devinder Kaur" userId="89161a673412ba18" providerId="LiveId" clId="{3B765CF8-0143-4468-9F38-F10B8D53125E}" dt="2021-11-24T06:40:05.969" v="2889" actId="14100"/>
        <pc:sldMkLst>
          <pc:docMk/>
          <pc:sldMk cId="4263429468" sldId="425"/>
        </pc:sldMkLst>
        <pc:picChg chg="add del mod">
          <ac:chgData name="Devinder Kaur" userId="89161a673412ba18" providerId="LiveId" clId="{3B765CF8-0143-4468-9F38-F10B8D53125E}" dt="2021-11-24T06:39:37.710" v="2884" actId="478"/>
          <ac:picMkLst>
            <pc:docMk/>
            <pc:sldMk cId="4263429468" sldId="425"/>
            <ac:picMk id="3" creationId="{43EE7B20-D97A-4F67-9BD6-CE2888BE53C5}"/>
          </ac:picMkLst>
        </pc:picChg>
        <pc:picChg chg="add mod">
          <ac:chgData name="Devinder Kaur" userId="89161a673412ba18" providerId="LiveId" clId="{3B765CF8-0143-4468-9F38-F10B8D53125E}" dt="2021-11-24T06:40:05.969" v="2889" actId="14100"/>
          <ac:picMkLst>
            <pc:docMk/>
            <pc:sldMk cId="4263429468" sldId="425"/>
            <ac:picMk id="4" creationId="{DA9979E4-ABD0-4D04-B1FD-CF90F5010B05}"/>
          </ac:picMkLst>
        </pc:picChg>
      </pc:sldChg>
      <pc:sldChg chg="addSp delSp modSp new mod">
        <pc:chgData name="Devinder Kaur" userId="89161a673412ba18" providerId="LiveId" clId="{3B765CF8-0143-4468-9F38-F10B8D53125E}" dt="2021-11-25T07:57:30.995" v="5050" actId="14100"/>
        <pc:sldMkLst>
          <pc:docMk/>
          <pc:sldMk cId="3639179652" sldId="426"/>
        </pc:sldMkLst>
        <pc:spChg chg="mod">
          <ac:chgData name="Devinder Kaur" userId="89161a673412ba18" providerId="LiveId" clId="{3B765CF8-0143-4468-9F38-F10B8D53125E}" dt="2021-11-24T07:09:56.868" v="3011" actId="1035"/>
          <ac:spMkLst>
            <pc:docMk/>
            <pc:sldMk cId="3639179652" sldId="426"/>
            <ac:spMk id="2" creationId="{2A99A001-FABE-476E-94EE-37239FFDD71D}"/>
          </ac:spMkLst>
        </pc:spChg>
        <pc:spChg chg="mod">
          <ac:chgData name="Devinder Kaur" userId="89161a673412ba18" providerId="LiveId" clId="{3B765CF8-0143-4468-9F38-F10B8D53125E}" dt="2021-11-25T07:57:30.995" v="5050" actId="14100"/>
          <ac:spMkLst>
            <pc:docMk/>
            <pc:sldMk cId="3639179652" sldId="426"/>
            <ac:spMk id="3" creationId="{59999E57-9BB1-43E0-B530-4C02D0C52035}"/>
          </ac:spMkLst>
        </pc:spChg>
        <pc:picChg chg="add del mod">
          <ac:chgData name="Devinder Kaur" userId="89161a673412ba18" providerId="LiveId" clId="{3B765CF8-0143-4468-9F38-F10B8D53125E}" dt="2021-11-24T07:09:36.852" v="2991" actId="478"/>
          <ac:picMkLst>
            <pc:docMk/>
            <pc:sldMk cId="3639179652" sldId="426"/>
            <ac:picMk id="5" creationId="{7C82A657-8866-4DB4-B729-B2E71E7D1D58}"/>
          </ac:picMkLst>
        </pc:picChg>
        <pc:picChg chg="add mod modCrop">
          <ac:chgData name="Devinder Kaur" userId="89161a673412ba18" providerId="LiveId" clId="{3B765CF8-0143-4468-9F38-F10B8D53125E}" dt="2021-11-25T07:57:21.777" v="5048" actId="1035"/>
          <ac:picMkLst>
            <pc:docMk/>
            <pc:sldMk cId="3639179652" sldId="426"/>
            <ac:picMk id="6" creationId="{703A1916-A3F5-410B-A701-F4E140F807D1}"/>
          </ac:picMkLst>
        </pc:picChg>
      </pc:sldChg>
      <pc:sldChg chg="addSp modSp new mod">
        <pc:chgData name="Devinder Kaur" userId="89161a673412ba18" providerId="LiveId" clId="{3B765CF8-0143-4468-9F38-F10B8D53125E}" dt="2021-11-24T07:16:19.737" v="3042" actId="12789"/>
        <pc:sldMkLst>
          <pc:docMk/>
          <pc:sldMk cId="1832125148" sldId="427"/>
        </pc:sldMkLst>
        <pc:picChg chg="add mod modCrop">
          <ac:chgData name="Devinder Kaur" userId="89161a673412ba18" providerId="LiveId" clId="{3B765CF8-0143-4468-9F38-F10B8D53125E}" dt="2021-11-24T07:16:19.737" v="3042" actId="12789"/>
          <ac:picMkLst>
            <pc:docMk/>
            <pc:sldMk cId="1832125148" sldId="427"/>
            <ac:picMk id="3" creationId="{24A7E23E-8317-42AD-A6BB-AED57B7BE10C}"/>
          </ac:picMkLst>
        </pc:picChg>
      </pc:sldChg>
      <pc:sldChg chg="modSp new mod">
        <pc:chgData name="Devinder Kaur" userId="89161a673412ba18" providerId="LiveId" clId="{3B765CF8-0143-4468-9F38-F10B8D53125E}" dt="2021-11-24T07:20:10.705" v="3071" actId="27636"/>
        <pc:sldMkLst>
          <pc:docMk/>
          <pc:sldMk cId="1257033020" sldId="428"/>
        </pc:sldMkLst>
        <pc:spChg chg="mod">
          <ac:chgData name="Devinder Kaur" userId="89161a673412ba18" providerId="LiveId" clId="{3B765CF8-0143-4468-9F38-F10B8D53125E}" dt="2021-11-24T07:20:00.683" v="3065" actId="14100"/>
          <ac:spMkLst>
            <pc:docMk/>
            <pc:sldMk cId="1257033020" sldId="428"/>
            <ac:spMk id="2" creationId="{D63524AD-19A5-447D-B6DB-A006833D8C34}"/>
          </ac:spMkLst>
        </pc:spChg>
        <pc:spChg chg="mod">
          <ac:chgData name="Devinder Kaur" userId="89161a673412ba18" providerId="LiveId" clId="{3B765CF8-0143-4468-9F38-F10B8D53125E}" dt="2021-11-24T07:20:10.705" v="3071" actId="27636"/>
          <ac:spMkLst>
            <pc:docMk/>
            <pc:sldMk cId="1257033020" sldId="428"/>
            <ac:spMk id="3" creationId="{A954D00E-7382-4E27-981F-DDED261FCFC4}"/>
          </ac:spMkLst>
        </pc:spChg>
      </pc:sldChg>
      <pc:sldChg chg="addSp delSp modSp new mod">
        <pc:chgData name="Devinder Kaur" userId="89161a673412ba18" providerId="LiveId" clId="{3B765CF8-0143-4468-9F38-F10B8D53125E}" dt="2021-11-24T07:52:50.862" v="4258" actId="12789"/>
        <pc:sldMkLst>
          <pc:docMk/>
          <pc:sldMk cId="3582311845" sldId="429"/>
        </pc:sldMkLst>
        <pc:spChg chg="del">
          <ac:chgData name="Devinder Kaur" userId="89161a673412ba18" providerId="LiveId" clId="{3B765CF8-0143-4468-9F38-F10B8D53125E}" dt="2021-11-24T07:33:49.989" v="3269" actId="478"/>
          <ac:spMkLst>
            <pc:docMk/>
            <pc:sldMk cId="3582311845" sldId="429"/>
            <ac:spMk id="2" creationId="{276E0772-DBB1-4358-9C0A-5EE836EBF2EA}"/>
          </ac:spMkLst>
        </pc:spChg>
        <pc:spChg chg="del">
          <ac:chgData name="Devinder Kaur" userId="89161a673412ba18" providerId="LiveId" clId="{3B765CF8-0143-4468-9F38-F10B8D53125E}" dt="2021-11-24T07:33:49.989" v="3269" actId="478"/>
          <ac:spMkLst>
            <pc:docMk/>
            <pc:sldMk cId="3582311845" sldId="429"/>
            <ac:spMk id="3" creationId="{03CDB89A-AF9C-46BC-8E21-87CD944FA434}"/>
          </ac:spMkLst>
        </pc:spChg>
        <pc:spChg chg="del">
          <ac:chgData name="Devinder Kaur" userId="89161a673412ba18" providerId="LiveId" clId="{3B765CF8-0143-4468-9F38-F10B8D53125E}" dt="2021-11-24T07:33:49.989" v="3269" actId="478"/>
          <ac:spMkLst>
            <pc:docMk/>
            <pc:sldMk cId="3582311845" sldId="429"/>
            <ac:spMk id="4" creationId="{6444A160-551B-4072-9524-66F802539F74}"/>
          </ac:spMkLst>
        </pc:spChg>
        <pc:graphicFrameChg chg="add del mod modGraphic">
          <ac:chgData name="Devinder Kaur" userId="89161a673412ba18" providerId="LiveId" clId="{3B765CF8-0143-4468-9F38-F10B8D53125E}" dt="2021-11-24T07:48:26.495" v="4056" actId="21"/>
          <ac:graphicFrameMkLst>
            <pc:docMk/>
            <pc:sldMk cId="3582311845" sldId="429"/>
            <ac:graphicFrameMk id="8" creationId="{07CA4DAB-9951-4953-80BD-641D6963CAE3}"/>
          </ac:graphicFrameMkLst>
        </pc:graphicFrameChg>
        <pc:picChg chg="add del mod">
          <ac:chgData name="Devinder Kaur" userId="89161a673412ba18" providerId="LiveId" clId="{3B765CF8-0143-4468-9F38-F10B8D53125E}" dt="2021-11-24T07:45:27.855" v="3938" actId="478"/>
          <ac:picMkLst>
            <pc:docMk/>
            <pc:sldMk cId="3582311845" sldId="429"/>
            <ac:picMk id="6" creationId="{CC4C6EA9-67B1-4DD6-9ED7-FD7FE57D849E}"/>
          </ac:picMkLst>
        </pc:picChg>
        <pc:picChg chg="add del mod">
          <ac:chgData name="Devinder Kaur" userId="89161a673412ba18" providerId="LiveId" clId="{3B765CF8-0143-4468-9F38-F10B8D53125E}" dt="2021-11-24T07:45:27.855" v="3938" actId="478"/>
          <ac:picMkLst>
            <pc:docMk/>
            <pc:sldMk cId="3582311845" sldId="429"/>
            <ac:picMk id="7" creationId="{4F05194B-E258-4B34-B41E-3A5204A2B048}"/>
          </ac:picMkLst>
        </pc:picChg>
        <pc:picChg chg="add mod">
          <ac:chgData name="Devinder Kaur" userId="89161a673412ba18" providerId="LiveId" clId="{3B765CF8-0143-4468-9F38-F10B8D53125E}" dt="2021-11-24T07:52:50.862" v="4258" actId="12789"/>
          <ac:picMkLst>
            <pc:docMk/>
            <pc:sldMk cId="3582311845" sldId="429"/>
            <ac:picMk id="9" creationId="{A6290E62-0800-4040-A3D4-DDDDBC143531}"/>
          </ac:picMkLst>
        </pc:picChg>
      </pc:sldChg>
      <pc:sldChg chg="addSp delSp modSp new mod">
        <pc:chgData name="Devinder Kaur" userId="89161a673412ba18" providerId="LiveId" clId="{3B765CF8-0143-4468-9F38-F10B8D53125E}" dt="2021-11-24T07:51:58.784" v="4252" actId="14100"/>
        <pc:sldMkLst>
          <pc:docMk/>
          <pc:sldMk cId="2328306033" sldId="430"/>
        </pc:sldMkLst>
        <pc:spChg chg="mod">
          <ac:chgData name="Devinder Kaur" userId="89161a673412ba18" providerId="LiveId" clId="{3B765CF8-0143-4468-9F38-F10B8D53125E}" dt="2021-11-24T07:50:43.155" v="4202" actId="14100"/>
          <ac:spMkLst>
            <pc:docMk/>
            <pc:sldMk cId="2328306033" sldId="430"/>
            <ac:spMk id="2" creationId="{5E02E4ED-E430-495F-A5E5-824CB7A54D36}"/>
          </ac:spMkLst>
        </pc:spChg>
        <pc:spChg chg="mod">
          <ac:chgData name="Devinder Kaur" userId="89161a673412ba18" providerId="LiveId" clId="{3B765CF8-0143-4468-9F38-F10B8D53125E}" dt="2021-11-24T07:51:45.514" v="4251" actId="14100"/>
          <ac:spMkLst>
            <pc:docMk/>
            <pc:sldMk cId="2328306033" sldId="430"/>
            <ac:spMk id="3" creationId="{03840A92-4E9E-484C-A469-E18ADEC30E01}"/>
          </ac:spMkLst>
        </pc:spChg>
        <pc:graphicFrameChg chg="add mod modGraphic">
          <ac:chgData name="Devinder Kaur" userId="89161a673412ba18" providerId="LiveId" clId="{3B765CF8-0143-4468-9F38-F10B8D53125E}" dt="2021-11-24T07:51:58.784" v="4252" actId="14100"/>
          <ac:graphicFrameMkLst>
            <pc:docMk/>
            <pc:sldMk cId="2328306033" sldId="430"/>
            <ac:graphicFrameMk id="7" creationId="{AD53DBFC-17E7-47DB-8941-303D5CB77692}"/>
          </ac:graphicFrameMkLst>
        </pc:graphicFrameChg>
        <pc:picChg chg="add del mod modCrop">
          <ac:chgData name="Devinder Kaur" userId="89161a673412ba18" providerId="LiveId" clId="{3B765CF8-0143-4468-9F38-F10B8D53125E}" dt="2021-11-24T07:33:37.648" v="3267" actId="21"/>
          <ac:picMkLst>
            <pc:docMk/>
            <pc:sldMk cId="2328306033" sldId="430"/>
            <ac:picMk id="5" creationId="{11DA6F8A-DC87-4608-93CC-567AEE7FA5B6}"/>
          </ac:picMkLst>
        </pc:picChg>
        <pc:picChg chg="add del mod modCrop">
          <ac:chgData name="Devinder Kaur" userId="89161a673412ba18" providerId="LiveId" clId="{3B765CF8-0143-4468-9F38-F10B8D53125E}" dt="2021-11-24T07:33:37.648" v="3267" actId="21"/>
          <ac:picMkLst>
            <pc:docMk/>
            <pc:sldMk cId="2328306033" sldId="430"/>
            <ac:picMk id="6" creationId="{261E6BE2-3ED5-4A10-9ECE-3FB9E770A2E2}"/>
          </ac:picMkLst>
        </pc:picChg>
      </pc:sldChg>
      <pc:sldChg chg="modSp new mod">
        <pc:chgData name="Devinder Kaur" userId="89161a673412ba18" providerId="LiveId" clId="{3B765CF8-0143-4468-9F38-F10B8D53125E}" dt="2021-11-24T07:56:13.291" v="4291" actId="27636"/>
        <pc:sldMkLst>
          <pc:docMk/>
          <pc:sldMk cId="3829534738" sldId="431"/>
        </pc:sldMkLst>
        <pc:spChg chg="mod">
          <ac:chgData name="Devinder Kaur" userId="89161a673412ba18" providerId="LiveId" clId="{3B765CF8-0143-4468-9F38-F10B8D53125E}" dt="2021-11-24T07:54:05.271" v="4266" actId="14100"/>
          <ac:spMkLst>
            <pc:docMk/>
            <pc:sldMk cId="3829534738" sldId="431"/>
            <ac:spMk id="2" creationId="{D3F229F6-F91C-43D3-B11E-CC58F4C41505}"/>
          </ac:spMkLst>
        </pc:spChg>
        <pc:spChg chg="mod">
          <ac:chgData name="Devinder Kaur" userId="89161a673412ba18" providerId="LiveId" clId="{3B765CF8-0143-4468-9F38-F10B8D53125E}" dt="2021-11-24T07:56:13.291" v="4291" actId="27636"/>
          <ac:spMkLst>
            <pc:docMk/>
            <pc:sldMk cId="3829534738" sldId="431"/>
            <ac:spMk id="3" creationId="{AEA0C72B-D483-4F6F-B00A-3C52A2863038}"/>
          </ac:spMkLst>
        </pc:spChg>
      </pc:sldChg>
      <pc:sldChg chg="addSp delSp modSp new mod">
        <pc:chgData name="Devinder Kaur" userId="89161a673412ba18" providerId="LiveId" clId="{3B765CF8-0143-4468-9F38-F10B8D53125E}" dt="2021-11-24T08:06:31.332" v="4349" actId="6549"/>
        <pc:sldMkLst>
          <pc:docMk/>
          <pc:sldMk cId="1346459234" sldId="432"/>
        </pc:sldMkLst>
        <pc:spChg chg="mod">
          <ac:chgData name="Devinder Kaur" userId="89161a673412ba18" providerId="LiveId" clId="{3B765CF8-0143-4468-9F38-F10B8D53125E}" dt="2021-11-24T07:56:08.857" v="4289" actId="14100"/>
          <ac:spMkLst>
            <pc:docMk/>
            <pc:sldMk cId="1346459234" sldId="432"/>
            <ac:spMk id="2" creationId="{3586AAA4-77FC-4931-975F-813CCA550801}"/>
          </ac:spMkLst>
        </pc:spChg>
        <pc:spChg chg="mod">
          <ac:chgData name="Devinder Kaur" userId="89161a673412ba18" providerId="LiveId" clId="{3B765CF8-0143-4468-9F38-F10B8D53125E}" dt="2021-11-24T08:06:31.332" v="4349" actId="6549"/>
          <ac:spMkLst>
            <pc:docMk/>
            <pc:sldMk cId="1346459234" sldId="432"/>
            <ac:spMk id="3" creationId="{7F0CBC1C-3D66-41B6-96AC-F60F0A83C7B8}"/>
          </ac:spMkLst>
        </pc:spChg>
        <pc:picChg chg="add del mod">
          <ac:chgData name="Devinder Kaur" userId="89161a673412ba18" providerId="LiveId" clId="{3B765CF8-0143-4468-9F38-F10B8D53125E}" dt="2021-11-24T07:58:14.397" v="4312" actId="21"/>
          <ac:picMkLst>
            <pc:docMk/>
            <pc:sldMk cId="1346459234" sldId="432"/>
            <ac:picMk id="5" creationId="{2CA93FD8-CEFD-48AB-9790-C0CB803B4098}"/>
          </ac:picMkLst>
        </pc:picChg>
        <pc:picChg chg="add mod">
          <ac:chgData name="Devinder Kaur" userId="89161a673412ba18" providerId="LiveId" clId="{3B765CF8-0143-4468-9F38-F10B8D53125E}" dt="2021-11-24T07:59:54.696" v="4331" actId="1037"/>
          <ac:picMkLst>
            <pc:docMk/>
            <pc:sldMk cId="1346459234" sldId="432"/>
            <ac:picMk id="6" creationId="{FDBC739B-1FAE-4935-9856-10DAB069322A}"/>
          </ac:picMkLst>
        </pc:picChg>
        <pc:picChg chg="add del mod">
          <ac:chgData name="Devinder Kaur" userId="89161a673412ba18" providerId="LiveId" clId="{3B765CF8-0143-4468-9F38-F10B8D53125E}" dt="2021-11-24T08:01:36.269" v="4336" actId="21"/>
          <ac:picMkLst>
            <pc:docMk/>
            <pc:sldMk cId="1346459234" sldId="432"/>
            <ac:picMk id="7" creationId="{7304155E-A965-44FB-B4CC-38E0025878A6}"/>
          </ac:picMkLst>
        </pc:picChg>
      </pc:sldChg>
      <pc:sldChg chg="modSp new mod">
        <pc:chgData name="Devinder Kaur" userId="89161a673412ba18" providerId="LiveId" clId="{3B765CF8-0143-4468-9F38-F10B8D53125E}" dt="2021-11-24T08:10:33.206" v="4392" actId="14100"/>
        <pc:sldMkLst>
          <pc:docMk/>
          <pc:sldMk cId="1794529994" sldId="433"/>
        </pc:sldMkLst>
        <pc:spChg chg="mod">
          <ac:chgData name="Devinder Kaur" userId="89161a673412ba18" providerId="LiveId" clId="{3B765CF8-0143-4468-9F38-F10B8D53125E}" dt="2021-11-24T08:10:24.726" v="4387" actId="14100"/>
          <ac:spMkLst>
            <pc:docMk/>
            <pc:sldMk cId="1794529994" sldId="433"/>
            <ac:spMk id="2" creationId="{30188A8D-6E03-4528-842B-9240002B0C27}"/>
          </ac:spMkLst>
        </pc:spChg>
        <pc:spChg chg="mod">
          <ac:chgData name="Devinder Kaur" userId="89161a673412ba18" providerId="LiveId" clId="{3B765CF8-0143-4468-9F38-F10B8D53125E}" dt="2021-11-24T08:10:33.206" v="4392" actId="14100"/>
          <ac:spMkLst>
            <pc:docMk/>
            <pc:sldMk cId="1794529994" sldId="433"/>
            <ac:spMk id="3" creationId="{44A19121-DDC1-4DB0-B505-953F66C2F0BC}"/>
          </ac:spMkLst>
        </pc:spChg>
      </pc:sldChg>
      <pc:sldChg chg="addSp modSp new mod">
        <pc:chgData name="Devinder Kaur" userId="89161a673412ba18" providerId="LiveId" clId="{3B765CF8-0143-4468-9F38-F10B8D53125E}" dt="2021-11-24T07:58:39.253" v="4320" actId="12788"/>
        <pc:sldMkLst>
          <pc:docMk/>
          <pc:sldMk cId="3815007186" sldId="434"/>
        </pc:sldMkLst>
        <pc:picChg chg="add mod">
          <ac:chgData name="Devinder Kaur" userId="89161a673412ba18" providerId="LiveId" clId="{3B765CF8-0143-4468-9F38-F10B8D53125E}" dt="2021-11-24T07:58:39.253" v="4320" actId="12788"/>
          <ac:picMkLst>
            <pc:docMk/>
            <pc:sldMk cId="3815007186" sldId="434"/>
            <ac:picMk id="3" creationId="{E6BA25D2-0C65-4AE4-86FB-F00FB58B83F0}"/>
          </ac:picMkLst>
        </pc:picChg>
      </pc:sldChg>
      <pc:sldChg chg="addSp modSp new mod">
        <pc:chgData name="Devinder Kaur" userId="89161a673412ba18" providerId="LiveId" clId="{3B765CF8-0143-4468-9F38-F10B8D53125E}" dt="2021-11-24T08:02:19.289" v="4343" actId="207"/>
        <pc:sldMkLst>
          <pc:docMk/>
          <pc:sldMk cId="3788490953" sldId="435"/>
        </pc:sldMkLst>
        <pc:spChg chg="add mod">
          <ac:chgData name="Devinder Kaur" userId="89161a673412ba18" providerId="LiveId" clId="{3B765CF8-0143-4468-9F38-F10B8D53125E}" dt="2021-11-24T08:02:19.289" v="4343" actId="207"/>
          <ac:spMkLst>
            <pc:docMk/>
            <pc:sldMk cId="3788490953" sldId="435"/>
            <ac:spMk id="4" creationId="{9CA17806-AC5F-4B79-B016-E55E0694FDA4}"/>
          </ac:spMkLst>
        </pc:spChg>
        <pc:picChg chg="add mod">
          <ac:chgData name="Devinder Kaur" userId="89161a673412ba18" providerId="LiveId" clId="{3B765CF8-0143-4468-9F38-F10B8D53125E}" dt="2021-11-24T08:01:52.507" v="4341" actId="14100"/>
          <ac:picMkLst>
            <pc:docMk/>
            <pc:sldMk cId="3788490953" sldId="435"/>
            <ac:picMk id="3" creationId="{7FCCCE86-0FB4-4935-A105-943BD01F3BC9}"/>
          </ac:picMkLst>
        </pc:picChg>
      </pc:sldChg>
      <pc:sldChg chg="addSp modSp new">
        <pc:chgData name="Devinder Kaur" userId="89161a673412ba18" providerId="LiveId" clId="{3B765CF8-0143-4468-9F38-F10B8D53125E}" dt="2021-11-24T08:13:05.668" v="4429" actId="12788"/>
        <pc:sldMkLst>
          <pc:docMk/>
          <pc:sldMk cId="893517120" sldId="436"/>
        </pc:sldMkLst>
        <pc:picChg chg="add mod">
          <ac:chgData name="Devinder Kaur" userId="89161a673412ba18" providerId="LiveId" clId="{3B765CF8-0143-4468-9F38-F10B8D53125E}" dt="2021-11-24T08:13:05.668" v="4429" actId="12788"/>
          <ac:picMkLst>
            <pc:docMk/>
            <pc:sldMk cId="893517120" sldId="436"/>
            <ac:picMk id="7170" creationId="{1DBEE108-21EE-43AF-9FC6-55A91E5EACAF}"/>
          </ac:picMkLst>
        </pc:picChg>
      </pc:sldChg>
      <pc:sldChg chg="addSp delSp modSp new mod">
        <pc:chgData name="Devinder Kaur" userId="89161a673412ba18" providerId="LiveId" clId="{3B765CF8-0143-4468-9F38-F10B8D53125E}" dt="2021-11-24T08:19:33.933" v="4480" actId="14100"/>
        <pc:sldMkLst>
          <pc:docMk/>
          <pc:sldMk cId="2184810660" sldId="437"/>
        </pc:sldMkLst>
        <pc:spChg chg="mod">
          <ac:chgData name="Devinder Kaur" userId="89161a673412ba18" providerId="LiveId" clId="{3B765CF8-0143-4468-9F38-F10B8D53125E}" dt="2021-11-24T08:14:23.658" v="4437" actId="14100"/>
          <ac:spMkLst>
            <pc:docMk/>
            <pc:sldMk cId="2184810660" sldId="437"/>
            <ac:spMk id="2" creationId="{5707B661-9EB4-4565-A1EA-E814D01F2455}"/>
          </ac:spMkLst>
        </pc:spChg>
        <pc:spChg chg="mod">
          <ac:chgData name="Devinder Kaur" userId="89161a673412ba18" providerId="LiveId" clId="{3B765CF8-0143-4468-9F38-F10B8D53125E}" dt="2021-11-24T08:19:33.933" v="4480" actId="14100"/>
          <ac:spMkLst>
            <pc:docMk/>
            <pc:sldMk cId="2184810660" sldId="437"/>
            <ac:spMk id="3" creationId="{CFD5E64E-5068-496F-A79E-0CA587351504}"/>
          </ac:spMkLst>
        </pc:spChg>
        <pc:picChg chg="add del">
          <ac:chgData name="Devinder Kaur" userId="89161a673412ba18" providerId="LiveId" clId="{3B765CF8-0143-4468-9F38-F10B8D53125E}" dt="2021-11-24T08:16:51.343" v="4446" actId="21"/>
          <ac:picMkLst>
            <pc:docMk/>
            <pc:sldMk cId="2184810660" sldId="437"/>
            <ac:picMk id="5" creationId="{CF3B816D-AD70-4FF5-8E86-A5A78AD4DD40}"/>
          </ac:picMkLst>
        </pc:picChg>
        <pc:picChg chg="add mod modCrop">
          <ac:chgData name="Devinder Kaur" userId="89161a673412ba18" providerId="LiveId" clId="{3B765CF8-0143-4468-9F38-F10B8D53125E}" dt="2021-11-24T08:19:29.174" v="4479" actId="12789"/>
          <ac:picMkLst>
            <pc:docMk/>
            <pc:sldMk cId="2184810660" sldId="437"/>
            <ac:picMk id="6" creationId="{9B1ABF16-EFB4-4099-959E-C2064CAA12CA}"/>
          </ac:picMkLst>
        </pc:picChg>
      </pc:sldChg>
      <pc:sldChg chg="addSp modSp new mod">
        <pc:chgData name="Devinder Kaur" userId="89161a673412ba18" providerId="LiveId" clId="{3B765CF8-0143-4468-9F38-F10B8D53125E}" dt="2021-11-24T08:18:20.973" v="4467" actId="12788"/>
        <pc:sldMkLst>
          <pc:docMk/>
          <pc:sldMk cId="2069043768" sldId="438"/>
        </pc:sldMkLst>
        <pc:picChg chg="add mod modCrop">
          <ac:chgData name="Devinder Kaur" userId="89161a673412ba18" providerId="LiveId" clId="{3B765CF8-0143-4468-9F38-F10B8D53125E}" dt="2021-11-24T08:18:20.973" v="4467" actId="12788"/>
          <ac:picMkLst>
            <pc:docMk/>
            <pc:sldMk cId="2069043768" sldId="438"/>
            <ac:picMk id="3" creationId="{636F5321-4C4A-4498-A8E5-A62D7E80C06C}"/>
          </ac:picMkLst>
        </pc:picChg>
        <pc:picChg chg="add mod modCrop">
          <ac:chgData name="Devinder Kaur" userId="89161a673412ba18" providerId="LiveId" clId="{3B765CF8-0143-4468-9F38-F10B8D53125E}" dt="2021-11-24T08:18:20.973" v="4467" actId="12788"/>
          <ac:picMkLst>
            <pc:docMk/>
            <pc:sldMk cId="2069043768" sldId="438"/>
            <ac:picMk id="4" creationId="{E704D546-646F-44AB-B808-2D2EE9A4A272}"/>
          </ac:picMkLst>
        </pc:picChg>
      </pc:sldChg>
      <pc:sldChg chg="modSp new mod">
        <pc:chgData name="Devinder Kaur" userId="89161a673412ba18" providerId="LiveId" clId="{3B765CF8-0143-4468-9F38-F10B8D53125E}" dt="2021-11-25T08:03:43.921" v="5063" actId="115"/>
        <pc:sldMkLst>
          <pc:docMk/>
          <pc:sldMk cId="3126708469" sldId="439"/>
        </pc:sldMkLst>
        <pc:spChg chg="mod">
          <ac:chgData name="Devinder Kaur" userId="89161a673412ba18" providerId="LiveId" clId="{3B765CF8-0143-4468-9F38-F10B8D53125E}" dt="2021-11-25T08:01:11.396" v="5052" actId="14100"/>
          <ac:spMkLst>
            <pc:docMk/>
            <pc:sldMk cId="3126708469" sldId="439"/>
            <ac:spMk id="2" creationId="{673568FA-C595-4F86-963C-87A4E59C6303}"/>
          </ac:spMkLst>
        </pc:spChg>
        <pc:spChg chg="mod">
          <ac:chgData name="Devinder Kaur" userId="89161a673412ba18" providerId="LiveId" clId="{3B765CF8-0143-4468-9F38-F10B8D53125E}" dt="2021-11-25T08:03:43.921" v="5063" actId="115"/>
          <ac:spMkLst>
            <pc:docMk/>
            <pc:sldMk cId="3126708469" sldId="439"/>
            <ac:spMk id="3" creationId="{5CF380A5-4927-4E72-B5E5-1C4E8B77B1C6}"/>
          </ac:spMkLst>
        </pc:spChg>
      </pc:sldChg>
      <pc:sldChg chg="addSp delSp modSp new mod">
        <pc:chgData name="Devinder Kaur" userId="89161a673412ba18" providerId="LiveId" clId="{3B765CF8-0143-4468-9F38-F10B8D53125E}" dt="2021-11-25T09:49:14.193" v="5813"/>
        <pc:sldMkLst>
          <pc:docMk/>
          <pc:sldMk cId="1334496686" sldId="440"/>
        </pc:sldMkLst>
        <pc:spChg chg="mod">
          <ac:chgData name="Devinder Kaur" userId="89161a673412ba18" providerId="LiveId" clId="{3B765CF8-0143-4468-9F38-F10B8D53125E}" dt="2021-11-24T09:35:26.978" v="4523" actId="14100"/>
          <ac:spMkLst>
            <pc:docMk/>
            <pc:sldMk cId="1334496686" sldId="440"/>
            <ac:spMk id="2" creationId="{07A33FAA-A2FF-4326-9121-77C384354F08}"/>
          </ac:spMkLst>
        </pc:spChg>
        <pc:spChg chg="mod">
          <ac:chgData name="Devinder Kaur" userId="89161a673412ba18" providerId="LiveId" clId="{3B765CF8-0143-4468-9F38-F10B8D53125E}" dt="2021-11-24T09:51:19.240" v="4776" actId="6549"/>
          <ac:spMkLst>
            <pc:docMk/>
            <pc:sldMk cId="1334496686" sldId="440"/>
            <ac:spMk id="3" creationId="{A3C1BAAC-E48F-44CA-8087-EDA57070B10A}"/>
          </ac:spMkLst>
        </pc:spChg>
        <pc:picChg chg="add mod modCrop">
          <ac:chgData name="Devinder Kaur" userId="89161a673412ba18" providerId="LiveId" clId="{3B765CF8-0143-4468-9F38-F10B8D53125E}" dt="2021-11-24T09:47:34.354" v="4753" actId="14100"/>
          <ac:picMkLst>
            <pc:docMk/>
            <pc:sldMk cId="1334496686" sldId="440"/>
            <ac:picMk id="5" creationId="{59594B10-8096-495B-A670-4ECD7E7CBB6A}"/>
          </ac:picMkLst>
        </pc:picChg>
        <pc:picChg chg="del">
          <ac:chgData name="Devinder Kaur" userId="89161a673412ba18" providerId="LiveId" clId="{3B765CF8-0143-4468-9F38-F10B8D53125E}" dt="2021-11-25T09:49:14.193" v="5813"/>
          <ac:picMkLst>
            <pc:docMk/>
            <pc:sldMk cId="1334496686" sldId="440"/>
            <ac:picMk id="6" creationId="{B580A704-5CD9-4552-82A5-8C1369EFC278}"/>
          </ac:picMkLst>
        </pc:picChg>
      </pc:sldChg>
      <pc:sldChg chg="addSp delSp modSp new">
        <pc:chgData name="Devinder Kaur" userId="89161a673412ba18" providerId="LiveId" clId="{3B765CF8-0143-4468-9F38-F10B8D53125E}" dt="2021-11-25T08:06:48.803" v="5084"/>
        <pc:sldMkLst>
          <pc:docMk/>
          <pc:sldMk cId="3217975899" sldId="441"/>
        </pc:sldMkLst>
        <pc:picChg chg="add del mod">
          <ac:chgData name="Devinder Kaur" userId="89161a673412ba18" providerId="LiveId" clId="{3B765CF8-0143-4468-9F38-F10B8D53125E}" dt="2021-11-25T08:06:45.651" v="5083" actId="478"/>
          <ac:picMkLst>
            <pc:docMk/>
            <pc:sldMk cId="3217975899" sldId="441"/>
            <ac:picMk id="3" creationId="{C68DA42D-ECBC-4D1B-8919-9DEE71D346B5}"/>
          </ac:picMkLst>
        </pc:picChg>
        <pc:picChg chg="add">
          <ac:chgData name="Devinder Kaur" userId="89161a673412ba18" providerId="LiveId" clId="{3B765CF8-0143-4468-9F38-F10B8D53125E}" dt="2021-11-25T08:06:48.803" v="5084"/>
          <ac:picMkLst>
            <pc:docMk/>
            <pc:sldMk cId="3217975899" sldId="441"/>
            <ac:picMk id="4098" creationId="{900143A5-0734-4AFB-8697-5825A0C952C7}"/>
          </ac:picMkLst>
        </pc:picChg>
      </pc:sldChg>
      <pc:sldChg chg="modSp new mod ord">
        <pc:chgData name="Devinder Kaur" userId="89161a673412ba18" providerId="LiveId" clId="{3B765CF8-0143-4468-9F38-F10B8D53125E}" dt="2021-11-26T07:57:43.603" v="6773" actId="14100"/>
        <pc:sldMkLst>
          <pc:docMk/>
          <pc:sldMk cId="1717129918" sldId="442"/>
        </pc:sldMkLst>
        <pc:spChg chg="mod">
          <ac:chgData name="Devinder Kaur" userId="89161a673412ba18" providerId="LiveId" clId="{3B765CF8-0143-4468-9F38-F10B8D53125E}" dt="2021-11-26T07:57:29.708" v="6769" actId="27636"/>
          <ac:spMkLst>
            <pc:docMk/>
            <pc:sldMk cId="1717129918" sldId="442"/>
            <ac:spMk id="2" creationId="{7BD939FB-E6FD-4F10-9166-DCFDB3095E34}"/>
          </ac:spMkLst>
        </pc:spChg>
        <pc:spChg chg="mod">
          <ac:chgData name="Devinder Kaur" userId="89161a673412ba18" providerId="LiveId" clId="{3B765CF8-0143-4468-9F38-F10B8D53125E}" dt="2021-11-26T07:57:43.603" v="6773" actId="14100"/>
          <ac:spMkLst>
            <pc:docMk/>
            <pc:sldMk cId="1717129918" sldId="442"/>
            <ac:spMk id="3" creationId="{6A6E3E77-9CC6-44C7-83DC-007DA4C1587F}"/>
          </ac:spMkLst>
        </pc:spChg>
      </pc:sldChg>
      <pc:sldChg chg="addSp delSp modSp new mod">
        <pc:chgData name="Devinder Kaur" userId="89161a673412ba18" providerId="LiveId" clId="{3B765CF8-0143-4468-9F38-F10B8D53125E}" dt="2021-11-26T04:35:28.012" v="6453" actId="113"/>
        <pc:sldMkLst>
          <pc:docMk/>
          <pc:sldMk cId="1390749711" sldId="443"/>
        </pc:sldMkLst>
        <pc:spChg chg="mod">
          <ac:chgData name="Devinder Kaur" userId="89161a673412ba18" providerId="LiveId" clId="{3B765CF8-0143-4468-9F38-F10B8D53125E}" dt="2021-11-26T04:35:28.012" v="6453" actId="113"/>
          <ac:spMkLst>
            <pc:docMk/>
            <pc:sldMk cId="1390749711" sldId="443"/>
            <ac:spMk id="2" creationId="{972A9FF2-FE45-411E-96BC-97329CE4FC89}"/>
          </ac:spMkLst>
        </pc:spChg>
        <pc:spChg chg="del mod">
          <ac:chgData name="Devinder Kaur" userId="89161a673412ba18" providerId="LiveId" clId="{3B765CF8-0143-4468-9F38-F10B8D53125E}" dt="2021-11-25T08:33:33.211" v="5105" actId="478"/>
          <ac:spMkLst>
            <pc:docMk/>
            <pc:sldMk cId="1390749711" sldId="443"/>
            <ac:spMk id="3" creationId="{8858A095-5A1A-4680-AC80-69276ADF1E7C}"/>
          </ac:spMkLst>
        </pc:spChg>
        <pc:graphicFrameChg chg="add mod modGraphic">
          <ac:chgData name="Devinder Kaur" userId="89161a673412ba18" providerId="LiveId" clId="{3B765CF8-0143-4468-9F38-F10B8D53125E}" dt="2021-11-25T08:35:36.708" v="5156" actId="179"/>
          <ac:graphicFrameMkLst>
            <pc:docMk/>
            <pc:sldMk cId="1390749711" sldId="443"/>
            <ac:graphicFrameMk id="5" creationId="{7C4641B7-16E6-4621-A325-297F05B82B39}"/>
          </ac:graphicFrameMkLst>
        </pc:graphicFrameChg>
        <pc:picChg chg="add del mod">
          <ac:chgData name="Devinder Kaur" userId="89161a673412ba18" providerId="LiveId" clId="{3B765CF8-0143-4468-9F38-F10B8D53125E}" dt="2021-11-24T10:02:48.888" v="4929" actId="478"/>
          <ac:picMkLst>
            <pc:docMk/>
            <pc:sldMk cId="1390749711" sldId="443"/>
            <ac:picMk id="5" creationId="{10DDACE0-E8B0-4D9A-BDAC-FA8DD1E65000}"/>
          </ac:picMkLst>
        </pc:picChg>
      </pc:sldChg>
      <pc:sldChg chg="modSp new mod">
        <pc:chgData name="Devinder Kaur" userId="89161a673412ba18" providerId="LiveId" clId="{3B765CF8-0143-4468-9F38-F10B8D53125E}" dt="2021-11-25T07:48:54.679" v="5009" actId="14100"/>
        <pc:sldMkLst>
          <pc:docMk/>
          <pc:sldMk cId="3276869159" sldId="444"/>
        </pc:sldMkLst>
        <pc:spChg chg="mod">
          <ac:chgData name="Devinder Kaur" userId="89161a673412ba18" providerId="LiveId" clId="{3B765CF8-0143-4468-9F38-F10B8D53125E}" dt="2021-11-25T07:48:54.679" v="5009" actId="14100"/>
          <ac:spMkLst>
            <pc:docMk/>
            <pc:sldMk cId="3276869159" sldId="444"/>
            <ac:spMk id="2" creationId="{D83DCB64-D207-409A-BB4E-2608F684CECA}"/>
          </ac:spMkLst>
        </pc:spChg>
        <pc:spChg chg="mod">
          <ac:chgData name="Devinder Kaur" userId="89161a673412ba18" providerId="LiveId" clId="{3B765CF8-0143-4468-9F38-F10B8D53125E}" dt="2021-11-25T07:48:43.039" v="5008" actId="207"/>
          <ac:spMkLst>
            <pc:docMk/>
            <pc:sldMk cId="3276869159" sldId="444"/>
            <ac:spMk id="3" creationId="{212F9F60-F08D-47FE-8E25-F2A6A08F1F0E}"/>
          </ac:spMkLst>
        </pc:spChg>
      </pc:sldChg>
      <pc:sldChg chg="addSp delSp modSp new mod">
        <pc:chgData name="Devinder Kaur" userId="89161a673412ba18" providerId="LiveId" clId="{3B765CF8-0143-4468-9F38-F10B8D53125E}" dt="2021-11-26T04:36:30.093" v="6455" actId="27636"/>
        <pc:sldMkLst>
          <pc:docMk/>
          <pc:sldMk cId="1311405095" sldId="445"/>
        </pc:sldMkLst>
        <pc:spChg chg="mod">
          <ac:chgData name="Devinder Kaur" userId="89161a673412ba18" providerId="LiveId" clId="{3B765CF8-0143-4468-9F38-F10B8D53125E}" dt="2021-11-25T08:55:31.209" v="5316" actId="14100"/>
          <ac:spMkLst>
            <pc:docMk/>
            <pc:sldMk cId="1311405095" sldId="445"/>
            <ac:spMk id="2" creationId="{816899C9-4AE7-466B-B243-2620B629BC40}"/>
          </ac:spMkLst>
        </pc:spChg>
        <pc:spChg chg="mod">
          <ac:chgData name="Devinder Kaur" userId="89161a673412ba18" providerId="LiveId" clId="{3B765CF8-0143-4468-9F38-F10B8D53125E}" dt="2021-11-26T04:36:30.093" v="6455" actId="27636"/>
          <ac:spMkLst>
            <pc:docMk/>
            <pc:sldMk cId="1311405095" sldId="445"/>
            <ac:spMk id="3" creationId="{4C59D3DE-D338-470E-9195-9A3214A8E4A5}"/>
          </ac:spMkLst>
        </pc:spChg>
        <pc:picChg chg="add del mod">
          <ac:chgData name="Devinder Kaur" userId="89161a673412ba18" providerId="LiveId" clId="{3B765CF8-0143-4468-9F38-F10B8D53125E}" dt="2021-11-25T08:41:27.524" v="5262" actId="478"/>
          <ac:picMkLst>
            <pc:docMk/>
            <pc:sldMk cId="1311405095" sldId="445"/>
            <ac:picMk id="5" creationId="{A391CCE5-E031-4B33-8E64-7F9C133FAA7D}"/>
          </ac:picMkLst>
        </pc:picChg>
        <pc:picChg chg="add del">
          <ac:chgData name="Devinder Kaur" userId="89161a673412ba18" providerId="LiveId" clId="{3B765CF8-0143-4468-9F38-F10B8D53125E}" dt="2021-11-25T08:40:29.991" v="5210"/>
          <ac:picMkLst>
            <pc:docMk/>
            <pc:sldMk cId="1311405095" sldId="445"/>
            <ac:picMk id="5122" creationId="{1C00435A-DEC5-49DD-9BBE-F657D6E853E0}"/>
          </ac:picMkLst>
        </pc:picChg>
      </pc:sldChg>
      <pc:sldChg chg="new del">
        <pc:chgData name="Devinder Kaur" userId="89161a673412ba18" providerId="LiveId" clId="{3B765CF8-0143-4468-9F38-F10B8D53125E}" dt="2021-11-25T08:38:06.245" v="5190" actId="680"/>
        <pc:sldMkLst>
          <pc:docMk/>
          <pc:sldMk cId="3086537580" sldId="445"/>
        </pc:sldMkLst>
      </pc:sldChg>
      <pc:sldChg chg="addSp delSp modSp new del mod">
        <pc:chgData name="Devinder Kaur" userId="89161a673412ba18" providerId="LiveId" clId="{3B765CF8-0143-4468-9F38-F10B8D53125E}" dt="2021-11-25T08:37:58.377" v="5188" actId="680"/>
        <pc:sldMkLst>
          <pc:docMk/>
          <pc:sldMk cId="3927589684" sldId="445"/>
        </pc:sldMkLst>
        <pc:spChg chg="mod">
          <ac:chgData name="Devinder Kaur" userId="89161a673412ba18" providerId="LiveId" clId="{3B765CF8-0143-4468-9F38-F10B8D53125E}" dt="2021-11-25T08:37:57.844" v="5187"/>
          <ac:spMkLst>
            <pc:docMk/>
            <pc:sldMk cId="3927589684" sldId="445"/>
            <ac:spMk id="2" creationId="{E8C19204-168E-46C4-967C-0F02D0BD0091}"/>
          </ac:spMkLst>
        </pc:spChg>
        <pc:spChg chg="add del mod">
          <ac:chgData name="Devinder Kaur" userId="89161a673412ba18" providerId="LiveId" clId="{3B765CF8-0143-4468-9F38-F10B8D53125E}" dt="2021-11-25T08:37:54.630" v="5181" actId="478"/>
          <ac:spMkLst>
            <pc:docMk/>
            <pc:sldMk cId="3927589684" sldId="445"/>
            <ac:spMk id="3" creationId="{D10E9C1E-07FC-4976-9793-28A1DEDE31B4}"/>
          </ac:spMkLst>
        </pc:spChg>
        <pc:spChg chg="add del mod">
          <ac:chgData name="Devinder Kaur" userId="89161a673412ba18" providerId="LiveId" clId="{3B765CF8-0143-4468-9F38-F10B8D53125E}" dt="2021-11-25T08:37:54.075" v="5180" actId="22"/>
          <ac:spMkLst>
            <pc:docMk/>
            <pc:sldMk cId="3927589684" sldId="445"/>
            <ac:spMk id="6" creationId="{AAE6A456-D844-475B-B3BB-B2EE57DD3691}"/>
          </ac:spMkLst>
        </pc:spChg>
      </pc:sldChg>
      <pc:sldChg chg="modSp new mod">
        <pc:chgData name="Devinder Kaur" userId="89161a673412ba18" providerId="LiveId" clId="{3B765CF8-0143-4468-9F38-F10B8D53125E}" dt="2021-11-25T08:58:23.355" v="5345" actId="123"/>
        <pc:sldMkLst>
          <pc:docMk/>
          <pc:sldMk cId="1588389297" sldId="446"/>
        </pc:sldMkLst>
        <pc:spChg chg="mod">
          <ac:chgData name="Devinder Kaur" userId="89161a673412ba18" providerId="LiveId" clId="{3B765CF8-0143-4468-9F38-F10B8D53125E}" dt="2021-11-25T08:57:02.928" v="5340" actId="1035"/>
          <ac:spMkLst>
            <pc:docMk/>
            <pc:sldMk cId="1588389297" sldId="446"/>
            <ac:spMk id="2" creationId="{729D9F19-3C87-47CF-9EBB-5FF15A260624}"/>
          </ac:spMkLst>
        </pc:spChg>
        <pc:spChg chg="mod">
          <ac:chgData name="Devinder Kaur" userId="89161a673412ba18" providerId="LiveId" clId="{3B765CF8-0143-4468-9F38-F10B8D53125E}" dt="2021-11-25T08:58:23.355" v="5345" actId="123"/>
          <ac:spMkLst>
            <pc:docMk/>
            <pc:sldMk cId="1588389297" sldId="446"/>
            <ac:spMk id="3" creationId="{EFB32610-6427-4EF8-98BB-5C8F7A21FC85}"/>
          </ac:spMkLst>
        </pc:spChg>
      </pc:sldChg>
      <pc:sldChg chg="addSp delSp modSp new mod">
        <pc:chgData name="Devinder Kaur" userId="89161a673412ba18" providerId="LiveId" clId="{3B765CF8-0143-4468-9F38-F10B8D53125E}" dt="2021-11-25T09:22:28.461" v="5725" actId="21"/>
        <pc:sldMkLst>
          <pc:docMk/>
          <pc:sldMk cId="3882373386" sldId="447"/>
        </pc:sldMkLst>
        <pc:spChg chg="del">
          <ac:chgData name="Devinder Kaur" userId="89161a673412ba18" providerId="LiveId" clId="{3B765CF8-0143-4468-9F38-F10B8D53125E}" dt="2021-11-25T08:58:43.980" v="5346"/>
          <ac:spMkLst>
            <pc:docMk/>
            <pc:sldMk cId="3882373386" sldId="447"/>
            <ac:spMk id="2" creationId="{4C9CAFEF-AEC9-4399-AD2A-F58BA027B0E3}"/>
          </ac:spMkLst>
        </pc:spChg>
        <pc:spChg chg="mod">
          <ac:chgData name="Devinder Kaur" userId="89161a673412ba18" providerId="LiveId" clId="{3B765CF8-0143-4468-9F38-F10B8D53125E}" dt="2021-11-25T09:09:16.742" v="5636" actId="1035"/>
          <ac:spMkLst>
            <pc:docMk/>
            <pc:sldMk cId="3882373386" sldId="447"/>
            <ac:spMk id="3" creationId="{507D6EA5-5188-44E9-9DAA-2A233E3838CA}"/>
          </ac:spMkLst>
        </pc:spChg>
        <pc:spChg chg="add mod">
          <ac:chgData name="Devinder Kaur" userId="89161a673412ba18" providerId="LiveId" clId="{3B765CF8-0143-4468-9F38-F10B8D53125E}" dt="2021-11-25T08:58:48.347" v="5348" actId="14100"/>
          <ac:spMkLst>
            <pc:docMk/>
            <pc:sldMk cId="3882373386" sldId="447"/>
            <ac:spMk id="5" creationId="{688B377F-8741-4FEA-A200-86ABD14CB64D}"/>
          </ac:spMkLst>
        </pc:spChg>
        <pc:picChg chg="add del mod">
          <ac:chgData name="Devinder Kaur" userId="89161a673412ba18" providerId="LiveId" clId="{3B765CF8-0143-4468-9F38-F10B8D53125E}" dt="2021-11-25T09:06:33.888" v="5608" actId="478"/>
          <ac:picMkLst>
            <pc:docMk/>
            <pc:sldMk cId="3882373386" sldId="447"/>
            <ac:picMk id="6" creationId="{5212D1DB-32F6-4757-9179-BB513472B24A}"/>
          </ac:picMkLst>
        </pc:picChg>
        <pc:picChg chg="add del mod modCrop">
          <ac:chgData name="Devinder Kaur" userId="89161a673412ba18" providerId="LiveId" clId="{3B765CF8-0143-4468-9F38-F10B8D53125E}" dt="2021-11-25T09:10:10.756" v="5640" actId="478"/>
          <ac:picMkLst>
            <pc:docMk/>
            <pc:sldMk cId="3882373386" sldId="447"/>
            <ac:picMk id="7" creationId="{7EF39FC5-D9ED-4806-95A9-FB0ABB57F5CD}"/>
          </ac:picMkLst>
        </pc:picChg>
        <pc:picChg chg="add mod">
          <ac:chgData name="Devinder Kaur" userId="89161a673412ba18" providerId="LiveId" clId="{3B765CF8-0143-4468-9F38-F10B8D53125E}" dt="2021-11-25T09:13:02.791" v="5672" actId="14100"/>
          <ac:picMkLst>
            <pc:docMk/>
            <pc:sldMk cId="3882373386" sldId="447"/>
            <ac:picMk id="8" creationId="{D8516785-DF63-4735-B9B1-BFF62F255342}"/>
          </ac:picMkLst>
        </pc:picChg>
        <pc:picChg chg="add del mod">
          <ac:chgData name="Devinder Kaur" userId="89161a673412ba18" providerId="LiveId" clId="{3B765CF8-0143-4468-9F38-F10B8D53125E}" dt="2021-11-25T09:22:28.461" v="5725" actId="21"/>
          <ac:picMkLst>
            <pc:docMk/>
            <pc:sldMk cId="3882373386" sldId="447"/>
            <ac:picMk id="9" creationId="{4BDA3931-8D56-4EB8-ABEB-174B9615DB5C}"/>
          </ac:picMkLst>
        </pc:picChg>
        <pc:picChg chg="add del mod">
          <ac:chgData name="Devinder Kaur" userId="89161a673412ba18" providerId="LiveId" clId="{3B765CF8-0143-4468-9F38-F10B8D53125E}" dt="2021-11-25T09:12:23.693" v="5659" actId="478"/>
          <ac:picMkLst>
            <pc:docMk/>
            <pc:sldMk cId="3882373386" sldId="447"/>
            <ac:picMk id="6146" creationId="{8AF8F3FB-651D-4F5E-A266-2BA5BE2A7E45}"/>
          </ac:picMkLst>
        </pc:picChg>
      </pc:sldChg>
      <pc:sldChg chg="delSp modSp new del mod ord">
        <pc:chgData name="Devinder Kaur" userId="89161a673412ba18" providerId="LiveId" clId="{3B765CF8-0143-4468-9F38-F10B8D53125E}" dt="2021-11-26T08:17:04.606" v="7172" actId="47"/>
        <pc:sldMkLst>
          <pc:docMk/>
          <pc:sldMk cId="524582378" sldId="448"/>
        </pc:sldMkLst>
        <pc:spChg chg="del">
          <ac:chgData name="Devinder Kaur" userId="89161a673412ba18" providerId="LiveId" clId="{3B765CF8-0143-4468-9F38-F10B8D53125E}" dt="2021-11-25T09:15:54.285" v="5679" actId="478"/>
          <ac:spMkLst>
            <pc:docMk/>
            <pc:sldMk cId="524582378" sldId="448"/>
            <ac:spMk id="2" creationId="{C0E2950F-F359-402B-9776-13A9AEC64DD6}"/>
          </ac:spMkLst>
        </pc:spChg>
        <pc:spChg chg="del">
          <ac:chgData name="Devinder Kaur" userId="89161a673412ba18" providerId="LiveId" clId="{3B765CF8-0143-4468-9F38-F10B8D53125E}" dt="2021-11-25T09:16:10.577" v="5684" actId="478"/>
          <ac:spMkLst>
            <pc:docMk/>
            <pc:sldMk cId="524582378" sldId="448"/>
            <ac:spMk id="3" creationId="{A18620F9-BCC3-413D-8957-78756EC48973}"/>
          </ac:spMkLst>
        </pc:spChg>
        <pc:spChg chg="mod">
          <ac:chgData name="Devinder Kaur" userId="89161a673412ba18" providerId="LiveId" clId="{3B765CF8-0143-4468-9F38-F10B8D53125E}" dt="2021-11-25T09:20:48.109" v="5722" actId="27636"/>
          <ac:spMkLst>
            <pc:docMk/>
            <pc:sldMk cId="524582378" sldId="448"/>
            <ac:spMk id="4" creationId="{5DCC6D9D-5152-489C-BA35-F0318E0DB02B}"/>
          </ac:spMkLst>
        </pc:spChg>
      </pc:sldChg>
      <pc:sldChg chg="new del ord">
        <pc:chgData name="Devinder Kaur" userId="89161a673412ba18" providerId="LiveId" clId="{3B765CF8-0143-4468-9F38-F10B8D53125E}" dt="2021-11-26T08:17:00.584" v="7171" actId="47"/>
        <pc:sldMkLst>
          <pc:docMk/>
          <pc:sldMk cId="1890800958" sldId="449"/>
        </pc:sldMkLst>
      </pc:sldChg>
      <pc:sldChg chg="addSp modSp new mod">
        <pc:chgData name="Devinder Kaur" userId="89161a673412ba18" providerId="LiveId" clId="{3B765CF8-0143-4468-9F38-F10B8D53125E}" dt="2021-11-25T09:23:14.568" v="5737" actId="12789"/>
        <pc:sldMkLst>
          <pc:docMk/>
          <pc:sldMk cId="3571683946" sldId="450"/>
        </pc:sldMkLst>
        <pc:picChg chg="add mod modCrop">
          <ac:chgData name="Devinder Kaur" userId="89161a673412ba18" providerId="LiveId" clId="{3B765CF8-0143-4468-9F38-F10B8D53125E}" dt="2021-11-25T09:23:14.568" v="5737" actId="12789"/>
          <ac:picMkLst>
            <pc:docMk/>
            <pc:sldMk cId="3571683946" sldId="450"/>
            <ac:picMk id="3" creationId="{6568D757-5FDB-4113-B2F9-B94ADFAEA3CB}"/>
          </ac:picMkLst>
        </pc:picChg>
      </pc:sldChg>
      <pc:sldChg chg="addSp delSp modSp new mod ord">
        <pc:chgData name="Devinder Kaur" userId="89161a673412ba18" providerId="LiveId" clId="{3B765CF8-0143-4468-9F38-F10B8D53125E}" dt="2021-11-26T10:37:08.095" v="7384" actId="12789"/>
        <pc:sldMkLst>
          <pc:docMk/>
          <pc:sldMk cId="3682395676" sldId="451"/>
        </pc:sldMkLst>
        <pc:picChg chg="add del mod">
          <ac:chgData name="Devinder Kaur" userId="89161a673412ba18" providerId="LiveId" clId="{3B765CF8-0143-4468-9F38-F10B8D53125E}" dt="2021-11-26T10:36:24.028" v="7367" actId="478"/>
          <ac:picMkLst>
            <pc:docMk/>
            <pc:sldMk cId="3682395676" sldId="451"/>
            <ac:picMk id="3" creationId="{39F7484F-C6D6-4950-8381-32D22B0113D5}"/>
          </ac:picMkLst>
        </pc:picChg>
        <pc:picChg chg="add del mod">
          <ac:chgData name="Devinder Kaur" userId="89161a673412ba18" providerId="LiveId" clId="{3B765CF8-0143-4468-9F38-F10B8D53125E}" dt="2021-11-25T09:28:25.296" v="5757" actId="478"/>
          <ac:picMkLst>
            <pc:docMk/>
            <pc:sldMk cId="3682395676" sldId="451"/>
            <ac:picMk id="3" creationId="{E9179948-5A0A-4031-836E-8CE972F28CDE}"/>
          </ac:picMkLst>
        </pc:picChg>
        <pc:picChg chg="add del mod modCrop">
          <ac:chgData name="Devinder Kaur" userId="89161a673412ba18" providerId="LiveId" clId="{3B765CF8-0143-4468-9F38-F10B8D53125E}" dt="2021-11-26T10:37:08.095" v="7384" actId="12789"/>
          <ac:picMkLst>
            <pc:docMk/>
            <pc:sldMk cId="3682395676" sldId="451"/>
            <ac:picMk id="4" creationId="{ECA0EE32-5B74-44F9-A652-496BDF62146E}"/>
          </ac:picMkLst>
        </pc:picChg>
        <pc:picChg chg="add mod modCrop">
          <ac:chgData name="Devinder Kaur" userId="89161a673412ba18" providerId="LiveId" clId="{3B765CF8-0143-4468-9F38-F10B8D53125E}" dt="2021-11-26T10:37:08.095" v="7384" actId="12789"/>
          <ac:picMkLst>
            <pc:docMk/>
            <pc:sldMk cId="3682395676" sldId="451"/>
            <ac:picMk id="5" creationId="{54F5D148-93D9-4314-844C-FC688F77BB84}"/>
          </ac:picMkLst>
        </pc:picChg>
      </pc:sldChg>
      <pc:sldChg chg="addSp delSp modSp new mod">
        <pc:chgData name="Devinder Kaur" userId="89161a673412ba18" providerId="LiveId" clId="{3B765CF8-0143-4468-9F38-F10B8D53125E}" dt="2021-11-25T09:26:08.564" v="5752" actId="14100"/>
        <pc:sldMkLst>
          <pc:docMk/>
          <pc:sldMk cId="1092694584" sldId="452"/>
        </pc:sldMkLst>
        <pc:picChg chg="add del mod">
          <ac:chgData name="Devinder Kaur" userId="89161a673412ba18" providerId="LiveId" clId="{3B765CF8-0143-4468-9F38-F10B8D53125E}" dt="2021-11-25T09:25:47.796" v="5746" actId="478"/>
          <ac:picMkLst>
            <pc:docMk/>
            <pc:sldMk cId="1092694584" sldId="452"/>
            <ac:picMk id="3" creationId="{CA35A691-413A-4C1A-A333-049733C166D1}"/>
          </ac:picMkLst>
        </pc:picChg>
        <pc:picChg chg="add mod">
          <ac:chgData name="Devinder Kaur" userId="89161a673412ba18" providerId="LiveId" clId="{3B765CF8-0143-4468-9F38-F10B8D53125E}" dt="2021-11-25T09:26:08.564" v="5752" actId="14100"/>
          <ac:picMkLst>
            <pc:docMk/>
            <pc:sldMk cId="1092694584" sldId="452"/>
            <ac:picMk id="4" creationId="{F2ABED0A-6646-48CC-BF79-A564B400B4D0}"/>
          </ac:picMkLst>
        </pc:picChg>
      </pc:sldChg>
      <pc:sldChg chg="addSp modSp new mod ord">
        <pc:chgData name="Devinder Kaur" userId="89161a673412ba18" providerId="LiveId" clId="{3B765CF8-0143-4468-9F38-F10B8D53125E}" dt="2021-11-26T10:37:31.719" v="7396" actId="14100"/>
        <pc:sldMkLst>
          <pc:docMk/>
          <pc:sldMk cId="2630829382" sldId="453"/>
        </pc:sldMkLst>
        <pc:spChg chg="mod">
          <ac:chgData name="Devinder Kaur" userId="89161a673412ba18" providerId="LiveId" clId="{3B765CF8-0143-4468-9F38-F10B8D53125E}" dt="2021-11-26T10:37:18.298" v="7385" actId="14100"/>
          <ac:spMkLst>
            <pc:docMk/>
            <pc:sldMk cId="2630829382" sldId="453"/>
            <ac:spMk id="2" creationId="{82B9D0C1-3D42-49AB-843D-6649AE85698B}"/>
          </ac:spMkLst>
        </pc:spChg>
        <pc:spChg chg="mod">
          <ac:chgData name="Devinder Kaur" userId="89161a673412ba18" providerId="LiveId" clId="{3B765CF8-0143-4468-9F38-F10B8D53125E}" dt="2021-11-26T10:37:31.719" v="7396" actId="14100"/>
          <ac:spMkLst>
            <pc:docMk/>
            <pc:sldMk cId="2630829382" sldId="453"/>
            <ac:spMk id="3" creationId="{A3CFBA45-A64D-424D-AAC5-D8AF766DBE8B}"/>
          </ac:spMkLst>
        </pc:spChg>
        <pc:spChg chg="add mod">
          <ac:chgData name="Devinder Kaur" userId="89161a673412ba18" providerId="LiveId" clId="{3B765CF8-0143-4468-9F38-F10B8D53125E}" dt="2021-11-26T10:36:13.221" v="7365" actId="1036"/>
          <ac:spMkLst>
            <pc:docMk/>
            <pc:sldMk cId="2630829382" sldId="453"/>
            <ac:spMk id="7" creationId="{7EBA2FEA-1415-451C-9B88-624D4991FB0E}"/>
          </ac:spMkLst>
        </pc:spChg>
        <pc:picChg chg="add mod">
          <ac:chgData name="Devinder Kaur" userId="89161a673412ba18" providerId="LiveId" clId="{3B765CF8-0143-4468-9F38-F10B8D53125E}" dt="2021-11-26T10:36:18.785" v="7366" actId="14100"/>
          <ac:picMkLst>
            <pc:docMk/>
            <pc:sldMk cId="2630829382" sldId="453"/>
            <ac:picMk id="5" creationId="{7EE646A2-3DAA-4CF2-BE95-F4C5C407D70A}"/>
          </ac:picMkLst>
        </pc:picChg>
      </pc:sldChg>
      <pc:sldChg chg="modSp new del mod ord">
        <pc:chgData name="Devinder Kaur" userId="89161a673412ba18" providerId="LiveId" clId="{3B765CF8-0143-4468-9F38-F10B8D53125E}" dt="2021-11-26T04:46:36.068" v="6468" actId="2696"/>
        <pc:sldMkLst>
          <pc:docMk/>
          <pc:sldMk cId="1627193490" sldId="454"/>
        </pc:sldMkLst>
        <pc:spChg chg="mod">
          <ac:chgData name="Devinder Kaur" userId="89161a673412ba18" providerId="LiveId" clId="{3B765CF8-0143-4468-9F38-F10B8D53125E}" dt="2021-11-25T09:54:17.227" v="5874" actId="14100"/>
          <ac:spMkLst>
            <pc:docMk/>
            <pc:sldMk cId="1627193490" sldId="454"/>
            <ac:spMk id="2" creationId="{2B23F0B7-27F5-43A9-B76B-B13B3A0CD376}"/>
          </ac:spMkLst>
        </pc:spChg>
        <pc:spChg chg="mod">
          <ac:chgData name="Devinder Kaur" userId="89161a673412ba18" providerId="LiveId" clId="{3B765CF8-0143-4468-9F38-F10B8D53125E}" dt="2021-11-25T09:55:36.379" v="5890" actId="113"/>
          <ac:spMkLst>
            <pc:docMk/>
            <pc:sldMk cId="1627193490" sldId="454"/>
            <ac:spMk id="3" creationId="{AF7F0312-8E67-4172-A383-2CFB87C3D669}"/>
          </ac:spMkLst>
        </pc:spChg>
      </pc:sldChg>
      <pc:sldChg chg="add del ord">
        <pc:chgData name="Devinder Kaur" userId="89161a673412ba18" providerId="LiveId" clId="{3B765CF8-0143-4468-9F38-F10B8D53125E}" dt="2021-11-26T08:13:57.739" v="7129" actId="47"/>
        <pc:sldMkLst>
          <pc:docMk/>
          <pc:sldMk cId="2269258596" sldId="454"/>
        </pc:sldMkLst>
      </pc:sldChg>
      <pc:sldChg chg="addSp modSp new del mod ord">
        <pc:chgData name="Devinder Kaur" userId="89161a673412ba18" providerId="LiveId" clId="{3B765CF8-0143-4468-9F38-F10B8D53125E}" dt="2021-11-26T08:13:32.369" v="7128" actId="47"/>
        <pc:sldMkLst>
          <pc:docMk/>
          <pc:sldMk cId="2376543369" sldId="455"/>
        </pc:sldMkLst>
        <pc:spChg chg="add mod">
          <ac:chgData name="Devinder Kaur" userId="89161a673412ba18" providerId="LiveId" clId="{3B765CF8-0143-4468-9F38-F10B8D53125E}" dt="2021-11-26T08:11:00.014" v="7050" actId="21"/>
          <ac:spMkLst>
            <pc:docMk/>
            <pc:sldMk cId="2376543369" sldId="455"/>
            <ac:spMk id="5" creationId="{5D9FDB32-3810-49B1-AC9C-9900E761A1B5}"/>
          </ac:spMkLst>
        </pc:spChg>
        <pc:picChg chg="add mod">
          <ac:chgData name="Devinder Kaur" userId="89161a673412ba18" providerId="LiveId" clId="{3B765CF8-0143-4468-9F38-F10B8D53125E}" dt="2021-11-26T07:59:41.689" v="6775" actId="1076"/>
          <ac:picMkLst>
            <pc:docMk/>
            <pc:sldMk cId="2376543369" sldId="455"/>
            <ac:picMk id="3" creationId="{82955DDD-434C-4595-983E-C2E4F86D003C}"/>
          </ac:picMkLst>
        </pc:picChg>
      </pc:sldChg>
      <pc:sldChg chg="modSp new mod">
        <pc:chgData name="Devinder Kaur" userId="89161a673412ba18" providerId="LiveId" clId="{3B765CF8-0143-4468-9F38-F10B8D53125E}" dt="2021-11-26T04:48:14.249" v="6477" actId="14100"/>
        <pc:sldMkLst>
          <pc:docMk/>
          <pc:sldMk cId="887228680" sldId="456"/>
        </pc:sldMkLst>
        <pc:spChg chg="mod">
          <ac:chgData name="Devinder Kaur" userId="89161a673412ba18" providerId="LiveId" clId="{3B765CF8-0143-4468-9F38-F10B8D53125E}" dt="2021-11-25T10:31:33.804" v="5902" actId="14100"/>
          <ac:spMkLst>
            <pc:docMk/>
            <pc:sldMk cId="887228680" sldId="456"/>
            <ac:spMk id="2" creationId="{8C12A17C-B0CA-42C9-B1B6-B1B4BA11A0ED}"/>
          </ac:spMkLst>
        </pc:spChg>
        <pc:spChg chg="mod">
          <ac:chgData name="Devinder Kaur" userId="89161a673412ba18" providerId="LiveId" clId="{3B765CF8-0143-4468-9F38-F10B8D53125E}" dt="2021-11-26T04:48:14.249" v="6477" actId="14100"/>
          <ac:spMkLst>
            <pc:docMk/>
            <pc:sldMk cId="887228680" sldId="456"/>
            <ac:spMk id="3" creationId="{357B3ED9-B97F-4057-A635-E64062C7054D}"/>
          </ac:spMkLst>
        </pc:spChg>
      </pc:sldChg>
      <pc:sldChg chg="addSp delSp modSp new del mod">
        <pc:chgData name="Devinder Kaur" userId="89161a673412ba18" providerId="LiveId" clId="{3B765CF8-0143-4468-9F38-F10B8D53125E}" dt="2021-11-25T10:46:39.396" v="6389" actId="47"/>
        <pc:sldMkLst>
          <pc:docMk/>
          <pc:sldMk cId="980373256" sldId="457"/>
        </pc:sldMkLst>
        <pc:spChg chg="mod">
          <ac:chgData name="Devinder Kaur" userId="89161a673412ba18" providerId="LiveId" clId="{3B765CF8-0143-4468-9F38-F10B8D53125E}" dt="2021-11-25T10:35:26.508" v="5942" actId="20577"/>
          <ac:spMkLst>
            <pc:docMk/>
            <pc:sldMk cId="980373256" sldId="457"/>
            <ac:spMk id="2" creationId="{57E221A2-7948-420E-A473-3CB45ED79BA5}"/>
          </ac:spMkLst>
        </pc:spChg>
        <pc:spChg chg="del">
          <ac:chgData name="Devinder Kaur" userId="89161a673412ba18" providerId="LiveId" clId="{3B765CF8-0143-4468-9F38-F10B8D53125E}" dt="2021-11-25T10:34:38.609" v="5924"/>
          <ac:spMkLst>
            <pc:docMk/>
            <pc:sldMk cId="980373256" sldId="457"/>
            <ac:spMk id="3" creationId="{E1F042B9-7813-416B-B195-7955C0EF4B74}"/>
          </ac:spMkLst>
        </pc:spChg>
        <pc:picChg chg="add del mod">
          <ac:chgData name="Devinder Kaur" userId="89161a673412ba18" providerId="LiveId" clId="{3B765CF8-0143-4468-9F38-F10B8D53125E}" dt="2021-11-25T10:35:39.688" v="5944" actId="21"/>
          <ac:picMkLst>
            <pc:docMk/>
            <pc:sldMk cId="980373256" sldId="457"/>
            <ac:picMk id="5" creationId="{6ADDF35E-59E6-4099-B3F2-D4353DFBA229}"/>
          </ac:picMkLst>
        </pc:picChg>
        <pc:picChg chg="add mod">
          <ac:chgData name="Devinder Kaur" userId="89161a673412ba18" providerId="LiveId" clId="{3B765CF8-0143-4468-9F38-F10B8D53125E}" dt="2021-11-25T10:34:41.514" v="5926" actId="1076"/>
          <ac:picMkLst>
            <pc:docMk/>
            <pc:sldMk cId="980373256" sldId="457"/>
            <ac:picMk id="6" creationId="{63E28EA4-1F48-489C-B409-37C2E6E9828A}"/>
          </ac:picMkLst>
        </pc:picChg>
        <pc:picChg chg="add del">
          <ac:chgData name="Devinder Kaur" userId="89161a673412ba18" providerId="LiveId" clId="{3B765CF8-0143-4468-9F38-F10B8D53125E}" dt="2021-11-25T10:43:44.962" v="6351" actId="21"/>
          <ac:picMkLst>
            <pc:docMk/>
            <pc:sldMk cId="980373256" sldId="457"/>
            <ac:picMk id="7" creationId="{2FF5FE84-D4A6-4FFF-B2F6-6C0F75DC0287}"/>
          </ac:picMkLst>
        </pc:picChg>
      </pc:sldChg>
      <pc:sldChg chg="addSp modSp new mod">
        <pc:chgData name="Devinder Kaur" userId="89161a673412ba18" providerId="LiveId" clId="{3B765CF8-0143-4468-9F38-F10B8D53125E}" dt="2021-11-26T08:16:47.148" v="7170" actId="1038"/>
        <pc:sldMkLst>
          <pc:docMk/>
          <pc:sldMk cId="3046141785" sldId="458"/>
        </pc:sldMkLst>
        <pc:spChg chg="add mod">
          <ac:chgData name="Devinder Kaur" userId="89161a673412ba18" providerId="LiveId" clId="{3B765CF8-0143-4468-9F38-F10B8D53125E}" dt="2021-11-26T08:16:40.267" v="7169" actId="1036"/>
          <ac:spMkLst>
            <pc:docMk/>
            <pc:sldMk cId="3046141785" sldId="458"/>
            <ac:spMk id="5" creationId="{66F2292D-6E7D-42B5-A2A0-5FE541C7B905}"/>
          </ac:spMkLst>
        </pc:spChg>
        <pc:picChg chg="add mod modCrop">
          <ac:chgData name="Devinder Kaur" userId="89161a673412ba18" providerId="LiveId" clId="{3B765CF8-0143-4468-9F38-F10B8D53125E}" dt="2021-11-26T08:16:47.148" v="7170" actId="1038"/>
          <ac:picMkLst>
            <pc:docMk/>
            <pc:sldMk cId="3046141785" sldId="458"/>
            <ac:picMk id="3" creationId="{669142DF-7176-43A7-8013-A35466959906}"/>
          </ac:picMkLst>
        </pc:picChg>
      </pc:sldChg>
      <pc:sldChg chg="addSp delSp modSp new mod ord">
        <pc:chgData name="Devinder Kaur" userId="89161a673412ba18" providerId="LiveId" clId="{3B765CF8-0143-4468-9F38-F10B8D53125E}" dt="2021-11-25T10:46:27.593" v="6388" actId="113"/>
        <pc:sldMkLst>
          <pc:docMk/>
          <pc:sldMk cId="1182464335" sldId="459"/>
        </pc:sldMkLst>
        <pc:spChg chg="mod">
          <ac:chgData name="Devinder Kaur" userId="89161a673412ba18" providerId="LiveId" clId="{3B765CF8-0143-4468-9F38-F10B8D53125E}" dt="2021-11-25T10:46:27.593" v="6388" actId="113"/>
          <ac:spMkLst>
            <pc:docMk/>
            <pc:sldMk cId="1182464335" sldId="459"/>
            <ac:spMk id="2" creationId="{45F373A4-CFB2-44DB-9D40-666724829375}"/>
          </ac:spMkLst>
        </pc:spChg>
        <pc:spChg chg="mod">
          <ac:chgData name="Devinder Kaur" userId="89161a673412ba18" providerId="LiveId" clId="{3B765CF8-0143-4468-9F38-F10B8D53125E}" dt="2021-11-25T10:46:11.129" v="6383" actId="14100"/>
          <ac:spMkLst>
            <pc:docMk/>
            <pc:sldMk cId="1182464335" sldId="459"/>
            <ac:spMk id="3" creationId="{264B07A1-7D58-4EE7-B741-5842207072BA}"/>
          </ac:spMkLst>
        </pc:spChg>
        <pc:picChg chg="add del mod">
          <ac:chgData name="Devinder Kaur" userId="89161a673412ba18" providerId="LiveId" clId="{3B765CF8-0143-4468-9F38-F10B8D53125E}" dt="2021-11-25T10:35:57.673" v="5950" actId="21"/>
          <ac:picMkLst>
            <pc:docMk/>
            <pc:sldMk cId="1182464335" sldId="459"/>
            <ac:picMk id="5" creationId="{79FC78FB-8D44-4FC0-B98E-E0E62622D55D}"/>
          </ac:picMkLst>
        </pc:picChg>
        <pc:picChg chg="add del mod">
          <ac:chgData name="Devinder Kaur" userId="89161a673412ba18" providerId="LiveId" clId="{3B765CF8-0143-4468-9F38-F10B8D53125E}" dt="2021-11-25T10:42:16.245" v="6336" actId="478"/>
          <ac:picMkLst>
            <pc:docMk/>
            <pc:sldMk cId="1182464335" sldId="459"/>
            <ac:picMk id="6" creationId="{2429C512-8DB8-4ABE-8CB2-373D11F0EF19}"/>
          </ac:picMkLst>
        </pc:picChg>
        <pc:picChg chg="add mod modCrop">
          <ac:chgData name="Devinder Kaur" userId="89161a673412ba18" providerId="LiveId" clId="{3B765CF8-0143-4468-9F38-F10B8D53125E}" dt="2021-11-25T10:46:15.577" v="6385" actId="14100"/>
          <ac:picMkLst>
            <pc:docMk/>
            <pc:sldMk cId="1182464335" sldId="459"/>
            <ac:picMk id="7" creationId="{F3200974-19A7-49EE-875E-5C0F4283EB62}"/>
          </ac:picMkLst>
        </pc:picChg>
      </pc:sldChg>
      <pc:sldChg chg="addSp delSp modSp new mod">
        <pc:chgData name="Devinder Kaur" userId="89161a673412ba18" providerId="LiveId" clId="{3B765CF8-0143-4468-9F38-F10B8D53125E}" dt="2021-11-26T07:46:18.893" v="6655" actId="14100"/>
        <pc:sldMkLst>
          <pc:docMk/>
          <pc:sldMk cId="3866333327" sldId="460"/>
        </pc:sldMkLst>
        <pc:spChg chg="mod">
          <ac:chgData name="Devinder Kaur" userId="89161a673412ba18" providerId="LiveId" clId="{3B765CF8-0143-4468-9F38-F10B8D53125E}" dt="2021-11-26T07:42:42.799" v="6618" actId="14100"/>
          <ac:spMkLst>
            <pc:docMk/>
            <pc:sldMk cId="3866333327" sldId="460"/>
            <ac:spMk id="2" creationId="{F775699F-B304-4834-9F36-F5B200F5FE8A}"/>
          </ac:spMkLst>
        </pc:spChg>
        <pc:spChg chg="mod">
          <ac:chgData name="Devinder Kaur" userId="89161a673412ba18" providerId="LiveId" clId="{3B765CF8-0143-4468-9F38-F10B8D53125E}" dt="2021-11-26T07:46:18.893" v="6655" actId="14100"/>
          <ac:spMkLst>
            <pc:docMk/>
            <pc:sldMk cId="3866333327" sldId="460"/>
            <ac:spMk id="3" creationId="{157A9E47-F369-42A1-94DA-E3246FA34E4C}"/>
          </ac:spMkLst>
        </pc:spChg>
        <pc:picChg chg="add del mod modCrop">
          <ac:chgData name="Devinder Kaur" userId="89161a673412ba18" providerId="LiveId" clId="{3B765CF8-0143-4468-9F38-F10B8D53125E}" dt="2021-11-26T07:33:24.271" v="6557" actId="21"/>
          <ac:picMkLst>
            <pc:docMk/>
            <pc:sldMk cId="3866333327" sldId="460"/>
            <ac:picMk id="5" creationId="{DFBC8B07-724D-427E-B088-8FD3A8935C6F}"/>
          </ac:picMkLst>
        </pc:picChg>
        <pc:picChg chg="add del mod">
          <ac:chgData name="Devinder Kaur" userId="89161a673412ba18" providerId="LiveId" clId="{3B765CF8-0143-4468-9F38-F10B8D53125E}" dt="2021-11-26T07:37:38.079" v="6588" actId="478"/>
          <ac:picMkLst>
            <pc:docMk/>
            <pc:sldMk cId="3866333327" sldId="460"/>
            <ac:picMk id="4098" creationId="{DA54F346-9144-403A-AFE9-19DF3300E9EE}"/>
          </ac:picMkLst>
        </pc:picChg>
      </pc:sldChg>
      <pc:sldChg chg="addSp delSp modSp new mod">
        <pc:chgData name="Devinder Kaur" userId="89161a673412ba18" providerId="LiveId" clId="{3B765CF8-0143-4468-9F38-F10B8D53125E}" dt="2021-11-26T07:56:33.659" v="6761" actId="1037"/>
        <pc:sldMkLst>
          <pc:docMk/>
          <pc:sldMk cId="3609509337" sldId="461"/>
        </pc:sldMkLst>
        <pc:spChg chg="del">
          <ac:chgData name="Devinder Kaur" userId="89161a673412ba18" providerId="LiveId" clId="{3B765CF8-0143-4468-9F38-F10B8D53125E}" dt="2021-11-26T07:50:42.202" v="6662" actId="478"/>
          <ac:spMkLst>
            <pc:docMk/>
            <pc:sldMk cId="3609509337" sldId="461"/>
            <ac:spMk id="2" creationId="{8171AAC1-B3EE-4358-87BB-CDEDEBB03877}"/>
          </ac:spMkLst>
        </pc:spChg>
        <pc:spChg chg="mod">
          <ac:chgData name="Devinder Kaur" userId="89161a673412ba18" providerId="LiveId" clId="{3B765CF8-0143-4468-9F38-F10B8D53125E}" dt="2021-11-26T07:52:58.809" v="6706" actId="113"/>
          <ac:spMkLst>
            <pc:docMk/>
            <pc:sldMk cId="3609509337" sldId="461"/>
            <ac:spMk id="3" creationId="{ABD2A7B3-314A-4F94-935A-9E3272184A81}"/>
          </ac:spMkLst>
        </pc:spChg>
        <pc:picChg chg="add del mod">
          <ac:chgData name="Devinder Kaur" userId="89161a673412ba18" providerId="LiveId" clId="{3B765CF8-0143-4468-9F38-F10B8D53125E}" dt="2021-11-26T07:50:12.662" v="6656" actId="478"/>
          <ac:picMkLst>
            <pc:docMk/>
            <pc:sldMk cId="3609509337" sldId="461"/>
            <ac:picMk id="5" creationId="{11D32C3B-22CB-49CC-B6B1-FE1540207E18}"/>
          </ac:picMkLst>
        </pc:picChg>
        <pc:picChg chg="add mod modCrop">
          <ac:chgData name="Devinder Kaur" userId="89161a673412ba18" providerId="LiveId" clId="{3B765CF8-0143-4468-9F38-F10B8D53125E}" dt="2021-11-26T07:56:33.659" v="6761" actId="1037"/>
          <ac:picMkLst>
            <pc:docMk/>
            <pc:sldMk cId="3609509337" sldId="461"/>
            <ac:picMk id="6" creationId="{6A34EE99-5F67-4FE5-A120-86EFEBDBA6DD}"/>
          </ac:picMkLst>
        </pc:picChg>
        <pc:picChg chg="add mod">
          <ac:chgData name="Devinder Kaur" userId="89161a673412ba18" providerId="LiveId" clId="{3B765CF8-0143-4468-9F38-F10B8D53125E}" dt="2021-11-26T07:56:33.659" v="6761" actId="1037"/>
          <ac:picMkLst>
            <pc:docMk/>
            <pc:sldMk cId="3609509337" sldId="461"/>
            <ac:picMk id="5122" creationId="{8B9AF571-6921-4C41-9FFF-1879A961D3E1}"/>
          </ac:picMkLst>
        </pc:picChg>
      </pc:sldChg>
      <pc:sldChg chg="addSp delSp modSp new mod">
        <pc:chgData name="Devinder Kaur" userId="89161a673412ba18" providerId="LiveId" clId="{3B765CF8-0143-4468-9F38-F10B8D53125E}" dt="2021-11-26T08:12:30.938" v="7127" actId="14100"/>
        <pc:sldMkLst>
          <pc:docMk/>
          <pc:sldMk cId="489512442" sldId="462"/>
        </pc:sldMkLst>
        <pc:spChg chg="add del mod">
          <ac:chgData name="Devinder Kaur" userId="89161a673412ba18" providerId="LiveId" clId="{3B765CF8-0143-4468-9F38-F10B8D53125E}" dt="2021-11-26T08:04:41.581" v="6805" actId="11529"/>
          <ac:spMkLst>
            <pc:docMk/>
            <pc:sldMk cId="489512442" sldId="462"/>
            <ac:spMk id="4" creationId="{BC53FFDF-F5C9-41E6-9846-0FC6D6DB6B94}"/>
          </ac:spMkLst>
        </pc:spChg>
        <pc:spChg chg="add mod">
          <ac:chgData name="Devinder Kaur" userId="89161a673412ba18" providerId="LiveId" clId="{3B765CF8-0143-4468-9F38-F10B8D53125E}" dt="2021-11-26T08:12:10.323" v="7094" actId="14100"/>
          <ac:spMkLst>
            <pc:docMk/>
            <pc:sldMk cId="489512442" sldId="462"/>
            <ac:spMk id="6" creationId="{1DCEAD74-95C8-45CD-BF64-C01C2B962AB2}"/>
          </ac:spMkLst>
        </pc:spChg>
        <pc:spChg chg="add mod">
          <ac:chgData name="Devinder Kaur" userId="89161a673412ba18" providerId="LiveId" clId="{3B765CF8-0143-4468-9F38-F10B8D53125E}" dt="2021-11-26T08:12:26.054" v="7126" actId="1035"/>
          <ac:spMkLst>
            <pc:docMk/>
            <pc:sldMk cId="489512442" sldId="462"/>
            <ac:spMk id="8" creationId="{1C80799C-D14C-48AF-BF28-30BEFBE3D571}"/>
          </ac:spMkLst>
        </pc:spChg>
        <pc:spChg chg="add mod">
          <ac:chgData name="Devinder Kaur" userId="89161a673412ba18" providerId="LiveId" clId="{3B765CF8-0143-4468-9F38-F10B8D53125E}" dt="2021-11-26T08:12:06.967" v="7093" actId="14100"/>
          <ac:spMkLst>
            <pc:docMk/>
            <pc:sldMk cId="489512442" sldId="462"/>
            <ac:spMk id="10" creationId="{B417D7C1-A969-4F02-AD95-71436C13BBB4}"/>
          </ac:spMkLst>
        </pc:spChg>
        <pc:spChg chg="add mod">
          <ac:chgData name="Devinder Kaur" userId="89161a673412ba18" providerId="LiveId" clId="{3B765CF8-0143-4468-9F38-F10B8D53125E}" dt="2021-11-26T08:09:54.930" v="6991" actId="20577"/>
          <ac:spMkLst>
            <pc:docMk/>
            <pc:sldMk cId="489512442" sldId="462"/>
            <ac:spMk id="12" creationId="{310F44F2-5EF1-4FAD-B1FA-6B514C464528}"/>
          </ac:spMkLst>
        </pc:spChg>
        <pc:spChg chg="add mod">
          <ac:chgData name="Devinder Kaur" userId="89161a673412ba18" providerId="LiveId" clId="{3B765CF8-0143-4468-9F38-F10B8D53125E}" dt="2021-11-26T08:11:40.810" v="7062" actId="14100"/>
          <ac:spMkLst>
            <pc:docMk/>
            <pc:sldMk cId="489512442" sldId="462"/>
            <ac:spMk id="14" creationId="{50C89E0A-9C73-4CE5-A6E0-3AB2099E6ABE}"/>
          </ac:spMkLst>
        </pc:spChg>
        <pc:spChg chg="add mod">
          <ac:chgData name="Devinder Kaur" userId="89161a673412ba18" providerId="LiveId" clId="{3B765CF8-0143-4468-9F38-F10B8D53125E}" dt="2021-11-26T08:11:49.428" v="7063" actId="14100"/>
          <ac:spMkLst>
            <pc:docMk/>
            <pc:sldMk cId="489512442" sldId="462"/>
            <ac:spMk id="16" creationId="{45D564A0-49C1-4280-A406-465A8CED345F}"/>
          </ac:spMkLst>
        </pc:spChg>
        <pc:picChg chg="add mod">
          <ac:chgData name="Devinder Kaur" userId="89161a673412ba18" providerId="LiveId" clId="{3B765CF8-0143-4468-9F38-F10B8D53125E}" dt="2021-11-26T08:12:30.938" v="7127" actId="14100"/>
          <ac:picMkLst>
            <pc:docMk/>
            <pc:sldMk cId="489512442" sldId="462"/>
            <ac:picMk id="3" creationId="{4A4BEA0F-0BD2-449F-A462-AB53C73652E8}"/>
          </ac:picMkLst>
        </pc:picChg>
      </pc:sldChg>
      <pc:sldChg chg="new del">
        <pc:chgData name="Devinder Kaur" userId="89161a673412ba18" providerId="LiveId" clId="{3B765CF8-0143-4468-9F38-F10B8D53125E}" dt="2021-11-27T10:01:15.662" v="7409" actId="47"/>
        <pc:sldMkLst>
          <pc:docMk/>
          <pc:sldMk cId="571494328" sldId="463"/>
        </pc:sldMkLst>
      </pc:sldChg>
    </pc:docChg>
  </pc:docChgLst>
  <pc:docChgLst>
    <pc:chgData name="Devinder Kaur" userId="89161a673412ba18" providerId="LiveId" clId="{301B72DA-DAD5-43B7-817D-83A773DCBB7B}"/>
    <pc:docChg chg="custSel modSld sldOrd">
      <pc:chgData name="Devinder Kaur" userId="89161a673412ba18" providerId="LiveId" clId="{301B72DA-DAD5-43B7-817D-83A773DCBB7B}" dt="2022-03-11T07:17:30" v="43"/>
      <pc:docMkLst>
        <pc:docMk/>
      </pc:docMkLst>
      <pc:sldChg chg="modSp">
        <pc:chgData name="Devinder Kaur" userId="89161a673412ba18" providerId="LiveId" clId="{301B72DA-DAD5-43B7-817D-83A773DCBB7B}" dt="2022-03-11T07:09:13.279" v="0" actId="14100"/>
        <pc:sldMkLst>
          <pc:docMk/>
          <pc:sldMk cId="4075529772" sldId="282"/>
        </pc:sldMkLst>
        <pc:spChg chg="mod">
          <ac:chgData name="Devinder Kaur" userId="89161a673412ba18" providerId="LiveId" clId="{301B72DA-DAD5-43B7-817D-83A773DCBB7B}" dt="2022-03-11T07:09:13.279" v="0" actId="14100"/>
          <ac:spMkLst>
            <pc:docMk/>
            <pc:sldMk cId="4075529772" sldId="282"/>
            <ac:spMk id="13314" creationId="{00000000-0000-0000-0000-000000000000}"/>
          </ac:spMkLst>
        </pc:spChg>
      </pc:sldChg>
      <pc:sldChg chg="modSp mod">
        <pc:chgData name="Devinder Kaur" userId="89161a673412ba18" providerId="LiveId" clId="{301B72DA-DAD5-43B7-817D-83A773DCBB7B}" dt="2022-03-11T07:12:11.350" v="1" actId="14100"/>
        <pc:sldMkLst>
          <pc:docMk/>
          <pc:sldMk cId="4008022660" sldId="287"/>
        </pc:sldMkLst>
        <pc:spChg chg="mod">
          <ac:chgData name="Devinder Kaur" userId="89161a673412ba18" providerId="LiveId" clId="{301B72DA-DAD5-43B7-817D-83A773DCBB7B}" dt="2022-03-11T07:12:11.350" v="1" actId="14100"/>
          <ac:spMkLst>
            <pc:docMk/>
            <pc:sldMk cId="4008022660" sldId="287"/>
            <ac:spMk id="9" creationId="{00000000-0000-0000-0000-000000000000}"/>
          </ac:spMkLst>
        </pc:spChg>
      </pc:sldChg>
      <pc:sldChg chg="modSp mod">
        <pc:chgData name="Devinder Kaur" userId="89161a673412ba18" providerId="LiveId" clId="{301B72DA-DAD5-43B7-817D-83A773DCBB7B}" dt="2022-03-11T07:14:35.397" v="41" actId="313"/>
        <pc:sldMkLst>
          <pc:docMk/>
          <pc:sldMk cId="381877043" sldId="295"/>
        </pc:sldMkLst>
        <pc:spChg chg="mod">
          <ac:chgData name="Devinder Kaur" userId="89161a673412ba18" providerId="LiveId" clId="{301B72DA-DAD5-43B7-817D-83A773DCBB7B}" dt="2022-03-11T07:14:35.397" v="41" actId="313"/>
          <ac:spMkLst>
            <pc:docMk/>
            <pc:sldMk cId="381877043" sldId="295"/>
            <ac:spMk id="3" creationId="{00000000-0000-0000-0000-000000000000}"/>
          </ac:spMkLst>
        </pc:spChg>
      </pc:sldChg>
      <pc:sldChg chg="ord">
        <pc:chgData name="Devinder Kaur" userId="89161a673412ba18" providerId="LiveId" clId="{301B72DA-DAD5-43B7-817D-83A773DCBB7B}" dt="2022-03-11T07:17:30" v="43"/>
        <pc:sldMkLst>
          <pc:docMk/>
          <pc:sldMk cId="2140101840" sldId="400"/>
        </pc:sldMkLst>
      </pc:sldChg>
    </pc:docChg>
  </pc:docChgLst>
  <pc:docChgLst>
    <pc:chgData name="Devinder Kaur" userId="89161a673412ba18" providerId="LiveId" clId="{9295A64B-F4BC-4383-AC41-0D3A24D56845}"/>
    <pc:docChg chg="undo redo custSel addSld delSld modSld sldOrd">
      <pc:chgData name="Devinder Kaur" userId="89161a673412ba18" providerId="LiveId" clId="{9295A64B-F4BC-4383-AC41-0D3A24D56845}" dt="2021-11-23T09:40:03.038" v="2227"/>
      <pc:docMkLst>
        <pc:docMk/>
      </pc:docMkLst>
      <pc:sldChg chg="delSp modSp mod">
        <pc:chgData name="Devinder Kaur" userId="89161a673412ba18" providerId="LiveId" clId="{9295A64B-F4BC-4383-AC41-0D3A24D56845}" dt="2021-11-20T07:08:06.624" v="402" actId="1038"/>
        <pc:sldMkLst>
          <pc:docMk/>
          <pc:sldMk cId="2247371207" sldId="281"/>
        </pc:sldMkLst>
        <pc:spChg chg="mod">
          <ac:chgData name="Devinder Kaur" userId="89161a673412ba18" providerId="LiveId" clId="{9295A64B-F4BC-4383-AC41-0D3A24D56845}" dt="2021-11-20T07:07:54.243" v="395" actId="123"/>
          <ac:spMkLst>
            <pc:docMk/>
            <pc:sldMk cId="2247371207" sldId="281"/>
            <ac:spMk id="12291" creationId="{00000000-0000-0000-0000-000000000000}"/>
          </ac:spMkLst>
        </pc:spChg>
        <pc:picChg chg="del">
          <ac:chgData name="Devinder Kaur" userId="89161a673412ba18" providerId="LiveId" clId="{9295A64B-F4BC-4383-AC41-0D3A24D56845}" dt="2021-11-20T07:07:23.001" v="364" actId="478"/>
          <ac:picMkLst>
            <pc:docMk/>
            <pc:sldMk cId="2247371207" sldId="281"/>
            <ac:picMk id="6" creationId="{00000000-0000-0000-0000-000000000000}"/>
          </ac:picMkLst>
        </pc:picChg>
        <pc:picChg chg="mod">
          <ac:chgData name="Devinder Kaur" userId="89161a673412ba18" providerId="LiveId" clId="{9295A64B-F4BC-4383-AC41-0D3A24D56845}" dt="2021-11-20T07:08:06.624" v="402" actId="1038"/>
          <ac:picMkLst>
            <pc:docMk/>
            <pc:sldMk cId="2247371207" sldId="281"/>
            <ac:picMk id="1028" creationId="{00000000-0000-0000-0000-000000000000}"/>
          </ac:picMkLst>
        </pc:picChg>
      </pc:sldChg>
      <pc:sldChg chg="delSp modSp mod">
        <pc:chgData name="Devinder Kaur" userId="89161a673412ba18" providerId="LiveId" clId="{9295A64B-F4BC-4383-AC41-0D3A24D56845}" dt="2021-11-20T07:10:30.680" v="414" actId="403"/>
        <pc:sldMkLst>
          <pc:docMk/>
          <pc:sldMk cId="4075529772" sldId="282"/>
        </pc:sldMkLst>
        <pc:spChg chg="mod">
          <ac:chgData name="Devinder Kaur" userId="89161a673412ba18" providerId="LiveId" clId="{9295A64B-F4BC-4383-AC41-0D3A24D56845}" dt="2021-11-20T07:10:30.680" v="414" actId="403"/>
          <ac:spMkLst>
            <pc:docMk/>
            <pc:sldMk cId="4075529772" sldId="282"/>
            <ac:spMk id="13314" creationId="{00000000-0000-0000-0000-000000000000}"/>
          </ac:spMkLst>
        </pc:spChg>
        <pc:picChg chg="del">
          <ac:chgData name="Devinder Kaur" userId="89161a673412ba18" providerId="LiveId" clId="{9295A64B-F4BC-4383-AC41-0D3A24D56845}" dt="2021-11-20T07:09:09.067" v="407" actId="478"/>
          <ac:picMkLst>
            <pc:docMk/>
            <pc:sldMk cId="4075529772" sldId="282"/>
            <ac:picMk id="5" creationId="{00000000-0000-0000-0000-000000000000}"/>
          </ac:picMkLst>
        </pc:picChg>
      </pc:sldChg>
      <pc:sldChg chg="delSp modSp mod">
        <pc:chgData name="Devinder Kaur" userId="89161a673412ba18" providerId="LiveId" clId="{9295A64B-F4BC-4383-AC41-0D3A24D56845}" dt="2021-11-20T07:13:10.457" v="434" actId="12788"/>
        <pc:sldMkLst>
          <pc:docMk/>
          <pc:sldMk cId="3378593476" sldId="283"/>
        </pc:sldMkLst>
        <pc:spChg chg="mod">
          <ac:chgData name="Devinder Kaur" userId="89161a673412ba18" providerId="LiveId" clId="{9295A64B-F4BC-4383-AC41-0D3A24D56845}" dt="2021-11-20T07:13:10.457" v="434" actId="12788"/>
          <ac:spMkLst>
            <pc:docMk/>
            <pc:sldMk cId="3378593476" sldId="283"/>
            <ac:spMk id="13" creationId="{00000000-0000-0000-0000-000000000000}"/>
          </ac:spMkLst>
        </pc:spChg>
        <pc:spChg chg="mod">
          <ac:chgData name="Devinder Kaur" userId="89161a673412ba18" providerId="LiveId" clId="{9295A64B-F4BC-4383-AC41-0D3A24D56845}" dt="2021-11-20T07:13:10.457" v="434" actId="12788"/>
          <ac:spMkLst>
            <pc:docMk/>
            <pc:sldMk cId="3378593476" sldId="283"/>
            <ac:spMk id="14338" creationId="{00000000-0000-0000-0000-000000000000}"/>
          </ac:spMkLst>
        </pc:spChg>
        <pc:picChg chg="del">
          <ac:chgData name="Devinder Kaur" userId="89161a673412ba18" providerId="LiveId" clId="{9295A64B-F4BC-4383-AC41-0D3A24D56845}" dt="2021-11-20T07:11:44.992" v="419" actId="478"/>
          <ac:picMkLst>
            <pc:docMk/>
            <pc:sldMk cId="3378593476" sldId="283"/>
            <ac:picMk id="5" creationId="{00000000-0000-0000-0000-000000000000}"/>
          </ac:picMkLst>
        </pc:picChg>
      </pc:sldChg>
      <pc:sldChg chg="del">
        <pc:chgData name="Devinder Kaur" userId="89161a673412ba18" providerId="LiveId" clId="{9295A64B-F4BC-4383-AC41-0D3A24D56845}" dt="2021-11-23T09:11:27.342" v="2024" actId="47"/>
        <pc:sldMkLst>
          <pc:docMk/>
          <pc:sldMk cId="65251248" sldId="285"/>
        </pc:sldMkLst>
      </pc:sldChg>
      <pc:sldChg chg="delSp modSp del mod">
        <pc:chgData name="Devinder Kaur" userId="89161a673412ba18" providerId="LiveId" clId="{9295A64B-F4BC-4383-AC41-0D3A24D56845}" dt="2021-11-22T07:24:25.701" v="1611" actId="2696"/>
        <pc:sldMkLst>
          <pc:docMk/>
          <pc:sldMk cId="3532008881" sldId="285"/>
        </pc:sldMkLst>
        <pc:spChg chg="mod">
          <ac:chgData name="Devinder Kaur" userId="89161a673412ba18" providerId="LiveId" clId="{9295A64B-F4BC-4383-AC41-0D3A24D56845}" dt="2021-11-20T07:26:20.232" v="749" actId="12788"/>
          <ac:spMkLst>
            <pc:docMk/>
            <pc:sldMk cId="3532008881" sldId="285"/>
            <ac:spMk id="7" creationId="{00000000-0000-0000-0000-000000000000}"/>
          </ac:spMkLst>
        </pc:spChg>
        <pc:spChg chg="mod">
          <ac:chgData name="Devinder Kaur" userId="89161a673412ba18" providerId="LiveId" clId="{9295A64B-F4BC-4383-AC41-0D3A24D56845}" dt="2021-11-20T07:26:25.507" v="750" actId="14100"/>
          <ac:spMkLst>
            <pc:docMk/>
            <pc:sldMk cId="3532008881" sldId="285"/>
            <ac:spMk id="8" creationId="{00000000-0000-0000-0000-000000000000}"/>
          </ac:spMkLst>
        </pc:spChg>
        <pc:spChg chg="mod">
          <ac:chgData name="Devinder Kaur" userId="89161a673412ba18" providerId="LiveId" clId="{9295A64B-F4BC-4383-AC41-0D3A24D56845}" dt="2021-11-20T07:25:05.105" v="706" actId="552"/>
          <ac:spMkLst>
            <pc:docMk/>
            <pc:sldMk cId="3532008881" sldId="285"/>
            <ac:spMk id="9" creationId="{00000000-0000-0000-0000-000000000000}"/>
          </ac:spMkLst>
        </pc:spChg>
        <pc:spChg chg="mod">
          <ac:chgData name="Devinder Kaur" userId="89161a673412ba18" providerId="LiveId" clId="{9295A64B-F4BC-4383-AC41-0D3A24D56845}" dt="2021-11-20T07:25:05.105" v="706" actId="552"/>
          <ac:spMkLst>
            <pc:docMk/>
            <pc:sldMk cId="3532008881" sldId="285"/>
            <ac:spMk id="16388" creationId="{00000000-0000-0000-0000-000000000000}"/>
          </ac:spMkLst>
        </pc:spChg>
        <pc:picChg chg="del">
          <ac:chgData name="Devinder Kaur" userId="89161a673412ba18" providerId="LiveId" clId="{9295A64B-F4BC-4383-AC41-0D3A24D56845}" dt="2021-11-20T07:19:45.146" v="475" actId="478"/>
          <ac:picMkLst>
            <pc:docMk/>
            <pc:sldMk cId="3532008881" sldId="285"/>
            <ac:picMk id="10" creationId="{00000000-0000-0000-0000-000000000000}"/>
          </ac:picMkLst>
        </pc:picChg>
        <pc:picChg chg="mod">
          <ac:chgData name="Devinder Kaur" userId="89161a673412ba18" providerId="LiveId" clId="{9295A64B-F4BC-4383-AC41-0D3A24D56845}" dt="2021-11-20T07:26:07.540" v="747" actId="14100"/>
          <ac:picMkLst>
            <pc:docMk/>
            <pc:sldMk cId="3532008881" sldId="285"/>
            <ac:picMk id="2050" creationId="{00000000-0000-0000-0000-000000000000}"/>
          </ac:picMkLst>
        </pc:picChg>
      </pc:sldChg>
      <pc:sldChg chg="delSp modSp mod">
        <pc:chgData name="Devinder Kaur" userId="89161a673412ba18" providerId="LiveId" clId="{9295A64B-F4BC-4383-AC41-0D3A24D56845}" dt="2021-11-20T09:32:08.499" v="1366" actId="14100"/>
        <pc:sldMkLst>
          <pc:docMk/>
          <pc:sldMk cId="3553239906" sldId="286"/>
        </pc:sldMkLst>
        <pc:spChg chg="mod">
          <ac:chgData name="Devinder Kaur" userId="89161a673412ba18" providerId="LiveId" clId="{9295A64B-F4BC-4383-AC41-0D3A24D56845}" dt="2021-11-20T07:41:34.567" v="763" actId="403"/>
          <ac:spMkLst>
            <pc:docMk/>
            <pc:sldMk cId="3553239906" sldId="286"/>
            <ac:spMk id="7" creationId="{00000000-0000-0000-0000-000000000000}"/>
          </ac:spMkLst>
        </pc:spChg>
        <pc:spChg chg="mod">
          <ac:chgData name="Devinder Kaur" userId="89161a673412ba18" providerId="LiveId" clId="{9295A64B-F4BC-4383-AC41-0D3A24D56845}" dt="2021-11-20T09:32:08.499" v="1366" actId="14100"/>
          <ac:spMkLst>
            <pc:docMk/>
            <pc:sldMk cId="3553239906" sldId="286"/>
            <ac:spMk id="17411" creationId="{00000000-0000-0000-0000-000000000000}"/>
          </ac:spMkLst>
        </pc:spChg>
        <pc:picChg chg="del">
          <ac:chgData name="Devinder Kaur" userId="89161a673412ba18" providerId="LiveId" clId="{9295A64B-F4BC-4383-AC41-0D3A24D56845}" dt="2021-11-20T07:41:05.610" v="754" actId="478"/>
          <ac:picMkLst>
            <pc:docMk/>
            <pc:sldMk cId="3553239906" sldId="286"/>
            <ac:picMk id="8" creationId="{00000000-0000-0000-0000-000000000000}"/>
          </ac:picMkLst>
        </pc:picChg>
        <pc:picChg chg="del">
          <ac:chgData name="Devinder Kaur" userId="89161a673412ba18" providerId="LiveId" clId="{9295A64B-F4BC-4383-AC41-0D3A24D56845}" dt="2021-11-20T07:41:10.159" v="755" actId="478"/>
          <ac:picMkLst>
            <pc:docMk/>
            <pc:sldMk cId="3553239906" sldId="286"/>
            <ac:picMk id="3076" creationId="{00000000-0000-0000-0000-000000000000}"/>
          </ac:picMkLst>
        </pc:picChg>
        <pc:picChg chg="mod">
          <ac:chgData name="Devinder Kaur" userId="89161a673412ba18" providerId="LiveId" clId="{9295A64B-F4BC-4383-AC41-0D3A24D56845}" dt="2021-11-20T07:41:43.262" v="765" actId="1076"/>
          <ac:picMkLst>
            <pc:docMk/>
            <pc:sldMk cId="3553239906" sldId="286"/>
            <ac:picMk id="17412" creationId="{00000000-0000-0000-0000-000000000000}"/>
          </ac:picMkLst>
        </pc:picChg>
      </pc:sldChg>
      <pc:sldChg chg="delSp modSp mod">
        <pc:chgData name="Devinder Kaur" userId="89161a673412ba18" providerId="LiveId" clId="{9295A64B-F4BC-4383-AC41-0D3A24D56845}" dt="2021-11-20T09:32:46.192" v="1389" actId="1036"/>
        <pc:sldMkLst>
          <pc:docMk/>
          <pc:sldMk cId="4008022660" sldId="287"/>
        </pc:sldMkLst>
        <pc:spChg chg="mod">
          <ac:chgData name="Devinder Kaur" userId="89161a673412ba18" providerId="LiveId" clId="{9295A64B-F4BC-4383-AC41-0D3A24D56845}" dt="2021-11-20T08:00:06.178" v="768" actId="14100"/>
          <ac:spMkLst>
            <pc:docMk/>
            <pc:sldMk cId="4008022660" sldId="287"/>
            <ac:spMk id="7" creationId="{00000000-0000-0000-0000-000000000000}"/>
          </ac:spMkLst>
        </pc:spChg>
        <pc:spChg chg="mod">
          <ac:chgData name="Devinder Kaur" userId="89161a673412ba18" providerId="LiveId" clId="{9295A64B-F4BC-4383-AC41-0D3A24D56845}" dt="2021-11-20T08:01:06.363" v="809" actId="20577"/>
          <ac:spMkLst>
            <pc:docMk/>
            <pc:sldMk cId="4008022660" sldId="287"/>
            <ac:spMk id="8" creationId="{00000000-0000-0000-0000-000000000000}"/>
          </ac:spMkLst>
        </pc:spChg>
        <pc:spChg chg="mod">
          <ac:chgData name="Devinder Kaur" userId="89161a673412ba18" providerId="LiveId" clId="{9295A64B-F4BC-4383-AC41-0D3A24D56845}" dt="2021-11-20T08:02:22.207" v="850" actId="14100"/>
          <ac:spMkLst>
            <pc:docMk/>
            <pc:sldMk cId="4008022660" sldId="287"/>
            <ac:spMk id="9" creationId="{00000000-0000-0000-0000-000000000000}"/>
          </ac:spMkLst>
        </pc:spChg>
        <pc:spChg chg="mod">
          <ac:chgData name="Devinder Kaur" userId="89161a673412ba18" providerId="LiveId" clId="{9295A64B-F4BC-4383-AC41-0D3A24D56845}" dt="2021-11-20T08:02:36.819" v="894" actId="1036"/>
          <ac:spMkLst>
            <pc:docMk/>
            <pc:sldMk cId="4008022660" sldId="287"/>
            <ac:spMk id="10" creationId="{00000000-0000-0000-0000-000000000000}"/>
          </ac:spMkLst>
        </pc:spChg>
        <pc:spChg chg="del">
          <ac:chgData name="Devinder Kaur" userId="89161a673412ba18" providerId="LiveId" clId="{9295A64B-F4BC-4383-AC41-0D3A24D56845}" dt="2021-11-20T07:43:09.911" v="767" actId="478"/>
          <ac:spMkLst>
            <pc:docMk/>
            <pc:sldMk cId="4008022660" sldId="287"/>
            <ac:spMk id="11" creationId="{00000000-0000-0000-0000-000000000000}"/>
          </ac:spMkLst>
        </pc:spChg>
        <pc:picChg chg="del">
          <ac:chgData name="Devinder Kaur" userId="89161a673412ba18" providerId="LiveId" clId="{9295A64B-F4BC-4383-AC41-0D3A24D56845}" dt="2021-11-20T07:43:04.851" v="766" actId="478"/>
          <ac:picMkLst>
            <pc:docMk/>
            <pc:sldMk cId="4008022660" sldId="287"/>
            <ac:picMk id="12" creationId="{00000000-0000-0000-0000-000000000000}"/>
          </ac:picMkLst>
        </pc:picChg>
        <pc:picChg chg="mod">
          <ac:chgData name="Devinder Kaur" userId="89161a673412ba18" providerId="LiveId" clId="{9295A64B-F4BC-4383-AC41-0D3A24D56845}" dt="2021-11-20T09:32:46.192" v="1389" actId="1036"/>
          <ac:picMkLst>
            <pc:docMk/>
            <pc:sldMk cId="4008022660" sldId="287"/>
            <ac:picMk id="5122" creationId="{00000000-0000-0000-0000-000000000000}"/>
          </ac:picMkLst>
        </pc:picChg>
      </pc:sldChg>
      <pc:sldChg chg="delSp modSp mod">
        <pc:chgData name="Devinder Kaur" userId="89161a673412ba18" providerId="LiveId" clId="{9295A64B-F4BC-4383-AC41-0D3A24D56845}" dt="2021-11-20T08:03:38.263" v="903" actId="20577"/>
        <pc:sldMkLst>
          <pc:docMk/>
          <pc:sldMk cId="2899595832" sldId="288"/>
        </pc:sldMkLst>
        <pc:spChg chg="mod">
          <ac:chgData name="Devinder Kaur" userId="89161a673412ba18" providerId="LiveId" clId="{9295A64B-F4BC-4383-AC41-0D3A24D56845}" dt="2021-11-20T08:03:38.263" v="903" actId="20577"/>
          <ac:spMkLst>
            <pc:docMk/>
            <pc:sldMk cId="2899595832" sldId="288"/>
            <ac:spMk id="3" creationId="{00000000-0000-0000-0000-000000000000}"/>
          </ac:spMkLst>
        </pc:spChg>
        <pc:picChg chg="del">
          <ac:chgData name="Devinder Kaur" userId="89161a673412ba18" providerId="LiveId" clId="{9295A64B-F4BC-4383-AC41-0D3A24D56845}" dt="2021-11-20T08:02:59.244" v="895" actId="478"/>
          <ac:picMkLst>
            <pc:docMk/>
            <pc:sldMk cId="2899595832" sldId="288"/>
            <ac:picMk id="5" creationId="{00000000-0000-0000-0000-000000000000}"/>
          </ac:picMkLst>
        </pc:picChg>
      </pc:sldChg>
      <pc:sldChg chg="addSp delSp modSp mod modNotesTx">
        <pc:chgData name="Devinder Kaur" userId="89161a673412ba18" providerId="LiveId" clId="{9295A64B-F4BC-4383-AC41-0D3A24D56845}" dt="2021-11-20T10:33:38.620" v="1570"/>
        <pc:sldMkLst>
          <pc:docMk/>
          <pc:sldMk cId="651260955" sldId="289"/>
        </pc:sldMkLst>
        <pc:spChg chg="mod">
          <ac:chgData name="Devinder Kaur" userId="89161a673412ba18" providerId="LiveId" clId="{9295A64B-F4BC-4383-AC41-0D3A24D56845}" dt="2021-11-20T08:08:47.522" v="1048"/>
          <ac:spMkLst>
            <pc:docMk/>
            <pc:sldMk cId="651260955" sldId="289"/>
            <ac:spMk id="7" creationId="{00000000-0000-0000-0000-000000000000}"/>
          </ac:spMkLst>
        </pc:spChg>
        <pc:spChg chg="mod">
          <ac:chgData name="Devinder Kaur" userId="89161a673412ba18" providerId="LiveId" clId="{9295A64B-F4BC-4383-AC41-0D3A24D56845}" dt="2021-11-20T10:30:53.105" v="1566" actId="20577"/>
          <ac:spMkLst>
            <pc:docMk/>
            <pc:sldMk cId="651260955" sldId="289"/>
            <ac:spMk id="20484" creationId="{00000000-0000-0000-0000-000000000000}"/>
          </ac:spMkLst>
        </pc:spChg>
        <pc:picChg chg="add mod modCrop">
          <ac:chgData name="Devinder Kaur" userId="89161a673412ba18" providerId="LiveId" clId="{9295A64B-F4BC-4383-AC41-0D3A24D56845}" dt="2021-11-20T08:09:08.859" v="1052" actId="1038"/>
          <ac:picMkLst>
            <pc:docMk/>
            <pc:sldMk cId="651260955" sldId="289"/>
            <ac:picMk id="2" creationId="{CA194D80-FE38-4CF9-9901-1D605AE1A004}"/>
          </ac:picMkLst>
        </pc:picChg>
        <pc:picChg chg="add del mod">
          <ac:chgData name="Devinder Kaur" userId="89161a673412ba18" providerId="LiveId" clId="{9295A64B-F4BC-4383-AC41-0D3A24D56845}" dt="2021-11-20T10:31:15.191" v="1567" actId="478"/>
          <ac:picMkLst>
            <pc:docMk/>
            <pc:sldMk cId="651260955" sldId="289"/>
            <ac:picMk id="3" creationId="{277D3905-AF35-469C-8830-285C7EF2AE6F}"/>
          </ac:picMkLst>
        </pc:picChg>
        <pc:picChg chg="del">
          <ac:chgData name="Devinder Kaur" userId="89161a673412ba18" providerId="LiveId" clId="{9295A64B-F4BC-4383-AC41-0D3A24D56845}" dt="2021-11-20T08:04:37.069" v="911" actId="478"/>
          <ac:picMkLst>
            <pc:docMk/>
            <pc:sldMk cId="651260955" sldId="289"/>
            <ac:picMk id="6" creationId="{00000000-0000-0000-0000-000000000000}"/>
          </ac:picMkLst>
        </pc:picChg>
        <pc:picChg chg="del mod">
          <ac:chgData name="Devinder Kaur" userId="89161a673412ba18" providerId="LiveId" clId="{9295A64B-F4BC-4383-AC41-0D3A24D56845}" dt="2021-11-20T08:07:04.145" v="953" actId="478"/>
          <ac:picMkLst>
            <pc:docMk/>
            <pc:sldMk cId="651260955" sldId="289"/>
            <ac:picMk id="20482" creationId="{00000000-0000-0000-0000-000000000000}"/>
          </ac:picMkLst>
        </pc:picChg>
      </pc:sldChg>
      <pc:sldChg chg="delSp modSp mod">
        <pc:chgData name="Devinder Kaur" userId="89161a673412ba18" providerId="LiveId" clId="{9295A64B-F4BC-4383-AC41-0D3A24D56845}" dt="2021-11-20T08:10:25.312" v="1068" actId="20577"/>
        <pc:sldMkLst>
          <pc:docMk/>
          <pc:sldMk cId="1374972507" sldId="290"/>
        </pc:sldMkLst>
        <pc:spChg chg="mod">
          <ac:chgData name="Devinder Kaur" userId="89161a673412ba18" providerId="LiveId" clId="{9295A64B-F4BC-4383-AC41-0D3A24D56845}" dt="2021-11-20T08:10:25.312" v="1068" actId="20577"/>
          <ac:spMkLst>
            <pc:docMk/>
            <pc:sldMk cId="1374972507" sldId="290"/>
            <ac:spMk id="3" creationId="{00000000-0000-0000-0000-000000000000}"/>
          </ac:spMkLst>
        </pc:spChg>
        <pc:picChg chg="del">
          <ac:chgData name="Devinder Kaur" userId="89161a673412ba18" providerId="LiveId" clId="{9295A64B-F4BC-4383-AC41-0D3A24D56845}" dt="2021-11-20T08:09:49.582" v="1059" actId="478"/>
          <ac:picMkLst>
            <pc:docMk/>
            <pc:sldMk cId="1374972507" sldId="290"/>
            <ac:picMk id="5" creationId="{00000000-0000-0000-0000-000000000000}"/>
          </ac:picMkLst>
        </pc:picChg>
      </pc:sldChg>
      <pc:sldChg chg="delSp modSp mod">
        <pc:chgData name="Devinder Kaur" userId="89161a673412ba18" providerId="LiveId" clId="{9295A64B-F4BC-4383-AC41-0D3A24D56845}" dt="2021-11-20T08:13:50.548" v="1237" actId="6549"/>
        <pc:sldMkLst>
          <pc:docMk/>
          <pc:sldMk cId="4129635999" sldId="291"/>
        </pc:sldMkLst>
        <pc:spChg chg="mod">
          <ac:chgData name="Devinder Kaur" userId="89161a673412ba18" providerId="LiveId" clId="{9295A64B-F4BC-4383-AC41-0D3A24D56845}" dt="2021-11-20T08:13:50.548" v="1237" actId="6549"/>
          <ac:spMkLst>
            <pc:docMk/>
            <pc:sldMk cId="4129635999" sldId="291"/>
            <ac:spMk id="3" creationId="{00000000-0000-0000-0000-000000000000}"/>
          </ac:spMkLst>
        </pc:spChg>
        <pc:spChg chg="mod">
          <ac:chgData name="Devinder Kaur" userId="89161a673412ba18" providerId="LiveId" clId="{9295A64B-F4BC-4383-AC41-0D3A24D56845}" dt="2021-11-20T08:12:52.816" v="1107" actId="403"/>
          <ac:spMkLst>
            <pc:docMk/>
            <pc:sldMk cId="4129635999" sldId="291"/>
            <ac:spMk id="5" creationId="{00000000-0000-0000-0000-000000000000}"/>
          </ac:spMkLst>
        </pc:spChg>
        <pc:picChg chg="del">
          <ac:chgData name="Devinder Kaur" userId="89161a673412ba18" providerId="LiveId" clId="{9295A64B-F4BC-4383-AC41-0D3A24D56845}" dt="2021-11-20T08:10:34.184" v="1069" actId="478"/>
          <ac:picMkLst>
            <pc:docMk/>
            <pc:sldMk cId="4129635999" sldId="291"/>
            <ac:picMk id="6" creationId="{00000000-0000-0000-0000-000000000000}"/>
          </ac:picMkLst>
        </pc:picChg>
      </pc:sldChg>
      <pc:sldChg chg="del">
        <pc:chgData name="Devinder Kaur" userId="89161a673412ba18" providerId="LiveId" clId="{9295A64B-F4BC-4383-AC41-0D3A24D56845}" dt="2021-11-20T08:13:59.459" v="1238" actId="47"/>
        <pc:sldMkLst>
          <pc:docMk/>
          <pc:sldMk cId="1912150725" sldId="292"/>
        </pc:sldMkLst>
      </pc:sldChg>
      <pc:sldChg chg="addSp delSp modSp mod">
        <pc:chgData name="Devinder Kaur" userId="89161a673412ba18" providerId="LiveId" clId="{9295A64B-F4BC-4383-AC41-0D3A24D56845}" dt="2021-11-20T10:28:09.733" v="1508" actId="21"/>
        <pc:sldMkLst>
          <pc:docMk/>
          <pc:sldMk cId="2940580942" sldId="293"/>
        </pc:sldMkLst>
        <pc:spChg chg="del">
          <ac:chgData name="Devinder Kaur" userId="89161a673412ba18" providerId="LiveId" clId="{9295A64B-F4BC-4383-AC41-0D3A24D56845}" dt="2021-11-20T08:14:49.797" v="1246" actId="478"/>
          <ac:spMkLst>
            <pc:docMk/>
            <pc:sldMk cId="2940580942" sldId="293"/>
            <ac:spMk id="6" creationId="{00000000-0000-0000-0000-000000000000}"/>
          </ac:spMkLst>
        </pc:spChg>
        <pc:spChg chg="mod">
          <ac:chgData name="Devinder Kaur" userId="89161a673412ba18" providerId="LiveId" clId="{9295A64B-F4BC-4383-AC41-0D3A24D56845}" dt="2021-11-20T08:16:24.005" v="1355" actId="1035"/>
          <ac:spMkLst>
            <pc:docMk/>
            <pc:sldMk cId="2940580942" sldId="293"/>
            <ac:spMk id="7" creationId="{00000000-0000-0000-0000-000000000000}"/>
          </ac:spMkLst>
        </pc:spChg>
        <pc:spChg chg="mod">
          <ac:chgData name="Devinder Kaur" userId="89161a673412ba18" providerId="LiveId" clId="{9295A64B-F4BC-4383-AC41-0D3A24D56845}" dt="2021-11-20T08:16:11.831" v="1342" actId="14100"/>
          <ac:spMkLst>
            <pc:docMk/>
            <pc:sldMk cId="2940580942" sldId="293"/>
            <ac:spMk id="9" creationId="{00000000-0000-0000-0000-000000000000}"/>
          </ac:spMkLst>
        </pc:spChg>
        <pc:spChg chg="del">
          <ac:chgData name="Devinder Kaur" userId="89161a673412ba18" providerId="LiveId" clId="{9295A64B-F4BC-4383-AC41-0D3A24D56845}" dt="2021-11-20T08:14:54.051" v="1247" actId="478"/>
          <ac:spMkLst>
            <pc:docMk/>
            <pc:sldMk cId="2940580942" sldId="293"/>
            <ac:spMk id="10" creationId="{00000000-0000-0000-0000-000000000000}"/>
          </ac:spMkLst>
        </pc:spChg>
        <pc:spChg chg="mod">
          <ac:chgData name="Devinder Kaur" userId="89161a673412ba18" providerId="LiveId" clId="{9295A64B-F4BC-4383-AC41-0D3A24D56845}" dt="2021-11-20T09:34:31.633" v="1390" actId="20577"/>
          <ac:spMkLst>
            <pc:docMk/>
            <pc:sldMk cId="2940580942" sldId="293"/>
            <ac:spMk id="11" creationId="{00000000-0000-0000-0000-000000000000}"/>
          </ac:spMkLst>
        </pc:spChg>
        <pc:picChg chg="add del mod">
          <ac:chgData name="Devinder Kaur" userId="89161a673412ba18" providerId="LiveId" clId="{9295A64B-F4BC-4383-AC41-0D3A24D56845}" dt="2021-11-20T10:28:09.733" v="1508" actId="21"/>
          <ac:picMkLst>
            <pc:docMk/>
            <pc:sldMk cId="2940580942" sldId="293"/>
            <ac:picMk id="2" creationId="{44DFAA6E-007A-406F-AA8E-68A0F21D658B}"/>
          </ac:picMkLst>
        </pc:picChg>
        <pc:picChg chg="del">
          <ac:chgData name="Devinder Kaur" userId="89161a673412ba18" providerId="LiveId" clId="{9295A64B-F4BC-4383-AC41-0D3A24D56845}" dt="2021-11-20T08:14:10.015" v="1239" actId="478"/>
          <ac:picMkLst>
            <pc:docMk/>
            <pc:sldMk cId="2940580942" sldId="293"/>
            <ac:picMk id="13" creationId="{00000000-0000-0000-0000-000000000000}"/>
          </ac:picMkLst>
        </pc:picChg>
        <pc:picChg chg="mod">
          <ac:chgData name="Devinder Kaur" userId="89161a673412ba18" providerId="LiveId" clId="{9295A64B-F4BC-4383-AC41-0D3A24D56845}" dt="2021-11-20T08:16:39.517" v="1363" actId="1035"/>
          <ac:picMkLst>
            <pc:docMk/>
            <pc:sldMk cId="2940580942" sldId="293"/>
            <ac:picMk id="6146" creationId="{00000000-0000-0000-0000-000000000000}"/>
          </ac:picMkLst>
        </pc:picChg>
      </pc:sldChg>
      <pc:sldChg chg="modSp">
        <pc:chgData name="Devinder Kaur" userId="89161a673412ba18" providerId="LiveId" clId="{9295A64B-F4BC-4383-AC41-0D3A24D56845}" dt="2021-11-23T07:18:30.089" v="1751"/>
        <pc:sldMkLst>
          <pc:docMk/>
          <pc:sldMk cId="0" sldId="294"/>
        </pc:sldMkLst>
        <pc:graphicFrameChg chg="mod">
          <ac:chgData name="Devinder Kaur" userId="89161a673412ba18" providerId="LiveId" clId="{9295A64B-F4BC-4383-AC41-0D3A24D56845}" dt="2021-11-23T07:18:30.089" v="1751"/>
          <ac:graphicFrameMkLst>
            <pc:docMk/>
            <pc:sldMk cId="0" sldId="294"/>
            <ac:graphicFrameMk id="4" creationId="{711EC8E7-C4C2-49CE-8B74-58CB17C6A914}"/>
          </ac:graphicFrameMkLst>
        </pc:graphicFrameChg>
      </pc:sldChg>
      <pc:sldChg chg="addSp delSp modSp mod">
        <pc:chgData name="Devinder Kaur" userId="89161a673412ba18" providerId="LiveId" clId="{9295A64B-F4BC-4383-AC41-0D3A24D56845}" dt="2021-11-20T09:44:18.258" v="1491" actId="14100"/>
        <pc:sldMkLst>
          <pc:docMk/>
          <pc:sldMk cId="381877043" sldId="295"/>
        </pc:sldMkLst>
        <pc:spChg chg="mod">
          <ac:chgData name="Devinder Kaur" userId="89161a673412ba18" providerId="LiveId" clId="{9295A64B-F4BC-4383-AC41-0D3A24D56845}" dt="2021-11-20T09:44:18.258" v="1491" actId="14100"/>
          <ac:spMkLst>
            <pc:docMk/>
            <pc:sldMk cId="381877043" sldId="295"/>
            <ac:spMk id="3" creationId="{00000000-0000-0000-0000-000000000000}"/>
          </ac:spMkLst>
        </pc:spChg>
        <pc:spChg chg="del mod">
          <ac:chgData name="Devinder Kaur" userId="89161a673412ba18" providerId="LiveId" clId="{9295A64B-F4BC-4383-AC41-0D3A24D56845}" dt="2021-11-20T09:40:55.578" v="1473" actId="478"/>
          <ac:spMkLst>
            <pc:docMk/>
            <pc:sldMk cId="381877043" sldId="295"/>
            <ac:spMk id="6" creationId="{00000000-0000-0000-0000-000000000000}"/>
          </ac:spMkLst>
        </pc:spChg>
        <pc:spChg chg="mod">
          <ac:chgData name="Devinder Kaur" userId="89161a673412ba18" providerId="LiveId" clId="{9295A64B-F4BC-4383-AC41-0D3A24D56845}" dt="2021-11-20T09:37:45.773" v="1448" actId="1035"/>
          <ac:spMkLst>
            <pc:docMk/>
            <pc:sldMk cId="381877043" sldId="295"/>
            <ac:spMk id="7" creationId="{00000000-0000-0000-0000-000000000000}"/>
          </ac:spMkLst>
        </pc:spChg>
        <pc:picChg chg="add mod modCrop">
          <ac:chgData name="Devinder Kaur" userId="89161a673412ba18" providerId="LiveId" clId="{9295A64B-F4BC-4383-AC41-0D3A24D56845}" dt="2021-11-20T09:44:15.541" v="1490" actId="14100"/>
          <ac:picMkLst>
            <pc:docMk/>
            <pc:sldMk cId="381877043" sldId="295"/>
            <ac:picMk id="2" creationId="{5E30819A-26B4-4623-B942-28FF0287CFE6}"/>
          </ac:picMkLst>
        </pc:picChg>
        <pc:picChg chg="del">
          <ac:chgData name="Devinder Kaur" userId="89161a673412ba18" providerId="LiveId" clId="{9295A64B-F4BC-4383-AC41-0D3A24D56845}" dt="2021-11-20T09:41:48.915" v="1476" actId="478"/>
          <ac:picMkLst>
            <pc:docMk/>
            <pc:sldMk cId="381877043" sldId="295"/>
            <ac:picMk id="8" creationId="{00000000-0000-0000-0000-000000000000}"/>
          </ac:picMkLst>
        </pc:picChg>
        <pc:picChg chg="del">
          <ac:chgData name="Devinder Kaur" userId="89161a673412ba18" providerId="LiveId" clId="{9295A64B-F4BC-4383-AC41-0D3A24D56845}" dt="2021-11-20T09:39:50.928" v="1453" actId="478"/>
          <ac:picMkLst>
            <pc:docMk/>
            <pc:sldMk cId="381877043" sldId="295"/>
            <ac:picMk id="26628" creationId="{00000000-0000-0000-0000-000000000000}"/>
          </ac:picMkLst>
        </pc:picChg>
      </pc:sldChg>
      <pc:sldChg chg="delSp modSp mod">
        <pc:chgData name="Devinder Kaur" userId="89161a673412ba18" providerId="LiveId" clId="{9295A64B-F4BC-4383-AC41-0D3A24D56845}" dt="2021-11-20T09:45:22.229" v="1499" actId="14100"/>
        <pc:sldMkLst>
          <pc:docMk/>
          <pc:sldMk cId="266370214" sldId="296"/>
        </pc:sldMkLst>
        <pc:spChg chg="mod">
          <ac:chgData name="Devinder Kaur" userId="89161a673412ba18" providerId="LiveId" clId="{9295A64B-F4BC-4383-AC41-0D3A24D56845}" dt="2021-11-20T09:45:22.229" v="1499" actId="14100"/>
          <ac:spMkLst>
            <pc:docMk/>
            <pc:sldMk cId="266370214" sldId="296"/>
            <ac:spMk id="3" creationId="{00000000-0000-0000-0000-000000000000}"/>
          </ac:spMkLst>
        </pc:spChg>
        <pc:picChg chg="del">
          <ac:chgData name="Devinder Kaur" userId="89161a673412ba18" providerId="LiveId" clId="{9295A64B-F4BC-4383-AC41-0D3A24D56845}" dt="2021-11-20T09:44:29.583" v="1492" actId="478"/>
          <ac:picMkLst>
            <pc:docMk/>
            <pc:sldMk cId="266370214" sldId="296"/>
            <ac:picMk id="5" creationId="{00000000-0000-0000-0000-000000000000}"/>
          </ac:picMkLst>
        </pc:picChg>
      </pc:sldChg>
      <pc:sldChg chg="del">
        <pc:chgData name="Devinder Kaur" userId="89161a673412ba18" providerId="LiveId" clId="{9295A64B-F4BC-4383-AC41-0D3A24D56845}" dt="2021-11-20T10:14:38.372" v="1500" actId="47"/>
        <pc:sldMkLst>
          <pc:docMk/>
          <pc:sldMk cId="483328082" sldId="371"/>
        </pc:sldMkLst>
      </pc:sldChg>
      <pc:sldChg chg="del">
        <pc:chgData name="Devinder Kaur" userId="89161a673412ba18" providerId="LiveId" clId="{9295A64B-F4BC-4383-AC41-0D3A24D56845}" dt="2021-11-20T10:14:40.864" v="1501" actId="47"/>
        <pc:sldMkLst>
          <pc:docMk/>
          <pc:sldMk cId="3463408576" sldId="372"/>
        </pc:sldMkLst>
      </pc:sldChg>
      <pc:sldChg chg="del">
        <pc:chgData name="Devinder Kaur" userId="89161a673412ba18" providerId="LiveId" clId="{9295A64B-F4BC-4383-AC41-0D3A24D56845}" dt="2021-11-20T10:14:43.443" v="1502" actId="47"/>
        <pc:sldMkLst>
          <pc:docMk/>
          <pc:sldMk cId="2714655915" sldId="373"/>
        </pc:sldMkLst>
      </pc:sldChg>
      <pc:sldChg chg="del">
        <pc:chgData name="Devinder Kaur" userId="89161a673412ba18" providerId="LiveId" clId="{9295A64B-F4BC-4383-AC41-0D3A24D56845}" dt="2021-11-20T10:14:46.090" v="1503" actId="47"/>
        <pc:sldMkLst>
          <pc:docMk/>
          <pc:sldMk cId="2607375812" sldId="374"/>
        </pc:sldMkLst>
      </pc:sldChg>
      <pc:sldChg chg="del">
        <pc:chgData name="Devinder Kaur" userId="89161a673412ba18" providerId="LiveId" clId="{9295A64B-F4BC-4383-AC41-0D3A24D56845}" dt="2021-11-20T10:14:47.328" v="1504" actId="47"/>
        <pc:sldMkLst>
          <pc:docMk/>
          <pc:sldMk cId="2057133576" sldId="375"/>
        </pc:sldMkLst>
      </pc:sldChg>
      <pc:sldChg chg="del">
        <pc:chgData name="Devinder Kaur" userId="89161a673412ba18" providerId="LiveId" clId="{9295A64B-F4BC-4383-AC41-0D3A24D56845}" dt="2021-11-20T10:14:50.455" v="1505" actId="47"/>
        <pc:sldMkLst>
          <pc:docMk/>
          <pc:sldMk cId="861069009" sldId="376"/>
        </pc:sldMkLst>
      </pc:sldChg>
      <pc:sldChg chg="del">
        <pc:chgData name="Devinder Kaur" userId="89161a673412ba18" providerId="LiveId" clId="{9295A64B-F4BC-4383-AC41-0D3A24D56845}" dt="2021-11-20T10:35:16.675" v="1571" actId="47"/>
        <pc:sldMkLst>
          <pc:docMk/>
          <pc:sldMk cId="2070648346" sldId="377"/>
        </pc:sldMkLst>
      </pc:sldChg>
      <pc:sldChg chg="del">
        <pc:chgData name="Devinder Kaur" userId="89161a673412ba18" providerId="LiveId" clId="{9295A64B-F4BC-4383-AC41-0D3A24D56845}" dt="2021-11-23T07:18:40.214" v="1752" actId="47"/>
        <pc:sldMkLst>
          <pc:docMk/>
          <pc:sldMk cId="502896003" sldId="380"/>
        </pc:sldMkLst>
      </pc:sldChg>
      <pc:sldChg chg="modSp mod">
        <pc:chgData name="Devinder Kaur" userId="89161a673412ba18" providerId="LiveId" clId="{9295A64B-F4BC-4383-AC41-0D3A24D56845}" dt="2021-11-20T04:30:33.777" v="75" actId="14100"/>
        <pc:sldMkLst>
          <pc:docMk/>
          <pc:sldMk cId="3987702008" sldId="383"/>
        </pc:sldMkLst>
        <pc:spChg chg="mod">
          <ac:chgData name="Devinder Kaur" userId="89161a673412ba18" providerId="LiveId" clId="{9295A64B-F4BC-4383-AC41-0D3A24D56845}" dt="2021-11-20T04:29:56.640" v="70" actId="3062"/>
          <ac:spMkLst>
            <pc:docMk/>
            <pc:sldMk cId="3987702008" sldId="383"/>
            <ac:spMk id="2" creationId="{360FB0D0-9430-4768-B521-19DBEB05E976}"/>
          </ac:spMkLst>
        </pc:spChg>
        <pc:spChg chg="mod">
          <ac:chgData name="Devinder Kaur" userId="89161a673412ba18" providerId="LiveId" clId="{9295A64B-F4BC-4383-AC41-0D3A24D56845}" dt="2021-11-20T04:30:33.777" v="75" actId="14100"/>
          <ac:spMkLst>
            <pc:docMk/>
            <pc:sldMk cId="3987702008" sldId="383"/>
            <ac:spMk id="3" creationId="{E314D1D3-EBC7-4C39-8BAA-D445CA947CD5}"/>
          </ac:spMkLst>
        </pc:spChg>
      </pc:sldChg>
      <pc:sldChg chg="addSp delSp modSp new del mod">
        <pc:chgData name="Devinder Kaur" userId="89161a673412ba18" providerId="LiveId" clId="{9295A64B-F4BC-4383-AC41-0D3A24D56845}" dt="2021-11-20T04:23:39.055" v="4" actId="47"/>
        <pc:sldMkLst>
          <pc:docMk/>
          <pc:sldMk cId="478299984" sldId="384"/>
        </pc:sldMkLst>
        <pc:graphicFrameChg chg="add del mod modGraphic">
          <ac:chgData name="Devinder Kaur" userId="89161a673412ba18" providerId="LiveId" clId="{9295A64B-F4BC-4383-AC41-0D3A24D56845}" dt="2021-11-20T04:23:35.245" v="3" actId="478"/>
          <ac:graphicFrameMkLst>
            <pc:docMk/>
            <pc:sldMk cId="478299984" sldId="384"/>
            <ac:graphicFrameMk id="3" creationId="{C0B2A904-D69E-471C-A63C-D14614849833}"/>
          </ac:graphicFrameMkLst>
        </pc:graphicFrameChg>
      </pc:sldChg>
      <pc:sldChg chg="modSp new mod">
        <pc:chgData name="Devinder Kaur" userId="89161a673412ba18" providerId="LiveId" clId="{9295A64B-F4BC-4383-AC41-0D3A24D56845}" dt="2021-11-20T04:24:05.192" v="7"/>
        <pc:sldMkLst>
          <pc:docMk/>
          <pc:sldMk cId="793904789" sldId="384"/>
        </pc:sldMkLst>
        <pc:spChg chg="mod">
          <ac:chgData name="Devinder Kaur" userId="89161a673412ba18" providerId="LiveId" clId="{9295A64B-F4BC-4383-AC41-0D3A24D56845}" dt="2021-11-20T04:23:49.880" v="6"/>
          <ac:spMkLst>
            <pc:docMk/>
            <pc:sldMk cId="793904789" sldId="384"/>
            <ac:spMk id="2" creationId="{1C39FD89-2AF2-4BD2-ACA2-4686B3D65A90}"/>
          </ac:spMkLst>
        </pc:spChg>
        <pc:spChg chg="mod">
          <ac:chgData name="Devinder Kaur" userId="89161a673412ba18" providerId="LiveId" clId="{9295A64B-F4BC-4383-AC41-0D3A24D56845}" dt="2021-11-20T04:24:05.192" v="7"/>
          <ac:spMkLst>
            <pc:docMk/>
            <pc:sldMk cId="793904789" sldId="384"/>
            <ac:spMk id="3" creationId="{1FE08125-E691-4A55-B690-706B0F80CB9F}"/>
          </ac:spMkLst>
        </pc:spChg>
      </pc:sldChg>
      <pc:sldChg chg="addSp modSp new mod ord">
        <pc:chgData name="Devinder Kaur" userId="89161a673412ba18" providerId="LiveId" clId="{9295A64B-F4BC-4383-AC41-0D3A24D56845}" dt="2021-11-20T07:08:30.566" v="406"/>
        <pc:sldMkLst>
          <pc:docMk/>
          <pc:sldMk cId="3335671634" sldId="385"/>
        </pc:sldMkLst>
        <pc:graphicFrameChg chg="add mod modGraphic">
          <ac:chgData name="Devinder Kaur" userId="89161a673412ba18" providerId="LiveId" clId="{9295A64B-F4BC-4383-AC41-0D3A24D56845}" dt="2021-11-20T04:33:09.241" v="113" actId="404"/>
          <ac:graphicFrameMkLst>
            <pc:docMk/>
            <pc:sldMk cId="3335671634" sldId="385"/>
            <ac:graphicFrameMk id="3" creationId="{36D5A412-A859-4982-BE4E-141E4C725F58}"/>
          </ac:graphicFrameMkLst>
        </pc:graphicFrameChg>
      </pc:sldChg>
      <pc:sldChg chg="addSp modSp new mod ord">
        <pc:chgData name="Devinder Kaur" userId="89161a673412ba18" providerId="LiveId" clId="{9295A64B-F4BC-4383-AC41-0D3A24D56845}" dt="2021-11-20T07:11:24.168" v="416"/>
        <pc:sldMkLst>
          <pc:docMk/>
          <pc:sldMk cId="3435598254" sldId="386"/>
        </pc:sldMkLst>
        <pc:graphicFrameChg chg="add mod modGraphic">
          <ac:chgData name="Devinder Kaur" userId="89161a673412ba18" providerId="LiveId" clId="{9295A64B-F4BC-4383-AC41-0D3A24D56845}" dt="2021-11-20T04:35:25.954" v="130" actId="20577"/>
          <ac:graphicFrameMkLst>
            <pc:docMk/>
            <pc:sldMk cId="3435598254" sldId="386"/>
            <ac:graphicFrameMk id="3" creationId="{0758E3F2-E22C-41A3-85FD-96B45CA70D4C}"/>
          </ac:graphicFrameMkLst>
        </pc:graphicFrameChg>
      </pc:sldChg>
      <pc:sldChg chg="addSp modSp new mod ord">
        <pc:chgData name="Devinder Kaur" userId="89161a673412ba18" providerId="LiveId" clId="{9295A64B-F4BC-4383-AC41-0D3A24D56845}" dt="2021-11-20T07:13:28.966" v="436"/>
        <pc:sldMkLst>
          <pc:docMk/>
          <pc:sldMk cId="2444923482" sldId="387"/>
        </pc:sldMkLst>
        <pc:graphicFrameChg chg="add mod modGraphic">
          <ac:chgData name="Devinder Kaur" userId="89161a673412ba18" providerId="LiveId" clId="{9295A64B-F4BC-4383-AC41-0D3A24D56845}" dt="2021-11-20T04:38:59.987" v="159" actId="20577"/>
          <ac:graphicFrameMkLst>
            <pc:docMk/>
            <pc:sldMk cId="2444923482" sldId="387"/>
            <ac:graphicFrameMk id="3" creationId="{F7819030-7728-4EE9-AFD2-241F5FE7F921}"/>
          </ac:graphicFrameMkLst>
        </pc:graphicFrameChg>
      </pc:sldChg>
      <pc:sldChg chg="addSp modSp new ord">
        <pc:chgData name="Devinder Kaur" userId="89161a673412ba18" providerId="LiveId" clId="{9295A64B-F4BC-4383-AC41-0D3A24D56845}" dt="2021-11-20T07:38:11.021" v="752"/>
        <pc:sldMkLst>
          <pc:docMk/>
          <pc:sldMk cId="2624573286" sldId="388"/>
        </pc:sldMkLst>
        <pc:picChg chg="add mod">
          <ac:chgData name="Devinder Kaur" userId="89161a673412ba18" providerId="LiveId" clId="{9295A64B-F4BC-4383-AC41-0D3A24D56845}" dt="2021-11-20T04:43:08.259" v="217" actId="1036"/>
          <ac:picMkLst>
            <pc:docMk/>
            <pc:sldMk cId="2624573286" sldId="388"/>
            <ac:picMk id="3" creationId="{D7F56B56-C88F-4F78-8D42-D9AB66F0C3FD}"/>
          </ac:picMkLst>
        </pc:picChg>
        <pc:picChg chg="add mod">
          <ac:chgData name="Devinder Kaur" userId="89161a673412ba18" providerId="LiveId" clId="{9295A64B-F4BC-4383-AC41-0D3A24D56845}" dt="2021-11-20T04:42:54.604" v="184" actId="1038"/>
          <ac:picMkLst>
            <pc:docMk/>
            <pc:sldMk cId="2624573286" sldId="388"/>
            <ac:picMk id="4" creationId="{B2784749-4EA3-4074-A224-27BCB21DAA45}"/>
          </ac:picMkLst>
        </pc:picChg>
      </pc:sldChg>
      <pc:sldChg chg="addSp modSp new mod">
        <pc:chgData name="Devinder Kaur" userId="89161a673412ba18" providerId="LiveId" clId="{9295A64B-F4BC-4383-AC41-0D3A24D56845}" dt="2021-11-20T06:48:09.747" v="286" actId="14100"/>
        <pc:sldMkLst>
          <pc:docMk/>
          <pc:sldMk cId="1912555942" sldId="389"/>
        </pc:sldMkLst>
        <pc:graphicFrameChg chg="add mod modGraphic">
          <ac:chgData name="Devinder Kaur" userId="89161a673412ba18" providerId="LiveId" clId="{9295A64B-F4BC-4383-AC41-0D3A24D56845}" dt="2021-11-20T06:48:09.747" v="286" actId="14100"/>
          <ac:graphicFrameMkLst>
            <pc:docMk/>
            <pc:sldMk cId="1912555942" sldId="389"/>
            <ac:graphicFrameMk id="3" creationId="{1946E517-4796-4798-B5B9-33B3B917C5A2}"/>
          </ac:graphicFrameMkLst>
        </pc:graphicFrameChg>
      </pc:sldChg>
      <pc:sldChg chg="addSp modSp new mod ord">
        <pc:chgData name="Devinder Kaur" userId="89161a673412ba18" providerId="LiveId" clId="{9295A64B-F4BC-4383-AC41-0D3A24D56845}" dt="2021-11-20T07:08:28.280" v="404"/>
        <pc:sldMkLst>
          <pc:docMk/>
          <pc:sldMk cId="1821159219" sldId="390"/>
        </pc:sldMkLst>
        <pc:graphicFrameChg chg="add mod modGraphic">
          <ac:chgData name="Devinder Kaur" userId="89161a673412ba18" providerId="LiveId" clId="{9295A64B-F4BC-4383-AC41-0D3A24D56845}" dt="2021-11-20T06:42:55.680" v="258" actId="20577"/>
          <ac:graphicFrameMkLst>
            <pc:docMk/>
            <pc:sldMk cId="1821159219" sldId="390"/>
            <ac:graphicFrameMk id="3" creationId="{7E641CA4-3FBE-4F35-A0D8-EE636814BDB0}"/>
          </ac:graphicFrameMkLst>
        </pc:graphicFrameChg>
      </pc:sldChg>
      <pc:sldChg chg="addSp modSp new mod ord modNotesTx">
        <pc:chgData name="Devinder Kaur" userId="89161a673412ba18" providerId="LiveId" clId="{9295A64B-F4BC-4383-AC41-0D3A24D56845}" dt="2021-11-22T05:37:14.479" v="1610" actId="20577"/>
        <pc:sldMkLst>
          <pc:docMk/>
          <pc:sldMk cId="1135127693" sldId="391"/>
        </pc:sldMkLst>
        <pc:graphicFrameChg chg="add mod modGraphic">
          <ac:chgData name="Devinder Kaur" userId="89161a673412ba18" providerId="LiveId" clId="{9295A64B-F4BC-4383-AC41-0D3A24D56845}" dt="2021-11-20T06:58:20.391" v="363" actId="313"/>
          <ac:graphicFrameMkLst>
            <pc:docMk/>
            <pc:sldMk cId="1135127693" sldId="391"/>
            <ac:graphicFrameMk id="3" creationId="{7F63E7BE-E4CF-4F3D-BA2D-D81DB39B77F8}"/>
          </ac:graphicFrameMkLst>
        </pc:graphicFrameChg>
      </pc:sldChg>
      <pc:sldChg chg="delSp modSp mod ord">
        <pc:chgData name="Devinder Kaur" userId="89161a673412ba18" providerId="LiveId" clId="{9295A64B-F4BC-4383-AC41-0D3A24D56845}" dt="2021-11-20T07:18:55.627" v="474"/>
        <pc:sldMkLst>
          <pc:docMk/>
          <pc:sldMk cId="2909079257" sldId="392"/>
        </pc:sldMkLst>
        <pc:spChg chg="mod">
          <ac:chgData name="Devinder Kaur" userId="89161a673412ba18" providerId="LiveId" clId="{9295A64B-F4BC-4383-AC41-0D3A24D56845}" dt="2021-11-20T07:18:27.617" v="472" actId="1036"/>
          <ac:spMkLst>
            <pc:docMk/>
            <pc:sldMk cId="2909079257" sldId="392"/>
            <ac:spMk id="7" creationId="{00000000-0000-0000-0000-000000000000}"/>
          </ac:spMkLst>
        </pc:spChg>
        <pc:spChg chg="mod">
          <ac:chgData name="Devinder Kaur" userId="89161a673412ba18" providerId="LiveId" clId="{9295A64B-F4BC-4383-AC41-0D3A24D56845}" dt="2021-11-20T07:18:23.635" v="463" actId="27636"/>
          <ac:spMkLst>
            <pc:docMk/>
            <pc:sldMk cId="2909079257" sldId="392"/>
            <ac:spMk id="15363" creationId="{00000000-0000-0000-0000-000000000000}"/>
          </ac:spMkLst>
        </pc:spChg>
        <pc:picChg chg="del">
          <ac:chgData name="Devinder Kaur" userId="89161a673412ba18" providerId="LiveId" clId="{9295A64B-F4BC-4383-AC41-0D3A24D56845}" dt="2021-11-20T07:17:23.928" v="439" actId="478"/>
          <ac:picMkLst>
            <pc:docMk/>
            <pc:sldMk cId="2909079257" sldId="392"/>
            <ac:picMk id="5" creationId="{00000000-0000-0000-0000-000000000000}"/>
          </ac:picMkLst>
        </pc:picChg>
      </pc:sldChg>
      <pc:sldChg chg="delSp modSp mod">
        <pc:chgData name="Devinder Kaur" userId="89161a673412ba18" providerId="LiveId" clId="{9295A64B-F4BC-4383-AC41-0D3A24D56845}" dt="2021-11-20T09:37:13.296" v="1434" actId="14100"/>
        <pc:sldMkLst>
          <pc:docMk/>
          <pc:sldMk cId="2294907913" sldId="393"/>
        </pc:sldMkLst>
        <pc:spChg chg="mod">
          <ac:chgData name="Devinder Kaur" userId="89161a673412ba18" providerId="LiveId" clId="{9295A64B-F4BC-4383-AC41-0D3A24D56845}" dt="2021-11-20T09:37:13.296" v="1434" actId="14100"/>
          <ac:spMkLst>
            <pc:docMk/>
            <pc:sldMk cId="2294907913" sldId="393"/>
            <ac:spMk id="3" creationId="{00000000-0000-0000-0000-000000000000}"/>
          </ac:spMkLst>
        </pc:spChg>
        <pc:spChg chg="mod">
          <ac:chgData name="Devinder Kaur" userId="89161a673412ba18" providerId="LiveId" clId="{9295A64B-F4BC-4383-AC41-0D3A24D56845}" dt="2021-11-20T09:36:58.282" v="1432" actId="12788"/>
          <ac:spMkLst>
            <pc:docMk/>
            <pc:sldMk cId="2294907913" sldId="393"/>
            <ac:spMk id="6" creationId="{00000000-0000-0000-0000-000000000000}"/>
          </ac:spMkLst>
        </pc:spChg>
        <pc:picChg chg="del">
          <ac:chgData name="Devinder Kaur" userId="89161a673412ba18" providerId="LiveId" clId="{9295A64B-F4BC-4383-AC41-0D3A24D56845}" dt="2021-11-20T09:34:59.559" v="1397" actId="478"/>
          <ac:picMkLst>
            <pc:docMk/>
            <pc:sldMk cId="2294907913" sldId="393"/>
            <ac:picMk id="5" creationId="{00000000-0000-0000-0000-000000000000}"/>
          </ac:picMkLst>
        </pc:picChg>
      </pc:sldChg>
      <pc:sldChg chg="new">
        <pc:chgData name="Devinder Kaur" userId="89161a673412ba18" providerId="LiveId" clId="{9295A64B-F4BC-4383-AC41-0D3A24D56845}" dt="2021-11-20T10:46:49.079" v="1572" actId="680"/>
        <pc:sldMkLst>
          <pc:docMk/>
          <pc:sldMk cId="1977536464" sldId="394"/>
        </pc:sldMkLst>
      </pc:sldChg>
      <pc:sldChg chg="addSp modSp new mod ord">
        <pc:chgData name="Devinder Kaur" userId="89161a673412ba18" providerId="LiveId" clId="{9295A64B-F4BC-4383-AC41-0D3A24D56845}" dt="2021-11-23T08:56:09.229" v="1793"/>
        <pc:sldMkLst>
          <pc:docMk/>
          <pc:sldMk cId="3830565988" sldId="395"/>
        </pc:sldMkLst>
        <pc:graphicFrameChg chg="add mod modGraphic">
          <ac:chgData name="Devinder Kaur" userId="89161a673412ba18" providerId="LiveId" clId="{9295A64B-F4BC-4383-AC41-0D3A24D56845}" dt="2021-11-22T07:33:27.874" v="1614" actId="14100"/>
          <ac:graphicFrameMkLst>
            <pc:docMk/>
            <pc:sldMk cId="3830565988" sldId="395"/>
            <ac:graphicFrameMk id="3" creationId="{F1B39E77-E913-4BFC-BD8A-AC5F26E3AB80}"/>
          </ac:graphicFrameMkLst>
        </pc:graphicFrameChg>
      </pc:sldChg>
      <pc:sldChg chg="modSp new del mod">
        <pc:chgData name="Devinder Kaur" userId="89161a673412ba18" providerId="LiveId" clId="{9295A64B-F4BC-4383-AC41-0D3A24D56845}" dt="2021-11-23T08:48:42.829" v="1753" actId="47"/>
        <pc:sldMkLst>
          <pc:docMk/>
          <pc:sldMk cId="4046461821" sldId="396"/>
        </pc:sldMkLst>
        <pc:spChg chg="mod">
          <ac:chgData name="Devinder Kaur" userId="89161a673412ba18" providerId="LiveId" clId="{9295A64B-F4BC-4383-AC41-0D3A24D56845}" dt="2021-11-22T07:30:52.992" v="1613"/>
          <ac:spMkLst>
            <pc:docMk/>
            <pc:sldMk cId="4046461821" sldId="396"/>
            <ac:spMk id="3" creationId="{C6394A41-DFA4-4E34-8F61-410F998748F5}"/>
          </ac:spMkLst>
        </pc:spChg>
      </pc:sldChg>
      <pc:sldChg chg="addSp modSp new mod">
        <pc:chgData name="Devinder Kaur" userId="89161a673412ba18" providerId="LiveId" clId="{9295A64B-F4BC-4383-AC41-0D3A24D56845}" dt="2021-11-22T07:36:52.430" v="1656" actId="403"/>
        <pc:sldMkLst>
          <pc:docMk/>
          <pc:sldMk cId="1508017919" sldId="397"/>
        </pc:sldMkLst>
        <pc:graphicFrameChg chg="add mod modGraphic">
          <ac:chgData name="Devinder Kaur" userId="89161a673412ba18" providerId="LiveId" clId="{9295A64B-F4BC-4383-AC41-0D3A24D56845}" dt="2021-11-22T07:36:52.430" v="1656" actId="403"/>
          <ac:graphicFrameMkLst>
            <pc:docMk/>
            <pc:sldMk cId="1508017919" sldId="397"/>
            <ac:graphicFrameMk id="3" creationId="{B674D03F-A29D-486C-B264-95ED1E3511E7}"/>
          </ac:graphicFrameMkLst>
        </pc:graphicFrameChg>
      </pc:sldChg>
      <pc:sldChg chg="addSp modSp new mod">
        <pc:chgData name="Devinder Kaur" userId="89161a673412ba18" providerId="LiveId" clId="{9295A64B-F4BC-4383-AC41-0D3A24D56845}" dt="2021-11-22T07:40:59.962" v="1719" actId="403"/>
        <pc:sldMkLst>
          <pc:docMk/>
          <pc:sldMk cId="2708759330" sldId="398"/>
        </pc:sldMkLst>
        <pc:graphicFrameChg chg="add mod modGraphic">
          <ac:chgData name="Devinder Kaur" userId="89161a673412ba18" providerId="LiveId" clId="{9295A64B-F4BC-4383-AC41-0D3A24D56845}" dt="2021-11-22T07:40:59.962" v="1719" actId="403"/>
          <ac:graphicFrameMkLst>
            <pc:docMk/>
            <pc:sldMk cId="2708759330" sldId="398"/>
            <ac:graphicFrameMk id="3" creationId="{23000AC2-31AE-43B4-B5CC-330E87F00E0A}"/>
          </ac:graphicFrameMkLst>
        </pc:graphicFrameChg>
      </pc:sldChg>
      <pc:sldChg chg="addSp modSp new mod">
        <pc:chgData name="Devinder Kaur" userId="89161a673412ba18" providerId="LiveId" clId="{9295A64B-F4BC-4383-AC41-0D3A24D56845}" dt="2021-11-22T07:42:15.857" v="1729"/>
        <pc:sldMkLst>
          <pc:docMk/>
          <pc:sldMk cId="2519818062" sldId="399"/>
        </pc:sldMkLst>
        <pc:picChg chg="add mod modCrop">
          <ac:chgData name="Devinder Kaur" userId="89161a673412ba18" providerId="LiveId" clId="{9295A64B-F4BC-4383-AC41-0D3A24D56845}" dt="2021-11-22T07:42:15.857" v="1729"/>
          <ac:picMkLst>
            <pc:docMk/>
            <pc:sldMk cId="2519818062" sldId="399"/>
            <ac:picMk id="4" creationId="{EC14EC9F-D19C-4557-9C60-FD3EB1147DA9}"/>
          </ac:picMkLst>
        </pc:picChg>
      </pc:sldChg>
      <pc:sldChg chg="addSp modSp new mod ord">
        <pc:chgData name="Devinder Kaur" userId="89161a673412ba18" providerId="LiveId" clId="{9295A64B-F4BC-4383-AC41-0D3A24D56845}" dt="2021-11-23T09:40:03.038" v="2227"/>
        <pc:sldMkLst>
          <pc:docMk/>
          <pc:sldMk cId="2140101840" sldId="400"/>
        </pc:sldMkLst>
        <pc:picChg chg="add mod modCrop">
          <ac:chgData name="Devinder Kaur" userId="89161a673412ba18" providerId="LiveId" clId="{9295A64B-F4BC-4383-AC41-0D3A24D56845}" dt="2021-11-22T07:49:58.321" v="1749" actId="14100"/>
          <ac:picMkLst>
            <pc:docMk/>
            <pc:sldMk cId="2140101840" sldId="400"/>
            <ac:picMk id="4" creationId="{B7E788DE-45F6-4E01-9248-C63599E06DC8}"/>
          </ac:picMkLst>
        </pc:picChg>
      </pc:sldChg>
      <pc:sldChg chg="addSp modSp new mod ord">
        <pc:chgData name="Devinder Kaur" userId="89161a673412ba18" providerId="LiveId" clId="{9295A64B-F4BC-4383-AC41-0D3A24D56845}" dt="2021-11-23T08:55:12.759" v="1791"/>
        <pc:sldMkLst>
          <pc:docMk/>
          <pc:sldMk cId="1379975313" sldId="401"/>
        </pc:sldMkLst>
        <pc:graphicFrameChg chg="add mod modGraphic">
          <ac:chgData name="Devinder Kaur" userId="89161a673412ba18" providerId="LiveId" clId="{9295A64B-F4BC-4383-AC41-0D3A24D56845}" dt="2021-11-23T08:55:02.572" v="1789" actId="403"/>
          <ac:graphicFrameMkLst>
            <pc:docMk/>
            <pc:sldMk cId="1379975313" sldId="401"/>
            <ac:graphicFrameMk id="3" creationId="{4842C784-4747-4825-A2D8-C005B07DD612}"/>
          </ac:graphicFrameMkLst>
        </pc:graphicFrameChg>
      </pc:sldChg>
      <pc:sldChg chg="addSp delSp modSp new mod">
        <pc:chgData name="Devinder Kaur" userId="89161a673412ba18" providerId="LiveId" clId="{9295A64B-F4BC-4383-AC41-0D3A24D56845}" dt="2021-11-23T09:29:32.304" v="2136"/>
        <pc:sldMkLst>
          <pc:docMk/>
          <pc:sldMk cId="100560888" sldId="402"/>
        </pc:sldMkLst>
        <pc:graphicFrameChg chg="add mod modGraphic">
          <ac:chgData name="Devinder Kaur" userId="89161a673412ba18" providerId="LiveId" clId="{9295A64B-F4BC-4383-AC41-0D3A24D56845}" dt="2021-11-23T09:29:32.304" v="2136"/>
          <ac:graphicFrameMkLst>
            <pc:docMk/>
            <pc:sldMk cId="100560888" sldId="402"/>
            <ac:graphicFrameMk id="3" creationId="{24280CCA-EEC2-4133-8B44-C39348C4B73B}"/>
          </ac:graphicFrameMkLst>
        </pc:graphicFrameChg>
        <pc:picChg chg="add del mod">
          <ac:chgData name="Devinder Kaur" userId="89161a673412ba18" providerId="LiveId" clId="{9295A64B-F4BC-4383-AC41-0D3A24D56845}" dt="2021-11-23T08:58:45.038" v="1812" actId="478"/>
          <ac:picMkLst>
            <pc:docMk/>
            <pc:sldMk cId="100560888" sldId="402"/>
            <ac:picMk id="4" creationId="{24080888-D29B-43C2-9AE6-A4E79D1BBC66}"/>
          </ac:picMkLst>
        </pc:picChg>
        <pc:picChg chg="add mod">
          <ac:chgData name="Devinder Kaur" userId="89161a673412ba18" providerId="LiveId" clId="{9295A64B-F4BC-4383-AC41-0D3A24D56845}" dt="2021-11-23T09:19:49.584" v="2115" actId="555"/>
          <ac:picMkLst>
            <pc:docMk/>
            <pc:sldMk cId="100560888" sldId="402"/>
            <ac:picMk id="5" creationId="{DCF266B2-5089-4C15-AC6C-9964889BA4F0}"/>
          </ac:picMkLst>
        </pc:picChg>
      </pc:sldChg>
      <pc:sldChg chg="new del">
        <pc:chgData name="Devinder Kaur" userId="89161a673412ba18" providerId="LiveId" clId="{9295A64B-F4BC-4383-AC41-0D3A24D56845}" dt="2021-11-23T09:03:24.313" v="1893" actId="47"/>
        <pc:sldMkLst>
          <pc:docMk/>
          <pc:sldMk cId="3971645395" sldId="403"/>
        </pc:sldMkLst>
      </pc:sldChg>
      <pc:sldChg chg="addSp delSp modSp new del">
        <pc:chgData name="Devinder Kaur" userId="89161a673412ba18" providerId="LiveId" clId="{9295A64B-F4BC-4383-AC41-0D3A24D56845}" dt="2021-11-23T09:11:15.014" v="2023" actId="47"/>
        <pc:sldMkLst>
          <pc:docMk/>
          <pc:sldMk cId="2487794064" sldId="404"/>
        </pc:sldMkLst>
        <pc:spChg chg="del">
          <ac:chgData name="Devinder Kaur" userId="89161a673412ba18" providerId="LiveId" clId="{9295A64B-F4BC-4383-AC41-0D3A24D56845}" dt="2021-11-23T09:03:31.693" v="1894"/>
          <ac:spMkLst>
            <pc:docMk/>
            <pc:sldMk cId="2487794064" sldId="404"/>
            <ac:spMk id="3" creationId="{FA182166-FF66-43EB-BCCC-38B6069FE6AE}"/>
          </ac:spMkLst>
        </pc:spChg>
        <pc:picChg chg="add mod">
          <ac:chgData name="Devinder Kaur" userId="89161a673412ba18" providerId="LiveId" clId="{9295A64B-F4BC-4383-AC41-0D3A24D56845}" dt="2021-11-23T09:03:37.167" v="1895" actId="1076"/>
          <ac:picMkLst>
            <pc:docMk/>
            <pc:sldMk cId="2487794064" sldId="404"/>
            <ac:picMk id="6" creationId="{324ADF7C-7FB6-4CBE-A023-E782E665C988}"/>
          </ac:picMkLst>
        </pc:picChg>
      </pc:sldChg>
      <pc:sldChg chg="new del">
        <pc:chgData name="Devinder Kaur" userId="89161a673412ba18" providerId="LiveId" clId="{9295A64B-F4BC-4383-AC41-0D3A24D56845}" dt="2021-11-23T09:04:29.189" v="1897" actId="47"/>
        <pc:sldMkLst>
          <pc:docMk/>
          <pc:sldMk cId="248981330" sldId="405"/>
        </pc:sldMkLst>
      </pc:sldChg>
      <pc:sldChg chg="addSp delSp modSp new mod">
        <pc:chgData name="Devinder Kaur" userId="89161a673412ba18" providerId="LiveId" clId="{9295A64B-F4BC-4383-AC41-0D3A24D56845}" dt="2021-11-23T09:36:55.325" v="2223" actId="20577"/>
        <pc:sldMkLst>
          <pc:docMk/>
          <pc:sldMk cId="4287728115" sldId="405"/>
        </pc:sldMkLst>
        <pc:spChg chg="del">
          <ac:chgData name="Devinder Kaur" userId="89161a673412ba18" providerId="LiveId" clId="{9295A64B-F4BC-4383-AC41-0D3A24D56845}" dt="2021-11-23T09:08:45.412" v="1963" actId="478"/>
          <ac:spMkLst>
            <pc:docMk/>
            <pc:sldMk cId="4287728115" sldId="405"/>
            <ac:spMk id="2" creationId="{3CEADB66-ED4B-4D9C-A2F7-24D0962C2DB5}"/>
          </ac:spMkLst>
        </pc:spChg>
        <pc:spChg chg="mod">
          <ac:chgData name="Devinder Kaur" userId="89161a673412ba18" providerId="LiveId" clId="{9295A64B-F4BC-4383-AC41-0D3A24D56845}" dt="2021-11-23T09:36:23.831" v="2201" actId="14100"/>
          <ac:spMkLst>
            <pc:docMk/>
            <pc:sldMk cId="4287728115" sldId="405"/>
            <ac:spMk id="3" creationId="{90CB5CEF-7409-4F93-BC91-C6663F3A1CD9}"/>
          </ac:spMkLst>
        </pc:spChg>
        <pc:spChg chg="mod">
          <ac:chgData name="Devinder Kaur" userId="89161a673412ba18" providerId="LiveId" clId="{9295A64B-F4BC-4383-AC41-0D3A24D56845}" dt="2021-11-23T09:36:40.706" v="2219" actId="27636"/>
          <ac:spMkLst>
            <pc:docMk/>
            <pc:sldMk cId="4287728115" sldId="405"/>
            <ac:spMk id="4" creationId="{B2A4CFD7-660C-484B-B740-4C1C464B6D30}"/>
          </ac:spMkLst>
        </pc:spChg>
        <pc:spChg chg="mod">
          <ac:chgData name="Devinder Kaur" userId="89161a673412ba18" providerId="LiveId" clId="{9295A64B-F4BC-4383-AC41-0D3A24D56845}" dt="2021-11-23T09:36:33.617" v="2216" actId="1038"/>
          <ac:spMkLst>
            <pc:docMk/>
            <pc:sldMk cId="4287728115" sldId="405"/>
            <ac:spMk id="5" creationId="{65D27E77-EA06-47E1-BFEB-5A901412F60A}"/>
          </ac:spMkLst>
        </pc:spChg>
        <pc:spChg chg="mod">
          <ac:chgData name="Devinder Kaur" userId="89161a673412ba18" providerId="LiveId" clId="{9295A64B-F4BC-4383-AC41-0D3A24D56845}" dt="2021-11-23T09:36:55.325" v="2223" actId="20577"/>
          <ac:spMkLst>
            <pc:docMk/>
            <pc:sldMk cId="4287728115" sldId="405"/>
            <ac:spMk id="6" creationId="{67724626-1582-4A04-B78E-20AF7C991D00}"/>
          </ac:spMkLst>
        </pc:spChg>
        <pc:picChg chg="add del mod">
          <ac:chgData name="Devinder Kaur" userId="89161a673412ba18" providerId="LiveId" clId="{9295A64B-F4BC-4383-AC41-0D3A24D56845}" dt="2021-11-23T09:23:11.465" v="2126" actId="478"/>
          <ac:picMkLst>
            <pc:docMk/>
            <pc:sldMk cId="4287728115" sldId="405"/>
            <ac:picMk id="8" creationId="{5700746B-A78E-4E80-8A44-20B644134335}"/>
          </ac:picMkLst>
        </pc:picChg>
      </pc:sldChg>
      <pc:sldChg chg="addSp modSp new">
        <pc:chgData name="Devinder Kaur" userId="89161a673412ba18" providerId="LiveId" clId="{9295A64B-F4BC-4383-AC41-0D3A24D56845}" dt="2021-11-23T09:39:42.154" v="2225" actId="12788"/>
        <pc:sldMkLst>
          <pc:docMk/>
          <pc:sldMk cId="3908277995" sldId="406"/>
        </pc:sldMkLst>
        <pc:picChg chg="add mod">
          <ac:chgData name="Devinder Kaur" userId="89161a673412ba18" providerId="LiveId" clId="{9295A64B-F4BC-4383-AC41-0D3A24D56845}" dt="2021-11-23T09:39:42.154" v="2225" actId="12788"/>
          <ac:picMkLst>
            <pc:docMk/>
            <pc:sldMk cId="3908277995" sldId="406"/>
            <ac:picMk id="5122" creationId="{2F032112-CFE6-4535-B58F-0771529B08D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52D80A-EA30-4B5F-ABD0-3DE9C89DD51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B27DE78-8E25-47B3-A277-D7D6D5F9391A}">
      <dgm:prSet phldrT="[Text]" custT="1"/>
      <dgm:spPr/>
      <dgm:t>
        <a:bodyPr/>
        <a:lstStyle/>
        <a:p>
          <a:r>
            <a:rPr lang="en-IN" sz="4000" b="1" i="0" dirty="0">
              <a:effectLst>
                <a:outerShdw blurRad="38100" dist="38100" dir="2700000" algn="tl">
                  <a:srgbClr val="000000">
                    <a:alpha val="43137"/>
                  </a:srgbClr>
                </a:outerShdw>
              </a:effectLst>
              <a:latin typeface="+mj-lt"/>
            </a:rPr>
            <a:t>Nervous System</a:t>
          </a:r>
          <a:endParaRPr lang="en-IN" sz="4000" dirty="0"/>
        </a:p>
      </dgm:t>
    </dgm:pt>
    <dgm:pt modelId="{80AD1566-87F3-4C99-A58C-009182DBF1C8}" type="parTrans" cxnId="{F7AC3539-01A0-4CA5-8953-D291EBF3F898}">
      <dgm:prSet/>
      <dgm:spPr/>
      <dgm:t>
        <a:bodyPr/>
        <a:lstStyle/>
        <a:p>
          <a:endParaRPr lang="en-IN"/>
        </a:p>
      </dgm:t>
    </dgm:pt>
    <dgm:pt modelId="{29C76743-26EE-489F-B234-76FDA256EAB4}" type="sibTrans" cxnId="{F7AC3539-01A0-4CA5-8953-D291EBF3F898}">
      <dgm:prSet/>
      <dgm:spPr/>
      <dgm:t>
        <a:bodyPr/>
        <a:lstStyle/>
        <a:p>
          <a:endParaRPr lang="en-IN"/>
        </a:p>
      </dgm:t>
    </dgm:pt>
    <dgm:pt modelId="{6CEDF5D4-D60B-40F9-97CC-395FDACE72C0}">
      <dgm:prSet phldrT="[Text]"/>
      <dgm:spPr/>
      <dgm:t>
        <a:bodyPr/>
        <a:lstStyle/>
        <a:p>
          <a:pPr algn="just"/>
          <a:r>
            <a:rPr lang="en-US" b="0" i="0" dirty="0"/>
            <a:t>The nervous system is a network of neurons whose main feature is to </a:t>
          </a:r>
          <a:r>
            <a:rPr lang="en-US" b="1" i="0" dirty="0"/>
            <a:t>generate, modulate and transmit information </a:t>
          </a:r>
          <a:r>
            <a:rPr lang="en-US" b="0" i="0" dirty="0"/>
            <a:t>between all the different parts of the human body.</a:t>
          </a:r>
          <a:endParaRPr lang="en-IN" dirty="0"/>
        </a:p>
      </dgm:t>
    </dgm:pt>
    <dgm:pt modelId="{4350BDF7-F18B-4E6D-B290-2C047E950345}" type="parTrans" cxnId="{DE0825EA-7F28-44F1-90CD-3A97A77EB060}">
      <dgm:prSet/>
      <dgm:spPr/>
      <dgm:t>
        <a:bodyPr/>
        <a:lstStyle/>
        <a:p>
          <a:endParaRPr lang="en-IN"/>
        </a:p>
      </dgm:t>
    </dgm:pt>
    <dgm:pt modelId="{01E4C579-8058-4730-B18B-07DC2F92C91B}" type="sibTrans" cxnId="{DE0825EA-7F28-44F1-90CD-3A97A77EB060}">
      <dgm:prSet/>
      <dgm:spPr/>
      <dgm:t>
        <a:bodyPr/>
        <a:lstStyle/>
        <a:p>
          <a:endParaRPr lang="en-IN"/>
        </a:p>
      </dgm:t>
    </dgm:pt>
    <dgm:pt modelId="{124AE85D-6918-4BC3-92BE-2DACBC7D870D}">
      <dgm:prSet phldrT="[Text]"/>
      <dgm:spPr/>
      <dgm:t>
        <a:bodyPr/>
        <a:lstStyle/>
        <a:p>
          <a:pPr algn="just"/>
          <a:r>
            <a:rPr lang="en-US" b="0" i="0" dirty="0"/>
            <a:t>This property enables many important functions of the nervous system, such as regulation of vital body functions (heartbeat, breathing, digestion), sensation and body movements. </a:t>
          </a:r>
          <a:endParaRPr lang="en-IN" dirty="0"/>
        </a:p>
      </dgm:t>
    </dgm:pt>
    <dgm:pt modelId="{719EA6A2-B5CC-48ED-A92E-1980C5BFA7C3}" type="parTrans" cxnId="{74331B5F-5F45-49D3-9D36-152E5958BA64}">
      <dgm:prSet/>
      <dgm:spPr/>
      <dgm:t>
        <a:bodyPr/>
        <a:lstStyle/>
        <a:p>
          <a:endParaRPr lang="en-IN"/>
        </a:p>
      </dgm:t>
    </dgm:pt>
    <dgm:pt modelId="{64EF7269-7599-4A91-93BC-127540BDCAF1}" type="sibTrans" cxnId="{74331B5F-5F45-49D3-9D36-152E5958BA64}">
      <dgm:prSet/>
      <dgm:spPr/>
      <dgm:t>
        <a:bodyPr/>
        <a:lstStyle/>
        <a:p>
          <a:endParaRPr lang="en-IN"/>
        </a:p>
      </dgm:t>
    </dgm:pt>
    <dgm:pt modelId="{001E3EFE-36AB-46C8-B310-D526288D3AFE}">
      <dgm:prSet phldrT="[Text]"/>
      <dgm:spPr/>
      <dgm:t>
        <a:bodyPr/>
        <a:lstStyle/>
        <a:p>
          <a:pPr algn="just"/>
          <a:r>
            <a:rPr lang="en-US" b="0" i="0" dirty="0"/>
            <a:t>Ultimately, the nervous system structures preside over everything that makes us human; our consciousness, cognition, </a:t>
          </a:r>
          <a:r>
            <a:rPr lang="en-US" b="0" i="0" dirty="0" err="1"/>
            <a:t>behaviour</a:t>
          </a:r>
          <a:r>
            <a:rPr lang="en-US" b="0" i="0" dirty="0"/>
            <a:t> and memories.  </a:t>
          </a:r>
          <a:endParaRPr lang="en-IN" dirty="0"/>
        </a:p>
      </dgm:t>
    </dgm:pt>
    <dgm:pt modelId="{D911BF3F-8354-4B04-8B1E-8F29C0F8CFAC}" type="parTrans" cxnId="{D9D9F8C5-D65B-4CA5-99E3-16A282981E07}">
      <dgm:prSet/>
      <dgm:spPr/>
      <dgm:t>
        <a:bodyPr/>
        <a:lstStyle/>
        <a:p>
          <a:endParaRPr lang="en-IN"/>
        </a:p>
      </dgm:t>
    </dgm:pt>
    <dgm:pt modelId="{4B045AE4-6B04-4D15-ADC1-B2FA0FBAD2A6}" type="sibTrans" cxnId="{D9D9F8C5-D65B-4CA5-99E3-16A282981E07}">
      <dgm:prSet/>
      <dgm:spPr/>
      <dgm:t>
        <a:bodyPr/>
        <a:lstStyle/>
        <a:p>
          <a:endParaRPr lang="en-IN"/>
        </a:p>
      </dgm:t>
    </dgm:pt>
    <dgm:pt modelId="{FB2FF906-8CB5-4D46-9A34-2299C2F57861}" type="pres">
      <dgm:prSet presAssocID="{DF52D80A-EA30-4B5F-ABD0-3DE9C89DD516}" presName="Name0" presStyleCnt="0">
        <dgm:presLayoutVars>
          <dgm:dir/>
          <dgm:animLvl val="lvl"/>
          <dgm:resizeHandles val="exact"/>
        </dgm:presLayoutVars>
      </dgm:prSet>
      <dgm:spPr/>
      <dgm:t>
        <a:bodyPr/>
        <a:lstStyle/>
        <a:p>
          <a:endParaRPr lang="en-IN"/>
        </a:p>
      </dgm:t>
    </dgm:pt>
    <dgm:pt modelId="{BA700A29-CA51-488B-8770-A90B22178AA6}" type="pres">
      <dgm:prSet presAssocID="{0B27DE78-8E25-47B3-A277-D7D6D5F9391A}" presName="composite" presStyleCnt="0"/>
      <dgm:spPr/>
    </dgm:pt>
    <dgm:pt modelId="{136E6A16-BD60-415A-A5EC-FC0F57C2FDD7}" type="pres">
      <dgm:prSet presAssocID="{0B27DE78-8E25-47B3-A277-D7D6D5F9391A}" presName="parTx" presStyleLbl="alignNode1" presStyleIdx="0" presStyleCnt="1" custLinFactNeighborX="-11813" custLinFactNeighborY="-39688">
        <dgm:presLayoutVars>
          <dgm:chMax val="0"/>
          <dgm:chPref val="0"/>
          <dgm:bulletEnabled val="1"/>
        </dgm:presLayoutVars>
      </dgm:prSet>
      <dgm:spPr/>
      <dgm:t>
        <a:bodyPr/>
        <a:lstStyle/>
        <a:p>
          <a:endParaRPr lang="en-IN"/>
        </a:p>
      </dgm:t>
    </dgm:pt>
    <dgm:pt modelId="{73A6D535-29B8-48EA-8B94-1D80818E5EAF}" type="pres">
      <dgm:prSet presAssocID="{0B27DE78-8E25-47B3-A277-D7D6D5F9391A}" presName="desTx" presStyleLbl="alignAccFollowNode1" presStyleIdx="0" presStyleCnt="1" custScaleY="101724">
        <dgm:presLayoutVars>
          <dgm:bulletEnabled val="1"/>
        </dgm:presLayoutVars>
      </dgm:prSet>
      <dgm:spPr/>
      <dgm:t>
        <a:bodyPr/>
        <a:lstStyle/>
        <a:p>
          <a:endParaRPr lang="en-IN"/>
        </a:p>
      </dgm:t>
    </dgm:pt>
  </dgm:ptLst>
  <dgm:cxnLst>
    <dgm:cxn modelId="{83541C1E-F50B-4160-BFB6-C6C7BF0359DC}" type="presOf" srcId="{6CEDF5D4-D60B-40F9-97CC-395FDACE72C0}" destId="{73A6D535-29B8-48EA-8B94-1D80818E5EAF}" srcOrd="0" destOrd="0" presId="urn:microsoft.com/office/officeart/2005/8/layout/hList1"/>
    <dgm:cxn modelId="{74331B5F-5F45-49D3-9D36-152E5958BA64}" srcId="{0B27DE78-8E25-47B3-A277-D7D6D5F9391A}" destId="{124AE85D-6918-4BC3-92BE-2DACBC7D870D}" srcOrd="1" destOrd="0" parTransId="{719EA6A2-B5CC-48ED-A92E-1980C5BFA7C3}" sibTransId="{64EF7269-7599-4A91-93BC-127540BDCAF1}"/>
    <dgm:cxn modelId="{744C0FB2-16FB-44A9-818C-201956BD092E}" type="presOf" srcId="{124AE85D-6918-4BC3-92BE-2DACBC7D870D}" destId="{73A6D535-29B8-48EA-8B94-1D80818E5EAF}" srcOrd="0" destOrd="1" presId="urn:microsoft.com/office/officeart/2005/8/layout/hList1"/>
    <dgm:cxn modelId="{C29AD427-3BA4-4104-A682-BA340A87519E}" type="presOf" srcId="{DF52D80A-EA30-4B5F-ABD0-3DE9C89DD516}" destId="{FB2FF906-8CB5-4D46-9A34-2299C2F57861}" srcOrd="0" destOrd="0" presId="urn:microsoft.com/office/officeart/2005/8/layout/hList1"/>
    <dgm:cxn modelId="{DE0825EA-7F28-44F1-90CD-3A97A77EB060}" srcId="{0B27DE78-8E25-47B3-A277-D7D6D5F9391A}" destId="{6CEDF5D4-D60B-40F9-97CC-395FDACE72C0}" srcOrd="0" destOrd="0" parTransId="{4350BDF7-F18B-4E6D-B290-2C047E950345}" sibTransId="{01E4C579-8058-4730-B18B-07DC2F92C91B}"/>
    <dgm:cxn modelId="{A1761307-061F-41C9-879B-261B3AD5EB40}" type="presOf" srcId="{001E3EFE-36AB-46C8-B310-D526288D3AFE}" destId="{73A6D535-29B8-48EA-8B94-1D80818E5EAF}" srcOrd="0" destOrd="2" presId="urn:microsoft.com/office/officeart/2005/8/layout/hList1"/>
    <dgm:cxn modelId="{34D91700-D908-4285-866D-6E012F27F7A6}" type="presOf" srcId="{0B27DE78-8E25-47B3-A277-D7D6D5F9391A}" destId="{136E6A16-BD60-415A-A5EC-FC0F57C2FDD7}" srcOrd="0" destOrd="0" presId="urn:microsoft.com/office/officeart/2005/8/layout/hList1"/>
    <dgm:cxn modelId="{F7AC3539-01A0-4CA5-8953-D291EBF3F898}" srcId="{DF52D80A-EA30-4B5F-ABD0-3DE9C89DD516}" destId="{0B27DE78-8E25-47B3-A277-D7D6D5F9391A}" srcOrd="0" destOrd="0" parTransId="{80AD1566-87F3-4C99-A58C-009182DBF1C8}" sibTransId="{29C76743-26EE-489F-B234-76FDA256EAB4}"/>
    <dgm:cxn modelId="{D9D9F8C5-D65B-4CA5-99E3-16A282981E07}" srcId="{0B27DE78-8E25-47B3-A277-D7D6D5F9391A}" destId="{001E3EFE-36AB-46C8-B310-D526288D3AFE}" srcOrd="2" destOrd="0" parTransId="{D911BF3F-8354-4B04-8B1E-8F29C0F8CFAC}" sibTransId="{4B045AE4-6B04-4D15-ADC1-B2FA0FBAD2A6}"/>
    <dgm:cxn modelId="{AB1C0320-F4BC-447F-9F78-7CBD0E371770}" type="presParOf" srcId="{FB2FF906-8CB5-4D46-9A34-2299C2F57861}" destId="{BA700A29-CA51-488B-8770-A90B22178AA6}" srcOrd="0" destOrd="0" presId="urn:microsoft.com/office/officeart/2005/8/layout/hList1"/>
    <dgm:cxn modelId="{FF8E3A8F-5B96-4D28-8BE4-196243C2BE93}" type="presParOf" srcId="{BA700A29-CA51-488B-8770-A90B22178AA6}" destId="{136E6A16-BD60-415A-A5EC-FC0F57C2FDD7}" srcOrd="0" destOrd="0" presId="urn:microsoft.com/office/officeart/2005/8/layout/hList1"/>
    <dgm:cxn modelId="{5D6B1A08-36F8-43D2-A92E-7BD9EF6AEAD2}" type="presParOf" srcId="{BA700A29-CA51-488B-8770-A90B22178AA6}" destId="{73A6D535-29B8-48EA-8B94-1D80818E5E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E6A16-BD60-415A-A5EC-FC0F57C2FDD7}">
      <dsp:nvSpPr>
        <dsp:cNvPr id="0" name=""/>
        <dsp:cNvSpPr/>
      </dsp:nvSpPr>
      <dsp:spPr>
        <a:xfrm>
          <a:off x="0" y="0"/>
          <a:ext cx="10609580" cy="892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lvl="0" algn="ctr" defTabSz="1778000">
            <a:lnSpc>
              <a:spcPct val="90000"/>
            </a:lnSpc>
            <a:spcBef>
              <a:spcPct val="0"/>
            </a:spcBef>
            <a:spcAft>
              <a:spcPct val="35000"/>
            </a:spcAft>
          </a:pPr>
          <a:r>
            <a:rPr lang="en-IN" sz="4000" b="1" i="0" kern="1200" dirty="0">
              <a:effectLst>
                <a:outerShdw blurRad="38100" dist="38100" dir="2700000" algn="tl">
                  <a:srgbClr val="000000">
                    <a:alpha val="43137"/>
                  </a:srgbClr>
                </a:outerShdw>
              </a:effectLst>
              <a:latin typeface="+mj-lt"/>
            </a:rPr>
            <a:t>Nervous System</a:t>
          </a:r>
          <a:endParaRPr lang="en-IN" sz="4000" kern="1200" dirty="0"/>
        </a:p>
      </dsp:txBody>
      <dsp:txXfrm>
        <a:off x="0" y="0"/>
        <a:ext cx="10609580" cy="892800"/>
      </dsp:txXfrm>
    </dsp:sp>
    <dsp:sp modelId="{73A6D535-29B8-48EA-8B94-1D80818E5EAF}">
      <dsp:nvSpPr>
        <dsp:cNvPr id="0" name=""/>
        <dsp:cNvSpPr/>
      </dsp:nvSpPr>
      <dsp:spPr>
        <a:xfrm>
          <a:off x="0" y="944283"/>
          <a:ext cx="10609580" cy="502085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just" defTabSz="1377950">
            <a:lnSpc>
              <a:spcPct val="90000"/>
            </a:lnSpc>
            <a:spcBef>
              <a:spcPct val="0"/>
            </a:spcBef>
            <a:spcAft>
              <a:spcPct val="15000"/>
            </a:spcAft>
            <a:buChar char="••"/>
          </a:pPr>
          <a:r>
            <a:rPr lang="en-US" sz="3100" b="0" i="0" kern="1200" dirty="0"/>
            <a:t>The nervous system is a network of neurons whose main feature is to </a:t>
          </a:r>
          <a:r>
            <a:rPr lang="en-US" sz="3100" b="1" i="0" kern="1200" dirty="0"/>
            <a:t>generate, modulate and transmit information </a:t>
          </a:r>
          <a:r>
            <a:rPr lang="en-US" sz="3100" b="0" i="0" kern="1200" dirty="0"/>
            <a:t>between all the different parts of the human body.</a:t>
          </a:r>
          <a:endParaRPr lang="en-IN" sz="3100" kern="1200" dirty="0"/>
        </a:p>
        <a:p>
          <a:pPr marL="285750" lvl="1" indent="-285750" algn="just" defTabSz="1377950">
            <a:lnSpc>
              <a:spcPct val="90000"/>
            </a:lnSpc>
            <a:spcBef>
              <a:spcPct val="0"/>
            </a:spcBef>
            <a:spcAft>
              <a:spcPct val="15000"/>
            </a:spcAft>
            <a:buChar char="••"/>
          </a:pPr>
          <a:r>
            <a:rPr lang="en-US" sz="3100" b="0" i="0" kern="1200" dirty="0"/>
            <a:t>This property enables many important functions of the nervous system, such as regulation of vital body functions (heartbeat, breathing, digestion), sensation and body movements. </a:t>
          </a:r>
          <a:endParaRPr lang="en-IN" sz="3100" kern="1200" dirty="0"/>
        </a:p>
        <a:p>
          <a:pPr marL="285750" lvl="1" indent="-285750" algn="just" defTabSz="1377950">
            <a:lnSpc>
              <a:spcPct val="90000"/>
            </a:lnSpc>
            <a:spcBef>
              <a:spcPct val="0"/>
            </a:spcBef>
            <a:spcAft>
              <a:spcPct val="15000"/>
            </a:spcAft>
            <a:buChar char="••"/>
          </a:pPr>
          <a:r>
            <a:rPr lang="en-US" sz="3100" b="0" i="0" kern="1200" dirty="0"/>
            <a:t>Ultimately, the nervous system structures preside over everything that makes us human; our consciousness, cognition, </a:t>
          </a:r>
          <a:r>
            <a:rPr lang="en-US" sz="3100" b="0" i="0" kern="1200" dirty="0" err="1"/>
            <a:t>behaviour</a:t>
          </a:r>
          <a:r>
            <a:rPr lang="en-US" sz="3100" b="0" i="0" kern="1200" dirty="0"/>
            <a:t> and memories.  </a:t>
          </a:r>
          <a:endParaRPr lang="en-IN" sz="3100" kern="1200" dirty="0"/>
        </a:p>
      </dsp:txBody>
      <dsp:txXfrm>
        <a:off x="0" y="944283"/>
        <a:ext cx="10609580" cy="502085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toppr.com/guides/evs/super-senses/sense-organ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kenhub.com/en/library/anatomy/the-vertebral-column-spine" TargetMode="External"/><Relationship Id="rId2" Type="http://schemas.openxmlformats.org/officeDocument/2006/relationships/hyperlink" Target="https://www.kenhub.com/en/library/anatomy/the-central-nervous-system" TargetMode="Externa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www.kenhub.com/en/library/anatomy/spinal-nerves"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kenhub.com/en/library/anatomy/the-12-cranial-nerves" TargetMode="External"/><Relationship Id="rId2" Type="http://schemas.openxmlformats.org/officeDocument/2006/relationships/hyperlink" Target="https://www.kenhub.com/en/library/anatomy/spinal-nerves" TargetMode="External"/><Relationship Id="rId1" Type="http://schemas.openxmlformats.org/officeDocument/2006/relationships/slideLayout" Target="../slideLayouts/slideLayout2.xml"/><Relationship Id="rId5" Type="http://schemas.openxmlformats.org/officeDocument/2006/relationships/hyperlink" Target="https://www.kenhub.com/en/library/anatomy/the-parasympathetic-nervous-system" TargetMode="External"/><Relationship Id="rId4" Type="http://schemas.openxmlformats.org/officeDocument/2006/relationships/hyperlink" Target="https://www.kenhub.com/en/library/anatomy/sympathetic-nervous-syste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hyperlink" Target="https://www.kenhub.com/en/library/anatomy/the-vertebral-column-spine" TargetMode="External"/><Relationship Id="rId2" Type="http://schemas.openxmlformats.org/officeDocument/2006/relationships/hyperlink" Target="https://www.kenhub.com/en/library/anatomy/spinal-nerve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hyperlink" Target="https://www.msdmanuals.com/home/brain,-spinal-cord,-and-nerve-disorders/biology-of-the-nervous-system/nerves"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msdmanuals.com/home/hormonal-and-metabolic-disorders/electrolyte-balance/overview-of-electrolytes" TargetMode="External"/><Relationship Id="rId2" Type="http://schemas.openxmlformats.org/officeDocument/2006/relationships/hyperlink" Target="https://www.msdmanuals.com/home/hormonal-and-metabolic-disorders/water-balance/about-body-water"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nurseslabs.com/nervous-system/" TargetMode="External"/><Relationship Id="rId2" Type="http://schemas.openxmlformats.org/officeDocument/2006/relationships/hyperlink" Target="https://www.kenhub.com/en/library/anatomy/the-nervous-system" TargetMode="External"/><Relationship Id="rId1" Type="http://schemas.openxmlformats.org/officeDocument/2006/relationships/slideLayout" Target="../slideLayouts/slideLayout2.xml"/><Relationship Id="rId4" Type="http://schemas.openxmlformats.org/officeDocument/2006/relationships/hyperlink" Target="https://courses.lumenlearning.com/boundless-ap/chapter/introduction-to-the-nervous-system/" TargetMode="Externa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284369"/>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182104090"/>
              </p:ext>
            </p:extLst>
          </p:nvPr>
        </p:nvGraphicFramePr>
        <p:xfrm>
          <a:off x="0" y="3709941"/>
          <a:ext cx="3303056" cy="3148059"/>
        </p:xfrm>
        <a:graphic>
          <a:graphicData uri="http://schemas.openxmlformats.org/presentationml/2006/ole">
            <mc:AlternateContent xmlns:mc="http://schemas.openxmlformats.org/markup-compatibility/2006">
              <mc:Choice xmlns:v="urn:schemas-microsoft-com:vml" Requires="v">
                <p:oleObj spid="_x0000_s1053" name="CorelDRAW" r:id="rId3" imgW="2169000" imgH="2169360" progId="">
                  <p:embed/>
                </p:oleObj>
              </mc:Choice>
              <mc:Fallback>
                <p:oleObj name="CorelDRAW" r:id="rId3" imgW="2169000" imgH="2169360" progId="">
                  <p:embed/>
                  <p:pic>
                    <p:nvPicPr>
                      <p:cNvPr id="48" name="Object 47">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0" y="370994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57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a:t>
            </a:r>
            <a:r>
              <a:rPr lang="en-US" sz="2800">
                <a:latin typeface="Times New Roman" panose="02020603050405020304" pitchFamily="18" charset="0"/>
                <a:ea typeface="Calibri" panose="020F0502020204030204" pitchFamily="34" charset="0"/>
                <a:cs typeface="Times New Roman" panose="02020603050405020304" pitchFamily="18" charset="0"/>
              </a:rPr>
              <a:t>Engineers </a:t>
            </a:r>
            <a:endParaRPr lang="en-US" sz="280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smtClean="0">
                <a:latin typeface="Times New Roman" panose="02020603050405020304" pitchFamily="18" charset="0"/>
                <a:ea typeface="Calibri" panose="020F0502020204030204" pitchFamily="34" charset="0"/>
                <a:cs typeface="Times New Roman" panose="02020603050405020304" pitchFamily="18" charset="0"/>
              </a:rPr>
              <a:t>23SZT-148</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Rectangle 1"/>
          <p:cNvSpPr/>
          <p:nvPr/>
        </p:nvSpPr>
        <p:spPr>
          <a:xfrm>
            <a:off x="3802522" y="5717319"/>
            <a:ext cx="2234010" cy="461665"/>
          </a:xfrm>
          <a:prstGeom prst="rect">
            <a:avLst/>
          </a:prstGeom>
        </p:spPr>
        <p:txBody>
          <a:bodyPr wrap="none">
            <a:spAutoFit/>
          </a:bodyPr>
          <a:lstStyle/>
          <a:p>
            <a:r>
              <a:rPr lang="en-IN" sz="2400" b="1" dirty="0">
                <a:ln w="0"/>
                <a:solidFill>
                  <a:schemeClr val="accent1"/>
                </a:solidFill>
                <a:effectLst>
                  <a:outerShdw blurRad="38100" dist="25400" dir="5400000" algn="ctr" rotWithShape="0">
                    <a:srgbClr val="6E747A">
                      <a:alpha val="43000"/>
                    </a:srgbClr>
                  </a:outerShdw>
                </a:effectLst>
              </a:rPr>
              <a:t>Nervous System</a:t>
            </a:r>
            <a:endParaRPr lang="en-IN" sz="24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 xmlns:a16="http://schemas.microsoft.com/office/drawing/2014/main" id="{6F774966-ABEE-421A-86C4-FF2E9BD06FAB}"/>
              </a:ext>
            </a:extLst>
          </p:cNvPr>
          <p:cNvGraphicFramePr>
            <a:graphicFrameLocks noGrp="1"/>
          </p:cNvGraphicFramePr>
          <p:nvPr>
            <p:extLst>
              <p:ext uri="{D42A27DB-BD31-4B8C-83A1-F6EECF244321}">
                <p14:modId xmlns:p14="http://schemas.microsoft.com/office/powerpoint/2010/main" val="859059387"/>
              </p:ext>
            </p:extLst>
          </p:nvPr>
        </p:nvGraphicFramePr>
        <p:xfrm>
          <a:off x="628650" y="1748790"/>
          <a:ext cx="6793327" cy="4336096"/>
        </p:xfrm>
        <a:graphic>
          <a:graphicData uri="http://schemas.openxmlformats.org/drawingml/2006/table">
            <a:tbl>
              <a:tblPr/>
              <a:tblGrid>
                <a:gridCol w="1045127">
                  <a:extLst>
                    <a:ext uri="{9D8B030D-6E8A-4147-A177-3AD203B41FA5}">
                      <a16:colId xmlns="" xmlns:a16="http://schemas.microsoft.com/office/drawing/2014/main" val="20000"/>
                    </a:ext>
                  </a:extLst>
                </a:gridCol>
                <a:gridCol w="4281977">
                  <a:extLst>
                    <a:ext uri="{9D8B030D-6E8A-4147-A177-3AD203B41FA5}">
                      <a16:colId xmlns="" xmlns:a16="http://schemas.microsoft.com/office/drawing/2014/main" val="20001"/>
                    </a:ext>
                  </a:extLst>
                </a:gridCol>
                <a:gridCol w="1466223">
                  <a:extLst>
                    <a:ext uri="{9D8B030D-6E8A-4147-A177-3AD203B41FA5}">
                      <a16:colId xmlns="" xmlns:a16="http://schemas.microsoft.com/office/drawing/2014/main"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3071748465"/>
                  </a:ext>
                </a:extLst>
              </a:tr>
            </a:tbl>
          </a:graphicData>
        </a:graphic>
      </p:graphicFrame>
      <p:sp>
        <p:nvSpPr>
          <p:cNvPr id="7" name="Rectangle 6">
            <a:extLst>
              <a:ext uri="{FF2B5EF4-FFF2-40B4-BE49-F238E27FC236}">
                <a16:creationId xmlns=""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 xmlns:a16="http://schemas.microsoft.com/office/drawing/2014/main"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 xmlns:a16="http://schemas.microsoft.com/office/drawing/2014/main" id="{C32C3D93-BD98-4C3E-83EC-BA125ECA14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 xmlns:a16="http://schemas.microsoft.com/office/drawing/2014/main" id="{133B9873-0D72-4F00-B232-68A50C2F664D}"/>
              </a:ext>
            </a:extLst>
          </p:cNvPr>
          <p:cNvGraphicFramePr>
            <a:graphicFrameLocks noGrp="1"/>
          </p:cNvGraphicFramePr>
          <p:nvPr/>
        </p:nvGraphicFramePr>
        <p:xfrm>
          <a:off x="901382" y="1706145"/>
          <a:ext cx="10485247" cy="4680295"/>
        </p:xfrm>
        <a:graphic>
          <a:graphicData uri="http://schemas.openxmlformats.org/drawingml/2006/table">
            <a:tbl>
              <a:tblPr/>
              <a:tblGrid>
                <a:gridCol w="2018630">
                  <a:extLst>
                    <a:ext uri="{9D8B030D-6E8A-4147-A177-3AD203B41FA5}">
                      <a16:colId xmlns="" xmlns:a16="http://schemas.microsoft.com/office/drawing/2014/main" val="20000"/>
                    </a:ext>
                  </a:extLst>
                </a:gridCol>
                <a:gridCol w="6128994">
                  <a:extLst>
                    <a:ext uri="{9D8B030D-6E8A-4147-A177-3AD203B41FA5}">
                      <a16:colId xmlns="" xmlns:a16="http://schemas.microsoft.com/office/drawing/2014/main" val="20001"/>
                    </a:ext>
                  </a:extLst>
                </a:gridCol>
                <a:gridCol w="2337623">
                  <a:extLst>
                    <a:ext uri="{9D8B030D-6E8A-4147-A177-3AD203B41FA5}">
                      <a16:colId xmlns=""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 xmlns:a16="http://schemas.microsoft.com/office/drawing/2014/main" val="10001"/>
                  </a:ext>
                </a:extLst>
              </a:tr>
            </a:tbl>
          </a:graphicData>
        </a:graphic>
      </p:graphicFrame>
      <p:pic>
        <p:nvPicPr>
          <p:cNvPr id="6" name="Picture 5">
            <a:extLst>
              <a:ext uri="{FF2B5EF4-FFF2-40B4-BE49-F238E27FC236}">
                <a16:creationId xmlns=""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160622-988C-2492-9E81-853D838B5BCF}"/>
              </a:ext>
            </a:extLst>
          </p:cNvPr>
          <p:cNvSpPr>
            <a:spLocks noGrp="1"/>
          </p:cNvSpPr>
          <p:nvPr>
            <p:ph type="ctrTitle"/>
          </p:nvPr>
        </p:nvSpPr>
        <p:spPr>
          <a:xfrm>
            <a:off x="-533400" y="1121618"/>
            <a:ext cx="9144000" cy="2387600"/>
          </a:xfrm>
        </p:spPr>
        <p:txBody>
          <a:bodyPr/>
          <a:lstStyle/>
          <a:p>
            <a:r>
              <a:rPr lang="en-IN" sz="6000" b="1" i="0" dirty="0">
                <a:ln w="0"/>
                <a:solidFill>
                  <a:schemeClr val="accent1"/>
                </a:solidFill>
                <a:effectLst>
                  <a:outerShdw blurRad="38100" dist="25400" dir="5400000" algn="ctr" rotWithShape="0">
                    <a:srgbClr val="6E747A">
                      <a:alpha val="43000"/>
                    </a:srgbClr>
                  </a:outerShdw>
                </a:effectLst>
                <a:latin typeface="+mj-lt"/>
              </a:rPr>
              <a:t>Nervous System</a:t>
            </a:r>
            <a:endParaRPr lang="en-IN" b="1" dirty="0">
              <a:ln w="0"/>
              <a:solidFill>
                <a:schemeClr val="accent1"/>
              </a:solidFill>
              <a:effectLst>
                <a:outerShdw blurRad="38100" dist="25400" dir="5400000" algn="ctr" rotWithShape="0">
                  <a:srgbClr val="6E747A">
                    <a:alpha val="43000"/>
                  </a:srgbClr>
                </a:outerShdw>
              </a:effectLst>
            </a:endParaRPr>
          </a:p>
        </p:txBody>
      </p:sp>
      <p:sp>
        <p:nvSpPr>
          <p:cNvPr id="4" name="Slide Number Placeholder 3">
            <a:extLst>
              <a:ext uri="{FF2B5EF4-FFF2-40B4-BE49-F238E27FC236}">
                <a16:creationId xmlns="" xmlns:a16="http://schemas.microsoft.com/office/drawing/2014/main" id="{7AC6B3B8-579E-91F0-588A-C67E03883A1A}"/>
              </a:ext>
            </a:extLst>
          </p:cNvPr>
          <p:cNvSpPr>
            <a:spLocks noGrp="1"/>
          </p:cNvSpPr>
          <p:nvPr>
            <p:ph type="sldNum" sz="quarter" idx="12"/>
          </p:nvPr>
        </p:nvSpPr>
        <p:spPr/>
        <p:txBody>
          <a:bodyPr/>
          <a:lstStyle/>
          <a:p>
            <a:fld id="{BDCDBBEF-AA6C-4BA6-85B2-A17D7F280E38}" type="slidenum">
              <a:rPr lang="en-US" smtClean="0"/>
              <a:pPr/>
              <a:t>4</a:t>
            </a:fld>
            <a:endParaRPr lang="en-US"/>
          </a:p>
        </p:txBody>
      </p:sp>
      <p:pic>
        <p:nvPicPr>
          <p:cNvPr id="5" name="Picture 4"/>
          <p:cNvPicPr>
            <a:picLocks noChangeAspect="1"/>
          </p:cNvPicPr>
          <p:nvPr/>
        </p:nvPicPr>
        <p:blipFill rotWithShape="1">
          <a:blip r:embed="rId2"/>
          <a:srcRect b="7068"/>
          <a:stretch/>
        </p:blipFill>
        <p:spPr>
          <a:xfrm>
            <a:off x="6626086" y="971426"/>
            <a:ext cx="5128592" cy="5075583"/>
          </a:xfrm>
          <a:prstGeom prst="rect">
            <a:avLst/>
          </a:prstGeom>
        </p:spPr>
      </p:pic>
    </p:spTree>
    <p:extLst>
      <p:ext uri="{BB962C8B-B14F-4D97-AF65-F5344CB8AC3E}">
        <p14:creationId xmlns:p14="http://schemas.microsoft.com/office/powerpoint/2010/main" val="34140439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1CAB7B5A-E0FD-4209-90F8-FF2A0FE4EE57}"/>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xmlns="" id="{4842C784-4747-4825-A2D8-C005B07DD612}"/>
              </a:ext>
            </a:extLst>
          </p:cNvPr>
          <p:cNvGraphicFramePr/>
          <p:nvPr>
            <p:extLst/>
          </p:nvPr>
        </p:nvGraphicFramePr>
        <p:xfrm>
          <a:off x="923290" y="297180"/>
          <a:ext cx="10609580" cy="6059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76964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24249" y="370311"/>
            <a:ext cx="10529552" cy="6030937"/>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29720902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11370" y="1"/>
            <a:ext cx="5847007" cy="6356350"/>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6" name="Picture 5">
            <a:extLst>
              <a:ext uri="{FF2B5EF4-FFF2-40B4-BE49-F238E27FC236}">
                <a16:creationId xmlns="" xmlns:a16="http://schemas.microsoft.com/office/drawing/2014/main" id="{24A7E23E-8317-42AD-A6BB-AED57B7BE10C}"/>
              </a:ext>
            </a:extLst>
          </p:cNvPr>
          <p:cNvPicPr>
            <a:picLocks noChangeAspect="1"/>
          </p:cNvPicPr>
          <p:nvPr/>
        </p:nvPicPr>
        <p:blipFill rotWithShape="1">
          <a:blip r:embed="rId3"/>
          <a:srcRect l="12667" r="12832"/>
          <a:stretch/>
        </p:blipFill>
        <p:spPr>
          <a:xfrm>
            <a:off x="6362162" y="-187537"/>
            <a:ext cx="5829837" cy="6731426"/>
          </a:xfrm>
          <a:prstGeom prst="rect">
            <a:avLst/>
          </a:prstGeom>
        </p:spPr>
      </p:pic>
    </p:spTree>
    <p:extLst>
      <p:ext uri="{BB962C8B-B14F-4D97-AF65-F5344CB8AC3E}">
        <p14:creationId xmlns:p14="http://schemas.microsoft.com/office/powerpoint/2010/main" val="24031434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811CCCB8-C554-4980-BB59-EE5C73138D91}"/>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5" name="Picture 2">
            <a:extLst>
              <a:ext uri="{FF2B5EF4-FFF2-40B4-BE49-F238E27FC236}">
                <a16:creationId xmlns="" xmlns:a16="http://schemas.microsoft.com/office/drawing/2014/main" id="{5933FFA2-1A55-4BC5-B33C-356A913A6D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250" y="127320"/>
            <a:ext cx="10854373" cy="6730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1018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5C8349-DFF1-4564-AD52-4DC9B438A058}"/>
              </a:ext>
            </a:extLst>
          </p:cNvPr>
          <p:cNvSpPr>
            <a:spLocks noGrp="1"/>
          </p:cNvSpPr>
          <p:nvPr>
            <p:ph type="title"/>
          </p:nvPr>
        </p:nvSpPr>
        <p:spPr>
          <a:xfrm>
            <a:off x="838200" y="193675"/>
            <a:ext cx="10515600" cy="960755"/>
          </a:xfrm>
        </p:spPr>
        <p:txBody>
          <a:bodyPr>
            <a:normAutofit fontScale="90000"/>
          </a:bodyPr>
          <a:lstStyle/>
          <a:p>
            <a:pPr algn="ctr"/>
            <a:r>
              <a:rPr lang="en-IN" b="1" dirty="0" smtClean="0">
                <a:ln w="12700">
                  <a:solidFill>
                    <a:schemeClr val="accent1"/>
                  </a:solidFill>
                  <a:prstDash val="solid"/>
                </a:ln>
                <a:effectLst>
                  <a:outerShdw dist="38100" dir="2640000" algn="bl" rotWithShape="0">
                    <a:schemeClr val="accent1"/>
                  </a:outerShdw>
                </a:effectLst>
              </a:rPr>
              <a:t>A. Central </a:t>
            </a:r>
            <a:r>
              <a:rPr lang="en-IN" b="1" dirty="0">
                <a:ln w="12700">
                  <a:solidFill>
                    <a:schemeClr val="accent1"/>
                  </a:solidFill>
                  <a:prstDash val="solid"/>
                </a:ln>
                <a:effectLst>
                  <a:outerShdw dist="38100" dir="2640000" algn="bl" rotWithShape="0">
                    <a:schemeClr val="accent1"/>
                  </a:outerShdw>
                </a:effectLst>
              </a:rPr>
              <a:t>Nervous System:</a:t>
            </a:r>
            <a:br>
              <a:rPr lang="en-IN" b="1" dirty="0">
                <a:ln w="12700">
                  <a:solidFill>
                    <a:schemeClr val="accent1"/>
                  </a:solidFill>
                  <a:prstDash val="solid"/>
                </a:ln>
                <a:effectLst>
                  <a:outerShdw dist="38100" dir="2640000" algn="bl" rotWithShape="0">
                    <a:schemeClr val="accent1"/>
                  </a:outerShdw>
                </a:effectLst>
              </a:rPr>
            </a:br>
            <a:r>
              <a:rPr lang="en-IN" sz="3600" dirty="0">
                <a:ln w="0"/>
                <a:solidFill>
                  <a:srgbClr val="FF0000"/>
                </a:solidFill>
                <a:effectLst>
                  <a:outerShdw blurRad="38100" dist="25400" dir="5400000" algn="ctr" rotWithShape="0">
                    <a:srgbClr val="6E747A">
                      <a:alpha val="43000"/>
                    </a:srgbClr>
                  </a:outerShdw>
                </a:effectLst>
              </a:rPr>
              <a:t>Brain and Spinal Cord</a:t>
            </a:r>
            <a:endParaRPr lang="en-IN" dirty="0">
              <a:ln w="12700">
                <a:solidFill>
                  <a:schemeClr val="accent1"/>
                </a:solidFill>
                <a:prstDash val="solid"/>
              </a:ln>
              <a:solidFill>
                <a:srgbClr val="FF0000"/>
              </a:solidFill>
              <a:effectLst>
                <a:outerShdw dist="38100" dir="2640000" algn="bl" rotWithShape="0">
                  <a:schemeClr val="accent1"/>
                </a:outerShdw>
              </a:effectLst>
            </a:endParaRPr>
          </a:p>
        </p:txBody>
      </p:sp>
      <p:sp>
        <p:nvSpPr>
          <p:cNvPr id="3" name="Content Placeholder 2">
            <a:extLst>
              <a:ext uri="{FF2B5EF4-FFF2-40B4-BE49-F238E27FC236}">
                <a16:creationId xmlns="" xmlns:a16="http://schemas.microsoft.com/office/drawing/2014/main" id="{76D6AAF6-6B49-4190-BFC0-ECD8740A3972}"/>
              </a:ext>
            </a:extLst>
          </p:cNvPr>
          <p:cNvSpPr>
            <a:spLocks noGrp="1"/>
          </p:cNvSpPr>
          <p:nvPr>
            <p:ph idx="1"/>
          </p:nvPr>
        </p:nvSpPr>
        <p:spPr>
          <a:xfrm>
            <a:off x="1097280" y="1314450"/>
            <a:ext cx="10256520" cy="5041900"/>
          </a:xfrm>
        </p:spPr>
        <p:txBody>
          <a:bodyPr>
            <a:normAutofit/>
          </a:bodyPr>
          <a:lstStyle/>
          <a:p>
            <a:pPr algn="just"/>
            <a:r>
              <a:rPr lang="en-US" sz="3200" b="0" i="0" dirty="0">
                <a:effectLst/>
              </a:rPr>
              <a:t>The central nervous system (CNS) consists of the brain and spinal cord. </a:t>
            </a:r>
          </a:p>
          <a:p>
            <a:pPr algn="just"/>
            <a:r>
              <a:rPr lang="en-US" sz="3200" b="0" i="0" dirty="0">
                <a:effectLst/>
              </a:rPr>
              <a:t>These are found housed within the </a:t>
            </a:r>
            <a:r>
              <a:rPr lang="en-US" sz="3200" u="sng" dirty="0"/>
              <a:t>skull</a:t>
            </a:r>
            <a:r>
              <a:rPr lang="en-US" sz="3200" b="0" i="0" dirty="0">
                <a:effectLst/>
              </a:rPr>
              <a:t> and </a:t>
            </a:r>
            <a:r>
              <a:rPr lang="en-US" sz="3200" u="sng" dirty="0"/>
              <a:t>vertebral column</a:t>
            </a:r>
            <a:r>
              <a:rPr lang="en-US" sz="3200" b="0" i="0" dirty="0">
                <a:effectLst/>
              </a:rPr>
              <a:t> respectively. </a:t>
            </a:r>
          </a:p>
          <a:p>
            <a:pPr algn="just"/>
            <a:r>
              <a:rPr lang="en-US" sz="3200" dirty="0"/>
              <a:t>Together these parts process the incoming information from peripheral tissues and generate commands; telling the tissues how to respond and function. </a:t>
            </a:r>
          </a:p>
          <a:p>
            <a:pPr algn="just"/>
            <a:r>
              <a:rPr lang="en-US" sz="3200" dirty="0"/>
              <a:t>These commands tackle the most complex voluntary and involuntary human body functions, from breathing to thinking.</a:t>
            </a:r>
            <a:endParaRPr lang="en-IN" sz="3200" dirty="0"/>
          </a:p>
        </p:txBody>
      </p:sp>
      <p:sp>
        <p:nvSpPr>
          <p:cNvPr id="4" name="Slide Number Placeholder 3">
            <a:extLst>
              <a:ext uri="{FF2B5EF4-FFF2-40B4-BE49-F238E27FC236}">
                <a16:creationId xmlns="" xmlns:a16="http://schemas.microsoft.com/office/drawing/2014/main" id="{149FE1E9-FD58-461F-B290-48DAAD6450D7}"/>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33872174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45409E-9A57-4C62-88C5-F3EDB39C4999}"/>
              </a:ext>
            </a:extLst>
          </p:cNvPr>
          <p:cNvSpPr>
            <a:spLocks noGrp="1"/>
          </p:cNvSpPr>
          <p:nvPr>
            <p:ph type="title"/>
          </p:nvPr>
        </p:nvSpPr>
        <p:spPr>
          <a:xfrm>
            <a:off x="838200" y="136525"/>
            <a:ext cx="6477000" cy="869315"/>
          </a:xfrm>
        </p:spPr>
        <p:txBody>
          <a:bodyPr/>
          <a:lstStyle/>
          <a:p>
            <a:pPr algn="ctr"/>
            <a:r>
              <a:rPr lang="en-IN" b="1" dirty="0" smtClean="0">
                <a:ln w="0"/>
                <a:solidFill>
                  <a:schemeClr val="accent1"/>
                </a:solidFill>
                <a:effectLst>
                  <a:outerShdw blurRad="38100" dist="25400" dir="5400000" algn="ctr" rotWithShape="0">
                    <a:srgbClr val="6E747A">
                      <a:alpha val="43000"/>
                    </a:srgbClr>
                  </a:outerShdw>
                </a:effectLst>
              </a:rPr>
              <a:t>1. Brain</a:t>
            </a:r>
            <a:endParaRPr lang="en-IN" b="1" dirty="0">
              <a:ln w="0"/>
              <a:solidFill>
                <a:schemeClr val="accent1"/>
              </a:solidFill>
              <a:effectLst>
                <a:outerShdw blurRad="38100" dist="25400" dir="5400000" algn="ctr" rotWithShape="0">
                  <a:srgbClr val="6E747A">
                    <a:alpha val="43000"/>
                  </a:srgbClr>
                </a:outerShdw>
              </a:effectLst>
            </a:endParaRPr>
          </a:p>
        </p:txBody>
      </p:sp>
      <p:sp>
        <p:nvSpPr>
          <p:cNvPr id="3" name="Content Placeholder 2">
            <a:extLst>
              <a:ext uri="{FF2B5EF4-FFF2-40B4-BE49-F238E27FC236}">
                <a16:creationId xmlns="" xmlns:a16="http://schemas.microsoft.com/office/drawing/2014/main" id="{69F1E506-6BDA-4218-A683-F42C659F65B6}"/>
              </a:ext>
            </a:extLst>
          </p:cNvPr>
          <p:cNvSpPr>
            <a:spLocks noGrp="1"/>
          </p:cNvSpPr>
          <p:nvPr>
            <p:ph idx="1"/>
          </p:nvPr>
        </p:nvSpPr>
        <p:spPr>
          <a:xfrm>
            <a:off x="838200" y="1005840"/>
            <a:ext cx="6591300" cy="5715635"/>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b="1" dirty="0">
                <a:solidFill>
                  <a:srgbClr val="222222"/>
                </a:solidFill>
                <a:latin typeface="-apple-system"/>
              </a:rPr>
              <a:t>B</a:t>
            </a:r>
            <a:r>
              <a:rPr lang="en-US" b="1" i="0" dirty="0">
                <a:solidFill>
                  <a:srgbClr val="222222"/>
                </a:solidFill>
                <a:effectLst/>
                <a:latin typeface="-apple-system"/>
              </a:rPr>
              <a:t>rain</a:t>
            </a:r>
            <a:r>
              <a:rPr lang="en-US" b="0" i="0" dirty="0">
                <a:solidFill>
                  <a:srgbClr val="222222"/>
                </a:solidFill>
                <a:effectLst/>
                <a:latin typeface="-apple-system"/>
              </a:rPr>
              <a:t> is the largest and most complex mass of nervous tissue in the body.</a:t>
            </a:r>
          </a:p>
          <a:p>
            <a:pPr algn="just"/>
            <a:r>
              <a:rPr lang="en-US" dirty="0">
                <a:solidFill>
                  <a:srgbClr val="222222"/>
                </a:solidFill>
                <a:latin typeface="-apple-system"/>
              </a:rPr>
              <a:t>Weighs about 3 pounds in adults</a:t>
            </a:r>
          </a:p>
          <a:p>
            <a:pPr algn="just"/>
            <a:r>
              <a:rPr lang="en-US" b="0" i="0" dirty="0">
                <a:solidFill>
                  <a:srgbClr val="222222"/>
                </a:solidFill>
                <a:effectLst/>
                <a:latin typeface="-apple-system"/>
              </a:rPr>
              <a:t>75% water</a:t>
            </a:r>
          </a:p>
          <a:p>
            <a:pPr algn="just"/>
            <a:r>
              <a:rPr lang="en-US" dirty="0">
                <a:solidFill>
                  <a:srgbClr val="222222"/>
                </a:solidFill>
                <a:latin typeface="-apple-system"/>
              </a:rPr>
              <a:t>20% of oxygen</a:t>
            </a:r>
          </a:p>
          <a:p>
            <a:pPr algn="just"/>
            <a:r>
              <a:rPr lang="en-US" b="0" i="0" dirty="0">
                <a:solidFill>
                  <a:srgbClr val="222222"/>
                </a:solidFill>
                <a:effectLst/>
                <a:latin typeface="-apple-system"/>
              </a:rPr>
              <a:t>Contains over 100 billion neurons</a:t>
            </a:r>
          </a:p>
          <a:p>
            <a:pPr algn="just"/>
            <a:r>
              <a:rPr lang="en-US" b="0" i="0" dirty="0">
                <a:solidFill>
                  <a:srgbClr val="222222"/>
                </a:solidFill>
                <a:effectLst/>
                <a:latin typeface="-apple-system"/>
              </a:rPr>
              <a:t>Controls bodily functions and interactions with the outside world.</a:t>
            </a:r>
          </a:p>
          <a:p>
            <a:pPr marL="0" indent="0" algn="just">
              <a:buNone/>
            </a:pPr>
            <a:endParaRPr lang="en-US" b="0" i="0" dirty="0">
              <a:solidFill>
                <a:srgbClr val="222222"/>
              </a:solidFill>
              <a:effectLst/>
              <a:latin typeface="-apple-system"/>
            </a:endParaRPr>
          </a:p>
          <a:p>
            <a:pPr algn="just"/>
            <a:endParaRPr lang="en-IN" dirty="0"/>
          </a:p>
        </p:txBody>
      </p:sp>
      <p:sp>
        <p:nvSpPr>
          <p:cNvPr id="4" name="Slide Number Placeholder 3">
            <a:extLst>
              <a:ext uri="{FF2B5EF4-FFF2-40B4-BE49-F238E27FC236}">
                <a16:creationId xmlns="" xmlns:a16="http://schemas.microsoft.com/office/drawing/2014/main" id="{A54538DF-37F3-4AA5-B547-E46F02B51600}"/>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6" name="Picture 5">
            <a:extLst>
              <a:ext uri="{FF2B5EF4-FFF2-40B4-BE49-F238E27FC236}">
                <a16:creationId xmlns="" xmlns:a16="http://schemas.microsoft.com/office/drawing/2014/main" id="{EC975D95-D379-4E8C-A5AE-CE82E7FFFA17}"/>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40624" t="44998" r="2051"/>
          <a:stretch/>
        </p:blipFill>
        <p:spPr>
          <a:xfrm>
            <a:off x="7635240" y="3554729"/>
            <a:ext cx="4579620" cy="3303271"/>
          </a:xfrm>
          <a:prstGeom prst="rect">
            <a:avLst/>
          </a:prstGeom>
        </p:spPr>
      </p:pic>
      <p:pic>
        <p:nvPicPr>
          <p:cNvPr id="8" name="Picture 7"/>
          <p:cNvPicPr>
            <a:picLocks noChangeAspect="1"/>
          </p:cNvPicPr>
          <p:nvPr/>
        </p:nvPicPr>
        <p:blipFill rotWithShape="1">
          <a:blip r:embed="rId4"/>
          <a:srcRect b="7068"/>
          <a:stretch/>
        </p:blipFill>
        <p:spPr>
          <a:xfrm>
            <a:off x="7765960" y="571182"/>
            <a:ext cx="4448899" cy="3021010"/>
          </a:xfrm>
          <a:prstGeom prst="rect">
            <a:avLst/>
          </a:prstGeom>
        </p:spPr>
      </p:pic>
    </p:spTree>
    <p:extLst>
      <p:ext uri="{BB962C8B-B14F-4D97-AF65-F5344CB8AC3E}">
        <p14:creationId xmlns:p14="http://schemas.microsoft.com/office/powerpoint/2010/main" val="42444318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Parts of the human brain</a:t>
            </a:r>
            <a:br>
              <a:rPr lang="en-US" b="1" dirty="0"/>
            </a:br>
            <a:endParaRPr lang="en-IN" dirty="0"/>
          </a:p>
        </p:txBody>
      </p:sp>
      <p:sp>
        <p:nvSpPr>
          <p:cNvPr id="3" name="Content Placeholder 2"/>
          <p:cNvSpPr>
            <a:spLocks noGrp="1"/>
          </p:cNvSpPr>
          <p:nvPr>
            <p:ph idx="1"/>
          </p:nvPr>
        </p:nvSpPr>
        <p:spPr/>
        <p:txBody>
          <a:bodyPr/>
          <a:lstStyle/>
          <a:p>
            <a:pPr marL="0" indent="0">
              <a:buNone/>
            </a:pPr>
            <a:r>
              <a:rPr lang="en-US" dirty="0" smtClean="0"/>
              <a:t>The </a:t>
            </a:r>
            <a:r>
              <a:rPr lang="en-US" dirty="0"/>
              <a:t>human brain is made up different parts and compartments, for each of the functions. Take a look at the different parts of the brain.</a:t>
            </a:r>
          </a:p>
          <a:p>
            <a:r>
              <a:rPr lang="en-US" dirty="0"/>
              <a:t>Forebrain</a:t>
            </a:r>
          </a:p>
          <a:p>
            <a:r>
              <a:rPr lang="en-US" dirty="0"/>
              <a:t>Midbrain</a:t>
            </a:r>
          </a:p>
          <a:p>
            <a:r>
              <a:rPr lang="en-US" dirty="0"/>
              <a:t>Hind Brain</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5" name="Picture 4"/>
          <p:cNvPicPr>
            <a:picLocks noChangeAspect="1"/>
          </p:cNvPicPr>
          <p:nvPr/>
        </p:nvPicPr>
        <p:blipFill>
          <a:blip r:embed="rId2"/>
          <a:stretch>
            <a:fillRect/>
          </a:stretch>
        </p:blipFill>
        <p:spPr>
          <a:xfrm>
            <a:off x="6096000" y="2850374"/>
            <a:ext cx="4154653" cy="3019370"/>
          </a:xfrm>
          <a:prstGeom prst="rect">
            <a:avLst/>
          </a:prstGeom>
        </p:spPr>
      </p:pic>
    </p:spTree>
    <p:extLst>
      <p:ext uri="{BB962C8B-B14F-4D97-AF65-F5344CB8AC3E}">
        <p14:creationId xmlns:p14="http://schemas.microsoft.com/office/powerpoint/2010/main" val="11653424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Forebrain</a:t>
            </a:r>
            <a:br>
              <a:rPr lang="en-US" dirty="0"/>
            </a:br>
            <a:endParaRPr lang="en-IN" dirty="0"/>
          </a:p>
        </p:txBody>
      </p:sp>
      <p:sp>
        <p:nvSpPr>
          <p:cNvPr id="3" name="Content Placeholder 2"/>
          <p:cNvSpPr>
            <a:spLocks noGrp="1"/>
          </p:cNvSpPr>
          <p:nvPr>
            <p:ph idx="1"/>
          </p:nvPr>
        </p:nvSpPr>
        <p:spPr>
          <a:xfrm>
            <a:off x="310166" y="1690688"/>
            <a:ext cx="10515600" cy="4351338"/>
          </a:xfrm>
        </p:spPr>
        <p:txBody>
          <a:bodyPr>
            <a:noAutofit/>
          </a:bodyPr>
          <a:lstStyle/>
          <a:p>
            <a:pPr marL="0" indent="0" algn="just">
              <a:buNone/>
            </a:pPr>
            <a:r>
              <a:rPr lang="en-US" sz="3200" dirty="0"/>
              <a:t>It is the main thinking part of the brain and controls the voluntary actions. </a:t>
            </a:r>
            <a:endParaRPr lang="en-US" sz="3200" dirty="0" smtClean="0"/>
          </a:p>
          <a:p>
            <a:pPr marL="0" indent="0" algn="just">
              <a:buNone/>
            </a:pPr>
            <a:r>
              <a:rPr lang="en-US" sz="3200" dirty="0" smtClean="0"/>
              <a:t>The </a:t>
            </a:r>
            <a:r>
              <a:rPr lang="en-US" sz="3200" dirty="0"/>
              <a:t>forebrain processes sensory information that is collected from the various </a:t>
            </a:r>
            <a:r>
              <a:rPr lang="en-US" sz="3200" dirty="0">
                <a:hlinkClick r:id="rId2"/>
              </a:rPr>
              <a:t>sense organs</a:t>
            </a:r>
            <a:r>
              <a:rPr lang="en-US" sz="3200" dirty="0"/>
              <a:t> such as ears, eyes, nose, tongue, skin</a:t>
            </a:r>
            <a:r>
              <a:rPr lang="en-US" sz="3200" dirty="0" smtClean="0"/>
              <a:t>.</a:t>
            </a:r>
          </a:p>
          <a:p>
            <a:pPr marL="0" indent="0" algn="just">
              <a:buNone/>
            </a:pPr>
            <a:r>
              <a:rPr lang="en-US" sz="3200" dirty="0" smtClean="0"/>
              <a:t> </a:t>
            </a:r>
            <a:r>
              <a:rPr lang="en-US" sz="3200" dirty="0"/>
              <a:t>It is because of the presence of forebrain, humans are placed at the highest level in the animal chain.</a:t>
            </a:r>
          </a:p>
          <a:p>
            <a:pPr marL="0" indent="0" algn="just">
              <a:buNone/>
            </a:pPr>
            <a:r>
              <a:rPr lang="en-US" sz="3200" b="1" dirty="0"/>
              <a:t>The forebrain consists of the Cerebrum, Thalamus and Hypothalamus.</a:t>
            </a:r>
          </a:p>
          <a:p>
            <a:pPr marL="0" indent="0" algn="just">
              <a:buNone/>
            </a:pPr>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4"/>
          <p:cNvPicPr>
            <a:picLocks noChangeAspect="1"/>
          </p:cNvPicPr>
          <p:nvPr/>
        </p:nvPicPr>
        <p:blipFill>
          <a:blip r:embed="rId3"/>
          <a:stretch>
            <a:fillRect/>
          </a:stretch>
        </p:blipFill>
        <p:spPr>
          <a:xfrm>
            <a:off x="9355605" y="-392134"/>
            <a:ext cx="2869665" cy="2082822"/>
          </a:xfrm>
          <a:prstGeom prst="rect">
            <a:avLst/>
          </a:prstGeom>
        </p:spPr>
      </p:pic>
    </p:spTree>
    <p:extLst>
      <p:ext uri="{BB962C8B-B14F-4D97-AF65-F5344CB8AC3E}">
        <p14:creationId xmlns:p14="http://schemas.microsoft.com/office/powerpoint/2010/main" val="4788752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169" y="-9552"/>
            <a:ext cx="10515600" cy="1325563"/>
          </a:xfrm>
        </p:spPr>
        <p:txBody>
          <a:bodyPr>
            <a:normAutofit/>
          </a:bodyPr>
          <a:lstStyle/>
          <a:p>
            <a:pPr algn="ctr"/>
            <a:r>
              <a:rPr lang="en-US" b="1" dirty="0"/>
              <a:t>Cerebrum</a:t>
            </a: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6" name="Rectangle 5"/>
          <p:cNvSpPr/>
          <p:nvPr/>
        </p:nvSpPr>
        <p:spPr>
          <a:xfrm>
            <a:off x="735169" y="1033637"/>
            <a:ext cx="11279673" cy="6986528"/>
          </a:xfrm>
          <a:prstGeom prst="rect">
            <a:avLst/>
          </a:prstGeom>
        </p:spPr>
        <p:txBody>
          <a:bodyPr wrap="square">
            <a:spAutoFit/>
          </a:bodyPr>
          <a:lstStyle/>
          <a:p>
            <a:pPr marL="457200" indent="-457200" algn="just">
              <a:buFont typeface="Arial" panose="020B0604020202020204" pitchFamily="34" charset="0"/>
              <a:buChar char="•"/>
            </a:pPr>
            <a:r>
              <a:rPr lang="en-US" sz="3200" dirty="0"/>
              <a:t>The cerebrum is the </a:t>
            </a:r>
            <a:r>
              <a:rPr lang="en-US" sz="3200" b="1" dirty="0"/>
              <a:t>biggest part of the brain</a:t>
            </a:r>
            <a:r>
              <a:rPr lang="en-US" sz="3200" dirty="0"/>
              <a:t>. </a:t>
            </a:r>
            <a:endParaRPr lang="en-US" sz="3200" dirty="0" smtClean="0"/>
          </a:p>
          <a:p>
            <a:pPr marL="457200" indent="-457200" algn="just">
              <a:buFont typeface="Arial" panose="020B0604020202020204" pitchFamily="34" charset="0"/>
              <a:buChar char="•"/>
            </a:pPr>
            <a:r>
              <a:rPr lang="en-US" sz="3200" dirty="0" smtClean="0"/>
              <a:t>This </a:t>
            </a:r>
            <a:r>
              <a:rPr lang="en-US" sz="3200" dirty="0"/>
              <a:t>part we associate with higher brain functions such as thinking </a:t>
            </a:r>
            <a:r>
              <a:rPr lang="en-US" sz="3200" dirty="0" smtClean="0"/>
              <a:t>and action.</a:t>
            </a:r>
          </a:p>
          <a:p>
            <a:pPr marL="457200" indent="-457200">
              <a:buFont typeface="Arial" panose="020B0604020202020204" pitchFamily="34" charset="0"/>
              <a:buChar char="•"/>
            </a:pPr>
            <a:r>
              <a:rPr lang="en-US" sz="3200" dirty="0"/>
              <a:t>The cerebrum is divided into two halves by a deep furrow. These halves are the left and right hemispheres.  Each side functions slightly different from the other, even though they are symmetrical. So the right hemisphere links to </a:t>
            </a:r>
            <a:r>
              <a:rPr lang="en-US" sz="3200" b="1" dirty="0"/>
              <a:t>creativity </a:t>
            </a:r>
            <a:r>
              <a:rPr lang="en-US" sz="3200" dirty="0"/>
              <a:t>whereas the </a:t>
            </a:r>
            <a:r>
              <a:rPr lang="en-US" sz="3200" b="1" dirty="0"/>
              <a:t>left hemisphere </a:t>
            </a:r>
            <a:r>
              <a:rPr lang="en-US" sz="3200" dirty="0"/>
              <a:t>relates to </a:t>
            </a:r>
            <a:r>
              <a:rPr lang="en-US" sz="3200" b="1" dirty="0"/>
              <a:t>logic abilities</a:t>
            </a:r>
            <a:r>
              <a:rPr lang="en-US" sz="3200" dirty="0"/>
              <a:t>. And </a:t>
            </a:r>
            <a:r>
              <a:rPr lang="en-US" sz="3200" b="1" dirty="0"/>
              <a:t>Corpus callosum </a:t>
            </a:r>
            <a:r>
              <a:rPr lang="en-US" sz="3200" dirty="0"/>
              <a:t>connects the two hemispheres.</a:t>
            </a:r>
          </a:p>
          <a:p>
            <a:pPr marL="457200" indent="-457200">
              <a:buFont typeface="Arial" panose="020B0604020202020204" pitchFamily="34" charset="0"/>
              <a:buChar char="•"/>
            </a:pPr>
            <a:r>
              <a:rPr lang="en-US" sz="3200" dirty="0"/>
              <a:t>It is divided into four sections, called “lobes”. They are; the frontal lobe, the parietal lobe, the occipital lobe and the temporal lobe</a:t>
            </a:r>
          </a:p>
          <a:p>
            <a:pPr algn="just"/>
            <a:r>
              <a:rPr lang="en-US" sz="3200" b="1" dirty="0"/>
              <a:t> </a:t>
            </a:r>
            <a:br>
              <a:rPr lang="en-US" sz="3200" b="1" dirty="0"/>
            </a:br>
            <a:endParaRPr lang="en-IN" sz="3200" b="1" dirty="0"/>
          </a:p>
        </p:txBody>
      </p:sp>
    </p:spTree>
    <p:extLst>
      <p:ext uri="{BB962C8B-B14F-4D97-AF65-F5344CB8AC3E}">
        <p14:creationId xmlns:p14="http://schemas.microsoft.com/office/powerpoint/2010/main" val="17190657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pic>
        <p:nvPicPr>
          <p:cNvPr id="5" name="Content Placeholder 5" descr="3.png"/>
          <p:cNvPicPr>
            <a:picLocks noGrp="1" noChangeAspect="1"/>
          </p:cNvPicPr>
          <p:nvPr>
            <p:ph idx="1"/>
          </p:nvPr>
        </p:nvPicPr>
        <p:blipFill>
          <a:blip r:embed="rId2"/>
          <a:stretch>
            <a:fillRect/>
          </a:stretch>
        </p:blipFill>
        <p:spPr>
          <a:xfrm>
            <a:off x="190618" y="360607"/>
            <a:ext cx="6300333" cy="6360867"/>
          </a:xfrm>
        </p:spPr>
      </p:pic>
      <p:pic>
        <p:nvPicPr>
          <p:cNvPr id="2" name="Picture 1"/>
          <p:cNvPicPr>
            <a:picLocks noChangeAspect="1"/>
          </p:cNvPicPr>
          <p:nvPr/>
        </p:nvPicPr>
        <p:blipFill>
          <a:blip r:embed="rId3"/>
          <a:stretch>
            <a:fillRect/>
          </a:stretch>
        </p:blipFill>
        <p:spPr>
          <a:xfrm>
            <a:off x="6611755" y="360607"/>
            <a:ext cx="5211051" cy="6360867"/>
          </a:xfrm>
          <a:prstGeom prst="rect">
            <a:avLst/>
          </a:prstGeom>
        </p:spPr>
      </p:pic>
    </p:spTree>
    <p:extLst>
      <p:ext uri="{BB962C8B-B14F-4D97-AF65-F5344CB8AC3E}">
        <p14:creationId xmlns:p14="http://schemas.microsoft.com/office/powerpoint/2010/main" val="2087563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lstStyle/>
          <a:p>
            <a:pPr algn="ctr"/>
            <a:r>
              <a:rPr lang="en-US" dirty="0"/>
              <a:t>Frontal Lobe</a:t>
            </a:r>
            <a:endParaRPr lang="en-IN" dirty="0"/>
          </a:p>
        </p:txBody>
      </p:sp>
      <p:sp>
        <p:nvSpPr>
          <p:cNvPr id="3" name="Content Placeholder 2"/>
          <p:cNvSpPr>
            <a:spLocks noGrp="1"/>
          </p:cNvSpPr>
          <p:nvPr>
            <p:ph idx="1"/>
          </p:nvPr>
        </p:nvSpPr>
        <p:spPr>
          <a:xfrm>
            <a:off x="593502" y="1822450"/>
            <a:ext cx="4918656" cy="4794116"/>
          </a:xfrm>
        </p:spPr>
        <p:txBody>
          <a:bodyPr>
            <a:normAutofit fontScale="92500" lnSpcReduction="10000"/>
          </a:bodyPr>
          <a:lstStyle/>
          <a:p>
            <a:pPr marL="0" indent="0" algn="just">
              <a:buNone/>
            </a:pPr>
            <a:r>
              <a:rPr lang="en-US" sz="3500" dirty="0" smtClean="0"/>
              <a:t>The </a:t>
            </a:r>
            <a:r>
              <a:rPr lang="en-US" sz="3500" dirty="0"/>
              <a:t>frontal lobe lies just beneath our forehead and is associated with our brain’s ability to reason, organize, plan, speak, move, make facial expressions, serial task, problem solve, control inhibition, initiate and self-regulate behaviors, pay attention, remember and control emotions.</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5" name="Picture 4"/>
          <p:cNvPicPr>
            <a:picLocks noChangeAspect="1"/>
          </p:cNvPicPr>
          <p:nvPr/>
        </p:nvPicPr>
        <p:blipFill>
          <a:blip r:embed="rId2"/>
          <a:stretch>
            <a:fillRect/>
          </a:stretch>
        </p:blipFill>
        <p:spPr>
          <a:xfrm>
            <a:off x="5911403" y="1825625"/>
            <a:ext cx="5442397" cy="4530725"/>
          </a:xfrm>
          <a:prstGeom prst="rect">
            <a:avLst/>
          </a:prstGeom>
        </p:spPr>
      </p:pic>
    </p:spTree>
    <p:extLst>
      <p:ext uri="{BB962C8B-B14F-4D97-AF65-F5344CB8AC3E}">
        <p14:creationId xmlns:p14="http://schemas.microsoft.com/office/powerpoint/2010/main" val="25864541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477"/>
            <a:ext cx="10515600" cy="1325563"/>
          </a:xfrm>
        </p:spPr>
        <p:txBody>
          <a:bodyPr/>
          <a:lstStyle/>
          <a:p>
            <a:pPr algn="ctr"/>
            <a:r>
              <a:rPr lang="en-US" b="1" dirty="0"/>
              <a:t>Parietal Lobe</a:t>
            </a:r>
            <a:endParaRPr lang="en-IN" b="1" dirty="0"/>
          </a:p>
        </p:txBody>
      </p:sp>
      <p:sp>
        <p:nvSpPr>
          <p:cNvPr id="3" name="Content Placeholder 2"/>
          <p:cNvSpPr>
            <a:spLocks noGrp="1"/>
          </p:cNvSpPr>
          <p:nvPr>
            <p:ph idx="1"/>
          </p:nvPr>
        </p:nvSpPr>
        <p:spPr>
          <a:xfrm>
            <a:off x="400317" y="1198887"/>
            <a:ext cx="7777768" cy="4351338"/>
          </a:xfrm>
        </p:spPr>
        <p:txBody>
          <a:bodyPr>
            <a:noAutofit/>
          </a:bodyPr>
          <a:lstStyle/>
          <a:p>
            <a:pPr algn="just"/>
            <a:r>
              <a:rPr lang="en-US" dirty="0" smtClean="0"/>
              <a:t>The </a:t>
            </a:r>
            <a:r>
              <a:rPr lang="en-US" dirty="0"/>
              <a:t>parietal lobe is located at the upper rear of our brain, and controls our complex behaviors, including senses such as vision, touch, body awareness and spatial orientation. </a:t>
            </a:r>
            <a:endParaRPr lang="en-US" dirty="0" smtClean="0"/>
          </a:p>
          <a:p>
            <a:pPr algn="just"/>
            <a:r>
              <a:rPr lang="en-US" dirty="0" smtClean="0"/>
              <a:t>It </a:t>
            </a:r>
            <a:r>
              <a:rPr lang="en-US" dirty="0"/>
              <a:t>plays important roles in integrating sensory information from various parts of our body, knowledge of numbers and their relations, and in the manipulation of objects. </a:t>
            </a:r>
            <a:endParaRPr lang="en-US" dirty="0" smtClean="0"/>
          </a:p>
          <a:p>
            <a:pPr algn="just"/>
            <a:r>
              <a:rPr lang="en-US" dirty="0" smtClean="0"/>
              <a:t>Portions </a:t>
            </a:r>
            <a:r>
              <a:rPr lang="en-US" dirty="0"/>
              <a:t>are involved with our visuospatial processing, language comprehension, the ability to construct, body positioning and movement, left-right differentiation and self-awareness.</a:t>
            </a:r>
          </a:p>
          <a:p>
            <a:pPr algn="just"/>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5" name="Picture 4"/>
          <p:cNvPicPr>
            <a:picLocks noChangeAspect="1"/>
          </p:cNvPicPr>
          <p:nvPr/>
        </p:nvPicPr>
        <p:blipFill>
          <a:blip r:embed="rId2"/>
          <a:stretch>
            <a:fillRect/>
          </a:stretch>
        </p:blipFill>
        <p:spPr>
          <a:xfrm>
            <a:off x="8178085" y="1367040"/>
            <a:ext cx="3868338" cy="4467090"/>
          </a:xfrm>
          <a:prstGeom prst="rect">
            <a:avLst/>
          </a:prstGeom>
        </p:spPr>
      </p:pic>
    </p:spTree>
    <p:extLst>
      <p:ext uri="{BB962C8B-B14F-4D97-AF65-F5344CB8AC3E}">
        <p14:creationId xmlns:p14="http://schemas.microsoft.com/office/powerpoint/2010/main" val="41251087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8"/>
            <a:ext cx="10515600" cy="1325563"/>
          </a:xfrm>
        </p:spPr>
        <p:txBody>
          <a:bodyPr/>
          <a:lstStyle/>
          <a:p>
            <a:r>
              <a:rPr lang="en-US" dirty="0"/>
              <a:t>Occipital Lobe</a:t>
            </a:r>
            <a:endParaRPr lang="en-IN" dirty="0"/>
          </a:p>
        </p:txBody>
      </p:sp>
      <p:sp>
        <p:nvSpPr>
          <p:cNvPr id="3" name="Content Placeholder 2"/>
          <p:cNvSpPr>
            <a:spLocks noGrp="1"/>
          </p:cNvSpPr>
          <p:nvPr>
            <p:ph idx="1"/>
          </p:nvPr>
        </p:nvSpPr>
        <p:spPr>
          <a:xfrm>
            <a:off x="735169" y="1268301"/>
            <a:ext cx="4622442" cy="4351338"/>
          </a:xfrm>
        </p:spPr>
        <p:txBody>
          <a:bodyPr>
            <a:noAutofit/>
          </a:bodyPr>
          <a:lstStyle/>
          <a:p>
            <a:pPr marL="0" indent="0" algn="just">
              <a:buNone/>
            </a:pPr>
            <a:r>
              <a:rPr lang="en-US" sz="3200" dirty="0" smtClean="0"/>
              <a:t>The </a:t>
            </a:r>
            <a:r>
              <a:rPr lang="en-US" sz="3200" dirty="0"/>
              <a:t>occipital lobe is located at the back of our brain, and is associated with our visual processing, such as visual recognition, visual attention, spatial analysis (moving in a 3-D world) and visual perception of body language; such as postures, expressions and gestures.</a:t>
            </a:r>
          </a:p>
          <a:p>
            <a:pPr algn="just"/>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6" name="Picture 5"/>
          <p:cNvPicPr>
            <a:picLocks noChangeAspect="1"/>
          </p:cNvPicPr>
          <p:nvPr/>
        </p:nvPicPr>
        <p:blipFill>
          <a:blip r:embed="rId2"/>
          <a:stretch>
            <a:fillRect/>
          </a:stretch>
        </p:blipFill>
        <p:spPr>
          <a:xfrm>
            <a:off x="5888500" y="1420231"/>
            <a:ext cx="5444200" cy="4535817"/>
          </a:xfrm>
          <a:prstGeom prst="rect">
            <a:avLst/>
          </a:prstGeom>
        </p:spPr>
      </p:pic>
    </p:spTree>
    <p:extLst>
      <p:ext uri="{BB962C8B-B14F-4D97-AF65-F5344CB8AC3E}">
        <p14:creationId xmlns:p14="http://schemas.microsoft.com/office/powerpoint/2010/main" val="25766180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Temporal Lobe</a:t>
            </a:r>
            <a:endParaRPr lang="en-IN" dirty="0"/>
          </a:p>
        </p:txBody>
      </p:sp>
      <p:sp>
        <p:nvSpPr>
          <p:cNvPr id="3" name="Content Placeholder 2"/>
          <p:cNvSpPr>
            <a:spLocks noGrp="1"/>
          </p:cNvSpPr>
          <p:nvPr>
            <p:ph idx="1"/>
          </p:nvPr>
        </p:nvSpPr>
        <p:spPr>
          <a:xfrm>
            <a:off x="709413" y="1588962"/>
            <a:ext cx="5909600" cy="4966383"/>
          </a:xfrm>
        </p:spPr>
        <p:txBody>
          <a:bodyPr>
            <a:normAutofit fontScale="92500" lnSpcReduction="10000"/>
          </a:bodyPr>
          <a:lstStyle/>
          <a:p>
            <a:pPr marL="0" indent="0" algn="just">
              <a:buNone/>
            </a:pPr>
            <a:r>
              <a:rPr lang="en-US" sz="3200" dirty="0" smtClean="0"/>
              <a:t>The </a:t>
            </a:r>
            <a:r>
              <a:rPr lang="en-US" sz="3200" dirty="0"/>
              <a:t>temporal lobe is located near our ears, and is associated with processing our perception and recognition of auditory stimuli (including our ability to focus on one sound among many, like listening to one voice among many at a party), comprehending spoken language, verbal memory, visual memory and language production (including fluency and word-finding), general knowledge and autobiographical memories.</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5" name="Picture 4"/>
          <p:cNvPicPr>
            <a:picLocks noChangeAspect="1"/>
          </p:cNvPicPr>
          <p:nvPr/>
        </p:nvPicPr>
        <p:blipFill>
          <a:blip r:embed="rId2"/>
          <a:stretch>
            <a:fillRect/>
          </a:stretch>
        </p:blipFill>
        <p:spPr>
          <a:xfrm>
            <a:off x="6747800" y="1690687"/>
            <a:ext cx="5444200" cy="4491171"/>
          </a:xfrm>
          <a:prstGeom prst="rect">
            <a:avLst/>
          </a:prstGeom>
        </p:spPr>
      </p:pic>
    </p:spTree>
    <p:extLst>
      <p:ext uri="{BB962C8B-B14F-4D97-AF65-F5344CB8AC3E}">
        <p14:creationId xmlns:p14="http://schemas.microsoft.com/office/powerpoint/2010/main" val="26915440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Thalamus and hypothalamus </a:t>
            </a:r>
            <a:endParaRPr lang="en-IN" b="1" dirty="0"/>
          </a:p>
        </p:txBody>
      </p:sp>
      <p:sp>
        <p:nvSpPr>
          <p:cNvPr id="3" name="Content Placeholder 2"/>
          <p:cNvSpPr>
            <a:spLocks noGrp="1"/>
          </p:cNvSpPr>
          <p:nvPr>
            <p:ph idx="1"/>
          </p:nvPr>
        </p:nvSpPr>
        <p:spPr>
          <a:xfrm>
            <a:off x="838200" y="1532586"/>
            <a:ext cx="10515600" cy="4644377"/>
          </a:xfrm>
        </p:spPr>
        <p:txBody>
          <a:bodyPr>
            <a:normAutofit fontScale="92500" lnSpcReduction="20000"/>
          </a:bodyPr>
          <a:lstStyle/>
          <a:p>
            <a:pPr marL="0" indent="0" algn="just">
              <a:buNone/>
            </a:pPr>
            <a:r>
              <a:rPr lang="en-US" sz="3000" b="1" dirty="0"/>
              <a:t>Thalamus </a:t>
            </a:r>
            <a:r>
              <a:rPr lang="en-US" sz="3000" dirty="0"/>
              <a:t>– the primary role of the thalamus is to relay sensory information from other parts of the brain to the cerebral </a:t>
            </a:r>
            <a:r>
              <a:rPr lang="en-US" sz="3000" dirty="0" smtClean="0"/>
              <a:t>cortex</a:t>
            </a:r>
            <a:r>
              <a:rPr lang="en-US" dirty="0" smtClean="0"/>
              <a:t>.</a:t>
            </a:r>
            <a:endParaRPr lang="en-US" dirty="0"/>
          </a:p>
          <a:p>
            <a:pPr marL="0" indent="0" algn="just">
              <a:buNone/>
            </a:pPr>
            <a:r>
              <a:rPr lang="en-US" sz="3000" b="1" dirty="0"/>
              <a:t>The hypothalamus </a:t>
            </a:r>
            <a:r>
              <a:rPr lang="en-US" sz="3000" dirty="0"/>
              <a:t>is a small region of the brain. It’s located at the base of the brain, near the pituitary gland</a:t>
            </a:r>
            <a:r>
              <a:rPr lang="en-US" sz="3000" dirty="0" smtClean="0"/>
              <a:t>. While </a:t>
            </a:r>
            <a:r>
              <a:rPr lang="en-US" sz="3000" dirty="0"/>
              <a:t>it’s very small, the hypothalamus plays a crucial role in many important functions, including:</a:t>
            </a:r>
          </a:p>
          <a:p>
            <a:pPr algn="just"/>
            <a:r>
              <a:rPr lang="en-US" sz="3000" dirty="0"/>
              <a:t>releasing hormones</a:t>
            </a:r>
          </a:p>
          <a:p>
            <a:pPr algn="just"/>
            <a:r>
              <a:rPr lang="en-US" sz="3000" dirty="0"/>
              <a:t>regulating body temperature</a:t>
            </a:r>
          </a:p>
          <a:p>
            <a:pPr algn="just"/>
            <a:r>
              <a:rPr lang="en-US" sz="3000" dirty="0"/>
              <a:t>maintaining daily physiological cycles</a:t>
            </a:r>
          </a:p>
          <a:p>
            <a:pPr algn="just"/>
            <a:r>
              <a:rPr lang="en-US" sz="3000" dirty="0"/>
              <a:t>controlling appetite</a:t>
            </a:r>
          </a:p>
          <a:p>
            <a:pPr algn="just"/>
            <a:r>
              <a:rPr lang="en-US" sz="3000" dirty="0"/>
              <a:t>managing of sexual behavior</a:t>
            </a:r>
          </a:p>
          <a:p>
            <a:pPr algn="just"/>
            <a:r>
              <a:rPr lang="en-US" sz="3000" dirty="0"/>
              <a:t>regulating emotional responses</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38995481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Mid Brain</a:t>
            </a:r>
            <a:br>
              <a:rPr lang="en-US" b="1" dirty="0"/>
            </a:br>
            <a:endParaRPr lang="en-IN" b="1" dirty="0"/>
          </a:p>
        </p:txBody>
      </p:sp>
      <p:sp>
        <p:nvSpPr>
          <p:cNvPr id="3" name="Content Placeholder 2"/>
          <p:cNvSpPr>
            <a:spLocks noGrp="1"/>
          </p:cNvSpPr>
          <p:nvPr>
            <p:ph idx="1"/>
          </p:nvPr>
        </p:nvSpPr>
        <p:spPr>
          <a:xfrm>
            <a:off x="838200" y="1825625"/>
            <a:ext cx="5794420" cy="4351338"/>
          </a:xfrm>
        </p:spPr>
        <p:txBody>
          <a:bodyPr>
            <a:normAutofit/>
          </a:bodyPr>
          <a:lstStyle/>
          <a:p>
            <a:pPr marL="0" indent="0" algn="just">
              <a:buNone/>
            </a:pPr>
            <a:r>
              <a:rPr lang="en-US" sz="3600" dirty="0"/>
              <a:t>The midbrain connects the forebrain and the hindbrain. It acts as a bridge and transmits signals from hindbrain and forebrain. It is associated with motor control, vision, hearing, temperature regulation, alertness.</a:t>
            </a:r>
          </a:p>
          <a:p>
            <a:pPr algn="just"/>
            <a:endParaRPr lang="en-IN" sz="3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pic>
        <p:nvPicPr>
          <p:cNvPr id="5" name="Picture 4"/>
          <p:cNvPicPr>
            <a:picLocks noChangeAspect="1"/>
          </p:cNvPicPr>
          <p:nvPr/>
        </p:nvPicPr>
        <p:blipFill>
          <a:blip r:embed="rId2"/>
          <a:stretch>
            <a:fillRect/>
          </a:stretch>
        </p:blipFill>
        <p:spPr>
          <a:xfrm>
            <a:off x="6632620" y="1825625"/>
            <a:ext cx="4157832" cy="3017782"/>
          </a:xfrm>
          <a:prstGeom prst="rect">
            <a:avLst/>
          </a:prstGeom>
        </p:spPr>
      </p:pic>
    </p:spTree>
    <p:extLst>
      <p:ext uri="{BB962C8B-B14F-4D97-AF65-F5344CB8AC3E}">
        <p14:creationId xmlns:p14="http://schemas.microsoft.com/office/powerpoint/2010/main" val="35617548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Hind Brain</a:t>
            </a:r>
            <a:br>
              <a:rPr lang="en-US" dirty="0"/>
            </a:br>
            <a:endParaRPr lang="en-IN" dirty="0"/>
          </a:p>
        </p:txBody>
      </p:sp>
      <p:sp>
        <p:nvSpPr>
          <p:cNvPr id="3" name="Content Placeholder 2"/>
          <p:cNvSpPr>
            <a:spLocks noGrp="1"/>
          </p:cNvSpPr>
          <p:nvPr>
            <p:ph idx="1"/>
          </p:nvPr>
        </p:nvSpPr>
        <p:spPr/>
        <p:txBody>
          <a:bodyPr>
            <a:normAutofit/>
          </a:bodyPr>
          <a:lstStyle/>
          <a:p>
            <a:r>
              <a:rPr lang="en-US" sz="3200" dirty="0"/>
              <a:t>It is the control </a:t>
            </a:r>
            <a:r>
              <a:rPr lang="en-US" sz="3200" dirty="0" err="1"/>
              <a:t>centre</a:t>
            </a:r>
            <a:r>
              <a:rPr lang="en-US" sz="3200" dirty="0"/>
              <a:t> for visceral function</a:t>
            </a:r>
            <a:r>
              <a:rPr lang="en-US" sz="3200" dirty="0" smtClean="0"/>
              <a:t>. As </a:t>
            </a:r>
            <a:r>
              <a:rPr lang="en-US" sz="3200" dirty="0"/>
              <a:t>a result, this part of the brain plays a role in controlling the heart rate, breathing, blood pressure, sleep and waking up functions etc.  </a:t>
            </a:r>
            <a:endParaRPr lang="en-US" sz="3200" dirty="0" smtClean="0"/>
          </a:p>
          <a:p>
            <a:pPr marL="0" indent="0">
              <a:buNone/>
            </a:pPr>
            <a:r>
              <a:rPr lang="en-US" sz="3200" dirty="0" smtClean="0"/>
              <a:t>The </a:t>
            </a:r>
            <a:r>
              <a:rPr lang="en-US" sz="3200" dirty="0"/>
              <a:t>hindbrain has three parts, namely – </a:t>
            </a:r>
            <a:endParaRPr lang="en-US" sz="3200" dirty="0" smtClean="0"/>
          </a:p>
          <a:p>
            <a:r>
              <a:rPr lang="en-US" sz="3200" dirty="0"/>
              <a:t>cerebellum</a:t>
            </a:r>
            <a:r>
              <a:rPr lang="en-US" sz="3200" dirty="0" smtClean="0"/>
              <a:t>.</a:t>
            </a:r>
          </a:p>
          <a:p>
            <a:r>
              <a:rPr lang="en-US" sz="3200" dirty="0" smtClean="0"/>
              <a:t>medulla </a:t>
            </a:r>
            <a:r>
              <a:rPr lang="en-US" sz="3200" dirty="0"/>
              <a:t>oblongata, </a:t>
            </a:r>
            <a:endParaRPr lang="en-US" sz="3200" dirty="0" smtClean="0"/>
          </a:p>
          <a:p>
            <a:r>
              <a:rPr lang="en-US" sz="3200" dirty="0" smtClean="0"/>
              <a:t>pons </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29922880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t>
            </a:r>
            <a:r>
              <a:rPr lang="en-US" b="1" dirty="0" smtClean="0"/>
              <a:t>erebellum</a:t>
            </a:r>
            <a:endParaRPr lang="en-IN" b="1" dirty="0"/>
          </a:p>
        </p:txBody>
      </p:sp>
      <p:sp>
        <p:nvSpPr>
          <p:cNvPr id="3" name="Content Placeholder 2"/>
          <p:cNvSpPr>
            <a:spLocks noGrp="1"/>
          </p:cNvSpPr>
          <p:nvPr>
            <p:ph idx="1"/>
          </p:nvPr>
        </p:nvSpPr>
        <p:spPr>
          <a:xfrm>
            <a:off x="735169" y="1568047"/>
            <a:ext cx="6193665" cy="4351338"/>
          </a:xfrm>
        </p:spPr>
        <p:txBody>
          <a:bodyPr>
            <a:noAutofit/>
          </a:bodyPr>
          <a:lstStyle/>
          <a:p>
            <a:pPr algn="just"/>
            <a:r>
              <a:rPr lang="en-US" sz="3600" dirty="0"/>
              <a:t>The cerebellum is responsible for maintaining equilibrium, transfer of information, fine adjustments to motor actions, coordinating eye movements etc. </a:t>
            </a:r>
            <a:r>
              <a:rPr lang="en-US" sz="3600" dirty="0" smtClean="0"/>
              <a:t>Coordination </a:t>
            </a:r>
            <a:r>
              <a:rPr lang="en-US" sz="3600" dirty="0"/>
              <a:t>and body balance, posture during walking, riding, standing, swimming, running, are all maintained by the cerebellum.</a:t>
            </a:r>
          </a:p>
          <a:p>
            <a:pPr algn="just"/>
            <a:endParaRPr lang="en-IN" sz="3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pic>
        <p:nvPicPr>
          <p:cNvPr id="5" name="Picture 4"/>
          <p:cNvPicPr>
            <a:picLocks noChangeAspect="1"/>
          </p:cNvPicPr>
          <p:nvPr/>
        </p:nvPicPr>
        <p:blipFill>
          <a:blip r:embed="rId2"/>
          <a:stretch>
            <a:fillRect/>
          </a:stretch>
        </p:blipFill>
        <p:spPr>
          <a:xfrm>
            <a:off x="7031865" y="1690688"/>
            <a:ext cx="4612831" cy="4787385"/>
          </a:xfrm>
          <a:prstGeom prst="rect">
            <a:avLst/>
          </a:prstGeom>
        </p:spPr>
      </p:pic>
    </p:spTree>
    <p:extLst>
      <p:ext uri="{BB962C8B-B14F-4D97-AF65-F5344CB8AC3E}">
        <p14:creationId xmlns:p14="http://schemas.microsoft.com/office/powerpoint/2010/main" val="13971790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Medulla </a:t>
            </a:r>
            <a:r>
              <a:rPr lang="en-US" dirty="0"/>
              <a:t> </a:t>
            </a:r>
            <a:r>
              <a:rPr lang="en-US" b="1" dirty="0" smtClean="0"/>
              <a:t>oblongata</a:t>
            </a:r>
            <a:endParaRPr lang="en-IN" b="1" dirty="0"/>
          </a:p>
        </p:txBody>
      </p:sp>
      <p:sp>
        <p:nvSpPr>
          <p:cNvPr id="3" name="Content Placeholder 2"/>
          <p:cNvSpPr>
            <a:spLocks noGrp="1"/>
          </p:cNvSpPr>
          <p:nvPr>
            <p:ph idx="1"/>
          </p:nvPr>
        </p:nvSpPr>
        <p:spPr>
          <a:xfrm>
            <a:off x="670776" y="1690688"/>
            <a:ext cx="6074050" cy="5030786"/>
          </a:xfrm>
        </p:spPr>
        <p:txBody>
          <a:bodyPr>
            <a:normAutofit/>
          </a:bodyPr>
          <a:lstStyle/>
          <a:p>
            <a:pPr marL="0" indent="0" algn="just">
              <a:buNone/>
            </a:pPr>
            <a:r>
              <a:rPr lang="en-US" sz="3600" dirty="0" smtClean="0"/>
              <a:t>The </a:t>
            </a:r>
            <a:r>
              <a:rPr lang="en-US" sz="3600" dirty="0"/>
              <a:t>primary role of the medulla is regulating our involuntary life sustaining functions such as breathing, swallowing and heart rate. As part of the brain stem, it also helps transfer neural messages to and from the brain and spinal cord. It is located at the junction of the spinal cord and brain.</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pic>
        <p:nvPicPr>
          <p:cNvPr id="5" name="Picture 4"/>
          <p:cNvPicPr>
            <a:picLocks noChangeAspect="1"/>
          </p:cNvPicPr>
          <p:nvPr/>
        </p:nvPicPr>
        <p:blipFill>
          <a:blip r:embed="rId2"/>
          <a:stretch>
            <a:fillRect/>
          </a:stretch>
        </p:blipFill>
        <p:spPr>
          <a:xfrm>
            <a:off x="7096259" y="1690688"/>
            <a:ext cx="4608975" cy="4665662"/>
          </a:xfrm>
          <a:prstGeom prst="rect">
            <a:avLst/>
          </a:prstGeom>
        </p:spPr>
      </p:pic>
    </p:spTree>
    <p:extLst>
      <p:ext uri="{BB962C8B-B14F-4D97-AF65-F5344CB8AC3E}">
        <p14:creationId xmlns:p14="http://schemas.microsoft.com/office/powerpoint/2010/main" val="33354020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Pons </a:t>
            </a:r>
            <a:endParaRPr lang="en-IN" b="1" dirty="0"/>
          </a:p>
        </p:txBody>
      </p:sp>
      <p:sp>
        <p:nvSpPr>
          <p:cNvPr id="3" name="Content Placeholder 2"/>
          <p:cNvSpPr>
            <a:spLocks noGrp="1"/>
          </p:cNvSpPr>
          <p:nvPr>
            <p:ph idx="1"/>
          </p:nvPr>
        </p:nvSpPr>
        <p:spPr>
          <a:xfrm>
            <a:off x="473887" y="1690688"/>
            <a:ext cx="6270938" cy="4486275"/>
          </a:xfrm>
        </p:spPr>
        <p:txBody>
          <a:bodyPr>
            <a:noAutofit/>
          </a:bodyPr>
          <a:lstStyle/>
          <a:p>
            <a:pPr marL="0" indent="0" algn="just">
              <a:buNone/>
            </a:pPr>
            <a:r>
              <a:rPr lang="en-US" sz="3200" dirty="0" smtClean="0"/>
              <a:t>The </a:t>
            </a:r>
            <a:r>
              <a:rPr lang="en-US" sz="3200" dirty="0"/>
              <a:t>primary role of the pons is to serve as a bridge between various parts of the nervous system, including the cerebellum and cerebrum. </a:t>
            </a:r>
            <a:r>
              <a:rPr lang="en-US" sz="3200" dirty="0" smtClean="0"/>
              <a:t>Many </a:t>
            </a:r>
            <a:r>
              <a:rPr lang="en-US" sz="3200" dirty="0"/>
              <a:t>important nerves that originate in the pons, such as the trigeminal nerve, responsible for feeling in the face, as well as controlling the muscles that are responsible for biting, chewing, and swallowing.</a:t>
            </a:r>
          </a:p>
          <a:p>
            <a:pPr marL="0" indent="0" algn="just">
              <a:buNone/>
            </a:pPr>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pic>
        <p:nvPicPr>
          <p:cNvPr id="5" name="Picture 4"/>
          <p:cNvPicPr>
            <a:picLocks noChangeAspect="1"/>
          </p:cNvPicPr>
          <p:nvPr/>
        </p:nvPicPr>
        <p:blipFill>
          <a:blip r:embed="rId2"/>
          <a:stretch>
            <a:fillRect/>
          </a:stretch>
        </p:blipFill>
        <p:spPr>
          <a:xfrm>
            <a:off x="7109138" y="1690688"/>
            <a:ext cx="4608975" cy="3962743"/>
          </a:xfrm>
          <a:prstGeom prst="rect">
            <a:avLst/>
          </a:prstGeom>
        </p:spPr>
      </p:pic>
    </p:spTree>
    <p:extLst>
      <p:ext uri="{BB962C8B-B14F-4D97-AF65-F5344CB8AC3E}">
        <p14:creationId xmlns:p14="http://schemas.microsoft.com/office/powerpoint/2010/main" val="15086499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The </a:t>
            </a:r>
            <a:r>
              <a:rPr lang="en-US" dirty="0"/>
              <a:t>spinal cord</a:t>
            </a:r>
            <a:endParaRPr lang="en-IN" dirty="0"/>
          </a:p>
        </p:txBody>
      </p:sp>
      <p:sp>
        <p:nvSpPr>
          <p:cNvPr id="3" name="Content Placeholder 2"/>
          <p:cNvSpPr>
            <a:spLocks noGrp="1"/>
          </p:cNvSpPr>
          <p:nvPr>
            <p:ph idx="1"/>
          </p:nvPr>
        </p:nvSpPr>
        <p:spPr>
          <a:xfrm>
            <a:off x="218942" y="1825625"/>
            <a:ext cx="7225048" cy="4678206"/>
          </a:xfrm>
        </p:spPr>
        <p:txBody>
          <a:bodyPr/>
          <a:lstStyle/>
          <a:p>
            <a:r>
              <a:rPr lang="en-US" dirty="0"/>
              <a:t>The spinal cord is part of the </a:t>
            </a:r>
            <a:r>
              <a:rPr lang="en-US" u="sng" dirty="0">
                <a:hlinkClick r:id="rId2"/>
              </a:rPr>
              <a:t>central nervous system (CNS)</a:t>
            </a:r>
            <a:r>
              <a:rPr lang="en-US" dirty="0"/>
              <a:t>. It is situated inside the vertebral canal of the </a:t>
            </a:r>
            <a:r>
              <a:rPr lang="en-US" u="sng" dirty="0">
                <a:hlinkClick r:id="rId3"/>
              </a:rPr>
              <a:t>vertebral column</a:t>
            </a:r>
            <a:r>
              <a:rPr lang="en-US" dirty="0"/>
              <a:t>.</a:t>
            </a:r>
          </a:p>
          <a:p>
            <a:r>
              <a:rPr lang="en-US" dirty="0" smtClean="0"/>
              <a:t>Like </a:t>
            </a:r>
            <a:r>
              <a:rPr lang="en-US" dirty="0"/>
              <a:t>the vertebral column, the spinal cord is divided into segments: cervical, thoracic, lumbar, sacral, and coccygeal. Each segment of the spinal cord provides several pairs of </a:t>
            </a:r>
            <a:r>
              <a:rPr lang="en-US" u="sng" dirty="0">
                <a:hlinkClick r:id="rId4"/>
              </a:rPr>
              <a:t>spinal nerves</a:t>
            </a:r>
            <a:r>
              <a:rPr lang="en-US" dirty="0"/>
              <a:t>, which exit from vertebral canal</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5" name="Picture 4"/>
          <p:cNvPicPr>
            <a:picLocks noChangeAspect="1"/>
          </p:cNvPicPr>
          <p:nvPr/>
        </p:nvPicPr>
        <p:blipFill>
          <a:blip r:embed="rId5"/>
          <a:stretch>
            <a:fillRect/>
          </a:stretch>
        </p:blipFill>
        <p:spPr>
          <a:xfrm>
            <a:off x="7443989" y="1557374"/>
            <a:ext cx="4211391" cy="4798976"/>
          </a:xfrm>
          <a:prstGeom prst="rect">
            <a:avLst/>
          </a:prstGeom>
        </p:spPr>
      </p:pic>
    </p:spTree>
    <p:extLst>
      <p:ext uri="{BB962C8B-B14F-4D97-AF65-F5344CB8AC3E}">
        <p14:creationId xmlns:p14="http://schemas.microsoft.com/office/powerpoint/2010/main" val="84344409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1673"/>
            <a:ext cx="3798194" cy="5185290"/>
          </a:xfrm>
        </p:spPr>
        <p:txBody>
          <a:bodyPr/>
          <a:lstStyle/>
          <a:p>
            <a:r>
              <a:rPr lang="en-US" dirty="0"/>
              <a:t>There are 8 pairs of cervical, 12 thoracic, 5 lumbar, 5 sacral, and 1 coccygeal pair of spinal nerves (a total of 31 pairs).</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pic>
        <p:nvPicPr>
          <p:cNvPr id="6" name="Picture 5"/>
          <p:cNvPicPr>
            <a:picLocks noChangeAspect="1"/>
          </p:cNvPicPr>
          <p:nvPr/>
        </p:nvPicPr>
        <p:blipFill>
          <a:blip r:embed="rId2"/>
          <a:stretch>
            <a:fillRect/>
          </a:stretch>
        </p:blipFill>
        <p:spPr>
          <a:xfrm>
            <a:off x="5001295" y="594464"/>
            <a:ext cx="6628327" cy="6127011"/>
          </a:xfrm>
          <a:prstGeom prst="rect">
            <a:avLst/>
          </a:prstGeom>
        </p:spPr>
      </p:pic>
    </p:spTree>
    <p:extLst>
      <p:ext uri="{BB962C8B-B14F-4D97-AF65-F5344CB8AC3E}">
        <p14:creationId xmlns:p14="http://schemas.microsoft.com/office/powerpoint/2010/main" val="38072785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56CB8F-DEB0-43DB-991F-A57ECE897876}"/>
              </a:ext>
            </a:extLst>
          </p:cNvPr>
          <p:cNvSpPr>
            <a:spLocks noGrp="1"/>
          </p:cNvSpPr>
          <p:nvPr>
            <p:ph type="title"/>
          </p:nvPr>
        </p:nvSpPr>
        <p:spPr>
          <a:xfrm>
            <a:off x="838200" y="262890"/>
            <a:ext cx="10515600" cy="925195"/>
          </a:xfrm>
        </p:spPr>
        <p:txBody>
          <a:bodyPr/>
          <a:lstStyle/>
          <a:p>
            <a:pPr algn="ctr"/>
            <a:r>
              <a:rPr lang="en-US" dirty="0">
                <a:ln w="0"/>
                <a:effectLst>
                  <a:outerShdw blurRad="38100" dist="38100" dir="2700000" algn="tl">
                    <a:srgbClr val="000000">
                      <a:alpha val="43137"/>
                    </a:srgbClr>
                  </a:outerShdw>
                </a:effectLst>
              </a:rPr>
              <a:t>Protection of the Central Nervous System</a:t>
            </a:r>
            <a:endParaRPr lang="en-IN" dirty="0">
              <a:ln w="0"/>
              <a:effectLst>
                <a:outerShdw blurRad="38100" dist="38100" dir="2700000" algn="tl">
                  <a:srgbClr val="000000">
                    <a:alpha val="43137"/>
                  </a:srgbClr>
                </a:outerShdw>
              </a:effectLst>
            </a:endParaRPr>
          </a:p>
        </p:txBody>
      </p:sp>
      <p:sp>
        <p:nvSpPr>
          <p:cNvPr id="3" name="Content Placeholder 2">
            <a:extLst>
              <a:ext uri="{FF2B5EF4-FFF2-40B4-BE49-F238E27FC236}">
                <a16:creationId xmlns="" xmlns:a16="http://schemas.microsoft.com/office/drawing/2014/main" id="{D21CC75D-F595-450A-86C6-F28A7117A873}"/>
              </a:ext>
            </a:extLst>
          </p:cNvPr>
          <p:cNvSpPr>
            <a:spLocks noGrp="1"/>
          </p:cNvSpPr>
          <p:nvPr>
            <p:ph idx="1"/>
          </p:nvPr>
        </p:nvSpPr>
        <p:spPr>
          <a:xfrm>
            <a:off x="838200" y="1188085"/>
            <a:ext cx="8077200" cy="5533390"/>
          </a:xfrm>
        </p:spPr>
        <p:txBody>
          <a:bodyPr>
            <a:normAutofit/>
          </a:bodyPr>
          <a:lstStyle/>
          <a:p>
            <a:pPr algn="just">
              <a:lnSpc>
                <a:spcPct val="100000"/>
              </a:lnSpc>
            </a:pPr>
            <a:r>
              <a:rPr lang="en-US" sz="2400" b="0" i="0" dirty="0">
                <a:solidFill>
                  <a:srgbClr val="222222"/>
                </a:solidFill>
                <a:effectLst/>
              </a:rPr>
              <a:t>Nervous tissue is very soft and delicate, and the irreplaceable neurons can be injured or destroyed by even the slightest pressure.</a:t>
            </a:r>
          </a:p>
          <a:p>
            <a:pPr algn="just">
              <a:lnSpc>
                <a:spcPct val="100000"/>
              </a:lnSpc>
            </a:pPr>
            <a:r>
              <a:rPr lang="en-US" sz="2400" dirty="0">
                <a:solidFill>
                  <a:srgbClr val="222222"/>
                </a:solidFill>
              </a:rPr>
              <a:t>S</a:t>
            </a:r>
            <a:r>
              <a:rPr lang="en-US" sz="2400" b="0" i="0" dirty="0">
                <a:solidFill>
                  <a:srgbClr val="222222"/>
                </a:solidFill>
                <a:effectLst/>
              </a:rPr>
              <a:t>o nature has tried to protect the brain and the spinal cord by:</a:t>
            </a:r>
          </a:p>
          <a:p>
            <a:pPr algn="just">
              <a:lnSpc>
                <a:spcPct val="100000"/>
              </a:lnSpc>
            </a:pPr>
            <a:r>
              <a:rPr lang="en-US" sz="2400" dirty="0">
                <a:solidFill>
                  <a:srgbClr val="222222"/>
                </a:solidFill>
              </a:rPr>
              <a:t>E</a:t>
            </a:r>
            <a:r>
              <a:rPr lang="en-US" sz="2400" b="0" i="0" dirty="0">
                <a:solidFill>
                  <a:srgbClr val="222222"/>
                </a:solidFill>
                <a:effectLst/>
              </a:rPr>
              <a:t>nclosing them within </a:t>
            </a:r>
            <a:r>
              <a:rPr lang="en-US" sz="2400" b="1" i="0" dirty="0">
                <a:solidFill>
                  <a:srgbClr val="222222"/>
                </a:solidFill>
                <a:effectLst/>
              </a:rPr>
              <a:t>bones</a:t>
            </a:r>
          </a:p>
          <a:p>
            <a:pPr lvl="1" algn="just">
              <a:lnSpc>
                <a:spcPct val="100000"/>
              </a:lnSpc>
            </a:pPr>
            <a:r>
              <a:rPr lang="en-US" sz="2000" b="0" i="0" dirty="0">
                <a:solidFill>
                  <a:srgbClr val="222222"/>
                </a:solidFill>
                <a:effectLst/>
              </a:rPr>
              <a:t>For Brain : The skull</a:t>
            </a:r>
          </a:p>
          <a:p>
            <a:pPr lvl="1" algn="just">
              <a:lnSpc>
                <a:spcPct val="100000"/>
              </a:lnSpc>
            </a:pPr>
            <a:r>
              <a:rPr lang="en-US" sz="2000" dirty="0">
                <a:solidFill>
                  <a:srgbClr val="222222"/>
                </a:solidFill>
              </a:rPr>
              <a:t>For Spinal Cord:</a:t>
            </a:r>
            <a:r>
              <a:rPr lang="en-US" sz="2000" b="0" i="0" dirty="0">
                <a:solidFill>
                  <a:srgbClr val="222222"/>
                </a:solidFill>
                <a:effectLst/>
              </a:rPr>
              <a:t> vertebral column</a:t>
            </a:r>
            <a:r>
              <a:rPr lang="en-US" sz="1600" b="0" i="0" dirty="0">
                <a:solidFill>
                  <a:srgbClr val="222222"/>
                </a:solidFill>
                <a:effectLst/>
              </a:rPr>
              <a:t> </a:t>
            </a:r>
          </a:p>
          <a:p>
            <a:pPr algn="just">
              <a:lnSpc>
                <a:spcPct val="100000"/>
              </a:lnSpc>
            </a:pPr>
            <a:r>
              <a:rPr lang="en-US" sz="2400" i="0" dirty="0">
                <a:solidFill>
                  <a:srgbClr val="222222"/>
                </a:solidFill>
                <a:effectLst/>
              </a:rPr>
              <a:t>Surrounding</a:t>
            </a:r>
            <a:r>
              <a:rPr lang="en-US" sz="2400" b="1" i="0" dirty="0">
                <a:solidFill>
                  <a:srgbClr val="222222"/>
                </a:solidFill>
                <a:effectLst/>
              </a:rPr>
              <a:t> </a:t>
            </a:r>
            <a:r>
              <a:rPr lang="en-US" sz="2400" i="0" dirty="0">
                <a:solidFill>
                  <a:srgbClr val="222222"/>
                </a:solidFill>
                <a:effectLst/>
              </a:rPr>
              <a:t>membranes</a:t>
            </a:r>
            <a:r>
              <a:rPr lang="en-US" sz="2400" b="0" i="0" dirty="0">
                <a:solidFill>
                  <a:srgbClr val="222222"/>
                </a:solidFill>
                <a:effectLst/>
              </a:rPr>
              <a:t> called </a:t>
            </a:r>
            <a:r>
              <a:rPr lang="en-US" sz="2400" b="1" i="0" dirty="0">
                <a:solidFill>
                  <a:srgbClr val="222222"/>
                </a:solidFill>
                <a:effectLst/>
              </a:rPr>
              <a:t>meninges: </a:t>
            </a:r>
            <a:r>
              <a:rPr lang="en-US" sz="2400" i="0" dirty="0">
                <a:solidFill>
                  <a:srgbClr val="222222"/>
                </a:solidFill>
                <a:effectLst/>
              </a:rPr>
              <a:t>The three connective tissue membranes covering and protecting the CNS structures</a:t>
            </a:r>
          </a:p>
          <a:p>
            <a:pPr algn="just">
              <a:lnSpc>
                <a:spcPct val="100000"/>
              </a:lnSpc>
            </a:pPr>
            <a:r>
              <a:rPr lang="en-US" sz="2400" dirty="0">
                <a:solidFill>
                  <a:srgbClr val="222222"/>
                </a:solidFill>
              </a:rPr>
              <a:t>A</a:t>
            </a:r>
            <a:r>
              <a:rPr lang="en-US" sz="2400" b="0" i="0" dirty="0">
                <a:solidFill>
                  <a:srgbClr val="222222"/>
                </a:solidFill>
                <a:effectLst/>
              </a:rPr>
              <a:t> watery cushion (</a:t>
            </a:r>
            <a:r>
              <a:rPr lang="en-US" sz="2400" b="1" i="0" dirty="0">
                <a:solidFill>
                  <a:srgbClr val="222222"/>
                </a:solidFill>
                <a:effectLst/>
              </a:rPr>
              <a:t>cerebrospinal fluid</a:t>
            </a:r>
            <a:r>
              <a:rPr lang="en-US" sz="2400" b="0" i="0" dirty="0">
                <a:solidFill>
                  <a:srgbClr val="222222"/>
                </a:solidFill>
                <a:effectLst/>
              </a:rPr>
              <a:t>): It cushions the brain and cord from shocks that could cause </a:t>
            </a:r>
            <a:r>
              <a:rPr lang="en-US" sz="2400" b="0" i="0" dirty="0" smtClean="0">
                <a:solidFill>
                  <a:srgbClr val="222222"/>
                </a:solidFill>
                <a:effectLst/>
              </a:rPr>
              <a:t>injury</a:t>
            </a:r>
            <a:endParaRPr lang="en-US" sz="2400" b="0" i="0" dirty="0">
              <a:solidFill>
                <a:srgbClr val="222222"/>
              </a:solidFill>
              <a:effectLst/>
            </a:endParaRPr>
          </a:p>
        </p:txBody>
      </p:sp>
      <p:sp>
        <p:nvSpPr>
          <p:cNvPr id="4" name="Slide Number Placeholder 3">
            <a:extLst>
              <a:ext uri="{FF2B5EF4-FFF2-40B4-BE49-F238E27FC236}">
                <a16:creationId xmlns="" xmlns:a16="http://schemas.microsoft.com/office/drawing/2014/main" id="{B8BDFC8D-8E82-4262-9730-A061840906C3}"/>
              </a:ext>
            </a:extLst>
          </p:cNvPr>
          <p:cNvSpPr>
            <a:spLocks noGrp="1"/>
          </p:cNvSpPr>
          <p:nvPr>
            <p:ph type="sldNum" sz="quarter" idx="12"/>
          </p:nvPr>
        </p:nvSpPr>
        <p:spPr/>
        <p:txBody>
          <a:bodyPr/>
          <a:lstStyle/>
          <a:p>
            <a:fld id="{BDCDBBEF-AA6C-4BA6-85B2-A17D7F280E38}" type="slidenum">
              <a:rPr lang="en-US" smtClean="0"/>
              <a:pPr/>
              <a:t>27</a:t>
            </a:fld>
            <a:endParaRPr lang="en-US"/>
          </a:p>
        </p:txBody>
      </p:sp>
      <p:pic>
        <p:nvPicPr>
          <p:cNvPr id="6" name="Picture 7" descr="http://assets.aarp.org/external_sites/adam/graphics/images/en/15166.jpg">
            <a:extLst>
              <a:ext uri="{FF2B5EF4-FFF2-40B4-BE49-F238E27FC236}">
                <a16:creationId xmlns="" xmlns:a16="http://schemas.microsoft.com/office/drawing/2014/main" id="{763AB282-4007-4E73-A569-A42942559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9000"/>
          <a:stretch>
            <a:fillRect/>
          </a:stretch>
        </p:blipFill>
        <p:spPr bwMode="auto">
          <a:xfrm>
            <a:off x="9052560" y="4672747"/>
            <a:ext cx="3002280" cy="2185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 xmlns:a16="http://schemas.microsoft.com/office/drawing/2014/main" id="{F70FB00B-F673-4951-A8DD-46D3CAA70816}"/>
              </a:ext>
            </a:extLst>
          </p:cNvPr>
          <p:cNvPicPr>
            <a:picLocks noChangeAspect="1"/>
          </p:cNvPicPr>
          <p:nvPr/>
        </p:nvPicPr>
        <p:blipFill rotWithShape="1">
          <a:blip r:embed="rId3"/>
          <a:srcRect l="8119" t="6166" r="8210" b="19314"/>
          <a:stretch/>
        </p:blipFill>
        <p:spPr>
          <a:xfrm>
            <a:off x="9186113" y="2401451"/>
            <a:ext cx="2922047" cy="2134771"/>
          </a:xfrm>
          <a:prstGeom prst="rect">
            <a:avLst/>
          </a:prstGeom>
        </p:spPr>
      </p:pic>
    </p:spTree>
    <p:extLst>
      <p:ext uri="{BB962C8B-B14F-4D97-AF65-F5344CB8AC3E}">
        <p14:creationId xmlns:p14="http://schemas.microsoft.com/office/powerpoint/2010/main" val="15486059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2822A7-9ADA-48DC-9E3A-471C8BD7693A}"/>
              </a:ext>
            </a:extLst>
          </p:cNvPr>
          <p:cNvSpPr>
            <a:spLocks noGrp="1"/>
          </p:cNvSpPr>
          <p:nvPr>
            <p:ph type="title"/>
          </p:nvPr>
        </p:nvSpPr>
        <p:spPr>
          <a:xfrm>
            <a:off x="1866978" y="131445"/>
            <a:ext cx="4406582" cy="628650"/>
          </a:xfrm>
        </p:spPr>
        <p:txBody>
          <a:bodyPr>
            <a:normAutofit fontScale="90000"/>
          </a:bodyPr>
          <a:lstStyle/>
          <a:p>
            <a:pPr algn="ctr"/>
            <a:r>
              <a:rPr lang="en-IN" sz="4000" dirty="0">
                <a:ln w="0"/>
                <a:solidFill>
                  <a:schemeClr val="accent1"/>
                </a:solidFill>
                <a:effectLst>
                  <a:outerShdw blurRad="38100" dist="25400" dir="5400000" algn="ctr" rotWithShape="0">
                    <a:srgbClr val="6E747A">
                      <a:alpha val="43000"/>
                    </a:srgbClr>
                  </a:outerShdw>
                </a:effectLst>
              </a:rPr>
              <a:t>Spinal Cord</a:t>
            </a:r>
            <a:endParaRPr lang="en-IN" sz="4000" dirty="0"/>
          </a:p>
        </p:txBody>
      </p:sp>
      <p:pic>
        <p:nvPicPr>
          <p:cNvPr id="6" name="Content Placeholder 5">
            <a:extLst>
              <a:ext uri="{FF2B5EF4-FFF2-40B4-BE49-F238E27FC236}">
                <a16:creationId xmlns="" xmlns:a16="http://schemas.microsoft.com/office/drawing/2014/main" id="{67392E41-7A01-47AD-9BD1-98D84501AE41}"/>
              </a:ext>
            </a:extLst>
          </p:cNvPr>
          <p:cNvPicPr>
            <a:picLocks noGrp="1" noChangeAspect="1"/>
          </p:cNvPicPr>
          <p:nvPr>
            <p:ph idx="1"/>
          </p:nvPr>
        </p:nvPicPr>
        <p:blipFill>
          <a:blip r:embed="rId2"/>
          <a:stretch>
            <a:fillRect/>
          </a:stretch>
        </p:blipFill>
        <p:spPr>
          <a:xfrm>
            <a:off x="7453943" y="4143736"/>
            <a:ext cx="4616137" cy="2714263"/>
          </a:xfrm>
          <a:prstGeom prst="rect">
            <a:avLst/>
          </a:prstGeom>
        </p:spPr>
      </p:pic>
      <p:sp>
        <p:nvSpPr>
          <p:cNvPr id="4" name="Text Placeholder 3">
            <a:extLst>
              <a:ext uri="{FF2B5EF4-FFF2-40B4-BE49-F238E27FC236}">
                <a16:creationId xmlns="" xmlns:a16="http://schemas.microsoft.com/office/drawing/2014/main" id="{CFDD82DA-A224-45E3-97C8-CE72778F6196}"/>
              </a:ext>
            </a:extLst>
          </p:cNvPr>
          <p:cNvSpPr>
            <a:spLocks noGrp="1"/>
          </p:cNvSpPr>
          <p:nvPr>
            <p:ph type="body" sz="half" idx="2"/>
          </p:nvPr>
        </p:nvSpPr>
        <p:spPr>
          <a:xfrm>
            <a:off x="746975" y="868680"/>
            <a:ext cx="6582908" cy="5852795"/>
          </a:xfrm>
        </p:spPr>
        <p:txBody>
          <a:bodyPr>
            <a:normAutofit/>
          </a:bodyPr>
          <a:lstStyle/>
          <a:p>
            <a:pPr marL="285750" indent="-285750" algn="just">
              <a:buFont typeface="Arial" panose="020B0604020202020204" pitchFamily="34" charset="0"/>
              <a:buChar char="•"/>
            </a:pPr>
            <a:r>
              <a:rPr lang="en-US" sz="2800" dirty="0"/>
              <a:t>Extends from the medulla oblongata of the brain to the area around the first lumbar vertebra in the lower back.</a:t>
            </a:r>
          </a:p>
          <a:p>
            <a:pPr marL="285750" indent="-285750" algn="just">
              <a:buFont typeface="Arial" panose="020B0604020202020204" pitchFamily="34" charset="0"/>
              <a:buChar char="•"/>
            </a:pPr>
            <a:r>
              <a:rPr lang="en-US" sz="2800" dirty="0"/>
              <a:t>Nerves from the peripheral nervous system extend out from the spinal cord.</a:t>
            </a:r>
          </a:p>
          <a:p>
            <a:pPr marL="285750" indent="-285750" algn="just">
              <a:buFont typeface="Arial" panose="020B0604020202020204" pitchFamily="34" charset="0"/>
              <a:buChar char="•"/>
            </a:pPr>
            <a:r>
              <a:rPr lang="en-US" sz="2800" dirty="0"/>
              <a:t>Protected by:</a:t>
            </a:r>
          </a:p>
          <a:p>
            <a:pPr marL="285750" indent="-285750" algn="just">
              <a:buFont typeface="Arial" panose="020B0604020202020204" pitchFamily="34" charset="0"/>
              <a:buChar char="•"/>
            </a:pPr>
            <a:r>
              <a:rPr lang="en-US" sz="2800" dirty="0"/>
              <a:t>Vertebral column</a:t>
            </a:r>
          </a:p>
          <a:p>
            <a:pPr marL="285750" indent="-285750" algn="just">
              <a:buFont typeface="Arial" panose="020B0604020202020204" pitchFamily="34" charset="0"/>
              <a:buChar char="•"/>
            </a:pPr>
            <a:r>
              <a:rPr lang="en-US" sz="2800" dirty="0"/>
              <a:t>Cerebrospinal fluid (CSF)</a:t>
            </a:r>
          </a:p>
          <a:p>
            <a:pPr marL="342900" indent="-342900" algn="just">
              <a:buFont typeface="Arial" panose="020B0604020202020204" pitchFamily="34" charset="0"/>
              <a:buChar char="•"/>
            </a:pPr>
            <a:r>
              <a:rPr lang="en-US" sz="2800" dirty="0" smtClean="0"/>
              <a:t>Meninges</a:t>
            </a:r>
          </a:p>
        </p:txBody>
      </p:sp>
      <p:sp>
        <p:nvSpPr>
          <p:cNvPr id="5" name="Slide Number Placeholder 4">
            <a:extLst>
              <a:ext uri="{FF2B5EF4-FFF2-40B4-BE49-F238E27FC236}">
                <a16:creationId xmlns="" xmlns:a16="http://schemas.microsoft.com/office/drawing/2014/main" id="{38C770EF-96D4-4408-BB40-33FEFDDD53D3}"/>
              </a:ext>
            </a:extLst>
          </p:cNvPr>
          <p:cNvSpPr>
            <a:spLocks noGrp="1"/>
          </p:cNvSpPr>
          <p:nvPr>
            <p:ph type="sldNum" sz="quarter" idx="12"/>
          </p:nvPr>
        </p:nvSpPr>
        <p:spPr/>
        <p:txBody>
          <a:bodyPr/>
          <a:lstStyle/>
          <a:p>
            <a:fld id="{BDCDBBEF-AA6C-4BA6-85B2-A17D7F280E38}" type="slidenum">
              <a:rPr lang="en-US" smtClean="0"/>
              <a:pPr/>
              <a:t>28</a:t>
            </a:fld>
            <a:endParaRPr lang="en-US"/>
          </a:p>
        </p:txBody>
      </p:sp>
      <p:pic>
        <p:nvPicPr>
          <p:cNvPr id="8" name="Picture 7">
            <a:extLst>
              <a:ext uri="{FF2B5EF4-FFF2-40B4-BE49-F238E27FC236}">
                <a16:creationId xmlns="" xmlns:a16="http://schemas.microsoft.com/office/drawing/2014/main" id="{608152B6-696E-4B24-A07D-F3F99723FFFE}"/>
              </a:ext>
            </a:extLst>
          </p:cNvPr>
          <p:cNvPicPr>
            <a:picLocks noChangeAspect="1"/>
          </p:cNvPicPr>
          <p:nvPr/>
        </p:nvPicPr>
        <p:blipFill>
          <a:blip r:embed="rId3"/>
          <a:stretch>
            <a:fillRect/>
          </a:stretch>
        </p:blipFill>
        <p:spPr>
          <a:xfrm>
            <a:off x="7453943" y="57150"/>
            <a:ext cx="4574862" cy="4086586"/>
          </a:xfrm>
          <a:prstGeom prst="rect">
            <a:avLst/>
          </a:prstGeom>
          <a:ln>
            <a:solidFill>
              <a:schemeClr val="tx1"/>
            </a:solidFill>
          </a:ln>
        </p:spPr>
      </p:pic>
    </p:spTree>
    <p:extLst>
      <p:ext uri="{BB962C8B-B14F-4D97-AF65-F5344CB8AC3E}">
        <p14:creationId xmlns:p14="http://schemas.microsoft.com/office/powerpoint/2010/main" val="11513940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Meninges</a:t>
            </a:r>
            <a:endParaRPr lang="en-IN" dirty="0"/>
          </a:p>
        </p:txBody>
      </p:sp>
      <p:sp>
        <p:nvSpPr>
          <p:cNvPr id="3" name="Content Placeholder 2"/>
          <p:cNvSpPr>
            <a:spLocks noGrp="1"/>
          </p:cNvSpPr>
          <p:nvPr>
            <p:ph idx="1"/>
          </p:nvPr>
        </p:nvSpPr>
        <p:spPr>
          <a:xfrm>
            <a:off x="0" y="1690688"/>
            <a:ext cx="8511862" cy="4351338"/>
          </a:xfrm>
        </p:spPr>
        <p:txBody>
          <a:bodyPr>
            <a:normAutofit fontScale="92500" lnSpcReduction="20000"/>
          </a:bodyPr>
          <a:lstStyle/>
          <a:p>
            <a:pPr marL="742950" lvl="1" indent="-285750" algn="just"/>
            <a:r>
              <a:rPr lang="en-US" sz="3000" b="1" dirty="0"/>
              <a:t>Meninges</a:t>
            </a:r>
            <a:r>
              <a:rPr lang="en-US" sz="3000" dirty="0"/>
              <a:t> are three layers of membranes that cover the brain and spinal cord.</a:t>
            </a:r>
          </a:p>
          <a:p>
            <a:pPr lvl="1" algn="just"/>
            <a:r>
              <a:rPr lang="en-US" sz="3000" b="1" dirty="0"/>
              <a:t>Layers of the meninges</a:t>
            </a:r>
          </a:p>
          <a:p>
            <a:pPr marL="457200" lvl="1" indent="0" algn="just">
              <a:buNone/>
            </a:pPr>
            <a:r>
              <a:rPr lang="en-US" sz="3000" dirty="0"/>
              <a:t>Dura mater</a:t>
            </a:r>
          </a:p>
          <a:p>
            <a:pPr marL="1200150" lvl="2" indent="-285750" algn="just">
              <a:buFont typeface="Wingdings" panose="05000000000000000000" pitchFamily="2" charset="2"/>
              <a:buChar char="Ø"/>
            </a:pPr>
            <a:r>
              <a:rPr lang="en-US" sz="3000" dirty="0"/>
              <a:t>Outer tough fibrous membrane</a:t>
            </a:r>
          </a:p>
          <a:p>
            <a:pPr marL="457200" lvl="1" indent="0" algn="just">
              <a:buNone/>
            </a:pPr>
            <a:r>
              <a:rPr lang="en-US" sz="3000" dirty="0"/>
              <a:t>Arachnoid mater</a:t>
            </a:r>
          </a:p>
          <a:p>
            <a:pPr marL="1200150" lvl="2" indent="-285750" algn="just">
              <a:buFont typeface="Wingdings" panose="05000000000000000000" pitchFamily="2" charset="2"/>
              <a:buChar char="Ø"/>
            </a:pPr>
            <a:r>
              <a:rPr lang="en-US" sz="3000" dirty="0"/>
              <a:t>Middle </a:t>
            </a:r>
            <a:r>
              <a:rPr lang="en-US" sz="3000" dirty="0" err="1"/>
              <a:t>weblike</a:t>
            </a:r>
            <a:r>
              <a:rPr lang="en-US" sz="3000" dirty="0"/>
              <a:t> membrane containing CSF</a:t>
            </a:r>
          </a:p>
          <a:p>
            <a:pPr marL="1200150" lvl="2" indent="-285750" algn="just">
              <a:buFont typeface="Wingdings" panose="05000000000000000000" pitchFamily="2" charset="2"/>
              <a:buChar char="Ø"/>
            </a:pPr>
            <a:r>
              <a:rPr lang="en-US" sz="3000" dirty="0"/>
              <a:t>Space between Dura mater and Arachnoid mater is called Subdural space which is filled with cerebrospinal fluid (CSF) </a:t>
            </a:r>
          </a:p>
          <a:p>
            <a:pPr marL="457200" lvl="1" indent="0" algn="just">
              <a:buNone/>
            </a:pPr>
            <a:r>
              <a:rPr lang="en-US" sz="3000" dirty="0" err="1"/>
              <a:t>Pia</a:t>
            </a:r>
            <a:r>
              <a:rPr lang="en-US" sz="3000" dirty="0"/>
              <a:t> mater</a:t>
            </a:r>
          </a:p>
          <a:p>
            <a:pPr marL="1200150" lvl="2" indent="-285750" algn="just">
              <a:buFont typeface="Wingdings" panose="05000000000000000000" pitchFamily="2" charset="2"/>
              <a:buChar char="Ø"/>
            </a:pPr>
            <a:r>
              <a:rPr lang="en-US" sz="3000" dirty="0"/>
              <a:t>Innermost layer containing several blood vessels</a:t>
            </a:r>
            <a:endParaRPr lang="en-IN" sz="3000"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pic>
        <p:nvPicPr>
          <p:cNvPr id="6" name="Content Placeholder 5">
            <a:extLst>
              <a:ext uri="{FF2B5EF4-FFF2-40B4-BE49-F238E27FC236}">
                <a16:creationId xmlns="" xmlns:a16="http://schemas.microsoft.com/office/drawing/2014/main" id="{67392E41-7A01-47AD-9BD1-98D84501AE41}"/>
              </a:ext>
            </a:extLst>
          </p:cNvPr>
          <p:cNvPicPr>
            <a:picLocks noChangeAspect="1"/>
          </p:cNvPicPr>
          <p:nvPr/>
        </p:nvPicPr>
        <p:blipFill>
          <a:blip r:embed="rId2"/>
          <a:stretch>
            <a:fillRect/>
          </a:stretch>
        </p:blipFill>
        <p:spPr>
          <a:xfrm>
            <a:off x="8511862" y="2221019"/>
            <a:ext cx="3504127" cy="2714263"/>
          </a:xfrm>
          <a:prstGeom prst="rect">
            <a:avLst/>
          </a:prstGeom>
        </p:spPr>
      </p:pic>
    </p:spTree>
    <p:extLst>
      <p:ext uri="{BB962C8B-B14F-4D97-AF65-F5344CB8AC3E}">
        <p14:creationId xmlns:p14="http://schemas.microsoft.com/office/powerpoint/2010/main" val="32471233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 The</a:t>
            </a:r>
            <a:r>
              <a:rPr lang="en-US" b="1" dirty="0"/>
              <a:t> peripheral nervous system</a:t>
            </a:r>
            <a:r>
              <a:rPr lang="en-IN" b="1" dirty="0"/>
              <a:t/>
            </a:r>
            <a:br>
              <a:rPr lang="en-IN" b="1" dirty="0"/>
            </a:br>
            <a:endParaRPr lang="en-IN" b="1" dirty="0"/>
          </a:p>
        </p:txBody>
      </p:sp>
      <p:sp>
        <p:nvSpPr>
          <p:cNvPr id="3" name="Content Placeholder 2"/>
          <p:cNvSpPr>
            <a:spLocks noGrp="1"/>
          </p:cNvSpPr>
          <p:nvPr>
            <p:ph idx="1"/>
          </p:nvPr>
        </p:nvSpPr>
        <p:spPr>
          <a:xfrm>
            <a:off x="510862" y="1313645"/>
            <a:ext cx="10842938" cy="5407830"/>
          </a:xfrm>
        </p:spPr>
        <p:txBody>
          <a:bodyPr/>
          <a:lstStyle/>
          <a:p>
            <a:pPr algn="just"/>
            <a:r>
              <a:rPr lang="en-US" dirty="0"/>
              <a:t>The peripheral nervous system (PNS) consists of all the nerves branching out of the </a:t>
            </a:r>
            <a:r>
              <a:rPr lang="en-US" u="sng" dirty="0"/>
              <a:t>brain</a:t>
            </a:r>
            <a:r>
              <a:rPr lang="en-US" dirty="0"/>
              <a:t> and </a:t>
            </a:r>
            <a:r>
              <a:rPr lang="en-US" u="sng" dirty="0"/>
              <a:t>spinal cord</a:t>
            </a:r>
            <a:r>
              <a:rPr lang="en-US" dirty="0"/>
              <a:t> (</a:t>
            </a:r>
            <a:r>
              <a:rPr lang="en-US" u="sng" dirty="0"/>
              <a:t>the central nervous system</a:t>
            </a:r>
            <a:r>
              <a:rPr lang="en-US" dirty="0"/>
              <a:t>, CNS).</a:t>
            </a:r>
          </a:p>
          <a:p>
            <a:pPr algn="just"/>
            <a:r>
              <a:rPr lang="en-US" dirty="0"/>
              <a:t> If you imagine the CNS as the main highway, then the PNS forms all the connecting secondary roads.</a:t>
            </a:r>
          </a:p>
          <a:p>
            <a:pPr algn="just"/>
            <a:r>
              <a:rPr lang="en-US" dirty="0"/>
              <a:t> These allow electrical impulses to travel to and from the furthest regions, or periphery, of the human body.</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extLst>
      <p:ext uri="{BB962C8B-B14F-4D97-AF65-F5344CB8AC3E}">
        <p14:creationId xmlns:p14="http://schemas.microsoft.com/office/powerpoint/2010/main" val="24380451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1377"/>
            <a:ext cx="10515600" cy="4351338"/>
          </a:xfrm>
        </p:spPr>
        <p:txBody>
          <a:bodyPr/>
          <a:lstStyle/>
          <a:p>
            <a:pPr algn="just"/>
            <a:r>
              <a:rPr lang="en-US" sz="3200" dirty="0"/>
              <a:t>The PNS is built almost entirely from nerves. There are two main types; </a:t>
            </a:r>
            <a:r>
              <a:rPr lang="en-US" sz="3200" u="sng" dirty="0">
                <a:hlinkClick r:id="rId2"/>
              </a:rPr>
              <a:t>spinal nerves</a:t>
            </a:r>
            <a:r>
              <a:rPr lang="en-US" sz="3200" dirty="0"/>
              <a:t> and </a:t>
            </a:r>
            <a:r>
              <a:rPr lang="en-US" sz="3200" u="sng" dirty="0">
                <a:hlinkClick r:id="rId3"/>
              </a:rPr>
              <a:t>cranial nerves</a:t>
            </a:r>
            <a:r>
              <a:rPr lang="en-US" sz="3200" dirty="0"/>
              <a:t>.</a:t>
            </a:r>
          </a:p>
          <a:p>
            <a:pPr algn="just"/>
            <a:r>
              <a:rPr lang="en-US" sz="3200" dirty="0"/>
              <a:t> Functionally, the PNS can be divided into the </a:t>
            </a:r>
            <a:r>
              <a:rPr lang="en-US" sz="3200" u="sng" dirty="0"/>
              <a:t>autonomic</a:t>
            </a:r>
            <a:r>
              <a:rPr lang="en-US" sz="3200" dirty="0"/>
              <a:t> and </a:t>
            </a:r>
            <a:r>
              <a:rPr lang="en-US" sz="3200" u="sng" dirty="0"/>
              <a:t>somatic nervous </a:t>
            </a:r>
            <a:r>
              <a:rPr lang="en-US" sz="3200" dirty="0"/>
              <a:t>systems. Both of these can be further subdivided; the former into </a:t>
            </a:r>
            <a:r>
              <a:rPr lang="en-US" sz="3200" u="sng" dirty="0">
                <a:hlinkClick r:id="rId4"/>
              </a:rPr>
              <a:t>sympathetic</a:t>
            </a:r>
            <a:r>
              <a:rPr lang="en-US" sz="3200" dirty="0"/>
              <a:t> and </a:t>
            </a:r>
            <a:r>
              <a:rPr lang="en-US" sz="3200" u="sng" dirty="0">
                <a:hlinkClick r:id="rId5"/>
              </a:rPr>
              <a:t>parasympathetic</a:t>
            </a:r>
            <a:r>
              <a:rPr lang="en-US" sz="3200" dirty="0"/>
              <a:t> arms and the latter into sensory and motor divisions.</a:t>
            </a:r>
          </a:p>
          <a:p>
            <a:pPr marL="0" indent="0" algn="just">
              <a:buNone/>
            </a:pPr>
            <a:endParaRPr lang="en-US" sz="3200"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36053949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E02E4ED-E430-495F-A5E5-824CB7A54D36}"/>
              </a:ext>
            </a:extLst>
          </p:cNvPr>
          <p:cNvSpPr>
            <a:spLocks noGrp="1"/>
          </p:cNvSpPr>
          <p:nvPr>
            <p:ph type="title"/>
          </p:nvPr>
        </p:nvSpPr>
        <p:spPr>
          <a:xfrm>
            <a:off x="838200" y="124399"/>
            <a:ext cx="4505724" cy="914400"/>
          </a:xfrm>
        </p:spPr>
        <p:txBody>
          <a:bodyPr/>
          <a:lstStyle/>
          <a:p>
            <a:pPr algn="ctr"/>
            <a:r>
              <a:rPr lang="en-IN" b="1" dirty="0">
                <a:ln w="0"/>
                <a:solidFill>
                  <a:schemeClr val="accent1"/>
                </a:solidFill>
                <a:effectLst>
                  <a:outerShdw blurRad="38100" dist="25400" dir="5400000" algn="ctr" rotWithShape="0">
                    <a:srgbClr val="6E747A">
                      <a:alpha val="43000"/>
                    </a:srgbClr>
                  </a:outerShdw>
                </a:effectLst>
                <a:latin typeface="+mn-lt"/>
              </a:rPr>
              <a:t>Cranial Nerves</a:t>
            </a:r>
          </a:p>
        </p:txBody>
      </p:sp>
      <p:sp>
        <p:nvSpPr>
          <p:cNvPr id="3" name="Content Placeholder 2">
            <a:extLst>
              <a:ext uri="{FF2B5EF4-FFF2-40B4-BE49-F238E27FC236}">
                <a16:creationId xmlns="" xmlns:a16="http://schemas.microsoft.com/office/drawing/2014/main" id="{03840A92-4E9E-484C-A469-E18ADEC30E01}"/>
              </a:ext>
            </a:extLst>
          </p:cNvPr>
          <p:cNvSpPr>
            <a:spLocks noGrp="1"/>
          </p:cNvSpPr>
          <p:nvPr>
            <p:ph idx="1"/>
          </p:nvPr>
        </p:nvSpPr>
        <p:spPr>
          <a:xfrm>
            <a:off x="520995" y="1325880"/>
            <a:ext cx="4731489" cy="5030470"/>
          </a:xfrm>
        </p:spPr>
        <p:txBody>
          <a:bodyPr>
            <a:normAutofit/>
          </a:bodyPr>
          <a:lstStyle/>
          <a:p>
            <a:pPr algn="just"/>
            <a:r>
              <a:rPr lang="en-US" dirty="0"/>
              <a:t>Cranial nerves</a:t>
            </a:r>
            <a:r>
              <a:rPr lang="en-US" b="0" i="0" dirty="0">
                <a:effectLst/>
              </a:rPr>
              <a:t> are peripheral nerves that emerge from the cranial nerve nuclei of the brainstem and spinal cord.</a:t>
            </a:r>
          </a:p>
          <a:p>
            <a:pPr algn="just"/>
            <a:r>
              <a:rPr lang="en-US" b="0" i="0" dirty="0">
                <a:effectLst/>
              </a:rPr>
              <a:t>They innervate the head and neck.</a:t>
            </a:r>
          </a:p>
          <a:p>
            <a:pPr algn="just"/>
            <a:r>
              <a:rPr lang="en-US" b="0" i="0" dirty="0">
                <a:effectLst/>
              </a:rPr>
              <a:t>Cranial nerves are numbered one to twelve according to their order of exit through the </a:t>
            </a:r>
            <a:r>
              <a:rPr lang="en-US" dirty="0"/>
              <a:t>skull fissures</a:t>
            </a:r>
            <a:endParaRPr lang="en-IN" dirty="0"/>
          </a:p>
        </p:txBody>
      </p:sp>
      <p:sp>
        <p:nvSpPr>
          <p:cNvPr id="4" name="Slide Number Placeholder 3">
            <a:extLst>
              <a:ext uri="{FF2B5EF4-FFF2-40B4-BE49-F238E27FC236}">
                <a16:creationId xmlns="" xmlns:a16="http://schemas.microsoft.com/office/drawing/2014/main" id="{0E59539A-4A12-4E77-95A8-3D073ED91FF5}"/>
              </a:ext>
            </a:extLst>
          </p:cNvPr>
          <p:cNvSpPr>
            <a:spLocks noGrp="1"/>
          </p:cNvSpPr>
          <p:nvPr>
            <p:ph type="sldNum" sz="quarter" idx="12"/>
          </p:nvPr>
        </p:nvSpPr>
        <p:spPr/>
        <p:txBody>
          <a:bodyPr/>
          <a:lstStyle/>
          <a:p>
            <a:fld id="{BDCDBBEF-AA6C-4BA6-85B2-A17D7F280E38}" type="slidenum">
              <a:rPr lang="en-US" smtClean="0"/>
              <a:pPr/>
              <a:t>32</a:t>
            </a:fld>
            <a:endParaRPr lang="en-US"/>
          </a:p>
        </p:txBody>
      </p:sp>
      <p:graphicFrame>
        <p:nvGraphicFramePr>
          <p:cNvPr id="7" name="Table 8">
            <a:extLst>
              <a:ext uri="{FF2B5EF4-FFF2-40B4-BE49-F238E27FC236}">
                <a16:creationId xmlns="" xmlns:a16="http://schemas.microsoft.com/office/drawing/2014/main" id="{AD53DBFC-17E7-47DB-8941-303D5CB77692}"/>
              </a:ext>
            </a:extLst>
          </p:cNvPr>
          <p:cNvGraphicFramePr>
            <a:graphicFrameLocks noGrp="1"/>
          </p:cNvGraphicFramePr>
          <p:nvPr>
            <p:extLst>
              <p:ext uri="{D42A27DB-BD31-4B8C-83A1-F6EECF244321}">
                <p14:modId xmlns:p14="http://schemas.microsoft.com/office/powerpoint/2010/main" val="1721557161"/>
              </p:ext>
            </p:extLst>
          </p:nvPr>
        </p:nvGraphicFramePr>
        <p:xfrm>
          <a:off x="5343924" y="177848"/>
          <a:ext cx="6773647" cy="6675120"/>
        </p:xfrm>
        <a:graphic>
          <a:graphicData uri="http://schemas.openxmlformats.org/drawingml/2006/table">
            <a:tbl>
              <a:tblPr firstRow="1" bandRow="1">
                <a:tableStyleId>{5C22544A-7EE6-4342-B048-85BDC9FD1C3A}</a:tableStyleId>
              </a:tblPr>
              <a:tblGrid>
                <a:gridCol w="636626">
                  <a:extLst>
                    <a:ext uri="{9D8B030D-6E8A-4147-A177-3AD203B41FA5}">
                      <a16:colId xmlns="" xmlns:a16="http://schemas.microsoft.com/office/drawing/2014/main" val="1217387943"/>
                    </a:ext>
                  </a:extLst>
                </a:gridCol>
                <a:gridCol w="1794572">
                  <a:extLst>
                    <a:ext uri="{9D8B030D-6E8A-4147-A177-3AD203B41FA5}">
                      <a16:colId xmlns="" xmlns:a16="http://schemas.microsoft.com/office/drawing/2014/main" val="218418073"/>
                    </a:ext>
                  </a:extLst>
                </a:gridCol>
                <a:gridCol w="4342449">
                  <a:extLst>
                    <a:ext uri="{9D8B030D-6E8A-4147-A177-3AD203B41FA5}">
                      <a16:colId xmlns="" xmlns:a16="http://schemas.microsoft.com/office/drawing/2014/main" val="637118499"/>
                    </a:ext>
                  </a:extLst>
                </a:gridCol>
              </a:tblGrid>
              <a:tr h="610227">
                <a:tc>
                  <a:txBody>
                    <a:bodyPr/>
                    <a:lstStyle/>
                    <a:p>
                      <a:pPr algn="ctr"/>
                      <a:r>
                        <a:rPr lang="en-US" sz="1800" dirty="0">
                          <a:solidFill>
                            <a:schemeClr val="bg1"/>
                          </a:solidFill>
                        </a:rPr>
                        <a:t>S. No.</a:t>
                      </a:r>
                      <a:endParaRPr lang="en-IN" sz="1800" dirty="0">
                        <a:solidFill>
                          <a:schemeClr val="bg1"/>
                        </a:solidFill>
                      </a:endParaRPr>
                    </a:p>
                  </a:txBody>
                  <a:tcPr/>
                </a:tc>
                <a:tc>
                  <a:txBody>
                    <a:bodyPr/>
                    <a:lstStyle/>
                    <a:p>
                      <a:pPr algn="l"/>
                      <a:r>
                        <a:rPr lang="en-US" sz="1800" dirty="0"/>
                        <a:t>Cranial Nerves</a:t>
                      </a:r>
                      <a:endParaRPr lang="en-IN" sz="1800" dirty="0"/>
                    </a:p>
                  </a:txBody>
                  <a:tcPr/>
                </a:tc>
                <a:tc>
                  <a:txBody>
                    <a:bodyPr/>
                    <a:lstStyle/>
                    <a:p>
                      <a:pPr algn="ctr"/>
                      <a:r>
                        <a:rPr lang="en-US" sz="1800" dirty="0"/>
                        <a:t>Function</a:t>
                      </a:r>
                      <a:endParaRPr lang="en-IN" sz="1800" dirty="0"/>
                    </a:p>
                  </a:txBody>
                  <a:tcPr/>
                </a:tc>
                <a:extLst>
                  <a:ext uri="{0D108BD9-81ED-4DB2-BD59-A6C34878D82A}">
                    <a16:rowId xmlns="" xmlns:a16="http://schemas.microsoft.com/office/drawing/2014/main" val="1124818242"/>
                  </a:ext>
                </a:extLst>
              </a:tr>
              <a:tr h="350069">
                <a:tc>
                  <a:txBody>
                    <a:bodyPr/>
                    <a:lstStyle/>
                    <a:p>
                      <a:pPr algn="ctr"/>
                      <a:r>
                        <a:rPr lang="en-US" sz="1800" dirty="0"/>
                        <a:t>1</a:t>
                      </a:r>
                      <a:endParaRPr lang="en-IN" sz="1800" dirty="0"/>
                    </a:p>
                  </a:txBody>
                  <a:tcPr/>
                </a:tc>
                <a:tc>
                  <a:txBody>
                    <a:bodyPr/>
                    <a:lstStyle/>
                    <a:p>
                      <a:r>
                        <a:rPr lang="en-US" sz="1800" dirty="0"/>
                        <a:t>Olfactory</a:t>
                      </a:r>
                      <a:endParaRPr lang="en-IN" sz="1800" dirty="0"/>
                    </a:p>
                  </a:txBody>
                  <a:tcPr/>
                </a:tc>
                <a:tc>
                  <a:txBody>
                    <a:bodyPr/>
                    <a:lstStyle/>
                    <a:p>
                      <a:r>
                        <a:rPr lang="en-US" sz="1800" dirty="0"/>
                        <a:t>Sense of smell</a:t>
                      </a:r>
                      <a:endParaRPr lang="en-IN" sz="1800" dirty="0"/>
                    </a:p>
                  </a:txBody>
                  <a:tcPr/>
                </a:tc>
                <a:extLst>
                  <a:ext uri="{0D108BD9-81ED-4DB2-BD59-A6C34878D82A}">
                    <a16:rowId xmlns="" xmlns:a16="http://schemas.microsoft.com/office/drawing/2014/main" val="2309841743"/>
                  </a:ext>
                </a:extLst>
              </a:tr>
              <a:tr h="350069">
                <a:tc>
                  <a:txBody>
                    <a:bodyPr/>
                    <a:lstStyle/>
                    <a:p>
                      <a:pPr algn="ctr"/>
                      <a:r>
                        <a:rPr lang="en-US" sz="1800" dirty="0"/>
                        <a:t>2</a:t>
                      </a:r>
                      <a:endParaRPr lang="en-IN" sz="1800" dirty="0"/>
                    </a:p>
                  </a:txBody>
                  <a:tcPr/>
                </a:tc>
                <a:tc>
                  <a:txBody>
                    <a:bodyPr/>
                    <a:lstStyle/>
                    <a:p>
                      <a:r>
                        <a:rPr lang="en-US" sz="1800" dirty="0"/>
                        <a:t>Optic</a:t>
                      </a:r>
                      <a:endParaRPr lang="en-IN" sz="1800" dirty="0"/>
                    </a:p>
                  </a:txBody>
                  <a:tcPr/>
                </a:tc>
                <a:tc>
                  <a:txBody>
                    <a:bodyPr/>
                    <a:lstStyle/>
                    <a:p>
                      <a:r>
                        <a:rPr lang="en-US" sz="1800" dirty="0"/>
                        <a:t>Sense of vision</a:t>
                      </a:r>
                      <a:endParaRPr lang="en-IN" sz="1800" dirty="0"/>
                    </a:p>
                  </a:txBody>
                  <a:tcPr/>
                </a:tc>
                <a:extLst>
                  <a:ext uri="{0D108BD9-81ED-4DB2-BD59-A6C34878D82A}">
                    <a16:rowId xmlns="" xmlns:a16="http://schemas.microsoft.com/office/drawing/2014/main" val="3960436956"/>
                  </a:ext>
                </a:extLst>
              </a:tr>
              <a:tr h="350069">
                <a:tc>
                  <a:txBody>
                    <a:bodyPr/>
                    <a:lstStyle/>
                    <a:p>
                      <a:pPr algn="ctr"/>
                      <a:r>
                        <a:rPr lang="en-US" sz="1800" dirty="0"/>
                        <a:t>3</a:t>
                      </a:r>
                      <a:endParaRPr lang="en-IN" sz="1800" dirty="0"/>
                    </a:p>
                  </a:txBody>
                  <a:tcPr/>
                </a:tc>
                <a:tc>
                  <a:txBody>
                    <a:bodyPr/>
                    <a:lstStyle/>
                    <a:p>
                      <a:r>
                        <a:rPr lang="en-US" sz="1800" dirty="0"/>
                        <a:t>Oculomotor</a:t>
                      </a:r>
                      <a:endParaRPr lang="en-IN" sz="1800" dirty="0"/>
                    </a:p>
                  </a:txBody>
                  <a:tcPr/>
                </a:tc>
                <a:tc>
                  <a:txBody>
                    <a:bodyPr/>
                    <a:lstStyle/>
                    <a:p>
                      <a:r>
                        <a:rPr lang="en-US" sz="1800" dirty="0"/>
                        <a:t>Eye movements</a:t>
                      </a:r>
                      <a:endParaRPr lang="en-IN" sz="1800" dirty="0"/>
                    </a:p>
                  </a:txBody>
                  <a:tcPr/>
                </a:tc>
                <a:extLst>
                  <a:ext uri="{0D108BD9-81ED-4DB2-BD59-A6C34878D82A}">
                    <a16:rowId xmlns="" xmlns:a16="http://schemas.microsoft.com/office/drawing/2014/main" val="642134457"/>
                  </a:ext>
                </a:extLst>
              </a:tr>
              <a:tr h="350069">
                <a:tc>
                  <a:txBody>
                    <a:bodyPr/>
                    <a:lstStyle/>
                    <a:p>
                      <a:pPr algn="ctr"/>
                      <a:r>
                        <a:rPr lang="en-US" sz="1800" dirty="0"/>
                        <a:t>4</a:t>
                      </a:r>
                      <a:endParaRPr lang="en-IN" sz="1800" dirty="0"/>
                    </a:p>
                  </a:txBody>
                  <a:tcPr/>
                </a:tc>
                <a:tc>
                  <a:txBody>
                    <a:bodyPr/>
                    <a:lstStyle/>
                    <a:p>
                      <a:r>
                        <a:rPr lang="en-US" sz="1800" dirty="0"/>
                        <a:t>Trochlear</a:t>
                      </a:r>
                      <a:endParaRPr lang="en-IN" sz="1800" dirty="0"/>
                    </a:p>
                  </a:txBody>
                  <a:tcPr/>
                </a:tc>
                <a:tc>
                  <a:txBody>
                    <a:bodyPr/>
                    <a:lstStyle/>
                    <a:p>
                      <a:r>
                        <a:rPr lang="en-US" sz="1800" dirty="0"/>
                        <a:t>Aids muscles that move the eyes</a:t>
                      </a:r>
                      <a:endParaRPr lang="en-IN" sz="1800" dirty="0"/>
                    </a:p>
                  </a:txBody>
                  <a:tcPr/>
                </a:tc>
                <a:extLst>
                  <a:ext uri="{0D108BD9-81ED-4DB2-BD59-A6C34878D82A}">
                    <a16:rowId xmlns="" xmlns:a16="http://schemas.microsoft.com/office/drawing/2014/main" val="1905428260"/>
                  </a:ext>
                </a:extLst>
              </a:tr>
              <a:tr h="610227">
                <a:tc>
                  <a:txBody>
                    <a:bodyPr/>
                    <a:lstStyle/>
                    <a:p>
                      <a:pPr algn="ctr"/>
                      <a:r>
                        <a:rPr lang="en-US" sz="1800" dirty="0"/>
                        <a:t>5</a:t>
                      </a:r>
                      <a:endParaRPr lang="en-IN" sz="1800" dirty="0"/>
                    </a:p>
                  </a:txBody>
                  <a:tcPr/>
                </a:tc>
                <a:tc>
                  <a:txBody>
                    <a:bodyPr/>
                    <a:lstStyle/>
                    <a:p>
                      <a:r>
                        <a:rPr lang="en-US" sz="1800" dirty="0"/>
                        <a:t>Trigeminal</a:t>
                      </a:r>
                      <a:endParaRPr lang="en-IN" sz="1800" dirty="0"/>
                    </a:p>
                  </a:txBody>
                  <a:tcPr/>
                </a:tc>
                <a:tc>
                  <a:txBody>
                    <a:bodyPr/>
                    <a:lstStyle/>
                    <a:p>
                      <a:r>
                        <a:rPr lang="en-US" sz="1800" dirty="0"/>
                        <a:t>Eyes, tear glands, scalp, forehead, teeth, gums, lips and mouth muscles </a:t>
                      </a:r>
                      <a:endParaRPr lang="en-IN" sz="1800" dirty="0"/>
                    </a:p>
                  </a:txBody>
                  <a:tcPr/>
                </a:tc>
                <a:extLst>
                  <a:ext uri="{0D108BD9-81ED-4DB2-BD59-A6C34878D82A}">
                    <a16:rowId xmlns="" xmlns:a16="http://schemas.microsoft.com/office/drawing/2014/main" val="4038041907"/>
                  </a:ext>
                </a:extLst>
              </a:tr>
              <a:tr h="350069">
                <a:tc>
                  <a:txBody>
                    <a:bodyPr/>
                    <a:lstStyle/>
                    <a:p>
                      <a:pPr algn="ctr"/>
                      <a:r>
                        <a:rPr lang="en-US" sz="1800" dirty="0"/>
                        <a:t>6</a:t>
                      </a:r>
                      <a:endParaRPr lang="en-IN" sz="1800" dirty="0"/>
                    </a:p>
                  </a:txBody>
                  <a:tcPr/>
                </a:tc>
                <a:tc>
                  <a:txBody>
                    <a:bodyPr/>
                    <a:lstStyle/>
                    <a:p>
                      <a:r>
                        <a:rPr lang="en-US" sz="1800" dirty="0"/>
                        <a:t>Abducens</a:t>
                      </a:r>
                      <a:endParaRPr lang="en-IN" sz="1800" dirty="0"/>
                    </a:p>
                  </a:txBody>
                  <a:tcPr/>
                </a:tc>
                <a:tc>
                  <a:txBody>
                    <a:bodyPr/>
                    <a:lstStyle/>
                    <a:p>
                      <a:r>
                        <a:rPr lang="en-US" sz="1800" dirty="0"/>
                        <a:t>Muscle conditioning</a:t>
                      </a:r>
                      <a:endParaRPr lang="en-IN" sz="1800" dirty="0"/>
                    </a:p>
                  </a:txBody>
                  <a:tcPr/>
                </a:tc>
                <a:extLst>
                  <a:ext uri="{0D108BD9-81ED-4DB2-BD59-A6C34878D82A}">
                    <a16:rowId xmlns="" xmlns:a16="http://schemas.microsoft.com/office/drawing/2014/main" val="2086533814"/>
                  </a:ext>
                </a:extLst>
              </a:tr>
              <a:tr h="610227">
                <a:tc>
                  <a:txBody>
                    <a:bodyPr/>
                    <a:lstStyle/>
                    <a:p>
                      <a:pPr algn="ctr"/>
                      <a:r>
                        <a:rPr lang="en-US" sz="1800" dirty="0"/>
                        <a:t>7</a:t>
                      </a:r>
                      <a:endParaRPr lang="en-IN" sz="1800" dirty="0"/>
                    </a:p>
                  </a:txBody>
                  <a:tcPr/>
                </a:tc>
                <a:tc>
                  <a:txBody>
                    <a:bodyPr/>
                    <a:lstStyle/>
                    <a:p>
                      <a:r>
                        <a:rPr lang="en-US" sz="1800" dirty="0"/>
                        <a:t>Facial</a:t>
                      </a:r>
                      <a:endParaRPr lang="en-IN" sz="1800" dirty="0"/>
                    </a:p>
                  </a:txBody>
                  <a:tcPr/>
                </a:tc>
                <a:tc>
                  <a:txBody>
                    <a:bodyPr/>
                    <a:lstStyle/>
                    <a:p>
                      <a:r>
                        <a:rPr lang="en-US" sz="1800" dirty="0"/>
                        <a:t>Taste, facial expressions, tear and salivary glands</a:t>
                      </a:r>
                      <a:endParaRPr lang="en-IN" sz="1800" dirty="0"/>
                    </a:p>
                  </a:txBody>
                  <a:tcPr/>
                </a:tc>
                <a:extLst>
                  <a:ext uri="{0D108BD9-81ED-4DB2-BD59-A6C34878D82A}">
                    <a16:rowId xmlns="" xmlns:a16="http://schemas.microsoft.com/office/drawing/2014/main" val="2683796761"/>
                  </a:ext>
                </a:extLst>
              </a:tr>
              <a:tr h="610227">
                <a:tc>
                  <a:txBody>
                    <a:bodyPr/>
                    <a:lstStyle/>
                    <a:p>
                      <a:pPr algn="ctr"/>
                      <a:r>
                        <a:rPr lang="en-US" sz="1800" dirty="0"/>
                        <a:t>8</a:t>
                      </a:r>
                      <a:endParaRPr lang="en-IN" sz="1800" dirty="0"/>
                    </a:p>
                  </a:txBody>
                  <a:tcPr/>
                </a:tc>
                <a:tc>
                  <a:txBody>
                    <a:bodyPr/>
                    <a:lstStyle/>
                    <a:p>
                      <a:r>
                        <a:rPr lang="en-US" sz="1800" dirty="0"/>
                        <a:t>Vestibulocochlear</a:t>
                      </a:r>
                      <a:endParaRPr lang="en-IN" sz="1800" dirty="0"/>
                    </a:p>
                  </a:txBody>
                  <a:tcPr/>
                </a:tc>
                <a:tc>
                  <a:txBody>
                    <a:bodyPr/>
                    <a:lstStyle/>
                    <a:p>
                      <a:r>
                        <a:rPr lang="en-US" sz="1800" dirty="0"/>
                        <a:t>Hearing and equilibrium</a:t>
                      </a:r>
                      <a:endParaRPr lang="en-IN" sz="1800" dirty="0"/>
                    </a:p>
                  </a:txBody>
                  <a:tcPr/>
                </a:tc>
                <a:extLst>
                  <a:ext uri="{0D108BD9-81ED-4DB2-BD59-A6C34878D82A}">
                    <a16:rowId xmlns="" xmlns:a16="http://schemas.microsoft.com/office/drawing/2014/main" val="3868409153"/>
                  </a:ext>
                </a:extLst>
              </a:tr>
              <a:tr h="610227">
                <a:tc>
                  <a:txBody>
                    <a:bodyPr/>
                    <a:lstStyle/>
                    <a:p>
                      <a:pPr algn="ctr"/>
                      <a:r>
                        <a:rPr lang="en-US" sz="1800" dirty="0"/>
                        <a:t>9</a:t>
                      </a:r>
                      <a:endParaRPr lang="en-IN" sz="1800" dirty="0"/>
                    </a:p>
                  </a:txBody>
                  <a:tcPr/>
                </a:tc>
                <a:tc>
                  <a:txBody>
                    <a:bodyPr/>
                    <a:lstStyle/>
                    <a:p>
                      <a:r>
                        <a:rPr lang="en-US" sz="1800" dirty="0"/>
                        <a:t>Glossopharyngeal</a:t>
                      </a:r>
                    </a:p>
                  </a:txBody>
                  <a:tcPr/>
                </a:tc>
                <a:tc>
                  <a:txBody>
                    <a:bodyPr/>
                    <a:lstStyle/>
                    <a:p>
                      <a:r>
                        <a:rPr lang="en-US" sz="1800" dirty="0"/>
                        <a:t>Pharynx, tonsils tongue and carotid arteries; stimulates salivary glands</a:t>
                      </a:r>
                      <a:endParaRPr lang="en-IN" sz="1800" dirty="0"/>
                    </a:p>
                  </a:txBody>
                  <a:tcPr/>
                </a:tc>
                <a:extLst>
                  <a:ext uri="{0D108BD9-81ED-4DB2-BD59-A6C34878D82A}">
                    <a16:rowId xmlns="" xmlns:a16="http://schemas.microsoft.com/office/drawing/2014/main" val="918759818"/>
                  </a:ext>
                </a:extLst>
              </a:tr>
              <a:tr h="610227">
                <a:tc>
                  <a:txBody>
                    <a:bodyPr/>
                    <a:lstStyle/>
                    <a:p>
                      <a:pPr algn="ctr"/>
                      <a:r>
                        <a:rPr lang="en-US" sz="1800" dirty="0"/>
                        <a:t>10</a:t>
                      </a:r>
                      <a:endParaRPr lang="en-IN" sz="1800" dirty="0"/>
                    </a:p>
                  </a:txBody>
                  <a:tcPr/>
                </a:tc>
                <a:tc>
                  <a:txBody>
                    <a:bodyPr/>
                    <a:lstStyle/>
                    <a:p>
                      <a:r>
                        <a:rPr lang="en-US" sz="1800" dirty="0" err="1"/>
                        <a:t>Vagus</a:t>
                      </a:r>
                      <a:endParaRPr lang="en-IN" sz="1800" dirty="0"/>
                    </a:p>
                  </a:txBody>
                  <a:tcPr/>
                </a:tc>
                <a:tc>
                  <a:txBody>
                    <a:bodyPr/>
                    <a:lstStyle/>
                    <a:p>
                      <a:r>
                        <a:rPr lang="en-US" sz="1800" dirty="0"/>
                        <a:t>Speech, swallowing, heart muscle, smooth muscle and certain glands</a:t>
                      </a:r>
                      <a:endParaRPr lang="en-IN" sz="1800" dirty="0"/>
                    </a:p>
                  </a:txBody>
                  <a:tcPr/>
                </a:tc>
                <a:extLst>
                  <a:ext uri="{0D108BD9-81ED-4DB2-BD59-A6C34878D82A}">
                    <a16:rowId xmlns="" xmlns:a16="http://schemas.microsoft.com/office/drawing/2014/main" val="1712707389"/>
                  </a:ext>
                </a:extLst>
              </a:tr>
              <a:tr h="610227">
                <a:tc>
                  <a:txBody>
                    <a:bodyPr/>
                    <a:lstStyle/>
                    <a:p>
                      <a:pPr algn="ctr"/>
                      <a:r>
                        <a:rPr lang="en-US" sz="1800" dirty="0"/>
                        <a:t>11</a:t>
                      </a:r>
                      <a:endParaRPr lang="en-IN" sz="1800" dirty="0"/>
                    </a:p>
                  </a:txBody>
                  <a:tcPr/>
                </a:tc>
                <a:tc>
                  <a:txBody>
                    <a:bodyPr/>
                    <a:lstStyle/>
                    <a:p>
                      <a:r>
                        <a:rPr lang="en-US" sz="1800" dirty="0"/>
                        <a:t>Accessory</a:t>
                      </a:r>
                      <a:endParaRPr lang="en-IN" sz="1800" dirty="0"/>
                    </a:p>
                  </a:txBody>
                  <a:tcPr/>
                </a:tc>
                <a:tc>
                  <a:txBody>
                    <a:bodyPr/>
                    <a:lstStyle/>
                    <a:p>
                      <a:r>
                        <a:rPr lang="en-US" sz="1800" dirty="0"/>
                        <a:t>Muscles of the soft palate, pharynx, larynx and neck</a:t>
                      </a:r>
                      <a:endParaRPr lang="en-IN" sz="1800" dirty="0"/>
                    </a:p>
                  </a:txBody>
                  <a:tcPr/>
                </a:tc>
                <a:extLst>
                  <a:ext uri="{0D108BD9-81ED-4DB2-BD59-A6C34878D82A}">
                    <a16:rowId xmlns="" xmlns:a16="http://schemas.microsoft.com/office/drawing/2014/main" val="3946037325"/>
                  </a:ext>
                </a:extLst>
              </a:tr>
              <a:tr h="350069">
                <a:tc>
                  <a:txBody>
                    <a:bodyPr/>
                    <a:lstStyle/>
                    <a:p>
                      <a:pPr algn="ctr"/>
                      <a:r>
                        <a:rPr lang="en-US" sz="1800" dirty="0"/>
                        <a:t>12</a:t>
                      </a:r>
                      <a:endParaRPr lang="en-IN" sz="1800" dirty="0"/>
                    </a:p>
                  </a:txBody>
                  <a:tcPr/>
                </a:tc>
                <a:tc>
                  <a:txBody>
                    <a:bodyPr/>
                    <a:lstStyle/>
                    <a:p>
                      <a:r>
                        <a:rPr lang="en-US" sz="1800" dirty="0"/>
                        <a:t>Hypoglossal</a:t>
                      </a:r>
                      <a:endParaRPr lang="en-IN" sz="1800" dirty="0"/>
                    </a:p>
                  </a:txBody>
                  <a:tcPr/>
                </a:tc>
                <a:tc>
                  <a:txBody>
                    <a:bodyPr/>
                    <a:lstStyle/>
                    <a:p>
                      <a:r>
                        <a:rPr lang="en-US" sz="1800" dirty="0"/>
                        <a:t>Tongue movement</a:t>
                      </a:r>
                      <a:endParaRPr lang="en-IN" sz="1800" dirty="0"/>
                    </a:p>
                  </a:txBody>
                  <a:tcPr/>
                </a:tc>
                <a:extLst>
                  <a:ext uri="{0D108BD9-81ED-4DB2-BD59-A6C34878D82A}">
                    <a16:rowId xmlns="" xmlns:a16="http://schemas.microsoft.com/office/drawing/2014/main" val="3562305681"/>
                  </a:ext>
                </a:extLst>
              </a:tr>
            </a:tbl>
          </a:graphicData>
        </a:graphic>
      </p:graphicFrame>
    </p:spTree>
    <p:extLst>
      <p:ext uri="{BB962C8B-B14F-4D97-AF65-F5344CB8AC3E}">
        <p14:creationId xmlns:p14="http://schemas.microsoft.com/office/powerpoint/2010/main" val="23283060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 xmlns:a16="http://schemas.microsoft.com/office/drawing/2014/main" id="{F385E2F8-E720-4E23-BE12-8178F4ABC920}"/>
              </a:ext>
            </a:extLst>
          </p:cNvPr>
          <p:cNvSpPr>
            <a:spLocks noGrp="1"/>
          </p:cNvSpPr>
          <p:nvPr>
            <p:ph type="sldNum" sz="quarter" idx="12"/>
          </p:nvPr>
        </p:nvSpPr>
        <p:spPr/>
        <p:txBody>
          <a:bodyPr/>
          <a:lstStyle/>
          <a:p>
            <a:fld id="{BDCDBBEF-AA6C-4BA6-85B2-A17D7F280E38}" type="slidenum">
              <a:rPr lang="en-US" smtClean="0"/>
              <a:pPr/>
              <a:t>33</a:t>
            </a:fld>
            <a:endParaRPr lang="en-US"/>
          </a:p>
        </p:txBody>
      </p:sp>
      <p:pic>
        <p:nvPicPr>
          <p:cNvPr id="9" name="Picture 8">
            <a:extLst>
              <a:ext uri="{FF2B5EF4-FFF2-40B4-BE49-F238E27FC236}">
                <a16:creationId xmlns="" xmlns:a16="http://schemas.microsoft.com/office/drawing/2014/main" id="{A6290E62-0800-4040-A3D4-DDDDBC143531}"/>
              </a:ext>
            </a:extLst>
          </p:cNvPr>
          <p:cNvPicPr>
            <a:picLocks noChangeAspect="1"/>
          </p:cNvPicPr>
          <p:nvPr/>
        </p:nvPicPr>
        <p:blipFill>
          <a:blip r:embed="rId2"/>
          <a:stretch>
            <a:fillRect/>
          </a:stretch>
        </p:blipFill>
        <p:spPr>
          <a:xfrm>
            <a:off x="935665" y="204788"/>
            <a:ext cx="10728252" cy="6448425"/>
          </a:xfrm>
          <a:prstGeom prst="rect">
            <a:avLst/>
          </a:prstGeom>
        </p:spPr>
      </p:pic>
    </p:spTree>
    <p:extLst>
      <p:ext uri="{BB962C8B-B14F-4D97-AF65-F5344CB8AC3E}">
        <p14:creationId xmlns:p14="http://schemas.microsoft.com/office/powerpoint/2010/main" val="35823118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Spinal nerves</a:t>
            </a:r>
            <a:br>
              <a:rPr lang="en-US" dirty="0"/>
            </a:br>
            <a:endParaRPr lang="en-IN" dirty="0"/>
          </a:p>
        </p:txBody>
      </p:sp>
      <p:sp>
        <p:nvSpPr>
          <p:cNvPr id="3" name="Content Placeholder 2"/>
          <p:cNvSpPr>
            <a:spLocks noGrp="1"/>
          </p:cNvSpPr>
          <p:nvPr>
            <p:ph idx="1"/>
          </p:nvPr>
        </p:nvSpPr>
        <p:spPr/>
        <p:txBody>
          <a:bodyPr/>
          <a:lstStyle/>
          <a:p>
            <a:pPr algn="just"/>
            <a:r>
              <a:rPr lang="en-US" dirty="0" smtClean="0"/>
              <a:t>The </a:t>
            </a:r>
            <a:r>
              <a:rPr lang="en-US" dirty="0"/>
              <a:t>second set of peripheral nerves are </a:t>
            </a:r>
            <a:r>
              <a:rPr lang="en-US" u="sng" dirty="0">
                <a:hlinkClick r:id="rId2"/>
              </a:rPr>
              <a:t>spinal nerves</a:t>
            </a:r>
            <a:r>
              <a:rPr lang="en-US" dirty="0"/>
              <a:t>, of which there are 31 pairs: eight cervical, twelve thoracic, five lumbar, five sacral, and one coccygeal. Their numbering relates to the </a:t>
            </a:r>
            <a:r>
              <a:rPr lang="en-US" u="sng" dirty="0">
                <a:hlinkClick r:id="rId3"/>
              </a:rPr>
              <a:t>vertebral column</a:t>
            </a:r>
            <a:r>
              <a:rPr lang="en-US" dirty="0"/>
              <a:t> exit level; cervical spinal nerves are numbered according to the vertebra located below, while all the rest according to the vertebra situated above.</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Tree>
    <p:extLst>
      <p:ext uri="{BB962C8B-B14F-4D97-AF65-F5344CB8AC3E}">
        <p14:creationId xmlns:p14="http://schemas.microsoft.com/office/powerpoint/2010/main" val="17963647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192222C1-AD18-4B40-ADCC-13964077B37F}"/>
              </a:ext>
            </a:extLst>
          </p:cNvPr>
          <p:cNvSpPr>
            <a:spLocks noGrp="1"/>
          </p:cNvSpPr>
          <p:nvPr>
            <p:ph type="sldNum" sz="quarter" idx="12"/>
          </p:nvPr>
        </p:nvSpPr>
        <p:spPr/>
        <p:txBody>
          <a:bodyPr/>
          <a:lstStyle/>
          <a:p>
            <a:fld id="{BDCDBBEF-AA6C-4BA6-85B2-A17D7F280E38}" type="slidenum">
              <a:rPr lang="en-US" smtClean="0"/>
              <a:pPr/>
              <a:t>35</a:t>
            </a:fld>
            <a:endParaRPr lang="en-US"/>
          </a:p>
        </p:txBody>
      </p:sp>
      <p:pic>
        <p:nvPicPr>
          <p:cNvPr id="3" name="Picture 2">
            <a:extLst>
              <a:ext uri="{FF2B5EF4-FFF2-40B4-BE49-F238E27FC236}">
                <a16:creationId xmlns="" xmlns:a16="http://schemas.microsoft.com/office/drawing/2014/main" id="{E6BA25D2-0C65-4AE4-86FB-F00FB58B83F0}"/>
              </a:ext>
            </a:extLst>
          </p:cNvPr>
          <p:cNvPicPr>
            <a:picLocks noChangeAspect="1"/>
          </p:cNvPicPr>
          <p:nvPr/>
        </p:nvPicPr>
        <p:blipFill>
          <a:blip r:embed="rId2"/>
          <a:stretch>
            <a:fillRect/>
          </a:stretch>
        </p:blipFill>
        <p:spPr>
          <a:xfrm>
            <a:off x="976423" y="136524"/>
            <a:ext cx="10239154" cy="6296173"/>
          </a:xfrm>
          <a:prstGeom prst="rect">
            <a:avLst/>
          </a:prstGeom>
        </p:spPr>
      </p:pic>
    </p:spTree>
    <p:extLst>
      <p:ext uri="{BB962C8B-B14F-4D97-AF65-F5344CB8AC3E}">
        <p14:creationId xmlns:p14="http://schemas.microsoft.com/office/powerpoint/2010/main" val="38150071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AUTONOMIC NERVOUS SYSTEM</a:t>
            </a:r>
            <a:br>
              <a:rPr lang="en-IN" dirty="0"/>
            </a:br>
            <a:endParaRPr lang="en-IN" dirty="0"/>
          </a:p>
        </p:txBody>
      </p:sp>
      <p:sp>
        <p:nvSpPr>
          <p:cNvPr id="3" name="Content Placeholder 2"/>
          <p:cNvSpPr>
            <a:spLocks noGrp="1"/>
          </p:cNvSpPr>
          <p:nvPr>
            <p:ph idx="1"/>
          </p:nvPr>
        </p:nvSpPr>
        <p:spPr/>
        <p:txBody>
          <a:bodyPr>
            <a:normAutofit/>
          </a:bodyPr>
          <a:lstStyle/>
          <a:p>
            <a:pPr algn="just"/>
            <a:r>
              <a:rPr lang="en-US" dirty="0"/>
              <a:t>The </a:t>
            </a:r>
            <a:r>
              <a:rPr lang="en-US" u="sng" dirty="0">
                <a:hlinkClick r:id="rId2"/>
              </a:rPr>
              <a:t>autonomic nervous system</a:t>
            </a:r>
            <a:r>
              <a:rPr lang="en-US" dirty="0"/>
              <a:t> is the part of the nervous system that supplies the internal organs, including the blood vessels, stomach, intestine, liver, kidneys, bladder, genitals, lungs, pupils, heart, and sweat, salivary, and digestive glands.</a:t>
            </a:r>
          </a:p>
          <a:p>
            <a:pPr algn="just"/>
            <a:r>
              <a:rPr lang="en-US" dirty="0"/>
              <a:t>The autonomic nervous system has two main divisions:</a:t>
            </a:r>
          </a:p>
          <a:p>
            <a:pPr algn="just"/>
            <a:r>
              <a:rPr lang="en-US" dirty="0"/>
              <a:t>Sympathetic</a:t>
            </a:r>
          </a:p>
          <a:p>
            <a:pPr algn="just"/>
            <a:r>
              <a:rPr lang="en-US" dirty="0" smtClean="0"/>
              <a:t>Parasympathetic</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Tree>
    <p:extLst>
      <p:ext uri="{BB962C8B-B14F-4D97-AF65-F5344CB8AC3E}">
        <p14:creationId xmlns:p14="http://schemas.microsoft.com/office/powerpoint/2010/main" val="402677337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A33FAA-A2FF-4326-9121-77C384354F08}"/>
              </a:ext>
            </a:extLst>
          </p:cNvPr>
          <p:cNvSpPr>
            <a:spLocks noGrp="1"/>
          </p:cNvSpPr>
          <p:nvPr>
            <p:ph type="title"/>
          </p:nvPr>
        </p:nvSpPr>
        <p:spPr>
          <a:xfrm>
            <a:off x="838200" y="265815"/>
            <a:ext cx="10515600" cy="839971"/>
          </a:xfrm>
        </p:spPr>
        <p:txBody>
          <a:bodyPr/>
          <a:lstStyle/>
          <a:p>
            <a:pPr algn="ctr"/>
            <a:r>
              <a:rPr lang="en-IN" b="1" dirty="0">
                <a:ln w="0"/>
                <a:effectLst>
                  <a:outerShdw blurRad="38100" dist="25400" dir="5400000" algn="ctr" rotWithShape="0">
                    <a:srgbClr val="6E747A">
                      <a:alpha val="43000"/>
                    </a:srgbClr>
                  </a:outerShdw>
                </a:effectLst>
              </a:rPr>
              <a:t>Autonomic Nervous System Subdivisions</a:t>
            </a:r>
          </a:p>
        </p:txBody>
      </p:sp>
      <p:sp>
        <p:nvSpPr>
          <p:cNvPr id="3" name="Content Placeholder 2">
            <a:extLst>
              <a:ext uri="{FF2B5EF4-FFF2-40B4-BE49-F238E27FC236}">
                <a16:creationId xmlns="" xmlns:a16="http://schemas.microsoft.com/office/drawing/2014/main" id="{A3C1BAAC-E48F-44CA-8087-EDA57070B10A}"/>
              </a:ext>
            </a:extLst>
          </p:cNvPr>
          <p:cNvSpPr>
            <a:spLocks noGrp="1"/>
          </p:cNvSpPr>
          <p:nvPr>
            <p:ph idx="1"/>
          </p:nvPr>
        </p:nvSpPr>
        <p:spPr>
          <a:xfrm>
            <a:off x="187843" y="1254642"/>
            <a:ext cx="7509322" cy="5466833"/>
          </a:xfrm>
        </p:spPr>
        <p:txBody>
          <a:bodyPr>
            <a:normAutofit fontScale="92500" lnSpcReduction="10000"/>
          </a:bodyPr>
          <a:lstStyle/>
          <a:p>
            <a:pPr algn="just">
              <a:defRPr/>
            </a:pPr>
            <a:r>
              <a:rPr lang="en-US" dirty="0">
                <a:ln w="0"/>
                <a:effectLst>
                  <a:outerShdw blurRad="38100" dist="25400" dir="5400000" algn="ctr" rotWithShape="0">
                    <a:srgbClr val="6E747A">
                      <a:alpha val="43000"/>
                    </a:srgbClr>
                  </a:outerShdw>
                </a:effectLst>
              </a:rPr>
              <a:t>Sympathetic</a:t>
            </a:r>
          </a:p>
          <a:p>
            <a:pPr lvl="1" algn="just">
              <a:defRPr/>
            </a:pPr>
            <a:r>
              <a:rPr lang="en-US" dirty="0"/>
              <a:t>Responsible for adjusting our bodies for situations of increased physical activity</a:t>
            </a:r>
          </a:p>
          <a:p>
            <a:pPr lvl="1" algn="just">
              <a:defRPr/>
            </a:pPr>
            <a:r>
              <a:rPr lang="en-US" b="0" i="0" dirty="0">
                <a:effectLst/>
              </a:rPr>
              <a:t>Its actions are commonly described as the ‘</a:t>
            </a:r>
            <a:r>
              <a:rPr lang="en-US" b="1" dirty="0"/>
              <a:t>Fight or Flight’ </a:t>
            </a:r>
            <a:r>
              <a:rPr lang="en-US" dirty="0"/>
              <a:t>response.</a:t>
            </a:r>
          </a:p>
          <a:p>
            <a:pPr lvl="1" algn="just">
              <a:defRPr/>
            </a:pPr>
            <a:r>
              <a:rPr lang="en-US" dirty="0"/>
              <a:t>As it stimulates responses such as faster breathing, increased heart rate, elevated blood pressure, dilated pupils and redirection of blood flow from the skin, kidneys, stomach and intestines to the heart and muscles, where it’s needed.</a:t>
            </a:r>
          </a:p>
          <a:p>
            <a:pPr algn="just">
              <a:defRPr/>
            </a:pPr>
            <a:r>
              <a:rPr lang="en-US" dirty="0">
                <a:ln w="0"/>
                <a:effectLst>
                  <a:outerShdw blurRad="38100" dist="25400" dir="5400000" algn="ctr" rotWithShape="0">
                    <a:srgbClr val="6E747A">
                      <a:alpha val="43000"/>
                    </a:srgbClr>
                  </a:outerShdw>
                </a:effectLst>
              </a:rPr>
              <a:t>Parasympathetic</a:t>
            </a:r>
          </a:p>
          <a:p>
            <a:pPr lvl="1" algn="just">
              <a:defRPr/>
            </a:pPr>
            <a:r>
              <a:rPr lang="en-US" dirty="0"/>
              <a:t>Responsible for adjusting our bodies for energy conservation, activating “</a:t>
            </a:r>
            <a:r>
              <a:rPr lang="en-US" b="1" dirty="0"/>
              <a:t>rest and digest</a:t>
            </a:r>
            <a:r>
              <a:rPr lang="en-US" dirty="0"/>
              <a:t>” activities.</a:t>
            </a:r>
          </a:p>
          <a:p>
            <a:pPr lvl="1" algn="just">
              <a:defRPr/>
            </a:pPr>
            <a:r>
              <a:rPr lang="en-US" dirty="0"/>
              <a:t>The nerves of the PSNS slow down the actions of the cardiovascular system, divert blood away from muscles and increase peristalsis and gland secretion. </a:t>
            </a:r>
          </a:p>
        </p:txBody>
      </p:sp>
      <p:sp>
        <p:nvSpPr>
          <p:cNvPr id="4" name="Slide Number Placeholder 3">
            <a:extLst>
              <a:ext uri="{FF2B5EF4-FFF2-40B4-BE49-F238E27FC236}">
                <a16:creationId xmlns="" xmlns:a16="http://schemas.microsoft.com/office/drawing/2014/main" id="{EA4DC4FD-D0E5-46A1-93A4-51214DF6F6D9}"/>
              </a:ext>
            </a:extLst>
          </p:cNvPr>
          <p:cNvSpPr>
            <a:spLocks noGrp="1"/>
          </p:cNvSpPr>
          <p:nvPr>
            <p:ph type="sldNum" sz="quarter" idx="12"/>
          </p:nvPr>
        </p:nvSpPr>
        <p:spPr/>
        <p:txBody>
          <a:bodyPr/>
          <a:lstStyle/>
          <a:p>
            <a:fld id="{BDCDBBEF-AA6C-4BA6-85B2-A17D7F280E38}" type="slidenum">
              <a:rPr lang="en-US" smtClean="0"/>
              <a:pPr/>
              <a:t>37</a:t>
            </a:fld>
            <a:endParaRPr lang="en-US" dirty="0"/>
          </a:p>
        </p:txBody>
      </p:sp>
      <p:pic>
        <p:nvPicPr>
          <p:cNvPr id="5" name="Picture 4">
            <a:extLst>
              <a:ext uri="{FF2B5EF4-FFF2-40B4-BE49-F238E27FC236}">
                <a16:creationId xmlns="" xmlns:a16="http://schemas.microsoft.com/office/drawing/2014/main" id="{59594B10-8096-495B-A670-4ECD7E7CBB6A}"/>
              </a:ext>
            </a:extLst>
          </p:cNvPr>
          <p:cNvPicPr>
            <a:picLocks noChangeAspect="1"/>
          </p:cNvPicPr>
          <p:nvPr/>
        </p:nvPicPr>
        <p:blipFill rotWithShape="1">
          <a:blip r:embed="rId2"/>
          <a:srcRect l="39243" t="17625" b="34391"/>
          <a:stretch/>
        </p:blipFill>
        <p:spPr>
          <a:xfrm>
            <a:off x="7812911" y="1446835"/>
            <a:ext cx="4215957" cy="4709265"/>
          </a:xfrm>
          <a:prstGeom prst="rect">
            <a:avLst/>
          </a:prstGeom>
        </p:spPr>
      </p:pic>
    </p:spTree>
    <p:extLst>
      <p:ext uri="{BB962C8B-B14F-4D97-AF65-F5344CB8AC3E}">
        <p14:creationId xmlns:p14="http://schemas.microsoft.com/office/powerpoint/2010/main" val="13344966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0368"/>
            <a:ext cx="10515600" cy="1325563"/>
          </a:xfrm>
        </p:spPr>
        <p:txBody>
          <a:bodyPr>
            <a:normAutofit fontScale="90000"/>
          </a:bodyPr>
          <a:lstStyle/>
          <a:p>
            <a:r>
              <a:rPr lang="en-US" dirty="0"/>
              <a:t>Function of the autonomic nervous system</a:t>
            </a:r>
            <a:br>
              <a:rPr lang="en-US" dirty="0"/>
            </a:br>
            <a:r>
              <a:rPr lang="en-IN" dirty="0"/>
              <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US" dirty="0"/>
              <a:t>The autonomic nervous system controls internal body processes such as the following:</a:t>
            </a:r>
          </a:p>
          <a:p>
            <a:r>
              <a:rPr lang="en-US" dirty="0"/>
              <a:t>Blood pressure</a:t>
            </a:r>
          </a:p>
          <a:p>
            <a:r>
              <a:rPr lang="en-US" dirty="0"/>
              <a:t>Heart and breathing rates</a:t>
            </a:r>
          </a:p>
          <a:p>
            <a:r>
              <a:rPr lang="en-US" dirty="0"/>
              <a:t>Body temperature</a:t>
            </a:r>
          </a:p>
          <a:p>
            <a:r>
              <a:rPr lang="en-US" dirty="0"/>
              <a:t>Digestion</a:t>
            </a:r>
          </a:p>
          <a:p>
            <a:r>
              <a:rPr lang="en-US" dirty="0"/>
              <a:t>Metabolism (thus affecting body weight)</a:t>
            </a:r>
          </a:p>
          <a:p>
            <a:r>
              <a:rPr lang="en-US" dirty="0"/>
              <a:t>The </a:t>
            </a:r>
            <a:r>
              <a:rPr lang="en-US" u="sng" dirty="0">
                <a:hlinkClick r:id="rId2"/>
              </a:rPr>
              <a:t>balance of water</a:t>
            </a:r>
            <a:r>
              <a:rPr lang="en-US" dirty="0"/>
              <a:t> and </a:t>
            </a:r>
            <a:r>
              <a:rPr lang="en-US" u="sng" dirty="0">
                <a:hlinkClick r:id="rId3"/>
              </a:rPr>
              <a:t>electrolytes</a:t>
            </a:r>
            <a:r>
              <a:rPr lang="en-US" dirty="0"/>
              <a:t> (such as sodium and calcium)</a:t>
            </a:r>
          </a:p>
          <a:p>
            <a:r>
              <a:rPr lang="en-US" dirty="0"/>
              <a:t>The production of body fluids (saliva, sweat, and tears)</a:t>
            </a:r>
          </a:p>
          <a:p>
            <a:r>
              <a:rPr lang="en-US" dirty="0"/>
              <a:t>Urination</a:t>
            </a:r>
          </a:p>
          <a:p>
            <a:r>
              <a:rPr lang="en-US" dirty="0"/>
              <a:t>Defecation</a:t>
            </a:r>
          </a:p>
          <a:p>
            <a:r>
              <a:rPr lang="en-US" dirty="0"/>
              <a:t>Sexual response</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spTree>
    <p:extLst>
      <p:ext uri="{BB962C8B-B14F-4D97-AF65-F5344CB8AC3E}">
        <p14:creationId xmlns:p14="http://schemas.microsoft.com/office/powerpoint/2010/main" val="22119740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CFACDDBB-C90D-4702-8A60-5F280CA9B922}"/>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39</a:t>
            </a:fld>
            <a:endParaRPr lang="en-US">
              <a:solidFill>
                <a:prstClr val="black">
                  <a:tint val="75000"/>
                </a:prstClr>
              </a:solidFill>
            </a:endParaRPr>
          </a:p>
        </p:txBody>
      </p:sp>
      <p:pic>
        <p:nvPicPr>
          <p:cNvPr id="3" name="Picture 2">
            <a:extLst>
              <a:ext uri="{FF2B5EF4-FFF2-40B4-BE49-F238E27FC236}">
                <a16:creationId xmlns="" xmlns:a16="http://schemas.microsoft.com/office/drawing/2014/main" id="{A3AAA238-527F-4425-8308-18632226A795}"/>
              </a:ext>
            </a:extLst>
          </p:cNvPr>
          <p:cNvPicPr>
            <a:picLocks noChangeAspect="1"/>
          </p:cNvPicPr>
          <p:nvPr/>
        </p:nvPicPr>
        <p:blipFill rotWithShape="1">
          <a:blip r:embed="rId2"/>
          <a:srcRect t="77167"/>
          <a:stretch/>
        </p:blipFill>
        <p:spPr>
          <a:xfrm>
            <a:off x="671333" y="136525"/>
            <a:ext cx="11032988" cy="6584949"/>
          </a:xfrm>
          <a:prstGeom prst="rect">
            <a:avLst/>
          </a:prstGeom>
        </p:spPr>
      </p:pic>
    </p:spTree>
    <p:extLst>
      <p:ext uri="{BB962C8B-B14F-4D97-AF65-F5344CB8AC3E}">
        <p14:creationId xmlns:p14="http://schemas.microsoft.com/office/powerpoint/2010/main" val="2126052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t>
            </a:r>
            <a:r>
              <a:rPr lang="en-US" b="1" dirty="0" smtClean="0"/>
              <a:t>omatic </a:t>
            </a:r>
            <a:r>
              <a:rPr lang="en-US" b="1" dirty="0"/>
              <a:t>nervous system</a:t>
            </a:r>
            <a:endParaRPr lang="en-IN" dirty="0"/>
          </a:p>
        </p:txBody>
      </p:sp>
      <p:sp>
        <p:nvSpPr>
          <p:cNvPr id="3" name="Content Placeholder 2"/>
          <p:cNvSpPr>
            <a:spLocks noGrp="1"/>
          </p:cNvSpPr>
          <p:nvPr>
            <p:ph idx="1"/>
          </p:nvPr>
        </p:nvSpPr>
        <p:spPr/>
        <p:txBody>
          <a:bodyPr/>
          <a:lstStyle/>
          <a:p>
            <a:pPr algn="just"/>
            <a:r>
              <a:rPr lang="en-US" dirty="0"/>
              <a:t>The </a:t>
            </a:r>
            <a:r>
              <a:rPr lang="en-US" b="1" dirty="0"/>
              <a:t>somatic nervous system</a:t>
            </a:r>
            <a:r>
              <a:rPr lang="en-US" dirty="0"/>
              <a:t> is a component of the peripheral </a:t>
            </a:r>
            <a:r>
              <a:rPr lang="en-US" b="1" dirty="0"/>
              <a:t>nervous system</a:t>
            </a:r>
            <a:r>
              <a:rPr lang="en-US" dirty="0"/>
              <a:t> associated with the voluntary control of the body movements via the use of skeletal muscles.</a:t>
            </a:r>
          </a:p>
          <a:p>
            <a:pPr algn="just"/>
            <a:r>
              <a:rPr lang="en-US" dirty="0"/>
              <a:t>Striated skeletal muscles under voluntary control receive signals to contract on the basis of stimuli relayed to the CNS.</a:t>
            </a:r>
          </a:p>
          <a:p>
            <a:pPr marL="0" indent="0" algn="just">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40</a:t>
            </a:fld>
            <a:endParaRPr lang="en-US"/>
          </a:p>
        </p:txBody>
      </p:sp>
    </p:spTree>
    <p:extLst>
      <p:ext uri="{BB962C8B-B14F-4D97-AF65-F5344CB8AC3E}">
        <p14:creationId xmlns:p14="http://schemas.microsoft.com/office/powerpoint/2010/main" val="14337000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 xmlns:a16="http://schemas.microsoft.com/office/drawing/2014/main" id="{02A00BDE-A048-4E08-B42A-A885C5F526D3}"/>
              </a:ext>
            </a:extLst>
          </p:cNvPr>
          <p:cNvSpPr>
            <a:spLocks noGrp="1"/>
          </p:cNvSpPr>
          <p:nvPr>
            <p:ph type="sldNum" sz="quarter" idx="12"/>
          </p:nvPr>
        </p:nvSpPr>
        <p:spPr/>
        <p:txBody>
          <a:bodyPr/>
          <a:lstStyle/>
          <a:p>
            <a:fld id="{BDCDBBEF-AA6C-4BA6-85B2-A17D7F280E38}" type="slidenum">
              <a:rPr lang="en-US" smtClean="0"/>
              <a:pPr/>
              <a:t>41</a:t>
            </a:fld>
            <a:endParaRPr lang="en-US"/>
          </a:p>
        </p:txBody>
      </p:sp>
      <p:pic>
        <p:nvPicPr>
          <p:cNvPr id="4" name="Picture 3">
            <a:extLst>
              <a:ext uri="{FF2B5EF4-FFF2-40B4-BE49-F238E27FC236}">
                <a16:creationId xmlns="" xmlns:a16="http://schemas.microsoft.com/office/drawing/2014/main" id="{106B1BA6-3A22-44B7-A451-0BEA7F797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36525"/>
            <a:ext cx="10648470" cy="6512627"/>
          </a:xfrm>
          <a:prstGeom prst="rect">
            <a:avLst/>
          </a:prstGeom>
        </p:spPr>
      </p:pic>
    </p:spTree>
    <p:extLst>
      <p:ext uri="{BB962C8B-B14F-4D97-AF65-F5344CB8AC3E}">
        <p14:creationId xmlns:p14="http://schemas.microsoft.com/office/powerpoint/2010/main" val="258316332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Neurons</a:t>
            </a:r>
            <a:endParaRPr lang="en-IN" b="1" dirty="0"/>
          </a:p>
        </p:txBody>
      </p:sp>
      <p:sp>
        <p:nvSpPr>
          <p:cNvPr id="3" name="Content Placeholder 2"/>
          <p:cNvSpPr>
            <a:spLocks noGrp="1"/>
          </p:cNvSpPr>
          <p:nvPr>
            <p:ph idx="1"/>
          </p:nvPr>
        </p:nvSpPr>
        <p:spPr>
          <a:xfrm>
            <a:off x="194257" y="1690688"/>
            <a:ext cx="6167907" cy="4848224"/>
          </a:xfrm>
        </p:spPr>
        <p:txBody>
          <a:bodyPr/>
          <a:lstStyle/>
          <a:p>
            <a:r>
              <a:rPr lang="en-US" dirty="0"/>
              <a:t>A neuron is a structural and functional unit of the neural tissue and hence the neural system. </a:t>
            </a:r>
            <a:endParaRPr lang="en-US" dirty="0" smtClean="0"/>
          </a:p>
          <a:p>
            <a:r>
              <a:rPr lang="en-US" dirty="0" smtClean="0"/>
              <a:t>Certain </a:t>
            </a:r>
            <a:r>
              <a:rPr lang="en-US" dirty="0"/>
              <a:t>neurons may almost equal the length of body itself. </a:t>
            </a:r>
            <a:endParaRPr lang="en-US" dirty="0" smtClean="0"/>
          </a:p>
          <a:p>
            <a:r>
              <a:rPr lang="en-US" dirty="0" smtClean="0"/>
              <a:t>Thus </a:t>
            </a:r>
            <a:r>
              <a:rPr lang="en-US" dirty="0"/>
              <a:t>neurons with longer processes (projections) are the longest cells in the body. </a:t>
            </a:r>
            <a:endParaRPr lang="en-US" dirty="0" smtClean="0"/>
          </a:p>
          <a:p>
            <a:r>
              <a:rPr lang="en-US" dirty="0" smtClean="0"/>
              <a:t>Human </a:t>
            </a:r>
            <a:r>
              <a:rPr lang="en-US" dirty="0"/>
              <a:t>neural system has about 100 billion neurons.</a:t>
            </a:r>
          </a:p>
          <a:p>
            <a:pPr marL="0" indent="0">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42</a:t>
            </a:fld>
            <a:endParaRPr lang="en-US"/>
          </a:p>
        </p:txBody>
      </p:sp>
      <p:pic>
        <p:nvPicPr>
          <p:cNvPr id="8" name="Picture 7"/>
          <p:cNvPicPr>
            <a:picLocks noChangeAspect="1"/>
          </p:cNvPicPr>
          <p:nvPr/>
        </p:nvPicPr>
        <p:blipFill>
          <a:blip r:embed="rId2"/>
          <a:stretch>
            <a:fillRect/>
          </a:stretch>
        </p:blipFill>
        <p:spPr>
          <a:xfrm>
            <a:off x="6207617" y="2344638"/>
            <a:ext cx="5756856" cy="4513362"/>
          </a:xfrm>
          <a:prstGeom prst="rect">
            <a:avLst/>
          </a:prstGeom>
        </p:spPr>
      </p:pic>
      <p:pic>
        <p:nvPicPr>
          <p:cNvPr id="9" name="Picture 8"/>
          <p:cNvPicPr>
            <a:picLocks noChangeAspect="1"/>
          </p:cNvPicPr>
          <p:nvPr/>
        </p:nvPicPr>
        <p:blipFill>
          <a:blip r:embed="rId3"/>
          <a:stretch>
            <a:fillRect/>
          </a:stretch>
        </p:blipFill>
        <p:spPr>
          <a:xfrm>
            <a:off x="6207618" y="84422"/>
            <a:ext cx="5756856" cy="2219670"/>
          </a:xfrm>
          <a:prstGeom prst="rect">
            <a:avLst/>
          </a:prstGeom>
        </p:spPr>
      </p:pic>
    </p:spTree>
    <p:extLst>
      <p:ext uri="{BB962C8B-B14F-4D97-AF65-F5344CB8AC3E}">
        <p14:creationId xmlns:p14="http://schemas.microsoft.com/office/powerpoint/2010/main" val="94371334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3610"/>
            <a:ext cx="10515600" cy="1325563"/>
          </a:xfrm>
        </p:spPr>
        <p:txBody>
          <a:bodyPr/>
          <a:lstStyle/>
          <a:p>
            <a:pPr algn="ctr"/>
            <a:r>
              <a:rPr lang="en-US" dirty="0"/>
              <a:t>Neuron</a:t>
            </a:r>
            <a:endParaRPr lang="en-IN" dirty="0"/>
          </a:p>
        </p:txBody>
      </p:sp>
      <p:sp>
        <p:nvSpPr>
          <p:cNvPr id="3" name="Content Placeholder 2"/>
          <p:cNvSpPr>
            <a:spLocks noGrp="1"/>
          </p:cNvSpPr>
          <p:nvPr>
            <p:ph idx="1"/>
          </p:nvPr>
        </p:nvSpPr>
        <p:spPr>
          <a:xfrm>
            <a:off x="128789" y="1352282"/>
            <a:ext cx="11719774" cy="5647385"/>
          </a:xfrm>
        </p:spPr>
        <p:txBody>
          <a:bodyPr>
            <a:normAutofit lnSpcReduction="10000"/>
          </a:bodyPr>
          <a:lstStyle/>
          <a:p>
            <a:pPr algn="just"/>
            <a:r>
              <a:rPr lang="en-US" dirty="0"/>
              <a:t>A typical neuron consists of a </a:t>
            </a:r>
            <a:r>
              <a:rPr lang="en-US" b="1" dirty="0"/>
              <a:t>cell body </a:t>
            </a:r>
            <a:r>
              <a:rPr lang="en-US" b="1" dirty="0" smtClean="0"/>
              <a:t>(=</a:t>
            </a:r>
            <a:r>
              <a:rPr lang="en-US" b="1" dirty="0" err="1" smtClean="0"/>
              <a:t>Ctyton</a:t>
            </a:r>
            <a:r>
              <a:rPr lang="en-US" b="1" dirty="0" smtClean="0"/>
              <a:t> or soma</a:t>
            </a:r>
            <a:r>
              <a:rPr lang="en-US" b="1" dirty="0"/>
              <a:t>)</a:t>
            </a:r>
            <a:r>
              <a:rPr lang="en-US" dirty="0"/>
              <a:t>, </a:t>
            </a:r>
            <a:r>
              <a:rPr lang="en-US" b="1" dirty="0"/>
              <a:t>dendrites</a:t>
            </a:r>
            <a:r>
              <a:rPr lang="en-US" dirty="0"/>
              <a:t>, and </a:t>
            </a:r>
            <a:r>
              <a:rPr lang="en-US" b="1" dirty="0"/>
              <a:t>an axon</a:t>
            </a:r>
            <a:r>
              <a:rPr lang="en-US" dirty="0"/>
              <a:t> with an axon terminal.</a:t>
            </a:r>
          </a:p>
          <a:p>
            <a:pPr marL="0" indent="0" algn="just" fontAlgn="base">
              <a:buNone/>
            </a:pPr>
            <a:r>
              <a:rPr lang="en-US" b="1" dirty="0"/>
              <a:t>Cell body: </a:t>
            </a:r>
            <a:r>
              <a:rPr lang="en-US" b="1" dirty="0" smtClean="0"/>
              <a:t>(= </a:t>
            </a:r>
            <a:r>
              <a:rPr lang="en-US" b="1" dirty="0" err="1"/>
              <a:t>Cyton</a:t>
            </a:r>
            <a:r>
              <a:rPr lang="en-US" b="1" dirty="0"/>
              <a:t> or Soma):</a:t>
            </a:r>
            <a:endParaRPr lang="en-US" dirty="0"/>
          </a:p>
          <a:p>
            <a:pPr algn="just" fontAlgn="base"/>
            <a:r>
              <a:rPr lang="en-US" dirty="0"/>
              <a:t>It varies in size and form. It may be up to 13.5 µm in diameter and may be irregular, spherical, oval, rounded, star-shaped or pyramidal. Like a typical cell it consists of cytoplasm, nucleus and cell membrane.</a:t>
            </a:r>
          </a:p>
          <a:p>
            <a:pPr algn="just" fontAlgn="base"/>
            <a:r>
              <a:rPr lang="en-US" dirty="0"/>
              <a:t>It has abundant cyto­plasm, called </a:t>
            </a:r>
            <a:r>
              <a:rPr lang="en-US" dirty="0" err="1"/>
              <a:t>neuroplasm</a:t>
            </a:r>
            <a:r>
              <a:rPr lang="en-US" dirty="0"/>
              <a:t> and a relatively large spherical central nucleus with a distinct nucleolus. </a:t>
            </a:r>
            <a:endParaRPr lang="en-US" dirty="0" smtClean="0"/>
          </a:p>
          <a:p>
            <a:pPr algn="just" fontAlgn="base"/>
            <a:r>
              <a:rPr lang="en-US" dirty="0" smtClean="0"/>
              <a:t>The </a:t>
            </a:r>
            <a:r>
              <a:rPr lang="en-US" dirty="0"/>
              <a:t>cytoplasm has mitochondria, Golgi apparatus, rough endoplasmic reticulum, ribosomes, lysosomes, fat globules, pigment granules, </a:t>
            </a:r>
            <a:r>
              <a:rPr lang="en-US" dirty="0" err="1"/>
              <a:t>neurofibrils</a:t>
            </a:r>
            <a:r>
              <a:rPr lang="en-US" dirty="0"/>
              <a:t>, </a:t>
            </a:r>
            <a:r>
              <a:rPr lang="en-US" dirty="0" err="1"/>
              <a:t>neurotubules</a:t>
            </a:r>
            <a:r>
              <a:rPr lang="en-US" dirty="0"/>
              <a:t> and </a:t>
            </a:r>
            <a:r>
              <a:rPr lang="en-US" dirty="0" err="1"/>
              <a:t>Nissl’s</a:t>
            </a:r>
            <a:r>
              <a:rPr lang="en-US" dirty="0"/>
              <a:t> granules</a:t>
            </a:r>
            <a:r>
              <a:rPr lang="en-US" dirty="0" smtClean="0"/>
              <a:t>.</a:t>
            </a:r>
            <a:r>
              <a:rPr lang="en-US" dirty="0"/>
              <a:t> </a:t>
            </a:r>
            <a:endParaRPr lang="en-US" dirty="0" smtClean="0"/>
          </a:p>
          <a:p>
            <a:pPr algn="just" fontAlgn="base"/>
            <a:r>
              <a:rPr lang="en-US" dirty="0" smtClean="0"/>
              <a:t>The </a:t>
            </a:r>
            <a:r>
              <a:rPr lang="en-US" dirty="0" err="1"/>
              <a:t>Nissl’s</a:t>
            </a:r>
            <a:r>
              <a:rPr lang="en-US" dirty="0"/>
              <a:t> granules (also called </a:t>
            </a:r>
            <a:r>
              <a:rPr lang="en-US" dirty="0" err="1"/>
              <a:t>Nissl’s</a:t>
            </a:r>
            <a:r>
              <a:rPr lang="en-US" dirty="0"/>
              <a:t> bodies) are irregular masses of rough endoplasmic reticulum with numerous attached and free ribosomes. The </a:t>
            </a:r>
            <a:r>
              <a:rPr lang="en-US" dirty="0" err="1"/>
              <a:t>Nissl’s</a:t>
            </a:r>
            <a:r>
              <a:rPr lang="en-US" dirty="0"/>
              <a:t> granules probably synthesize proteins for the cell.</a:t>
            </a:r>
          </a:p>
          <a:p>
            <a:pPr algn="just" fontAlgn="base"/>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43</a:t>
            </a:fld>
            <a:endParaRPr lang="en-US"/>
          </a:p>
        </p:txBody>
      </p:sp>
    </p:spTree>
    <p:extLst>
      <p:ext uri="{BB962C8B-B14F-4D97-AF65-F5344CB8AC3E}">
        <p14:creationId xmlns:p14="http://schemas.microsoft.com/office/powerpoint/2010/main" val="44435107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51379"/>
            <a:ext cx="10515600" cy="4351338"/>
          </a:xfrm>
        </p:spPr>
        <p:txBody>
          <a:bodyPr/>
          <a:lstStyle/>
          <a:p>
            <a:pPr marL="0" indent="0" algn="just" fontAlgn="base">
              <a:buNone/>
            </a:pPr>
            <a:r>
              <a:rPr lang="en-US" b="1" dirty="0"/>
              <a:t>(ii) </a:t>
            </a:r>
            <a:r>
              <a:rPr lang="en-US" b="1" dirty="0" err="1"/>
              <a:t>Neurites</a:t>
            </a:r>
            <a:r>
              <a:rPr lang="en-US" b="1" dirty="0"/>
              <a:t>:</a:t>
            </a:r>
            <a:endParaRPr lang="en-US" dirty="0"/>
          </a:p>
          <a:p>
            <a:pPr algn="just" fontAlgn="base"/>
            <a:r>
              <a:rPr lang="en-US" dirty="0"/>
              <a:t>The processes of neurons are called </a:t>
            </a:r>
            <a:r>
              <a:rPr lang="en-US" dirty="0" err="1"/>
              <a:t>neurites</a:t>
            </a:r>
            <a:r>
              <a:rPr lang="en-US" dirty="0"/>
              <a:t>. These are of two types: dendrites or </a:t>
            </a:r>
            <a:r>
              <a:rPr lang="en-US" dirty="0" err="1"/>
              <a:t>dendrons</a:t>
            </a:r>
            <a:r>
              <a:rPr lang="en-US" dirty="0"/>
              <a:t> and an axon or axis cylinder or </a:t>
            </a:r>
            <a:r>
              <a:rPr lang="en-US" dirty="0" err="1"/>
              <a:t>neuraxon</a:t>
            </a:r>
            <a:r>
              <a:rPr lang="en-US" dirty="0" smtClean="0"/>
              <a:t>.</a:t>
            </a:r>
          </a:p>
          <a:p>
            <a:pPr marL="0" indent="0" algn="just" fontAlgn="base">
              <a:buNone/>
            </a:pPr>
            <a:r>
              <a:rPr lang="en-US" b="1" dirty="0"/>
              <a:t>(a) Dendrites (</a:t>
            </a:r>
            <a:r>
              <a:rPr lang="en-US" b="1" dirty="0" err="1"/>
              <a:t>Dendrons</a:t>
            </a:r>
            <a:r>
              <a:rPr lang="en-US" b="1" dirty="0"/>
              <a:t>):</a:t>
            </a:r>
            <a:endParaRPr lang="en-US" dirty="0"/>
          </a:p>
          <a:p>
            <a:pPr algn="just" fontAlgn="base"/>
            <a:r>
              <a:rPr lang="en-US" dirty="0"/>
              <a:t>These are usually shorter, tapering and much branched processes. They may be one to several. The dendrites contain </a:t>
            </a:r>
            <a:r>
              <a:rPr lang="en-US" dirty="0" err="1"/>
              <a:t>neurofibrils</a:t>
            </a:r>
            <a:r>
              <a:rPr lang="en-US" dirty="0"/>
              <a:t>, </a:t>
            </a:r>
            <a:r>
              <a:rPr lang="en-US" dirty="0" err="1"/>
              <a:t>neurotubules</a:t>
            </a:r>
            <a:r>
              <a:rPr lang="en-US" dirty="0"/>
              <a:t> and </a:t>
            </a:r>
            <a:r>
              <a:rPr lang="en-US" dirty="0" err="1"/>
              <a:t>Nissl’s</a:t>
            </a:r>
            <a:r>
              <a:rPr lang="en-US" dirty="0"/>
              <a:t> granules. They conduct nerve impulse towards the cell body and are called afferent processes (= receiving processes).</a:t>
            </a:r>
          </a:p>
          <a:p>
            <a:pPr algn="just" fontAlgn="base"/>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44</a:t>
            </a:fld>
            <a:endParaRPr lang="en-US"/>
          </a:p>
        </p:txBody>
      </p:sp>
      <p:pic>
        <p:nvPicPr>
          <p:cNvPr id="6" name="Picture 5"/>
          <p:cNvPicPr>
            <a:picLocks noChangeAspect="1"/>
          </p:cNvPicPr>
          <p:nvPr/>
        </p:nvPicPr>
        <p:blipFill>
          <a:blip r:embed="rId2"/>
          <a:stretch>
            <a:fillRect/>
          </a:stretch>
        </p:blipFill>
        <p:spPr>
          <a:xfrm>
            <a:off x="3928056" y="-132668"/>
            <a:ext cx="7595912" cy="3030413"/>
          </a:xfrm>
          <a:prstGeom prst="rect">
            <a:avLst/>
          </a:prstGeom>
        </p:spPr>
      </p:pic>
    </p:spTree>
    <p:extLst>
      <p:ext uri="{BB962C8B-B14F-4D97-AF65-F5344CB8AC3E}">
        <p14:creationId xmlns:p14="http://schemas.microsoft.com/office/powerpoint/2010/main" val="33780417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5619" y="1399705"/>
            <a:ext cx="6592910" cy="5321770"/>
          </a:xfrm>
        </p:spPr>
        <p:txBody>
          <a:bodyPr/>
          <a:lstStyle/>
          <a:p>
            <a:pPr fontAlgn="base"/>
            <a:r>
              <a:rPr lang="en-US" b="1" dirty="0"/>
              <a:t>(b) Axon:</a:t>
            </a:r>
            <a:endParaRPr lang="en-US" dirty="0"/>
          </a:p>
          <a:p>
            <a:pPr fontAlgn="base"/>
            <a:r>
              <a:rPr lang="en-US" dirty="0"/>
              <a:t>Axon is a single, usually very long process of uniform thickness. The part of </a:t>
            </a:r>
            <a:r>
              <a:rPr lang="en-US" dirty="0" err="1"/>
              <a:t>cyton</a:t>
            </a:r>
            <a:r>
              <a:rPr lang="en-US" dirty="0"/>
              <a:t> from where the axon arises is called axon hillock. Most sensitive part of neuron is axon hillock. The axon contains </a:t>
            </a:r>
            <a:r>
              <a:rPr lang="en-US" dirty="0" err="1"/>
              <a:t>neurofibrils</a:t>
            </a:r>
            <a:r>
              <a:rPr lang="en-US" dirty="0"/>
              <a:t> and </a:t>
            </a:r>
            <a:r>
              <a:rPr lang="en-US" dirty="0" err="1"/>
              <a:t>neurotubules</a:t>
            </a:r>
            <a:r>
              <a:rPr lang="en-US" dirty="0"/>
              <a:t> but does not have </a:t>
            </a:r>
            <a:r>
              <a:rPr lang="en-US" dirty="0" err="1"/>
              <a:t>Nissl’s</a:t>
            </a:r>
            <a:r>
              <a:rPr lang="en-US" dirty="0"/>
              <a:t> granules, Golgi complex, ribosomes, pigment granules, fat globules, etc.</a:t>
            </a:r>
          </a:p>
          <a:p>
            <a:pPr marL="0" indent="0">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45</a:t>
            </a:fld>
            <a:endParaRPr lang="en-US"/>
          </a:p>
        </p:txBody>
      </p:sp>
      <p:pic>
        <p:nvPicPr>
          <p:cNvPr id="6" name="Picture 5"/>
          <p:cNvPicPr>
            <a:picLocks noChangeAspect="1"/>
          </p:cNvPicPr>
          <p:nvPr/>
        </p:nvPicPr>
        <p:blipFill>
          <a:blip r:embed="rId2"/>
          <a:stretch>
            <a:fillRect/>
          </a:stretch>
        </p:blipFill>
        <p:spPr>
          <a:xfrm>
            <a:off x="6503831" y="292336"/>
            <a:ext cx="5486400" cy="6273328"/>
          </a:xfrm>
          <a:prstGeom prst="rect">
            <a:avLst/>
          </a:prstGeom>
        </p:spPr>
      </p:pic>
    </p:spTree>
    <p:extLst>
      <p:ext uri="{BB962C8B-B14F-4D97-AF65-F5344CB8AC3E}">
        <p14:creationId xmlns:p14="http://schemas.microsoft.com/office/powerpoint/2010/main" val="152599886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079" y="821072"/>
            <a:ext cx="5820177" cy="5420701"/>
          </a:xfrm>
        </p:spPr>
        <p:txBody>
          <a:bodyPr/>
          <a:lstStyle/>
          <a:p>
            <a:pPr algn="just"/>
            <a:r>
              <a:rPr lang="en-US" dirty="0"/>
              <a:t>In the absence of </a:t>
            </a:r>
            <a:r>
              <a:rPr lang="en-US" dirty="0" err="1"/>
              <a:t>Nissl’s</a:t>
            </a:r>
            <a:r>
              <a:rPr lang="en-US" dirty="0"/>
              <a:t> granules, the axon depends on the cell body for the supply of proteins. The cell membrane of the axon is called </a:t>
            </a:r>
            <a:r>
              <a:rPr lang="en-US" dirty="0" err="1"/>
              <a:t>axolemma</a:t>
            </a:r>
            <a:r>
              <a:rPr lang="en-US" dirty="0"/>
              <a:t> and its cytoplasm is known as </a:t>
            </a:r>
            <a:r>
              <a:rPr lang="en-US" dirty="0" err="1"/>
              <a:t>axoplasm</a:t>
            </a:r>
            <a:r>
              <a:rPr lang="en-US" dirty="0"/>
              <a:t>. The axon ends in a group of branches, the terminal </a:t>
            </a:r>
            <a:r>
              <a:rPr lang="en-US" dirty="0" err="1"/>
              <a:t>arborizations</a:t>
            </a:r>
            <a:r>
              <a:rPr lang="en-US" dirty="0"/>
              <a:t> (= axon terminals</a:t>
            </a:r>
            <a:r>
              <a:rPr lang="en-US" dirty="0" smtClean="0"/>
              <a:t>).</a:t>
            </a:r>
          </a:p>
          <a:p>
            <a:pPr algn="just"/>
            <a:endParaRPr lang="en-US" dirty="0"/>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46</a:t>
            </a:fld>
            <a:endParaRPr lang="en-US"/>
          </a:p>
        </p:txBody>
      </p:sp>
      <p:pic>
        <p:nvPicPr>
          <p:cNvPr id="5" name="Picture 4"/>
          <p:cNvPicPr>
            <a:picLocks noChangeAspect="1"/>
          </p:cNvPicPr>
          <p:nvPr/>
        </p:nvPicPr>
        <p:blipFill>
          <a:blip r:embed="rId2"/>
          <a:stretch>
            <a:fillRect/>
          </a:stretch>
        </p:blipFill>
        <p:spPr>
          <a:xfrm>
            <a:off x="6671256" y="595786"/>
            <a:ext cx="5456393" cy="5425910"/>
          </a:xfrm>
          <a:prstGeom prst="rect">
            <a:avLst/>
          </a:prstGeom>
        </p:spPr>
      </p:pic>
    </p:spTree>
    <p:extLst>
      <p:ext uri="{BB962C8B-B14F-4D97-AF65-F5344CB8AC3E}">
        <p14:creationId xmlns:p14="http://schemas.microsoft.com/office/powerpoint/2010/main" val="39535619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5922"/>
            <a:ext cx="10515600" cy="5200427"/>
          </a:xfrm>
        </p:spPr>
        <p:txBody>
          <a:bodyPr>
            <a:normAutofit/>
          </a:bodyPr>
          <a:lstStyle/>
          <a:p>
            <a:pPr algn="just"/>
            <a:endParaRPr lang="en-US" dirty="0" smtClean="0"/>
          </a:p>
          <a:p>
            <a:pPr algn="just"/>
            <a:r>
              <a:rPr lang="en-US" dirty="0"/>
              <a:t>When terminal </a:t>
            </a:r>
            <a:r>
              <a:rPr lang="en-US" dirty="0" err="1"/>
              <a:t>arborizations</a:t>
            </a:r>
            <a:r>
              <a:rPr lang="en-US" dirty="0"/>
              <a:t> of the axon meet the dendrites of another neuron to form a synapse they form synaptic knobs (= end plates). The synaptic knobs contain mitochondria and secretory vesicles. The part of the sarcolemma (muscle plasma membrane) that lies beneath the axon terminals/nerve endings, is called motor end </a:t>
            </a:r>
            <a:r>
              <a:rPr lang="en-US" dirty="0" smtClean="0"/>
              <a:t>plate.</a:t>
            </a:r>
          </a:p>
          <a:p>
            <a:pPr algn="just"/>
            <a:r>
              <a:rPr lang="en-US" dirty="0" smtClean="0"/>
              <a:t>Each </a:t>
            </a:r>
            <a:r>
              <a:rPr lang="en-US" dirty="0"/>
              <a:t>axon may also possess side branches called collateral </a:t>
            </a:r>
            <a:r>
              <a:rPr lang="en-US" dirty="0" err="1"/>
              <a:t>fibres</a:t>
            </a:r>
            <a:r>
              <a:rPr lang="en-US" dirty="0"/>
              <a:t> which are usually much finer than the main axonal process. The axon conducts nerve impulses away from the cell body, therefore, called an efferent process.</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47</a:t>
            </a:fld>
            <a:endParaRPr lang="en-US"/>
          </a:p>
        </p:txBody>
      </p:sp>
    </p:spTree>
    <p:extLst>
      <p:ext uri="{BB962C8B-B14F-4D97-AF65-F5344CB8AC3E}">
        <p14:creationId xmlns:p14="http://schemas.microsoft.com/office/powerpoint/2010/main" val="5214085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5619"/>
            <a:ext cx="10515600" cy="4351338"/>
          </a:xfrm>
        </p:spPr>
        <p:txBody>
          <a:bodyPr/>
          <a:lstStyle/>
          <a:p>
            <a:pPr fontAlgn="base"/>
            <a:r>
              <a:rPr lang="en-US" dirty="0"/>
              <a:t>There are two types of axon namely </a:t>
            </a:r>
            <a:r>
              <a:rPr lang="en-US" dirty="0" err="1"/>
              <a:t>myelinated</a:t>
            </a:r>
            <a:r>
              <a:rPr lang="en-US" dirty="0"/>
              <a:t> and non-</a:t>
            </a:r>
            <a:r>
              <a:rPr lang="en-US" dirty="0" err="1"/>
              <a:t>myelinated</a:t>
            </a:r>
            <a:r>
              <a:rPr lang="en-US" dirty="0"/>
              <a:t>. In </a:t>
            </a:r>
            <a:r>
              <a:rPr lang="en-US" b="1" dirty="0" err="1"/>
              <a:t>myelinated</a:t>
            </a:r>
            <a:r>
              <a:rPr lang="en-US" b="1" dirty="0"/>
              <a:t> nerve </a:t>
            </a:r>
            <a:r>
              <a:rPr lang="en-US" b="1" dirty="0" err="1" smtClean="0"/>
              <a:t>fibres</a:t>
            </a:r>
            <a:r>
              <a:rPr lang="en-US" dirty="0" smtClean="0"/>
              <a:t>, </a:t>
            </a:r>
            <a:r>
              <a:rPr lang="en-US" dirty="0"/>
              <a:t>Schwann cells form myelin sheath around the axon. The gaps between two adjacent myelin sheaths are called </a:t>
            </a:r>
            <a:r>
              <a:rPr lang="en-US" b="1" dirty="0"/>
              <a:t>nodes of Ranvier.</a:t>
            </a:r>
          </a:p>
          <a:p>
            <a:pPr fontAlgn="base"/>
            <a:r>
              <a:rPr lang="en-US" b="1" dirty="0" smtClean="0"/>
              <a:t>Myelin sheath</a:t>
            </a:r>
            <a:r>
              <a:rPr lang="en-US" dirty="0" smtClean="0"/>
              <a:t> </a:t>
            </a:r>
            <a:r>
              <a:rPr lang="en-US" dirty="0"/>
              <a:t>provides protective insulation for your nerve </a:t>
            </a:r>
            <a:r>
              <a:rPr lang="en-US" dirty="0" smtClean="0"/>
              <a:t>cell</a:t>
            </a:r>
            <a:r>
              <a:rPr lang="en-US" dirty="0"/>
              <a:t> </a:t>
            </a:r>
            <a:r>
              <a:rPr lang="en-US" dirty="0" smtClean="0"/>
              <a:t>and allows </a:t>
            </a:r>
            <a:r>
              <a:rPr lang="en-US" dirty="0"/>
              <a:t>electrical impulses to transmit quickly and efficiently along the nerve cells</a:t>
            </a:r>
            <a:r>
              <a:rPr lang="en-US" dirty="0" smtClean="0"/>
              <a:t>.</a:t>
            </a:r>
          </a:p>
          <a:p>
            <a:pPr fontAlgn="base"/>
            <a:r>
              <a:rPr lang="en-US" dirty="0" err="1"/>
              <a:t>Myelinated</a:t>
            </a:r>
            <a:r>
              <a:rPr lang="en-US" dirty="0"/>
              <a:t> nerve </a:t>
            </a:r>
            <a:r>
              <a:rPr lang="en-US" dirty="0" err="1"/>
              <a:t>fibres</a:t>
            </a:r>
            <a:r>
              <a:rPr lang="en-US" dirty="0"/>
              <a:t> are found in cranial and spinal nerves</a:t>
            </a:r>
            <a:r>
              <a:rPr lang="en-US" dirty="0" smtClean="0"/>
              <a:t>.</a:t>
            </a:r>
          </a:p>
          <a:p>
            <a:pPr fontAlgn="base"/>
            <a:r>
              <a:rPr lang="en-US" dirty="0" smtClean="0"/>
              <a:t> </a:t>
            </a:r>
            <a:r>
              <a:rPr lang="en-US" dirty="0"/>
              <a:t>In non-</a:t>
            </a:r>
            <a:r>
              <a:rPr lang="en-US" dirty="0" err="1"/>
              <a:t>myelinated</a:t>
            </a:r>
            <a:r>
              <a:rPr lang="en-US" dirty="0"/>
              <a:t> nerve </a:t>
            </a:r>
            <a:r>
              <a:rPr lang="en-US" dirty="0" err="1" smtClean="0"/>
              <a:t>fibres</a:t>
            </a:r>
            <a:r>
              <a:rPr lang="en-US" dirty="0" smtClean="0"/>
              <a:t>, </a:t>
            </a:r>
            <a:r>
              <a:rPr lang="en-US" dirty="0"/>
              <a:t>Schwann cells do not form myelin sheath and are without nodes of Ranvier. </a:t>
            </a:r>
          </a:p>
          <a:p>
            <a:pPr fontAlgn="base"/>
            <a:endParaRPr lang="en-US" dirty="0"/>
          </a:p>
          <a:p>
            <a:pPr marL="0" indent="0">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48</a:t>
            </a:fld>
            <a:endParaRPr lang="en-US"/>
          </a:p>
        </p:txBody>
      </p:sp>
    </p:spTree>
    <p:extLst>
      <p:ext uri="{BB962C8B-B14F-4D97-AF65-F5344CB8AC3E}">
        <p14:creationId xmlns:p14="http://schemas.microsoft.com/office/powerpoint/2010/main" val="13083359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F373A4-CFB2-44DB-9D40-666724829375}"/>
              </a:ext>
            </a:extLst>
          </p:cNvPr>
          <p:cNvSpPr>
            <a:spLocks noGrp="1"/>
          </p:cNvSpPr>
          <p:nvPr>
            <p:ph type="title"/>
          </p:nvPr>
        </p:nvSpPr>
        <p:spPr>
          <a:xfrm>
            <a:off x="931545" y="205741"/>
            <a:ext cx="4636770" cy="937259"/>
          </a:xfrm>
        </p:spPr>
        <p:txBody>
          <a:bodyPr/>
          <a:lstStyle/>
          <a:p>
            <a:pPr algn="ctr"/>
            <a:r>
              <a:rPr lang="en-US" b="1" dirty="0">
                <a:ln w="0"/>
                <a:solidFill>
                  <a:schemeClr val="accent1"/>
                </a:solidFill>
                <a:effectLst>
                  <a:outerShdw blurRad="38100" dist="25400" dir="5400000" algn="ctr" rotWithShape="0">
                    <a:srgbClr val="6E747A">
                      <a:alpha val="43000"/>
                    </a:srgbClr>
                  </a:outerShdw>
                </a:effectLst>
              </a:rPr>
              <a:t>Types of Neurons</a:t>
            </a:r>
            <a:endParaRPr lang="en-IN" b="1" dirty="0">
              <a:ln w="0"/>
              <a:solidFill>
                <a:schemeClr val="accent1"/>
              </a:solidFill>
              <a:effectLst>
                <a:outerShdw blurRad="38100" dist="25400" dir="5400000" algn="ctr" rotWithShape="0">
                  <a:srgbClr val="6E747A">
                    <a:alpha val="43000"/>
                  </a:srgbClr>
                </a:outerShdw>
              </a:effectLst>
            </a:endParaRPr>
          </a:p>
        </p:txBody>
      </p:sp>
      <p:sp>
        <p:nvSpPr>
          <p:cNvPr id="3" name="Content Placeholder 2">
            <a:extLst>
              <a:ext uri="{FF2B5EF4-FFF2-40B4-BE49-F238E27FC236}">
                <a16:creationId xmlns:a16="http://schemas.microsoft.com/office/drawing/2014/main" xmlns="" id="{264B07A1-7D58-4EE7-B741-5842207072BA}"/>
              </a:ext>
            </a:extLst>
          </p:cNvPr>
          <p:cNvSpPr>
            <a:spLocks noGrp="1"/>
          </p:cNvSpPr>
          <p:nvPr>
            <p:ph idx="1"/>
          </p:nvPr>
        </p:nvSpPr>
        <p:spPr>
          <a:xfrm>
            <a:off x="647700" y="1405890"/>
            <a:ext cx="5124450" cy="5143500"/>
          </a:xfrm>
        </p:spPr>
        <p:txBody>
          <a:bodyPr>
            <a:normAutofit/>
          </a:bodyPr>
          <a:lstStyle/>
          <a:p>
            <a:pPr algn="just"/>
            <a:r>
              <a:rPr lang="en-US" b="1" dirty="0"/>
              <a:t>Efferent</a:t>
            </a:r>
            <a:r>
              <a:rPr lang="en-US" dirty="0"/>
              <a:t> (Motor neurons): Transmit messages from the central nervous system to the muscles (or to glands)</a:t>
            </a:r>
          </a:p>
          <a:p>
            <a:pPr algn="just"/>
            <a:r>
              <a:rPr lang="en-US" b="1" dirty="0"/>
              <a:t>Afferent</a:t>
            </a:r>
            <a:r>
              <a:rPr lang="en-US" dirty="0"/>
              <a:t> (Sensory neurons): Carry messages from sensory receptors to the central nervous system</a:t>
            </a:r>
          </a:p>
          <a:p>
            <a:pPr algn="just"/>
            <a:r>
              <a:rPr lang="en-US" b="1" dirty="0"/>
              <a:t>Interneuron</a:t>
            </a:r>
            <a:r>
              <a:rPr lang="en-US" dirty="0"/>
              <a:t>: Found only in the central nervous system where they connect neuron to neuron</a:t>
            </a:r>
            <a:endParaRPr lang="en-IN" dirty="0"/>
          </a:p>
        </p:txBody>
      </p:sp>
      <p:sp>
        <p:nvSpPr>
          <p:cNvPr id="4" name="Slide Number Placeholder 3">
            <a:extLst>
              <a:ext uri="{FF2B5EF4-FFF2-40B4-BE49-F238E27FC236}">
                <a16:creationId xmlns:a16="http://schemas.microsoft.com/office/drawing/2014/main" xmlns="" id="{1FA00D3D-96FC-469C-8E4F-11B33BE7F5FA}"/>
              </a:ext>
            </a:extLst>
          </p:cNvPr>
          <p:cNvSpPr>
            <a:spLocks noGrp="1"/>
          </p:cNvSpPr>
          <p:nvPr>
            <p:ph type="sldNum" sz="quarter" idx="12"/>
          </p:nvPr>
        </p:nvSpPr>
        <p:spPr/>
        <p:txBody>
          <a:bodyPr/>
          <a:lstStyle/>
          <a:p>
            <a:fld id="{BDCDBBEF-AA6C-4BA6-85B2-A17D7F280E38}" type="slidenum">
              <a:rPr lang="en-US" smtClean="0"/>
              <a:pPr/>
              <a:t>49</a:t>
            </a:fld>
            <a:endParaRPr lang="en-US"/>
          </a:p>
        </p:txBody>
      </p:sp>
      <p:pic>
        <p:nvPicPr>
          <p:cNvPr id="7" name="Picture 6">
            <a:extLst>
              <a:ext uri="{FF2B5EF4-FFF2-40B4-BE49-F238E27FC236}">
                <a16:creationId xmlns:a16="http://schemas.microsoft.com/office/drawing/2014/main" xmlns="" id="{F3200974-19A7-49EE-875E-5C0F4283EB62}"/>
              </a:ext>
            </a:extLst>
          </p:cNvPr>
          <p:cNvPicPr>
            <a:picLocks noChangeAspect="1"/>
          </p:cNvPicPr>
          <p:nvPr/>
        </p:nvPicPr>
        <p:blipFill rotWithShape="1">
          <a:blip r:embed="rId2"/>
          <a:srcRect t="14956"/>
          <a:stretch/>
        </p:blipFill>
        <p:spPr>
          <a:xfrm>
            <a:off x="5772149" y="205741"/>
            <a:ext cx="6385561" cy="6652259"/>
          </a:xfrm>
          <a:prstGeom prst="rect">
            <a:avLst/>
          </a:prstGeom>
        </p:spPr>
      </p:pic>
    </p:spTree>
    <p:extLst>
      <p:ext uri="{BB962C8B-B14F-4D97-AF65-F5344CB8AC3E}">
        <p14:creationId xmlns:p14="http://schemas.microsoft.com/office/powerpoint/2010/main" val="39897786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C12A17C-B0CA-42C9-B1B6-B1B4BA11A0ED}"/>
              </a:ext>
            </a:extLst>
          </p:cNvPr>
          <p:cNvSpPr>
            <a:spLocks noGrp="1"/>
          </p:cNvSpPr>
          <p:nvPr>
            <p:ph type="title"/>
          </p:nvPr>
        </p:nvSpPr>
        <p:spPr>
          <a:xfrm>
            <a:off x="838200" y="365125"/>
            <a:ext cx="10515600" cy="960755"/>
          </a:xfrm>
        </p:spPr>
        <p:txBody>
          <a:bodyPr/>
          <a:lstStyle/>
          <a:p>
            <a:pPr algn="ctr"/>
            <a:r>
              <a:rPr lang="en-IN" b="0" i="0" dirty="0">
                <a:solidFill>
                  <a:srgbClr val="0099FF"/>
                </a:solidFill>
                <a:effectLst/>
                <a:latin typeface="PlutoSansLight"/>
              </a:rPr>
              <a:t>How do neurons function?</a:t>
            </a:r>
            <a:endParaRPr lang="en-IN" dirty="0"/>
          </a:p>
        </p:txBody>
      </p:sp>
      <p:sp>
        <p:nvSpPr>
          <p:cNvPr id="3" name="Content Placeholder 2">
            <a:extLst>
              <a:ext uri="{FF2B5EF4-FFF2-40B4-BE49-F238E27FC236}">
                <a16:creationId xmlns:a16="http://schemas.microsoft.com/office/drawing/2014/main" xmlns="" id="{357B3ED9-B97F-4057-A635-E64062C7054D}"/>
              </a:ext>
            </a:extLst>
          </p:cNvPr>
          <p:cNvSpPr>
            <a:spLocks noGrp="1"/>
          </p:cNvSpPr>
          <p:nvPr>
            <p:ph idx="1"/>
          </p:nvPr>
        </p:nvSpPr>
        <p:spPr>
          <a:xfrm>
            <a:off x="838200" y="1325880"/>
            <a:ext cx="10763250" cy="4851083"/>
          </a:xfrm>
        </p:spPr>
        <p:txBody>
          <a:bodyPr>
            <a:normAutofit/>
          </a:bodyPr>
          <a:lstStyle/>
          <a:p>
            <a:pPr algn="just"/>
            <a:r>
              <a:rPr lang="en-US" b="0" i="0" dirty="0">
                <a:solidFill>
                  <a:srgbClr val="495354"/>
                </a:solidFill>
                <a:effectLst/>
                <a:latin typeface="PlutoSansLight"/>
              </a:rPr>
              <a:t>The morphology of neurons makes them highly specialized to work with neural impulses; they generate, receive and send these impulses onto other neurons and non-neural tissues. </a:t>
            </a:r>
          </a:p>
          <a:p>
            <a:pPr algn="just"/>
            <a:r>
              <a:rPr lang="en-US" b="0" i="0" dirty="0">
                <a:solidFill>
                  <a:srgbClr val="495354"/>
                </a:solidFill>
                <a:effectLst/>
                <a:latin typeface="PlutoSansLight"/>
              </a:rPr>
              <a:t>The site where an axon connects to another cell to pass the neural impulse is called a </a:t>
            </a:r>
            <a:r>
              <a:rPr lang="en-US" b="1" i="0" dirty="0">
                <a:solidFill>
                  <a:srgbClr val="495354"/>
                </a:solidFill>
                <a:effectLst/>
                <a:latin typeface="var(--medium)"/>
              </a:rPr>
              <a:t>synapse</a:t>
            </a:r>
            <a:r>
              <a:rPr lang="en-US" b="0" i="0" dirty="0">
                <a:solidFill>
                  <a:srgbClr val="495354"/>
                </a:solidFill>
                <a:effectLst/>
                <a:latin typeface="PlutoSansLight"/>
              </a:rPr>
              <a:t>. </a:t>
            </a:r>
          </a:p>
          <a:p>
            <a:pPr algn="just"/>
            <a:r>
              <a:rPr lang="en-US" b="0" i="0" dirty="0">
                <a:solidFill>
                  <a:srgbClr val="495354"/>
                </a:solidFill>
                <a:effectLst/>
                <a:latin typeface="PlutoSansLight"/>
              </a:rPr>
              <a:t>The synapse doesn't connect to the next cell directly. </a:t>
            </a:r>
          </a:p>
          <a:p>
            <a:pPr algn="just"/>
            <a:r>
              <a:rPr lang="en-US" b="0" i="0" dirty="0">
                <a:solidFill>
                  <a:srgbClr val="495354"/>
                </a:solidFill>
                <a:effectLst/>
                <a:latin typeface="PlutoSansLight"/>
              </a:rPr>
              <a:t>Instead, the impulse triggers the release of chemicals called </a:t>
            </a:r>
            <a:r>
              <a:rPr lang="en-US" b="1" dirty="0">
                <a:solidFill>
                  <a:srgbClr val="495354"/>
                </a:solidFill>
                <a:latin typeface="var(--medium)"/>
              </a:rPr>
              <a:t>neurotransmitters</a:t>
            </a:r>
            <a:r>
              <a:rPr lang="en-US" dirty="0">
                <a:solidFill>
                  <a:srgbClr val="495354"/>
                </a:solidFill>
                <a:latin typeface="var(--medium)"/>
              </a:rPr>
              <a:t> </a:t>
            </a:r>
            <a:r>
              <a:rPr lang="en-US" b="0" i="0" dirty="0">
                <a:solidFill>
                  <a:srgbClr val="495354"/>
                </a:solidFill>
                <a:effectLst/>
                <a:latin typeface="PlutoSansLight"/>
              </a:rPr>
              <a:t>from the very end of an axon. </a:t>
            </a:r>
          </a:p>
          <a:p>
            <a:pPr algn="just"/>
            <a:r>
              <a:rPr lang="en-US" b="0" i="0" dirty="0">
                <a:solidFill>
                  <a:srgbClr val="495354"/>
                </a:solidFill>
                <a:effectLst/>
                <a:latin typeface="PlutoSansLight"/>
              </a:rPr>
              <a:t>These neurotransmitters bind to the effector cell’s membrane, causing biochemical events to occur within that cell according to the orders sent by the CNS.</a:t>
            </a:r>
            <a:endParaRPr lang="en-IN" dirty="0"/>
          </a:p>
        </p:txBody>
      </p:sp>
      <p:sp>
        <p:nvSpPr>
          <p:cNvPr id="4" name="Slide Number Placeholder 3">
            <a:extLst>
              <a:ext uri="{FF2B5EF4-FFF2-40B4-BE49-F238E27FC236}">
                <a16:creationId xmlns:a16="http://schemas.microsoft.com/office/drawing/2014/main" xmlns="" id="{8ADAD8AC-4336-4135-A658-8BC4525000BE}"/>
              </a:ext>
            </a:extLst>
          </p:cNvPr>
          <p:cNvSpPr>
            <a:spLocks noGrp="1"/>
          </p:cNvSpPr>
          <p:nvPr>
            <p:ph type="sldNum" sz="quarter" idx="12"/>
          </p:nvPr>
        </p:nvSpPr>
        <p:spPr/>
        <p:txBody>
          <a:bodyPr/>
          <a:lstStyle/>
          <a:p>
            <a:fld id="{BDCDBBEF-AA6C-4BA6-85B2-A17D7F280E38}" type="slidenum">
              <a:rPr lang="en-US" smtClean="0"/>
              <a:pPr/>
              <a:t>50</a:t>
            </a:fld>
            <a:endParaRPr lang="en-US"/>
          </a:p>
        </p:txBody>
      </p:sp>
    </p:spTree>
    <p:extLst>
      <p:ext uri="{BB962C8B-B14F-4D97-AF65-F5344CB8AC3E}">
        <p14:creationId xmlns:p14="http://schemas.microsoft.com/office/powerpoint/2010/main" val="48785572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30310" y="706079"/>
            <a:ext cx="10323490" cy="5832833"/>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51</a:t>
            </a:fld>
            <a:endParaRPr lang="en-US"/>
          </a:p>
        </p:txBody>
      </p:sp>
    </p:spTree>
    <p:extLst>
      <p:ext uri="{BB962C8B-B14F-4D97-AF65-F5344CB8AC3E}">
        <p14:creationId xmlns:p14="http://schemas.microsoft.com/office/powerpoint/2010/main" val="35647592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Reflex action</a:t>
            </a:r>
            <a:endParaRPr lang="en-IN" dirty="0"/>
          </a:p>
        </p:txBody>
      </p:sp>
      <p:sp>
        <p:nvSpPr>
          <p:cNvPr id="3" name="Content Placeholder 2"/>
          <p:cNvSpPr>
            <a:spLocks noGrp="1"/>
          </p:cNvSpPr>
          <p:nvPr>
            <p:ph idx="1"/>
          </p:nvPr>
        </p:nvSpPr>
        <p:spPr/>
        <p:txBody>
          <a:bodyPr/>
          <a:lstStyle/>
          <a:p>
            <a:pPr algn="just"/>
            <a:r>
              <a:rPr lang="en-US" dirty="0"/>
              <a:t>Reflex action is a rapid, automatic action carried out without the intervention of the will of the animal. It is independent of the will of the animal.</a:t>
            </a:r>
          </a:p>
          <a:p>
            <a:pPr algn="just"/>
            <a:r>
              <a:rPr lang="en-US" dirty="0"/>
              <a:t>A reflex is defined as automatic/involuntary, purpose serving or goal oriented response for afferent stimulation which can be internal or external.</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52</a:t>
            </a:fld>
            <a:endParaRPr lang="en-US"/>
          </a:p>
        </p:txBody>
      </p:sp>
    </p:spTree>
    <p:extLst>
      <p:ext uri="{BB962C8B-B14F-4D97-AF65-F5344CB8AC3E}">
        <p14:creationId xmlns:p14="http://schemas.microsoft.com/office/powerpoint/2010/main" val="34926493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Reflex action </a:t>
            </a:r>
          </a:p>
        </p:txBody>
      </p:sp>
      <p:sp>
        <p:nvSpPr>
          <p:cNvPr id="3" name="Content Placeholder 2"/>
          <p:cNvSpPr>
            <a:spLocks noGrp="1"/>
          </p:cNvSpPr>
          <p:nvPr>
            <p:ph idx="1"/>
          </p:nvPr>
        </p:nvSpPr>
        <p:spPr/>
        <p:txBody>
          <a:bodyPr/>
          <a:lstStyle/>
          <a:p>
            <a:pPr algn="just"/>
            <a:r>
              <a:rPr lang="en-US" dirty="0"/>
              <a:t>During reflex action the impulse travels through a path known as reflex arc. </a:t>
            </a:r>
            <a:endParaRPr lang="en-US" dirty="0" smtClean="0"/>
          </a:p>
          <a:p>
            <a:pPr algn="just"/>
            <a:r>
              <a:rPr lang="en-US" dirty="0" smtClean="0"/>
              <a:t>A </a:t>
            </a:r>
            <a:r>
              <a:rPr lang="en-US" dirty="0"/>
              <a:t>simple reflex arc (monosynaptic) involves a sensory or afferent neuron, an interneuron present within the spinal cord and a motor or efferent neuron. </a:t>
            </a:r>
            <a:endParaRPr lang="en-US" dirty="0" smtClean="0"/>
          </a:p>
          <a:p>
            <a:pPr algn="just"/>
            <a:r>
              <a:rPr lang="en-US" dirty="0" smtClean="0"/>
              <a:t>The </a:t>
            </a:r>
            <a:r>
              <a:rPr lang="en-US" dirty="0"/>
              <a:t>afferent is connected to the receptors (such as skin) and the efferent is connected to the effectors (muscles or glands).</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53</a:t>
            </a:fld>
            <a:endParaRPr lang="en-US"/>
          </a:p>
        </p:txBody>
      </p:sp>
    </p:spTree>
    <p:extLst>
      <p:ext uri="{BB962C8B-B14F-4D97-AF65-F5344CB8AC3E}">
        <p14:creationId xmlns:p14="http://schemas.microsoft.com/office/powerpoint/2010/main" val="406241431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Reflex action </a:t>
            </a:r>
          </a:p>
        </p:txBody>
      </p:sp>
      <p:sp>
        <p:nvSpPr>
          <p:cNvPr id="3" name="Content Placeholder 2"/>
          <p:cNvSpPr>
            <a:spLocks noGrp="1"/>
          </p:cNvSpPr>
          <p:nvPr>
            <p:ph idx="1"/>
          </p:nvPr>
        </p:nvSpPr>
        <p:spPr/>
        <p:txBody>
          <a:bodyPr/>
          <a:lstStyle/>
          <a:p>
            <a:pPr algn="just"/>
            <a:r>
              <a:rPr lang="en-US" dirty="0"/>
              <a:t>The stimulus detected by the receptors passes into the sensory or afferent neuron. </a:t>
            </a:r>
            <a:endParaRPr lang="en-US" dirty="0" smtClean="0"/>
          </a:p>
          <a:p>
            <a:pPr algn="just"/>
            <a:r>
              <a:rPr lang="en-US" dirty="0" smtClean="0"/>
              <a:t>These </a:t>
            </a:r>
            <a:r>
              <a:rPr lang="en-US" dirty="0"/>
              <a:t>impulses enter the spinal cord through the dorsal root and initiate impulse in interneuron or association neuron. </a:t>
            </a:r>
            <a:endParaRPr lang="en-US" dirty="0" smtClean="0"/>
          </a:p>
          <a:p>
            <a:pPr algn="just"/>
            <a:r>
              <a:rPr lang="en-US" dirty="0" smtClean="0"/>
              <a:t>From </a:t>
            </a:r>
            <a:r>
              <a:rPr lang="en-US" dirty="0"/>
              <a:t>the spinal cord the impulse is carried through the ventral root and travel along the afferent or motor nerve </a:t>
            </a:r>
            <a:r>
              <a:rPr lang="en-US" dirty="0" err="1"/>
              <a:t>fibres</a:t>
            </a:r>
            <a:r>
              <a:rPr lang="en-US" dirty="0"/>
              <a:t> to reach the effect or organ.</a:t>
            </a:r>
          </a:p>
          <a:p>
            <a:pPr algn="just"/>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54</a:t>
            </a:fld>
            <a:endParaRPr lang="en-US"/>
          </a:p>
        </p:txBody>
      </p:sp>
    </p:spTree>
    <p:extLst>
      <p:ext uri="{BB962C8B-B14F-4D97-AF65-F5344CB8AC3E}">
        <p14:creationId xmlns:p14="http://schemas.microsoft.com/office/powerpoint/2010/main" val="313912098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Reflex action </a:t>
            </a:r>
          </a:p>
        </p:txBody>
      </p:sp>
      <p:pic>
        <p:nvPicPr>
          <p:cNvPr id="5" name="Content Placeholder 4"/>
          <p:cNvPicPr>
            <a:picLocks noGrp="1" noChangeAspect="1"/>
          </p:cNvPicPr>
          <p:nvPr>
            <p:ph idx="1"/>
          </p:nvPr>
        </p:nvPicPr>
        <p:blipFill>
          <a:blip r:embed="rId2"/>
          <a:stretch>
            <a:fillRect/>
          </a:stretch>
        </p:blipFill>
        <p:spPr>
          <a:xfrm>
            <a:off x="754488" y="1507332"/>
            <a:ext cx="10599312" cy="5032375"/>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55</a:t>
            </a:fld>
            <a:endParaRPr lang="en-US"/>
          </a:p>
        </p:txBody>
      </p:sp>
    </p:spTree>
    <p:extLst>
      <p:ext uri="{BB962C8B-B14F-4D97-AF65-F5344CB8AC3E}">
        <p14:creationId xmlns:p14="http://schemas.microsoft.com/office/powerpoint/2010/main" val="10500819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Reflex Actions</a:t>
            </a:r>
            <a:endParaRPr lang="en-IN" dirty="0"/>
          </a:p>
        </p:txBody>
      </p:sp>
      <p:sp>
        <p:nvSpPr>
          <p:cNvPr id="3" name="Content Placeholder 2"/>
          <p:cNvSpPr>
            <a:spLocks noGrp="1"/>
          </p:cNvSpPr>
          <p:nvPr>
            <p:ph idx="1"/>
          </p:nvPr>
        </p:nvSpPr>
        <p:spPr/>
        <p:txBody>
          <a:bodyPr/>
          <a:lstStyle/>
          <a:p>
            <a:r>
              <a:rPr lang="en-US" dirty="0"/>
              <a:t>Some Important Reflex Actions:</a:t>
            </a:r>
          </a:p>
          <a:p>
            <a:r>
              <a:rPr lang="en-US" dirty="0"/>
              <a:t>(</a:t>
            </a:r>
            <a:r>
              <a:rPr lang="en-US" dirty="0" err="1"/>
              <a:t>i</a:t>
            </a:r>
            <a:r>
              <a:rPr lang="en-US" dirty="0"/>
              <a:t>) Narrowing of the pupil of eye on seeing bright light</a:t>
            </a:r>
          </a:p>
          <a:p>
            <a:r>
              <a:rPr lang="en-US" dirty="0"/>
              <a:t>(ii) Withdrawal of limbs when it touches hot object</a:t>
            </a:r>
          </a:p>
          <a:p>
            <a:r>
              <a:rPr lang="en-US" dirty="0"/>
              <a:t>Quick closing of eye lids when a flying object suddenly approaches the eye</a:t>
            </a:r>
          </a:p>
          <a:p>
            <a:r>
              <a:rPr lang="en-US" dirty="0"/>
              <a:t>Opening of the mouth on hearing a sudden loud noise.</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56</a:t>
            </a:fld>
            <a:endParaRPr lang="en-US"/>
          </a:p>
        </p:txBody>
      </p:sp>
    </p:spTree>
    <p:extLst>
      <p:ext uri="{BB962C8B-B14F-4D97-AF65-F5344CB8AC3E}">
        <p14:creationId xmlns:p14="http://schemas.microsoft.com/office/powerpoint/2010/main" val="152814505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383" y="3275750"/>
            <a:ext cx="10515600" cy="1325563"/>
          </a:xfrm>
        </p:spPr>
        <p:txBody>
          <a:bodyPr>
            <a:noAutofit/>
          </a:bodyPr>
          <a:lstStyle/>
          <a:p>
            <a:pPr algn="ctr"/>
            <a:r>
              <a:rPr lang="en-IN" sz="6600" b="1" dirty="0"/>
              <a:t>Receptors</a:t>
            </a:r>
            <a:br>
              <a:rPr lang="en-IN" sz="6600" b="1" dirty="0"/>
            </a:br>
            <a:endParaRPr lang="en-IN" sz="6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57</a:t>
            </a:fld>
            <a:endParaRPr lang="en-US"/>
          </a:p>
        </p:txBody>
      </p:sp>
    </p:spTree>
    <p:extLst>
      <p:ext uri="{BB962C8B-B14F-4D97-AF65-F5344CB8AC3E}">
        <p14:creationId xmlns:p14="http://schemas.microsoft.com/office/powerpoint/2010/main" val="19813965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7499"/>
            <a:ext cx="10515600" cy="1325563"/>
          </a:xfrm>
        </p:spPr>
        <p:txBody>
          <a:bodyPr>
            <a:normAutofit fontScale="90000"/>
          </a:bodyPr>
          <a:lstStyle/>
          <a:p>
            <a:r>
              <a:rPr lang="en-US" dirty="0"/>
              <a:t>Based on the stimuli and functions, sensory receptors are classified into</a:t>
            </a:r>
            <a:br>
              <a:rPr lang="en-US" dirty="0"/>
            </a:br>
            <a:endParaRPr lang="en-IN" dirty="0"/>
          </a:p>
        </p:txBody>
      </p:sp>
      <p:sp>
        <p:nvSpPr>
          <p:cNvPr id="3" name="Content Placeholder 2"/>
          <p:cNvSpPr>
            <a:spLocks noGrp="1"/>
          </p:cNvSpPr>
          <p:nvPr>
            <p:ph idx="1"/>
          </p:nvPr>
        </p:nvSpPr>
        <p:spPr>
          <a:xfrm>
            <a:off x="437882" y="1643062"/>
            <a:ext cx="11217498" cy="4895850"/>
          </a:xfrm>
        </p:spPr>
        <p:txBody>
          <a:bodyPr>
            <a:normAutofit fontScale="85000" lnSpcReduction="20000"/>
          </a:bodyPr>
          <a:lstStyle/>
          <a:p>
            <a:r>
              <a:rPr lang="en-US" dirty="0"/>
              <a:t>Chemoreceptors: Detect presence of chemicals.</a:t>
            </a:r>
          </a:p>
          <a:p>
            <a:r>
              <a:rPr lang="en-US" dirty="0" err="1"/>
              <a:t>Thermoreceptors</a:t>
            </a:r>
            <a:r>
              <a:rPr lang="en-US" dirty="0"/>
              <a:t>: Detect changes in the temperature.</a:t>
            </a:r>
          </a:p>
          <a:p>
            <a:r>
              <a:rPr lang="en-US" dirty="0"/>
              <a:t>Mechanoreceptors: Detect mechanical changes in the environment such as movements.</a:t>
            </a:r>
          </a:p>
          <a:p>
            <a:r>
              <a:rPr lang="en-US" dirty="0"/>
              <a:t>Photoreceptors: Detect light during vision.</a:t>
            </a:r>
          </a:p>
          <a:p>
            <a:pPr marL="0" indent="0">
              <a:buNone/>
            </a:pPr>
            <a:r>
              <a:rPr lang="en-US" dirty="0"/>
              <a:t>Specialized sensory receptors have more specific functions. For example</a:t>
            </a:r>
          </a:p>
          <a:p>
            <a:r>
              <a:rPr lang="en-US" dirty="0" smtClean="0"/>
              <a:t> </a:t>
            </a:r>
            <a:r>
              <a:rPr lang="en-US" dirty="0"/>
              <a:t>Proprioceptors: Respond to positioning and movements.</a:t>
            </a:r>
          </a:p>
          <a:p>
            <a:r>
              <a:rPr lang="en-US" dirty="0" smtClean="0"/>
              <a:t> </a:t>
            </a:r>
            <a:r>
              <a:rPr lang="en-US" dirty="0"/>
              <a:t>Baroreceptors: Respond to changes in the blood pressure.</a:t>
            </a:r>
          </a:p>
          <a:p>
            <a:r>
              <a:rPr lang="en-US" dirty="0" err="1" smtClean="0"/>
              <a:t>Hygroreceptors</a:t>
            </a:r>
            <a:r>
              <a:rPr lang="en-US" dirty="0"/>
              <a:t>: Detects moisture content in the </a:t>
            </a:r>
            <a:r>
              <a:rPr lang="en-US" dirty="0" smtClean="0"/>
              <a:t>environment.</a:t>
            </a:r>
          </a:p>
          <a:p>
            <a:r>
              <a:rPr lang="en-US" dirty="0" smtClean="0"/>
              <a:t> </a:t>
            </a:r>
            <a:r>
              <a:rPr lang="en-US" dirty="0" err="1" smtClean="0"/>
              <a:t>Osmoreceptors</a:t>
            </a:r>
            <a:r>
              <a:rPr lang="en-US" dirty="0" smtClean="0"/>
              <a:t>: Responds to osmotic pressure and is observed in </a:t>
            </a:r>
            <a:r>
              <a:rPr lang="en-US" dirty="0" err="1" smtClean="0"/>
              <a:t>homeothermic</a:t>
            </a:r>
            <a:r>
              <a:rPr lang="en-US" dirty="0" smtClean="0"/>
              <a:t> animals.</a:t>
            </a:r>
          </a:p>
          <a:p>
            <a:pPr marL="0" indent="0">
              <a:buNone/>
            </a:pPr>
            <a:r>
              <a:rPr lang="en-US" dirty="0" smtClean="0"/>
              <a:t>Sometimes </a:t>
            </a:r>
            <a:r>
              <a:rPr lang="en-US" dirty="0"/>
              <a:t>the mechanism is not clear and they may exhibit multiple functions. For instance, </a:t>
            </a:r>
            <a:r>
              <a:rPr lang="en-US" dirty="0" err="1"/>
              <a:t>osmoreceptors</a:t>
            </a:r>
            <a:r>
              <a:rPr lang="en-US" dirty="0"/>
              <a:t> besides responding to </a:t>
            </a:r>
            <a:r>
              <a:rPr lang="en-US" dirty="0" err="1"/>
              <a:t>osmolarity</a:t>
            </a:r>
            <a:r>
              <a:rPr lang="en-US" dirty="0"/>
              <a:t> of fluids may also respond to mechanical and chemical changes.</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58</a:t>
            </a:fld>
            <a:endParaRPr lang="en-US"/>
          </a:p>
        </p:txBody>
      </p:sp>
    </p:spTree>
    <p:extLst>
      <p:ext uri="{BB962C8B-B14F-4D97-AF65-F5344CB8AC3E}">
        <p14:creationId xmlns:p14="http://schemas.microsoft.com/office/powerpoint/2010/main" val="369892138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63625"/>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a:xfrm>
            <a:off x="685800" y="1291590"/>
            <a:ext cx="10847070" cy="5064760"/>
          </a:xfrm>
        </p:spPr>
        <p:txBody>
          <a:bodyPr>
            <a:normAutofit fontScale="92500" lnSpcReduction="20000"/>
          </a:bodyPr>
          <a:lstStyle/>
          <a:p>
            <a:pPr lvl="0" algn="just"/>
            <a:endParaRPr lang="en-IN" sz="1800" dirty="0">
              <a:cs typeface="Times New Roman" pitchFamily="18" charset="0"/>
            </a:endParaRP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The Human Nervous System. by Juergen K. Mai (Editor), George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Paxinos</a:t>
            </a:r>
            <a:r>
              <a:rPr lang="en-US" sz="2000" dirty="0">
                <a:cs typeface="Times New Roman" pitchFamily="18" charset="0"/>
                <a:hlinkClick r:id="rId2">
                  <a:extLst>
                    <a:ext uri="{A12FA001-AC4F-418D-AE19-62706E023703}">
                      <ahyp:hlinkClr xmlns="" xmlns:ahyp="http://schemas.microsoft.com/office/drawing/2018/hyperlinkcolor" val="tx"/>
                    </a:ext>
                  </a:extLst>
                </a:hlinkClick>
              </a:rPr>
              <a:t> AO (BA MA PhD DSc) NHMRC Dr. (Editor)</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The Structure and Function of Nervous Tissue. Volume IV: Physiology and Biochemistry. Ed. GEOFFREY H. BOURNE (1972)</a:t>
            </a:r>
          </a:p>
          <a:p>
            <a:pPr lvl="0" algn="just"/>
            <a:r>
              <a:rPr lang="en-US" sz="2000" dirty="0" err="1">
                <a:cs typeface="Times New Roman" pitchFamily="18" charset="0"/>
                <a:hlinkClick r:id="rId2">
                  <a:extLst>
                    <a:ext uri="{A12FA001-AC4F-418D-AE19-62706E023703}">
                      <ahyp:hlinkClr xmlns="" xmlns:ahyp="http://schemas.microsoft.com/office/drawing/2018/hyperlinkcolor" val="tx"/>
                    </a:ext>
                  </a:extLst>
                </a:hlinkClick>
              </a:rPr>
              <a:t>Elaine.N</a:t>
            </a:r>
            <a:r>
              <a:rPr lang="en-US" sz="2000" dirty="0">
                <a:cs typeface="Times New Roman" pitchFamily="18" charset="0"/>
                <a:hlinkClick r:id="rId2">
                  <a:extLst>
                    <a:ext uri="{A12FA001-AC4F-418D-AE19-62706E023703}">
                      <ahyp:hlinkClr xmlns="" xmlns:ahyp="http://schemas.microsoft.com/office/drawing/2018/hyperlinkcolor" val="tx"/>
                    </a:ext>
                  </a:extLst>
                </a:hlinkClick>
              </a:rPr>
              <a:t>.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Marieb</a:t>
            </a:r>
            <a:r>
              <a:rPr lang="en-US" sz="2000" dirty="0">
                <a:cs typeface="Times New Roman" pitchFamily="18" charset="0"/>
                <a:hlinkClick r:id="rId2">
                  <a:extLst>
                    <a:ext uri="{A12FA001-AC4F-418D-AE19-62706E023703}">
                      <ahyp:hlinkClr xmlns="" xmlns:ahyp="http://schemas.microsoft.com/office/drawing/2018/hyperlinkcolor" val="tx"/>
                    </a:ext>
                  </a:extLst>
                </a:hlinkClick>
              </a:rPr>
              <a:t>,“Essential of Human Anatomy and Physiology”, Eight edition, Pearson Education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NewDelhi</a:t>
            </a:r>
            <a:r>
              <a:rPr lang="en-US" sz="2000" dirty="0">
                <a:cs typeface="Times New Roman" pitchFamily="18" charset="0"/>
                <a:hlinkClick r:id="rId2">
                  <a:extLst>
                    <a:ext uri="{A12FA001-AC4F-418D-AE19-62706E023703}">
                      <ahyp:hlinkClr xmlns="" xmlns:ahyp="http://schemas.microsoft.com/office/drawing/2018/hyperlinkcolor" val="tx"/>
                    </a:ext>
                  </a:extLst>
                </a:hlinkClick>
              </a:rPr>
              <a:t>, 2007.</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William F.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Ganong</a:t>
            </a:r>
            <a:r>
              <a:rPr lang="en-US" sz="2000" dirty="0">
                <a:cs typeface="Times New Roman" pitchFamily="18" charset="0"/>
                <a:hlinkClick r:id="rId2">
                  <a:extLst>
                    <a:ext uri="{A12FA001-AC4F-418D-AE19-62706E023703}">
                      <ahyp:hlinkClr xmlns="" xmlns:ahyp="http://schemas.microsoft.com/office/drawing/2018/hyperlinkcolor" val="tx"/>
                    </a:ext>
                  </a:extLst>
                </a:hlinkClick>
              </a:rPr>
              <a:t>,"Review of Medical Physiology, 22nd edition, McGraw Hill New Delhi,</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2005</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Eldra Pearl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Solomon."Introduction</a:t>
            </a:r>
            <a:r>
              <a:rPr lang="en-US" sz="2000" dirty="0">
                <a:cs typeface="Times New Roman" pitchFamily="18" charset="0"/>
                <a:hlinkClick r:id="rId2">
                  <a:extLst>
                    <a:ext uri="{A12FA001-AC4F-418D-AE19-62706E023703}">
                      <ahyp:hlinkClr xmlns="" xmlns:ahyp="http://schemas.microsoft.com/office/drawing/2018/hyperlinkcolor" val="tx"/>
                    </a:ext>
                  </a:extLst>
                </a:hlinkClick>
              </a:rPr>
              <a:t> to Human Anatomy and Physiology",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W.B.Saunders</a:t>
            </a:r>
            <a:r>
              <a:rPr lang="en-US" sz="2000" dirty="0">
                <a:cs typeface="Times New Roman" pitchFamily="18" charset="0"/>
                <a:hlinkClick r:id="rId2">
                  <a:extLst>
                    <a:ext uri="{A12FA001-AC4F-418D-AE19-62706E023703}">
                      <ahyp:hlinkClr xmlns="" xmlns:ahyp="http://schemas.microsoft.com/office/drawing/2018/hyperlinkcolor" val="tx"/>
                    </a:ext>
                  </a:extLst>
                </a:hlinkClick>
              </a:rPr>
              <a:t> Company, 2003.</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Arthur C. Guyton, "Text book of Medical Physiology", 11 </a:t>
            </a:r>
            <a:r>
              <a:rPr lang="en-US" sz="2000" dirty="0" err="1">
                <a:cs typeface="Times New Roman" pitchFamily="18" charset="0"/>
                <a:hlinkClick r:id="rId2">
                  <a:extLst>
                    <a:ext uri="{A12FA001-AC4F-418D-AE19-62706E023703}">
                      <ahyp:hlinkClr xmlns="" xmlns:ahyp="http://schemas.microsoft.com/office/drawing/2018/hyperlinkcolor" val="tx"/>
                    </a:ext>
                  </a:extLst>
                </a:hlinkClick>
              </a:rPr>
              <a:t>th</a:t>
            </a:r>
            <a:r>
              <a:rPr lang="en-US" sz="2000" dirty="0">
                <a:cs typeface="Times New Roman" pitchFamily="18" charset="0"/>
                <a:hlinkClick r:id="rId2">
                  <a:extLst>
                    <a:ext uri="{A12FA001-AC4F-418D-AE19-62706E023703}">
                      <ahyp:hlinkClr xmlns="" xmlns:ahyp="http://schemas.microsoft.com/office/drawing/2018/hyperlinkcolor" val="tx"/>
                    </a:ext>
                  </a:extLst>
                </a:hlinkClick>
              </a:rPr>
              <a:t> Edition, Elsevier Saunders, 2006</a:t>
            </a:r>
          </a:p>
          <a:p>
            <a:pPr lvl="0" algn="just"/>
            <a:r>
              <a:rPr lang="en-US" sz="2000" dirty="0" err="1">
                <a:cs typeface="Times New Roman" pitchFamily="18" charset="0"/>
                <a:hlinkClick r:id="rId2">
                  <a:extLst>
                    <a:ext uri="{A12FA001-AC4F-418D-AE19-62706E023703}">
                      <ahyp:hlinkClr xmlns="" xmlns:ahyp="http://schemas.microsoft.com/office/drawing/2018/hyperlinkcolor" val="tx"/>
                    </a:ext>
                  </a:extLst>
                </a:hlinkClick>
              </a:rPr>
              <a:t>Khandpur</a:t>
            </a:r>
            <a:r>
              <a:rPr lang="en-US" sz="2000" dirty="0">
                <a:cs typeface="Times New Roman" pitchFamily="18" charset="0"/>
                <a:hlinkClick r:id="rId2">
                  <a:extLst>
                    <a:ext uri="{A12FA001-AC4F-418D-AE19-62706E023703}">
                      <ahyp:hlinkClr xmlns="" xmlns:ahyp="http://schemas.microsoft.com/office/drawing/2018/hyperlinkcolor" val="tx"/>
                    </a:ext>
                  </a:extLst>
                </a:hlinkClick>
              </a:rPr>
              <a:t>. R. S., “Handbook of Biomedical Instrumentation”, Prentice Hall of India, New Delhi, 2003.</a:t>
            </a:r>
          </a:p>
          <a:p>
            <a:pPr lvl="0" algn="just"/>
            <a:r>
              <a:rPr lang="en-US" sz="2000" dirty="0">
                <a:cs typeface="Times New Roman" pitchFamily="18" charset="0"/>
                <a:hlinkClick r:id="rId2">
                  <a:extLst>
                    <a:ext uri="{A12FA001-AC4F-418D-AE19-62706E023703}">
                      <ahyp:hlinkClr xmlns="" xmlns:ahyp="http://schemas.microsoft.com/office/drawing/2018/hyperlinkcolor" val="tx"/>
                    </a:ext>
                  </a:extLst>
                </a:hlinkClick>
              </a:rPr>
              <a:t>How does the nervous system work? 2009 Oct 28 [Updated 2016 Aug 19]. Available from: https://www.ncbi.nlm.nih.gov/books/NBK279390/ </a:t>
            </a:r>
            <a:endParaRPr lang="en-IN" sz="2000" dirty="0">
              <a:cs typeface="Times New Roman" pitchFamily="18" charset="0"/>
              <a:hlinkClick r:id="rId2">
                <a:extLst>
                  <a:ext uri="{A12FA001-AC4F-418D-AE19-62706E023703}">
                    <ahyp:hlinkClr xmlns="" xmlns:ahyp="http://schemas.microsoft.com/office/drawing/2018/hyperlinkcolor" val="tx"/>
                  </a:ext>
                </a:extLst>
              </a:hlinkClick>
            </a:endParaRPr>
          </a:p>
          <a:p>
            <a:pPr lvl="0" algn="just"/>
            <a:r>
              <a:rPr lang="en-IN" sz="1800" dirty="0">
                <a:cs typeface="Times New Roman" pitchFamily="18" charset="0"/>
                <a:hlinkClick r:id="rId2"/>
              </a:rPr>
              <a:t>https://www.kenhub.com/en/library/anatomy/the-nervous-system</a:t>
            </a:r>
            <a:endParaRPr lang="en-IN" sz="1800" dirty="0">
              <a:cs typeface="Times New Roman" pitchFamily="18" charset="0"/>
            </a:endParaRPr>
          </a:p>
          <a:p>
            <a:pPr lvl="0" algn="just"/>
            <a:r>
              <a:rPr lang="en-IN" sz="1800" dirty="0">
                <a:cs typeface="Times New Roman" pitchFamily="18" charset="0"/>
                <a:hlinkClick r:id="rId3"/>
              </a:rPr>
              <a:t>https://nurseslabs.com/nervous-system/</a:t>
            </a:r>
            <a:endParaRPr lang="en-IN" sz="1800" dirty="0">
              <a:cs typeface="Times New Roman" pitchFamily="18" charset="0"/>
            </a:endParaRPr>
          </a:p>
          <a:p>
            <a:pPr lvl="0" algn="just"/>
            <a:r>
              <a:rPr lang="en-IN" sz="1800" dirty="0">
                <a:cs typeface="Times New Roman" pitchFamily="18" charset="0"/>
                <a:hlinkClick r:id="rId4"/>
              </a:rPr>
              <a:t>https://courses.lumenlearning.com/boundless-ap/chapter/introduction-to-the-nervous-system/</a:t>
            </a:r>
            <a:endParaRPr lang="en-IN" sz="1800" dirty="0">
              <a:cs typeface="Times New Roman" pitchFamily="18" charset="0"/>
            </a:endParaRPr>
          </a:p>
          <a:p>
            <a:pPr lvl="0" algn="just"/>
            <a:endParaRPr lang="en-IN" sz="1800" dirty="0">
              <a:cs typeface="Times New Roman" pitchFamily="18" charset="0"/>
            </a:endParaRPr>
          </a:p>
          <a:p>
            <a:pPr marL="0" indent="0" algn="just">
              <a:buNone/>
            </a:pPr>
            <a:endParaRPr lang="en-IN" sz="18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59</a:t>
            </a:fld>
            <a:r>
              <a:rPr lang="en-US" dirty="0">
                <a:solidFill>
                  <a:srgbClr val="FF0000"/>
                </a:solidFill>
              </a:rPr>
              <a:t>/10</a:t>
            </a:r>
          </a:p>
        </p:txBody>
      </p:sp>
    </p:spTree>
    <p:extLst>
      <p:ext uri="{BB962C8B-B14F-4D97-AF65-F5344CB8AC3E}">
        <p14:creationId xmlns:p14="http://schemas.microsoft.com/office/powerpoint/2010/main" val="3361918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105710189"/>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76" name="CorelDRAW" r:id="rId3" imgW="2169000" imgH="2169360" progId="">
                    <p:embed/>
                  </p:oleObj>
                </mc:Choice>
                <mc:Fallback>
                  <p:oleObj name="CorelDRAW" r:id="rId3" imgW="2169000" imgH="2169360" progId="">
                    <p:embed/>
                    <p:pic>
                      <p:nvPicPr>
                        <p:cNvPr id="33" name="Object 32">
                          <a:extLst>
                            <a:ext uri="{FF2B5EF4-FFF2-40B4-BE49-F238E27FC236}">
                              <a16:creationId xmlns=""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6625</TotalTime>
  <Words>2831</Words>
  <Application>Microsoft Office PowerPoint</Application>
  <PresentationFormat>Widescreen</PresentationFormat>
  <Paragraphs>360</Paragraphs>
  <Slides>60</Slides>
  <Notes>0</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60</vt:i4>
      </vt:variant>
    </vt:vector>
  </HeadingPairs>
  <TitlesOfParts>
    <vt:vector size="78" baseType="lpstr">
      <vt:lpstr>Arial Unicode MS</vt:lpstr>
      <vt:lpstr>SimSun</vt:lpstr>
      <vt:lpstr>-apple-system</vt:lpstr>
      <vt:lpstr>Arial</vt:lpstr>
      <vt:lpstr>Calibri</vt:lpstr>
      <vt:lpstr>Calibri Light</vt:lpstr>
      <vt:lpstr>Casper</vt:lpstr>
      <vt:lpstr>Casper Bold</vt:lpstr>
      <vt:lpstr>Karla</vt:lpstr>
      <vt:lpstr>PlutoSansLight</vt:lpstr>
      <vt:lpstr>Raleway ExtraBold</vt:lpstr>
      <vt:lpstr>Segoe UI</vt:lpstr>
      <vt:lpstr>Times New Roman</vt:lpstr>
      <vt:lpstr>var(--medium)</vt:lpstr>
      <vt:lpstr>Wingdings</vt:lpstr>
      <vt:lpstr>1_Office Theme</vt:lpstr>
      <vt:lpstr>Contents Slide Master</vt:lpstr>
      <vt:lpstr>CorelDRAW</vt:lpstr>
      <vt:lpstr>PowerPoint Presentation</vt:lpstr>
      <vt:lpstr>Course Outcome </vt:lpstr>
      <vt:lpstr>SYLLABUS</vt:lpstr>
      <vt:lpstr>Nervous System</vt:lpstr>
      <vt:lpstr>PowerPoint Presentation</vt:lpstr>
      <vt:lpstr>PowerPoint Presentation</vt:lpstr>
      <vt:lpstr>PowerPoint Presentation</vt:lpstr>
      <vt:lpstr>PowerPoint Presentation</vt:lpstr>
      <vt:lpstr>A. Central Nervous System: Brain and Spinal Cord</vt:lpstr>
      <vt:lpstr>1. Brain</vt:lpstr>
      <vt:lpstr>Parts of the human brain </vt:lpstr>
      <vt:lpstr>Forebrain </vt:lpstr>
      <vt:lpstr>Cerebrum</vt:lpstr>
      <vt:lpstr>PowerPoint Presentation</vt:lpstr>
      <vt:lpstr>Frontal Lobe</vt:lpstr>
      <vt:lpstr>Parietal Lobe</vt:lpstr>
      <vt:lpstr>Occipital Lobe</vt:lpstr>
      <vt:lpstr>Temporal Lobe</vt:lpstr>
      <vt:lpstr>Thalamus and hypothalamus </vt:lpstr>
      <vt:lpstr>Mid Brain </vt:lpstr>
      <vt:lpstr>Hind Brain </vt:lpstr>
      <vt:lpstr>Cerebellum</vt:lpstr>
      <vt:lpstr>Medulla  oblongata</vt:lpstr>
      <vt:lpstr>Pons </vt:lpstr>
      <vt:lpstr>2. The spinal cord</vt:lpstr>
      <vt:lpstr>PowerPoint Presentation</vt:lpstr>
      <vt:lpstr>Protection of the Central Nervous System</vt:lpstr>
      <vt:lpstr>Spinal Cord</vt:lpstr>
      <vt:lpstr>Meninges</vt:lpstr>
      <vt:lpstr>B. The peripheral nervous system </vt:lpstr>
      <vt:lpstr>PowerPoint Presentation</vt:lpstr>
      <vt:lpstr>Cranial Nerves</vt:lpstr>
      <vt:lpstr>PowerPoint Presentation</vt:lpstr>
      <vt:lpstr>Spinal nerves </vt:lpstr>
      <vt:lpstr>PowerPoint Presentation</vt:lpstr>
      <vt:lpstr>AUTONOMIC NERVOUS SYSTEM </vt:lpstr>
      <vt:lpstr>Autonomic Nervous System Subdivisions</vt:lpstr>
      <vt:lpstr>Function of the autonomic nervous system  </vt:lpstr>
      <vt:lpstr>PowerPoint Presentation</vt:lpstr>
      <vt:lpstr>Somatic nervous system</vt:lpstr>
      <vt:lpstr>PowerPoint Presentation</vt:lpstr>
      <vt:lpstr>        Neurons</vt:lpstr>
      <vt:lpstr>Neuron</vt:lpstr>
      <vt:lpstr>PowerPoint Presentation</vt:lpstr>
      <vt:lpstr>PowerPoint Presentation</vt:lpstr>
      <vt:lpstr>PowerPoint Presentation</vt:lpstr>
      <vt:lpstr>PowerPoint Presentation</vt:lpstr>
      <vt:lpstr>PowerPoint Presentation</vt:lpstr>
      <vt:lpstr>Types of Neurons</vt:lpstr>
      <vt:lpstr>How do neurons function?</vt:lpstr>
      <vt:lpstr>PowerPoint Presentation</vt:lpstr>
      <vt:lpstr>Reflex action</vt:lpstr>
      <vt:lpstr>Reflex action </vt:lpstr>
      <vt:lpstr>Reflex action </vt:lpstr>
      <vt:lpstr>Reflex action </vt:lpstr>
      <vt:lpstr>Reflex Actions</vt:lpstr>
      <vt:lpstr>Receptors </vt:lpstr>
      <vt:lpstr>Based on the stimuli and functions, sensory receptors are classified into </vt:lpstr>
      <vt:lpstr>REFERENCES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398</cp:revision>
  <dcterms:created xsi:type="dcterms:W3CDTF">2019-01-09T10:33:58Z</dcterms:created>
  <dcterms:modified xsi:type="dcterms:W3CDTF">2023-06-15T06:35:23Z</dcterms:modified>
</cp:coreProperties>
</file>