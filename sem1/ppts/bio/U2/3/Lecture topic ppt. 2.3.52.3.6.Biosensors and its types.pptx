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wdp" ContentType="image/vnd.ms-photo"/>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6" r:id="rId2"/>
  </p:sldMasterIdLst>
  <p:notesMasterIdLst>
    <p:notesMasterId r:id="rId38"/>
  </p:notesMasterIdLst>
  <p:handoutMasterIdLst>
    <p:handoutMasterId r:id="rId39"/>
  </p:handoutMasterIdLst>
  <p:sldIdLst>
    <p:sldId id="375" r:id="rId3"/>
    <p:sldId id="381" r:id="rId4"/>
    <p:sldId id="494" r:id="rId5"/>
    <p:sldId id="444" r:id="rId6"/>
    <p:sldId id="446" r:id="rId7"/>
    <p:sldId id="445" r:id="rId8"/>
    <p:sldId id="450" r:id="rId9"/>
    <p:sldId id="453" r:id="rId10"/>
    <p:sldId id="506" r:id="rId11"/>
    <p:sldId id="456" r:id="rId12"/>
    <p:sldId id="457" r:id="rId13"/>
    <p:sldId id="449" r:id="rId14"/>
    <p:sldId id="459" r:id="rId15"/>
    <p:sldId id="458" r:id="rId16"/>
    <p:sldId id="517" r:id="rId17"/>
    <p:sldId id="507" r:id="rId18"/>
    <p:sldId id="509" r:id="rId19"/>
    <p:sldId id="510" r:id="rId20"/>
    <p:sldId id="511" r:id="rId21"/>
    <p:sldId id="512" r:id="rId22"/>
    <p:sldId id="515" r:id="rId23"/>
    <p:sldId id="503" r:id="rId24"/>
    <p:sldId id="519" r:id="rId25"/>
    <p:sldId id="520" r:id="rId26"/>
    <p:sldId id="521" r:id="rId27"/>
    <p:sldId id="522" r:id="rId28"/>
    <p:sldId id="505" r:id="rId29"/>
    <p:sldId id="523" r:id="rId30"/>
    <p:sldId id="524" r:id="rId31"/>
    <p:sldId id="486" r:id="rId32"/>
    <p:sldId id="487" r:id="rId33"/>
    <p:sldId id="492" r:id="rId34"/>
    <p:sldId id="491" r:id="rId35"/>
    <p:sldId id="518" r:id="rId36"/>
    <p:sldId id="279" r:id="rId37"/>
  </p:sldIdLst>
  <p:sldSz cx="12192000" cy="6858000"/>
  <p:notesSz cx="6858000" cy="9144000"/>
  <p:custShowLst>
    <p:custShow name="Custom Show 1" id="0">
      <p:sldLst/>
    </p:custShow>
  </p:custShowLst>
  <p:custDataLst>
    <p:tags r:id="rId40"/>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8137"/>
    <a:srgbClr val="BC8F00"/>
    <a:srgbClr val="860000"/>
    <a:srgbClr val="00B0F0"/>
    <a:srgbClr val="1B3F5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3842" autoAdjust="0"/>
  </p:normalViewPr>
  <p:slideViewPr>
    <p:cSldViewPr snapToGrid="0">
      <p:cViewPr varScale="1">
        <p:scale>
          <a:sx n="74" d="100"/>
          <a:sy n="74" d="100"/>
        </p:scale>
        <p:origin x="576" y="7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handoutMaster" Target="handoutMasters/handoutMaster1.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notesMaster" Target="notesMasters/notesMaster1.xml"/><Relationship Id="rId46" Type="http://schemas.microsoft.com/office/2016/11/relationships/changesInfo" Target="changesInfos/changesInfo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tags" Target="tags/tag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vinder Kaur" userId="89161a673412ba18" providerId="LiveId" clId="{C45FDB52-254C-4C2A-9581-41EEB7331BB5}"/>
    <pc:docChg chg="undo redo custSel addSld delSld modSld sldOrd modShowInfo">
      <pc:chgData name="Devinder Kaur" userId="89161a673412ba18" providerId="LiveId" clId="{C45FDB52-254C-4C2A-9581-41EEB7331BB5}" dt="2021-12-08T09:43:03.301" v="3373"/>
      <pc:docMkLst>
        <pc:docMk/>
      </pc:docMkLst>
      <pc:sldChg chg="addSp delSp modSp del mod">
        <pc:chgData name="Devinder Kaur" userId="89161a673412ba18" providerId="LiveId" clId="{C45FDB52-254C-4C2A-9581-41EEB7331BB5}" dt="2021-12-08T06:14:18.657" v="2253" actId="47"/>
        <pc:sldMkLst>
          <pc:docMk/>
          <pc:sldMk cId="0" sldId="268"/>
        </pc:sldMkLst>
        <pc:spChg chg="add mod">
          <ac:chgData name="Devinder Kaur" userId="89161a673412ba18" providerId="LiveId" clId="{C45FDB52-254C-4C2A-9581-41EEB7331BB5}" dt="2021-12-01T06:52:10.109" v="1051" actId="1037"/>
          <ac:spMkLst>
            <pc:docMk/>
            <pc:sldMk cId="0" sldId="268"/>
            <ac:spMk id="4" creationId="{8430C957-160C-47D9-94C4-BB28EB4CD3A7}"/>
          </ac:spMkLst>
        </pc:spChg>
        <pc:spChg chg="add mod">
          <ac:chgData name="Devinder Kaur" userId="89161a673412ba18" providerId="LiveId" clId="{C45FDB52-254C-4C2A-9581-41EEB7331BB5}" dt="2021-12-01T06:51:04.627" v="1024" actId="27636"/>
          <ac:spMkLst>
            <pc:docMk/>
            <pc:sldMk cId="0" sldId="268"/>
            <ac:spMk id="5" creationId="{C3DCCC13-44D7-4DD7-AC62-3C2ECBC25F9E}"/>
          </ac:spMkLst>
        </pc:spChg>
        <pc:spChg chg="add mod">
          <ac:chgData name="Devinder Kaur" userId="89161a673412ba18" providerId="LiveId" clId="{C45FDB52-254C-4C2A-9581-41EEB7331BB5}" dt="2021-12-01T06:51:49.162" v="1045" actId="20577"/>
          <ac:spMkLst>
            <pc:docMk/>
            <pc:sldMk cId="0" sldId="268"/>
            <ac:spMk id="8" creationId="{29187BBA-5C80-40C8-B2AA-057CDDE1003F}"/>
          </ac:spMkLst>
        </pc:spChg>
        <pc:spChg chg="mod">
          <ac:chgData name="Devinder Kaur" userId="89161a673412ba18" providerId="LiveId" clId="{C45FDB52-254C-4C2A-9581-41EEB7331BB5}" dt="2021-12-01T06:51:27.808" v="1036" actId="1036"/>
          <ac:spMkLst>
            <pc:docMk/>
            <pc:sldMk cId="0" sldId="268"/>
            <ac:spMk id="17410" creationId="{8C5E6002-D80E-48FA-9CDF-94D0F53F89C9}"/>
          </ac:spMkLst>
        </pc:spChg>
        <pc:picChg chg="add del mod">
          <ac:chgData name="Devinder Kaur" userId="89161a673412ba18" providerId="LiveId" clId="{C45FDB52-254C-4C2A-9581-41EEB7331BB5}" dt="2021-12-01T05:34:16.525" v="659" actId="21"/>
          <ac:picMkLst>
            <pc:docMk/>
            <pc:sldMk cId="0" sldId="268"/>
            <ac:picMk id="6" creationId="{B9CF3786-CBA8-4CD8-A47D-3FDF9663A5BA}"/>
          </ac:picMkLst>
        </pc:picChg>
      </pc:sldChg>
      <pc:sldChg chg="modSp del mod">
        <pc:chgData name="Devinder Kaur" userId="89161a673412ba18" providerId="LiveId" clId="{C45FDB52-254C-4C2A-9581-41EEB7331BB5}" dt="2021-12-08T06:14:18.657" v="2253" actId="47"/>
        <pc:sldMkLst>
          <pc:docMk/>
          <pc:sldMk cId="0" sldId="273"/>
        </pc:sldMkLst>
        <pc:spChg chg="mod">
          <ac:chgData name="Devinder Kaur" userId="89161a673412ba18" providerId="LiveId" clId="{C45FDB52-254C-4C2A-9581-41EEB7331BB5}" dt="2021-12-01T09:24:39.447" v="2103" actId="207"/>
          <ac:spMkLst>
            <pc:docMk/>
            <pc:sldMk cId="0" sldId="273"/>
            <ac:spMk id="28678" creationId="{EF798E31-CEF4-4165-8984-F0CF03E0679B}"/>
          </ac:spMkLst>
        </pc:spChg>
        <pc:spChg chg="mod">
          <ac:chgData name="Devinder Kaur" userId="89161a673412ba18" providerId="LiveId" clId="{C45FDB52-254C-4C2A-9581-41EEB7331BB5}" dt="2021-12-01T09:24:14.274" v="2100" actId="404"/>
          <ac:spMkLst>
            <pc:docMk/>
            <pc:sldMk cId="0" sldId="273"/>
            <ac:spMk id="28684" creationId="{0BF5DE61-0D9B-49C6-B2DA-AD959EDB6F19}"/>
          </ac:spMkLst>
        </pc:spChg>
        <pc:spChg chg="mod">
          <ac:chgData name="Devinder Kaur" userId="89161a673412ba18" providerId="LiveId" clId="{C45FDB52-254C-4C2A-9581-41EEB7331BB5}" dt="2021-12-01T09:23:18.190" v="2055" actId="1037"/>
          <ac:spMkLst>
            <pc:docMk/>
            <pc:sldMk cId="0" sldId="273"/>
            <ac:spMk id="28685" creationId="{666F4D68-0558-4770-8AC2-D8EE20881C4C}"/>
          </ac:spMkLst>
        </pc:spChg>
        <pc:spChg chg="mod">
          <ac:chgData name="Devinder Kaur" userId="89161a673412ba18" providerId="LiveId" clId="{C45FDB52-254C-4C2A-9581-41EEB7331BB5}" dt="2021-12-01T09:23:38.826" v="2061" actId="1036"/>
          <ac:spMkLst>
            <pc:docMk/>
            <pc:sldMk cId="0" sldId="273"/>
            <ac:spMk id="28686" creationId="{31CBCAF9-EE59-4550-83A3-E0FEB188FC9A}"/>
          </ac:spMkLst>
        </pc:spChg>
        <pc:spChg chg="mod">
          <ac:chgData name="Devinder Kaur" userId="89161a673412ba18" providerId="LiveId" clId="{C45FDB52-254C-4C2A-9581-41EEB7331BB5}" dt="2021-12-01T09:23:50.267" v="2071" actId="1038"/>
          <ac:spMkLst>
            <pc:docMk/>
            <pc:sldMk cId="0" sldId="273"/>
            <ac:spMk id="28687" creationId="{672EB2B4-DA86-4E93-A780-44BC74FAA536}"/>
          </ac:spMkLst>
        </pc:spChg>
        <pc:spChg chg="mod">
          <ac:chgData name="Devinder Kaur" userId="89161a673412ba18" providerId="LiveId" clId="{C45FDB52-254C-4C2A-9581-41EEB7331BB5}" dt="2021-12-01T09:24:05.781" v="2097" actId="1035"/>
          <ac:spMkLst>
            <pc:docMk/>
            <pc:sldMk cId="0" sldId="273"/>
            <ac:spMk id="28688" creationId="{ECF6759C-2B13-4C58-A66C-44A1D76117B2}"/>
          </ac:spMkLst>
        </pc:spChg>
      </pc:sldChg>
      <pc:sldChg chg="modSp mod">
        <pc:chgData name="Devinder Kaur" userId="89161a673412ba18" providerId="LiveId" clId="{C45FDB52-254C-4C2A-9581-41EEB7331BB5}" dt="2021-11-30T09:24:19.306" v="60" actId="20577"/>
        <pc:sldMkLst>
          <pc:docMk/>
          <pc:sldMk cId="2656501266" sldId="279"/>
        </pc:sldMkLst>
        <pc:spChg chg="mod">
          <ac:chgData name="Devinder Kaur" userId="89161a673412ba18" providerId="LiveId" clId="{C45FDB52-254C-4C2A-9581-41EEB7331BB5}" dt="2021-11-30T09:24:19.306" v="60" actId="20577"/>
          <ac:spMkLst>
            <pc:docMk/>
            <pc:sldMk cId="2656501266" sldId="279"/>
            <ac:spMk id="2" creationId="{00000000-0000-0000-0000-000000000000}"/>
          </ac:spMkLst>
        </pc:spChg>
      </pc:sldChg>
      <pc:sldChg chg="del ord">
        <pc:chgData name="Devinder Kaur" userId="89161a673412ba18" providerId="LiveId" clId="{C45FDB52-254C-4C2A-9581-41EEB7331BB5}" dt="2021-11-30T09:24:47.014" v="62" actId="47"/>
        <pc:sldMkLst>
          <pc:docMk/>
          <pc:sldMk cId="404884544" sldId="309"/>
        </pc:sldMkLst>
      </pc:sldChg>
      <pc:sldChg chg="del">
        <pc:chgData name="Devinder Kaur" userId="89161a673412ba18" providerId="LiveId" clId="{C45FDB52-254C-4C2A-9581-41EEB7331BB5}" dt="2021-11-30T09:24:47.014" v="62" actId="47"/>
        <pc:sldMkLst>
          <pc:docMk/>
          <pc:sldMk cId="3534053751" sldId="351"/>
        </pc:sldMkLst>
      </pc:sldChg>
      <pc:sldChg chg="del">
        <pc:chgData name="Devinder Kaur" userId="89161a673412ba18" providerId="LiveId" clId="{C45FDB52-254C-4C2A-9581-41EEB7331BB5}" dt="2021-11-30T09:24:47.014" v="62" actId="47"/>
        <pc:sldMkLst>
          <pc:docMk/>
          <pc:sldMk cId="3334034980" sldId="352"/>
        </pc:sldMkLst>
      </pc:sldChg>
      <pc:sldChg chg="del">
        <pc:chgData name="Devinder Kaur" userId="89161a673412ba18" providerId="LiveId" clId="{C45FDB52-254C-4C2A-9581-41EEB7331BB5}" dt="2021-11-30T09:24:47.014" v="62" actId="47"/>
        <pc:sldMkLst>
          <pc:docMk/>
          <pc:sldMk cId="3138179749" sldId="353"/>
        </pc:sldMkLst>
      </pc:sldChg>
      <pc:sldChg chg="del">
        <pc:chgData name="Devinder Kaur" userId="89161a673412ba18" providerId="LiveId" clId="{C45FDB52-254C-4C2A-9581-41EEB7331BB5}" dt="2021-11-30T09:24:47.014" v="62" actId="47"/>
        <pc:sldMkLst>
          <pc:docMk/>
          <pc:sldMk cId="1237097244" sldId="354"/>
        </pc:sldMkLst>
      </pc:sldChg>
      <pc:sldChg chg="del">
        <pc:chgData name="Devinder Kaur" userId="89161a673412ba18" providerId="LiveId" clId="{C45FDB52-254C-4C2A-9581-41EEB7331BB5}" dt="2021-11-30T09:24:47.014" v="62" actId="47"/>
        <pc:sldMkLst>
          <pc:docMk/>
          <pc:sldMk cId="4283765276" sldId="355"/>
        </pc:sldMkLst>
      </pc:sldChg>
      <pc:sldChg chg="del">
        <pc:chgData name="Devinder Kaur" userId="89161a673412ba18" providerId="LiveId" clId="{C45FDB52-254C-4C2A-9581-41EEB7331BB5}" dt="2021-11-30T09:24:47.014" v="62" actId="47"/>
        <pc:sldMkLst>
          <pc:docMk/>
          <pc:sldMk cId="3018643434" sldId="356"/>
        </pc:sldMkLst>
      </pc:sldChg>
      <pc:sldChg chg="del">
        <pc:chgData name="Devinder Kaur" userId="89161a673412ba18" providerId="LiveId" clId="{C45FDB52-254C-4C2A-9581-41EEB7331BB5}" dt="2021-11-30T09:24:47.014" v="62" actId="47"/>
        <pc:sldMkLst>
          <pc:docMk/>
          <pc:sldMk cId="2744335753" sldId="357"/>
        </pc:sldMkLst>
      </pc:sldChg>
      <pc:sldChg chg="del">
        <pc:chgData name="Devinder Kaur" userId="89161a673412ba18" providerId="LiveId" clId="{C45FDB52-254C-4C2A-9581-41EEB7331BB5}" dt="2021-11-30T09:24:47.014" v="62" actId="47"/>
        <pc:sldMkLst>
          <pc:docMk/>
          <pc:sldMk cId="805093627" sldId="358"/>
        </pc:sldMkLst>
      </pc:sldChg>
      <pc:sldChg chg="del">
        <pc:chgData name="Devinder Kaur" userId="89161a673412ba18" providerId="LiveId" clId="{C45FDB52-254C-4C2A-9581-41EEB7331BB5}" dt="2021-11-30T09:24:47.014" v="62" actId="47"/>
        <pc:sldMkLst>
          <pc:docMk/>
          <pc:sldMk cId="3647725317" sldId="359"/>
        </pc:sldMkLst>
      </pc:sldChg>
      <pc:sldChg chg="del">
        <pc:chgData name="Devinder Kaur" userId="89161a673412ba18" providerId="LiveId" clId="{C45FDB52-254C-4C2A-9581-41EEB7331BB5}" dt="2021-11-30T09:24:47.014" v="62" actId="47"/>
        <pc:sldMkLst>
          <pc:docMk/>
          <pc:sldMk cId="2719181194" sldId="360"/>
        </pc:sldMkLst>
      </pc:sldChg>
      <pc:sldChg chg="del">
        <pc:chgData name="Devinder Kaur" userId="89161a673412ba18" providerId="LiveId" clId="{C45FDB52-254C-4C2A-9581-41EEB7331BB5}" dt="2021-11-30T09:24:47.014" v="62" actId="47"/>
        <pc:sldMkLst>
          <pc:docMk/>
          <pc:sldMk cId="1893918163" sldId="361"/>
        </pc:sldMkLst>
      </pc:sldChg>
      <pc:sldChg chg="del">
        <pc:chgData name="Devinder Kaur" userId="89161a673412ba18" providerId="LiveId" clId="{C45FDB52-254C-4C2A-9581-41EEB7331BB5}" dt="2021-11-30T09:24:47.014" v="62" actId="47"/>
        <pc:sldMkLst>
          <pc:docMk/>
          <pc:sldMk cId="2782398734" sldId="362"/>
        </pc:sldMkLst>
      </pc:sldChg>
      <pc:sldChg chg="del">
        <pc:chgData name="Devinder Kaur" userId="89161a673412ba18" providerId="LiveId" clId="{C45FDB52-254C-4C2A-9581-41EEB7331BB5}" dt="2021-11-30T09:24:47.014" v="62" actId="47"/>
        <pc:sldMkLst>
          <pc:docMk/>
          <pc:sldMk cId="2418395820" sldId="363"/>
        </pc:sldMkLst>
      </pc:sldChg>
      <pc:sldChg chg="del">
        <pc:chgData name="Devinder Kaur" userId="89161a673412ba18" providerId="LiveId" clId="{C45FDB52-254C-4C2A-9581-41EEB7331BB5}" dt="2021-11-30T09:24:47.014" v="62" actId="47"/>
        <pc:sldMkLst>
          <pc:docMk/>
          <pc:sldMk cId="2322538186" sldId="364"/>
        </pc:sldMkLst>
      </pc:sldChg>
      <pc:sldChg chg="del">
        <pc:chgData name="Devinder Kaur" userId="89161a673412ba18" providerId="LiveId" clId="{C45FDB52-254C-4C2A-9581-41EEB7331BB5}" dt="2021-11-30T09:24:47.014" v="62" actId="47"/>
        <pc:sldMkLst>
          <pc:docMk/>
          <pc:sldMk cId="1651238722" sldId="365"/>
        </pc:sldMkLst>
      </pc:sldChg>
      <pc:sldChg chg="del">
        <pc:chgData name="Devinder Kaur" userId="89161a673412ba18" providerId="LiveId" clId="{C45FDB52-254C-4C2A-9581-41EEB7331BB5}" dt="2021-11-30T09:24:47.014" v="62" actId="47"/>
        <pc:sldMkLst>
          <pc:docMk/>
          <pc:sldMk cId="4275656088" sldId="366"/>
        </pc:sldMkLst>
      </pc:sldChg>
      <pc:sldChg chg="del">
        <pc:chgData name="Devinder Kaur" userId="89161a673412ba18" providerId="LiveId" clId="{C45FDB52-254C-4C2A-9581-41EEB7331BB5}" dt="2021-11-30T09:24:47.014" v="62" actId="47"/>
        <pc:sldMkLst>
          <pc:docMk/>
          <pc:sldMk cId="2331036608" sldId="367"/>
        </pc:sldMkLst>
      </pc:sldChg>
      <pc:sldChg chg="del">
        <pc:chgData name="Devinder Kaur" userId="89161a673412ba18" providerId="LiveId" clId="{C45FDB52-254C-4C2A-9581-41EEB7331BB5}" dt="2021-11-30T09:24:47.014" v="62" actId="47"/>
        <pc:sldMkLst>
          <pc:docMk/>
          <pc:sldMk cId="3905390402" sldId="368"/>
        </pc:sldMkLst>
      </pc:sldChg>
      <pc:sldChg chg="del">
        <pc:chgData name="Devinder Kaur" userId="89161a673412ba18" providerId="LiveId" clId="{C45FDB52-254C-4C2A-9581-41EEB7331BB5}" dt="2021-11-30T09:24:47.014" v="62" actId="47"/>
        <pc:sldMkLst>
          <pc:docMk/>
          <pc:sldMk cId="2771065630" sldId="369"/>
        </pc:sldMkLst>
      </pc:sldChg>
      <pc:sldChg chg="del">
        <pc:chgData name="Devinder Kaur" userId="89161a673412ba18" providerId="LiveId" clId="{C45FDB52-254C-4C2A-9581-41EEB7331BB5}" dt="2021-11-30T09:24:47.014" v="62" actId="47"/>
        <pc:sldMkLst>
          <pc:docMk/>
          <pc:sldMk cId="1147662509" sldId="370"/>
        </pc:sldMkLst>
      </pc:sldChg>
      <pc:sldChg chg="modSp del mod">
        <pc:chgData name="Devinder Kaur" userId="89161a673412ba18" providerId="LiveId" clId="{C45FDB52-254C-4C2A-9581-41EEB7331BB5}" dt="2021-11-30T09:24:47.014" v="62" actId="47"/>
        <pc:sldMkLst>
          <pc:docMk/>
          <pc:sldMk cId="2851930866" sldId="371"/>
        </pc:sldMkLst>
        <pc:picChg chg="mod">
          <ac:chgData name="Devinder Kaur" userId="89161a673412ba18" providerId="LiveId" clId="{C45FDB52-254C-4C2A-9581-41EEB7331BB5}" dt="2021-11-30T09:21:14.425" v="4" actId="1076"/>
          <ac:picMkLst>
            <pc:docMk/>
            <pc:sldMk cId="2851930866" sldId="371"/>
            <ac:picMk id="3" creationId="{B184D7BF-9834-4588-AF8B-E02D49483658}"/>
          </ac:picMkLst>
        </pc:picChg>
      </pc:sldChg>
      <pc:sldChg chg="modSp del mod">
        <pc:chgData name="Devinder Kaur" userId="89161a673412ba18" providerId="LiveId" clId="{C45FDB52-254C-4C2A-9581-41EEB7331BB5}" dt="2021-11-30T09:24:47.014" v="62" actId="47"/>
        <pc:sldMkLst>
          <pc:docMk/>
          <pc:sldMk cId="3861555644" sldId="372"/>
        </pc:sldMkLst>
        <pc:picChg chg="mod">
          <ac:chgData name="Devinder Kaur" userId="89161a673412ba18" providerId="LiveId" clId="{C45FDB52-254C-4C2A-9581-41EEB7331BB5}" dt="2021-11-30T09:21:52.394" v="5" actId="1076"/>
          <ac:picMkLst>
            <pc:docMk/>
            <pc:sldMk cId="3861555644" sldId="372"/>
            <ac:picMk id="6" creationId="{40822ABB-9785-4404-94B9-9DAAAF604E4A}"/>
          </ac:picMkLst>
        </pc:picChg>
      </pc:sldChg>
      <pc:sldChg chg="del">
        <pc:chgData name="Devinder Kaur" userId="89161a673412ba18" providerId="LiveId" clId="{C45FDB52-254C-4C2A-9581-41EEB7331BB5}" dt="2021-11-30T09:24:47.014" v="62" actId="47"/>
        <pc:sldMkLst>
          <pc:docMk/>
          <pc:sldMk cId="4022052406" sldId="373"/>
        </pc:sldMkLst>
      </pc:sldChg>
      <pc:sldChg chg="del">
        <pc:chgData name="Devinder Kaur" userId="89161a673412ba18" providerId="LiveId" clId="{C45FDB52-254C-4C2A-9581-41EEB7331BB5}" dt="2021-11-30T09:24:47.014" v="62" actId="47"/>
        <pc:sldMkLst>
          <pc:docMk/>
          <pc:sldMk cId="3851023988" sldId="374"/>
        </pc:sldMkLst>
      </pc:sldChg>
      <pc:sldChg chg="modSp mod">
        <pc:chgData name="Devinder Kaur" userId="89161a673412ba18" providerId="LiveId" clId="{C45FDB52-254C-4C2A-9581-41EEB7331BB5}" dt="2021-12-08T07:11:17.897" v="2275" actId="27636"/>
        <pc:sldMkLst>
          <pc:docMk/>
          <pc:sldMk cId="3276869159" sldId="444"/>
        </pc:sldMkLst>
        <pc:spChg chg="mod">
          <ac:chgData name="Devinder Kaur" userId="89161a673412ba18" providerId="LiveId" clId="{C45FDB52-254C-4C2A-9581-41EEB7331BB5}" dt="2021-12-01T04:42:13.607" v="407" actId="12788"/>
          <ac:spMkLst>
            <pc:docMk/>
            <pc:sldMk cId="3276869159" sldId="444"/>
            <ac:spMk id="2" creationId="{D83DCB64-D207-409A-BB4E-2608F684CECA}"/>
          </ac:spMkLst>
        </pc:spChg>
        <pc:spChg chg="mod">
          <ac:chgData name="Devinder Kaur" userId="89161a673412ba18" providerId="LiveId" clId="{C45FDB52-254C-4C2A-9581-41EEB7331BB5}" dt="2021-12-08T07:11:17.897" v="2275" actId="27636"/>
          <ac:spMkLst>
            <pc:docMk/>
            <pc:sldMk cId="3276869159" sldId="444"/>
            <ac:spMk id="3" creationId="{212F9F60-F08D-47FE-8E25-F2A6A08F1F0E}"/>
          </ac:spMkLst>
        </pc:spChg>
      </pc:sldChg>
      <pc:sldChg chg="del">
        <pc:chgData name="Devinder Kaur" userId="89161a673412ba18" providerId="LiveId" clId="{C45FDB52-254C-4C2A-9581-41EEB7331BB5}" dt="2021-12-01T04:31:21.652" v="212" actId="47"/>
        <pc:sldMkLst>
          <pc:docMk/>
          <pc:sldMk cId="1442662565" sldId="445"/>
        </pc:sldMkLst>
      </pc:sldChg>
      <pc:sldChg chg="addSp delSp modSp new mod">
        <pc:chgData name="Devinder Kaur" userId="89161a673412ba18" providerId="LiveId" clId="{C45FDB52-254C-4C2A-9581-41EEB7331BB5}" dt="2021-12-08T09:27:58.993" v="3083" actId="2085"/>
        <pc:sldMkLst>
          <pc:docMk/>
          <pc:sldMk cId="3285200060" sldId="445"/>
        </pc:sldMkLst>
        <pc:spChg chg="mod">
          <ac:chgData name="Devinder Kaur" userId="89161a673412ba18" providerId="LiveId" clId="{C45FDB52-254C-4C2A-9581-41EEB7331BB5}" dt="2021-12-08T09:27:45.688" v="3081" actId="14100"/>
          <ac:spMkLst>
            <pc:docMk/>
            <pc:sldMk cId="3285200060" sldId="445"/>
            <ac:spMk id="2" creationId="{9FCF79BC-EA6E-42E9-BCF3-2CB0EDC98E0A}"/>
          </ac:spMkLst>
        </pc:spChg>
        <pc:spChg chg="mod">
          <ac:chgData name="Devinder Kaur" userId="89161a673412ba18" providerId="LiveId" clId="{C45FDB52-254C-4C2A-9581-41EEB7331BB5}" dt="2021-12-08T07:50:52.642" v="2885" actId="113"/>
          <ac:spMkLst>
            <pc:docMk/>
            <pc:sldMk cId="3285200060" sldId="445"/>
            <ac:spMk id="3" creationId="{3939C5FB-D76D-410D-A6BB-9A748F7636B2}"/>
          </ac:spMkLst>
        </pc:spChg>
        <pc:picChg chg="add del">
          <ac:chgData name="Devinder Kaur" userId="89161a673412ba18" providerId="LiveId" clId="{C45FDB52-254C-4C2A-9581-41EEB7331BB5}" dt="2021-12-08T07:14:03.635" v="2280" actId="21"/>
          <ac:picMkLst>
            <pc:docMk/>
            <pc:sldMk cId="3285200060" sldId="445"/>
            <ac:picMk id="5" creationId="{984200DF-98A8-4547-80C1-EF9A6B4F5BF3}"/>
          </ac:picMkLst>
        </pc:picChg>
        <pc:picChg chg="add mod">
          <ac:chgData name="Devinder Kaur" userId="89161a673412ba18" providerId="LiveId" clId="{C45FDB52-254C-4C2A-9581-41EEB7331BB5}" dt="2021-12-08T09:27:58.993" v="3083" actId="2085"/>
          <ac:picMkLst>
            <pc:docMk/>
            <pc:sldMk cId="3285200060" sldId="445"/>
            <ac:picMk id="6" creationId="{727587B8-268B-4E0B-881E-FCE1F5A3BDD0}"/>
          </ac:picMkLst>
        </pc:picChg>
        <pc:picChg chg="add mod">
          <ac:chgData name="Devinder Kaur" userId="89161a673412ba18" providerId="LiveId" clId="{C45FDB52-254C-4C2A-9581-41EEB7331BB5}" dt="2021-12-08T09:27:32.627" v="3077" actId="1076"/>
          <ac:picMkLst>
            <pc:docMk/>
            <pc:sldMk cId="3285200060" sldId="445"/>
            <ac:picMk id="7" creationId="{A03B2674-7E08-400D-8935-DB957D8ACEE0}"/>
          </ac:picMkLst>
        </pc:picChg>
      </pc:sldChg>
      <pc:sldChg chg="addSp delSp modSp new mod">
        <pc:chgData name="Devinder Kaur" userId="89161a673412ba18" providerId="LiveId" clId="{C45FDB52-254C-4C2A-9581-41EEB7331BB5}" dt="2021-12-08T07:36:00.480" v="2778" actId="12100"/>
        <pc:sldMkLst>
          <pc:docMk/>
          <pc:sldMk cId="884380213" sldId="446"/>
        </pc:sldMkLst>
        <pc:graphicFrameChg chg="add mod modGraphic">
          <ac:chgData name="Devinder Kaur" userId="89161a673412ba18" providerId="LiveId" clId="{C45FDB52-254C-4C2A-9581-41EEB7331BB5}" dt="2021-12-08T07:36:00.480" v="2778" actId="12100"/>
          <ac:graphicFrameMkLst>
            <pc:docMk/>
            <pc:sldMk cId="884380213" sldId="446"/>
            <ac:graphicFrameMk id="3" creationId="{104680D8-E1BA-49DE-88E8-7688BE5F03B0}"/>
          </ac:graphicFrameMkLst>
        </pc:graphicFrameChg>
        <pc:picChg chg="add del mod">
          <ac:chgData name="Devinder Kaur" userId="89161a673412ba18" providerId="LiveId" clId="{C45FDB52-254C-4C2A-9581-41EEB7331BB5}" dt="2021-12-08T07:19:24.121" v="2452" actId="478"/>
          <ac:picMkLst>
            <pc:docMk/>
            <pc:sldMk cId="884380213" sldId="446"/>
            <ac:picMk id="4" creationId="{639FB6F9-8474-4581-BA1F-E23F9AD7C5DD}"/>
          </ac:picMkLst>
        </pc:picChg>
        <pc:picChg chg="add del mod">
          <ac:chgData name="Devinder Kaur" userId="89161a673412ba18" providerId="LiveId" clId="{C45FDB52-254C-4C2A-9581-41EEB7331BB5}" dt="2021-12-08T07:33:56.911" v="2758" actId="478"/>
          <ac:picMkLst>
            <pc:docMk/>
            <pc:sldMk cId="884380213" sldId="446"/>
            <ac:picMk id="5" creationId="{4BB42D5A-0CB9-4C33-A34F-0B9348A800B3}"/>
          </ac:picMkLst>
        </pc:picChg>
      </pc:sldChg>
      <pc:sldChg chg="modSp del mod">
        <pc:chgData name="Devinder Kaur" userId="89161a673412ba18" providerId="LiveId" clId="{C45FDB52-254C-4C2A-9581-41EEB7331BB5}" dt="2021-12-08T06:14:18.657" v="2253" actId="47"/>
        <pc:sldMkLst>
          <pc:docMk/>
          <pc:sldMk cId="1567523935" sldId="446"/>
        </pc:sldMkLst>
        <pc:spChg chg="mod">
          <ac:chgData name="Devinder Kaur" userId="89161a673412ba18" providerId="LiveId" clId="{C45FDB52-254C-4C2A-9581-41EEB7331BB5}" dt="2021-12-01T07:53:05.644" v="1230" actId="403"/>
          <ac:spMkLst>
            <pc:docMk/>
            <pc:sldMk cId="1567523935" sldId="446"/>
            <ac:spMk id="2" creationId="{7ECED763-03B0-43E4-A540-443AEDE1D08D}"/>
          </ac:spMkLst>
        </pc:spChg>
        <pc:spChg chg="mod">
          <ac:chgData name="Devinder Kaur" userId="89161a673412ba18" providerId="LiveId" clId="{C45FDB52-254C-4C2A-9581-41EEB7331BB5}" dt="2021-12-01T04:40:07.088" v="355" actId="20577"/>
          <ac:spMkLst>
            <pc:docMk/>
            <pc:sldMk cId="1567523935" sldId="446"/>
            <ac:spMk id="3" creationId="{6F8A583F-46C5-4930-B5C4-A1230DBA1825}"/>
          </ac:spMkLst>
        </pc:spChg>
      </pc:sldChg>
      <pc:sldChg chg="modSp new mod">
        <pc:chgData name="Devinder Kaur" userId="89161a673412ba18" providerId="LiveId" clId="{C45FDB52-254C-4C2A-9581-41EEB7331BB5}" dt="2021-12-08T09:41:49.252" v="3370" actId="20577"/>
        <pc:sldMkLst>
          <pc:docMk/>
          <pc:sldMk cId="2893464812" sldId="447"/>
        </pc:sldMkLst>
        <pc:spChg chg="mod">
          <ac:chgData name="Devinder Kaur" userId="89161a673412ba18" providerId="LiveId" clId="{C45FDB52-254C-4C2A-9581-41EEB7331BB5}" dt="2021-12-08T09:41:49.252" v="3370" actId="20577"/>
          <ac:spMkLst>
            <pc:docMk/>
            <pc:sldMk cId="2893464812" sldId="447"/>
            <ac:spMk id="3" creationId="{2D4513CC-AB87-44D6-AEC5-FC4FA96FE0F2}"/>
          </ac:spMkLst>
        </pc:spChg>
      </pc:sldChg>
      <pc:sldChg chg="addSp delSp modSp new del ord modNotesTx">
        <pc:chgData name="Devinder Kaur" userId="89161a673412ba18" providerId="LiveId" clId="{C45FDB52-254C-4C2A-9581-41EEB7331BB5}" dt="2021-12-08T06:14:18.657" v="2253" actId="47"/>
        <pc:sldMkLst>
          <pc:docMk/>
          <pc:sldMk cId="3076220560" sldId="447"/>
        </pc:sldMkLst>
        <pc:spChg chg="mod">
          <ac:chgData name="Devinder Kaur" userId="89161a673412ba18" providerId="LiveId" clId="{C45FDB52-254C-4C2A-9581-41EEB7331BB5}" dt="2021-11-30T09:30:19.392" v="71" actId="12789"/>
          <ac:spMkLst>
            <pc:docMk/>
            <pc:sldMk cId="3076220560" sldId="447"/>
            <ac:spMk id="6" creationId="{376A84CD-FA8F-4E80-BDB4-E24DE8846A32}"/>
          </ac:spMkLst>
        </pc:spChg>
        <pc:spChg chg="mod">
          <ac:chgData name="Devinder Kaur" userId="89161a673412ba18" providerId="LiveId" clId="{C45FDB52-254C-4C2A-9581-41EEB7331BB5}" dt="2021-11-30T09:30:19.392" v="71" actId="12789"/>
          <ac:spMkLst>
            <pc:docMk/>
            <pc:sldMk cId="3076220560" sldId="447"/>
            <ac:spMk id="7" creationId="{8A9ADE31-FAEB-4F22-AFB3-0164261BA31F}"/>
          </ac:spMkLst>
        </pc:spChg>
        <pc:spChg chg="mod">
          <ac:chgData name="Devinder Kaur" userId="89161a673412ba18" providerId="LiveId" clId="{C45FDB52-254C-4C2A-9581-41EEB7331BB5}" dt="2021-11-30T09:30:19.392" v="71" actId="12789"/>
          <ac:spMkLst>
            <pc:docMk/>
            <pc:sldMk cId="3076220560" sldId="447"/>
            <ac:spMk id="8" creationId="{49E9B1C8-C00D-4A76-8A50-2F188267D38D}"/>
          </ac:spMkLst>
        </pc:spChg>
        <pc:spChg chg="mod">
          <ac:chgData name="Devinder Kaur" userId="89161a673412ba18" providerId="LiveId" clId="{C45FDB52-254C-4C2A-9581-41EEB7331BB5}" dt="2021-11-30T09:30:19.392" v="71" actId="12789"/>
          <ac:spMkLst>
            <pc:docMk/>
            <pc:sldMk cId="3076220560" sldId="447"/>
            <ac:spMk id="9" creationId="{FA86B484-E040-4947-9D27-6D5302C8175C}"/>
          </ac:spMkLst>
        </pc:spChg>
        <pc:spChg chg="mod">
          <ac:chgData name="Devinder Kaur" userId="89161a673412ba18" providerId="LiveId" clId="{C45FDB52-254C-4C2A-9581-41EEB7331BB5}" dt="2021-11-30T09:30:19.392" v="71" actId="12789"/>
          <ac:spMkLst>
            <pc:docMk/>
            <pc:sldMk cId="3076220560" sldId="447"/>
            <ac:spMk id="10" creationId="{43191726-1F82-4C87-8FF7-B8A3AEFC2436}"/>
          </ac:spMkLst>
        </pc:spChg>
        <pc:spChg chg="mod">
          <ac:chgData name="Devinder Kaur" userId="89161a673412ba18" providerId="LiveId" clId="{C45FDB52-254C-4C2A-9581-41EEB7331BB5}" dt="2021-11-30T09:30:19.392" v="71" actId="12789"/>
          <ac:spMkLst>
            <pc:docMk/>
            <pc:sldMk cId="3076220560" sldId="447"/>
            <ac:spMk id="11" creationId="{99FEBB23-739D-423E-8028-200EB949ECE3}"/>
          </ac:spMkLst>
        </pc:spChg>
        <pc:spChg chg="mod">
          <ac:chgData name="Devinder Kaur" userId="89161a673412ba18" providerId="LiveId" clId="{C45FDB52-254C-4C2A-9581-41EEB7331BB5}" dt="2021-11-30T09:30:19.392" v="71" actId="12789"/>
          <ac:spMkLst>
            <pc:docMk/>
            <pc:sldMk cId="3076220560" sldId="447"/>
            <ac:spMk id="12" creationId="{7D0763B7-E72D-4A65-AC76-C280EA79300F}"/>
          </ac:spMkLst>
        </pc:spChg>
        <pc:spChg chg="mod">
          <ac:chgData name="Devinder Kaur" userId="89161a673412ba18" providerId="LiveId" clId="{C45FDB52-254C-4C2A-9581-41EEB7331BB5}" dt="2021-11-30T09:30:19.392" v="71" actId="12789"/>
          <ac:spMkLst>
            <pc:docMk/>
            <pc:sldMk cId="3076220560" sldId="447"/>
            <ac:spMk id="13" creationId="{43CCF0FA-1E4C-4426-AF2D-6F4B644707FC}"/>
          </ac:spMkLst>
        </pc:spChg>
        <pc:spChg chg="mod">
          <ac:chgData name="Devinder Kaur" userId="89161a673412ba18" providerId="LiveId" clId="{C45FDB52-254C-4C2A-9581-41EEB7331BB5}" dt="2021-11-30T09:30:19.392" v="71" actId="12789"/>
          <ac:spMkLst>
            <pc:docMk/>
            <pc:sldMk cId="3076220560" sldId="447"/>
            <ac:spMk id="14" creationId="{F3437231-B8DD-4504-8842-D06026E7595F}"/>
          </ac:spMkLst>
        </pc:spChg>
        <pc:grpChg chg="add mod">
          <ac:chgData name="Devinder Kaur" userId="89161a673412ba18" providerId="LiveId" clId="{C45FDB52-254C-4C2A-9581-41EEB7331BB5}" dt="2021-11-30T09:30:19.392" v="71" actId="12789"/>
          <ac:grpSpMkLst>
            <pc:docMk/>
            <pc:sldMk cId="3076220560" sldId="447"/>
            <ac:grpSpMk id="4" creationId="{ACB8E43A-1C1D-4889-81EF-50D2EB466DCD}"/>
          </ac:grpSpMkLst>
        </pc:grpChg>
        <pc:picChg chg="add del mod">
          <ac:chgData name="Devinder Kaur" userId="89161a673412ba18" providerId="LiveId" clId="{C45FDB52-254C-4C2A-9581-41EEB7331BB5}" dt="2021-11-30T09:29:09.802" v="65"/>
          <ac:picMkLst>
            <pc:docMk/>
            <pc:sldMk cId="3076220560" sldId="447"/>
            <ac:picMk id="3" creationId="{08995C8F-E078-44BF-893D-CBA54FD60492}"/>
          </ac:picMkLst>
        </pc:picChg>
        <pc:picChg chg="mod">
          <ac:chgData name="Devinder Kaur" userId="89161a673412ba18" providerId="LiveId" clId="{C45FDB52-254C-4C2A-9581-41EEB7331BB5}" dt="2021-11-30T09:30:19.392" v="71" actId="12789"/>
          <ac:picMkLst>
            <pc:docMk/>
            <pc:sldMk cId="3076220560" sldId="447"/>
            <ac:picMk id="5" creationId="{433FE8B1-2A9E-4595-A73D-460B5B37FB1C}"/>
          </ac:picMkLst>
        </pc:picChg>
      </pc:sldChg>
      <pc:sldChg chg="modSp new del mod">
        <pc:chgData name="Devinder Kaur" userId="89161a673412ba18" providerId="LiveId" clId="{C45FDB52-254C-4C2A-9581-41EEB7331BB5}" dt="2021-12-08T06:14:18.657" v="2253" actId="47"/>
        <pc:sldMkLst>
          <pc:docMk/>
          <pc:sldMk cId="1218887647" sldId="448"/>
        </pc:sldMkLst>
        <pc:spChg chg="mod">
          <ac:chgData name="Devinder Kaur" userId="89161a673412ba18" providerId="LiveId" clId="{C45FDB52-254C-4C2A-9581-41EEB7331BB5}" dt="2021-12-01T04:25:49.319" v="106" actId="403"/>
          <ac:spMkLst>
            <pc:docMk/>
            <pc:sldMk cId="1218887647" sldId="448"/>
            <ac:spMk id="2" creationId="{B0EDAC69-35B1-436B-8424-8303610EF6FC}"/>
          </ac:spMkLst>
        </pc:spChg>
        <pc:spChg chg="mod">
          <ac:chgData name="Devinder Kaur" userId="89161a673412ba18" providerId="LiveId" clId="{C45FDB52-254C-4C2A-9581-41EEB7331BB5}" dt="2021-12-01T04:27:22.164" v="120" actId="20577"/>
          <ac:spMkLst>
            <pc:docMk/>
            <pc:sldMk cId="1218887647" sldId="448"/>
            <ac:spMk id="3" creationId="{FA658CD6-9BBE-4A86-A770-3958CB83D0EB}"/>
          </ac:spMkLst>
        </pc:spChg>
      </pc:sldChg>
      <pc:sldChg chg="addSp modSp new del mod">
        <pc:chgData name="Devinder Kaur" userId="89161a673412ba18" providerId="LiveId" clId="{C45FDB52-254C-4C2A-9581-41EEB7331BB5}" dt="2021-12-08T08:04:42.703" v="2983" actId="47"/>
        <pc:sldMkLst>
          <pc:docMk/>
          <pc:sldMk cId="1578733675" sldId="448"/>
        </pc:sldMkLst>
        <pc:picChg chg="add mod modCrop">
          <ac:chgData name="Devinder Kaur" userId="89161a673412ba18" providerId="LiveId" clId="{C45FDB52-254C-4C2A-9581-41EEB7331BB5}" dt="2021-12-08T08:02:54.670" v="2948" actId="14100"/>
          <ac:picMkLst>
            <pc:docMk/>
            <pc:sldMk cId="1578733675" sldId="448"/>
            <ac:picMk id="3" creationId="{30C4AD4F-53BF-4CBC-8B56-A88BAE58DC81}"/>
          </ac:picMkLst>
        </pc:picChg>
        <pc:picChg chg="add mod">
          <ac:chgData name="Devinder Kaur" userId="89161a673412ba18" providerId="LiveId" clId="{C45FDB52-254C-4C2A-9581-41EEB7331BB5}" dt="2021-12-08T08:03:10.706" v="2966" actId="1037"/>
          <ac:picMkLst>
            <pc:docMk/>
            <pc:sldMk cId="1578733675" sldId="448"/>
            <ac:picMk id="4" creationId="{7B953F96-7DE0-4228-AAE2-CA89098519FB}"/>
          </ac:picMkLst>
        </pc:picChg>
      </pc:sldChg>
      <pc:sldChg chg="addSp delSp modSp new mod">
        <pc:chgData name="Devinder Kaur" userId="89161a673412ba18" providerId="LiveId" clId="{C45FDB52-254C-4C2A-9581-41EEB7331BB5}" dt="2021-12-08T09:28:27.730" v="3090" actId="12788"/>
        <pc:sldMkLst>
          <pc:docMk/>
          <pc:sldMk cId="2548075309" sldId="449"/>
        </pc:sldMkLst>
        <pc:spChg chg="add mod">
          <ac:chgData name="Devinder Kaur" userId="89161a673412ba18" providerId="LiveId" clId="{C45FDB52-254C-4C2A-9581-41EEB7331BB5}" dt="2021-12-08T09:28:13.286" v="3085" actId="403"/>
          <ac:spMkLst>
            <pc:docMk/>
            <pc:sldMk cId="2548075309" sldId="449"/>
            <ac:spMk id="7" creationId="{DDF3D950-54D2-4EFE-BEA8-268953115654}"/>
          </ac:spMkLst>
        </pc:spChg>
        <pc:picChg chg="add del mod modCrop">
          <ac:chgData name="Devinder Kaur" userId="89161a673412ba18" providerId="LiveId" clId="{C45FDB52-254C-4C2A-9581-41EEB7331BB5}" dt="2021-12-08T07:57:17.745" v="2914" actId="478"/>
          <ac:picMkLst>
            <pc:docMk/>
            <pc:sldMk cId="2548075309" sldId="449"/>
            <ac:picMk id="3" creationId="{56217611-7C12-4E10-91FA-EDCEE990C3BA}"/>
          </ac:picMkLst>
        </pc:picChg>
        <pc:picChg chg="add del mod">
          <ac:chgData name="Devinder Kaur" userId="89161a673412ba18" providerId="LiveId" clId="{C45FDB52-254C-4C2A-9581-41EEB7331BB5}" dt="2021-12-08T09:27:10.487" v="3072" actId="21"/>
          <ac:picMkLst>
            <pc:docMk/>
            <pc:sldMk cId="2548075309" sldId="449"/>
            <ac:picMk id="5" creationId="{4C9F5BF8-6BAE-4C52-BCE5-E7E8FF248727}"/>
          </ac:picMkLst>
        </pc:picChg>
        <pc:picChg chg="add mod">
          <ac:chgData name="Devinder Kaur" userId="89161a673412ba18" providerId="LiveId" clId="{C45FDB52-254C-4C2A-9581-41EEB7331BB5}" dt="2021-12-08T09:28:27.730" v="3090" actId="12788"/>
          <ac:picMkLst>
            <pc:docMk/>
            <pc:sldMk cId="2548075309" sldId="449"/>
            <ac:picMk id="4098" creationId="{5786D899-4D79-4018-B1D5-6AFEDDF19BD5}"/>
          </ac:picMkLst>
        </pc:picChg>
      </pc:sldChg>
      <pc:sldChg chg="new del">
        <pc:chgData name="Devinder Kaur" userId="89161a673412ba18" providerId="LiveId" clId="{C45FDB52-254C-4C2A-9581-41EEB7331BB5}" dt="2021-12-01T04:31:16.068" v="211" actId="47"/>
        <pc:sldMkLst>
          <pc:docMk/>
          <pc:sldMk cId="2977214630" sldId="449"/>
        </pc:sldMkLst>
      </pc:sldChg>
      <pc:sldChg chg="addSp modSp new mod ord">
        <pc:chgData name="Devinder Kaur" userId="89161a673412ba18" providerId="LiveId" clId="{C45FDB52-254C-4C2A-9581-41EEB7331BB5}" dt="2021-12-08T09:26:04.071" v="3071" actId="14100"/>
        <pc:sldMkLst>
          <pc:docMk/>
          <pc:sldMk cId="1450193014" sldId="450"/>
        </pc:sldMkLst>
        <pc:spChg chg="add mod">
          <ac:chgData name="Devinder Kaur" userId="89161a673412ba18" providerId="LiveId" clId="{C45FDB52-254C-4C2A-9581-41EEB7331BB5}" dt="2021-12-08T09:25:48.506" v="3068" actId="14100"/>
          <ac:spMkLst>
            <pc:docMk/>
            <pc:sldMk cId="1450193014" sldId="450"/>
            <ac:spMk id="4" creationId="{B21DA30B-A613-4D81-83B7-179D73D6490F}"/>
          </ac:spMkLst>
        </pc:spChg>
        <pc:grpChg chg="add mod">
          <ac:chgData name="Devinder Kaur" userId="89161a673412ba18" providerId="LiveId" clId="{C45FDB52-254C-4C2A-9581-41EEB7331BB5}" dt="2021-12-08T09:26:04.071" v="3071" actId="14100"/>
          <ac:grpSpMkLst>
            <pc:docMk/>
            <pc:sldMk cId="1450193014" sldId="450"/>
            <ac:grpSpMk id="5" creationId="{8FAFEDF1-A071-4CC4-9B02-D59390C55176}"/>
          </ac:grpSpMkLst>
        </pc:grpChg>
        <pc:picChg chg="add mod modCrop">
          <ac:chgData name="Devinder Kaur" userId="89161a673412ba18" providerId="LiveId" clId="{C45FDB52-254C-4C2A-9581-41EEB7331BB5}" dt="2021-12-08T09:25:33.491" v="3064" actId="164"/>
          <ac:picMkLst>
            <pc:docMk/>
            <pc:sldMk cId="1450193014" sldId="450"/>
            <ac:picMk id="3" creationId="{6A79CC62-D707-4193-84DF-F994832D00E7}"/>
          </ac:picMkLst>
        </pc:picChg>
      </pc:sldChg>
      <pc:sldChg chg="modSp new del mod">
        <pc:chgData name="Devinder Kaur" userId="89161a673412ba18" providerId="LiveId" clId="{C45FDB52-254C-4C2A-9581-41EEB7331BB5}" dt="2021-12-08T06:14:18.657" v="2253" actId="47"/>
        <pc:sldMkLst>
          <pc:docMk/>
          <pc:sldMk cId="1899886567" sldId="450"/>
        </pc:sldMkLst>
        <pc:spChg chg="mod">
          <ac:chgData name="Devinder Kaur" userId="89161a673412ba18" providerId="LiveId" clId="{C45FDB52-254C-4C2A-9581-41EEB7331BB5}" dt="2021-12-01T04:32:43.197" v="220" actId="20577"/>
          <ac:spMkLst>
            <pc:docMk/>
            <pc:sldMk cId="1899886567" sldId="450"/>
            <ac:spMk id="2" creationId="{A2F90763-CBC7-421C-A09C-BFE5E3FF3944}"/>
          </ac:spMkLst>
        </pc:spChg>
        <pc:spChg chg="mod">
          <ac:chgData name="Devinder Kaur" userId="89161a673412ba18" providerId="LiveId" clId="{C45FDB52-254C-4C2A-9581-41EEB7331BB5}" dt="2021-12-01T04:33:11.055" v="234" actId="14100"/>
          <ac:spMkLst>
            <pc:docMk/>
            <pc:sldMk cId="1899886567" sldId="450"/>
            <ac:spMk id="3" creationId="{0C917BEC-2929-49D3-BCD9-A84E28C9C343}"/>
          </ac:spMkLst>
        </pc:spChg>
        <pc:spChg chg="mod">
          <ac:chgData name="Devinder Kaur" userId="89161a673412ba18" providerId="LiveId" clId="{C45FDB52-254C-4C2A-9581-41EEB7331BB5}" dt="2021-12-01T04:32:57.081" v="223" actId="27636"/>
          <ac:spMkLst>
            <pc:docMk/>
            <pc:sldMk cId="1899886567" sldId="450"/>
            <ac:spMk id="4" creationId="{EA6DFD7A-B988-4CFB-B24F-F79D5061F513}"/>
          </ac:spMkLst>
        </pc:spChg>
        <pc:spChg chg="mod">
          <ac:chgData name="Devinder Kaur" userId="89161a673412ba18" providerId="LiveId" clId="{C45FDB52-254C-4C2A-9581-41EEB7331BB5}" dt="2021-12-01T04:33:07.444" v="232" actId="27636"/>
          <ac:spMkLst>
            <pc:docMk/>
            <pc:sldMk cId="1899886567" sldId="450"/>
            <ac:spMk id="5" creationId="{FED09C72-EB4A-41D9-8410-A183AFFE5E07}"/>
          </ac:spMkLst>
        </pc:spChg>
        <pc:spChg chg="mod">
          <ac:chgData name="Devinder Kaur" userId="89161a673412ba18" providerId="LiveId" clId="{C45FDB52-254C-4C2A-9581-41EEB7331BB5}" dt="2021-12-01T04:32:57.081" v="222" actId="27636"/>
          <ac:spMkLst>
            <pc:docMk/>
            <pc:sldMk cId="1899886567" sldId="450"/>
            <ac:spMk id="6" creationId="{6D384AF8-AB4D-4A2D-ADBC-BD2F1BD02E7F}"/>
          </ac:spMkLst>
        </pc:spChg>
      </pc:sldChg>
      <pc:sldChg chg="addSp modSp new del mod">
        <pc:chgData name="Devinder Kaur" userId="89161a673412ba18" providerId="LiveId" clId="{C45FDB52-254C-4C2A-9581-41EEB7331BB5}" dt="2021-12-08T06:14:18.657" v="2253" actId="47"/>
        <pc:sldMkLst>
          <pc:docMk/>
          <pc:sldMk cId="1150963543" sldId="451"/>
        </pc:sldMkLst>
        <pc:graphicFrameChg chg="add mod modGraphic">
          <ac:chgData name="Devinder Kaur" userId="89161a673412ba18" providerId="LiveId" clId="{C45FDB52-254C-4C2A-9581-41EEB7331BB5}" dt="2021-12-01T07:54:33.352" v="1240" actId="2710"/>
          <ac:graphicFrameMkLst>
            <pc:docMk/>
            <pc:sldMk cId="1150963543" sldId="451"/>
            <ac:graphicFrameMk id="3" creationId="{5FE5094A-B2B0-4603-8055-745D979DD24D}"/>
          </ac:graphicFrameMkLst>
        </pc:graphicFrameChg>
      </pc:sldChg>
      <pc:sldChg chg="addSp delSp modSp new del mod">
        <pc:chgData name="Devinder Kaur" userId="89161a673412ba18" providerId="LiveId" clId="{C45FDB52-254C-4C2A-9581-41EEB7331BB5}" dt="2021-12-08T09:41:08.847" v="3366" actId="47"/>
        <pc:sldMkLst>
          <pc:docMk/>
          <pc:sldMk cId="2665585911" sldId="451"/>
        </pc:sldMkLst>
        <pc:picChg chg="add del mod modCrop">
          <ac:chgData name="Devinder Kaur" userId="89161a673412ba18" providerId="LiveId" clId="{C45FDB52-254C-4C2A-9581-41EEB7331BB5}" dt="2021-12-08T09:32:49.385" v="3106" actId="21"/>
          <ac:picMkLst>
            <pc:docMk/>
            <pc:sldMk cId="2665585911" sldId="451"/>
            <ac:picMk id="3" creationId="{0AC275EE-D5C8-45F8-9475-BFC3E69FD3C7}"/>
          </ac:picMkLst>
        </pc:picChg>
      </pc:sldChg>
      <pc:sldChg chg="addSp modSp new mod">
        <pc:chgData name="Devinder Kaur" userId="89161a673412ba18" providerId="LiveId" clId="{C45FDB52-254C-4C2A-9581-41EEB7331BB5}" dt="2021-12-08T09:43:03.301" v="3373"/>
        <pc:sldMkLst>
          <pc:docMk/>
          <pc:sldMk cId="2350034338" sldId="452"/>
        </pc:sldMkLst>
        <pc:spChg chg="mod">
          <ac:chgData name="Devinder Kaur" userId="89161a673412ba18" providerId="LiveId" clId="{C45FDB52-254C-4C2A-9581-41EEB7331BB5}" dt="2021-12-08T09:43:03.301" v="3373"/>
          <ac:spMkLst>
            <pc:docMk/>
            <pc:sldMk cId="2350034338" sldId="452"/>
            <ac:spMk id="2" creationId="{0379D36C-95DA-418F-89E3-C3D9478D9215}"/>
          </ac:spMkLst>
        </pc:spChg>
        <pc:spChg chg="add mod">
          <ac:chgData name="Devinder Kaur" userId="89161a673412ba18" providerId="LiveId" clId="{C45FDB52-254C-4C2A-9581-41EEB7331BB5}" dt="2021-12-08T09:36:43.094" v="3201" actId="20577"/>
          <ac:spMkLst>
            <pc:docMk/>
            <pc:sldMk cId="2350034338" sldId="452"/>
            <ac:spMk id="6" creationId="{E0C42CD1-B7A4-4A57-AAA9-F245E5C8D608}"/>
          </ac:spMkLst>
        </pc:spChg>
        <pc:spChg chg="add mod">
          <ac:chgData name="Devinder Kaur" userId="89161a673412ba18" providerId="LiveId" clId="{C45FDB52-254C-4C2A-9581-41EEB7331BB5}" dt="2021-12-08T09:39:31.186" v="3363" actId="207"/>
          <ac:spMkLst>
            <pc:docMk/>
            <pc:sldMk cId="2350034338" sldId="452"/>
            <ac:spMk id="8" creationId="{61546C6A-26BC-4346-8C8E-D8CBEC85F826}"/>
          </ac:spMkLst>
        </pc:spChg>
        <pc:picChg chg="add mod">
          <ac:chgData name="Devinder Kaur" userId="89161a673412ba18" providerId="LiveId" clId="{C45FDB52-254C-4C2A-9581-41EEB7331BB5}" dt="2021-12-08T09:37:59.732" v="3204" actId="1076"/>
          <ac:picMkLst>
            <pc:docMk/>
            <pc:sldMk cId="2350034338" sldId="452"/>
            <ac:picMk id="4" creationId="{8085B83E-02A0-45E3-A4E1-8CACF0B2CF35}"/>
          </ac:picMkLst>
        </pc:picChg>
      </pc:sldChg>
      <pc:sldChg chg="addSp delSp modSp new del mod">
        <pc:chgData name="Devinder Kaur" userId="89161a673412ba18" providerId="LiveId" clId="{C45FDB52-254C-4C2A-9581-41EEB7331BB5}" dt="2021-12-08T06:14:18.657" v="2253" actId="47"/>
        <pc:sldMkLst>
          <pc:docMk/>
          <pc:sldMk cId="3614524674" sldId="452"/>
        </pc:sldMkLst>
        <pc:spChg chg="mod">
          <ac:chgData name="Devinder Kaur" userId="89161a673412ba18" providerId="LiveId" clId="{C45FDB52-254C-4C2A-9581-41EEB7331BB5}" dt="2021-12-01T06:10:55.258" v="725" actId="27636"/>
          <ac:spMkLst>
            <pc:docMk/>
            <pc:sldMk cId="3614524674" sldId="452"/>
            <ac:spMk id="2" creationId="{1FBA1DD5-5A6B-4D29-B684-09343956247F}"/>
          </ac:spMkLst>
        </pc:spChg>
        <pc:spChg chg="mod">
          <ac:chgData name="Devinder Kaur" userId="89161a673412ba18" providerId="LiveId" clId="{C45FDB52-254C-4C2A-9581-41EEB7331BB5}" dt="2021-12-01T06:56:05.803" v="1064" actId="20577"/>
          <ac:spMkLst>
            <pc:docMk/>
            <pc:sldMk cId="3614524674" sldId="452"/>
            <ac:spMk id="3" creationId="{7AA09F6A-00EB-477D-934B-5FC87F0A5B5A}"/>
          </ac:spMkLst>
        </pc:spChg>
        <pc:spChg chg="add mod">
          <ac:chgData name="Devinder Kaur" userId="89161a673412ba18" providerId="LiveId" clId="{C45FDB52-254C-4C2A-9581-41EEB7331BB5}" dt="2021-12-01T06:26:47.993" v="910" actId="164"/>
          <ac:spMkLst>
            <pc:docMk/>
            <pc:sldMk cId="3614524674" sldId="452"/>
            <ac:spMk id="8" creationId="{4B8AF9DB-B1B8-4AB2-A97C-15BBFA12B00E}"/>
          </ac:spMkLst>
        </pc:spChg>
        <pc:grpChg chg="add mod">
          <ac:chgData name="Devinder Kaur" userId="89161a673412ba18" providerId="LiveId" clId="{C45FDB52-254C-4C2A-9581-41EEB7331BB5}" dt="2021-12-01T06:28:42.961" v="926" actId="14100"/>
          <ac:grpSpMkLst>
            <pc:docMk/>
            <pc:sldMk cId="3614524674" sldId="452"/>
            <ac:grpSpMk id="9" creationId="{CD6B4637-6049-4CDA-829F-F2253DAC72B8}"/>
          </ac:grpSpMkLst>
        </pc:grpChg>
        <pc:picChg chg="add del mod modCrop">
          <ac:chgData name="Devinder Kaur" userId="89161a673412ba18" providerId="LiveId" clId="{C45FDB52-254C-4C2A-9581-41EEB7331BB5}" dt="2021-12-01T06:09:15.034" v="705" actId="478"/>
          <ac:picMkLst>
            <pc:docMk/>
            <pc:sldMk cId="3614524674" sldId="452"/>
            <ac:picMk id="5" creationId="{0A670A3C-FA47-43A2-82C2-87AE3D2A35CA}"/>
          </ac:picMkLst>
        </pc:picChg>
        <pc:picChg chg="del">
          <ac:chgData name="Devinder Kaur" userId="89161a673412ba18" providerId="LiveId" clId="{C45FDB52-254C-4C2A-9581-41EEB7331BB5}" dt="2021-12-01T05:29:54.805" v="461"/>
          <ac:picMkLst>
            <pc:docMk/>
            <pc:sldMk cId="3614524674" sldId="452"/>
            <ac:picMk id="6" creationId="{8F362CF7-1EA3-4622-9682-4501E4872B6F}"/>
          </ac:picMkLst>
        </pc:picChg>
        <pc:picChg chg="add mod modCrop">
          <ac:chgData name="Devinder Kaur" userId="89161a673412ba18" providerId="LiveId" clId="{C45FDB52-254C-4C2A-9581-41EEB7331BB5}" dt="2021-12-01T06:26:47.993" v="910" actId="164"/>
          <ac:picMkLst>
            <pc:docMk/>
            <pc:sldMk cId="3614524674" sldId="452"/>
            <ac:picMk id="7" creationId="{02C38FA9-974A-4DE8-BDC9-FB26CE85FCA0}"/>
          </ac:picMkLst>
        </pc:picChg>
      </pc:sldChg>
      <pc:sldChg chg="addSp delSp modSp new del mod">
        <pc:chgData name="Devinder Kaur" userId="89161a673412ba18" providerId="LiveId" clId="{C45FDB52-254C-4C2A-9581-41EEB7331BB5}" dt="2021-12-08T06:14:18.657" v="2253" actId="47"/>
        <pc:sldMkLst>
          <pc:docMk/>
          <pc:sldMk cId="3030977826" sldId="453"/>
        </pc:sldMkLst>
        <pc:spChg chg="mod">
          <ac:chgData name="Devinder Kaur" userId="89161a673412ba18" providerId="LiveId" clId="{C45FDB52-254C-4C2A-9581-41EEB7331BB5}" dt="2021-12-01T07:48:09.750" v="1202" actId="14100"/>
          <ac:spMkLst>
            <pc:docMk/>
            <pc:sldMk cId="3030977826" sldId="453"/>
            <ac:spMk id="2" creationId="{1200D281-29A6-44CB-90AC-664B5DFDCC3D}"/>
          </ac:spMkLst>
        </pc:spChg>
        <pc:spChg chg="mod">
          <ac:chgData name="Devinder Kaur" userId="89161a673412ba18" providerId="LiveId" clId="{C45FDB52-254C-4C2A-9581-41EEB7331BB5}" dt="2021-12-07T06:59:43.950" v="2245" actId="20577"/>
          <ac:spMkLst>
            <pc:docMk/>
            <pc:sldMk cId="3030977826" sldId="453"/>
            <ac:spMk id="3" creationId="{FA708446-8FF7-44E6-A0E4-0094D1596994}"/>
          </ac:spMkLst>
        </pc:spChg>
        <pc:graphicFrameChg chg="add mod modGraphic">
          <ac:chgData name="Devinder Kaur" userId="89161a673412ba18" providerId="LiveId" clId="{C45FDB52-254C-4C2A-9581-41EEB7331BB5}" dt="2021-12-01T07:52:41.827" v="1229" actId="20577"/>
          <ac:graphicFrameMkLst>
            <pc:docMk/>
            <pc:sldMk cId="3030977826" sldId="453"/>
            <ac:graphicFrameMk id="5" creationId="{7D521F6B-FCA7-4E08-85FC-FE5168D0C46F}"/>
          </ac:graphicFrameMkLst>
        </pc:graphicFrameChg>
        <pc:picChg chg="add mod">
          <ac:chgData name="Devinder Kaur" userId="89161a673412ba18" providerId="LiveId" clId="{C45FDB52-254C-4C2A-9581-41EEB7331BB5}" dt="2021-12-01T07:48:36.234" v="1209" actId="14100"/>
          <ac:picMkLst>
            <pc:docMk/>
            <pc:sldMk cId="3030977826" sldId="453"/>
            <ac:picMk id="6" creationId="{BF373090-CA2B-4129-8D4C-0AEA28EE8BAD}"/>
          </ac:picMkLst>
        </pc:picChg>
        <pc:picChg chg="del">
          <ac:chgData name="Devinder Kaur" userId="89161a673412ba18" providerId="LiveId" clId="{C45FDB52-254C-4C2A-9581-41EEB7331BB5}" dt="2021-12-01T07:53:19.765" v="1231"/>
          <ac:picMkLst>
            <pc:docMk/>
            <pc:sldMk cId="3030977826" sldId="453"/>
            <ac:picMk id="7" creationId="{CCAEC1FE-5C38-4E52-8804-0C44C09244B8}"/>
          </ac:picMkLst>
        </pc:picChg>
      </pc:sldChg>
      <pc:sldChg chg="addSp modSp new del mod ord">
        <pc:chgData name="Devinder Kaur" userId="89161a673412ba18" providerId="LiveId" clId="{C45FDB52-254C-4C2A-9581-41EEB7331BB5}" dt="2021-12-01T06:11:55.992" v="731" actId="47"/>
        <pc:sldMkLst>
          <pc:docMk/>
          <pc:sldMk cId="601833578" sldId="454"/>
        </pc:sldMkLst>
        <pc:picChg chg="add mod">
          <ac:chgData name="Devinder Kaur" userId="89161a673412ba18" providerId="LiveId" clId="{C45FDB52-254C-4C2A-9581-41EEB7331BB5}" dt="2021-12-01T05:34:41.808" v="667" actId="14100"/>
          <ac:picMkLst>
            <pc:docMk/>
            <pc:sldMk cId="601833578" sldId="454"/>
            <ac:picMk id="3" creationId="{59DE2FA0-C64E-45F4-A1CB-B1B62055B040}"/>
          </ac:picMkLst>
        </pc:picChg>
      </pc:sldChg>
      <pc:sldChg chg="modSp del mod">
        <pc:chgData name="Devinder Kaur" userId="89161a673412ba18" providerId="LiveId" clId="{C45FDB52-254C-4C2A-9581-41EEB7331BB5}" dt="2021-12-08T06:14:18.657" v="2253" actId="47"/>
        <pc:sldMkLst>
          <pc:docMk/>
          <pc:sldMk cId="3247445141" sldId="454"/>
        </pc:sldMkLst>
        <pc:spChg chg="mod">
          <ac:chgData name="Devinder Kaur" userId="89161a673412ba18" providerId="LiveId" clId="{C45FDB52-254C-4C2A-9581-41EEB7331BB5}" dt="2021-12-01T07:56:02.869" v="1254" actId="14100"/>
          <ac:spMkLst>
            <pc:docMk/>
            <pc:sldMk cId="3247445141" sldId="454"/>
            <ac:spMk id="2" creationId="{7ECED763-03B0-43E4-A540-443AEDE1D08D}"/>
          </ac:spMkLst>
        </pc:spChg>
        <pc:spChg chg="mod">
          <ac:chgData name="Devinder Kaur" userId="89161a673412ba18" providerId="LiveId" clId="{C45FDB52-254C-4C2A-9581-41EEB7331BB5}" dt="2021-12-01T08:02:55.214" v="1320" actId="14100"/>
          <ac:spMkLst>
            <pc:docMk/>
            <pc:sldMk cId="3247445141" sldId="454"/>
            <ac:spMk id="3" creationId="{6F8A583F-46C5-4930-B5C4-A1230DBA1825}"/>
          </ac:spMkLst>
        </pc:spChg>
      </pc:sldChg>
      <pc:sldChg chg="addSp modSp new del mod">
        <pc:chgData name="Devinder Kaur" userId="89161a673412ba18" providerId="LiveId" clId="{C45FDB52-254C-4C2A-9581-41EEB7331BB5}" dt="2021-12-08T06:14:18.657" v="2253" actId="47"/>
        <pc:sldMkLst>
          <pc:docMk/>
          <pc:sldMk cId="1080002282" sldId="455"/>
        </pc:sldMkLst>
        <pc:picChg chg="add mod">
          <ac:chgData name="Devinder Kaur" userId="89161a673412ba18" providerId="LiveId" clId="{C45FDB52-254C-4C2A-9581-41EEB7331BB5}" dt="2021-12-01T08:03:45.453" v="1326" actId="14100"/>
          <ac:picMkLst>
            <pc:docMk/>
            <pc:sldMk cId="1080002282" sldId="455"/>
            <ac:picMk id="3" creationId="{9E7226F4-DEF9-4E8A-A114-9BE0858C2B7D}"/>
          </ac:picMkLst>
        </pc:picChg>
      </pc:sldChg>
      <pc:sldChg chg="modSp new del mod">
        <pc:chgData name="Devinder Kaur" userId="89161a673412ba18" providerId="LiveId" clId="{C45FDB52-254C-4C2A-9581-41EEB7331BB5}" dt="2021-12-01T06:08:58.610" v="702" actId="47"/>
        <pc:sldMkLst>
          <pc:docMk/>
          <pc:sldMk cId="2001664384" sldId="455"/>
        </pc:sldMkLst>
        <pc:spChg chg="mod">
          <ac:chgData name="Devinder Kaur" userId="89161a673412ba18" providerId="LiveId" clId="{C45FDB52-254C-4C2A-9581-41EEB7331BB5}" dt="2021-12-01T05:36:21.911" v="677" actId="207"/>
          <ac:spMkLst>
            <pc:docMk/>
            <pc:sldMk cId="2001664384" sldId="455"/>
            <ac:spMk id="2" creationId="{C40A7E4F-3CCF-48D1-A0BC-EB93BDEA051C}"/>
          </ac:spMkLst>
        </pc:spChg>
        <pc:spChg chg="mod">
          <ac:chgData name="Devinder Kaur" userId="89161a673412ba18" providerId="LiveId" clId="{C45FDB52-254C-4C2A-9581-41EEB7331BB5}" dt="2021-12-01T05:37:09.639" v="685" actId="20577"/>
          <ac:spMkLst>
            <pc:docMk/>
            <pc:sldMk cId="2001664384" sldId="455"/>
            <ac:spMk id="3" creationId="{1F243D9E-6B52-441B-B746-182C197CBB23}"/>
          </ac:spMkLst>
        </pc:spChg>
      </pc:sldChg>
      <pc:sldChg chg="modSp del mod">
        <pc:chgData name="Devinder Kaur" userId="89161a673412ba18" providerId="LiveId" clId="{C45FDB52-254C-4C2A-9581-41EEB7331BB5}" dt="2021-12-08T06:14:18.657" v="2253" actId="47"/>
        <pc:sldMkLst>
          <pc:docMk/>
          <pc:sldMk cId="2143142585" sldId="456"/>
        </pc:sldMkLst>
        <pc:spChg chg="mod">
          <ac:chgData name="Devinder Kaur" userId="89161a673412ba18" providerId="LiveId" clId="{C45FDB52-254C-4C2A-9581-41EEB7331BB5}" dt="2021-12-01T08:09:40.454" v="1337" actId="27636"/>
          <ac:spMkLst>
            <pc:docMk/>
            <pc:sldMk cId="2143142585" sldId="456"/>
            <ac:spMk id="2" creationId="{7ECED763-03B0-43E4-A540-443AEDE1D08D}"/>
          </ac:spMkLst>
        </pc:spChg>
        <pc:spChg chg="mod">
          <ac:chgData name="Devinder Kaur" userId="89161a673412ba18" providerId="LiveId" clId="{C45FDB52-254C-4C2A-9581-41EEB7331BB5}" dt="2021-12-01T08:12:01.484" v="1352" actId="14100"/>
          <ac:spMkLst>
            <pc:docMk/>
            <pc:sldMk cId="2143142585" sldId="456"/>
            <ac:spMk id="3" creationId="{6F8A583F-46C5-4930-B5C4-A1230DBA1825}"/>
          </ac:spMkLst>
        </pc:spChg>
      </pc:sldChg>
      <pc:sldChg chg="addSp delSp modSp new del mod ord">
        <pc:chgData name="Devinder Kaur" userId="89161a673412ba18" providerId="LiveId" clId="{C45FDB52-254C-4C2A-9581-41EEB7331BB5}" dt="2021-12-08T06:14:18.657" v="2253" actId="47"/>
        <pc:sldMkLst>
          <pc:docMk/>
          <pc:sldMk cId="2346958233" sldId="457"/>
        </pc:sldMkLst>
        <pc:spChg chg="mod">
          <ac:chgData name="Devinder Kaur" userId="89161a673412ba18" providerId="LiveId" clId="{C45FDB52-254C-4C2A-9581-41EEB7331BB5}" dt="2021-12-01T08:13:50.694" v="1364" actId="403"/>
          <ac:spMkLst>
            <pc:docMk/>
            <pc:sldMk cId="2346958233" sldId="457"/>
            <ac:spMk id="2" creationId="{1E7AE4F9-20A8-4CD2-BC80-FE1140997250}"/>
          </ac:spMkLst>
        </pc:spChg>
        <pc:spChg chg="mod">
          <ac:chgData name="Devinder Kaur" userId="89161a673412ba18" providerId="LiveId" clId="{C45FDB52-254C-4C2A-9581-41EEB7331BB5}" dt="2021-12-01T08:22:26.888" v="1722" actId="27636"/>
          <ac:spMkLst>
            <pc:docMk/>
            <pc:sldMk cId="2346958233" sldId="457"/>
            <ac:spMk id="3" creationId="{1B7B69A5-2607-4C7C-ADBD-10D055288709}"/>
          </ac:spMkLst>
        </pc:spChg>
        <pc:picChg chg="add mod">
          <ac:chgData name="Devinder Kaur" userId="89161a673412ba18" providerId="LiveId" clId="{C45FDB52-254C-4C2A-9581-41EEB7331BB5}" dt="2021-12-01T08:19:53.635" v="1538" actId="1035"/>
          <ac:picMkLst>
            <pc:docMk/>
            <pc:sldMk cId="2346958233" sldId="457"/>
            <ac:picMk id="5" creationId="{BE4A8E97-50B0-46F2-8C40-C56F91758225}"/>
          </ac:picMkLst>
        </pc:picChg>
        <pc:picChg chg="add mod">
          <ac:chgData name="Devinder Kaur" userId="89161a673412ba18" providerId="LiveId" clId="{C45FDB52-254C-4C2A-9581-41EEB7331BB5}" dt="2021-12-01T08:19:53.635" v="1538" actId="1035"/>
          <ac:picMkLst>
            <pc:docMk/>
            <pc:sldMk cId="2346958233" sldId="457"/>
            <ac:picMk id="6" creationId="{FBBB5AEA-2E1E-4437-B770-662935E1DE16}"/>
          </ac:picMkLst>
        </pc:picChg>
        <pc:picChg chg="add del">
          <ac:chgData name="Devinder Kaur" userId="89161a673412ba18" providerId="LiveId" clId="{C45FDB52-254C-4C2A-9581-41EEB7331BB5}" dt="2021-12-01T08:20:21.043" v="1540"/>
          <ac:picMkLst>
            <pc:docMk/>
            <pc:sldMk cId="2346958233" sldId="457"/>
            <ac:picMk id="7" creationId="{372ECE2F-CD7A-45E2-82EA-11E9AD7F0BA2}"/>
          </ac:picMkLst>
        </pc:picChg>
        <pc:picChg chg="add mod">
          <ac:chgData name="Devinder Kaur" userId="89161a673412ba18" providerId="LiveId" clId="{C45FDB52-254C-4C2A-9581-41EEB7331BB5}" dt="2021-12-01T08:21:23.838" v="1693" actId="12789"/>
          <ac:picMkLst>
            <pc:docMk/>
            <pc:sldMk cId="2346958233" sldId="457"/>
            <ac:picMk id="8" creationId="{28BA1A7D-F9A7-42CF-B21A-196675C450F7}"/>
          </ac:picMkLst>
        </pc:picChg>
        <pc:picChg chg="add mod">
          <ac:chgData name="Devinder Kaur" userId="89161a673412ba18" providerId="LiveId" clId="{C45FDB52-254C-4C2A-9581-41EEB7331BB5}" dt="2021-12-01T08:21:23.838" v="1693" actId="12789"/>
          <ac:picMkLst>
            <pc:docMk/>
            <pc:sldMk cId="2346958233" sldId="457"/>
            <ac:picMk id="9" creationId="{9865CA6E-34D7-4BB3-9545-084BB2AEC81A}"/>
          </ac:picMkLst>
        </pc:picChg>
        <pc:picChg chg="add mod">
          <ac:chgData name="Devinder Kaur" userId="89161a673412ba18" providerId="LiveId" clId="{C45FDB52-254C-4C2A-9581-41EEB7331BB5}" dt="2021-12-01T08:21:52.589" v="1716" actId="1037"/>
          <ac:picMkLst>
            <pc:docMk/>
            <pc:sldMk cId="2346958233" sldId="457"/>
            <ac:picMk id="10" creationId="{DA78A761-0B46-4E2F-AF7F-78C71D748B01}"/>
          </ac:picMkLst>
        </pc:picChg>
      </pc:sldChg>
      <pc:sldChg chg="modSp new del mod modNotesTx">
        <pc:chgData name="Devinder Kaur" userId="89161a673412ba18" providerId="LiveId" clId="{C45FDB52-254C-4C2A-9581-41EEB7331BB5}" dt="2021-12-08T06:14:18.657" v="2253" actId="47"/>
        <pc:sldMkLst>
          <pc:docMk/>
          <pc:sldMk cId="1824992622" sldId="458"/>
        </pc:sldMkLst>
        <pc:spChg chg="mod">
          <ac:chgData name="Devinder Kaur" userId="89161a673412ba18" providerId="LiveId" clId="{C45FDB52-254C-4C2A-9581-41EEB7331BB5}" dt="2021-12-01T08:24:32.871" v="1739"/>
          <ac:spMkLst>
            <pc:docMk/>
            <pc:sldMk cId="1824992622" sldId="458"/>
            <ac:spMk id="2" creationId="{99668AF6-DA19-4AC0-9F85-12AB52D85EFF}"/>
          </ac:spMkLst>
        </pc:spChg>
        <pc:spChg chg="mod">
          <ac:chgData name="Devinder Kaur" userId="89161a673412ba18" providerId="LiveId" clId="{C45FDB52-254C-4C2A-9581-41EEB7331BB5}" dt="2021-12-01T08:41:50.521" v="1838" actId="14100"/>
          <ac:spMkLst>
            <pc:docMk/>
            <pc:sldMk cId="1824992622" sldId="458"/>
            <ac:spMk id="3" creationId="{42A76371-E8A3-46E0-AF71-51F8414322FF}"/>
          </ac:spMkLst>
        </pc:spChg>
      </pc:sldChg>
      <pc:sldChg chg="addSp modSp new del mod ord">
        <pc:chgData name="Devinder Kaur" userId="89161a673412ba18" providerId="LiveId" clId="{C45FDB52-254C-4C2A-9581-41EEB7331BB5}" dt="2021-12-08T06:14:18.657" v="2253" actId="47"/>
        <pc:sldMkLst>
          <pc:docMk/>
          <pc:sldMk cId="2469847588" sldId="459"/>
        </pc:sldMkLst>
        <pc:spChg chg="mod">
          <ac:chgData name="Devinder Kaur" userId="89161a673412ba18" providerId="LiveId" clId="{C45FDB52-254C-4C2A-9581-41EEB7331BB5}" dt="2021-12-01T08:29:04.247" v="1769"/>
          <ac:spMkLst>
            <pc:docMk/>
            <pc:sldMk cId="2469847588" sldId="459"/>
            <ac:spMk id="2" creationId="{7B5103B7-922D-4133-9BAD-3692E645E1F5}"/>
          </ac:spMkLst>
        </pc:spChg>
        <pc:spChg chg="mod">
          <ac:chgData name="Devinder Kaur" userId="89161a673412ba18" providerId="LiveId" clId="{C45FDB52-254C-4C2A-9581-41EEB7331BB5}" dt="2021-12-01T08:32:49.547" v="1824" actId="14100"/>
          <ac:spMkLst>
            <pc:docMk/>
            <pc:sldMk cId="2469847588" sldId="459"/>
            <ac:spMk id="3" creationId="{EF533144-EA26-4FBE-B9EE-3E1524FE2AD9}"/>
          </ac:spMkLst>
        </pc:spChg>
        <pc:picChg chg="add mod">
          <ac:chgData name="Devinder Kaur" userId="89161a673412ba18" providerId="LiveId" clId="{C45FDB52-254C-4C2A-9581-41EEB7331BB5}" dt="2021-12-01T08:32:45.332" v="1823" actId="14100"/>
          <ac:picMkLst>
            <pc:docMk/>
            <pc:sldMk cId="2469847588" sldId="459"/>
            <ac:picMk id="5" creationId="{F3D86359-4AE0-490A-9643-14884C51437A}"/>
          </ac:picMkLst>
        </pc:picChg>
      </pc:sldChg>
      <pc:sldChg chg="addSp modSp new del mod">
        <pc:chgData name="Devinder Kaur" userId="89161a673412ba18" providerId="LiveId" clId="{C45FDB52-254C-4C2A-9581-41EEB7331BB5}" dt="2021-12-08T06:14:18.657" v="2253" actId="47"/>
        <pc:sldMkLst>
          <pc:docMk/>
          <pc:sldMk cId="1708513419" sldId="460"/>
        </pc:sldMkLst>
        <pc:spChg chg="mod">
          <ac:chgData name="Devinder Kaur" userId="89161a673412ba18" providerId="LiveId" clId="{C45FDB52-254C-4C2A-9581-41EEB7331BB5}" dt="2021-12-01T08:43:52.310" v="1863" actId="403"/>
          <ac:spMkLst>
            <pc:docMk/>
            <pc:sldMk cId="1708513419" sldId="460"/>
            <ac:spMk id="2" creationId="{B1B70BDA-1F8E-47E9-AE57-CDAC60FBF3A4}"/>
          </ac:spMkLst>
        </pc:spChg>
        <pc:spChg chg="mod">
          <ac:chgData name="Devinder Kaur" userId="89161a673412ba18" providerId="LiveId" clId="{C45FDB52-254C-4C2A-9581-41EEB7331BB5}" dt="2021-12-01T08:46:47.065" v="1893" actId="14100"/>
          <ac:spMkLst>
            <pc:docMk/>
            <pc:sldMk cId="1708513419" sldId="460"/>
            <ac:spMk id="3" creationId="{3CB73029-3CFD-4980-B2CC-42B99D060F95}"/>
          </ac:spMkLst>
        </pc:spChg>
        <pc:picChg chg="add mod">
          <ac:chgData name="Devinder Kaur" userId="89161a673412ba18" providerId="LiveId" clId="{C45FDB52-254C-4C2A-9581-41EEB7331BB5}" dt="2021-12-01T08:46:55.223" v="1896" actId="14100"/>
          <ac:picMkLst>
            <pc:docMk/>
            <pc:sldMk cId="1708513419" sldId="460"/>
            <ac:picMk id="5" creationId="{B6C53843-94D9-4EE4-B0A3-6D28A66D9C52}"/>
          </ac:picMkLst>
        </pc:picChg>
      </pc:sldChg>
      <pc:sldChg chg="addSp modSp new del mod">
        <pc:chgData name="Devinder Kaur" userId="89161a673412ba18" providerId="LiveId" clId="{C45FDB52-254C-4C2A-9581-41EEB7331BB5}" dt="2021-12-08T06:14:18.657" v="2253" actId="47"/>
        <pc:sldMkLst>
          <pc:docMk/>
          <pc:sldMk cId="3664076648" sldId="461"/>
        </pc:sldMkLst>
        <pc:spChg chg="mod">
          <ac:chgData name="Devinder Kaur" userId="89161a673412ba18" providerId="LiveId" clId="{C45FDB52-254C-4C2A-9581-41EEB7331BB5}" dt="2021-12-01T08:48:08.188" v="1915" actId="403"/>
          <ac:spMkLst>
            <pc:docMk/>
            <pc:sldMk cId="3664076648" sldId="461"/>
            <ac:spMk id="2" creationId="{26CDECEE-4B9F-4298-B079-CA154387AF14}"/>
          </ac:spMkLst>
        </pc:spChg>
        <pc:spChg chg="mod">
          <ac:chgData name="Devinder Kaur" userId="89161a673412ba18" providerId="LiveId" clId="{C45FDB52-254C-4C2A-9581-41EEB7331BB5}" dt="2021-12-01T09:16:25.330" v="2006" actId="27636"/>
          <ac:spMkLst>
            <pc:docMk/>
            <pc:sldMk cId="3664076648" sldId="461"/>
            <ac:spMk id="3" creationId="{7B0BE113-B178-4C28-8CE4-9973B18A636D}"/>
          </ac:spMkLst>
        </pc:spChg>
        <pc:spChg chg="add mod">
          <ac:chgData name="Devinder Kaur" userId="89161a673412ba18" providerId="LiveId" clId="{C45FDB52-254C-4C2A-9581-41EEB7331BB5}" dt="2021-12-01T08:51:16.811" v="1971" actId="1038"/>
          <ac:spMkLst>
            <pc:docMk/>
            <pc:sldMk cId="3664076648" sldId="461"/>
            <ac:spMk id="6" creationId="{0D0972AD-536B-41AD-9CEF-79A5936AD062}"/>
          </ac:spMkLst>
        </pc:spChg>
      </pc:sldChg>
      <pc:sldChg chg="modSp new del mod">
        <pc:chgData name="Devinder Kaur" userId="89161a673412ba18" providerId="LiveId" clId="{C45FDB52-254C-4C2A-9581-41EEB7331BB5}" dt="2021-12-08T06:14:18.657" v="2253" actId="47"/>
        <pc:sldMkLst>
          <pc:docMk/>
          <pc:sldMk cId="216894798" sldId="462"/>
        </pc:sldMkLst>
        <pc:spChg chg="mod">
          <ac:chgData name="Devinder Kaur" userId="89161a673412ba18" providerId="LiveId" clId="{C45FDB52-254C-4C2A-9581-41EEB7331BB5}" dt="2021-12-01T09:27:17.606" v="2121" actId="14100"/>
          <ac:spMkLst>
            <pc:docMk/>
            <pc:sldMk cId="216894798" sldId="462"/>
            <ac:spMk id="2" creationId="{5CF8CC02-F5D5-47B5-96E4-18178DAE318C}"/>
          </ac:spMkLst>
        </pc:spChg>
        <pc:spChg chg="mod">
          <ac:chgData name="Devinder Kaur" userId="89161a673412ba18" providerId="LiveId" clId="{C45FDB52-254C-4C2A-9581-41EEB7331BB5}" dt="2021-12-01T09:30:22.561" v="2163" actId="313"/>
          <ac:spMkLst>
            <pc:docMk/>
            <pc:sldMk cId="216894798" sldId="462"/>
            <ac:spMk id="3" creationId="{4C4161DD-5656-4A7A-815F-A0D0F2FEB1DB}"/>
          </ac:spMkLst>
        </pc:spChg>
      </pc:sldChg>
    </pc:docChg>
  </pc:docChgLst>
  <pc:docChgLst>
    <pc:chgData name="Devinder Kaur" userId="89161a673412ba18" providerId="LiveId" clId="{24E40392-7C56-4C71-953A-5D00556B85FD}"/>
    <pc:docChg chg="undo custSel delSld modSld">
      <pc:chgData name="Devinder Kaur" userId="89161a673412ba18" providerId="LiveId" clId="{24E40392-7C56-4C71-953A-5D00556B85FD}" dt="2022-11-29T06:26:59.844" v="218" actId="20577"/>
      <pc:docMkLst>
        <pc:docMk/>
      </pc:docMkLst>
      <pc:sldChg chg="del">
        <pc:chgData name="Devinder Kaur" userId="89161a673412ba18" providerId="LiveId" clId="{24E40392-7C56-4C71-953A-5D00556B85FD}" dt="2022-11-24T06:21:59.034" v="0" actId="47"/>
        <pc:sldMkLst>
          <pc:docMk/>
          <pc:sldMk cId="0" sldId="382"/>
        </pc:sldMkLst>
      </pc:sldChg>
      <pc:sldChg chg="modSp">
        <pc:chgData name="Devinder Kaur" userId="89161a673412ba18" providerId="LiveId" clId="{24E40392-7C56-4C71-953A-5D00556B85FD}" dt="2022-11-29T04:44:06.940" v="194" actId="113"/>
        <pc:sldMkLst>
          <pc:docMk/>
          <pc:sldMk cId="2117980969" sldId="461"/>
        </pc:sldMkLst>
        <pc:graphicFrameChg chg="mod">
          <ac:chgData name="Devinder Kaur" userId="89161a673412ba18" providerId="LiveId" clId="{24E40392-7C56-4C71-953A-5D00556B85FD}" dt="2022-11-29T04:44:06.940" v="194" actId="113"/>
          <ac:graphicFrameMkLst>
            <pc:docMk/>
            <pc:sldMk cId="2117980969" sldId="461"/>
            <ac:graphicFrameMk id="6" creationId="{A9FAE3E4-8E41-44DD-8CD5-1C363A16B42C}"/>
          </ac:graphicFrameMkLst>
        </pc:graphicFrameChg>
      </pc:sldChg>
      <pc:sldChg chg="del">
        <pc:chgData name="Devinder Kaur" userId="89161a673412ba18" providerId="LiveId" clId="{24E40392-7C56-4C71-953A-5D00556B85FD}" dt="2022-11-26T04:37:37.615" v="1" actId="47"/>
        <pc:sldMkLst>
          <pc:docMk/>
          <pc:sldMk cId="3293028744" sldId="467"/>
        </pc:sldMkLst>
      </pc:sldChg>
      <pc:sldChg chg="del">
        <pc:chgData name="Devinder Kaur" userId="89161a673412ba18" providerId="LiveId" clId="{24E40392-7C56-4C71-953A-5D00556B85FD}" dt="2022-11-26T04:37:43.531" v="2" actId="47"/>
        <pc:sldMkLst>
          <pc:docMk/>
          <pc:sldMk cId="3570131095" sldId="469"/>
        </pc:sldMkLst>
      </pc:sldChg>
      <pc:sldChg chg="modSp mod">
        <pc:chgData name="Devinder Kaur" userId="89161a673412ba18" providerId="LiveId" clId="{24E40392-7C56-4C71-953A-5D00556B85FD}" dt="2022-11-26T05:32:40.620" v="98" actId="14100"/>
        <pc:sldMkLst>
          <pc:docMk/>
          <pc:sldMk cId="1967718560" sldId="473"/>
        </pc:sldMkLst>
        <pc:spChg chg="mod">
          <ac:chgData name="Devinder Kaur" userId="89161a673412ba18" providerId="LiveId" clId="{24E40392-7C56-4C71-953A-5D00556B85FD}" dt="2022-11-26T05:31:41.306" v="59" actId="1035"/>
          <ac:spMkLst>
            <pc:docMk/>
            <pc:sldMk cId="1967718560" sldId="473"/>
            <ac:spMk id="3" creationId="{6DFD388C-01A7-4452-95F9-3D58DC64E04A}"/>
          </ac:spMkLst>
        </pc:spChg>
        <pc:spChg chg="mod">
          <ac:chgData name="Devinder Kaur" userId="89161a673412ba18" providerId="LiveId" clId="{24E40392-7C56-4C71-953A-5D00556B85FD}" dt="2022-11-26T05:32:40.620" v="98" actId="14100"/>
          <ac:spMkLst>
            <pc:docMk/>
            <pc:sldMk cId="1967718560" sldId="473"/>
            <ac:spMk id="8" creationId="{EA90ECD4-29F2-4175-816F-BE5D127B254B}"/>
          </ac:spMkLst>
        </pc:spChg>
        <pc:picChg chg="mod">
          <ac:chgData name="Devinder Kaur" userId="89161a673412ba18" providerId="LiveId" clId="{24E40392-7C56-4C71-953A-5D00556B85FD}" dt="2022-11-26T05:32:25.072" v="88" actId="554"/>
          <ac:picMkLst>
            <pc:docMk/>
            <pc:sldMk cId="1967718560" sldId="473"/>
            <ac:picMk id="6" creationId="{983A6658-7AAA-4552-98BC-1504BFE3361B}"/>
          </ac:picMkLst>
        </pc:picChg>
      </pc:sldChg>
      <pc:sldChg chg="modSp mod">
        <pc:chgData name="Devinder Kaur" userId="89161a673412ba18" providerId="LiveId" clId="{24E40392-7C56-4C71-953A-5D00556B85FD}" dt="2022-11-26T05:36:09.549" v="192" actId="14100"/>
        <pc:sldMkLst>
          <pc:docMk/>
          <pc:sldMk cId="2027282769" sldId="476"/>
        </pc:sldMkLst>
        <pc:graphicFrameChg chg="mod">
          <ac:chgData name="Devinder Kaur" userId="89161a673412ba18" providerId="LiveId" clId="{24E40392-7C56-4C71-953A-5D00556B85FD}" dt="2022-11-26T05:36:09.549" v="192" actId="14100"/>
          <ac:graphicFrameMkLst>
            <pc:docMk/>
            <pc:sldMk cId="2027282769" sldId="476"/>
            <ac:graphicFrameMk id="6" creationId="{1D5FB3F9-54D0-4E6F-AEBC-50AE74229D81}"/>
          </ac:graphicFrameMkLst>
        </pc:graphicFrameChg>
        <pc:picChg chg="mod">
          <ac:chgData name="Devinder Kaur" userId="89161a673412ba18" providerId="LiveId" clId="{24E40392-7C56-4C71-953A-5D00556B85FD}" dt="2022-11-26T05:35:37.419" v="187" actId="14100"/>
          <ac:picMkLst>
            <pc:docMk/>
            <pc:sldMk cId="2027282769" sldId="476"/>
            <ac:picMk id="7" creationId="{B98C1643-8242-4640-8927-51C3AEB31937}"/>
          </ac:picMkLst>
        </pc:picChg>
      </pc:sldChg>
      <pc:sldChg chg="del">
        <pc:chgData name="Devinder Kaur" userId="89161a673412ba18" providerId="LiveId" clId="{24E40392-7C56-4C71-953A-5D00556B85FD}" dt="2022-11-26T05:07:32.768" v="11" actId="47"/>
        <pc:sldMkLst>
          <pc:docMk/>
          <pc:sldMk cId="3085445058" sldId="477"/>
        </pc:sldMkLst>
      </pc:sldChg>
      <pc:sldChg chg="del">
        <pc:chgData name="Devinder Kaur" userId="89161a673412ba18" providerId="LiveId" clId="{24E40392-7C56-4C71-953A-5D00556B85FD}" dt="2022-11-26T05:07:42.276" v="12" actId="47"/>
        <pc:sldMkLst>
          <pc:docMk/>
          <pc:sldMk cId="2206060403" sldId="478"/>
        </pc:sldMkLst>
      </pc:sldChg>
      <pc:sldChg chg="modSp mod">
        <pc:chgData name="Devinder Kaur" userId="89161a673412ba18" providerId="LiveId" clId="{24E40392-7C56-4C71-953A-5D00556B85FD}" dt="2022-11-29T06:26:59.844" v="218" actId="20577"/>
        <pc:sldMkLst>
          <pc:docMk/>
          <pc:sldMk cId="2542140807" sldId="479"/>
        </pc:sldMkLst>
        <pc:graphicFrameChg chg="mod">
          <ac:chgData name="Devinder Kaur" userId="89161a673412ba18" providerId="LiveId" clId="{24E40392-7C56-4C71-953A-5D00556B85FD}" dt="2022-11-29T06:26:59.844" v="218" actId="20577"/>
          <ac:graphicFrameMkLst>
            <pc:docMk/>
            <pc:sldMk cId="2542140807" sldId="479"/>
            <ac:graphicFrameMk id="4" creationId="{410C771D-1EE3-489E-BFF9-00DD48CF5EDF}"/>
          </ac:graphicFrameMkLst>
        </pc:graphicFrameChg>
        <pc:picChg chg="mod">
          <ac:chgData name="Devinder Kaur" userId="89161a673412ba18" providerId="LiveId" clId="{24E40392-7C56-4C71-953A-5D00556B85FD}" dt="2022-11-29T06:26:36.232" v="196" actId="14100"/>
          <ac:picMkLst>
            <pc:docMk/>
            <pc:sldMk cId="2542140807" sldId="479"/>
            <ac:picMk id="5" creationId="{592F288F-7730-4875-91A2-FEE84DD4767A}"/>
          </ac:picMkLst>
        </pc:picChg>
      </pc:sldChg>
      <pc:sldChg chg="modSp del mod">
        <pc:chgData name="Devinder Kaur" userId="89161a673412ba18" providerId="LiveId" clId="{24E40392-7C56-4C71-953A-5D00556B85FD}" dt="2022-11-26T05:36:15.863" v="193" actId="47"/>
        <pc:sldMkLst>
          <pc:docMk/>
          <pc:sldMk cId="4235126482" sldId="485"/>
        </pc:sldMkLst>
        <pc:graphicFrameChg chg="mod modGraphic">
          <ac:chgData name="Devinder Kaur" userId="89161a673412ba18" providerId="LiveId" clId="{24E40392-7C56-4C71-953A-5D00556B85FD}" dt="2022-11-26T05:29:51.291" v="17"/>
          <ac:graphicFrameMkLst>
            <pc:docMk/>
            <pc:sldMk cId="4235126482" sldId="485"/>
            <ac:graphicFrameMk id="3" creationId="{FE18F0C9-7B07-4604-89C1-185B15A849D5}"/>
          </ac:graphicFrameMkLst>
        </pc:graphicFrameChg>
      </pc:sldChg>
      <pc:sldChg chg="del">
        <pc:chgData name="Devinder Kaur" userId="89161a673412ba18" providerId="LiveId" clId="{24E40392-7C56-4C71-953A-5D00556B85FD}" dt="2022-11-26T05:28:18.409" v="13" actId="47"/>
        <pc:sldMkLst>
          <pc:docMk/>
          <pc:sldMk cId="2638670324" sldId="490"/>
        </pc:sldMkLst>
      </pc:sldChg>
    </pc:docChg>
  </pc:docChgLst>
  <pc:docChgLst>
    <pc:chgData name="Devinder Kaur" userId="89161a673412ba18" providerId="LiveId" clId="{078A226D-0AB0-4875-9DA2-7091B492FD08}"/>
    <pc:docChg chg="undo custSel modSld">
      <pc:chgData name="Devinder Kaur" userId="89161a673412ba18" providerId="LiveId" clId="{078A226D-0AB0-4875-9DA2-7091B492FD08}" dt="2022-03-11T08:42:46.490" v="4" actId="404"/>
      <pc:docMkLst>
        <pc:docMk/>
      </pc:docMkLst>
      <pc:sldChg chg="modSp mod">
        <pc:chgData name="Devinder Kaur" userId="89161a673412ba18" providerId="LiveId" clId="{078A226D-0AB0-4875-9DA2-7091B492FD08}" dt="2022-03-11T08:42:46.490" v="4" actId="404"/>
        <pc:sldMkLst>
          <pc:docMk/>
          <pc:sldMk cId="2206060403" sldId="478"/>
        </pc:sldMkLst>
        <pc:graphicFrameChg chg="mod modGraphic">
          <ac:chgData name="Devinder Kaur" userId="89161a673412ba18" providerId="LiveId" clId="{078A226D-0AB0-4875-9DA2-7091B492FD08}" dt="2022-03-11T08:42:46.490" v="4" actId="404"/>
          <ac:graphicFrameMkLst>
            <pc:docMk/>
            <pc:sldMk cId="2206060403" sldId="478"/>
            <ac:graphicFrameMk id="4" creationId="{0047273C-2969-42BF-9D1A-95C3BC66D7EA}"/>
          </ac:graphicFrameMkLst>
        </pc:graphicFrameChg>
      </pc:sldChg>
    </pc:docChg>
  </pc:docChgLst>
  <pc:docChgLst>
    <pc:chgData name="Devinder Kaur" userId="89161a673412ba18" providerId="LiveId" clId="{EC2264C8-861A-4A37-ABCC-5E6CB0F0F8BF}"/>
    <pc:docChg chg="undo custSel addSld modSld">
      <pc:chgData name="Devinder Kaur" userId="89161a673412ba18" providerId="LiveId" clId="{EC2264C8-861A-4A37-ABCC-5E6CB0F0F8BF}" dt="2021-12-13T10:07:40.064" v="191"/>
      <pc:docMkLst>
        <pc:docMk/>
      </pc:docMkLst>
      <pc:sldChg chg="modSp mod">
        <pc:chgData name="Devinder Kaur" userId="89161a673412ba18" providerId="LiveId" clId="{EC2264C8-861A-4A37-ABCC-5E6CB0F0F8BF}" dt="2021-12-13T10:07:40.064" v="191"/>
        <pc:sldMkLst>
          <pc:docMk/>
          <pc:sldMk cId="2354221434" sldId="462"/>
        </pc:sldMkLst>
        <pc:spChg chg="mod">
          <ac:chgData name="Devinder Kaur" userId="89161a673412ba18" providerId="LiveId" clId="{EC2264C8-861A-4A37-ABCC-5E6CB0F0F8BF}" dt="2021-12-13T07:22:00.273" v="73"/>
          <ac:spMkLst>
            <pc:docMk/>
            <pc:sldMk cId="2354221434" sldId="462"/>
            <ac:spMk id="4" creationId="{1F85AF78-078A-4B10-8DAA-72D0BAE16059}"/>
          </ac:spMkLst>
        </pc:spChg>
        <pc:graphicFrameChg chg="mod modGraphic">
          <ac:chgData name="Devinder Kaur" userId="89161a673412ba18" providerId="LiveId" clId="{EC2264C8-861A-4A37-ABCC-5E6CB0F0F8BF}" dt="2021-12-13T10:07:40.064" v="191"/>
          <ac:graphicFrameMkLst>
            <pc:docMk/>
            <pc:sldMk cId="2354221434" sldId="462"/>
            <ac:graphicFrameMk id="5" creationId="{844963C3-A4B3-4BF8-A25D-D86E6A8660A0}"/>
          </ac:graphicFrameMkLst>
        </pc:graphicFrameChg>
      </pc:sldChg>
      <pc:sldChg chg="addSp delSp modSp new mod">
        <pc:chgData name="Devinder Kaur" userId="89161a673412ba18" providerId="LiveId" clId="{EC2264C8-861A-4A37-ABCC-5E6CB0F0F8BF}" dt="2021-12-13T07:26:07.537" v="151" actId="1035"/>
        <pc:sldMkLst>
          <pc:docMk/>
          <pc:sldMk cId="3217816182" sldId="493"/>
        </pc:sldMkLst>
        <pc:spChg chg="add del mod">
          <ac:chgData name="Devinder Kaur" userId="89161a673412ba18" providerId="LiveId" clId="{EC2264C8-861A-4A37-ABCC-5E6CB0F0F8BF}" dt="2021-12-13T07:21:59.782" v="72" actId="22"/>
          <ac:spMkLst>
            <pc:docMk/>
            <pc:sldMk cId="3217816182" sldId="493"/>
            <ac:spMk id="5" creationId="{C7E4C4A0-C82F-48EC-AF4E-C7C6919314F3}"/>
          </ac:spMkLst>
        </pc:spChg>
        <pc:spChg chg="add mod">
          <ac:chgData name="Devinder Kaur" userId="89161a673412ba18" providerId="LiveId" clId="{EC2264C8-861A-4A37-ABCC-5E6CB0F0F8BF}" dt="2021-12-13T07:26:07.537" v="151" actId="1035"/>
          <ac:spMkLst>
            <pc:docMk/>
            <pc:sldMk cId="3217816182" sldId="493"/>
            <ac:spMk id="6" creationId="{F9433679-E5B4-451C-9B11-576B2922B551}"/>
          </ac:spMkLst>
        </pc:spChg>
        <pc:graphicFrameChg chg="add mod modGraphic">
          <ac:chgData name="Devinder Kaur" userId="89161a673412ba18" providerId="LiveId" clId="{EC2264C8-861A-4A37-ABCC-5E6CB0F0F8BF}" dt="2021-12-13T07:25:54.607" v="143"/>
          <ac:graphicFrameMkLst>
            <pc:docMk/>
            <pc:sldMk cId="3217816182" sldId="493"/>
            <ac:graphicFrameMk id="3" creationId="{D96BE27C-6618-439F-94FE-7C0B5510BF1A}"/>
          </ac:graphicFrameMkLst>
        </pc:graphicFrameChg>
      </pc:sldChg>
    </pc:docChg>
  </pc:docChgLst>
  <pc:docChgLst>
    <pc:chgData name="Devinder Kaur" userId="89161a673412ba18" providerId="LiveId" clId="{9DC730C8-1395-4933-88D3-2EC0CE87EBF9}"/>
    <pc:docChg chg="undo redo custSel addSld delSld modSld sldOrd">
      <pc:chgData name="Devinder Kaur" userId="89161a673412ba18" providerId="LiveId" clId="{9DC730C8-1395-4933-88D3-2EC0CE87EBF9}" dt="2021-12-13T06:37:08.638" v="9155" actId="47"/>
      <pc:docMkLst>
        <pc:docMk/>
      </pc:docMkLst>
      <pc:sldChg chg="modSp mod">
        <pc:chgData name="Devinder Kaur" userId="89161a673412ba18" providerId="LiveId" clId="{9DC730C8-1395-4933-88D3-2EC0CE87EBF9}" dt="2021-12-11T10:41:59.606" v="8778" actId="20577"/>
        <pc:sldMkLst>
          <pc:docMk/>
          <pc:sldMk cId="2656501266" sldId="279"/>
        </pc:sldMkLst>
        <pc:spChg chg="mod">
          <ac:chgData name="Devinder Kaur" userId="89161a673412ba18" providerId="LiveId" clId="{9DC730C8-1395-4933-88D3-2EC0CE87EBF9}" dt="2021-12-11T10:41:59.606" v="8778" actId="20577"/>
          <ac:spMkLst>
            <pc:docMk/>
            <pc:sldMk cId="2656501266" sldId="279"/>
            <ac:spMk id="2" creationId="{00000000-0000-0000-0000-000000000000}"/>
          </ac:spMkLst>
        </pc:spChg>
      </pc:sldChg>
      <pc:sldChg chg="del">
        <pc:chgData name="Devinder Kaur" userId="89161a673412ba18" providerId="LiveId" clId="{9DC730C8-1395-4933-88D3-2EC0CE87EBF9}" dt="2021-12-11T09:48:08.089" v="7983" actId="47"/>
        <pc:sldMkLst>
          <pc:docMk/>
          <pc:sldMk cId="3534053751" sldId="363"/>
        </pc:sldMkLst>
      </pc:sldChg>
      <pc:sldChg chg="addSp delSp modSp mod">
        <pc:chgData name="Devinder Kaur" userId="89161a673412ba18" providerId="LiveId" clId="{9DC730C8-1395-4933-88D3-2EC0CE87EBF9}" dt="2021-12-09T05:29:43.337" v="174" actId="14100"/>
        <pc:sldMkLst>
          <pc:docMk/>
          <pc:sldMk cId="0" sldId="381"/>
        </pc:sldMkLst>
        <pc:picChg chg="add mod">
          <ac:chgData name="Devinder Kaur" userId="89161a673412ba18" providerId="LiveId" clId="{9DC730C8-1395-4933-88D3-2EC0CE87EBF9}" dt="2021-12-09T05:29:17.121" v="170" actId="171"/>
          <ac:picMkLst>
            <pc:docMk/>
            <pc:sldMk cId="0" sldId="381"/>
            <ac:picMk id="4098" creationId="{00CF0F45-5267-46AB-8964-85D8E434B424}"/>
          </ac:picMkLst>
        </pc:picChg>
        <pc:picChg chg="del">
          <ac:chgData name="Devinder Kaur" userId="89161a673412ba18" providerId="LiveId" clId="{9DC730C8-1395-4933-88D3-2EC0CE87EBF9}" dt="2021-12-09T05:28:21.800" v="160" actId="478"/>
          <ac:picMkLst>
            <pc:docMk/>
            <pc:sldMk cId="0" sldId="381"/>
            <ac:picMk id="10272" creationId="{1185B659-D744-4388-BAE3-B680E0F01E29}"/>
          </ac:picMkLst>
        </pc:picChg>
        <pc:cxnChg chg="mod ord">
          <ac:chgData name="Devinder Kaur" userId="89161a673412ba18" providerId="LiveId" clId="{9DC730C8-1395-4933-88D3-2EC0CE87EBF9}" dt="2021-12-09T05:29:43.337" v="174" actId="14100"/>
          <ac:cxnSpMkLst>
            <pc:docMk/>
            <pc:sldMk cId="0" sldId="381"/>
            <ac:cxnSpMk id="8" creationId="{65EE6DA7-3F8E-46CE-A5B7-337A4278EAE8}"/>
          </ac:cxnSpMkLst>
        </pc:cxnChg>
      </pc:sldChg>
      <pc:sldChg chg="delSp modSp mod">
        <pc:chgData name="Devinder Kaur" userId="89161a673412ba18" providerId="LiveId" clId="{9DC730C8-1395-4933-88D3-2EC0CE87EBF9}" dt="2021-12-13T06:32:06.597" v="9153" actId="14100"/>
        <pc:sldMkLst>
          <pc:docMk/>
          <pc:sldMk cId="3276869159" sldId="444"/>
        </pc:sldMkLst>
        <pc:spChg chg="mod">
          <ac:chgData name="Devinder Kaur" userId="89161a673412ba18" providerId="LiveId" clId="{9DC730C8-1395-4933-88D3-2EC0CE87EBF9}" dt="2021-12-13T06:32:06.597" v="9153" actId="14100"/>
          <ac:spMkLst>
            <pc:docMk/>
            <pc:sldMk cId="3276869159" sldId="444"/>
            <ac:spMk id="2" creationId="{D83DCB64-D207-409A-BB4E-2608F684CECA}"/>
          </ac:spMkLst>
        </pc:spChg>
        <pc:spChg chg="del mod">
          <ac:chgData name="Devinder Kaur" userId="89161a673412ba18" providerId="LiveId" clId="{9DC730C8-1395-4933-88D3-2EC0CE87EBF9}" dt="2021-12-13T06:31:50.647" v="9149" actId="478"/>
          <ac:spMkLst>
            <pc:docMk/>
            <pc:sldMk cId="3276869159" sldId="444"/>
            <ac:spMk id="3" creationId="{212F9F60-F08D-47FE-8E25-F2A6A08F1F0E}"/>
          </ac:spMkLst>
        </pc:spChg>
      </pc:sldChg>
      <pc:sldChg chg="addSp delSp modSp mod">
        <pc:chgData name="Devinder Kaur" userId="89161a673412ba18" providerId="LiveId" clId="{9DC730C8-1395-4933-88D3-2EC0CE87EBF9}" dt="2021-12-09T17:42:05.961" v="4045" actId="1038"/>
        <pc:sldMkLst>
          <pc:docMk/>
          <pc:sldMk cId="3285200060" sldId="445"/>
        </pc:sldMkLst>
        <pc:spChg chg="mod">
          <ac:chgData name="Devinder Kaur" userId="89161a673412ba18" providerId="LiveId" clId="{9DC730C8-1395-4933-88D3-2EC0CE87EBF9}" dt="2021-12-09T07:43:30.419" v="655" actId="14100"/>
          <ac:spMkLst>
            <pc:docMk/>
            <pc:sldMk cId="3285200060" sldId="445"/>
            <ac:spMk id="3" creationId="{3939C5FB-D76D-410D-A6BB-9A748F7636B2}"/>
          </ac:spMkLst>
        </pc:spChg>
        <pc:picChg chg="mod modCrop">
          <ac:chgData name="Devinder Kaur" userId="89161a673412ba18" providerId="LiveId" clId="{9DC730C8-1395-4933-88D3-2EC0CE87EBF9}" dt="2021-12-09T17:42:05.961" v="4045" actId="1038"/>
          <ac:picMkLst>
            <pc:docMk/>
            <pc:sldMk cId="3285200060" sldId="445"/>
            <ac:picMk id="6" creationId="{727587B8-268B-4E0B-881E-FCE1F5A3BDD0}"/>
          </ac:picMkLst>
        </pc:picChg>
        <pc:picChg chg="del mod">
          <ac:chgData name="Devinder Kaur" userId="89161a673412ba18" providerId="LiveId" clId="{9DC730C8-1395-4933-88D3-2EC0CE87EBF9}" dt="2021-12-09T07:21:05.123" v="539" actId="21"/>
          <ac:picMkLst>
            <pc:docMk/>
            <pc:sldMk cId="3285200060" sldId="445"/>
            <ac:picMk id="7" creationId="{A03B2674-7E08-400D-8935-DB957D8ACEE0}"/>
          </ac:picMkLst>
        </pc:picChg>
        <pc:picChg chg="add del mod">
          <ac:chgData name="Devinder Kaur" userId="89161a673412ba18" providerId="LiveId" clId="{9DC730C8-1395-4933-88D3-2EC0CE87EBF9}" dt="2021-12-09T07:43:18.661" v="653" actId="21"/>
          <ac:picMkLst>
            <pc:docMk/>
            <pc:sldMk cId="3285200060" sldId="445"/>
            <ac:picMk id="8" creationId="{198E907A-9D0A-481C-AB81-04B0D10B22B3}"/>
          </ac:picMkLst>
        </pc:picChg>
      </pc:sldChg>
      <pc:sldChg chg="modSp del mod">
        <pc:chgData name="Devinder Kaur" userId="89161a673412ba18" providerId="LiveId" clId="{9DC730C8-1395-4933-88D3-2EC0CE87EBF9}" dt="2021-12-11T10:41:51.006" v="8777" actId="47"/>
        <pc:sldMkLst>
          <pc:docMk/>
          <pc:sldMk cId="2893464812" sldId="447"/>
        </pc:sldMkLst>
        <pc:spChg chg="mod">
          <ac:chgData name="Devinder Kaur" userId="89161a673412ba18" providerId="LiveId" clId="{9DC730C8-1395-4933-88D3-2EC0CE87EBF9}" dt="2021-12-11T10:00:53.122" v="8161" actId="1035"/>
          <ac:spMkLst>
            <pc:docMk/>
            <pc:sldMk cId="2893464812" sldId="447"/>
            <ac:spMk id="2" creationId="{A78EADF6-C060-4414-9022-52E3B87781B5}"/>
          </ac:spMkLst>
        </pc:spChg>
        <pc:spChg chg="mod">
          <ac:chgData name="Devinder Kaur" userId="89161a673412ba18" providerId="LiveId" clId="{9DC730C8-1395-4933-88D3-2EC0CE87EBF9}" dt="2021-12-11T10:40:57.253" v="8754" actId="21"/>
          <ac:spMkLst>
            <pc:docMk/>
            <pc:sldMk cId="2893464812" sldId="447"/>
            <ac:spMk id="3" creationId="{2D4513CC-AB87-44D6-AEC5-FC4FA96FE0F2}"/>
          </ac:spMkLst>
        </pc:spChg>
      </pc:sldChg>
      <pc:sldChg chg="addSp delSp modSp mod">
        <pc:chgData name="Devinder Kaur" userId="89161a673412ba18" providerId="LiveId" clId="{9DC730C8-1395-4933-88D3-2EC0CE87EBF9}" dt="2021-12-09T17:42:46.656" v="4046"/>
        <pc:sldMkLst>
          <pc:docMk/>
          <pc:sldMk cId="2548075309" sldId="449"/>
        </pc:sldMkLst>
        <pc:spChg chg="del">
          <ac:chgData name="Devinder Kaur" userId="89161a673412ba18" providerId="LiveId" clId="{9DC730C8-1395-4933-88D3-2EC0CE87EBF9}" dt="2021-12-09T07:51:35.988" v="726" actId="478"/>
          <ac:spMkLst>
            <pc:docMk/>
            <pc:sldMk cId="2548075309" sldId="449"/>
            <ac:spMk id="7" creationId="{DDF3D950-54D2-4EFE-BEA8-268953115654}"/>
          </ac:spMkLst>
        </pc:spChg>
        <pc:picChg chg="add mod modCrop">
          <ac:chgData name="Devinder Kaur" userId="89161a673412ba18" providerId="LiveId" clId="{9DC730C8-1395-4933-88D3-2EC0CE87EBF9}" dt="2021-12-09T17:42:46.656" v="4046"/>
          <ac:picMkLst>
            <pc:docMk/>
            <pc:sldMk cId="2548075309" sldId="449"/>
            <ac:picMk id="3" creationId="{C3ADE92F-3007-4D14-97AB-C0B4206625B5}"/>
          </ac:picMkLst>
        </pc:picChg>
        <pc:picChg chg="del">
          <ac:chgData name="Devinder Kaur" userId="89161a673412ba18" providerId="LiveId" clId="{9DC730C8-1395-4933-88D3-2EC0CE87EBF9}" dt="2021-12-09T05:55:27.756" v="343" actId="478"/>
          <ac:picMkLst>
            <pc:docMk/>
            <pc:sldMk cId="2548075309" sldId="449"/>
            <ac:picMk id="4098" creationId="{5786D899-4D79-4018-B1D5-6AFEDDF19BD5}"/>
          </ac:picMkLst>
        </pc:picChg>
      </pc:sldChg>
      <pc:sldChg chg="addSp delSp modSp mod">
        <pc:chgData name="Devinder Kaur" userId="89161a673412ba18" providerId="LiveId" clId="{9DC730C8-1395-4933-88D3-2EC0CE87EBF9}" dt="2021-12-09T07:22:30.298" v="590" actId="14100"/>
        <pc:sldMkLst>
          <pc:docMk/>
          <pc:sldMk cId="1450193014" sldId="450"/>
        </pc:sldMkLst>
        <pc:spChg chg="add mod">
          <ac:chgData name="Devinder Kaur" userId="89161a673412ba18" providerId="LiveId" clId="{9DC730C8-1395-4933-88D3-2EC0CE87EBF9}" dt="2021-12-09T07:22:09.287" v="556" actId="1035"/>
          <ac:spMkLst>
            <pc:docMk/>
            <pc:sldMk cId="1450193014" sldId="450"/>
            <ac:spMk id="6" creationId="{01E55FEA-3843-43B8-8586-F896E05D549D}"/>
          </ac:spMkLst>
        </pc:spChg>
        <pc:spChg chg="add mod">
          <ac:chgData name="Devinder Kaur" userId="89161a673412ba18" providerId="LiveId" clId="{9DC730C8-1395-4933-88D3-2EC0CE87EBF9}" dt="2021-12-09T07:19:45.302" v="532" actId="1037"/>
          <ac:spMkLst>
            <pc:docMk/>
            <pc:sldMk cId="1450193014" sldId="450"/>
            <ac:spMk id="9" creationId="{EF2CBFEC-79AE-4481-915E-4761D9D99C32}"/>
          </ac:spMkLst>
        </pc:spChg>
        <pc:grpChg chg="mod">
          <ac:chgData name="Devinder Kaur" userId="89161a673412ba18" providerId="LiveId" clId="{9DC730C8-1395-4933-88D3-2EC0CE87EBF9}" dt="2021-12-09T07:22:18.001" v="558" actId="14100"/>
          <ac:grpSpMkLst>
            <pc:docMk/>
            <pc:sldMk cId="1450193014" sldId="450"/>
            <ac:grpSpMk id="5" creationId="{8FAFEDF1-A071-4CC4-9B02-D59390C55176}"/>
          </ac:grpSpMkLst>
        </pc:grpChg>
        <pc:picChg chg="add del mod modCrop">
          <ac:chgData name="Devinder Kaur" userId="89161a673412ba18" providerId="LiveId" clId="{9DC730C8-1395-4933-88D3-2EC0CE87EBF9}" dt="2021-12-09T07:20:46.357" v="534" actId="21"/>
          <ac:picMkLst>
            <pc:docMk/>
            <pc:sldMk cId="1450193014" sldId="450"/>
            <ac:picMk id="7" creationId="{07BFEED3-64EB-4571-ADD7-43CA69905DAE}"/>
          </ac:picMkLst>
        </pc:picChg>
        <pc:picChg chg="add mod">
          <ac:chgData name="Devinder Kaur" userId="89161a673412ba18" providerId="LiveId" clId="{9DC730C8-1395-4933-88D3-2EC0CE87EBF9}" dt="2021-12-09T07:22:30.298" v="590" actId="14100"/>
          <ac:picMkLst>
            <pc:docMk/>
            <pc:sldMk cId="1450193014" sldId="450"/>
            <ac:picMk id="10" creationId="{7C329A74-6B8C-47B6-BB06-1639995A77FA}"/>
          </ac:picMkLst>
        </pc:picChg>
      </pc:sldChg>
      <pc:sldChg chg="addSp delSp modSp del mod">
        <pc:chgData name="Devinder Kaur" userId="89161a673412ba18" providerId="LiveId" clId="{9DC730C8-1395-4933-88D3-2EC0CE87EBF9}" dt="2021-12-09T05:38:18.175" v="289" actId="47"/>
        <pc:sldMkLst>
          <pc:docMk/>
          <pc:sldMk cId="2350034338" sldId="452"/>
        </pc:sldMkLst>
        <pc:spChg chg="del mod">
          <ac:chgData name="Devinder Kaur" userId="89161a673412ba18" providerId="LiveId" clId="{9DC730C8-1395-4933-88D3-2EC0CE87EBF9}" dt="2021-12-09T05:18:19.411" v="80" actId="21"/>
          <ac:spMkLst>
            <pc:docMk/>
            <pc:sldMk cId="2350034338" sldId="452"/>
            <ac:spMk id="6" creationId="{E0C42CD1-B7A4-4A57-AAA9-F245E5C8D608}"/>
          </ac:spMkLst>
        </pc:spChg>
        <pc:spChg chg="add del mod">
          <ac:chgData name="Devinder Kaur" userId="89161a673412ba18" providerId="LiveId" clId="{9DC730C8-1395-4933-88D3-2EC0CE87EBF9}" dt="2021-12-09T05:32:15.542" v="184"/>
          <ac:spMkLst>
            <pc:docMk/>
            <pc:sldMk cId="2350034338" sldId="452"/>
            <ac:spMk id="7" creationId="{61CD6EED-C68E-4675-B6B5-31C07861AA89}"/>
          </ac:spMkLst>
        </pc:spChg>
        <pc:spChg chg="del">
          <ac:chgData name="Devinder Kaur" userId="89161a673412ba18" providerId="LiveId" clId="{9DC730C8-1395-4933-88D3-2EC0CE87EBF9}" dt="2021-12-09T05:16:39.523" v="11" actId="478"/>
          <ac:spMkLst>
            <pc:docMk/>
            <pc:sldMk cId="2350034338" sldId="452"/>
            <ac:spMk id="8" creationId="{61546C6A-26BC-4346-8C8E-D8CBEC85F826}"/>
          </ac:spMkLst>
        </pc:spChg>
        <pc:spChg chg="add">
          <ac:chgData name="Devinder Kaur" userId="89161a673412ba18" providerId="LiveId" clId="{9DC730C8-1395-4933-88D3-2EC0CE87EBF9}" dt="2021-12-09T05:31:25.023" v="177" actId="22"/>
          <ac:spMkLst>
            <pc:docMk/>
            <pc:sldMk cId="2350034338" sldId="452"/>
            <ac:spMk id="9" creationId="{CFF72874-C8A6-4385-A1C7-E32C254432D5}"/>
          </ac:spMkLst>
        </pc:spChg>
        <pc:picChg chg="mod">
          <ac:chgData name="Devinder Kaur" userId="89161a673412ba18" providerId="LiveId" clId="{9DC730C8-1395-4933-88D3-2EC0CE87EBF9}" dt="2021-12-09T05:31:20.531" v="176" actId="14100"/>
          <ac:picMkLst>
            <pc:docMk/>
            <pc:sldMk cId="2350034338" sldId="452"/>
            <ac:picMk id="4" creationId="{8085B83E-02A0-45E3-A4E1-8CACF0B2CF35}"/>
          </ac:picMkLst>
        </pc:picChg>
      </pc:sldChg>
      <pc:sldChg chg="addSp delSp modSp new mod ord">
        <pc:chgData name="Devinder Kaur" userId="89161a673412ba18" providerId="LiveId" clId="{9DC730C8-1395-4933-88D3-2EC0CE87EBF9}" dt="2021-12-09T07:25:41.315" v="597" actId="1035"/>
        <pc:sldMkLst>
          <pc:docMk/>
          <pc:sldMk cId="1210849245" sldId="453"/>
        </pc:sldMkLst>
        <pc:spChg chg="mod">
          <ac:chgData name="Devinder Kaur" userId="89161a673412ba18" providerId="LiveId" clId="{9DC730C8-1395-4933-88D3-2EC0CE87EBF9}" dt="2021-12-09T05:37:30.523" v="285" actId="14100"/>
          <ac:spMkLst>
            <pc:docMk/>
            <pc:sldMk cId="1210849245" sldId="453"/>
            <ac:spMk id="2" creationId="{BAFC033F-5838-4C00-9355-E50C1C3BC53A}"/>
          </ac:spMkLst>
        </pc:spChg>
        <pc:spChg chg="del">
          <ac:chgData name="Devinder Kaur" userId="89161a673412ba18" providerId="LiveId" clId="{9DC730C8-1395-4933-88D3-2EC0CE87EBF9}" dt="2021-12-09T05:31:47.428" v="179"/>
          <ac:spMkLst>
            <pc:docMk/>
            <pc:sldMk cId="1210849245" sldId="453"/>
            <ac:spMk id="3" creationId="{BDEDA412-F004-491B-AC78-8890112FE21B}"/>
          </ac:spMkLst>
        </pc:spChg>
        <pc:spChg chg="mod">
          <ac:chgData name="Devinder Kaur" userId="89161a673412ba18" providerId="LiveId" clId="{9DC730C8-1395-4933-88D3-2EC0CE87EBF9}" dt="2021-12-09T05:37:44.861" v="288" actId="27636"/>
          <ac:spMkLst>
            <pc:docMk/>
            <pc:sldMk cId="1210849245" sldId="453"/>
            <ac:spMk id="4" creationId="{B0BAD93B-18DC-4F51-9089-60267380712F}"/>
          </ac:spMkLst>
        </pc:spChg>
        <pc:picChg chg="add mod">
          <ac:chgData name="Devinder Kaur" userId="89161a673412ba18" providerId="LiveId" clId="{9DC730C8-1395-4933-88D3-2EC0CE87EBF9}" dt="2021-12-09T07:25:41.315" v="597" actId="1035"/>
          <ac:picMkLst>
            <pc:docMk/>
            <pc:sldMk cId="1210849245" sldId="453"/>
            <ac:picMk id="6" creationId="{36E23D0D-FCC3-4DBA-8870-577B51CD8CF5}"/>
          </ac:picMkLst>
        </pc:picChg>
        <pc:picChg chg="add mod modCrop">
          <ac:chgData name="Devinder Kaur" userId="89161a673412ba18" providerId="LiveId" clId="{9DC730C8-1395-4933-88D3-2EC0CE87EBF9}" dt="2021-12-09T05:36:39.181" v="282" actId="553"/>
          <ac:picMkLst>
            <pc:docMk/>
            <pc:sldMk cId="1210849245" sldId="453"/>
            <ac:picMk id="7" creationId="{886E4DF5-33CC-42A7-BC32-A3088E51F5F4}"/>
          </ac:picMkLst>
        </pc:picChg>
      </pc:sldChg>
      <pc:sldChg chg="addSp delSp modSp new del mod ord">
        <pc:chgData name="Devinder Kaur" userId="89161a673412ba18" providerId="LiveId" clId="{9DC730C8-1395-4933-88D3-2EC0CE87EBF9}" dt="2021-12-09T17:46:23.257" v="4057" actId="47"/>
        <pc:sldMkLst>
          <pc:docMk/>
          <pc:sldMk cId="2851768447" sldId="454"/>
        </pc:sldMkLst>
        <pc:spChg chg="del">
          <ac:chgData name="Devinder Kaur" userId="89161a673412ba18" providerId="LiveId" clId="{9DC730C8-1395-4933-88D3-2EC0CE87EBF9}" dt="2021-12-09T16:57:32.531" v="3748" actId="478"/>
          <ac:spMkLst>
            <pc:docMk/>
            <pc:sldMk cId="2851768447" sldId="454"/>
            <ac:spMk id="2" creationId="{CB239DB9-B542-4FD8-9570-857A3AEF79E9}"/>
          </ac:spMkLst>
        </pc:spChg>
        <pc:spChg chg="del">
          <ac:chgData name="Devinder Kaur" userId="89161a673412ba18" providerId="LiveId" clId="{9DC730C8-1395-4933-88D3-2EC0CE87EBF9}" dt="2021-12-09T05:41:53.931" v="324"/>
          <ac:spMkLst>
            <pc:docMk/>
            <pc:sldMk cId="2851768447" sldId="454"/>
            <ac:spMk id="3" creationId="{4982AF20-343F-4845-962B-C3A7098344AF}"/>
          </ac:spMkLst>
        </pc:spChg>
        <pc:spChg chg="add mod">
          <ac:chgData name="Devinder Kaur" userId="89161a673412ba18" providerId="LiveId" clId="{9DC730C8-1395-4933-88D3-2EC0CE87EBF9}" dt="2021-12-09T17:20:37.454" v="3866" actId="21"/>
          <ac:spMkLst>
            <pc:docMk/>
            <pc:sldMk cId="2851768447" sldId="454"/>
            <ac:spMk id="12" creationId="{317F529B-A445-456A-9B11-9BDA0744B8BB}"/>
          </ac:spMkLst>
        </pc:spChg>
        <pc:picChg chg="add del mod modCrop">
          <ac:chgData name="Devinder Kaur" userId="89161a673412ba18" providerId="LiveId" clId="{9DC730C8-1395-4933-88D3-2EC0CE87EBF9}" dt="2021-12-09T05:43:06.874" v="331" actId="478"/>
          <ac:picMkLst>
            <pc:docMk/>
            <pc:sldMk cId="2851768447" sldId="454"/>
            <ac:picMk id="5" creationId="{CFFB4388-4C53-4348-9926-5A44D9A1B4CA}"/>
          </ac:picMkLst>
        </pc:picChg>
        <pc:picChg chg="add del mod ord modCrop">
          <ac:chgData name="Devinder Kaur" userId="89161a673412ba18" providerId="LiveId" clId="{9DC730C8-1395-4933-88D3-2EC0CE87EBF9}" dt="2021-12-09T17:20:37.454" v="3866" actId="21"/>
          <ac:picMkLst>
            <pc:docMk/>
            <pc:sldMk cId="2851768447" sldId="454"/>
            <ac:picMk id="6" creationId="{59580C47-283A-45D4-8C23-5CEEB634489E}"/>
          </ac:picMkLst>
        </pc:picChg>
        <pc:picChg chg="add del mod modCrop">
          <ac:chgData name="Devinder Kaur" userId="89161a673412ba18" providerId="LiveId" clId="{9DC730C8-1395-4933-88D3-2EC0CE87EBF9}" dt="2021-12-09T17:21:09.829" v="3966" actId="21"/>
          <ac:picMkLst>
            <pc:docMk/>
            <pc:sldMk cId="2851768447" sldId="454"/>
            <ac:picMk id="7" creationId="{FACF88B2-4487-4423-A4F9-94B152D9001A}"/>
          </ac:picMkLst>
        </pc:picChg>
        <pc:picChg chg="add del mod">
          <ac:chgData name="Devinder Kaur" userId="89161a673412ba18" providerId="LiveId" clId="{9DC730C8-1395-4933-88D3-2EC0CE87EBF9}" dt="2021-12-09T16:50:55.658" v="3634" actId="21"/>
          <ac:picMkLst>
            <pc:docMk/>
            <pc:sldMk cId="2851768447" sldId="454"/>
            <ac:picMk id="8" creationId="{0D2C73BF-6DE2-4B91-A1B4-4847A36068A6}"/>
          </ac:picMkLst>
        </pc:picChg>
        <pc:picChg chg="add del mod modCrop">
          <ac:chgData name="Devinder Kaur" userId="89161a673412ba18" providerId="LiveId" clId="{9DC730C8-1395-4933-88D3-2EC0CE87EBF9}" dt="2021-12-09T17:20:37.454" v="3866" actId="21"/>
          <ac:picMkLst>
            <pc:docMk/>
            <pc:sldMk cId="2851768447" sldId="454"/>
            <ac:picMk id="9" creationId="{E726B63F-0A75-4640-AFC1-E54CB6447B7A}"/>
          </ac:picMkLst>
        </pc:picChg>
        <pc:picChg chg="add del mod modCrop">
          <ac:chgData name="Devinder Kaur" userId="89161a673412ba18" providerId="LiveId" clId="{9DC730C8-1395-4933-88D3-2EC0CE87EBF9}" dt="2021-12-09T17:21:36.596" v="3980" actId="21"/>
          <ac:picMkLst>
            <pc:docMk/>
            <pc:sldMk cId="2851768447" sldId="454"/>
            <ac:picMk id="10" creationId="{5571B1A0-A7CA-4383-86A4-813E6E862C74}"/>
          </ac:picMkLst>
        </pc:picChg>
      </pc:sldChg>
      <pc:sldChg chg="addSp delSp modSp new mod">
        <pc:chgData name="Devinder Kaur" userId="89161a673412ba18" providerId="LiveId" clId="{9DC730C8-1395-4933-88D3-2EC0CE87EBF9}" dt="2021-12-09T17:14:03.990" v="3840" actId="14100"/>
        <pc:sldMkLst>
          <pc:docMk/>
          <pc:sldMk cId="1031675676" sldId="455"/>
        </pc:sldMkLst>
        <pc:spChg chg="add mod">
          <ac:chgData name="Devinder Kaur" userId="89161a673412ba18" providerId="LiveId" clId="{9DC730C8-1395-4933-88D3-2EC0CE87EBF9}" dt="2021-12-09T16:36:53.489" v="3577" actId="14100"/>
          <ac:spMkLst>
            <pc:docMk/>
            <pc:sldMk cId="1031675676" sldId="455"/>
            <ac:spMk id="6" creationId="{E95B70B2-D7D2-4AD5-B852-88CFBC21323D}"/>
          </ac:spMkLst>
        </pc:spChg>
        <pc:graphicFrameChg chg="add mod modGraphic">
          <ac:chgData name="Devinder Kaur" userId="89161a673412ba18" providerId="LiveId" clId="{9DC730C8-1395-4933-88D3-2EC0CE87EBF9}" dt="2021-12-09T17:14:03.990" v="3840" actId="14100"/>
          <ac:graphicFrameMkLst>
            <pc:docMk/>
            <pc:sldMk cId="1031675676" sldId="455"/>
            <ac:graphicFrameMk id="7" creationId="{6484BD84-51FC-40E1-BE08-6A34D6D671FC}"/>
          </ac:graphicFrameMkLst>
        </pc:graphicFrameChg>
        <pc:picChg chg="add del mod modCrop">
          <ac:chgData name="Devinder Kaur" userId="89161a673412ba18" providerId="LiveId" clId="{9DC730C8-1395-4933-88D3-2EC0CE87EBF9}" dt="2021-12-09T16:39:13.731" v="3583" actId="21"/>
          <ac:picMkLst>
            <pc:docMk/>
            <pc:sldMk cId="1031675676" sldId="455"/>
            <ac:picMk id="3" creationId="{BD835231-FEA5-4F0A-A9BC-08BD9B462BBB}"/>
          </ac:picMkLst>
        </pc:picChg>
        <pc:picChg chg="add del mod">
          <ac:chgData name="Devinder Kaur" userId="89161a673412ba18" providerId="LiveId" clId="{9DC730C8-1395-4933-88D3-2EC0CE87EBF9}" dt="2021-12-09T07:46:08.460" v="682" actId="21"/>
          <ac:picMkLst>
            <pc:docMk/>
            <pc:sldMk cId="1031675676" sldId="455"/>
            <ac:picMk id="4" creationId="{47910B3D-30FF-49FC-B365-D820BB6CF51F}"/>
          </ac:picMkLst>
        </pc:picChg>
        <pc:picChg chg="add del mod">
          <ac:chgData name="Devinder Kaur" userId="89161a673412ba18" providerId="LiveId" clId="{9DC730C8-1395-4933-88D3-2EC0CE87EBF9}" dt="2021-12-09T16:36:03.651" v="3553" actId="478"/>
          <ac:picMkLst>
            <pc:docMk/>
            <pc:sldMk cId="1031675676" sldId="455"/>
            <ac:picMk id="5" creationId="{DC2CEDFC-4B8A-4C0E-B371-4FB18237E86A}"/>
          </ac:picMkLst>
        </pc:picChg>
        <pc:picChg chg="add del mod modCrop">
          <ac:chgData name="Devinder Kaur" userId="89161a673412ba18" providerId="LiveId" clId="{9DC730C8-1395-4933-88D3-2EC0CE87EBF9}" dt="2021-12-09T16:43:49.305" v="3615" actId="21"/>
          <ac:picMkLst>
            <pc:docMk/>
            <pc:sldMk cId="1031675676" sldId="455"/>
            <ac:picMk id="8" creationId="{AC460992-AE68-4847-B7E8-0478180F511E}"/>
          </ac:picMkLst>
        </pc:picChg>
        <pc:picChg chg="add mod">
          <ac:chgData name="Devinder Kaur" userId="89161a673412ba18" providerId="LiveId" clId="{9DC730C8-1395-4933-88D3-2EC0CE87EBF9}" dt="2021-12-09T17:13:25.477" v="3825" actId="208"/>
          <ac:picMkLst>
            <pc:docMk/>
            <pc:sldMk cId="1031675676" sldId="455"/>
            <ac:picMk id="9" creationId="{DD4CFAE6-8A8F-4EA2-BB2F-5FD9D9EA6B7E}"/>
          </ac:picMkLst>
        </pc:picChg>
      </pc:sldChg>
      <pc:sldChg chg="addSp delSp modSp new mod">
        <pc:chgData name="Devinder Kaur" userId="89161a673412ba18" providerId="LiveId" clId="{9DC730C8-1395-4933-88D3-2EC0CE87EBF9}" dt="2021-12-09T07:45:34.513" v="680" actId="113"/>
        <pc:sldMkLst>
          <pc:docMk/>
          <pc:sldMk cId="126967285" sldId="456"/>
        </pc:sldMkLst>
        <pc:spChg chg="mod">
          <ac:chgData name="Devinder Kaur" userId="89161a673412ba18" providerId="LiveId" clId="{9DC730C8-1395-4933-88D3-2EC0CE87EBF9}" dt="2021-12-09T07:40:22.770" v="627" actId="20577"/>
          <ac:spMkLst>
            <pc:docMk/>
            <pc:sldMk cId="126967285" sldId="456"/>
            <ac:spMk id="2" creationId="{7A7AD5A9-D6CD-433B-BC14-12FB16DA1579}"/>
          </ac:spMkLst>
        </pc:spChg>
        <pc:spChg chg="mod">
          <ac:chgData name="Devinder Kaur" userId="89161a673412ba18" providerId="LiveId" clId="{9DC730C8-1395-4933-88D3-2EC0CE87EBF9}" dt="2021-12-09T07:45:34.513" v="680" actId="113"/>
          <ac:spMkLst>
            <pc:docMk/>
            <pc:sldMk cId="126967285" sldId="456"/>
            <ac:spMk id="3" creationId="{B123225E-8796-4C9A-A67A-FC24D527B576}"/>
          </ac:spMkLst>
        </pc:spChg>
        <pc:picChg chg="add del mod">
          <ac:chgData name="Devinder Kaur" userId="89161a673412ba18" providerId="LiveId" clId="{9DC730C8-1395-4933-88D3-2EC0CE87EBF9}" dt="2021-12-09T07:43:40.770" v="657" actId="21"/>
          <ac:picMkLst>
            <pc:docMk/>
            <pc:sldMk cId="126967285" sldId="456"/>
            <ac:picMk id="5" creationId="{526C648C-3847-409C-8F4B-54266DD76A95}"/>
          </ac:picMkLst>
        </pc:picChg>
        <pc:picChg chg="add mod">
          <ac:chgData name="Devinder Kaur" userId="89161a673412ba18" providerId="LiveId" clId="{9DC730C8-1395-4933-88D3-2EC0CE87EBF9}" dt="2021-12-09T07:44:32.180" v="673" actId="14100"/>
          <ac:picMkLst>
            <pc:docMk/>
            <pc:sldMk cId="126967285" sldId="456"/>
            <ac:picMk id="6" creationId="{A0A466E4-4B89-4EC3-849D-CD405939D968}"/>
          </ac:picMkLst>
        </pc:picChg>
      </pc:sldChg>
      <pc:sldChg chg="new del">
        <pc:chgData name="Devinder Kaur" userId="89161a673412ba18" providerId="LiveId" clId="{9DC730C8-1395-4933-88D3-2EC0CE87EBF9}" dt="2021-12-09T07:33:57.143" v="599" actId="680"/>
        <pc:sldMkLst>
          <pc:docMk/>
          <pc:sldMk cId="2823130205" sldId="456"/>
        </pc:sldMkLst>
      </pc:sldChg>
      <pc:sldChg chg="addSp delSp modSp new mod">
        <pc:chgData name="Devinder Kaur" userId="89161a673412ba18" providerId="LiveId" clId="{9DC730C8-1395-4933-88D3-2EC0CE87EBF9}" dt="2021-12-09T10:51:57.154" v="2780" actId="113"/>
        <pc:sldMkLst>
          <pc:docMk/>
          <pc:sldMk cId="3443904269" sldId="457"/>
        </pc:sldMkLst>
        <pc:spChg chg="del">
          <ac:chgData name="Devinder Kaur" userId="89161a673412ba18" providerId="LiveId" clId="{9DC730C8-1395-4933-88D3-2EC0CE87EBF9}" dt="2021-12-09T07:46:25.418" v="685"/>
          <ac:spMkLst>
            <pc:docMk/>
            <pc:sldMk cId="3443904269" sldId="457"/>
            <ac:spMk id="2" creationId="{48629AFB-0853-44F3-9B1B-E22AF3F10D83}"/>
          </ac:spMkLst>
        </pc:spChg>
        <pc:spChg chg="mod">
          <ac:chgData name="Devinder Kaur" userId="89161a673412ba18" providerId="LiveId" clId="{9DC730C8-1395-4933-88D3-2EC0CE87EBF9}" dt="2021-12-09T10:51:57.154" v="2780" actId="113"/>
          <ac:spMkLst>
            <pc:docMk/>
            <pc:sldMk cId="3443904269" sldId="457"/>
            <ac:spMk id="3" creationId="{AB4FC003-61B8-4DAE-AB8C-0A5EFF48D069}"/>
          </ac:spMkLst>
        </pc:spChg>
        <pc:spChg chg="add mod">
          <ac:chgData name="Devinder Kaur" userId="89161a673412ba18" providerId="LiveId" clId="{9DC730C8-1395-4933-88D3-2EC0CE87EBF9}" dt="2021-12-09T07:46:39.484" v="695" actId="14100"/>
          <ac:spMkLst>
            <pc:docMk/>
            <pc:sldMk cId="3443904269" sldId="457"/>
            <ac:spMk id="6" creationId="{9D4278ED-120C-43FB-B083-CA4FFE16024B}"/>
          </ac:spMkLst>
        </pc:spChg>
        <pc:picChg chg="add del mod">
          <ac:chgData name="Devinder Kaur" userId="89161a673412ba18" providerId="LiveId" clId="{9DC730C8-1395-4933-88D3-2EC0CE87EBF9}" dt="2021-12-09T07:48:06.377" v="705" actId="478"/>
          <ac:picMkLst>
            <pc:docMk/>
            <pc:sldMk cId="3443904269" sldId="457"/>
            <ac:picMk id="5" creationId="{0772F5DD-BABE-46FD-83E7-4E467CC07500}"/>
          </ac:picMkLst>
        </pc:picChg>
        <pc:picChg chg="add del mod">
          <ac:chgData name="Devinder Kaur" userId="89161a673412ba18" providerId="LiveId" clId="{9DC730C8-1395-4933-88D3-2EC0CE87EBF9}" dt="2021-12-09T10:31:16.561" v="2332" actId="21"/>
          <ac:picMkLst>
            <pc:docMk/>
            <pc:sldMk cId="3443904269" sldId="457"/>
            <ac:picMk id="7" creationId="{950AC6ED-7F48-4C7C-83C4-31266798602A}"/>
          </ac:picMkLst>
        </pc:picChg>
        <pc:picChg chg="add mod modCrop">
          <ac:chgData name="Devinder Kaur" userId="89161a673412ba18" providerId="LiveId" clId="{9DC730C8-1395-4933-88D3-2EC0CE87EBF9}" dt="2021-12-09T10:48:22.019" v="2731"/>
          <ac:picMkLst>
            <pc:docMk/>
            <pc:sldMk cId="3443904269" sldId="457"/>
            <ac:picMk id="8" creationId="{95FAC203-BDAC-46B9-8103-386E1972EA68}"/>
          </ac:picMkLst>
        </pc:picChg>
      </pc:sldChg>
      <pc:sldChg chg="addSp delSp modSp new mod">
        <pc:chgData name="Devinder Kaur" userId="89161a673412ba18" providerId="LiveId" clId="{9DC730C8-1395-4933-88D3-2EC0CE87EBF9}" dt="2021-12-09T16:31:34.049" v="3316" actId="27636"/>
        <pc:sldMkLst>
          <pc:docMk/>
          <pc:sldMk cId="2691166446" sldId="458"/>
        </pc:sldMkLst>
        <pc:spChg chg="add mod">
          <ac:chgData name="Devinder Kaur" userId="89161a673412ba18" providerId="LiveId" clId="{9DC730C8-1395-4933-88D3-2EC0CE87EBF9}" dt="2021-12-09T16:31:34.049" v="3316" actId="27636"/>
          <ac:spMkLst>
            <pc:docMk/>
            <pc:sldMk cId="2691166446" sldId="458"/>
            <ac:spMk id="9" creationId="{F30ABAB3-0ADC-4BA7-A47B-77AE05AA924D}"/>
          </ac:spMkLst>
        </pc:spChg>
        <pc:graphicFrameChg chg="add mod modGraphic">
          <ac:chgData name="Devinder Kaur" userId="89161a673412ba18" providerId="LiveId" clId="{9DC730C8-1395-4933-88D3-2EC0CE87EBF9}" dt="2021-12-09T09:06:00.327" v="1948" actId="14100"/>
          <ac:graphicFrameMkLst>
            <pc:docMk/>
            <pc:sldMk cId="2691166446" sldId="458"/>
            <ac:graphicFrameMk id="10" creationId="{7B34F989-56FB-4C6D-8093-1909FB77325F}"/>
          </ac:graphicFrameMkLst>
        </pc:graphicFrameChg>
        <pc:picChg chg="add del mod modCrop">
          <ac:chgData name="Devinder Kaur" userId="89161a673412ba18" providerId="LiveId" clId="{9DC730C8-1395-4933-88D3-2EC0CE87EBF9}" dt="2021-12-09T08:10:58.911" v="776" actId="21"/>
          <ac:picMkLst>
            <pc:docMk/>
            <pc:sldMk cId="2691166446" sldId="458"/>
            <ac:picMk id="3" creationId="{A1328EFF-B6F4-4276-8195-7EBE577E0834}"/>
          </ac:picMkLst>
        </pc:picChg>
        <pc:picChg chg="add del mod modCrop">
          <ac:chgData name="Devinder Kaur" userId="89161a673412ba18" providerId="LiveId" clId="{9DC730C8-1395-4933-88D3-2EC0CE87EBF9}" dt="2021-12-09T08:51:00.802" v="1342" actId="21"/>
          <ac:picMkLst>
            <pc:docMk/>
            <pc:sldMk cId="2691166446" sldId="458"/>
            <ac:picMk id="4" creationId="{2A8B7165-BC54-41C4-B2FD-6570E1A61E69}"/>
          </ac:picMkLst>
        </pc:picChg>
        <pc:picChg chg="add del mod modCrop">
          <ac:chgData name="Devinder Kaur" userId="89161a673412ba18" providerId="LiveId" clId="{9DC730C8-1395-4933-88D3-2EC0CE87EBF9}" dt="2021-12-09T09:03:08.581" v="1785" actId="21"/>
          <ac:picMkLst>
            <pc:docMk/>
            <pc:sldMk cId="2691166446" sldId="458"/>
            <ac:picMk id="5" creationId="{0B07C957-8A7D-47C3-96C1-4362D011C0F3}"/>
          </ac:picMkLst>
        </pc:picChg>
        <pc:picChg chg="add del mod">
          <ac:chgData name="Devinder Kaur" userId="89161a673412ba18" providerId="LiveId" clId="{9DC730C8-1395-4933-88D3-2EC0CE87EBF9}" dt="2021-12-09T08:53:13.619" v="1383" actId="21"/>
          <ac:picMkLst>
            <pc:docMk/>
            <pc:sldMk cId="2691166446" sldId="458"/>
            <ac:picMk id="6" creationId="{3B5CBC24-3D6F-430A-A513-AF56FAE8DB5D}"/>
          </ac:picMkLst>
        </pc:picChg>
        <pc:picChg chg="add mod modCrop">
          <ac:chgData name="Devinder Kaur" userId="89161a673412ba18" providerId="LiveId" clId="{9DC730C8-1395-4933-88D3-2EC0CE87EBF9}" dt="2021-12-09T09:06:19.806" v="1951" actId="12788"/>
          <ac:picMkLst>
            <pc:docMk/>
            <pc:sldMk cId="2691166446" sldId="458"/>
            <ac:picMk id="7" creationId="{DA2B2D92-E992-4743-B55F-4C575C9B9F83}"/>
          </ac:picMkLst>
        </pc:picChg>
        <pc:picChg chg="add del mod">
          <ac:chgData name="Devinder Kaur" userId="89161a673412ba18" providerId="LiveId" clId="{9DC730C8-1395-4933-88D3-2EC0CE87EBF9}" dt="2021-12-09T08:55:57.528" v="1496"/>
          <ac:picMkLst>
            <pc:docMk/>
            <pc:sldMk cId="2691166446" sldId="458"/>
            <ac:picMk id="8" creationId="{C42DDA34-E3D3-47A1-854F-13B6D2D6FFD8}"/>
          </ac:picMkLst>
        </pc:picChg>
        <pc:picChg chg="add mod">
          <ac:chgData name="Devinder Kaur" userId="89161a673412ba18" providerId="LiveId" clId="{9DC730C8-1395-4933-88D3-2EC0CE87EBF9}" dt="2021-12-09T09:06:25.135" v="1952"/>
          <ac:picMkLst>
            <pc:docMk/>
            <pc:sldMk cId="2691166446" sldId="458"/>
            <ac:picMk id="11" creationId="{A3AF3ADB-B94A-41D3-A2DE-884FEAC4E60A}"/>
          </ac:picMkLst>
        </pc:picChg>
      </pc:sldChg>
      <pc:sldChg chg="addSp modSp new del mod">
        <pc:chgData name="Devinder Kaur" userId="89161a673412ba18" providerId="LiveId" clId="{9DC730C8-1395-4933-88D3-2EC0CE87EBF9}" dt="2021-12-09T08:08:19.286" v="763" actId="47"/>
        <pc:sldMkLst>
          <pc:docMk/>
          <pc:sldMk cId="1725796187" sldId="459"/>
        </pc:sldMkLst>
        <pc:graphicFrameChg chg="add mod modGraphic">
          <ac:chgData name="Devinder Kaur" userId="89161a673412ba18" providerId="LiveId" clId="{9DC730C8-1395-4933-88D3-2EC0CE87EBF9}" dt="2021-12-09T08:07:09.870" v="762" actId="20577"/>
          <ac:graphicFrameMkLst>
            <pc:docMk/>
            <pc:sldMk cId="1725796187" sldId="459"/>
            <ac:graphicFrameMk id="3" creationId="{AE510F96-4D14-4DC2-8F2E-4316EC5C8FA1}"/>
          </ac:graphicFrameMkLst>
        </pc:graphicFrameChg>
      </pc:sldChg>
      <pc:sldChg chg="addSp delSp modSp new mod">
        <pc:chgData name="Devinder Kaur" userId="89161a673412ba18" providerId="LiveId" clId="{9DC730C8-1395-4933-88D3-2EC0CE87EBF9}" dt="2021-12-09T16:31:18.376" v="3312" actId="947"/>
        <pc:sldMkLst>
          <pc:docMk/>
          <pc:sldMk cId="3063398657" sldId="459"/>
        </pc:sldMkLst>
        <pc:spChg chg="add mod">
          <ac:chgData name="Devinder Kaur" userId="89161a673412ba18" providerId="LiveId" clId="{9DC730C8-1395-4933-88D3-2EC0CE87EBF9}" dt="2021-12-09T16:31:18.376" v="3312" actId="947"/>
          <ac:spMkLst>
            <pc:docMk/>
            <pc:sldMk cId="3063398657" sldId="459"/>
            <ac:spMk id="5" creationId="{028A9473-E6CF-4472-B1B9-C488AA534D55}"/>
          </ac:spMkLst>
        </pc:spChg>
        <pc:graphicFrameChg chg="add mod modGraphic">
          <ac:chgData name="Devinder Kaur" userId="89161a673412ba18" providerId="LiveId" clId="{9DC730C8-1395-4933-88D3-2EC0CE87EBF9}" dt="2021-12-09T08:52:47.041" v="1382" actId="12100"/>
          <ac:graphicFrameMkLst>
            <pc:docMk/>
            <pc:sldMk cId="3063398657" sldId="459"/>
            <ac:graphicFrameMk id="4" creationId="{B9A661BE-D797-4799-9F2F-90EB7F9AE5BD}"/>
          </ac:graphicFrameMkLst>
        </pc:graphicFrameChg>
        <pc:picChg chg="add del mod">
          <ac:chgData name="Devinder Kaur" userId="89161a673412ba18" providerId="LiveId" clId="{9DC730C8-1395-4933-88D3-2EC0CE87EBF9}" dt="2021-12-09T08:10:19.711" v="769" actId="21"/>
          <ac:picMkLst>
            <pc:docMk/>
            <pc:sldMk cId="3063398657" sldId="459"/>
            <ac:picMk id="3" creationId="{C5CE8FF6-1497-4B1F-A763-B7CD7CC4878C}"/>
          </ac:picMkLst>
        </pc:picChg>
        <pc:picChg chg="add mod modCrop">
          <ac:chgData name="Devinder Kaur" userId="89161a673412ba18" providerId="LiveId" clId="{9DC730C8-1395-4933-88D3-2EC0CE87EBF9}" dt="2021-12-09T09:03:00.375" v="1783" actId="1076"/>
          <ac:picMkLst>
            <pc:docMk/>
            <pc:sldMk cId="3063398657" sldId="459"/>
            <ac:picMk id="6" creationId="{9F00399B-7C6D-46BC-AC09-ACD69386AE66}"/>
          </ac:picMkLst>
        </pc:picChg>
        <pc:picChg chg="add del mod modCrop">
          <ac:chgData name="Devinder Kaur" userId="89161a673412ba18" providerId="LiveId" clId="{9DC730C8-1395-4933-88D3-2EC0CE87EBF9}" dt="2021-12-09T08:51:42.375" v="1357" actId="21"/>
          <ac:picMkLst>
            <pc:docMk/>
            <pc:sldMk cId="3063398657" sldId="459"/>
            <ac:picMk id="7" creationId="{FE9235E6-49F2-495A-8565-E05E3FD52DE1}"/>
          </ac:picMkLst>
        </pc:picChg>
        <pc:picChg chg="add del mod">
          <ac:chgData name="Devinder Kaur" userId="89161a673412ba18" providerId="LiveId" clId="{9DC730C8-1395-4933-88D3-2EC0CE87EBF9}" dt="2021-12-09T09:02:57.540" v="1782" actId="21"/>
          <ac:picMkLst>
            <pc:docMk/>
            <pc:sldMk cId="3063398657" sldId="459"/>
            <ac:picMk id="8" creationId="{907064DD-722E-423F-AC69-411841B84394}"/>
          </ac:picMkLst>
        </pc:picChg>
      </pc:sldChg>
      <pc:sldChg chg="addSp delSp modSp new del mod">
        <pc:chgData name="Devinder Kaur" userId="89161a673412ba18" providerId="LiveId" clId="{9DC730C8-1395-4933-88D3-2EC0CE87EBF9}" dt="2021-12-09T09:35:20.161" v="2324" actId="47"/>
        <pc:sldMkLst>
          <pc:docMk/>
          <pc:sldMk cId="2947864129" sldId="460"/>
        </pc:sldMkLst>
        <pc:spChg chg="mod">
          <ac:chgData name="Devinder Kaur" userId="89161a673412ba18" providerId="LiveId" clId="{9DC730C8-1395-4933-88D3-2EC0CE87EBF9}" dt="2021-12-09T08:12:26.239" v="818" actId="27636"/>
          <ac:spMkLst>
            <pc:docMk/>
            <pc:sldMk cId="2947864129" sldId="460"/>
            <ac:spMk id="2" creationId="{55A59250-1776-4DF6-A2C8-8C4A37F431A4}"/>
          </ac:spMkLst>
        </pc:spChg>
        <pc:spChg chg="mod">
          <ac:chgData name="Devinder Kaur" userId="89161a673412ba18" providerId="LiveId" clId="{9DC730C8-1395-4933-88D3-2EC0CE87EBF9}" dt="2021-12-09T08:21:17.995" v="982" actId="20577"/>
          <ac:spMkLst>
            <pc:docMk/>
            <pc:sldMk cId="2947864129" sldId="460"/>
            <ac:spMk id="3" creationId="{6BA57FDE-DE54-4ED0-A438-6211B88A72CD}"/>
          </ac:spMkLst>
        </pc:spChg>
        <pc:picChg chg="add mod">
          <ac:chgData name="Devinder Kaur" userId="89161a673412ba18" providerId="LiveId" clId="{9DC730C8-1395-4933-88D3-2EC0CE87EBF9}" dt="2021-12-09T08:18:29.635" v="857" actId="1076"/>
          <ac:picMkLst>
            <pc:docMk/>
            <pc:sldMk cId="2947864129" sldId="460"/>
            <ac:picMk id="5" creationId="{FD9ABD1B-EA27-417B-8406-667501D2D56F}"/>
          </ac:picMkLst>
        </pc:picChg>
        <pc:picChg chg="add del mod">
          <ac:chgData name="Devinder Kaur" userId="89161a673412ba18" providerId="LiveId" clId="{9DC730C8-1395-4933-88D3-2EC0CE87EBF9}" dt="2021-12-09T08:46:06.735" v="1050" actId="21"/>
          <ac:picMkLst>
            <pc:docMk/>
            <pc:sldMk cId="2947864129" sldId="460"/>
            <ac:picMk id="6" creationId="{7644B0BC-B32C-430B-989D-A66EDD34BC5E}"/>
          </ac:picMkLst>
        </pc:picChg>
      </pc:sldChg>
      <pc:sldChg chg="new del">
        <pc:chgData name="Devinder Kaur" userId="89161a673412ba18" providerId="LiveId" clId="{9DC730C8-1395-4933-88D3-2EC0CE87EBF9}" dt="2021-12-09T08:10:54.900" v="775" actId="680"/>
        <pc:sldMkLst>
          <pc:docMk/>
          <pc:sldMk cId="641773815" sldId="461"/>
        </pc:sldMkLst>
      </pc:sldChg>
      <pc:sldChg chg="addSp delSp modSp new mod">
        <pc:chgData name="Devinder Kaur" userId="89161a673412ba18" providerId="LiveId" clId="{9DC730C8-1395-4933-88D3-2EC0CE87EBF9}" dt="2021-12-09T17:43:57.171" v="4056"/>
        <pc:sldMkLst>
          <pc:docMk/>
          <pc:sldMk cId="2117980969" sldId="461"/>
        </pc:sldMkLst>
        <pc:spChg chg="add mod">
          <ac:chgData name="Devinder Kaur" userId="89161a673412ba18" providerId="LiveId" clId="{9DC730C8-1395-4933-88D3-2EC0CE87EBF9}" dt="2021-12-09T16:31:52.924" v="3319" actId="14100"/>
          <ac:spMkLst>
            <pc:docMk/>
            <pc:sldMk cId="2117980969" sldId="461"/>
            <ac:spMk id="5" creationId="{7B6290F7-AD27-42DA-94E1-4F2D42DD475B}"/>
          </ac:spMkLst>
        </pc:spChg>
        <pc:graphicFrameChg chg="add mod modGraphic">
          <ac:chgData name="Devinder Kaur" userId="89161a673412ba18" providerId="LiveId" clId="{9DC730C8-1395-4933-88D3-2EC0CE87EBF9}" dt="2021-12-09T17:43:57.171" v="4056"/>
          <ac:graphicFrameMkLst>
            <pc:docMk/>
            <pc:sldMk cId="2117980969" sldId="461"/>
            <ac:graphicFrameMk id="6" creationId="{A9FAE3E4-8E41-44DD-8CD5-1C363A16B42C}"/>
          </ac:graphicFrameMkLst>
        </pc:graphicFrameChg>
        <pc:picChg chg="add mod">
          <ac:chgData name="Devinder Kaur" userId="89161a673412ba18" providerId="LiveId" clId="{9DC730C8-1395-4933-88D3-2EC0CE87EBF9}" dt="2021-12-09T16:16:43.567" v="3234" actId="1038"/>
          <ac:picMkLst>
            <pc:docMk/>
            <pc:sldMk cId="2117980969" sldId="461"/>
            <ac:picMk id="3" creationId="{8C5AE37A-1868-46DF-A312-B82481530249}"/>
          </ac:picMkLst>
        </pc:picChg>
        <pc:picChg chg="add del mod">
          <ac:chgData name="Devinder Kaur" userId="89161a673412ba18" providerId="LiveId" clId="{9DC730C8-1395-4933-88D3-2EC0CE87EBF9}" dt="2021-12-09T09:16:52.031" v="2244" actId="478"/>
          <ac:picMkLst>
            <pc:docMk/>
            <pc:sldMk cId="2117980969" sldId="461"/>
            <ac:picMk id="4" creationId="{00B75B3F-0E10-406C-B65B-FF90E3E2274F}"/>
          </ac:picMkLst>
        </pc:picChg>
        <pc:picChg chg="add del mod">
          <ac:chgData name="Devinder Kaur" userId="89161a673412ba18" providerId="LiveId" clId="{9DC730C8-1395-4933-88D3-2EC0CE87EBF9}" dt="2021-12-09T10:30:02.130" v="2327" actId="21"/>
          <ac:picMkLst>
            <pc:docMk/>
            <pc:sldMk cId="2117980969" sldId="461"/>
            <ac:picMk id="7" creationId="{A39C0201-CEF7-42D7-AB39-9570B69D88C3}"/>
          </ac:picMkLst>
        </pc:picChg>
        <pc:picChg chg="add del mod">
          <ac:chgData name="Devinder Kaur" userId="89161a673412ba18" providerId="LiveId" clId="{9DC730C8-1395-4933-88D3-2EC0CE87EBF9}" dt="2021-12-09T10:36:45.651" v="2500" actId="478"/>
          <ac:picMkLst>
            <pc:docMk/>
            <pc:sldMk cId="2117980969" sldId="461"/>
            <ac:picMk id="8" creationId="{468C5AEC-33A2-4A37-A573-48B39CD9E460}"/>
          </ac:picMkLst>
        </pc:picChg>
        <pc:picChg chg="add del mod">
          <ac:chgData name="Devinder Kaur" userId="89161a673412ba18" providerId="LiveId" clId="{9DC730C8-1395-4933-88D3-2EC0CE87EBF9}" dt="2021-12-09T16:13:57.737" v="3144" actId="478"/>
          <ac:picMkLst>
            <pc:docMk/>
            <pc:sldMk cId="2117980969" sldId="461"/>
            <ac:picMk id="9" creationId="{0E108D77-627B-483E-BA49-3D764E934BFE}"/>
          </ac:picMkLst>
        </pc:picChg>
      </pc:sldChg>
      <pc:sldChg chg="addSp delSp modSp new mod">
        <pc:chgData name="Devinder Kaur" userId="89161a673412ba18" providerId="LiveId" clId="{9DC730C8-1395-4933-88D3-2EC0CE87EBF9}" dt="2021-12-09T16:32:12.293" v="3323" actId="14100"/>
        <pc:sldMkLst>
          <pc:docMk/>
          <pc:sldMk cId="2354221434" sldId="462"/>
        </pc:sldMkLst>
        <pc:spChg chg="add mod">
          <ac:chgData name="Devinder Kaur" userId="89161a673412ba18" providerId="LiveId" clId="{9DC730C8-1395-4933-88D3-2EC0CE87EBF9}" dt="2021-12-09T16:32:12.293" v="3323" actId="14100"/>
          <ac:spMkLst>
            <pc:docMk/>
            <pc:sldMk cId="2354221434" sldId="462"/>
            <ac:spMk id="4" creationId="{1F85AF78-078A-4B10-8DAA-72D0BAE16059}"/>
          </ac:spMkLst>
        </pc:spChg>
        <pc:graphicFrameChg chg="add mod modGraphic">
          <ac:chgData name="Devinder Kaur" userId="89161a673412ba18" providerId="LiveId" clId="{9DC730C8-1395-4933-88D3-2EC0CE87EBF9}" dt="2021-12-09T16:29:13.228" v="3304" actId="20577"/>
          <ac:graphicFrameMkLst>
            <pc:docMk/>
            <pc:sldMk cId="2354221434" sldId="462"/>
            <ac:graphicFrameMk id="5" creationId="{844963C3-A4B3-4BF8-A25D-D86E6A8660A0}"/>
          </ac:graphicFrameMkLst>
        </pc:graphicFrameChg>
        <pc:picChg chg="add del mod modCrop">
          <ac:chgData name="Devinder Kaur" userId="89161a673412ba18" providerId="LiveId" clId="{9DC730C8-1395-4933-88D3-2EC0CE87EBF9}" dt="2021-12-09T16:27:02.500" v="3299" actId="478"/>
          <ac:picMkLst>
            <pc:docMk/>
            <pc:sldMk cId="2354221434" sldId="462"/>
            <ac:picMk id="3" creationId="{686701A7-E50F-484D-AF70-A18B5A5F01EB}"/>
          </ac:picMkLst>
        </pc:picChg>
        <pc:picChg chg="add mod modCrop">
          <ac:chgData name="Devinder Kaur" userId="89161a673412ba18" providerId="LiveId" clId="{9DC730C8-1395-4933-88D3-2EC0CE87EBF9}" dt="2021-12-09T16:27:23.593" v="3302"/>
          <ac:picMkLst>
            <pc:docMk/>
            <pc:sldMk cId="2354221434" sldId="462"/>
            <ac:picMk id="6" creationId="{6E6A69D2-B799-4A15-96C3-8A5FDA124ACF}"/>
          </ac:picMkLst>
        </pc:picChg>
      </pc:sldChg>
      <pc:sldChg chg="addSp delSp modSp new mod">
        <pc:chgData name="Devinder Kaur" userId="89161a673412ba18" providerId="LiveId" clId="{9DC730C8-1395-4933-88D3-2EC0CE87EBF9}" dt="2021-12-10T07:49:41.531" v="5760"/>
        <pc:sldMkLst>
          <pc:docMk/>
          <pc:sldMk cId="1957308263" sldId="463"/>
        </pc:sldMkLst>
        <pc:spChg chg="mod">
          <ac:chgData name="Devinder Kaur" userId="89161a673412ba18" providerId="LiveId" clId="{9DC730C8-1395-4933-88D3-2EC0CE87EBF9}" dt="2021-12-10T04:42:44.129" v="5531" actId="14100"/>
          <ac:spMkLst>
            <pc:docMk/>
            <pc:sldMk cId="1957308263" sldId="463"/>
            <ac:spMk id="2" creationId="{D9AC983C-D766-4D0F-BE13-77BA9C4BF81E}"/>
          </ac:spMkLst>
        </pc:spChg>
        <pc:spChg chg="del mod">
          <ac:chgData name="Devinder Kaur" userId="89161a673412ba18" providerId="LiveId" clId="{9DC730C8-1395-4933-88D3-2EC0CE87EBF9}" dt="2021-12-10T04:26:28.080" v="4981" actId="478"/>
          <ac:spMkLst>
            <pc:docMk/>
            <pc:sldMk cId="1957308263" sldId="463"/>
            <ac:spMk id="3" creationId="{0D222B8D-4707-4224-A221-5FF81A2BA146}"/>
          </ac:spMkLst>
        </pc:spChg>
        <pc:graphicFrameChg chg="add mod modGraphic">
          <ac:chgData name="Devinder Kaur" userId="89161a673412ba18" providerId="LiveId" clId="{9DC730C8-1395-4933-88D3-2EC0CE87EBF9}" dt="2021-12-10T07:49:41.531" v="5760"/>
          <ac:graphicFrameMkLst>
            <pc:docMk/>
            <pc:sldMk cId="1957308263" sldId="463"/>
            <ac:graphicFrameMk id="5" creationId="{56B4314E-752A-4477-A2FD-C4A1E5AFF7C6}"/>
          </ac:graphicFrameMkLst>
        </pc:graphicFrameChg>
        <pc:picChg chg="add del mod">
          <ac:chgData name="Devinder Kaur" userId="89161a673412ba18" providerId="LiveId" clId="{9DC730C8-1395-4933-88D3-2EC0CE87EBF9}" dt="2021-12-10T04:32:21.189" v="5269" actId="478"/>
          <ac:picMkLst>
            <pc:docMk/>
            <pc:sldMk cId="1957308263" sldId="463"/>
            <ac:picMk id="6" creationId="{56F41372-5332-4E67-BCCF-CA8164032F40}"/>
          </ac:picMkLst>
        </pc:picChg>
        <pc:picChg chg="add del mod">
          <ac:chgData name="Devinder Kaur" userId="89161a673412ba18" providerId="LiveId" clId="{9DC730C8-1395-4933-88D3-2EC0CE87EBF9}" dt="2021-12-10T04:34:51.480" v="5352" actId="478"/>
          <ac:picMkLst>
            <pc:docMk/>
            <pc:sldMk cId="1957308263" sldId="463"/>
            <ac:picMk id="7" creationId="{023EBE3D-FD95-4050-B1C2-D3D309EF6F6B}"/>
          </ac:picMkLst>
        </pc:picChg>
        <pc:picChg chg="add del mod">
          <ac:chgData name="Devinder Kaur" userId="89161a673412ba18" providerId="LiveId" clId="{9DC730C8-1395-4933-88D3-2EC0CE87EBF9}" dt="2021-12-10T04:37:34.997" v="5443" actId="478"/>
          <ac:picMkLst>
            <pc:docMk/>
            <pc:sldMk cId="1957308263" sldId="463"/>
            <ac:picMk id="8" creationId="{2B0B34A6-D029-4B49-9412-C9983CBA5395}"/>
          </ac:picMkLst>
        </pc:picChg>
      </pc:sldChg>
      <pc:sldChg chg="addSp delSp modSp new del mod">
        <pc:chgData name="Devinder Kaur" userId="89161a673412ba18" providerId="LiveId" clId="{9DC730C8-1395-4933-88D3-2EC0CE87EBF9}" dt="2021-12-09T10:37:27.809" v="2511" actId="47"/>
        <pc:sldMkLst>
          <pc:docMk/>
          <pc:sldMk cId="4038056267" sldId="463"/>
        </pc:sldMkLst>
        <pc:picChg chg="add del mod">
          <ac:chgData name="Devinder Kaur" userId="89161a673412ba18" providerId="LiveId" clId="{9DC730C8-1395-4933-88D3-2EC0CE87EBF9}" dt="2021-12-09T10:31:56.193" v="2339" actId="21"/>
          <ac:picMkLst>
            <pc:docMk/>
            <pc:sldMk cId="4038056267" sldId="463"/>
            <ac:picMk id="3" creationId="{1C28F4DA-F45B-4376-A348-F1C0062D7F67}"/>
          </ac:picMkLst>
        </pc:picChg>
      </pc:sldChg>
      <pc:sldChg chg="addSp modSp new mod ord">
        <pc:chgData name="Devinder Kaur" userId="89161a673412ba18" providerId="LiveId" clId="{9DC730C8-1395-4933-88D3-2EC0CE87EBF9}" dt="2021-12-09T17:00:43.062" v="3798"/>
        <pc:sldMkLst>
          <pc:docMk/>
          <pc:sldMk cId="1859502932" sldId="464"/>
        </pc:sldMkLst>
        <pc:picChg chg="add mod">
          <ac:chgData name="Devinder Kaur" userId="89161a673412ba18" providerId="LiveId" clId="{9DC730C8-1395-4933-88D3-2EC0CE87EBF9}" dt="2021-12-09T10:43:18.882" v="2699" actId="14100"/>
          <ac:picMkLst>
            <pc:docMk/>
            <pc:sldMk cId="1859502932" sldId="464"/>
            <ac:picMk id="3" creationId="{F776814A-460E-4F60-BDA0-343FE1A7BD6C}"/>
          </ac:picMkLst>
        </pc:picChg>
      </pc:sldChg>
      <pc:sldChg chg="addSp modSp new del mod">
        <pc:chgData name="Devinder Kaur" userId="89161a673412ba18" providerId="LiveId" clId="{9DC730C8-1395-4933-88D3-2EC0CE87EBF9}" dt="2021-12-09T16:14:13.347" v="3145" actId="47"/>
        <pc:sldMkLst>
          <pc:docMk/>
          <pc:sldMk cId="653776304" sldId="465"/>
        </pc:sldMkLst>
        <pc:graphicFrameChg chg="add mod modGraphic">
          <ac:chgData name="Devinder Kaur" userId="89161a673412ba18" providerId="LiveId" clId="{9DC730C8-1395-4933-88D3-2EC0CE87EBF9}" dt="2021-12-09T16:07:58.502" v="2861" actId="20577"/>
          <ac:graphicFrameMkLst>
            <pc:docMk/>
            <pc:sldMk cId="653776304" sldId="465"/>
            <ac:graphicFrameMk id="4" creationId="{DA883AA8-9E49-42DF-A348-0F106E8FB676}"/>
          </ac:graphicFrameMkLst>
        </pc:graphicFrameChg>
        <pc:picChg chg="add mod">
          <ac:chgData name="Devinder Kaur" userId="89161a673412ba18" providerId="LiveId" clId="{9DC730C8-1395-4933-88D3-2EC0CE87EBF9}" dt="2021-12-09T16:06:58.430" v="2836" actId="14100"/>
          <ac:picMkLst>
            <pc:docMk/>
            <pc:sldMk cId="653776304" sldId="465"/>
            <ac:picMk id="3" creationId="{491B3BCF-BC92-4424-9344-32965D99E6AE}"/>
          </ac:picMkLst>
        </pc:picChg>
      </pc:sldChg>
      <pc:sldChg chg="addSp delSp modSp new mod">
        <pc:chgData name="Devinder Kaur" userId="89161a673412ba18" providerId="LiveId" clId="{9DC730C8-1395-4933-88D3-2EC0CE87EBF9}" dt="2021-12-09T17:09:44.282" v="3805" actId="14100"/>
        <pc:sldMkLst>
          <pc:docMk/>
          <pc:sldMk cId="2670650967" sldId="465"/>
        </pc:sldMkLst>
        <pc:picChg chg="add del mod">
          <ac:chgData name="Devinder Kaur" userId="89161a673412ba18" providerId="LiveId" clId="{9DC730C8-1395-4933-88D3-2EC0CE87EBF9}" dt="2021-12-09T17:09:13.438" v="3799" actId="478"/>
          <ac:picMkLst>
            <pc:docMk/>
            <pc:sldMk cId="2670650967" sldId="465"/>
            <ac:picMk id="3" creationId="{CBA6E2E4-54B9-4037-851A-9A6122C6702A}"/>
          </ac:picMkLst>
        </pc:picChg>
        <pc:picChg chg="add mod modCrop">
          <ac:chgData name="Devinder Kaur" userId="89161a673412ba18" providerId="LiveId" clId="{9DC730C8-1395-4933-88D3-2EC0CE87EBF9}" dt="2021-12-09T16:54:21.930" v="3739" actId="14100"/>
          <ac:picMkLst>
            <pc:docMk/>
            <pc:sldMk cId="2670650967" sldId="465"/>
            <ac:picMk id="4" creationId="{5F26FC02-3699-4C74-9C82-23B6C99A8463}"/>
          </ac:picMkLst>
        </pc:picChg>
        <pc:picChg chg="add mod">
          <ac:chgData name="Devinder Kaur" userId="89161a673412ba18" providerId="LiveId" clId="{9DC730C8-1395-4933-88D3-2EC0CE87EBF9}" dt="2021-12-09T17:09:44.282" v="3805" actId="14100"/>
          <ac:picMkLst>
            <pc:docMk/>
            <pc:sldMk cId="2670650967" sldId="465"/>
            <ac:picMk id="5122" creationId="{2BF984D5-C170-4ADB-B019-D751CDFD4C45}"/>
          </ac:picMkLst>
        </pc:picChg>
      </pc:sldChg>
      <pc:sldChg chg="addSp modSp new mod">
        <pc:chgData name="Devinder Kaur" userId="89161a673412ba18" providerId="LiveId" clId="{9DC730C8-1395-4933-88D3-2EC0CE87EBF9}" dt="2021-12-09T17:23:21.143" v="4009" actId="14100"/>
        <pc:sldMkLst>
          <pc:docMk/>
          <pc:sldMk cId="2151521341" sldId="466"/>
        </pc:sldMkLst>
        <pc:picChg chg="add mod">
          <ac:chgData name="Devinder Kaur" userId="89161a673412ba18" providerId="LiveId" clId="{9DC730C8-1395-4933-88D3-2EC0CE87EBF9}" dt="2021-12-09T17:23:13.669" v="4007" actId="14100"/>
          <ac:picMkLst>
            <pc:docMk/>
            <pc:sldMk cId="2151521341" sldId="466"/>
            <ac:picMk id="3" creationId="{29AA45B5-30BC-4784-BE3F-AE886CAAD0B3}"/>
          </ac:picMkLst>
        </pc:picChg>
        <pc:picChg chg="add mod">
          <ac:chgData name="Devinder Kaur" userId="89161a673412ba18" providerId="LiveId" clId="{9DC730C8-1395-4933-88D3-2EC0CE87EBF9}" dt="2021-12-09T17:23:03.246" v="4005" actId="14100"/>
          <ac:picMkLst>
            <pc:docMk/>
            <pc:sldMk cId="2151521341" sldId="466"/>
            <ac:picMk id="4" creationId="{01809988-2C05-4A85-B194-B2A404F69E83}"/>
          </ac:picMkLst>
        </pc:picChg>
        <pc:picChg chg="add mod">
          <ac:chgData name="Devinder Kaur" userId="89161a673412ba18" providerId="LiveId" clId="{9DC730C8-1395-4933-88D3-2EC0CE87EBF9}" dt="2021-12-09T17:23:18.411" v="4008" actId="14100"/>
          <ac:picMkLst>
            <pc:docMk/>
            <pc:sldMk cId="2151521341" sldId="466"/>
            <ac:picMk id="5" creationId="{66B04E1C-E15A-4CF0-9965-E80CE8D80219}"/>
          </ac:picMkLst>
        </pc:picChg>
        <pc:picChg chg="add mod">
          <ac:chgData name="Devinder Kaur" userId="89161a673412ba18" providerId="LiveId" clId="{9DC730C8-1395-4933-88D3-2EC0CE87EBF9}" dt="2021-12-09T17:23:21.143" v="4009" actId="14100"/>
          <ac:picMkLst>
            <pc:docMk/>
            <pc:sldMk cId="2151521341" sldId="466"/>
            <ac:picMk id="6" creationId="{67FA971F-57B6-435A-B37B-CD31A95F4912}"/>
          </ac:picMkLst>
        </pc:picChg>
      </pc:sldChg>
      <pc:sldChg chg="new del">
        <pc:chgData name="Devinder Kaur" userId="89161a673412ba18" providerId="LiveId" clId="{9DC730C8-1395-4933-88D3-2EC0CE87EBF9}" dt="2021-12-09T17:20:27.966" v="3864" actId="680"/>
        <pc:sldMkLst>
          <pc:docMk/>
          <pc:sldMk cId="4224988858" sldId="466"/>
        </pc:sldMkLst>
      </pc:sldChg>
      <pc:sldChg chg="addSp delSp modSp new mod ord">
        <pc:chgData name="Devinder Kaur" userId="89161a673412ba18" providerId="LiveId" clId="{9DC730C8-1395-4933-88D3-2EC0CE87EBF9}" dt="2021-12-10T04:14:02.460" v="4941" actId="1038"/>
        <pc:sldMkLst>
          <pc:docMk/>
          <pc:sldMk cId="3293028744" sldId="467"/>
        </pc:sldMkLst>
        <pc:spChg chg="mod">
          <ac:chgData name="Devinder Kaur" userId="89161a673412ba18" providerId="LiveId" clId="{9DC730C8-1395-4933-88D3-2EC0CE87EBF9}" dt="2021-12-10T04:12:44.220" v="4932" actId="1035"/>
          <ac:spMkLst>
            <pc:docMk/>
            <pc:sldMk cId="3293028744" sldId="467"/>
            <ac:spMk id="2" creationId="{0F148DF5-2988-4293-BB1A-847B5A97B892}"/>
          </ac:spMkLst>
        </pc:spChg>
        <pc:spChg chg="del mod">
          <ac:chgData name="Devinder Kaur" userId="89161a673412ba18" providerId="LiveId" clId="{9DC730C8-1395-4933-88D3-2EC0CE87EBF9}" dt="2021-12-09T17:48:23.638" v="4089" actId="478"/>
          <ac:spMkLst>
            <pc:docMk/>
            <pc:sldMk cId="3293028744" sldId="467"/>
            <ac:spMk id="3" creationId="{CB08408F-ADD3-4A71-9D11-F764CAA01A5A}"/>
          </ac:spMkLst>
        </pc:spChg>
        <pc:spChg chg="add del mod">
          <ac:chgData name="Devinder Kaur" userId="89161a673412ba18" providerId="LiveId" clId="{9DC730C8-1395-4933-88D3-2EC0CE87EBF9}" dt="2021-12-09T17:48:26.658" v="4090" actId="478"/>
          <ac:spMkLst>
            <pc:docMk/>
            <pc:sldMk cId="3293028744" sldId="467"/>
            <ac:spMk id="7" creationId="{B764017C-B292-46FC-8DF0-456A606548A3}"/>
          </ac:spMkLst>
        </pc:spChg>
        <pc:graphicFrameChg chg="add mod modGraphic">
          <ac:chgData name="Devinder Kaur" userId="89161a673412ba18" providerId="LiveId" clId="{9DC730C8-1395-4933-88D3-2EC0CE87EBF9}" dt="2021-12-10T04:14:02.460" v="4941" actId="1038"/>
          <ac:graphicFrameMkLst>
            <pc:docMk/>
            <pc:sldMk cId="3293028744" sldId="467"/>
            <ac:graphicFrameMk id="8" creationId="{325B55DD-E01F-45F7-ADF7-C2ADE3643552}"/>
          </ac:graphicFrameMkLst>
        </pc:graphicFrameChg>
        <pc:picChg chg="add del mod">
          <ac:chgData name="Devinder Kaur" userId="89161a673412ba18" providerId="LiveId" clId="{9DC730C8-1395-4933-88D3-2EC0CE87EBF9}" dt="2021-12-09T17:52:58.304" v="4318" actId="478"/>
          <ac:picMkLst>
            <pc:docMk/>
            <pc:sldMk cId="3293028744" sldId="467"/>
            <ac:picMk id="5" creationId="{34C6756F-57C7-45E6-A27B-7AC4E85FF9B6}"/>
          </ac:picMkLst>
        </pc:picChg>
        <pc:picChg chg="add del mod">
          <ac:chgData name="Devinder Kaur" userId="89161a673412ba18" providerId="LiveId" clId="{9DC730C8-1395-4933-88D3-2EC0CE87EBF9}" dt="2021-12-09T18:02:35.050" v="4324" actId="21"/>
          <ac:picMkLst>
            <pc:docMk/>
            <pc:sldMk cId="3293028744" sldId="467"/>
            <ac:picMk id="9" creationId="{19F59FD0-4858-40D0-9DC7-D0EA314F3549}"/>
          </ac:picMkLst>
        </pc:picChg>
        <pc:picChg chg="add del mod">
          <ac:chgData name="Devinder Kaur" userId="89161a673412ba18" providerId="LiveId" clId="{9DC730C8-1395-4933-88D3-2EC0CE87EBF9}" dt="2021-12-10T03:57:20.236" v="4485" actId="478"/>
          <ac:picMkLst>
            <pc:docMk/>
            <pc:sldMk cId="3293028744" sldId="467"/>
            <ac:picMk id="10" creationId="{D6AB7625-62C0-4F5F-A8FE-AD34FD923DCD}"/>
          </ac:picMkLst>
        </pc:picChg>
      </pc:sldChg>
      <pc:sldChg chg="addSp delSp modSp new del mod">
        <pc:chgData name="Devinder Kaur" userId="89161a673412ba18" providerId="LiveId" clId="{9DC730C8-1395-4933-88D3-2EC0CE87EBF9}" dt="2021-12-10T04:23:58.225" v="4980" actId="47"/>
        <pc:sldMkLst>
          <pc:docMk/>
          <pc:sldMk cId="3643572194" sldId="468"/>
        </pc:sldMkLst>
        <pc:picChg chg="add del mod">
          <ac:chgData name="Devinder Kaur" userId="89161a673412ba18" providerId="LiveId" clId="{9DC730C8-1395-4933-88D3-2EC0CE87EBF9}" dt="2021-12-10T03:57:40.475" v="4487" actId="21"/>
          <ac:picMkLst>
            <pc:docMk/>
            <pc:sldMk cId="3643572194" sldId="468"/>
            <ac:picMk id="5" creationId="{9C608BF7-30F8-4FD8-A5AC-A2D92953C708}"/>
          </ac:picMkLst>
        </pc:picChg>
        <pc:picChg chg="add del mod">
          <ac:chgData name="Devinder Kaur" userId="89161a673412ba18" providerId="LiveId" clId="{9DC730C8-1395-4933-88D3-2EC0CE87EBF9}" dt="2021-12-10T03:57:40.475" v="4487" actId="21"/>
          <ac:picMkLst>
            <pc:docMk/>
            <pc:sldMk cId="3643572194" sldId="468"/>
            <ac:picMk id="6" creationId="{22496612-4B54-401E-922E-71D85C1C9936}"/>
          </ac:picMkLst>
        </pc:picChg>
      </pc:sldChg>
      <pc:sldChg chg="addSp delSp modSp new mod">
        <pc:chgData name="Devinder Kaur" userId="89161a673412ba18" providerId="LiveId" clId="{9DC730C8-1395-4933-88D3-2EC0CE87EBF9}" dt="2021-12-10T07:46:25.564" v="5747" actId="20577"/>
        <pc:sldMkLst>
          <pc:docMk/>
          <pc:sldMk cId="3570131095" sldId="469"/>
        </pc:sldMkLst>
        <pc:spChg chg="add mod">
          <ac:chgData name="Devinder Kaur" userId="89161a673412ba18" providerId="LiveId" clId="{9DC730C8-1395-4933-88D3-2EC0CE87EBF9}" dt="2021-12-10T07:42:15.126" v="5710" actId="14100"/>
          <ac:spMkLst>
            <pc:docMk/>
            <pc:sldMk cId="3570131095" sldId="469"/>
            <ac:spMk id="5" creationId="{085C2C96-658D-4BB1-B446-2727EAEE4364}"/>
          </ac:spMkLst>
        </pc:spChg>
        <pc:graphicFrameChg chg="add mod modGraphic">
          <ac:chgData name="Devinder Kaur" userId="89161a673412ba18" providerId="LiveId" clId="{9DC730C8-1395-4933-88D3-2EC0CE87EBF9}" dt="2021-12-10T07:46:25.564" v="5747" actId="20577"/>
          <ac:graphicFrameMkLst>
            <pc:docMk/>
            <pc:sldMk cId="3570131095" sldId="469"/>
            <ac:graphicFrameMk id="4" creationId="{36E0E5B3-189F-4C77-831F-A604C6AF45A8}"/>
          </ac:graphicFrameMkLst>
        </pc:graphicFrameChg>
        <pc:picChg chg="add del mod">
          <ac:chgData name="Devinder Kaur" userId="89161a673412ba18" providerId="LiveId" clId="{9DC730C8-1395-4933-88D3-2EC0CE87EBF9}" dt="2021-12-10T04:06:26.879" v="4874" actId="478"/>
          <ac:picMkLst>
            <pc:docMk/>
            <pc:sldMk cId="3570131095" sldId="469"/>
            <ac:picMk id="3" creationId="{E44C9D21-BCED-4EA6-A85B-754950782B26}"/>
          </ac:picMkLst>
        </pc:picChg>
      </pc:sldChg>
      <pc:sldChg chg="addSp delSp modSp new del mod ord">
        <pc:chgData name="Devinder Kaur" userId="89161a673412ba18" providerId="LiveId" clId="{9DC730C8-1395-4933-88D3-2EC0CE87EBF9}" dt="2021-12-11T10:30:57.563" v="8511" actId="47"/>
        <pc:sldMkLst>
          <pc:docMk/>
          <pc:sldMk cId="857400847" sldId="470"/>
        </pc:sldMkLst>
        <pc:spChg chg="del">
          <ac:chgData name="Devinder Kaur" userId="89161a673412ba18" providerId="LiveId" clId="{9DC730C8-1395-4933-88D3-2EC0CE87EBF9}" dt="2021-12-10T04:15:48.498" v="4943"/>
          <ac:spMkLst>
            <pc:docMk/>
            <pc:sldMk cId="857400847" sldId="470"/>
            <ac:spMk id="3" creationId="{D8D74085-21DD-4697-AD4F-264F7CBE99C8}"/>
          </ac:spMkLst>
        </pc:spChg>
        <pc:spChg chg="add mod">
          <ac:chgData name="Devinder Kaur" userId="89161a673412ba18" providerId="LiveId" clId="{9DC730C8-1395-4933-88D3-2EC0CE87EBF9}" dt="2021-12-11T10:01:55.681" v="8172" actId="21"/>
          <ac:spMkLst>
            <pc:docMk/>
            <pc:sldMk cId="857400847" sldId="470"/>
            <ac:spMk id="6" creationId="{EA7D8419-FECC-4213-8B61-1E2573CCAE89}"/>
          </ac:spMkLst>
        </pc:spChg>
        <pc:picChg chg="add del mod">
          <ac:chgData name="Devinder Kaur" userId="89161a673412ba18" providerId="LiveId" clId="{9DC730C8-1395-4933-88D3-2EC0CE87EBF9}" dt="2021-12-11T10:01:55.681" v="8172" actId="21"/>
          <ac:picMkLst>
            <pc:docMk/>
            <pc:sldMk cId="857400847" sldId="470"/>
            <ac:picMk id="5" creationId="{E2FB428D-597C-4C8B-8238-DD287AA302CB}"/>
          </ac:picMkLst>
        </pc:picChg>
      </pc:sldChg>
      <pc:sldChg chg="addSp modSp new mod">
        <pc:chgData name="Devinder Kaur" userId="89161a673412ba18" providerId="LiveId" clId="{9DC730C8-1395-4933-88D3-2EC0CE87EBF9}" dt="2021-12-10T04:52:33.982" v="5566" actId="14100"/>
        <pc:sldMkLst>
          <pc:docMk/>
          <pc:sldMk cId="1140608204" sldId="471"/>
        </pc:sldMkLst>
        <pc:graphicFrameChg chg="add mod modGraphic">
          <ac:chgData name="Devinder Kaur" userId="89161a673412ba18" providerId="LiveId" clId="{9DC730C8-1395-4933-88D3-2EC0CE87EBF9}" dt="2021-12-10T04:52:33.982" v="5566" actId="14100"/>
          <ac:graphicFrameMkLst>
            <pc:docMk/>
            <pc:sldMk cId="1140608204" sldId="471"/>
            <ac:graphicFrameMk id="3" creationId="{9396FF2F-FBAD-4939-A460-48921739DE59}"/>
          </ac:graphicFrameMkLst>
        </pc:graphicFrameChg>
      </pc:sldChg>
      <pc:sldChg chg="new del">
        <pc:chgData name="Devinder Kaur" userId="89161a673412ba18" providerId="LiveId" clId="{9DC730C8-1395-4933-88D3-2EC0CE87EBF9}" dt="2021-12-10T08:19:12.592" v="5840" actId="47"/>
        <pc:sldMkLst>
          <pc:docMk/>
          <pc:sldMk cId="59030350" sldId="472"/>
        </pc:sldMkLst>
      </pc:sldChg>
      <pc:sldChg chg="addSp delSp modSp new mod modNotesTx">
        <pc:chgData name="Devinder Kaur" userId="89161a673412ba18" providerId="LiveId" clId="{9DC730C8-1395-4933-88D3-2EC0CE87EBF9}" dt="2021-12-11T05:29:04.594" v="6970" actId="255"/>
        <pc:sldMkLst>
          <pc:docMk/>
          <pc:sldMk cId="1967718560" sldId="473"/>
        </pc:sldMkLst>
        <pc:spChg chg="mod">
          <ac:chgData name="Devinder Kaur" userId="89161a673412ba18" providerId="LiveId" clId="{9DC730C8-1395-4933-88D3-2EC0CE87EBF9}" dt="2021-12-11T05:29:04.594" v="6970" actId="255"/>
          <ac:spMkLst>
            <pc:docMk/>
            <pc:sldMk cId="1967718560" sldId="473"/>
            <ac:spMk id="2" creationId="{265F5BA7-E769-4E72-96DF-DA23F79E14DF}"/>
          </ac:spMkLst>
        </pc:spChg>
        <pc:spChg chg="mod">
          <ac:chgData name="Devinder Kaur" userId="89161a673412ba18" providerId="LiveId" clId="{9DC730C8-1395-4933-88D3-2EC0CE87EBF9}" dt="2021-12-10T08:16:18.445" v="5812" actId="1035"/>
          <ac:spMkLst>
            <pc:docMk/>
            <pc:sldMk cId="1967718560" sldId="473"/>
            <ac:spMk id="3" creationId="{6DFD388C-01A7-4452-95F9-3D58DC64E04A}"/>
          </ac:spMkLst>
        </pc:spChg>
        <pc:spChg chg="add mod">
          <ac:chgData name="Devinder Kaur" userId="89161a673412ba18" providerId="LiveId" clId="{9DC730C8-1395-4933-88D3-2EC0CE87EBF9}" dt="2021-12-10T10:39:18.144" v="5853" actId="14100"/>
          <ac:spMkLst>
            <pc:docMk/>
            <pc:sldMk cId="1967718560" sldId="473"/>
            <ac:spMk id="8" creationId="{EA90ECD4-29F2-4175-816F-BE5D127B254B}"/>
          </ac:spMkLst>
        </pc:spChg>
        <pc:picChg chg="add del mod">
          <ac:chgData name="Devinder Kaur" userId="89161a673412ba18" providerId="LiveId" clId="{9DC730C8-1395-4933-88D3-2EC0CE87EBF9}" dt="2021-12-10T08:14:27.676" v="5794" actId="478"/>
          <ac:picMkLst>
            <pc:docMk/>
            <pc:sldMk cId="1967718560" sldId="473"/>
            <ac:picMk id="5" creationId="{D538CD91-98D9-441F-A519-C37A54A47E14}"/>
          </ac:picMkLst>
        </pc:picChg>
        <pc:picChg chg="add mod">
          <ac:chgData name="Devinder Kaur" userId="89161a673412ba18" providerId="LiveId" clId="{9DC730C8-1395-4933-88D3-2EC0CE87EBF9}" dt="2021-12-10T08:17:33.894" v="5839" actId="1036"/>
          <ac:picMkLst>
            <pc:docMk/>
            <pc:sldMk cId="1967718560" sldId="473"/>
            <ac:picMk id="6" creationId="{983A6658-7AAA-4552-98BC-1504BFE3361B}"/>
          </ac:picMkLst>
        </pc:picChg>
      </pc:sldChg>
      <pc:sldChg chg="addSp delSp modSp new del mod">
        <pc:chgData name="Devinder Kaur" userId="89161a673412ba18" providerId="LiveId" clId="{9DC730C8-1395-4933-88D3-2EC0CE87EBF9}" dt="2021-12-11T05:05:57.100" v="6203" actId="47"/>
        <pc:sldMkLst>
          <pc:docMk/>
          <pc:sldMk cId="2278852428" sldId="474"/>
        </pc:sldMkLst>
        <pc:spChg chg="mod">
          <ac:chgData name="Devinder Kaur" userId="89161a673412ba18" providerId="LiveId" clId="{9DC730C8-1395-4933-88D3-2EC0CE87EBF9}" dt="2021-12-10T08:19:52.282" v="5852" actId="113"/>
          <ac:spMkLst>
            <pc:docMk/>
            <pc:sldMk cId="2278852428" sldId="474"/>
            <ac:spMk id="2" creationId="{EC3FCA03-87E4-4CF8-9303-F6AD2623BBB6}"/>
          </ac:spMkLst>
        </pc:spChg>
        <pc:spChg chg="mod">
          <ac:chgData name="Devinder Kaur" userId="89161a673412ba18" providerId="LiveId" clId="{9DC730C8-1395-4933-88D3-2EC0CE87EBF9}" dt="2021-12-10T10:41:11.537" v="5863" actId="20577"/>
          <ac:spMkLst>
            <pc:docMk/>
            <pc:sldMk cId="2278852428" sldId="474"/>
            <ac:spMk id="3" creationId="{2420ECAF-C3E9-49BD-915C-E0F5337EFC99}"/>
          </ac:spMkLst>
        </pc:spChg>
        <pc:picChg chg="add del mod">
          <ac:chgData name="Devinder Kaur" userId="89161a673412ba18" providerId="LiveId" clId="{9DC730C8-1395-4933-88D3-2EC0CE87EBF9}" dt="2021-12-11T04:55:14.778" v="5895" actId="21"/>
          <ac:picMkLst>
            <pc:docMk/>
            <pc:sldMk cId="2278852428" sldId="474"/>
            <ac:picMk id="5" creationId="{FFFA66D6-5034-4780-B316-F123FFE67D3D}"/>
          </ac:picMkLst>
        </pc:picChg>
      </pc:sldChg>
      <pc:sldChg chg="addSp delSp modSp new mod">
        <pc:chgData name="Devinder Kaur" userId="89161a673412ba18" providerId="LiveId" clId="{9DC730C8-1395-4933-88D3-2EC0CE87EBF9}" dt="2021-12-11T05:28:56.569" v="6969" actId="255"/>
        <pc:sldMkLst>
          <pc:docMk/>
          <pc:sldMk cId="1913106215" sldId="475"/>
        </pc:sldMkLst>
        <pc:spChg chg="add mod">
          <ac:chgData name="Devinder Kaur" userId="89161a673412ba18" providerId="LiveId" clId="{9DC730C8-1395-4933-88D3-2EC0CE87EBF9}" dt="2021-12-11T05:28:56.569" v="6969" actId="255"/>
          <ac:spMkLst>
            <pc:docMk/>
            <pc:sldMk cId="1913106215" sldId="475"/>
            <ac:spMk id="4" creationId="{B98500AF-3EBA-4C8F-BA93-E5FA51A7F416}"/>
          </ac:spMkLst>
        </pc:spChg>
        <pc:graphicFrameChg chg="add mod modGraphic">
          <ac:chgData name="Devinder Kaur" userId="89161a673412ba18" providerId="LiveId" clId="{9DC730C8-1395-4933-88D3-2EC0CE87EBF9}" dt="2021-12-11T05:05:27.208" v="6202" actId="113"/>
          <ac:graphicFrameMkLst>
            <pc:docMk/>
            <pc:sldMk cId="1913106215" sldId="475"/>
            <ac:graphicFrameMk id="3" creationId="{F2F38C5D-7CC7-42F5-8CF8-FD8419860496}"/>
          </ac:graphicFrameMkLst>
        </pc:graphicFrameChg>
        <pc:picChg chg="add del mod">
          <ac:chgData name="Devinder Kaur" userId="89161a673412ba18" providerId="LiveId" clId="{9DC730C8-1395-4933-88D3-2EC0CE87EBF9}" dt="2021-12-11T05:00:12.607" v="6165" actId="478"/>
          <ac:picMkLst>
            <pc:docMk/>
            <pc:sldMk cId="1913106215" sldId="475"/>
            <ac:picMk id="5" creationId="{006A9A19-14CB-40FE-AD3D-F74E53824C06}"/>
          </ac:picMkLst>
        </pc:picChg>
        <pc:picChg chg="add mod modCrop">
          <ac:chgData name="Devinder Kaur" userId="89161a673412ba18" providerId="LiveId" clId="{9DC730C8-1395-4933-88D3-2EC0CE87EBF9}" dt="2021-12-11T05:04:35.246" v="6200" actId="1036"/>
          <ac:picMkLst>
            <pc:docMk/>
            <pc:sldMk cId="1913106215" sldId="475"/>
            <ac:picMk id="6" creationId="{3F0B020A-A1F1-406B-899D-47C29E61B442}"/>
          </ac:picMkLst>
        </pc:picChg>
      </pc:sldChg>
      <pc:sldChg chg="addSp delSp modSp new mod">
        <pc:chgData name="Devinder Kaur" userId="89161a673412ba18" providerId="LiveId" clId="{9DC730C8-1395-4933-88D3-2EC0CE87EBF9}" dt="2021-12-11T08:58:02.336" v="7742"/>
        <pc:sldMkLst>
          <pc:docMk/>
          <pc:sldMk cId="2027282769" sldId="476"/>
        </pc:sldMkLst>
        <pc:spChg chg="add mod">
          <ac:chgData name="Devinder Kaur" userId="89161a673412ba18" providerId="LiveId" clId="{9DC730C8-1395-4933-88D3-2EC0CE87EBF9}" dt="2021-12-11T08:54:12.629" v="7735"/>
          <ac:spMkLst>
            <pc:docMk/>
            <pc:sldMk cId="2027282769" sldId="476"/>
            <ac:spMk id="4" creationId="{1B4727B4-D2C1-42A7-B09E-30E8C0F8F355}"/>
          </ac:spMkLst>
        </pc:spChg>
        <pc:graphicFrameChg chg="add mod">
          <ac:chgData name="Devinder Kaur" userId="89161a673412ba18" providerId="LiveId" clId="{9DC730C8-1395-4933-88D3-2EC0CE87EBF9}" dt="2021-12-11T08:58:02.336" v="7742"/>
          <ac:graphicFrameMkLst>
            <pc:docMk/>
            <pc:sldMk cId="2027282769" sldId="476"/>
            <ac:graphicFrameMk id="6" creationId="{1D5FB3F9-54D0-4E6F-AEBC-50AE74229D81}"/>
          </ac:graphicFrameMkLst>
        </pc:graphicFrameChg>
        <pc:picChg chg="add del mod">
          <ac:chgData name="Devinder Kaur" userId="89161a673412ba18" providerId="LiveId" clId="{9DC730C8-1395-4933-88D3-2EC0CE87EBF9}" dt="2021-12-11T05:19:40.030" v="6824" actId="478"/>
          <ac:picMkLst>
            <pc:docMk/>
            <pc:sldMk cId="2027282769" sldId="476"/>
            <ac:picMk id="3" creationId="{25173CEB-FFF0-4177-8204-21916FBD8389}"/>
          </ac:picMkLst>
        </pc:picChg>
        <pc:picChg chg="add del mod">
          <ac:chgData name="Devinder Kaur" userId="89161a673412ba18" providerId="LiveId" clId="{9DC730C8-1395-4933-88D3-2EC0CE87EBF9}" dt="2021-12-11T05:19:38.296" v="6822" actId="478"/>
          <ac:picMkLst>
            <pc:docMk/>
            <pc:sldMk cId="2027282769" sldId="476"/>
            <ac:picMk id="5" creationId="{E2E8A5CF-3884-449C-BA2C-A091394AF0D0}"/>
          </ac:picMkLst>
        </pc:picChg>
        <pc:picChg chg="add mod">
          <ac:chgData name="Devinder Kaur" userId="89161a673412ba18" providerId="LiveId" clId="{9DC730C8-1395-4933-88D3-2EC0CE87EBF9}" dt="2021-12-11T05:34:16.401" v="7012" actId="1038"/>
          <ac:picMkLst>
            <pc:docMk/>
            <pc:sldMk cId="2027282769" sldId="476"/>
            <ac:picMk id="7" creationId="{B98C1643-8242-4640-8927-51C3AEB31937}"/>
          </ac:picMkLst>
        </pc:picChg>
      </pc:sldChg>
      <pc:sldChg chg="addSp delSp modSp new mod modNotesTx">
        <pc:chgData name="Devinder Kaur" userId="89161a673412ba18" providerId="LiveId" clId="{9DC730C8-1395-4933-88D3-2EC0CE87EBF9}" dt="2021-12-11T09:51:43.821" v="8050"/>
        <pc:sldMkLst>
          <pc:docMk/>
          <pc:sldMk cId="3085445058" sldId="477"/>
        </pc:sldMkLst>
        <pc:spChg chg="add mod">
          <ac:chgData name="Devinder Kaur" userId="89161a673412ba18" providerId="LiveId" clId="{9DC730C8-1395-4933-88D3-2EC0CE87EBF9}" dt="2021-12-11T09:00:32.784" v="7772" actId="14100"/>
          <ac:spMkLst>
            <pc:docMk/>
            <pc:sldMk cId="3085445058" sldId="477"/>
            <ac:spMk id="4" creationId="{56B6FDC5-07FC-4E79-9F8C-34903B747425}"/>
          </ac:spMkLst>
        </pc:spChg>
        <pc:graphicFrameChg chg="add mod modGraphic">
          <ac:chgData name="Devinder Kaur" userId="89161a673412ba18" providerId="LiveId" clId="{9DC730C8-1395-4933-88D3-2EC0CE87EBF9}" dt="2021-12-11T09:51:28.859" v="8044"/>
          <ac:graphicFrameMkLst>
            <pc:docMk/>
            <pc:sldMk cId="3085445058" sldId="477"/>
            <ac:graphicFrameMk id="5" creationId="{FE85B002-AE4D-45CB-BE2D-774CF2FEC776}"/>
          </ac:graphicFrameMkLst>
        </pc:graphicFrameChg>
        <pc:picChg chg="add mod">
          <ac:chgData name="Devinder Kaur" userId="89161a673412ba18" providerId="LiveId" clId="{9DC730C8-1395-4933-88D3-2EC0CE87EBF9}" dt="2021-12-11T09:51:43.821" v="8050"/>
          <ac:picMkLst>
            <pc:docMk/>
            <pc:sldMk cId="3085445058" sldId="477"/>
            <ac:picMk id="3" creationId="{33E2AF66-2587-49F8-B9FA-4DF8F72D1876}"/>
          </ac:picMkLst>
        </pc:picChg>
        <pc:picChg chg="add del mod">
          <ac:chgData name="Devinder Kaur" userId="89161a673412ba18" providerId="LiveId" clId="{9DC730C8-1395-4933-88D3-2EC0CE87EBF9}" dt="2021-12-11T05:25:13.818" v="6960" actId="478"/>
          <ac:picMkLst>
            <pc:docMk/>
            <pc:sldMk cId="3085445058" sldId="477"/>
            <ac:picMk id="3" creationId="{C7A50771-394C-4DF5-8C25-BCE61A56C3CA}"/>
          </ac:picMkLst>
        </pc:picChg>
      </pc:sldChg>
      <pc:sldChg chg="addSp delSp modSp new mod">
        <pc:chgData name="Devinder Kaur" userId="89161a673412ba18" providerId="LiveId" clId="{9DC730C8-1395-4933-88D3-2EC0CE87EBF9}" dt="2021-12-11T09:29:36.814" v="7822" actId="1036"/>
        <pc:sldMkLst>
          <pc:docMk/>
          <pc:sldMk cId="2206060403" sldId="478"/>
        </pc:sldMkLst>
        <pc:spChg chg="add mod">
          <ac:chgData name="Devinder Kaur" userId="89161a673412ba18" providerId="LiveId" clId="{9DC730C8-1395-4933-88D3-2EC0CE87EBF9}" dt="2021-12-11T09:29:36.814" v="7822" actId="1036"/>
          <ac:spMkLst>
            <pc:docMk/>
            <pc:sldMk cId="2206060403" sldId="478"/>
            <ac:spMk id="3" creationId="{051F03E9-EAEC-435A-ACED-BF06928053D8}"/>
          </ac:spMkLst>
        </pc:spChg>
        <pc:spChg chg="add del mod">
          <ac:chgData name="Devinder Kaur" userId="89161a673412ba18" providerId="LiveId" clId="{9DC730C8-1395-4933-88D3-2EC0CE87EBF9}" dt="2021-12-11T09:27:01.722" v="7780" actId="478"/>
          <ac:spMkLst>
            <pc:docMk/>
            <pc:sldMk cId="2206060403" sldId="478"/>
            <ac:spMk id="8" creationId="{6C604EED-CBFE-403F-95C8-48C2215301EB}"/>
          </ac:spMkLst>
        </pc:spChg>
        <pc:graphicFrameChg chg="add mod modGraphic">
          <ac:chgData name="Devinder Kaur" userId="89161a673412ba18" providerId="LiveId" clId="{9DC730C8-1395-4933-88D3-2EC0CE87EBF9}" dt="2021-12-11T09:29:24.525" v="7797" actId="1076"/>
          <ac:graphicFrameMkLst>
            <pc:docMk/>
            <pc:sldMk cId="2206060403" sldId="478"/>
            <ac:graphicFrameMk id="4" creationId="{0047273C-2969-42BF-9D1A-95C3BC66D7EA}"/>
          </ac:graphicFrameMkLst>
        </pc:graphicFrameChg>
        <pc:picChg chg="add del mod">
          <ac:chgData name="Devinder Kaur" userId="89161a673412ba18" providerId="LiveId" clId="{9DC730C8-1395-4933-88D3-2EC0CE87EBF9}" dt="2021-12-11T09:28:40.746" v="7789" actId="478"/>
          <ac:picMkLst>
            <pc:docMk/>
            <pc:sldMk cId="2206060403" sldId="478"/>
            <ac:picMk id="5" creationId="{214C9B2F-EE15-493F-9805-21614D397852}"/>
          </ac:picMkLst>
        </pc:picChg>
        <pc:picChg chg="add del mod">
          <ac:chgData name="Devinder Kaur" userId="89161a673412ba18" providerId="LiveId" clId="{9DC730C8-1395-4933-88D3-2EC0CE87EBF9}" dt="2021-12-11T09:12:19.966" v="7777" actId="478"/>
          <ac:picMkLst>
            <pc:docMk/>
            <pc:sldMk cId="2206060403" sldId="478"/>
            <ac:picMk id="6" creationId="{BBFAB8EE-5A75-414E-9C6C-2C4471DC2B79}"/>
          </ac:picMkLst>
        </pc:picChg>
      </pc:sldChg>
      <pc:sldChg chg="addSp modSp new mod">
        <pc:chgData name="Devinder Kaur" userId="89161a673412ba18" providerId="LiveId" clId="{9DC730C8-1395-4933-88D3-2EC0CE87EBF9}" dt="2021-12-11T08:49:17.685" v="7683" actId="20577"/>
        <pc:sldMkLst>
          <pc:docMk/>
          <pc:sldMk cId="2542140807" sldId="479"/>
        </pc:sldMkLst>
        <pc:spChg chg="add mod">
          <ac:chgData name="Devinder Kaur" userId="89161a673412ba18" providerId="LiveId" clId="{9DC730C8-1395-4933-88D3-2EC0CE87EBF9}" dt="2021-12-11T05:36:12.488" v="7036"/>
          <ac:spMkLst>
            <pc:docMk/>
            <pc:sldMk cId="2542140807" sldId="479"/>
            <ac:spMk id="3" creationId="{956F2A21-3288-448A-80B9-380E34BB3853}"/>
          </ac:spMkLst>
        </pc:spChg>
        <pc:graphicFrameChg chg="add mod modGraphic">
          <ac:chgData name="Devinder Kaur" userId="89161a673412ba18" providerId="LiveId" clId="{9DC730C8-1395-4933-88D3-2EC0CE87EBF9}" dt="2021-12-11T08:49:17.685" v="7683" actId="20577"/>
          <ac:graphicFrameMkLst>
            <pc:docMk/>
            <pc:sldMk cId="2542140807" sldId="479"/>
            <ac:graphicFrameMk id="4" creationId="{410C771D-1EE3-489E-BFF9-00DD48CF5EDF}"/>
          </ac:graphicFrameMkLst>
        </pc:graphicFrameChg>
        <pc:picChg chg="add mod modCrop">
          <ac:chgData name="Devinder Kaur" userId="89161a673412ba18" providerId="LiveId" clId="{9DC730C8-1395-4933-88D3-2EC0CE87EBF9}" dt="2021-12-11T05:42:12.776" v="7114" actId="732"/>
          <ac:picMkLst>
            <pc:docMk/>
            <pc:sldMk cId="2542140807" sldId="479"/>
            <ac:picMk id="5" creationId="{592F288F-7730-4875-91A2-FEE84DD4767A}"/>
          </ac:picMkLst>
        </pc:picChg>
      </pc:sldChg>
      <pc:sldChg chg="addSp delSp modSp new mod">
        <pc:chgData name="Devinder Kaur" userId="89161a673412ba18" providerId="LiveId" clId="{9DC730C8-1395-4933-88D3-2EC0CE87EBF9}" dt="2021-12-11T08:53:11.292" v="7731" actId="14100"/>
        <pc:sldMkLst>
          <pc:docMk/>
          <pc:sldMk cId="3286635179" sldId="480"/>
        </pc:sldMkLst>
        <pc:spChg chg="add mod">
          <ac:chgData name="Devinder Kaur" userId="89161a673412ba18" providerId="LiveId" clId="{9DC730C8-1395-4933-88D3-2EC0CE87EBF9}" dt="2021-12-11T05:42:52.926" v="7119"/>
          <ac:spMkLst>
            <pc:docMk/>
            <pc:sldMk cId="3286635179" sldId="480"/>
            <ac:spMk id="3" creationId="{C114F719-AC64-4CFD-81FE-AFB3118C082B}"/>
          </ac:spMkLst>
        </pc:spChg>
        <pc:spChg chg="add del mod">
          <ac:chgData name="Devinder Kaur" userId="89161a673412ba18" providerId="LiveId" clId="{9DC730C8-1395-4933-88D3-2EC0CE87EBF9}" dt="2021-12-11T08:52:43.137" v="7722" actId="478"/>
          <ac:spMkLst>
            <pc:docMk/>
            <pc:sldMk cId="3286635179" sldId="480"/>
            <ac:spMk id="8" creationId="{142B58EE-901C-47CA-B5CD-C6FD8F8A4467}"/>
          </ac:spMkLst>
        </pc:spChg>
        <pc:graphicFrameChg chg="add mod modGraphic">
          <ac:chgData name="Devinder Kaur" userId="89161a673412ba18" providerId="LiveId" clId="{9DC730C8-1395-4933-88D3-2EC0CE87EBF9}" dt="2021-12-11T08:53:11.292" v="7731" actId="14100"/>
          <ac:graphicFrameMkLst>
            <pc:docMk/>
            <pc:sldMk cId="3286635179" sldId="480"/>
            <ac:graphicFrameMk id="4" creationId="{68990045-A0BE-4A2A-B861-826E363BCA2E}"/>
          </ac:graphicFrameMkLst>
        </pc:graphicFrameChg>
        <pc:picChg chg="add mod">
          <ac:chgData name="Devinder Kaur" userId="89161a673412ba18" providerId="LiveId" clId="{9DC730C8-1395-4933-88D3-2EC0CE87EBF9}" dt="2021-12-11T08:53:06.447" v="7730" actId="14100"/>
          <ac:picMkLst>
            <pc:docMk/>
            <pc:sldMk cId="3286635179" sldId="480"/>
            <ac:picMk id="5" creationId="{583720C9-5ACA-46D6-90DA-B57BA9DAAB1E}"/>
          </ac:picMkLst>
        </pc:picChg>
        <pc:picChg chg="add del mod">
          <ac:chgData name="Devinder Kaur" userId="89161a673412ba18" providerId="LiveId" clId="{9DC730C8-1395-4933-88D3-2EC0CE87EBF9}" dt="2021-12-11T07:15:50.927" v="7340" actId="21"/>
          <ac:picMkLst>
            <pc:docMk/>
            <pc:sldMk cId="3286635179" sldId="480"/>
            <ac:picMk id="6" creationId="{1FB54201-54CF-4C15-A160-8E41C4652E92}"/>
          </ac:picMkLst>
        </pc:picChg>
      </pc:sldChg>
      <pc:sldChg chg="addSp delSp modSp new mod">
        <pc:chgData name="Devinder Kaur" userId="89161a673412ba18" providerId="LiveId" clId="{9DC730C8-1395-4933-88D3-2EC0CE87EBF9}" dt="2021-12-11T07:39:51.789" v="7587" actId="20577"/>
        <pc:sldMkLst>
          <pc:docMk/>
          <pc:sldMk cId="2784037676" sldId="481"/>
        </pc:sldMkLst>
        <pc:spChg chg="add mod">
          <ac:chgData name="Devinder Kaur" userId="89161a673412ba18" providerId="LiveId" clId="{9DC730C8-1395-4933-88D3-2EC0CE87EBF9}" dt="2021-12-11T05:46:18.919" v="7149"/>
          <ac:spMkLst>
            <pc:docMk/>
            <pc:sldMk cId="2784037676" sldId="481"/>
            <ac:spMk id="3" creationId="{C18E6E05-D36A-4EF8-9EA4-3C8121138F84}"/>
          </ac:spMkLst>
        </pc:spChg>
        <pc:graphicFrameChg chg="add mod modGraphic">
          <ac:chgData name="Devinder Kaur" userId="89161a673412ba18" providerId="LiveId" clId="{9DC730C8-1395-4933-88D3-2EC0CE87EBF9}" dt="2021-12-11T07:39:51.789" v="7587" actId="20577"/>
          <ac:graphicFrameMkLst>
            <pc:docMk/>
            <pc:sldMk cId="2784037676" sldId="481"/>
            <ac:graphicFrameMk id="4" creationId="{4C2149C8-C911-41A3-8010-E1B56C415D0E}"/>
          </ac:graphicFrameMkLst>
        </pc:graphicFrameChg>
        <pc:picChg chg="add del mod">
          <ac:chgData name="Devinder Kaur" userId="89161a673412ba18" providerId="LiveId" clId="{9DC730C8-1395-4933-88D3-2EC0CE87EBF9}" dt="2021-12-11T07:38:50.773" v="7563" actId="21"/>
          <ac:picMkLst>
            <pc:docMk/>
            <pc:sldMk cId="2784037676" sldId="481"/>
            <ac:picMk id="5" creationId="{84A2C9A0-724C-406F-81AF-51035D998EF0}"/>
          </ac:picMkLst>
        </pc:picChg>
        <pc:picChg chg="del">
          <ac:chgData name="Devinder Kaur" userId="89161a673412ba18" providerId="LiveId" clId="{9DC730C8-1395-4933-88D3-2EC0CE87EBF9}" dt="2021-12-11T05:49:57.862" v="7165"/>
          <ac:picMkLst>
            <pc:docMk/>
            <pc:sldMk cId="2784037676" sldId="481"/>
            <ac:picMk id="5" creationId="{CC4A4ADB-6100-4003-A85E-544BD4C66B78}"/>
          </ac:picMkLst>
        </pc:picChg>
        <pc:picChg chg="del">
          <ac:chgData name="Devinder Kaur" userId="89161a673412ba18" providerId="LiveId" clId="{9DC730C8-1395-4933-88D3-2EC0CE87EBF9}" dt="2021-12-11T05:50:02.609" v="7166"/>
          <ac:picMkLst>
            <pc:docMk/>
            <pc:sldMk cId="2784037676" sldId="481"/>
            <ac:picMk id="6" creationId="{7B45C5E4-68FF-4BA4-9167-7DD1BE9CA8F0}"/>
          </ac:picMkLst>
        </pc:picChg>
      </pc:sldChg>
      <pc:sldChg chg="add del">
        <pc:chgData name="Devinder Kaur" userId="89161a673412ba18" providerId="LiveId" clId="{9DC730C8-1395-4933-88D3-2EC0CE87EBF9}" dt="2021-12-13T06:36:56.062" v="9154" actId="2696"/>
        <pc:sldMkLst>
          <pc:docMk/>
          <pc:sldMk cId="1604095336" sldId="482"/>
        </pc:sldMkLst>
      </pc:sldChg>
      <pc:sldChg chg="addSp modSp new del mod">
        <pc:chgData name="Devinder Kaur" userId="89161a673412ba18" providerId="LiveId" clId="{9DC730C8-1395-4933-88D3-2EC0CE87EBF9}" dt="2021-12-13T05:43:06.617" v="9127" actId="2696"/>
        <pc:sldMkLst>
          <pc:docMk/>
          <pc:sldMk cId="3448289294" sldId="482"/>
        </pc:sldMkLst>
        <pc:graphicFrameChg chg="add mod modGraphic">
          <ac:chgData name="Devinder Kaur" userId="89161a673412ba18" providerId="LiveId" clId="{9DC730C8-1395-4933-88D3-2EC0CE87EBF9}" dt="2021-12-11T09:54:30.454" v="8082" actId="14100"/>
          <ac:graphicFrameMkLst>
            <pc:docMk/>
            <pc:sldMk cId="3448289294" sldId="482"/>
            <ac:graphicFrameMk id="3" creationId="{1D2E7282-9388-4B08-AFF7-F2B36274F446}"/>
          </ac:graphicFrameMkLst>
        </pc:graphicFrameChg>
        <pc:picChg chg="add mod">
          <ac:chgData name="Devinder Kaur" userId="89161a673412ba18" providerId="LiveId" clId="{9DC730C8-1395-4933-88D3-2EC0CE87EBF9}" dt="2021-12-11T09:54:46.374" v="8118" actId="1036"/>
          <ac:picMkLst>
            <pc:docMk/>
            <pc:sldMk cId="3448289294" sldId="482"/>
            <ac:picMk id="4" creationId="{1B9EB5AC-869B-4272-BDDC-D5F6ADF50DB5}"/>
          </ac:picMkLst>
        </pc:picChg>
      </pc:sldChg>
      <pc:sldChg chg="modSp del mod">
        <pc:chgData name="Devinder Kaur" userId="89161a673412ba18" providerId="LiveId" clId="{9DC730C8-1395-4933-88D3-2EC0CE87EBF9}" dt="2021-12-11T07:40:07.592" v="7589" actId="47"/>
        <pc:sldMkLst>
          <pc:docMk/>
          <pc:sldMk cId="41629707" sldId="483"/>
        </pc:sldMkLst>
        <pc:graphicFrameChg chg="mod modGraphic">
          <ac:chgData name="Devinder Kaur" userId="89161a673412ba18" providerId="LiveId" clId="{9DC730C8-1395-4933-88D3-2EC0CE87EBF9}" dt="2021-12-11T07:38:22.905" v="7559"/>
          <ac:graphicFrameMkLst>
            <pc:docMk/>
            <pc:sldMk cId="41629707" sldId="483"/>
            <ac:graphicFrameMk id="4" creationId="{4C2149C8-C911-41A3-8010-E1B56C415D0E}"/>
          </ac:graphicFrameMkLst>
        </pc:graphicFrameChg>
      </pc:sldChg>
      <pc:sldChg chg="addSp delSp modSp mod">
        <pc:chgData name="Devinder Kaur" userId="89161a673412ba18" providerId="LiveId" clId="{9DC730C8-1395-4933-88D3-2EC0CE87EBF9}" dt="2021-12-11T07:43:26.916" v="7682" actId="20577"/>
        <pc:sldMkLst>
          <pc:docMk/>
          <pc:sldMk cId="4192238346" sldId="484"/>
        </pc:sldMkLst>
        <pc:spChg chg="mod">
          <ac:chgData name="Devinder Kaur" userId="89161a673412ba18" providerId="LiveId" clId="{9DC730C8-1395-4933-88D3-2EC0CE87EBF9}" dt="2021-12-11T05:53:58.680" v="7181"/>
          <ac:spMkLst>
            <pc:docMk/>
            <pc:sldMk cId="4192238346" sldId="484"/>
            <ac:spMk id="3" creationId="{C18E6E05-D36A-4EF8-9EA4-3C8121138F84}"/>
          </ac:spMkLst>
        </pc:spChg>
        <pc:graphicFrameChg chg="mod modGraphic">
          <ac:chgData name="Devinder Kaur" userId="89161a673412ba18" providerId="LiveId" clId="{9DC730C8-1395-4933-88D3-2EC0CE87EBF9}" dt="2021-12-11T07:43:26.916" v="7682" actId="20577"/>
          <ac:graphicFrameMkLst>
            <pc:docMk/>
            <pc:sldMk cId="4192238346" sldId="484"/>
            <ac:graphicFrameMk id="4" creationId="{4C2149C8-C911-41A3-8010-E1B56C415D0E}"/>
          </ac:graphicFrameMkLst>
        </pc:graphicFrameChg>
        <pc:picChg chg="add mod">
          <ac:chgData name="Devinder Kaur" userId="89161a673412ba18" providerId="LiveId" clId="{9DC730C8-1395-4933-88D3-2EC0CE87EBF9}" dt="2021-12-11T05:55:09.002" v="7195" actId="14100"/>
          <ac:picMkLst>
            <pc:docMk/>
            <pc:sldMk cId="4192238346" sldId="484"/>
            <ac:picMk id="5" creationId="{3D61CF1A-5D5B-4601-8DD6-A9895905D30D}"/>
          </ac:picMkLst>
        </pc:picChg>
        <pc:picChg chg="add del mod">
          <ac:chgData name="Devinder Kaur" userId="89161a673412ba18" providerId="LiveId" clId="{9DC730C8-1395-4933-88D3-2EC0CE87EBF9}" dt="2021-12-11T07:42:31.060" v="7668" actId="478"/>
          <ac:picMkLst>
            <pc:docMk/>
            <pc:sldMk cId="4192238346" sldId="484"/>
            <ac:picMk id="6" creationId="{6F477B4C-5338-4FD9-9047-DCCEF90968AA}"/>
          </ac:picMkLst>
        </pc:picChg>
      </pc:sldChg>
      <pc:sldChg chg="delSp modSp del mod">
        <pc:chgData name="Devinder Kaur" userId="89161a673412ba18" providerId="LiveId" clId="{9DC730C8-1395-4933-88D3-2EC0CE87EBF9}" dt="2021-12-11T08:49:22.478" v="7684" actId="47"/>
        <pc:sldMkLst>
          <pc:docMk/>
          <pc:sldMk cId="2727507535" sldId="485"/>
        </pc:sldMkLst>
        <pc:spChg chg="mod">
          <ac:chgData name="Devinder Kaur" userId="89161a673412ba18" providerId="LiveId" clId="{9DC730C8-1395-4933-88D3-2EC0CE87EBF9}" dt="2021-12-11T05:55:35.590" v="7201"/>
          <ac:spMkLst>
            <pc:docMk/>
            <pc:sldMk cId="2727507535" sldId="485"/>
            <ac:spMk id="3" creationId="{C18E6E05-D36A-4EF8-9EA4-3C8121138F84}"/>
          </ac:spMkLst>
        </pc:spChg>
        <pc:graphicFrameChg chg="mod">
          <ac:chgData name="Devinder Kaur" userId="89161a673412ba18" providerId="LiveId" clId="{9DC730C8-1395-4933-88D3-2EC0CE87EBF9}" dt="2021-12-11T05:56:09.241" v="7205" actId="14100"/>
          <ac:graphicFrameMkLst>
            <pc:docMk/>
            <pc:sldMk cId="2727507535" sldId="485"/>
            <ac:graphicFrameMk id="4" creationId="{4C2149C8-C911-41A3-8010-E1B56C415D0E}"/>
          </ac:graphicFrameMkLst>
        </pc:graphicFrameChg>
        <pc:picChg chg="del">
          <ac:chgData name="Devinder Kaur" userId="89161a673412ba18" providerId="LiveId" clId="{9DC730C8-1395-4933-88D3-2EC0CE87EBF9}" dt="2021-12-11T05:56:05.882" v="7204" actId="478"/>
          <ac:picMkLst>
            <pc:docMk/>
            <pc:sldMk cId="2727507535" sldId="485"/>
            <ac:picMk id="5" creationId="{3D61CF1A-5D5B-4601-8DD6-A9895905D30D}"/>
          </ac:picMkLst>
        </pc:picChg>
      </pc:sldChg>
      <pc:sldChg chg="addSp modSp new mod">
        <pc:chgData name="Devinder Kaur" userId="89161a673412ba18" providerId="LiveId" clId="{9DC730C8-1395-4933-88D3-2EC0CE87EBF9}" dt="2021-12-11T08:59:50.647" v="7770" actId="404"/>
        <pc:sldMkLst>
          <pc:docMk/>
          <pc:sldMk cId="4235126482" sldId="485"/>
        </pc:sldMkLst>
        <pc:graphicFrameChg chg="add mod modGraphic">
          <ac:chgData name="Devinder Kaur" userId="89161a673412ba18" providerId="LiveId" clId="{9DC730C8-1395-4933-88D3-2EC0CE87EBF9}" dt="2021-12-11T08:59:50.647" v="7770" actId="404"/>
          <ac:graphicFrameMkLst>
            <pc:docMk/>
            <pc:sldMk cId="4235126482" sldId="485"/>
            <ac:graphicFrameMk id="3" creationId="{FE18F0C9-7B07-4604-89C1-185B15A849D5}"/>
          </ac:graphicFrameMkLst>
        </pc:graphicFrameChg>
      </pc:sldChg>
      <pc:sldChg chg="addSp modSp new mod">
        <pc:chgData name="Devinder Kaur" userId="89161a673412ba18" providerId="LiveId" clId="{9DC730C8-1395-4933-88D3-2EC0CE87EBF9}" dt="2021-12-11T09:44:28.494" v="7952" actId="1035"/>
        <pc:sldMkLst>
          <pc:docMk/>
          <pc:sldMk cId="1253794772" sldId="486"/>
        </pc:sldMkLst>
        <pc:spChg chg="mod">
          <ac:chgData name="Devinder Kaur" userId="89161a673412ba18" providerId="LiveId" clId="{9DC730C8-1395-4933-88D3-2EC0CE87EBF9}" dt="2021-12-11T09:35:15.698" v="7843" actId="122"/>
          <ac:spMkLst>
            <pc:docMk/>
            <pc:sldMk cId="1253794772" sldId="486"/>
            <ac:spMk id="2" creationId="{D5E4E87F-FA81-4D9D-A50A-15C38092A558}"/>
          </ac:spMkLst>
        </pc:spChg>
        <pc:spChg chg="mod">
          <ac:chgData name="Devinder Kaur" userId="89161a673412ba18" providerId="LiveId" clId="{9DC730C8-1395-4933-88D3-2EC0CE87EBF9}" dt="2021-12-11T09:37:58.744" v="7887" actId="14100"/>
          <ac:spMkLst>
            <pc:docMk/>
            <pc:sldMk cId="1253794772" sldId="486"/>
            <ac:spMk id="3" creationId="{8B67A78F-28E6-41B8-9559-183254B65493}"/>
          </ac:spMkLst>
        </pc:spChg>
        <pc:picChg chg="add mod">
          <ac:chgData name="Devinder Kaur" userId="89161a673412ba18" providerId="LiveId" clId="{9DC730C8-1395-4933-88D3-2EC0CE87EBF9}" dt="2021-12-11T09:44:28.494" v="7952" actId="1035"/>
          <ac:picMkLst>
            <pc:docMk/>
            <pc:sldMk cId="1253794772" sldId="486"/>
            <ac:picMk id="5" creationId="{FB388CD1-7F8E-4E9F-85E1-85D3DA01F8EC}"/>
          </ac:picMkLst>
        </pc:picChg>
      </pc:sldChg>
      <pc:sldChg chg="addSp delSp modSp new mod">
        <pc:chgData name="Devinder Kaur" userId="89161a673412ba18" providerId="LiveId" clId="{9DC730C8-1395-4933-88D3-2EC0CE87EBF9}" dt="2021-12-11T09:44:02.162" v="7946" actId="14100"/>
        <pc:sldMkLst>
          <pc:docMk/>
          <pc:sldMk cId="2770921276" sldId="487"/>
        </pc:sldMkLst>
        <pc:spChg chg="mod">
          <ac:chgData name="Devinder Kaur" userId="89161a673412ba18" providerId="LiveId" clId="{9DC730C8-1395-4933-88D3-2EC0CE87EBF9}" dt="2021-12-11T09:38:51.869" v="7899" actId="14100"/>
          <ac:spMkLst>
            <pc:docMk/>
            <pc:sldMk cId="2770921276" sldId="487"/>
            <ac:spMk id="2" creationId="{061239FE-4E81-4919-A556-B203F31E3BB2}"/>
          </ac:spMkLst>
        </pc:spChg>
        <pc:spChg chg="mod">
          <ac:chgData name="Devinder Kaur" userId="89161a673412ba18" providerId="LiveId" clId="{9DC730C8-1395-4933-88D3-2EC0CE87EBF9}" dt="2021-12-11T09:44:02.162" v="7946" actId="14100"/>
          <ac:spMkLst>
            <pc:docMk/>
            <pc:sldMk cId="2770921276" sldId="487"/>
            <ac:spMk id="3" creationId="{78282440-6382-4FB5-AF35-64D06705AD35}"/>
          </ac:spMkLst>
        </pc:spChg>
        <pc:spChg chg="add del mod">
          <ac:chgData name="Devinder Kaur" userId="89161a673412ba18" providerId="LiveId" clId="{9DC730C8-1395-4933-88D3-2EC0CE87EBF9}" dt="2021-12-11T09:43:53.577" v="7941" actId="478"/>
          <ac:spMkLst>
            <pc:docMk/>
            <pc:sldMk cId="2770921276" sldId="487"/>
            <ac:spMk id="6" creationId="{C2A07866-42DB-46AA-87C4-398925791060}"/>
          </ac:spMkLst>
        </pc:spChg>
      </pc:sldChg>
      <pc:sldChg chg="modSp new del mod">
        <pc:chgData name="Devinder Kaur" userId="89161a673412ba18" providerId="LiveId" clId="{9DC730C8-1395-4933-88D3-2EC0CE87EBF9}" dt="2021-12-11T10:43:17.839" v="8803" actId="47"/>
        <pc:sldMkLst>
          <pc:docMk/>
          <pc:sldMk cId="624022695" sldId="488"/>
        </pc:sldMkLst>
        <pc:spChg chg="mod">
          <ac:chgData name="Devinder Kaur" userId="89161a673412ba18" providerId="LiveId" clId="{9DC730C8-1395-4933-88D3-2EC0CE87EBF9}" dt="2021-12-11T09:46:46.076" v="7971" actId="14100"/>
          <ac:spMkLst>
            <pc:docMk/>
            <pc:sldMk cId="624022695" sldId="488"/>
            <ac:spMk id="2" creationId="{F747496D-81A2-4127-8F6F-BBD371B15B87}"/>
          </ac:spMkLst>
        </pc:spChg>
        <pc:spChg chg="mod">
          <ac:chgData name="Devinder Kaur" userId="89161a673412ba18" providerId="LiveId" clId="{9DC730C8-1395-4933-88D3-2EC0CE87EBF9}" dt="2021-12-11T09:48:01.721" v="7982" actId="20577"/>
          <ac:spMkLst>
            <pc:docMk/>
            <pc:sldMk cId="624022695" sldId="488"/>
            <ac:spMk id="3" creationId="{B4A43CD4-0604-48F6-B840-F0F0021CA094}"/>
          </ac:spMkLst>
        </pc:spChg>
      </pc:sldChg>
      <pc:sldChg chg="addSp modSp new del mod ord">
        <pc:chgData name="Devinder Kaur" userId="89161a673412ba18" providerId="LiveId" clId="{9DC730C8-1395-4933-88D3-2EC0CE87EBF9}" dt="2021-12-11T10:30:55.405" v="8510" actId="47"/>
        <pc:sldMkLst>
          <pc:docMk/>
          <pc:sldMk cId="1709031677" sldId="489"/>
        </pc:sldMkLst>
        <pc:spChg chg="mod">
          <ac:chgData name="Devinder Kaur" userId="89161a673412ba18" providerId="LiveId" clId="{9DC730C8-1395-4933-88D3-2EC0CE87EBF9}" dt="2021-12-11T10:02:41.459" v="8213" actId="113"/>
          <ac:spMkLst>
            <pc:docMk/>
            <pc:sldMk cId="1709031677" sldId="489"/>
            <ac:spMk id="2" creationId="{AC0CD384-200A-42F2-B73E-9D1E2259EA4C}"/>
          </ac:spMkLst>
        </pc:spChg>
        <pc:spChg chg="mod">
          <ac:chgData name="Devinder Kaur" userId="89161a673412ba18" providerId="LiveId" clId="{9DC730C8-1395-4933-88D3-2EC0CE87EBF9}" dt="2021-12-11T10:09:55.370" v="8244" actId="21"/>
          <ac:spMkLst>
            <pc:docMk/>
            <pc:sldMk cId="1709031677" sldId="489"/>
            <ac:spMk id="3" creationId="{308D5964-C666-43DF-A8AE-57AAF9254292}"/>
          </ac:spMkLst>
        </pc:spChg>
        <pc:picChg chg="add mod">
          <ac:chgData name="Devinder Kaur" userId="89161a673412ba18" providerId="LiveId" clId="{9DC730C8-1395-4933-88D3-2EC0CE87EBF9}" dt="2021-12-11T10:02:00.474" v="8174" actId="1076"/>
          <ac:picMkLst>
            <pc:docMk/>
            <pc:sldMk cId="1709031677" sldId="489"/>
            <ac:picMk id="5" creationId="{70CA6F31-B9E4-44A3-B31A-CD7EFFB23392}"/>
          </ac:picMkLst>
        </pc:picChg>
      </pc:sldChg>
      <pc:sldChg chg="addSp delSp modSp new mod">
        <pc:chgData name="Devinder Kaur" userId="89161a673412ba18" providerId="LiveId" clId="{9DC730C8-1395-4933-88D3-2EC0CE87EBF9}" dt="2021-12-11T10:40:06.754" v="8749" actId="14100"/>
        <pc:sldMkLst>
          <pc:docMk/>
          <pc:sldMk cId="2638670324" sldId="490"/>
        </pc:sldMkLst>
        <pc:spChg chg="add mod">
          <ac:chgData name="Devinder Kaur" userId="89161a673412ba18" providerId="LiveId" clId="{9DC730C8-1395-4933-88D3-2EC0CE87EBF9}" dt="2021-12-11T10:34:31.086" v="8531" actId="14100"/>
          <ac:spMkLst>
            <pc:docMk/>
            <pc:sldMk cId="2638670324" sldId="490"/>
            <ac:spMk id="3" creationId="{827DE181-64AE-499A-A6EB-A8DEADFDCD6D}"/>
          </ac:spMkLst>
        </pc:spChg>
        <pc:graphicFrameChg chg="add mod modGraphic">
          <ac:chgData name="Devinder Kaur" userId="89161a673412ba18" providerId="LiveId" clId="{9DC730C8-1395-4933-88D3-2EC0CE87EBF9}" dt="2021-12-11T10:40:06.754" v="8749" actId="14100"/>
          <ac:graphicFrameMkLst>
            <pc:docMk/>
            <pc:sldMk cId="2638670324" sldId="490"/>
            <ac:graphicFrameMk id="4" creationId="{C5564440-76EF-4B9A-947D-A41C92DF76EA}"/>
          </ac:graphicFrameMkLst>
        </pc:graphicFrameChg>
        <pc:picChg chg="add del mod">
          <ac:chgData name="Devinder Kaur" userId="89161a673412ba18" providerId="LiveId" clId="{9DC730C8-1395-4933-88D3-2EC0CE87EBF9}" dt="2021-12-11T10:30:29.358" v="8506" actId="478"/>
          <ac:picMkLst>
            <pc:docMk/>
            <pc:sldMk cId="2638670324" sldId="490"/>
            <ac:picMk id="5" creationId="{84F99A93-D6D7-4FAC-9B58-192A0475BF4F}"/>
          </ac:picMkLst>
        </pc:picChg>
      </pc:sldChg>
      <pc:sldChg chg="addSp delSp modSp new mod">
        <pc:chgData name="Devinder Kaur" userId="89161a673412ba18" providerId="LiveId" clId="{9DC730C8-1395-4933-88D3-2EC0CE87EBF9}" dt="2021-12-13T05:16:32.448" v="8896"/>
        <pc:sldMkLst>
          <pc:docMk/>
          <pc:sldMk cId="2950557340" sldId="491"/>
        </pc:sldMkLst>
        <pc:spChg chg="add del mod">
          <ac:chgData name="Devinder Kaur" userId="89161a673412ba18" providerId="LiveId" clId="{9DC730C8-1395-4933-88D3-2EC0CE87EBF9}" dt="2021-12-13T05:16:32.448" v="8896"/>
          <ac:spMkLst>
            <pc:docMk/>
            <pc:sldMk cId="2950557340" sldId="491"/>
            <ac:spMk id="5" creationId="{3C2662C8-C1E0-412D-AACF-0A2C4AE25BEF}"/>
          </ac:spMkLst>
        </pc:spChg>
        <pc:graphicFrameChg chg="add mod modGraphic">
          <ac:chgData name="Devinder Kaur" userId="89161a673412ba18" providerId="LiveId" clId="{9DC730C8-1395-4933-88D3-2EC0CE87EBF9}" dt="2021-12-13T05:14:49.405" v="8894" actId="20577"/>
          <ac:graphicFrameMkLst>
            <pc:docMk/>
            <pc:sldMk cId="2950557340" sldId="491"/>
            <ac:graphicFrameMk id="3" creationId="{713E239F-0922-4285-8685-56CBC3F1E8BF}"/>
          </ac:graphicFrameMkLst>
        </pc:graphicFrameChg>
      </pc:sldChg>
      <pc:sldChg chg="addSp modSp new mod">
        <pc:chgData name="Devinder Kaur" userId="89161a673412ba18" providerId="LiveId" clId="{9DC730C8-1395-4933-88D3-2EC0CE87EBF9}" dt="2021-12-11T10:43:15.233" v="8802" actId="14100"/>
        <pc:sldMkLst>
          <pc:docMk/>
          <pc:sldMk cId="3001511063" sldId="492"/>
        </pc:sldMkLst>
        <pc:graphicFrameChg chg="add mod modGraphic">
          <ac:chgData name="Devinder Kaur" userId="89161a673412ba18" providerId="LiveId" clId="{9DC730C8-1395-4933-88D3-2EC0CE87EBF9}" dt="2021-12-11T10:43:15.233" v="8802" actId="14100"/>
          <ac:graphicFrameMkLst>
            <pc:docMk/>
            <pc:sldMk cId="3001511063" sldId="492"/>
            <ac:graphicFrameMk id="3" creationId="{0343B16D-8E40-4A56-83F4-58E62B4801D0}"/>
          </ac:graphicFrameMkLst>
        </pc:graphicFrameChg>
      </pc:sldChg>
      <pc:sldChg chg="add del">
        <pc:chgData name="Devinder Kaur" userId="89161a673412ba18" providerId="LiveId" clId="{9DC730C8-1395-4933-88D3-2EC0CE87EBF9}" dt="2021-12-13T06:37:08.638" v="9155" actId="47"/>
        <pc:sldMkLst>
          <pc:docMk/>
          <pc:sldMk cId="1203190701" sldId="493"/>
        </pc:sldMkLst>
      </pc:sldChg>
      <pc:sldChg chg="addSp modSp new del">
        <pc:chgData name="Devinder Kaur" userId="89161a673412ba18" providerId="LiveId" clId="{9DC730C8-1395-4933-88D3-2EC0CE87EBF9}" dt="2021-12-13T05:42:47.903" v="9125" actId="2696"/>
        <pc:sldMkLst>
          <pc:docMk/>
          <pc:sldMk cId="1257183201" sldId="493"/>
        </pc:sldMkLst>
        <pc:spChg chg="add mod">
          <ac:chgData name="Devinder Kaur" userId="89161a673412ba18" providerId="LiveId" clId="{9DC730C8-1395-4933-88D3-2EC0CE87EBF9}" dt="2021-12-11T10:46:00.615" v="8846"/>
          <ac:spMkLst>
            <pc:docMk/>
            <pc:sldMk cId="1257183201" sldId="493"/>
            <ac:spMk id="3" creationId="{10FF3FB3-1F67-46FD-975C-66B0076F7ED3}"/>
          </ac:spMkLst>
        </pc:spChg>
      </pc:sldChg>
      <pc:sldChg chg="addSp modSp new del mod">
        <pc:chgData name="Devinder Kaur" userId="89161a673412ba18" providerId="LiveId" clId="{9DC730C8-1395-4933-88D3-2EC0CE87EBF9}" dt="2021-12-13T05:42:47.903" v="9125" actId="2696"/>
        <pc:sldMkLst>
          <pc:docMk/>
          <pc:sldMk cId="4096782" sldId="494"/>
        </pc:sldMkLst>
        <pc:spChg chg="add mod">
          <ac:chgData name="Devinder Kaur" userId="89161a673412ba18" providerId="LiveId" clId="{9DC730C8-1395-4933-88D3-2EC0CE87EBF9}" dt="2021-12-13T05:21:36.336" v="8924" actId="21"/>
          <ac:spMkLst>
            <pc:docMk/>
            <pc:sldMk cId="4096782" sldId="494"/>
            <ac:spMk id="3" creationId="{6B06C627-CE3F-4CE8-857E-6BB8C3465A4E}"/>
          </ac:spMkLst>
        </pc:spChg>
        <pc:graphicFrameChg chg="add mod modGraphic">
          <ac:chgData name="Devinder Kaur" userId="89161a673412ba18" providerId="LiveId" clId="{9DC730C8-1395-4933-88D3-2EC0CE87EBF9}" dt="2021-12-13T05:23:43.411" v="8950" actId="20577"/>
          <ac:graphicFrameMkLst>
            <pc:docMk/>
            <pc:sldMk cId="4096782" sldId="494"/>
            <ac:graphicFrameMk id="4" creationId="{70966867-BDFD-4986-AFDB-9BED494BC1F8}"/>
          </ac:graphicFrameMkLst>
        </pc:graphicFrameChg>
        <pc:picChg chg="add mod">
          <ac:chgData name="Devinder Kaur" userId="89161a673412ba18" providerId="LiveId" clId="{9DC730C8-1395-4933-88D3-2EC0CE87EBF9}" dt="2021-12-13T05:22:37.218" v="8942" actId="14100"/>
          <ac:picMkLst>
            <pc:docMk/>
            <pc:sldMk cId="4096782" sldId="494"/>
            <ac:picMk id="5" creationId="{DEF8F28E-7D18-4FB2-826E-A3AD1B01CC00}"/>
          </ac:picMkLst>
        </pc:picChg>
      </pc:sldChg>
      <pc:sldChg chg="add del">
        <pc:chgData name="Devinder Kaur" userId="89161a673412ba18" providerId="LiveId" clId="{9DC730C8-1395-4933-88D3-2EC0CE87EBF9}" dt="2021-12-13T06:36:56.062" v="9154" actId="2696"/>
        <pc:sldMkLst>
          <pc:docMk/>
          <pc:sldMk cId="2599429759" sldId="494"/>
        </pc:sldMkLst>
      </pc:sldChg>
      <pc:sldChg chg="addSp modSp new del mod">
        <pc:chgData name="Devinder Kaur" userId="89161a673412ba18" providerId="LiveId" clId="{9DC730C8-1395-4933-88D3-2EC0CE87EBF9}" dt="2021-12-13T05:42:47.903" v="9125" actId="2696"/>
        <pc:sldMkLst>
          <pc:docMk/>
          <pc:sldMk cId="1948268667" sldId="495"/>
        </pc:sldMkLst>
        <pc:graphicFrameChg chg="add mod modGraphic">
          <ac:chgData name="Devinder Kaur" userId="89161a673412ba18" providerId="LiveId" clId="{9DC730C8-1395-4933-88D3-2EC0CE87EBF9}" dt="2021-12-13T05:31:21.822" v="8958" actId="20577"/>
          <ac:graphicFrameMkLst>
            <pc:docMk/>
            <pc:sldMk cId="1948268667" sldId="495"/>
            <ac:graphicFrameMk id="3" creationId="{E0B972E3-B0D7-42A3-AC27-78FA56929D16}"/>
          </ac:graphicFrameMkLst>
        </pc:graphicFrameChg>
      </pc:sldChg>
      <pc:sldChg chg="add del">
        <pc:chgData name="Devinder Kaur" userId="89161a673412ba18" providerId="LiveId" clId="{9DC730C8-1395-4933-88D3-2EC0CE87EBF9}" dt="2021-12-13T06:36:56.062" v="9154" actId="2696"/>
        <pc:sldMkLst>
          <pc:docMk/>
          <pc:sldMk cId="2977041038" sldId="495"/>
        </pc:sldMkLst>
      </pc:sldChg>
      <pc:sldChg chg="addSp modSp new del mod">
        <pc:chgData name="Devinder Kaur" userId="89161a673412ba18" providerId="LiveId" clId="{9DC730C8-1395-4933-88D3-2EC0CE87EBF9}" dt="2021-12-13T05:42:47.903" v="9125" actId="2696"/>
        <pc:sldMkLst>
          <pc:docMk/>
          <pc:sldMk cId="1463143825" sldId="496"/>
        </pc:sldMkLst>
        <pc:graphicFrameChg chg="add mod modGraphic">
          <ac:chgData name="Devinder Kaur" userId="89161a673412ba18" providerId="LiveId" clId="{9DC730C8-1395-4933-88D3-2EC0CE87EBF9}" dt="2021-12-13T05:39:16.011" v="9124" actId="403"/>
          <ac:graphicFrameMkLst>
            <pc:docMk/>
            <pc:sldMk cId="1463143825" sldId="496"/>
            <ac:graphicFrameMk id="3" creationId="{2B5B9574-1DD5-45FF-980D-921E61265704}"/>
          </ac:graphicFrameMkLst>
        </pc:graphicFrameChg>
      </pc:sldChg>
      <pc:sldChg chg="add del">
        <pc:chgData name="Devinder Kaur" userId="89161a673412ba18" providerId="LiveId" clId="{9DC730C8-1395-4933-88D3-2EC0CE87EBF9}" dt="2021-12-13T06:36:56.062" v="9154" actId="2696"/>
        <pc:sldMkLst>
          <pc:docMk/>
          <pc:sldMk cId="1698225967" sldId="496"/>
        </pc:sldMkLst>
      </pc:sldChg>
      <pc:sldChg chg="new del">
        <pc:chgData name="Devinder Kaur" userId="89161a673412ba18" providerId="LiveId" clId="{9DC730C8-1395-4933-88D3-2EC0CE87EBF9}" dt="2021-12-13T05:42:47.903" v="9125" actId="2696"/>
        <pc:sldMkLst>
          <pc:docMk/>
          <pc:sldMk cId="3965223303" sldId="497"/>
        </pc:sldMkLst>
      </pc:sldChg>
      <pc:sldChg chg="add del">
        <pc:chgData name="Devinder Kaur" userId="89161a673412ba18" providerId="LiveId" clId="{9DC730C8-1395-4933-88D3-2EC0CE87EBF9}" dt="2021-12-13T06:36:56.062" v="9154" actId="2696"/>
        <pc:sldMkLst>
          <pc:docMk/>
          <pc:sldMk cId="4195292824" sldId="497"/>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B9C8CC6-FFB2-4C06-B81E-876B6F787287}" type="doc">
      <dgm:prSet loTypeId="urn:microsoft.com/office/officeart/2005/8/layout/list1" loCatId="list" qsTypeId="urn:microsoft.com/office/officeart/2005/8/quickstyle/simple1" qsCatId="simple" csTypeId="urn:microsoft.com/office/officeart/2005/8/colors/colorful2" csCatId="colorful" phldr="1"/>
      <dgm:spPr/>
      <dgm:t>
        <a:bodyPr/>
        <a:lstStyle/>
        <a:p>
          <a:endParaRPr lang="en-IN"/>
        </a:p>
      </dgm:t>
    </dgm:pt>
    <dgm:pt modelId="{B86638D3-B58F-439E-89B1-16791C168609}">
      <dgm:prSet phldrT="[Text]"/>
      <dgm:spPr/>
      <dgm:t>
        <a:bodyPr/>
        <a:lstStyle/>
        <a:p>
          <a:pPr algn="just"/>
          <a:r>
            <a:rPr lang="en-US" b="1" dirty="0"/>
            <a:t>Sensor</a:t>
          </a:r>
          <a:endParaRPr lang="en-IN" b="1" dirty="0"/>
        </a:p>
      </dgm:t>
    </dgm:pt>
    <dgm:pt modelId="{E68370EB-96FE-4B06-9C29-FE4044C6D2EA}" type="parTrans" cxnId="{36366A89-0217-4D94-AF7B-A0CD49846A6A}">
      <dgm:prSet/>
      <dgm:spPr/>
      <dgm:t>
        <a:bodyPr/>
        <a:lstStyle/>
        <a:p>
          <a:pPr algn="just"/>
          <a:endParaRPr lang="en-IN"/>
        </a:p>
      </dgm:t>
    </dgm:pt>
    <dgm:pt modelId="{0FD67BB9-5034-4551-9B9D-153492A9AA62}" type="sibTrans" cxnId="{36366A89-0217-4D94-AF7B-A0CD49846A6A}">
      <dgm:prSet/>
      <dgm:spPr/>
      <dgm:t>
        <a:bodyPr/>
        <a:lstStyle/>
        <a:p>
          <a:pPr algn="just"/>
          <a:endParaRPr lang="en-IN"/>
        </a:p>
      </dgm:t>
    </dgm:pt>
    <dgm:pt modelId="{2EC6AE2F-3C49-4B89-93E6-3A7BB6A9ABA7}">
      <dgm:prSet phldrT="[Text]"/>
      <dgm:spPr/>
      <dgm:t>
        <a:bodyPr/>
        <a:lstStyle/>
        <a:p>
          <a:pPr algn="just"/>
          <a:r>
            <a:rPr lang="en-US" dirty="0"/>
            <a:t>A sensor is a converter that measures a physical quantity and converts it into a signal which can be read by an observer or by an instrument.</a:t>
          </a:r>
          <a:endParaRPr lang="en-IN" dirty="0"/>
        </a:p>
      </dgm:t>
    </dgm:pt>
    <dgm:pt modelId="{2BDC3EDF-4D6E-4021-925B-5C1FEC13F2B2}" type="parTrans" cxnId="{B9CB2556-2A68-4393-83BB-375AB6E8C138}">
      <dgm:prSet/>
      <dgm:spPr/>
      <dgm:t>
        <a:bodyPr/>
        <a:lstStyle/>
        <a:p>
          <a:pPr algn="just"/>
          <a:endParaRPr lang="en-IN"/>
        </a:p>
      </dgm:t>
    </dgm:pt>
    <dgm:pt modelId="{C3D96888-A4C8-453E-B8D2-B0D81D69D0A4}" type="sibTrans" cxnId="{B9CB2556-2A68-4393-83BB-375AB6E8C138}">
      <dgm:prSet/>
      <dgm:spPr/>
      <dgm:t>
        <a:bodyPr/>
        <a:lstStyle/>
        <a:p>
          <a:pPr algn="just"/>
          <a:endParaRPr lang="en-IN"/>
        </a:p>
      </dgm:t>
    </dgm:pt>
    <dgm:pt modelId="{37850476-45BE-4988-82F4-17C4AF911C10}">
      <dgm:prSet phldrT="[Text]"/>
      <dgm:spPr/>
      <dgm:t>
        <a:bodyPr/>
        <a:lstStyle/>
        <a:p>
          <a:pPr algn="just"/>
          <a:r>
            <a:rPr lang="en-US" b="1" dirty="0"/>
            <a:t>Transducer</a:t>
          </a:r>
          <a:endParaRPr lang="en-IN" b="1" dirty="0"/>
        </a:p>
      </dgm:t>
    </dgm:pt>
    <dgm:pt modelId="{BD91034F-57C6-4236-93C0-CB7E86E4C429}" type="parTrans" cxnId="{389A3060-01B4-410A-8B53-FA304F615988}">
      <dgm:prSet/>
      <dgm:spPr/>
      <dgm:t>
        <a:bodyPr/>
        <a:lstStyle/>
        <a:p>
          <a:pPr algn="just"/>
          <a:endParaRPr lang="en-IN"/>
        </a:p>
      </dgm:t>
    </dgm:pt>
    <dgm:pt modelId="{A70DF2D3-F425-4D94-A399-9B428C9CE348}" type="sibTrans" cxnId="{389A3060-01B4-410A-8B53-FA304F615988}">
      <dgm:prSet/>
      <dgm:spPr/>
      <dgm:t>
        <a:bodyPr/>
        <a:lstStyle/>
        <a:p>
          <a:pPr algn="just"/>
          <a:endParaRPr lang="en-IN"/>
        </a:p>
      </dgm:t>
    </dgm:pt>
    <dgm:pt modelId="{7B4D8D28-809E-4882-95FD-D6340765EFA4}">
      <dgm:prSet phldrT="[Text]"/>
      <dgm:spPr/>
      <dgm:t>
        <a:bodyPr/>
        <a:lstStyle/>
        <a:p>
          <a:pPr algn="just"/>
          <a:r>
            <a:rPr lang="en-US"/>
            <a:t>A device that is capable of converting the physical quantity into a </a:t>
          </a:r>
          <a:r>
            <a:rPr lang="en-US" spc="-5">
              <a:latin typeface="+mn-lt"/>
              <a:cs typeface="Times New Roman" pitchFamily="18" charset="0"/>
            </a:rPr>
            <a:t>proportional  electrical quantity </a:t>
          </a:r>
          <a:r>
            <a:rPr lang="en-US" spc="15">
              <a:latin typeface="+mn-lt"/>
              <a:cs typeface="Times New Roman" pitchFamily="18" charset="0"/>
            </a:rPr>
            <a:t>such </a:t>
          </a:r>
          <a:r>
            <a:rPr lang="en-US" spc="-5">
              <a:latin typeface="+mn-lt"/>
              <a:cs typeface="Times New Roman" pitchFamily="18" charset="0"/>
            </a:rPr>
            <a:t>as </a:t>
          </a:r>
          <a:r>
            <a:rPr lang="en-US" spc="-20">
              <a:latin typeface="+mn-lt"/>
              <a:cs typeface="Times New Roman" pitchFamily="18" charset="0"/>
            </a:rPr>
            <a:t>voltage </a:t>
          </a:r>
          <a:r>
            <a:rPr lang="en-US" spc="-5">
              <a:latin typeface="+mn-lt"/>
              <a:cs typeface="Times New Roman" pitchFamily="18" charset="0"/>
            </a:rPr>
            <a:t>or</a:t>
          </a:r>
          <a:r>
            <a:rPr lang="en-US" spc="65">
              <a:latin typeface="+mn-lt"/>
              <a:cs typeface="Times New Roman" pitchFamily="18" charset="0"/>
            </a:rPr>
            <a:t> </a:t>
          </a:r>
          <a:r>
            <a:rPr lang="en-US" spc="-5">
              <a:latin typeface="+mn-lt"/>
              <a:cs typeface="Times New Roman" pitchFamily="18" charset="0"/>
            </a:rPr>
            <a:t>current.</a:t>
          </a:r>
          <a:r>
            <a:rPr lang="en-US"/>
            <a:t> </a:t>
          </a:r>
          <a:endParaRPr lang="en-IN" dirty="0"/>
        </a:p>
      </dgm:t>
    </dgm:pt>
    <dgm:pt modelId="{C25236E5-5B0D-4CD2-93B9-A5ECD8388F7B}" type="parTrans" cxnId="{E47B1ACA-6DCB-443A-A64C-409763F680B6}">
      <dgm:prSet/>
      <dgm:spPr/>
      <dgm:t>
        <a:bodyPr/>
        <a:lstStyle/>
        <a:p>
          <a:pPr algn="just"/>
          <a:endParaRPr lang="en-IN"/>
        </a:p>
      </dgm:t>
    </dgm:pt>
    <dgm:pt modelId="{AAB25D33-2F95-4420-B0D1-D462E351F29D}" type="sibTrans" cxnId="{E47B1ACA-6DCB-443A-A64C-409763F680B6}">
      <dgm:prSet/>
      <dgm:spPr/>
      <dgm:t>
        <a:bodyPr/>
        <a:lstStyle/>
        <a:p>
          <a:pPr algn="just"/>
          <a:endParaRPr lang="en-IN"/>
        </a:p>
      </dgm:t>
    </dgm:pt>
    <dgm:pt modelId="{7A1A99A5-D2CF-463F-AEF9-514E9C8D3135}">
      <dgm:prSet phldrT="[Text]"/>
      <dgm:spPr/>
      <dgm:t>
        <a:bodyPr/>
        <a:lstStyle/>
        <a:p>
          <a:pPr algn="just"/>
          <a:r>
            <a:rPr lang="en-US" b="1" dirty="0"/>
            <a:t>Biosensor</a:t>
          </a:r>
          <a:endParaRPr lang="en-IN" b="1" dirty="0"/>
        </a:p>
      </dgm:t>
    </dgm:pt>
    <dgm:pt modelId="{F6787D7F-29BD-4BC3-8D5B-6F339E9F9669}" type="parTrans" cxnId="{F88C0FB1-072F-45C2-9F67-629154040604}">
      <dgm:prSet/>
      <dgm:spPr/>
      <dgm:t>
        <a:bodyPr/>
        <a:lstStyle/>
        <a:p>
          <a:pPr algn="just"/>
          <a:endParaRPr lang="en-IN"/>
        </a:p>
      </dgm:t>
    </dgm:pt>
    <dgm:pt modelId="{885277E6-0510-4765-918C-A16371BE6852}" type="sibTrans" cxnId="{F88C0FB1-072F-45C2-9F67-629154040604}">
      <dgm:prSet/>
      <dgm:spPr/>
      <dgm:t>
        <a:bodyPr/>
        <a:lstStyle/>
        <a:p>
          <a:pPr algn="just"/>
          <a:endParaRPr lang="en-IN"/>
        </a:p>
      </dgm:t>
    </dgm:pt>
    <dgm:pt modelId="{EB0B6F8A-E01A-435C-9FE5-E6DF1C1BCEF3}">
      <dgm:prSet phldrT="[Text]"/>
      <dgm:spPr/>
      <dgm:t>
        <a:bodyPr/>
        <a:lstStyle/>
        <a:p>
          <a:pPr algn="just"/>
          <a:r>
            <a:rPr lang="en-US" dirty="0"/>
            <a:t>A sensor that integrates a biological element with a physiochemical transducer to produce an electronic signal proportional to a single analyte which is then conveyed to a detector. </a:t>
          </a:r>
          <a:endParaRPr lang="en-IN" dirty="0"/>
        </a:p>
      </dgm:t>
    </dgm:pt>
    <dgm:pt modelId="{B0C289AC-D0B8-4029-BDB0-29B1D9578093}" type="sibTrans" cxnId="{46D0F176-3F91-48A7-A470-036FA87E82FA}">
      <dgm:prSet/>
      <dgm:spPr/>
      <dgm:t>
        <a:bodyPr/>
        <a:lstStyle/>
        <a:p>
          <a:pPr algn="just"/>
          <a:endParaRPr lang="en-IN"/>
        </a:p>
      </dgm:t>
    </dgm:pt>
    <dgm:pt modelId="{869B3242-B1ED-4F86-BD89-49ABF271DA51}" type="parTrans" cxnId="{46D0F176-3F91-48A7-A470-036FA87E82FA}">
      <dgm:prSet/>
      <dgm:spPr/>
      <dgm:t>
        <a:bodyPr/>
        <a:lstStyle/>
        <a:p>
          <a:pPr algn="just"/>
          <a:endParaRPr lang="en-IN"/>
        </a:p>
      </dgm:t>
    </dgm:pt>
    <dgm:pt modelId="{58522604-F419-4A91-8E50-92D7B033FA80}" type="pres">
      <dgm:prSet presAssocID="{8B9C8CC6-FFB2-4C06-B81E-876B6F787287}" presName="linear" presStyleCnt="0">
        <dgm:presLayoutVars>
          <dgm:dir/>
          <dgm:animLvl val="lvl"/>
          <dgm:resizeHandles val="exact"/>
        </dgm:presLayoutVars>
      </dgm:prSet>
      <dgm:spPr/>
      <dgm:t>
        <a:bodyPr/>
        <a:lstStyle/>
        <a:p>
          <a:endParaRPr lang="en-IN"/>
        </a:p>
      </dgm:t>
    </dgm:pt>
    <dgm:pt modelId="{59A9E7F7-6B56-4DE6-8555-1A7AA1F03466}" type="pres">
      <dgm:prSet presAssocID="{B86638D3-B58F-439E-89B1-16791C168609}" presName="parentLin" presStyleCnt="0"/>
      <dgm:spPr/>
    </dgm:pt>
    <dgm:pt modelId="{E41285B1-3677-4AB9-80CB-644DD7EEFCC7}" type="pres">
      <dgm:prSet presAssocID="{B86638D3-B58F-439E-89B1-16791C168609}" presName="parentLeftMargin" presStyleLbl="node1" presStyleIdx="0" presStyleCnt="3"/>
      <dgm:spPr/>
      <dgm:t>
        <a:bodyPr/>
        <a:lstStyle/>
        <a:p>
          <a:endParaRPr lang="en-IN"/>
        </a:p>
      </dgm:t>
    </dgm:pt>
    <dgm:pt modelId="{1E11EB4B-078D-4469-80AC-987205EB5AD7}" type="pres">
      <dgm:prSet presAssocID="{B86638D3-B58F-439E-89B1-16791C168609}" presName="parentText" presStyleLbl="node1" presStyleIdx="0" presStyleCnt="3">
        <dgm:presLayoutVars>
          <dgm:chMax val="0"/>
          <dgm:bulletEnabled val="1"/>
        </dgm:presLayoutVars>
      </dgm:prSet>
      <dgm:spPr/>
      <dgm:t>
        <a:bodyPr/>
        <a:lstStyle/>
        <a:p>
          <a:endParaRPr lang="en-IN"/>
        </a:p>
      </dgm:t>
    </dgm:pt>
    <dgm:pt modelId="{60C605A2-BD2A-477C-AA50-2F1CA9240B5D}" type="pres">
      <dgm:prSet presAssocID="{B86638D3-B58F-439E-89B1-16791C168609}" presName="negativeSpace" presStyleCnt="0"/>
      <dgm:spPr/>
    </dgm:pt>
    <dgm:pt modelId="{67DE248B-BF12-40FF-990D-571A84B803AF}" type="pres">
      <dgm:prSet presAssocID="{B86638D3-B58F-439E-89B1-16791C168609}" presName="childText" presStyleLbl="conFgAcc1" presStyleIdx="0" presStyleCnt="3">
        <dgm:presLayoutVars>
          <dgm:bulletEnabled val="1"/>
        </dgm:presLayoutVars>
      </dgm:prSet>
      <dgm:spPr/>
      <dgm:t>
        <a:bodyPr/>
        <a:lstStyle/>
        <a:p>
          <a:endParaRPr lang="en-IN"/>
        </a:p>
      </dgm:t>
    </dgm:pt>
    <dgm:pt modelId="{7B43AC8B-8DB1-4EE4-B634-DAB2C5A7147C}" type="pres">
      <dgm:prSet presAssocID="{0FD67BB9-5034-4551-9B9D-153492A9AA62}" presName="spaceBetweenRectangles" presStyleCnt="0"/>
      <dgm:spPr/>
    </dgm:pt>
    <dgm:pt modelId="{05ADA1C8-AA9E-4C5F-A831-3A7CC15353E6}" type="pres">
      <dgm:prSet presAssocID="{37850476-45BE-4988-82F4-17C4AF911C10}" presName="parentLin" presStyleCnt="0"/>
      <dgm:spPr/>
    </dgm:pt>
    <dgm:pt modelId="{63C4571E-2C96-4CB7-A312-8250B2713D09}" type="pres">
      <dgm:prSet presAssocID="{37850476-45BE-4988-82F4-17C4AF911C10}" presName="parentLeftMargin" presStyleLbl="node1" presStyleIdx="0" presStyleCnt="3"/>
      <dgm:spPr/>
      <dgm:t>
        <a:bodyPr/>
        <a:lstStyle/>
        <a:p>
          <a:endParaRPr lang="en-IN"/>
        </a:p>
      </dgm:t>
    </dgm:pt>
    <dgm:pt modelId="{189D3A86-18DC-4B2D-9EA2-4E40F528402B}" type="pres">
      <dgm:prSet presAssocID="{37850476-45BE-4988-82F4-17C4AF911C10}" presName="parentText" presStyleLbl="node1" presStyleIdx="1" presStyleCnt="3">
        <dgm:presLayoutVars>
          <dgm:chMax val="0"/>
          <dgm:bulletEnabled val="1"/>
        </dgm:presLayoutVars>
      </dgm:prSet>
      <dgm:spPr/>
      <dgm:t>
        <a:bodyPr/>
        <a:lstStyle/>
        <a:p>
          <a:endParaRPr lang="en-IN"/>
        </a:p>
      </dgm:t>
    </dgm:pt>
    <dgm:pt modelId="{0D79736B-DA7B-4725-A586-28297FDA2FC1}" type="pres">
      <dgm:prSet presAssocID="{37850476-45BE-4988-82F4-17C4AF911C10}" presName="negativeSpace" presStyleCnt="0"/>
      <dgm:spPr/>
    </dgm:pt>
    <dgm:pt modelId="{5E372A1D-7005-4D7C-AF8E-7931E2F375E7}" type="pres">
      <dgm:prSet presAssocID="{37850476-45BE-4988-82F4-17C4AF911C10}" presName="childText" presStyleLbl="conFgAcc1" presStyleIdx="1" presStyleCnt="3">
        <dgm:presLayoutVars>
          <dgm:bulletEnabled val="1"/>
        </dgm:presLayoutVars>
      </dgm:prSet>
      <dgm:spPr/>
      <dgm:t>
        <a:bodyPr/>
        <a:lstStyle/>
        <a:p>
          <a:endParaRPr lang="en-IN"/>
        </a:p>
      </dgm:t>
    </dgm:pt>
    <dgm:pt modelId="{411EB9C5-E096-4429-825F-EFCEC430EE91}" type="pres">
      <dgm:prSet presAssocID="{A70DF2D3-F425-4D94-A399-9B428C9CE348}" presName="spaceBetweenRectangles" presStyleCnt="0"/>
      <dgm:spPr/>
    </dgm:pt>
    <dgm:pt modelId="{420DBE58-C4DC-4EBF-BFC3-3BDBD91BD12B}" type="pres">
      <dgm:prSet presAssocID="{7A1A99A5-D2CF-463F-AEF9-514E9C8D3135}" presName="parentLin" presStyleCnt="0"/>
      <dgm:spPr/>
    </dgm:pt>
    <dgm:pt modelId="{597E5521-7692-48D4-BEC0-72E8F0D35068}" type="pres">
      <dgm:prSet presAssocID="{7A1A99A5-D2CF-463F-AEF9-514E9C8D3135}" presName="parentLeftMargin" presStyleLbl="node1" presStyleIdx="1" presStyleCnt="3"/>
      <dgm:spPr/>
      <dgm:t>
        <a:bodyPr/>
        <a:lstStyle/>
        <a:p>
          <a:endParaRPr lang="en-IN"/>
        </a:p>
      </dgm:t>
    </dgm:pt>
    <dgm:pt modelId="{F88E70CC-C30D-4600-8FBC-875331A82087}" type="pres">
      <dgm:prSet presAssocID="{7A1A99A5-D2CF-463F-AEF9-514E9C8D3135}" presName="parentText" presStyleLbl="node1" presStyleIdx="2" presStyleCnt="3">
        <dgm:presLayoutVars>
          <dgm:chMax val="0"/>
          <dgm:bulletEnabled val="1"/>
        </dgm:presLayoutVars>
      </dgm:prSet>
      <dgm:spPr/>
      <dgm:t>
        <a:bodyPr/>
        <a:lstStyle/>
        <a:p>
          <a:endParaRPr lang="en-IN"/>
        </a:p>
      </dgm:t>
    </dgm:pt>
    <dgm:pt modelId="{85E4252A-7034-4E7C-8F54-CB0E16E308F3}" type="pres">
      <dgm:prSet presAssocID="{7A1A99A5-D2CF-463F-AEF9-514E9C8D3135}" presName="negativeSpace" presStyleCnt="0"/>
      <dgm:spPr/>
    </dgm:pt>
    <dgm:pt modelId="{338A0BCE-5AB0-41CC-B44C-D4EB129CC7F9}" type="pres">
      <dgm:prSet presAssocID="{7A1A99A5-D2CF-463F-AEF9-514E9C8D3135}" presName="childText" presStyleLbl="conFgAcc1" presStyleIdx="2" presStyleCnt="3">
        <dgm:presLayoutVars>
          <dgm:bulletEnabled val="1"/>
        </dgm:presLayoutVars>
      </dgm:prSet>
      <dgm:spPr/>
      <dgm:t>
        <a:bodyPr/>
        <a:lstStyle/>
        <a:p>
          <a:endParaRPr lang="en-IN"/>
        </a:p>
      </dgm:t>
    </dgm:pt>
  </dgm:ptLst>
  <dgm:cxnLst>
    <dgm:cxn modelId="{20D2CE43-F125-4575-B8E5-F9E2519F420D}" type="presOf" srcId="{EB0B6F8A-E01A-435C-9FE5-E6DF1C1BCEF3}" destId="{338A0BCE-5AB0-41CC-B44C-D4EB129CC7F9}" srcOrd="0" destOrd="0" presId="urn:microsoft.com/office/officeart/2005/8/layout/list1"/>
    <dgm:cxn modelId="{EEB7FD3B-1C36-409D-9B56-3653F04D6C45}" type="presOf" srcId="{B86638D3-B58F-439E-89B1-16791C168609}" destId="{E41285B1-3677-4AB9-80CB-644DD7EEFCC7}" srcOrd="0" destOrd="0" presId="urn:microsoft.com/office/officeart/2005/8/layout/list1"/>
    <dgm:cxn modelId="{BA4DF4E6-B4D5-43FE-BFAE-760BFCD0A06F}" type="presOf" srcId="{7B4D8D28-809E-4882-95FD-D6340765EFA4}" destId="{5E372A1D-7005-4D7C-AF8E-7931E2F375E7}" srcOrd="0" destOrd="0" presId="urn:microsoft.com/office/officeart/2005/8/layout/list1"/>
    <dgm:cxn modelId="{0F2E08F4-F7B1-47E9-95AB-D167D339CAF9}" type="presOf" srcId="{2EC6AE2F-3C49-4B89-93E6-3A7BB6A9ABA7}" destId="{67DE248B-BF12-40FF-990D-571A84B803AF}" srcOrd="0" destOrd="0" presId="urn:microsoft.com/office/officeart/2005/8/layout/list1"/>
    <dgm:cxn modelId="{F1158D9E-E944-43CA-A3DC-665AB96FADB2}" type="presOf" srcId="{37850476-45BE-4988-82F4-17C4AF911C10}" destId="{63C4571E-2C96-4CB7-A312-8250B2713D09}" srcOrd="0" destOrd="0" presId="urn:microsoft.com/office/officeart/2005/8/layout/list1"/>
    <dgm:cxn modelId="{E234283C-8276-4B15-B998-6C4977B93688}" type="presOf" srcId="{8B9C8CC6-FFB2-4C06-B81E-876B6F787287}" destId="{58522604-F419-4A91-8E50-92D7B033FA80}" srcOrd="0" destOrd="0" presId="urn:microsoft.com/office/officeart/2005/8/layout/list1"/>
    <dgm:cxn modelId="{E47B1ACA-6DCB-443A-A64C-409763F680B6}" srcId="{37850476-45BE-4988-82F4-17C4AF911C10}" destId="{7B4D8D28-809E-4882-95FD-D6340765EFA4}" srcOrd="0" destOrd="0" parTransId="{C25236E5-5B0D-4CD2-93B9-A5ECD8388F7B}" sibTransId="{AAB25D33-2F95-4420-B0D1-D462E351F29D}"/>
    <dgm:cxn modelId="{46D0F176-3F91-48A7-A470-036FA87E82FA}" srcId="{7A1A99A5-D2CF-463F-AEF9-514E9C8D3135}" destId="{EB0B6F8A-E01A-435C-9FE5-E6DF1C1BCEF3}" srcOrd="0" destOrd="0" parTransId="{869B3242-B1ED-4F86-BD89-49ABF271DA51}" sibTransId="{B0C289AC-D0B8-4029-BDB0-29B1D9578093}"/>
    <dgm:cxn modelId="{36366A89-0217-4D94-AF7B-A0CD49846A6A}" srcId="{8B9C8CC6-FFB2-4C06-B81E-876B6F787287}" destId="{B86638D3-B58F-439E-89B1-16791C168609}" srcOrd="0" destOrd="0" parTransId="{E68370EB-96FE-4B06-9C29-FE4044C6D2EA}" sibTransId="{0FD67BB9-5034-4551-9B9D-153492A9AA62}"/>
    <dgm:cxn modelId="{A9F3376E-B4E6-4123-B1ED-9EDAF0E01C1C}" type="presOf" srcId="{37850476-45BE-4988-82F4-17C4AF911C10}" destId="{189D3A86-18DC-4B2D-9EA2-4E40F528402B}" srcOrd="1" destOrd="0" presId="urn:microsoft.com/office/officeart/2005/8/layout/list1"/>
    <dgm:cxn modelId="{F88C0FB1-072F-45C2-9F67-629154040604}" srcId="{8B9C8CC6-FFB2-4C06-B81E-876B6F787287}" destId="{7A1A99A5-D2CF-463F-AEF9-514E9C8D3135}" srcOrd="2" destOrd="0" parTransId="{F6787D7F-29BD-4BC3-8D5B-6F339E9F9669}" sibTransId="{885277E6-0510-4765-918C-A16371BE6852}"/>
    <dgm:cxn modelId="{E85875A6-C4F4-469B-AA67-E65FF9A94762}" type="presOf" srcId="{B86638D3-B58F-439E-89B1-16791C168609}" destId="{1E11EB4B-078D-4469-80AC-987205EB5AD7}" srcOrd="1" destOrd="0" presId="urn:microsoft.com/office/officeart/2005/8/layout/list1"/>
    <dgm:cxn modelId="{389A3060-01B4-410A-8B53-FA304F615988}" srcId="{8B9C8CC6-FFB2-4C06-B81E-876B6F787287}" destId="{37850476-45BE-4988-82F4-17C4AF911C10}" srcOrd="1" destOrd="0" parTransId="{BD91034F-57C6-4236-93C0-CB7E86E4C429}" sibTransId="{A70DF2D3-F425-4D94-A399-9B428C9CE348}"/>
    <dgm:cxn modelId="{B98CF288-1646-4EFA-9CFA-9227A441194C}" type="presOf" srcId="{7A1A99A5-D2CF-463F-AEF9-514E9C8D3135}" destId="{597E5521-7692-48D4-BEC0-72E8F0D35068}" srcOrd="0" destOrd="0" presId="urn:microsoft.com/office/officeart/2005/8/layout/list1"/>
    <dgm:cxn modelId="{FB7495E6-A7BD-4C74-ADE2-EA64FB45082B}" type="presOf" srcId="{7A1A99A5-D2CF-463F-AEF9-514E9C8D3135}" destId="{F88E70CC-C30D-4600-8FBC-875331A82087}" srcOrd="1" destOrd="0" presId="urn:microsoft.com/office/officeart/2005/8/layout/list1"/>
    <dgm:cxn modelId="{B9CB2556-2A68-4393-83BB-375AB6E8C138}" srcId="{B86638D3-B58F-439E-89B1-16791C168609}" destId="{2EC6AE2F-3C49-4B89-93E6-3A7BB6A9ABA7}" srcOrd="0" destOrd="0" parTransId="{2BDC3EDF-4D6E-4021-925B-5C1FEC13F2B2}" sibTransId="{C3D96888-A4C8-453E-B8D2-B0D81D69D0A4}"/>
    <dgm:cxn modelId="{9607B108-94EF-487A-AEB0-E15DBCDEFFB8}" type="presParOf" srcId="{58522604-F419-4A91-8E50-92D7B033FA80}" destId="{59A9E7F7-6B56-4DE6-8555-1A7AA1F03466}" srcOrd="0" destOrd="0" presId="urn:microsoft.com/office/officeart/2005/8/layout/list1"/>
    <dgm:cxn modelId="{B7DD2E03-A364-4A93-A64F-2DA73A93AC78}" type="presParOf" srcId="{59A9E7F7-6B56-4DE6-8555-1A7AA1F03466}" destId="{E41285B1-3677-4AB9-80CB-644DD7EEFCC7}" srcOrd="0" destOrd="0" presId="urn:microsoft.com/office/officeart/2005/8/layout/list1"/>
    <dgm:cxn modelId="{DF86089D-6934-497F-875F-39F73E24D451}" type="presParOf" srcId="{59A9E7F7-6B56-4DE6-8555-1A7AA1F03466}" destId="{1E11EB4B-078D-4469-80AC-987205EB5AD7}" srcOrd="1" destOrd="0" presId="urn:microsoft.com/office/officeart/2005/8/layout/list1"/>
    <dgm:cxn modelId="{D54E1AD1-F59F-4EE2-90EC-681DF3590C78}" type="presParOf" srcId="{58522604-F419-4A91-8E50-92D7B033FA80}" destId="{60C605A2-BD2A-477C-AA50-2F1CA9240B5D}" srcOrd="1" destOrd="0" presId="urn:microsoft.com/office/officeart/2005/8/layout/list1"/>
    <dgm:cxn modelId="{99B3CD4B-ABE9-4E02-858B-9AD0460A53F5}" type="presParOf" srcId="{58522604-F419-4A91-8E50-92D7B033FA80}" destId="{67DE248B-BF12-40FF-990D-571A84B803AF}" srcOrd="2" destOrd="0" presId="urn:microsoft.com/office/officeart/2005/8/layout/list1"/>
    <dgm:cxn modelId="{F4463212-853D-4E76-AC49-4A32CE28F9A6}" type="presParOf" srcId="{58522604-F419-4A91-8E50-92D7B033FA80}" destId="{7B43AC8B-8DB1-4EE4-B634-DAB2C5A7147C}" srcOrd="3" destOrd="0" presId="urn:microsoft.com/office/officeart/2005/8/layout/list1"/>
    <dgm:cxn modelId="{199F67C4-29A0-4C1F-8280-ACD56055921A}" type="presParOf" srcId="{58522604-F419-4A91-8E50-92D7B033FA80}" destId="{05ADA1C8-AA9E-4C5F-A831-3A7CC15353E6}" srcOrd="4" destOrd="0" presId="urn:microsoft.com/office/officeart/2005/8/layout/list1"/>
    <dgm:cxn modelId="{9AAEC262-D2A4-4162-88EE-F5A86C44A3CA}" type="presParOf" srcId="{05ADA1C8-AA9E-4C5F-A831-3A7CC15353E6}" destId="{63C4571E-2C96-4CB7-A312-8250B2713D09}" srcOrd="0" destOrd="0" presId="urn:microsoft.com/office/officeart/2005/8/layout/list1"/>
    <dgm:cxn modelId="{5E09D1F8-C03C-4F27-A636-53000DEC7FF3}" type="presParOf" srcId="{05ADA1C8-AA9E-4C5F-A831-3A7CC15353E6}" destId="{189D3A86-18DC-4B2D-9EA2-4E40F528402B}" srcOrd="1" destOrd="0" presId="urn:microsoft.com/office/officeart/2005/8/layout/list1"/>
    <dgm:cxn modelId="{B81A0CAB-29D5-4724-BA77-06A5C158C4DC}" type="presParOf" srcId="{58522604-F419-4A91-8E50-92D7B033FA80}" destId="{0D79736B-DA7B-4725-A586-28297FDA2FC1}" srcOrd="5" destOrd="0" presId="urn:microsoft.com/office/officeart/2005/8/layout/list1"/>
    <dgm:cxn modelId="{A4E91A45-E1BC-4FCD-BC38-0FC55DA45E20}" type="presParOf" srcId="{58522604-F419-4A91-8E50-92D7B033FA80}" destId="{5E372A1D-7005-4D7C-AF8E-7931E2F375E7}" srcOrd="6" destOrd="0" presId="urn:microsoft.com/office/officeart/2005/8/layout/list1"/>
    <dgm:cxn modelId="{A47EF161-21E5-4704-9D0C-77B8A9501003}" type="presParOf" srcId="{58522604-F419-4A91-8E50-92D7B033FA80}" destId="{411EB9C5-E096-4429-825F-EFCEC430EE91}" srcOrd="7" destOrd="0" presId="urn:microsoft.com/office/officeart/2005/8/layout/list1"/>
    <dgm:cxn modelId="{9A06CFB5-9F9F-41BC-A530-7D6DA640C07A}" type="presParOf" srcId="{58522604-F419-4A91-8E50-92D7B033FA80}" destId="{420DBE58-C4DC-4EBF-BFC3-3BDBD91BD12B}" srcOrd="8" destOrd="0" presId="urn:microsoft.com/office/officeart/2005/8/layout/list1"/>
    <dgm:cxn modelId="{6DC76FB3-97B6-4863-8AA4-3374556DEBBC}" type="presParOf" srcId="{420DBE58-C4DC-4EBF-BFC3-3BDBD91BD12B}" destId="{597E5521-7692-48D4-BEC0-72E8F0D35068}" srcOrd="0" destOrd="0" presId="urn:microsoft.com/office/officeart/2005/8/layout/list1"/>
    <dgm:cxn modelId="{D9C72C9A-2E07-4666-9308-A6A6C9700870}" type="presParOf" srcId="{420DBE58-C4DC-4EBF-BFC3-3BDBD91BD12B}" destId="{F88E70CC-C30D-4600-8FBC-875331A82087}" srcOrd="1" destOrd="0" presId="urn:microsoft.com/office/officeart/2005/8/layout/list1"/>
    <dgm:cxn modelId="{497C0015-B6D1-4F32-B3F8-A9CB6FC6D4A1}" type="presParOf" srcId="{58522604-F419-4A91-8E50-92D7B033FA80}" destId="{85E4252A-7034-4E7C-8F54-CB0E16E308F3}" srcOrd="9" destOrd="0" presId="urn:microsoft.com/office/officeart/2005/8/layout/list1"/>
    <dgm:cxn modelId="{F7B85F2A-6DA6-40E5-9ADA-200B68C542D9}" type="presParOf" srcId="{58522604-F419-4A91-8E50-92D7B033FA80}" destId="{338A0BCE-5AB0-41CC-B44C-D4EB129CC7F9}" srcOrd="1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0A55796-AE30-4E4E-9287-FC9CFC77E415}" type="doc">
      <dgm:prSet loTypeId="urn:microsoft.com/office/officeart/2005/8/layout/orgChart1" loCatId="hierarchy" qsTypeId="urn:microsoft.com/office/officeart/2005/8/quickstyle/simple1" qsCatId="simple" csTypeId="urn:microsoft.com/office/officeart/2005/8/colors/colorful2" csCatId="colorful" phldr="1"/>
      <dgm:spPr/>
      <dgm:t>
        <a:bodyPr/>
        <a:lstStyle/>
        <a:p>
          <a:endParaRPr lang="en-IN"/>
        </a:p>
      </dgm:t>
    </dgm:pt>
    <dgm:pt modelId="{8E316A41-EA64-4B3E-9210-90AC30397503}">
      <dgm:prSet phldrT="[Text]" custT="1"/>
      <dgm:spPr/>
      <dgm:t>
        <a:bodyPr/>
        <a:lstStyle/>
        <a:p>
          <a:r>
            <a:rPr lang="en-US" sz="2400" b="0" i="0" dirty="0">
              <a:effectLst/>
              <a:latin typeface="+mn-lt"/>
            </a:rPr>
            <a:t>A substance of interest that needs detection</a:t>
          </a:r>
          <a:endParaRPr lang="en-IN" sz="2400" dirty="0">
            <a:latin typeface="+mn-lt"/>
          </a:endParaRPr>
        </a:p>
      </dgm:t>
    </dgm:pt>
    <dgm:pt modelId="{FD12F3CB-1BE4-4865-8220-5262B247CC2D}" type="parTrans" cxnId="{16226F91-BE57-420B-94D3-CB2E517008B5}">
      <dgm:prSet/>
      <dgm:spPr/>
      <dgm:t>
        <a:bodyPr/>
        <a:lstStyle/>
        <a:p>
          <a:endParaRPr lang="en-IN" sz="3200">
            <a:solidFill>
              <a:schemeClr val="bg1"/>
            </a:solidFill>
            <a:latin typeface="+mn-lt"/>
          </a:endParaRPr>
        </a:p>
      </dgm:t>
    </dgm:pt>
    <dgm:pt modelId="{BCB494CE-4D1E-48C0-ACC3-22B68E0E50A8}" type="sibTrans" cxnId="{16226F91-BE57-420B-94D3-CB2E517008B5}">
      <dgm:prSet/>
      <dgm:spPr/>
      <dgm:t>
        <a:bodyPr/>
        <a:lstStyle/>
        <a:p>
          <a:endParaRPr lang="en-IN" sz="3200">
            <a:solidFill>
              <a:schemeClr val="bg1"/>
            </a:solidFill>
            <a:latin typeface="+mn-lt"/>
          </a:endParaRPr>
        </a:p>
      </dgm:t>
    </dgm:pt>
    <dgm:pt modelId="{11FB745A-A1C9-49DE-84CF-EE2DCD630811}">
      <dgm:prSet phldrT="[Text]" custT="1"/>
      <dgm:spPr/>
      <dgm:t>
        <a:bodyPr/>
        <a:lstStyle/>
        <a:p>
          <a:r>
            <a:rPr lang="en-US" sz="2000">
              <a:latin typeface="+mn-lt"/>
            </a:rPr>
            <a:t>Chemical substance</a:t>
          </a:r>
          <a:endParaRPr lang="en-IN" sz="2000" dirty="0">
            <a:latin typeface="+mn-lt"/>
          </a:endParaRPr>
        </a:p>
      </dgm:t>
    </dgm:pt>
    <dgm:pt modelId="{1ECBEA8B-33AE-4305-907A-ADE1E894391A}" type="parTrans" cxnId="{E4B7E62E-B26A-45A0-AD7E-B50C76353EE4}">
      <dgm:prSet/>
      <dgm:spPr/>
      <dgm:t>
        <a:bodyPr/>
        <a:lstStyle/>
        <a:p>
          <a:endParaRPr lang="en-IN" sz="3200">
            <a:solidFill>
              <a:schemeClr val="bg1"/>
            </a:solidFill>
            <a:latin typeface="+mn-lt"/>
          </a:endParaRPr>
        </a:p>
      </dgm:t>
    </dgm:pt>
    <dgm:pt modelId="{B4BD93F7-4A7B-4079-9C28-21205CDBEE36}" type="sibTrans" cxnId="{E4B7E62E-B26A-45A0-AD7E-B50C76353EE4}">
      <dgm:prSet/>
      <dgm:spPr/>
      <dgm:t>
        <a:bodyPr/>
        <a:lstStyle/>
        <a:p>
          <a:endParaRPr lang="en-IN" sz="3200">
            <a:solidFill>
              <a:schemeClr val="bg1"/>
            </a:solidFill>
            <a:latin typeface="+mn-lt"/>
          </a:endParaRPr>
        </a:p>
      </dgm:t>
    </dgm:pt>
    <dgm:pt modelId="{208676F1-ED07-41B1-AC9A-058E666D3214}">
      <dgm:prSet phldrT="[Text]" custT="1"/>
      <dgm:spPr/>
      <dgm:t>
        <a:bodyPr/>
        <a:lstStyle/>
        <a:p>
          <a:r>
            <a:rPr lang="en-US" sz="2000">
              <a:latin typeface="+mn-lt"/>
            </a:rPr>
            <a:t>Biological </a:t>
          </a:r>
          <a:r>
            <a:rPr lang="en-US" sz="2000" b="0" i="0">
              <a:effectLst/>
              <a:latin typeface="+mn-lt"/>
            </a:rPr>
            <a:t>constituent</a:t>
          </a:r>
          <a:endParaRPr lang="en-IN" sz="2000" dirty="0">
            <a:latin typeface="+mn-lt"/>
          </a:endParaRPr>
        </a:p>
      </dgm:t>
    </dgm:pt>
    <dgm:pt modelId="{7BB8EEA8-1F98-4EE6-BC2F-975852667F27}" type="parTrans" cxnId="{2BCC72E0-CBE9-45A8-9C3B-258DD6D36FA1}">
      <dgm:prSet/>
      <dgm:spPr/>
      <dgm:t>
        <a:bodyPr/>
        <a:lstStyle/>
        <a:p>
          <a:endParaRPr lang="en-IN" sz="3200">
            <a:solidFill>
              <a:schemeClr val="bg1"/>
            </a:solidFill>
            <a:latin typeface="+mn-lt"/>
          </a:endParaRPr>
        </a:p>
      </dgm:t>
    </dgm:pt>
    <dgm:pt modelId="{1DB9D526-5431-4F36-8270-335FCD7A9992}" type="sibTrans" cxnId="{2BCC72E0-CBE9-45A8-9C3B-258DD6D36FA1}">
      <dgm:prSet/>
      <dgm:spPr/>
      <dgm:t>
        <a:bodyPr/>
        <a:lstStyle/>
        <a:p>
          <a:endParaRPr lang="en-IN" sz="3200">
            <a:solidFill>
              <a:schemeClr val="bg1"/>
            </a:solidFill>
            <a:latin typeface="+mn-lt"/>
          </a:endParaRPr>
        </a:p>
      </dgm:t>
    </dgm:pt>
    <dgm:pt modelId="{0582D2CA-641C-48E5-B318-E97A062FE86A}">
      <dgm:prSet phldrT="[Text]" custT="1"/>
      <dgm:spPr/>
      <dgm:t>
        <a:bodyPr/>
        <a:lstStyle/>
        <a:p>
          <a:r>
            <a:rPr lang="en-US" sz="2000" b="0" i="0">
              <a:effectLst/>
              <a:latin typeface="+mn-lt"/>
            </a:rPr>
            <a:t>Glucose</a:t>
          </a:r>
          <a:endParaRPr lang="en-IN" sz="2000" dirty="0">
            <a:latin typeface="+mn-lt"/>
          </a:endParaRPr>
        </a:p>
      </dgm:t>
    </dgm:pt>
    <dgm:pt modelId="{30BB04D8-902B-463B-95D0-55205F89188D}" type="parTrans" cxnId="{E7F4318D-C8FF-43CF-9C8B-ED7E64C70D44}">
      <dgm:prSet/>
      <dgm:spPr/>
      <dgm:t>
        <a:bodyPr/>
        <a:lstStyle/>
        <a:p>
          <a:endParaRPr lang="en-IN" sz="3200">
            <a:solidFill>
              <a:schemeClr val="bg1"/>
            </a:solidFill>
            <a:latin typeface="+mn-lt"/>
          </a:endParaRPr>
        </a:p>
      </dgm:t>
    </dgm:pt>
    <dgm:pt modelId="{7A4BB602-94B7-4BFD-B9D5-FD5B7815D682}" type="sibTrans" cxnId="{E7F4318D-C8FF-43CF-9C8B-ED7E64C70D44}">
      <dgm:prSet/>
      <dgm:spPr/>
      <dgm:t>
        <a:bodyPr/>
        <a:lstStyle/>
        <a:p>
          <a:endParaRPr lang="en-IN" sz="3200">
            <a:solidFill>
              <a:schemeClr val="bg1"/>
            </a:solidFill>
            <a:latin typeface="+mn-lt"/>
          </a:endParaRPr>
        </a:p>
      </dgm:t>
    </dgm:pt>
    <dgm:pt modelId="{61EA6D32-E88D-4AE8-8270-57BB80DC07D6}">
      <dgm:prSet phldrT="[Text]" custT="1"/>
      <dgm:spPr/>
      <dgm:t>
        <a:bodyPr/>
        <a:lstStyle/>
        <a:p>
          <a:r>
            <a:rPr lang="en-US" sz="2000" b="0" i="0">
              <a:effectLst/>
              <a:latin typeface="+mn-lt"/>
            </a:rPr>
            <a:t>Ammonia</a:t>
          </a:r>
          <a:endParaRPr lang="en-IN" sz="2000" dirty="0">
            <a:latin typeface="+mn-lt"/>
          </a:endParaRPr>
        </a:p>
      </dgm:t>
    </dgm:pt>
    <dgm:pt modelId="{DDB5C855-595A-456B-92A0-1160DF5C3D01}" type="parTrans" cxnId="{D3310C09-558D-404D-BD50-F0E19B485FA6}">
      <dgm:prSet/>
      <dgm:spPr/>
      <dgm:t>
        <a:bodyPr/>
        <a:lstStyle/>
        <a:p>
          <a:endParaRPr lang="en-IN" sz="3200">
            <a:solidFill>
              <a:schemeClr val="bg1"/>
            </a:solidFill>
            <a:latin typeface="+mn-lt"/>
          </a:endParaRPr>
        </a:p>
      </dgm:t>
    </dgm:pt>
    <dgm:pt modelId="{00539F17-CE15-423D-8D09-9CD6E42B82B6}" type="sibTrans" cxnId="{D3310C09-558D-404D-BD50-F0E19B485FA6}">
      <dgm:prSet/>
      <dgm:spPr/>
      <dgm:t>
        <a:bodyPr/>
        <a:lstStyle/>
        <a:p>
          <a:endParaRPr lang="en-IN" sz="3200">
            <a:solidFill>
              <a:schemeClr val="bg1"/>
            </a:solidFill>
            <a:latin typeface="+mn-lt"/>
          </a:endParaRPr>
        </a:p>
      </dgm:t>
    </dgm:pt>
    <dgm:pt modelId="{BA7285D7-F0DA-4439-B262-77F9698D8554}">
      <dgm:prSet phldrT="[Text]" custT="1"/>
      <dgm:spPr/>
      <dgm:t>
        <a:bodyPr/>
        <a:lstStyle/>
        <a:p>
          <a:r>
            <a:rPr lang="en-US" sz="2000" b="0" i="0">
              <a:effectLst/>
              <a:latin typeface="+mn-lt"/>
            </a:rPr>
            <a:t>Alcohol</a:t>
          </a:r>
          <a:endParaRPr lang="en-IN" sz="2000" dirty="0">
            <a:latin typeface="+mn-lt"/>
          </a:endParaRPr>
        </a:p>
      </dgm:t>
    </dgm:pt>
    <dgm:pt modelId="{50A0FBD7-33C9-4853-84AA-3D44C46EE563}" type="parTrans" cxnId="{AD630A4F-6F2B-4AF7-B717-ECFF5E5BD435}">
      <dgm:prSet/>
      <dgm:spPr/>
      <dgm:t>
        <a:bodyPr/>
        <a:lstStyle/>
        <a:p>
          <a:endParaRPr lang="en-IN" sz="3200">
            <a:solidFill>
              <a:schemeClr val="bg1"/>
            </a:solidFill>
            <a:latin typeface="+mn-lt"/>
          </a:endParaRPr>
        </a:p>
      </dgm:t>
    </dgm:pt>
    <dgm:pt modelId="{47FDB6CC-6260-43E5-8765-B7603B63F93D}" type="sibTrans" cxnId="{AD630A4F-6F2B-4AF7-B717-ECFF5E5BD435}">
      <dgm:prSet/>
      <dgm:spPr/>
      <dgm:t>
        <a:bodyPr/>
        <a:lstStyle/>
        <a:p>
          <a:endParaRPr lang="en-IN" sz="3200">
            <a:solidFill>
              <a:schemeClr val="bg1"/>
            </a:solidFill>
            <a:latin typeface="+mn-lt"/>
          </a:endParaRPr>
        </a:p>
      </dgm:t>
    </dgm:pt>
    <dgm:pt modelId="{43D7B135-7508-4BC3-B862-57D424FFDB6D}">
      <dgm:prSet phldrT="[Text]" custT="1"/>
      <dgm:spPr/>
      <dgm:t>
        <a:bodyPr/>
        <a:lstStyle/>
        <a:p>
          <a:r>
            <a:rPr lang="en-US" sz="2000" b="0" i="0">
              <a:effectLst/>
              <a:latin typeface="+mn-lt"/>
            </a:rPr>
            <a:t>Lactose</a:t>
          </a:r>
          <a:endParaRPr lang="en-IN" sz="2000" dirty="0">
            <a:latin typeface="+mn-lt"/>
          </a:endParaRPr>
        </a:p>
      </dgm:t>
    </dgm:pt>
    <dgm:pt modelId="{210E65CD-B174-480B-862F-72A2A4E1E9C9}" type="parTrans" cxnId="{70B616A8-C4DF-4A0C-9BCA-88A07BB98C59}">
      <dgm:prSet/>
      <dgm:spPr/>
      <dgm:t>
        <a:bodyPr/>
        <a:lstStyle/>
        <a:p>
          <a:endParaRPr lang="en-IN" sz="3200">
            <a:solidFill>
              <a:schemeClr val="bg1"/>
            </a:solidFill>
            <a:latin typeface="+mn-lt"/>
          </a:endParaRPr>
        </a:p>
      </dgm:t>
    </dgm:pt>
    <dgm:pt modelId="{5AE1876B-F744-4F95-AE2E-2DC847365047}" type="sibTrans" cxnId="{70B616A8-C4DF-4A0C-9BCA-88A07BB98C59}">
      <dgm:prSet/>
      <dgm:spPr/>
      <dgm:t>
        <a:bodyPr/>
        <a:lstStyle/>
        <a:p>
          <a:endParaRPr lang="en-IN" sz="3200">
            <a:solidFill>
              <a:schemeClr val="bg1"/>
            </a:solidFill>
            <a:latin typeface="+mn-lt"/>
          </a:endParaRPr>
        </a:p>
      </dgm:t>
    </dgm:pt>
    <dgm:pt modelId="{BBB3EE7F-3178-4B63-8AA5-C1EC0AB71B06}">
      <dgm:prSet phldrT="[Text]" custT="1"/>
      <dgm:spPr/>
      <dgm:t>
        <a:bodyPr/>
        <a:lstStyle/>
        <a:p>
          <a:r>
            <a:rPr lang="en-US" sz="2000" b="0" i="0">
              <a:effectLst/>
              <a:latin typeface="+mn-lt"/>
            </a:rPr>
            <a:t>Metal ion</a:t>
          </a:r>
          <a:endParaRPr lang="en-IN" sz="2000" dirty="0">
            <a:latin typeface="+mn-lt"/>
          </a:endParaRPr>
        </a:p>
      </dgm:t>
    </dgm:pt>
    <dgm:pt modelId="{AB9FB7D5-A31B-474F-B190-7EC42FF8B5C6}" type="parTrans" cxnId="{852F3AA5-732D-416A-BC6B-307194424C7E}">
      <dgm:prSet/>
      <dgm:spPr/>
      <dgm:t>
        <a:bodyPr/>
        <a:lstStyle/>
        <a:p>
          <a:endParaRPr lang="en-IN" sz="3200">
            <a:solidFill>
              <a:schemeClr val="bg1"/>
            </a:solidFill>
            <a:latin typeface="+mn-lt"/>
          </a:endParaRPr>
        </a:p>
      </dgm:t>
    </dgm:pt>
    <dgm:pt modelId="{B5D19847-7EEF-4C86-A727-111567972196}" type="sibTrans" cxnId="{852F3AA5-732D-416A-BC6B-307194424C7E}">
      <dgm:prSet/>
      <dgm:spPr/>
      <dgm:t>
        <a:bodyPr/>
        <a:lstStyle/>
        <a:p>
          <a:endParaRPr lang="en-IN" sz="3200">
            <a:solidFill>
              <a:schemeClr val="bg1"/>
            </a:solidFill>
            <a:latin typeface="+mn-lt"/>
          </a:endParaRPr>
        </a:p>
      </dgm:t>
    </dgm:pt>
    <dgm:pt modelId="{2B16CB8F-CC34-49B8-8E1D-4CFACC9D4DB7}">
      <dgm:prSet phldrT="[Text]" custT="1"/>
      <dgm:spPr/>
      <dgm:t>
        <a:bodyPr/>
        <a:lstStyle/>
        <a:p>
          <a:r>
            <a:rPr lang="en-US" sz="2000">
              <a:latin typeface="+mn-lt"/>
            </a:rPr>
            <a:t>Protein</a:t>
          </a:r>
          <a:endParaRPr lang="en-IN" sz="2000" dirty="0">
            <a:latin typeface="+mn-lt"/>
          </a:endParaRPr>
        </a:p>
      </dgm:t>
    </dgm:pt>
    <dgm:pt modelId="{788F2FAC-B0B9-43CC-86D1-33B60F67BBFA}" type="parTrans" cxnId="{5187A483-348D-4B91-970E-4CFD32852B31}">
      <dgm:prSet/>
      <dgm:spPr/>
      <dgm:t>
        <a:bodyPr/>
        <a:lstStyle/>
        <a:p>
          <a:endParaRPr lang="en-IN" sz="3200">
            <a:solidFill>
              <a:schemeClr val="bg1"/>
            </a:solidFill>
            <a:latin typeface="+mn-lt"/>
          </a:endParaRPr>
        </a:p>
      </dgm:t>
    </dgm:pt>
    <dgm:pt modelId="{A69218FB-36AE-4B13-83CA-185013678063}" type="sibTrans" cxnId="{5187A483-348D-4B91-970E-4CFD32852B31}">
      <dgm:prSet/>
      <dgm:spPr/>
      <dgm:t>
        <a:bodyPr/>
        <a:lstStyle/>
        <a:p>
          <a:endParaRPr lang="en-IN" sz="3200">
            <a:solidFill>
              <a:schemeClr val="bg1"/>
            </a:solidFill>
            <a:latin typeface="+mn-lt"/>
          </a:endParaRPr>
        </a:p>
      </dgm:t>
    </dgm:pt>
    <dgm:pt modelId="{D7BB6299-6183-49E5-81E7-4CDA3D73AE81}">
      <dgm:prSet phldrT="[Text]" custT="1"/>
      <dgm:spPr/>
      <dgm:t>
        <a:bodyPr/>
        <a:lstStyle/>
        <a:p>
          <a:r>
            <a:rPr lang="en-US" sz="2000">
              <a:latin typeface="+mn-lt"/>
            </a:rPr>
            <a:t>Toxin</a:t>
          </a:r>
          <a:endParaRPr lang="en-IN" sz="2000" dirty="0">
            <a:latin typeface="+mn-lt"/>
          </a:endParaRPr>
        </a:p>
      </dgm:t>
    </dgm:pt>
    <dgm:pt modelId="{FC9E6A4F-8FA7-4BA1-A29B-E4436C956CFF}" type="parTrans" cxnId="{27A26F95-BA8B-4F4B-BAAC-2F5A723424BC}">
      <dgm:prSet/>
      <dgm:spPr/>
      <dgm:t>
        <a:bodyPr/>
        <a:lstStyle/>
        <a:p>
          <a:endParaRPr lang="en-IN" sz="3200">
            <a:solidFill>
              <a:schemeClr val="bg1"/>
            </a:solidFill>
            <a:latin typeface="+mn-lt"/>
          </a:endParaRPr>
        </a:p>
      </dgm:t>
    </dgm:pt>
    <dgm:pt modelId="{4AFE9748-3382-48E8-ACEC-00380A17A85B}" type="sibTrans" cxnId="{27A26F95-BA8B-4F4B-BAAC-2F5A723424BC}">
      <dgm:prSet/>
      <dgm:spPr/>
      <dgm:t>
        <a:bodyPr/>
        <a:lstStyle/>
        <a:p>
          <a:endParaRPr lang="en-IN" sz="3200">
            <a:solidFill>
              <a:schemeClr val="bg1"/>
            </a:solidFill>
            <a:latin typeface="+mn-lt"/>
          </a:endParaRPr>
        </a:p>
      </dgm:t>
    </dgm:pt>
    <dgm:pt modelId="{B695E296-5500-4E3A-9670-F5A61BE5A1C4}">
      <dgm:prSet phldrT="[Text]" custT="1"/>
      <dgm:spPr/>
      <dgm:t>
        <a:bodyPr/>
        <a:lstStyle/>
        <a:p>
          <a:r>
            <a:rPr lang="en-US" sz="2000">
              <a:latin typeface="+mn-lt"/>
            </a:rPr>
            <a:t>Peptide</a:t>
          </a:r>
          <a:endParaRPr lang="en-IN" sz="2000" dirty="0">
            <a:latin typeface="+mn-lt"/>
          </a:endParaRPr>
        </a:p>
      </dgm:t>
    </dgm:pt>
    <dgm:pt modelId="{880E9434-EC5D-491E-91A2-0C6B036DEC96}" type="parTrans" cxnId="{0D24DF11-0972-4B35-A0F7-B52E57CB4425}">
      <dgm:prSet/>
      <dgm:spPr/>
      <dgm:t>
        <a:bodyPr/>
        <a:lstStyle/>
        <a:p>
          <a:endParaRPr lang="en-IN" sz="3200">
            <a:solidFill>
              <a:schemeClr val="bg1"/>
            </a:solidFill>
            <a:latin typeface="+mn-lt"/>
          </a:endParaRPr>
        </a:p>
      </dgm:t>
    </dgm:pt>
    <dgm:pt modelId="{82656D72-D0A3-41B5-9C4D-E9098DAC3C57}" type="sibTrans" cxnId="{0D24DF11-0972-4B35-A0F7-B52E57CB4425}">
      <dgm:prSet/>
      <dgm:spPr/>
      <dgm:t>
        <a:bodyPr/>
        <a:lstStyle/>
        <a:p>
          <a:endParaRPr lang="en-IN" sz="3200">
            <a:solidFill>
              <a:schemeClr val="bg1"/>
            </a:solidFill>
            <a:latin typeface="+mn-lt"/>
          </a:endParaRPr>
        </a:p>
      </dgm:t>
    </dgm:pt>
    <dgm:pt modelId="{3BCA27D4-48B4-49AE-8046-D3245518BB59}">
      <dgm:prSet phldrT="[Text]" custT="1"/>
      <dgm:spPr/>
      <dgm:t>
        <a:bodyPr/>
        <a:lstStyle/>
        <a:p>
          <a:r>
            <a:rPr lang="en-US" sz="2000">
              <a:latin typeface="+mn-lt"/>
            </a:rPr>
            <a:t>Vitamin </a:t>
          </a:r>
          <a:endParaRPr lang="en-IN" sz="2000" dirty="0">
            <a:latin typeface="+mn-lt"/>
          </a:endParaRPr>
        </a:p>
      </dgm:t>
    </dgm:pt>
    <dgm:pt modelId="{7FE4BE8F-3113-46A3-A4D5-F17BCB669668}" type="parTrans" cxnId="{22FE7D24-ADB9-4FCC-9EF3-0E5CCB4A7361}">
      <dgm:prSet/>
      <dgm:spPr/>
      <dgm:t>
        <a:bodyPr/>
        <a:lstStyle/>
        <a:p>
          <a:endParaRPr lang="en-IN" sz="3200">
            <a:solidFill>
              <a:schemeClr val="bg1"/>
            </a:solidFill>
            <a:latin typeface="+mn-lt"/>
          </a:endParaRPr>
        </a:p>
      </dgm:t>
    </dgm:pt>
    <dgm:pt modelId="{0500B7E1-F82E-4310-A8CD-0ED2A71BC43A}" type="sibTrans" cxnId="{22FE7D24-ADB9-4FCC-9EF3-0E5CCB4A7361}">
      <dgm:prSet/>
      <dgm:spPr/>
      <dgm:t>
        <a:bodyPr/>
        <a:lstStyle/>
        <a:p>
          <a:endParaRPr lang="en-IN" sz="3200">
            <a:solidFill>
              <a:schemeClr val="bg1"/>
            </a:solidFill>
            <a:latin typeface="+mn-lt"/>
          </a:endParaRPr>
        </a:p>
      </dgm:t>
    </dgm:pt>
    <dgm:pt modelId="{DFC6900E-8250-4177-9F99-FF9A2170A0BD}">
      <dgm:prSet phldrT="[Text]" custT="1"/>
      <dgm:spPr/>
      <dgm:t>
        <a:bodyPr/>
        <a:lstStyle/>
        <a:p>
          <a:r>
            <a:rPr lang="en-US" sz="2000">
              <a:latin typeface="+mn-lt"/>
            </a:rPr>
            <a:t>Antibody</a:t>
          </a:r>
          <a:endParaRPr lang="en-IN" sz="2000" dirty="0">
            <a:latin typeface="+mn-lt"/>
          </a:endParaRPr>
        </a:p>
      </dgm:t>
    </dgm:pt>
    <dgm:pt modelId="{5E04D6C9-C8C4-402B-A3A8-3CD809E753B3}" type="parTrans" cxnId="{CF7FB841-15CB-4338-AA8E-00495C51DE08}">
      <dgm:prSet/>
      <dgm:spPr/>
      <dgm:t>
        <a:bodyPr/>
        <a:lstStyle/>
        <a:p>
          <a:endParaRPr lang="en-IN"/>
        </a:p>
      </dgm:t>
    </dgm:pt>
    <dgm:pt modelId="{2A341B54-3251-4B94-8FEF-C05C60FBE48E}" type="sibTrans" cxnId="{CF7FB841-15CB-4338-AA8E-00495C51DE08}">
      <dgm:prSet/>
      <dgm:spPr/>
      <dgm:t>
        <a:bodyPr/>
        <a:lstStyle/>
        <a:p>
          <a:endParaRPr lang="en-IN"/>
        </a:p>
      </dgm:t>
    </dgm:pt>
    <dgm:pt modelId="{31F9C43B-7E66-4007-9824-2189978C5A1C}" type="pres">
      <dgm:prSet presAssocID="{50A55796-AE30-4E4E-9287-FC9CFC77E415}" presName="hierChild1" presStyleCnt="0">
        <dgm:presLayoutVars>
          <dgm:orgChart val="1"/>
          <dgm:chPref val="1"/>
          <dgm:dir/>
          <dgm:animOne val="branch"/>
          <dgm:animLvl val="lvl"/>
          <dgm:resizeHandles/>
        </dgm:presLayoutVars>
      </dgm:prSet>
      <dgm:spPr/>
      <dgm:t>
        <a:bodyPr/>
        <a:lstStyle/>
        <a:p>
          <a:endParaRPr lang="en-IN"/>
        </a:p>
      </dgm:t>
    </dgm:pt>
    <dgm:pt modelId="{89340B5F-00FC-45B7-9030-6E40345306ED}" type="pres">
      <dgm:prSet presAssocID="{8E316A41-EA64-4B3E-9210-90AC30397503}" presName="hierRoot1" presStyleCnt="0">
        <dgm:presLayoutVars>
          <dgm:hierBranch val="init"/>
        </dgm:presLayoutVars>
      </dgm:prSet>
      <dgm:spPr/>
    </dgm:pt>
    <dgm:pt modelId="{9614E199-9DA1-4324-9D97-F24651B4C9D9}" type="pres">
      <dgm:prSet presAssocID="{8E316A41-EA64-4B3E-9210-90AC30397503}" presName="rootComposite1" presStyleCnt="0"/>
      <dgm:spPr/>
    </dgm:pt>
    <dgm:pt modelId="{A0CDC75A-0D0B-42F5-ABAD-1DC65BABD0EE}" type="pres">
      <dgm:prSet presAssocID="{8E316A41-EA64-4B3E-9210-90AC30397503}" presName="rootText1" presStyleLbl="node0" presStyleIdx="0" presStyleCnt="1" custScaleX="534577">
        <dgm:presLayoutVars>
          <dgm:chPref val="3"/>
        </dgm:presLayoutVars>
      </dgm:prSet>
      <dgm:spPr/>
      <dgm:t>
        <a:bodyPr/>
        <a:lstStyle/>
        <a:p>
          <a:endParaRPr lang="en-IN"/>
        </a:p>
      </dgm:t>
    </dgm:pt>
    <dgm:pt modelId="{EB250E36-6DAC-44D5-82B8-6112F63AF507}" type="pres">
      <dgm:prSet presAssocID="{8E316A41-EA64-4B3E-9210-90AC30397503}" presName="rootConnector1" presStyleLbl="node1" presStyleIdx="0" presStyleCnt="0"/>
      <dgm:spPr/>
      <dgm:t>
        <a:bodyPr/>
        <a:lstStyle/>
        <a:p>
          <a:endParaRPr lang="en-IN"/>
        </a:p>
      </dgm:t>
    </dgm:pt>
    <dgm:pt modelId="{34A1BA80-7BB9-4B3F-9C3E-EBCB41D8E867}" type="pres">
      <dgm:prSet presAssocID="{8E316A41-EA64-4B3E-9210-90AC30397503}" presName="hierChild2" presStyleCnt="0"/>
      <dgm:spPr/>
    </dgm:pt>
    <dgm:pt modelId="{F359E6A5-EC82-46AB-997B-BB0C483ADF5C}" type="pres">
      <dgm:prSet presAssocID="{1ECBEA8B-33AE-4305-907A-ADE1E894391A}" presName="Name37" presStyleLbl="parChTrans1D2" presStyleIdx="0" presStyleCnt="2"/>
      <dgm:spPr/>
      <dgm:t>
        <a:bodyPr/>
        <a:lstStyle/>
        <a:p>
          <a:endParaRPr lang="en-IN"/>
        </a:p>
      </dgm:t>
    </dgm:pt>
    <dgm:pt modelId="{877455B4-A580-40C7-9FE2-5199ED05DAA4}" type="pres">
      <dgm:prSet presAssocID="{11FB745A-A1C9-49DE-84CF-EE2DCD630811}" presName="hierRoot2" presStyleCnt="0">
        <dgm:presLayoutVars>
          <dgm:hierBranch val="init"/>
        </dgm:presLayoutVars>
      </dgm:prSet>
      <dgm:spPr/>
    </dgm:pt>
    <dgm:pt modelId="{38CDC813-DC94-49D7-B99C-7E7D36F98CE7}" type="pres">
      <dgm:prSet presAssocID="{11FB745A-A1C9-49DE-84CF-EE2DCD630811}" presName="rootComposite" presStyleCnt="0"/>
      <dgm:spPr/>
    </dgm:pt>
    <dgm:pt modelId="{86C10C10-4884-467D-8F77-FE414324BE6F}" type="pres">
      <dgm:prSet presAssocID="{11FB745A-A1C9-49DE-84CF-EE2DCD630811}" presName="rootText" presStyleLbl="node2" presStyleIdx="0" presStyleCnt="2" custScaleX="265707">
        <dgm:presLayoutVars>
          <dgm:chPref val="3"/>
        </dgm:presLayoutVars>
      </dgm:prSet>
      <dgm:spPr/>
      <dgm:t>
        <a:bodyPr/>
        <a:lstStyle/>
        <a:p>
          <a:endParaRPr lang="en-IN"/>
        </a:p>
      </dgm:t>
    </dgm:pt>
    <dgm:pt modelId="{B2F3467D-E1D6-4F6A-B569-0470AD9D491C}" type="pres">
      <dgm:prSet presAssocID="{11FB745A-A1C9-49DE-84CF-EE2DCD630811}" presName="rootConnector" presStyleLbl="node2" presStyleIdx="0" presStyleCnt="2"/>
      <dgm:spPr/>
      <dgm:t>
        <a:bodyPr/>
        <a:lstStyle/>
        <a:p>
          <a:endParaRPr lang="en-IN"/>
        </a:p>
      </dgm:t>
    </dgm:pt>
    <dgm:pt modelId="{4F835B7C-7943-4822-8012-8D2D92218BF9}" type="pres">
      <dgm:prSet presAssocID="{11FB745A-A1C9-49DE-84CF-EE2DCD630811}" presName="hierChild4" presStyleCnt="0"/>
      <dgm:spPr/>
    </dgm:pt>
    <dgm:pt modelId="{B57768CF-8494-4923-9844-9A5A5F305265}" type="pres">
      <dgm:prSet presAssocID="{30BB04D8-902B-463B-95D0-55205F89188D}" presName="Name37" presStyleLbl="parChTrans1D3" presStyleIdx="0" presStyleCnt="10"/>
      <dgm:spPr/>
      <dgm:t>
        <a:bodyPr/>
        <a:lstStyle/>
        <a:p>
          <a:endParaRPr lang="en-IN"/>
        </a:p>
      </dgm:t>
    </dgm:pt>
    <dgm:pt modelId="{CF83ECE5-91DA-4F38-9446-1A84F1AF997C}" type="pres">
      <dgm:prSet presAssocID="{0582D2CA-641C-48E5-B318-E97A062FE86A}" presName="hierRoot2" presStyleCnt="0">
        <dgm:presLayoutVars>
          <dgm:hierBranch val="init"/>
        </dgm:presLayoutVars>
      </dgm:prSet>
      <dgm:spPr/>
    </dgm:pt>
    <dgm:pt modelId="{FBA2E482-BB8B-4A83-9B01-9DA3CAB9C42A}" type="pres">
      <dgm:prSet presAssocID="{0582D2CA-641C-48E5-B318-E97A062FE86A}" presName="rootComposite" presStyleCnt="0"/>
      <dgm:spPr/>
    </dgm:pt>
    <dgm:pt modelId="{0C99CB72-8214-451D-B064-AA66E52D5119}" type="pres">
      <dgm:prSet presAssocID="{0582D2CA-641C-48E5-B318-E97A062FE86A}" presName="rootText" presStyleLbl="node3" presStyleIdx="0" presStyleCnt="10">
        <dgm:presLayoutVars>
          <dgm:chPref val="3"/>
        </dgm:presLayoutVars>
      </dgm:prSet>
      <dgm:spPr/>
      <dgm:t>
        <a:bodyPr/>
        <a:lstStyle/>
        <a:p>
          <a:endParaRPr lang="en-IN"/>
        </a:p>
      </dgm:t>
    </dgm:pt>
    <dgm:pt modelId="{E38827CD-2395-459B-B4CB-24DBD6B63F87}" type="pres">
      <dgm:prSet presAssocID="{0582D2CA-641C-48E5-B318-E97A062FE86A}" presName="rootConnector" presStyleLbl="node3" presStyleIdx="0" presStyleCnt="10"/>
      <dgm:spPr/>
      <dgm:t>
        <a:bodyPr/>
        <a:lstStyle/>
        <a:p>
          <a:endParaRPr lang="en-IN"/>
        </a:p>
      </dgm:t>
    </dgm:pt>
    <dgm:pt modelId="{EAF3635F-6547-40B7-A249-48F391050ECA}" type="pres">
      <dgm:prSet presAssocID="{0582D2CA-641C-48E5-B318-E97A062FE86A}" presName="hierChild4" presStyleCnt="0"/>
      <dgm:spPr/>
    </dgm:pt>
    <dgm:pt modelId="{411161F4-50EA-48BB-AB91-FF418C9C079C}" type="pres">
      <dgm:prSet presAssocID="{0582D2CA-641C-48E5-B318-E97A062FE86A}" presName="hierChild5" presStyleCnt="0"/>
      <dgm:spPr/>
    </dgm:pt>
    <dgm:pt modelId="{0A691BC4-7317-4E91-8CA5-F71648529AD2}" type="pres">
      <dgm:prSet presAssocID="{DDB5C855-595A-456B-92A0-1160DF5C3D01}" presName="Name37" presStyleLbl="parChTrans1D3" presStyleIdx="1" presStyleCnt="10"/>
      <dgm:spPr/>
      <dgm:t>
        <a:bodyPr/>
        <a:lstStyle/>
        <a:p>
          <a:endParaRPr lang="en-IN"/>
        </a:p>
      </dgm:t>
    </dgm:pt>
    <dgm:pt modelId="{A137AE3B-271C-406B-9EB3-1565FD37C7E2}" type="pres">
      <dgm:prSet presAssocID="{61EA6D32-E88D-4AE8-8270-57BB80DC07D6}" presName="hierRoot2" presStyleCnt="0">
        <dgm:presLayoutVars>
          <dgm:hierBranch val="init"/>
        </dgm:presLayoutVars>
      </dgm:prSet>
      <dgm:spPr/>
    </dgm:pt>
    <dgm:pt modelId="{F1E5C8C7-AE5D-42B8-AC27-CC14E328D5B6}" type="pres">
      <dgm:prSet presAssocID="{61EA6D32-E88D-4AE8-8270-57BB80DC07D6}" presName="rootComposite" presStyleCnt="0"/>
      <dgm:spPr/>
    </dgm:pt>
    <dgm:pt modelId="{45AF5C4C-6DED-40B4-B9CA-F7BFC3783D1E}" type="pres">
      <dgm:prSet presAssocID="{61EA6D32-E88D-4AE8-8270-57BB80DC07D6}" presName="rootText" presStyleLbl="node3" presStyleIdx="1" presStyleCnt="10">
        <dgm:presLayoutVars>
          <dgm:chPref val="3"/>
        </dgm:presLayoutVars>
      </dgm:prSet>
      <dgm:spPr/>
      <dgm:t>
        <a:bodyPr/>
        <a:lstStyle/>
        <a:p>
          <a:endParaRPr lang="en-IN"/>
        </a:p>
      </dgm:t>
    </dgm:pt>
    <dgm:pt modelId="{820B5A2C-266B-4368-864B-03203742A504}" type="pres">
      <dgm:prSet presAssocID="{61EA6D32-E88D-4AE8-8270-57BB80DC07D6}" presName="rootConnector" presStyleLbl="node3" presStyleIdx="1" presStyleCnt="10"/>
      <dgm:spPr/>
      <dgm:t>
        <a:bodyPr/>
        <a:lstStyle/>
        <a:p>
          <a:endParaRPr lang="en-IN"/>
        </a:p>
      </dgm:t>
    </dgm:pt>
    <dgm:pt modelId="{0D7CFCBD-FDE7-4612-B32E-E981550E53FB}" type="pres">
      <dgm:prSet presAssocID="{61EA6D32-E88D-4AE8-8270-57BB80DC07D6}" presName="hierChild4" presStyleCnt="0"/>
      <dgm:spPr/>
    </dgm:pt>
    <dgm:pt modelId="{6A642E79-DF29-43C8-8531-38E2A3E5913D}" type="pres">
      <dgm:prSet presAssocID="{61EA6D32-E88D-4AE8-8270-57BB80DC07D6}" presName="hierChild5" presStyleCnt="0"/>
      <dgm:spPr/>
    </dgm:pt>
    <dgm:pt modelId="{071F18BD-41ED-4E60-AE74-D9DDCD580DDC}" type="pres">
      <dgm:prSet presAssocID="{50A0FBD7-33C9-4853-84AA-3D44C46EE563}" presName="Name37" presStyleLbl="parChTrans1D3" presStyleIdx="2" presStyleCnt="10"/>
      <dgm:spPr/>
      <dgm:t>
        <a:bodyPr/>
        <a:lstStyle/>
        <a:p>
          <a:endParaRPr lang="en-IN"/>
        </a:p>
      </dgm:t>
    </dgm:pt>
    <dgm:pt modelId="{2E0D7647-C5BD-4FE9-9367-69722546E970}" type="pres">
      <dgm:prSet presAssocID="{BA7285D7-F0DA-4439-B262-77F9698D8554}" presName="hierRoot2" presStyleCnt="0">
        <dgm:presLayoutVars>
          <dgm:hierBranch val="init"/>
        </dgm:presLayoutVars>
      </dgm:prSet>
      <dgm:spPr/>
    </dgm:pt>
    <dgm:pt modelId="{A423DC72-D798-4BFF-A132-9FC0E001F572}" type="pres">
      <dgm:prSet presAssocID="{BA7285D7-F0DA-4439-B262-77F9698D8554}" presName="rootComposite" presStyleCnt="0"/>
      <dgm:spPr/>
    </dgm:pt>
    <dgm:pt modelId="{33157804-2C22-45DE-A9E2-999971514DA4}" type="pres">
      <dgm:prSet presAssocID="{BA7285D7-F0DA-4439-B262-77F9698D8554}" presName="rootText" presStyleLbl="node3" presStyleIdx="2" presStyleCnt="10">
        <dgm:presLayoutVars>
          <dgm:chPref val="3"/>
        </dgm:presLayoutVars>
      </dgm:prSet>
      <dgm:spPr/>
      <dgm:t>
        <a:bodyPr/>
        <a:lstStyle/>
        <a:p>
          <a:endParaRPr lang="en-IN"/>
        </a:p>
      </dgm:t>
    </dgm:pt>
    <dgm:pt modelId="{C10A72A1-4B81-4C0E-BE63-7FFB730EA359}" type="pres">
      <dgm:prSet presAssocID="{BA7285D7-F0DA-4439-B262-77F9698D8554}" presName="rootConnector" presStyleLbl="node3" presStyleIdx="2" presStyleCnt="10"/>
      <dgm:spPr/>
      <dgm:t>
        <a:bodyPr/>
        <a:lstStyle/>
        <a:p>
          <a:endParaRPr lang="en-IN"/>
        </a:p>
      </dgm:t>
    </dgm:pt>
    <dgm:pt modelId="{CF9E7C26-0085-4693-86A4-C5C2DD8863DE}" type="pres">
      <dgm:prSet presAssocID="{BA7285D7-F0DA-4439-B262-77F9698D8554}" presName="hierChild4" presStyleCnt="0"/>
      <dgm:spPr/>
    </dgm:pt>
    <dgm:pt modelId="{4E39241A-30EA-4BD9-B893-99C3E5795426}" type="pres">
      <dgm:prSet presAssocID="{BA7285D7-F0DA-4439-B262-77F9698D8554}" presName="hierChild5" presStyleCnt="0"/>
      <dgm:spPr/>
    </dgm:pt>
    <dgm:pt modelId="{98D9EF24-060A-43A4-9332-7B68E940686C}" type="pres">
      <dgm:prSet presAssocID="{210E65CD-B174-480B-862F-72A2A4E1E9C9}" presName="Name37" presStyleLbl="parChTrans1D3" presStyleIdx="3" presStyleCnt="10"/>
      <dgm:spPr/>
      <dgm:t>
        <a:bodyPr/>
        <a:lstStyle/>
        <a:p>
          <a:endParaRPr lang="en-IN"/>
        </a:p>
      </dgm:t>
    </dgm:pt>
    <dgm:pt modelId="{08EA169A-EB7D-4515-8B99-BD88B8FE221F}" type="pres">
      <dgm:prSet presAssocID="{43D7B135-7508-4BC3-B862-57D424FFDB6D}" presName="hierRoot2" presStyleCnt="0">
        <dgm:presLayoutVars>
          <dgm:hierBranch val="init"/>
        </dgm:presLayoutVars>
      </dgm:prSet>
      <dgm:spPr/>
    </dgm:pt>
    <dgm:pt modelId="{5A0402EB-2765-405A-99B9-5A0035E823E7}" type="pres">
      <dgm:prSet presAssocID="{43D7B135-7508-4BC3-B862-57D424FFDB6D}" presName="rootComposite" presStyleCnt="0"/>
      <dgm:spPr/>
    </dgm:pt>
    <dgm:pt modelId="{28E952B1-B363-4FB7-86E8-836AFBA9CE93}" type="pres">
      <dgm:prSet presAssocID="{43D7B135-7508-4BC3-B862-57D424FFDB6D}" presName="rootText" presStyleLbl="node3" presStyleIdx="3" presStyleCnt="10">
        <dgm:presLayoutVars>
          <dgm:chPref val="3"/>
        </dgm:presLayoutVars>
      </dgm:prSet>
      <dgm:spPr/>
      <dgm:t>
        <a:bodyPr/>
        <a:lstStyle/>
        <a:p>
          <a:endParaRPr lang="en-IN"/>
        </a:p>
      </dgm:t>
    </dgm:pt>
    <dgm:pt modelId="{6B40B062-C804-458C-84B7-5FFDFFF11D13}" type="pres">
      <dgm:prSet presAssocID="{43D7B135-7508-4BC3-B862-57D424FFDB6D}" presName="rootConnector" presStyleLbl="node3" presStyleIdx="3" presStyleCnt="10"/>
      <dgm:spPr/>
      <dgm:t>
        <a:bodyPr/>
        <a:lstStyle/>
        <a:p>
          <a:endParaRPr lang="en-IN"/>
        </a:p>
      </dgm:t>
    </dgm:pt>
    <dgm:pt modelId="{B6DBE535-D7DC-4F18-8447-A7C3DDD7F16E}" type="pres">
      <dgm:prSet presAssocID="{43D7B135-7508-4BC3-B862-57D424FFDB6D}" presName="hierChild4" presStyleCnt="0"/>
      <dgm:spPr/>
    </dgm:pt>
    <dgm:pt modelId="{975F6461-E76E-4F84-9660-8478968450C9}" type="pres">
      <dgm:prSet presAssocID="{43D7B135-7508-4BC3-B862-57D424FFDB6D}" presName="hierChild5" presStyleCnt="0"/>
      <dgm:spPr/>
    </dgm:pt>
    <dgm:pt modelId="{4463AF71-7802-4348-B81A-4EF41AB66401}" type="pres">
      <dgm:prSet presAssocID="{AB9FB7D5-A31B-474F-B190-7EC42FF8B5C6}" presName="Name37" presStyleLbl="parChTrans1D3" presStyleIdx="4" presStyleCnt="10"/>
      <dgm:spPr/>
      <dgm:t>
        <a:bodyPr/>
        <a:lstStyle/>
        <a:p>
          <a:endParaRPr lang="en-IN"/>
        </a:p>
      </dgm:t>
    </dgm:pt>
    <dgm:pt modelId="{62301AAF-183C-4744-9814-BE305307AB88}" type="pres">
      <dgm:prSet presAssocID="{BBB3EE7F-3178-4B63-8AA5-C1EC0AB71B06}" presName="hierRoot2" presStyleCnt="0">
        <dgm:presLayoutVars>
          <dgm:hierBranch val="init"/>
        </dgm:presLayoutVars>
      </dgm:prSet>
      <dgm:spPr/>
    </dgm:pt>
    <dgm:pt modelId="{C5255069-E2B9-4C40-A5CB-D061936CF284}" type="pres">
      <dgm:prSet presAssocID="{BBB3EE7F-3178-4B63-8AA5-C1EC0AB71B06}" presName="rootComposite" presStyleCnt="0"/>
      <dgm:spPr/>
    </dgm:pt>
    <dgm:pt modelId="{FC3CB75B-4F69-4F96-80A3-A685713AE1AD}" type="pres">
      <dgm:prSet presAssocID="{BBB3EE7F-3178-4B63-8AA5-C1EC0AB71B06}" presName="rootText" presStyleLbl="node3" presStyleIdx="4" presStyleCnt="10">
        <dgm:presLayoutVars>
          <dgm:chPref val="3"/>
        </dgm:presLayoutVars>
      </dgm:prSet>
      <dgm:spPr/>
      <dgm:t>
        <a:bodyPr/>
        <a:lstStyle/>
        <a:p>
          <a:endParaRPr lang="en-IN"/>
        </a:p>
      </dgm:t>
    </dgm:pt>
    <dgm:pt modelId="{1E25930D-6381-4D94-9505-D4752C301211}" type="pres">
      <dgm:prSet presAssocID="{BBB3EE7F-3178-4B63-8AA5-C1EC0AB71B06}" presName="rootConnector" presStyleLbl="node3" presStyleIdx="4" presStyleCnt="10"/>
      <dgm:spPr/>
      <dgm:t>
        <a:bodyPr/>
        <a:lstStyle/>
        <a:p>
          <a:endParaRPr lang="en-IN"/>
        </a:p>
      </dgm:t>
    </dgm:pt>
    <dgm:pt modelId="{99DBB400-1599-4D7E-BF62-AD5B5A649F84}" type="pres">
      <dgm:prSet presAssocID="{BBB3EE7F-3178-4B63-8AA5-C1EC0AB71B06}" presName="hierChild4" presStyleCnt="0"/>
      <dgm:spPr/>
    </dgm:pt>
    <dgm:pt modelId="{CD44C7BE-54D9-49DC-8AB2-7143322C2A89}" type="pres">
      <dgm:prSet presAssocID="{BBB3EE7F-3178-4B63-8AA5-C1EC0AB71B06}" presName="hierChild5" presStyleCnt="0"/>
      <dgm:spPr/>
    </dgm:pt>
    <dgm:pt modelId="{99502B7E-99D0-4B96-9EAC-9EEDEC0B8EB5}" type="pres">
      <dgm:prSet presAssocID="{11FB745A-A1C9-49DE-84CF-EE2DCD630811}" presName="hierChild5" presStyleCnt="0"/>
      <dgm:spPr/>
    </dgm:pt>
    <dgm:pt modelId="{CAC1EAD6-584C-4B32-9184-7D0F38733AF5}" type="pres">
      <dgm:prSet presAssocID="{7BB8EEA8-1F98-4EE6-BC2F-975852667F27}" presName="Name37" presStyleLbl="parChTrans1D2" presStyleIdx="1" presStyleCnt="2"/>
      <dgm:spPr/>
      <dgm:t>
        <a:bodyPr/>
        <a:lstStyle/>
        <a:p>
          <a:endParaRPr lang="en-IN"/>
        </a:p>
      </dgm:t>
    </dgm:pt>
    <dgm:pt modelId="{892BAD78-F6DE-4E36-A1F4-33BF8366D99D}" type="pres">
      <dgm:prSet presAssocID="{208676F1-ED07-41B1-AC9A-058E666D3214}" presName="hierRoot2" presStyleCnt="0">
        <dgm:presLayoutVars>
          <dgm:hierBranch val="init"/>
        </dgm:presLayoutVars>
      </dgm:prSet>
      <dgm:spPr/>
    </dgm:pt>
    <dgm:pt modelId="{0EE6A996-013F-4A2A-9E57-70640A6BD446}" type="pres">
      <dgm:prSet presAssocID="{208676F1-ED07-41B1-AC9A-058E666D3214}" presName="rootComposite" presStyleCnt="0"/>
      <dgm:spPr/>
    </dgm:pt>
    <dgm:pt modelId="{EA82C448-533C-4067-B858-219E20459170}" type="pres">
      <dgm:prSet presAssocID="{208676F1-ED07-41B1-AC9A-058E666D3214}" presName="rootText" presStyleLbl="node2" presStyleIdx="1" presStyleCnt="2" custScaleX="265707">
        <dgm:presLayoutVars>
          <dgm:chPref val="3"/>
        </dgm:presLayoutVars>
      </dgm:prSet>
      <dgm:spPr/>
      <dgm:t>
        <a:bodyPr/>
        <a:lstStyle/>
        <a:p>
          <a:endParaRPr lang="en-IN"/>
        </a:p>
      </dgm:t>
    </dgm:pt>
    <dgm:pt modelId="{FD3A9B3E-22E8-4EF6-88A9-E8CD17A8D2CC}" type="pres">
      <dgm:prSet presAssocID="{208676F1-ED07-41B1-AC9A-058E666D3214}" presName="rootConnector" presStyleLbl="node2" presStyleIdx="1" presStyleCnt="2"/>
      <dgm:spPr/>
      <dgm:t>
        <a:bodyPr/>
        <a:lstStyle/>
        <a:p>
          <a:endParaRPr lang="en-IN"/>
        </a:p>
      </dgm:t>
    </dgm:pt>
    <dgm:pt modelId="{B1A1278B-7901-45B7-A271-7245E33A9E79}" type="pres">
      <dgm:prSet presAssocID="{208676F1-ED07-41B1-AC9A-058E666D3214}" presName="hierChild4" presStyleCnt="0"/>
      <dgm:spPr/>
    </dgm:pt>
    <dgm:pt modelId="{CD350EE3-1797-451A-816F-3CF428C80D11}" type="pres">
      <dgm:prSet presAssocID="{788F2FAC-B0B9-43CC-86D1-33B60F67BBFA}" presName="Name37" presStyleLbl="parChTrans1D3" presStyleIdx="5" presStyleCnt="10"/>
      <dgm:spPr/>
      <dgm:t>
        <a:bodyPr/>
        <a:lstStyle/>
        <a:p>
          <a:endParaRPr lang="en-IN"/>
        </a:p>
      </dgm:t>
    </dgm:pt>
    <dgm:pt modelId="{8C014211-1170-4375-B646-1B6E61A0F639}" type="pres">
      <dgm:prSet presAssocID="{2B16CB8F-CC34-49B8-8E1D-4CFACC9D4DB7}" presName="hierRoot2" presStyleCnt="0">
        <dgm:presLayoutVars>
          <dgm:hierBranch val="init"/>
        </dgm:presLayoutVars>
      </dgm:prSet>
      <dgm:spPr/>
    </dgm:pt>
    <dgm:pt modelId="{DF41FA69-3B10-494A-8B03-ACA20F618AC3}" type="pres">
      <dgm:prSet presAssocID="{2B16CB8F-CC34-49B8-8E1D-4CFACC9D4DB7}" presName="rootComposite" presStyleCnt="0"/>
      <dgm:spPr/>
    </dgm:pt>
    <dgm:pt modelId="{AE85A467-E918-427F-8CE0-C9D8E8FBA0A2}" type="pres">
      <dgm:prSet presAssocID="{2B16CB8F-CC34-49B8-8E1D-4CFACC9D4DB7}" presName="rootText" presStyleLbl="node3" presStyleIdx="5" presStyleCnt="10">
        <dgm:presLayoutVars>
          <dgm:chPref val="3"/>
        </dgm:presLayoutVars>
      </dgm:prSet>
      <dgm:spPr/>
      <dgm:t>
        <a:bodyPr/>
        <a:lstStyle/>
        <a:p>
          <a:endParaRPr lang="en-IN"/>
        </a:p>
      </dgm:t>
    </dgm:pt>
    <dgm:pt modelId="{A79D45BC-40C7-43E4-9B76-5A6919748B46}" type="pres">
      <dgm:prSet presAssocID="{2B16CB8F-CC34-49B8-8E1D-4CFACC9D4DB7}" presName="rootConnector" presStyleLbl="node3" presStyleIdx="5" presStyleCnt="10"/>
      <dgm:spPr/>
      <dgm:t>
        <a:bodyPr/>
        <a:lstStyle/>
        <a:p>
          <a:endParaRPr lang="en-IN"/>
        </a:p>
      </dgm:t>
    </dgm:pt>
    <dgm:pt modelId="{D5C3EAB8-DBB8-4994-943D-4304CDA9FC67}" type="pres">
      <dgm:prSet presAssocID="{2B16CB8F-CC34-49B8-8E1D-4CFACC9D4DB7}" presName="hierChild4" presStyleCnt="0"/>
      <dgm:spPr/>
    </dgm:pt>
    <dgm:pt modelId="{31A2291D-EE64-4C53-B06C-A026E4697CB3}" type="pres">
      <dgm:prSet presAssocID="{2B16CB8F-CC34-49B8-8E1D-4CFACC9D4DB7}" presName="hierChild5" presStyleCnt="0"/>
      <dgm:spPr/>
    </dgm:pt>
    <dgm:pt modelId="{B37BBD88-055F-43E1-A533-7D1994B0EB8A}" type="pres">
      <dgm:prSet presAssocID="{FC9E6A4F-8FA7-4BA1-A29B-E4436C956CFF}" presName="Name37" presStyleLbl="parChTrans1D3" presStyleIdx="6" presStyleCnt="10"/>
      <dgm:spPr/>
      <dgm:t>
        <a:bodyPr/>
        <a:lstStyle/>
        <a:p>
          <a:endParaRPr lang="en-IN"/>
        </a:p>
      </dgm:t>
    </dgm:pt>
    <dgm:pt modelId="{C9780E4D-387F-4D3B-82E9-AA034AE885F3}" type="pres">
      <dgm:prSet presAssocID="{D7BB6299-6183-49E5-81E7-4CDA3D73AE81}" presName="hierRoot2" presStyleCnt="0">
        <dgm:presLayoutVars>
          <dgm:hierBranch val="init"/>
        </dgm:presLayoutVars>
      </dgm:prSet>
      <dgm:spPr/>
    </dgm:pt>
    <dgm:pt modelId="{EF146D8E-F0B0-4A10-962B-AD1A8307986A}" type="pres">
      <dgm:prSet presAssocID="{D7BB6299-6183-49E5-81E7-4CDA3D73AE81}" presName="rootComposite" presStyleCnt="0"/>
      <dgm:spPr/>
    </dgm:pt>
    <dgm:pt modelId="{92B9327F-4AEF-429D-8158-88990764AB61}" type="pres">
      <dgm:prSet presAssocID="{D7BB6299-6183-49E5-81E7-4CDA3D73AE81}" presName="rootText" presStyleLbl="node3" presStyleIdx="6" presStyleCnt="10">
        <dgm:presLayoutVars>
          <dgm:chPref val="3"/>
        </dgm:presLayoutVars>
      </dgm:prSet>
      <dgm:spPr/>
      <dgm:t>
        <a:bodyPr/>
        <a:lstStyle/>
        <a:p>
          <a:endParaRPr lang="en-IN"/>
        </a:p>
      </dgm:t>
    </dgm:pt>
    <dgm:pt modelId="{39D3D49B-F660-4549-A7C9-0D636EF63CF1}" type="pres">
      <dgm:prSet presAssocID="{D7BB6299-6183-49E5-81E7-4CDA3D73AE81}" presName="rootConnector" presStyleLbl="node3" presStyleIdx="6" presStyleCnt="10"/>
      <dgm:spPr/>
      <dgm:t>
        <a:bodyPr/>
        <a:lstStyle/>
        <a:p>
          <a:endParaRPr lang="en-IN"/>
        </a:p>
      </dgm:t>
    </dgm:pt>
    <dgm:pt modelId="{7EB11B87-47D2-42D5-A62D-D783E75B0DED}" type="pres">
      <dgm:prSet presAssocID="{D7BB6299-6183-49E5-81E7-4CDA3D73AE81}" presName="hierChild4" presStyleCnt="0"/>
      <dgm:spPr/>
    </dgm:pt>
    <dgm:pt modelId="{8D5A3DE9-10E0-45A8-98E4-C1646CB3FBF1}" type="pres">
      <dgm:prSet presAssocID="{D7BB6299-6183-49E5-81E7-4CDA3D73AE81}" presName="hierChild5" presStyleCnt="0"/>
      <dgm:spPr/>
    </dgm:pt>
    <dgm:pt modelId="{265853A2-CC4C-4158-9F6C-6217BABBE4A0}" type="pres">
      <dgm:prSet presAssocID="{880E9434-EC5D-491E-91A2-0C6B036DEC96}" presName="Name37" presStyleLbl="parChTrans1D3" presStyleIdx="7" presStyleCnt="10"/>
      <dgm:spPr/>
      <dgm:t>
        <a:bodyPr/>
        <a:lstStyle/>
        <a:p>
          <a:endParaRPr lang="en-IN"/>
        </a:p>
      </dgm:t>
    </dgm:pt>
    <dgm:pt modelId="{16B994F1-7236-40D8-86C4-B043DCDC9F93}" type="pres">
      <dgm:prSet presAssocID="{B695E296-5500-4E3A-9670-F5A61BE5A1C4}" presName="hierRoot2" presStyleCnt="0">
        <dgm:presLayoutVars>
          <dgm:hierBranch val="init"/>
        </dgm:presLayoutVars>
      </dgm:prSet>
      <dgm:spPr/>
    </dgm:pt>
    <dgm:pt modelId="{1F648792-D2A6-4752-A53E-FFF62636A895}" type="pres">
      <dgm:prSet presAssocID="{B695E296-5500-4E3A-9670-F5A61BE5A1C4}" presName="rootComposite" presStyleCnt="0"/>
      <dgm:spPr/>
    </dgm:pt>
    <dgm:pt modelId="{20112344-39AD-40AC-9E3B-CE6ABBC82525}" type="pres">
      <dgm:prSet presAssocID="{B695E296-5500-4E3A-9670-F5A61BE5A1C4}" presName="rootText" presStyleLbl="node3" presStyleIdx="7" presStyleCnt="10">
        <dgm:presLayoutVars>
          <dgm:chPref val="3"/>
        </dgm:presLayoutVars>
      </dgm:prSet>
      <dgm:spPr/>
      <dgm:t>
        <a:bodyPr/>
        <a:lstStyle/>
        <a:p>
          <a:endParaRPr lang="en-IN"/>
        </a:p>
      </dgm:t>
    </dgm:pt>
    <dgm:pt modelId="{BED4359D-66C4-41EA-8220-A9E66C8A7A59}" type="pres">
      <dgm:prSet presAssocID="{B695E296-5500-4E3A-9670-F5A61BE5A1C4}" presName="rootConnector" presStyleLbl="node3" presStyleIdx="7" presStyleCnt="10"/>
      <dgm:spPr/>
      <dgm:t>
        <a:bodyPr/>
        <a:lstStyle/>
        <a:p>
          <a:endParaRPr lang="en-IN"/>
        </a:p>
      </dgm:t>
    </dgm:pt>
    <dgm:pt modelId="{473D00E7-7850-4ED0-A4FB-AA847668EE40}" type="pres">
      <dgm:prSet presAssocID="{B695E296-5500-4E3A-9670-F5A61BE5A1C4}" presName="hierChild4" presStyleCnt="0"/>
      <dgm:spPr/>
    </dgm:pt>
    <dgm:pt modelId="{546D5892-4CA3-4701-835B-FED9C8AEAD3B}" type="pres">
      <dgm:prSet presAssocID="{B695E296-5500-4E3A-9670-F5A61BE5A1C4}" presName="hierChild5" presStyleCnt="0"/>
      <dgm:spPr/>
    </dgm:pt>
    <dgm:pt modelId="{5A26937A-77C8-4CF5-B55A-D1306A7A9C12}" type="pres">
      <dgm:prSet presAssocID="{7FE4BE8F-3113-46A3-A4D5-F17BCB669668}" presName="Name37" presStyleLbl="parChTrans1D3" presStyleIdx="8" presStyleCnt="10"/>
      <dgm:spPr/>
      <dgm:t>
        <a:bodyPr/>
        <a:lstStyle/>
        <a:p>
          <a:endParaRPr lang="en-IN"/>
        </a:p>
      </dgm:t>
    </dgm:pt>
    <dgm:pt modelId="{79EACB08-ACB6-48FB-8672-8E8D4F163F44}" type="pres">
      <dgm:prSet presAssocID="{3BCA27D4-48B4-49AE-8046-D3245518BB59}" presName="hierRoot2" presStyleCnt="0">
        <dgm:presLayoutVars>
          <dgm:hierBranch val="init"/>
        </dgm:presLayoutVars>
      </dgm:prSet>
      <dgm:spPr/>
    </dgm:pt>
    <dgm:pt modelId="{81496EB9-38E3-436F-91B0-86663A1478D0}" type="pres">
      <dgm:prSet presAssocID="{3BCA27D4-48B4-49AE-8046-D3245518BB59}" presName="rootComposite" presStyleCnt="0"/>
      <dgm:spPr/>
    </dgm:pt>
    <dgm:pt modelId="{BEB9FEB9-3324-4141-84B6-24852CC09862}" type="pres">
      <dgm:prSet presAssocID="{3BCA27D4-48B4-49AE-8046-D3245518BB59}" presName="rootText" presStyleLbl="node3" presStyleIdx="8" presStyleCnt="10">
        <dgm:presLayoutVars>
          <dgm:chPref val="3"/>
        </dgm:presLayoutVars>
      </dgm:prSet>
      <dgm:spPr/>
      <dgm:t>
        <a:bodyPr/>
        <a:lstStyle/>
        <a:p>
          <a:endParaRPr lang="en-IN"/>
        </a:p>
      </dgm:t>
    </dgm:pt>
    <dgm:pt modelId="{FBB45461-F0B4-4EBB-95EC-2A4863F3CCEB}" type="pres">
      <dgm:prSet presAssocID="{3BCA27D4-48B4-49AE-8046-D3245518BB59}" presName="rootConnector" presStyleLbl="node3" presStyleIdx="8" presStyleCnt="10"/>
      <dgm:spPr/>
      <dgm:t>
        <a:bodyPr/>
        <a:lstStyle/>
        <a:p>
          <a:endParaRPr lang="en-IN"/>
        </a:p>
      </dgm:t>
    </dgm:pt>
    <dgm:pt modelId="{AF166FD1-FBAA-4FA3-AC35-8E819F9B1FCD}" type="pres">
      <dgm:prSet presAssocID="{3BCA27D4-48B4-49AE-8046-D3245518BB59}" presName="hierChild4" presStyleCnt="0"/>
      <dgm:spPr/>
    </dgm:pt>
    <dgm:pt modelId="{C00FA632-1687-4713-B540-895B2628E599}" type="pres">
      <dgm:prSet presAssocID="{3BCA27D4-48B4-49AE-8046-D3245518BB59}" presName="hierChild5" presStyleCnt="0"/>
      <dgm:spPr/>
    </dgm:pt>
    <dgm:pt modelId="{0078FD6F-3D4E-4442-9152-A56F30AFBFAD}" type="pres">
      <dgm:prSet presAssocID="{5E04D6C9-C8C4-402B-A3A8-3CD809E753B3}" presName="Name37" presStyleLbl="parChTrans1D3" presStyleIdx="9" presStyleCnt="10"/>
      <dgm:spPr/>
      <dgm:t>
        <a:bodyPr/>
        <a:lstStyle/>
        <a:p>
          <a:endParaRPr lang="en-IN"/>
        </a:p>
      </dgm:t>
    </dgm:pt>
    <dgm:pt modelId="{7BF73222-76F0-40BF-AA32-EF64323FAB90}" type="pres">
      <dgm:prSet presAssocID="{DFC6900E-8250-4177-9F99-FF9A2170A0BD}" presName="hierRoot2" presStyleCnt="0">
        <dgm:presLayoutVars>
          <dgm:hierBranch val="init"/>
        </dgm:presLayoutVars>
      </dgm:prSet>
      <dgm:spPr/>
    </dgm:pt>
    <dgm:pt modelId="{0CFAC977-143D-4010-B075-DF53ED1E856E}" type="pres">
      <dgm:prSet presAssocID="{DFC6900E-8250-4177-9F99-FF9A2170A0BD}" presName="rootComposite" presStyleCnt="0"/>
      <dgm:spPr/>
    </dgm:pt>
    <dgm:pt modelId="{2FCA2B8B-4CC0-4053-8DD4-C7EA0661F0A6}" type="pres">
      <dgm:prSet presAssocID="{DFC6900E-8250-4177-9F99-FF9A2170A0BD}" presName="rootText" presStyleLbl="node3" presStyleIdx="9" presStyleCnt="10">
        <dgm:presLayoutVars>
          <dgm:chPref val="3"/>
        </dgm:presLayoutVars>
      </dgm:prSet>
      <dgm:spPr/>
      <dgm:t>
        <a:bodyPr/>
        <a:lstStyle/>
        <a:p>
          <a:endParaRPr lang="en-IN"/>
        </a:p>
      </dgm:t>
    </dgm:pt>
    <dgm:pt modelId="{023FD18B-AA0E-41D8-806E-72A0D779C17A}" type="pres">
      <dgm:prSet presAssocID="{DFC6900E-8250-4177-9F99-FF9A2170A0BD}" presName="rootConnector" presStyleLbl="node3" presStyleIdx="9" presStyleCnt="10"/>
      <dgm:spPr/>
      <dgm:t>
        <a:bodyPr/>
        <a:lstStyle/>
        <a:p>
          <a:endParaRPr lang="en-IN"/>
        </a:p>
      </dgm:t>
    </dgm:pt>
    <dgm:pt modelId="{111815CF-8A71-4E05-8A6F-35B6CB72BA1D}" type="pres">
      <dgm:prSet presAssocID="{DFC6900E-8250-4177-9F99-FF9A2170A0BD}" presName="hierChild4" presStyleCnt="0"/>
      <dgm:spPr/>
    </dgm:pt>
    <dgm:pt modelId="{6BD3577D-E3C8-4D06-A81A-108B58C8FE2A}" type="pres">
      <dgm:prSet presAssocID="{DFC6900E-8250-4177-9F99-FF9A2170A0BD}" presName="hierChild5" presStyleCnt="0"/>
      <dgm:spPr/>
    </dgm:pt>
    <dgm:pt modelId="{4303BD59-2FB4-474D-BC96-C8F50B490484}" type="pres">
      <dgm:prSet presAssocID="{208676F1-ED07-41B1-AC9A-058E666D3214}" presName="hierChild5" presStyleCnt="0"/>
      <dgm:spPr/>
    </dgm:pt>
    <dgm:pt modelId="{1B334A6F-6C60-47C7-B319-E50B6E075297}" type="pres">
      <dgm:prSet presAssocID="{8E316A41-EA64-4B3E-9210-90AC30397503}" presName="hierChild3" presStyleCnt="0"/>
      <dgm:spPr/>
    </dgm:pt>
  </dgm:ptLst>
  <dgm:cxnLst>
    <dgm:cxn modelId="{C16EF0CA-72D8-4793-82EB-5DD91263351F}" type="presOf" srcId="{0582D2CA-641C-48E5-B318-E97A062FE86A}" destId="{0C99CB72-8214-451D-B064-AA66E52D5119}" srcOrd="0" destOrd="0" presId="urn:microsoft.com/office/officeart/2005/8/layout/orgChart1"/>
    <dgm:cxn modelId="{C765FEC5-4D6B-4F15-B449-66BA4952AB58}" type="presOf" srcId="{43D7B135-7508-4BC3-B862-57D424FFDB6D}" destId="{6B40B062-C804-458C-84B7-5FFDFFF11D13}" srcOrd="1" destOrd="0" presId="urn:microsoft.com/office/officeart/2005/8/layout/orgChart1"/>
    <dgm:cxn modelId="{344D4782-48CC-4E58-9761-88E2B524DC13}" type="presOf" srcId="{BA7285D7-F0DA-4439-B262-77F9698D8554}" destId="{33157804-2C22-45DE-A9E2-999971514DA4}" srcOrd="0" destOrd="0" presId="urn:microsoft.com/office/officeart/2005/8/layout/orgChart1"/>
    <dgm:cxn modelId="{190F9F6E-1755-4B07-9F52-E83B851B29FA}" type="presOf" srcId="{D7BB6299-6183-49E5-81E7-4CDA3D73AE81}" destId="{92B9327F-4AEF-429D-8158-88990764AB61}" srcOrd="0" destOrd="0" presId="urn:microsoft.com/office/officeart/2005/8/layout/orgChart1"/>
    <dgm:cxn modelId="{182CF385-C84C-4696-A585-29BC1000599F}" type="presOf" srcId="{2B16CB8F-CC34-49B8-8E1D-4CFACC9D4DB7}" destId="{A79D45BC-40C7-43E4-9B76-5A6919748B46}" srcOrd="1" destOrd="0" presId="urn:microsoft.com/office/officeart/2005/8/layout/orgChart1"/>
    <dgm:cxn modelId="{852F3AA5-732D-416A-BC6B-307194424C7E}" srcId="{11FB745A-A1C9-49DE-84CF-EE2DCD630811}" destId="{BBB3EE7F-3178-4B63-8AA5-C1EC0AB71B06}" srcOrd="4" destOrd="0" parTransId="{AB9FB7D5-A31B-474F-B190-7EC42FF8B5C6}" sibTransId="{B5D19847-7EEF-4C86-A727-111567972196}"/>
    <dgm:cxn modelId="{1392E395-A8F1-425D-8A7B-59256D0AAE7F}" type="presOf" srcId="{DFC6900E-8250-4177-9F99-FF9A2170A0BD}" destId="{023FD18B-AA0E-41D8-806E-72A0D779C17A}" srcOrd="1" destOrd="0" presId="urn:microsoft.com/office/officeart/2005/8/layout/orgChart1"/>
    <dgm:cxn modelId="{B97A01E1-0267-49F7-A3F3-5CBE6633437D}" type="presOf" srcId="{208676F1-ED07-41B1-AC9A-058E666D3214}" destId="{EA82C448-533C-4067-B858-219E20459170}" srcOrd="0" destOrd="0" presId="urn:microsoft.com/office/officeart/2005/8/layout/orgChart1"/>
    <dgm:cxn modelId="{27E3C1F7-694B-46B4-8FA5-BFEFC537BD5D}" type="presOf" srcId="{50A55796-AE30-4E4E-9287-FC9CFC77E415}" destId="{31F9C43B-7E66-4007-9824-2189978C5A1C}" srcOrd="0" destOrd="0" presId="urn:microsoft.com/office/officeart/2005/8/layout/orgChart1"/>
    <dgm:cxn modelId="{27A26F95-BA8B-4F4B-BAAC-2F5A723424BC}" srcId="{208676F1-ED07-41B1-AC9A-058E666D3214}" destId="{D7BB6299-6183-49E5-81E7-4CDA3D73AE81}" srcOrd="1" destOrd="0" parTransId="{FC9E6A4F-8FA7-4BA1-A29B-E4436C956CFF}" sibTransId="{4AFE9748-3382-48E8-ACEC-00380A17A85B}"/>
    <dgm:cxn modelId="{C109394C-CF0E-46EE-AABA-F088A671C0A0}" type="presOf" srcId="{7FE4BE8F-3113-46A3-A4D5-F17BCB669668}" destId="{5A26937A-77C8-4CF5-B55A-D1306A7A9C12}" srcOrd="0" destOrd="0" presId="urn:microsoft.com/office/officeart/2005/8/layout/orgChart1"/>
    <dgm:cxn modelId="{348FAC69-BFF1-4725-88DE-1D3E4439BA8B}" type="presOf" srcId="{210E65CD-B174-480B-862F-72A2A4E1E9C9}" destId="{98D9EF24-060A-43A4-9332-7B68E940686C}" srcOrd="0" destOrd="0" presId="urn:microsoft.com/office/officeart/2005/8/layout/orgChart1"/>
    <dgm:cxn modelId="{0BA289FB-69C9-42EE-88E6-97AC4D18F790}" type="presOf" srcId="{B695E296-5500-4E3A-9670-F5A61BE5A1C4}" destId="{20112344-39AD-40AC-9E3B-CE6ABBC82525}" srcOrd="0" destOrd="0" presId="urn:microsoft.com/office/officeart/2005/8/layout/orgChart1"/>
    <dgm:cxn modelId="{22FE7D24-ADB9-4FCC-9EF3-0E5CCB4A7361}" srcId="{208676F1-ED07-41B1-AC9A-058E666D3214}" destId="{3BCA27D4-48B4-49AE-8046-D3245518BB59}" srcOrd="3" destOrd="0" parTransId="{7FE4BE8F-3113-46A3-A4D5-F17BCB669668}" sibTransId="{0500B7E1-F82E-4310-A8CD-0ED2A71BC43A}"/>
    <dgm:cxn modelId="{A06ECC6C-4DC3-4F5A-BBE4-4DD0F7112397}" type="presOf" srcId="{43D7B135-7508-4BC3-B862-57D424FFDB6D}" destId="{28E952B1-B363-4FB7-86E8-836AFBA9CE93}" srcOrd="0" destOrd="0" presId="urn:microsoft.com/office/officeart/2005/8/layout/orgChart1"/>
    <dgm:cxn modelId="{0990C572-BD04-442B-9D80-2B7933386AD5}" type="presOf" srcId="{50A0FBD7-33C9-4853-84AA-3D44C46EE563}" destId="{071F18BD-41ED-4E60-AE74-D9DDCD580DDC}" srcOrd="0" destOrd="0" presId="urn:microsoft.com/office/officeart/2005/8/layout/orgChart1"/>
    <dgm:cxn modelId="{D3310C09-558D-404D-BD50-F0E19B485FA6}" srcId="{11FB745A-A1C9-49DE-84CF-EE2DCD630811}" destId="{61EA6D32-E88D-4AE8-8270-57BB80DC07D6}" srcOrd="1" destOrd="0" parTransId="{DDB5C855-595A-456B-92A0-1160DF5C3D01}" sibTransId="{00539F17-CE15-423D-8D09-9CD6E42B82B6}"/>
    <dgm:cxn modelId="{CF7FB841-15CB-4338-AA8E-00495C51DE08}" srcId="{208676F1-ED07-41B1-AC9A-058E666D3214}" destId="{DFC6900E-8250-4177-9F99-FF9A2170A0BD}" srcOrd="4" destOrd="0" parTransId="{5E04D6C9-C8C4-402B-A3A8-3CD809E753B3}" sibTransId="{2A341B54-3251-4B94-8FEF-C05C60FBE48E}"/>
    <dgm:cxn modelId="{BCB8F776-6A9A-4317-ACF3-2ADDF7BA5C74}" type="presOf" srcId="{8E316A41-EA64-4B3E-9210-90AC30397503}" destId="{A0CDC75A-0D0B-42F5-ABAD-1DC65BABD0EE}" srcOrd="0" destOrd="0" presId="urn:microsoft.com/office/officeart/2005/8/layout/orgChart1"/>
    <dgm:cxn modelId="{9B976630-9970-4A92-BF1A-A75BAF99B611}" type="presOf" srcId="{BBB3EE7F-3178-4B63-8AA5-C1EC0AB71B06}" destId="{1E25930D-6381-4D94-9505-D4752C301211}" srcOrd="1" destOrd="0" presId="urn:microsoft.com/office/officeart/2005/8/layout/orgChart1"/>
    <dgm:cxn modelId="{C57F8FDB-9B63-4DE9-AF7A-2835B2985318}" type="presOf" srcId="{3BCA27D4-48B4-49AE-8046-D3245518BB59}" destId="{BEB9FEB9-3324-4141-84B6-24852CC09862}" srcOrd="0" destOrd="0" presId="urn:microsoft.com/office/officeart/2005/8/layout/orgChart1"/>
    <dgm:cxn modelId="{6B447BB9-E82C-4922-9173-EAD8213E3E24}" type="presOf" srcId="{5E04D6C9-C8C4-402B-A3A8-3CD809E753B3}" destId="{0078FD6F-3D4E-4442-9152-A56F30AFBFAD}" srcOrd="0" destOrd="0" presId="urn:microsoft.com/office/officeart/2005/8/layout/orgChart1"/>
    <dgm:cxn modelId="{E87F9BD1-7775-4BF3-A74C-AD069B8520B7}" type="presOf" srcId="{61EA6D32-E88D-4AE8-8270-57BB80DC07D6}" destId="{820B5A2C-266B-4368-864B-03203742A504}" srcOrd="1" destOrd="0" presId="urn:microsoft.com/office/officeart/2005/8/layout/orgChart1"/>
    <dgm:cxn modelId="{C56A7C5D-2028-4A94-B8EB-491F95CE6D48}" type="presOf" srcId="{7BB8EEA8-1F98-4EE6-BC2F-975852667F27}" destId="{CAC1EAD6-584C-4B32-9184-7D0F38733AF5}" srcOrd="0" destOrd="0" presId="urn:microsoft.com/office/officeart/2005/8/layout/orgChart1"/>
    <dgm:cxn modelId="{16226F91-BE57-420B-94D3-CB2E517008B5}" srcId="{50A55796-AE30-4E4E-9287-FC9CFC77E415}" destId="{8E316A41-EA64-4B3E-9210-90AC30397503}" srcOrd="0" destOrd="0" parTransId="{FD12F3CB-1BE4-4865-8220-5262B247CC2D}" sibTransId="{BCB494CE-4D1E-48C0-ACC3-22B68E0E50A8}"/>
    <dgm:cxn modelId="{5187A483-348D-4B91-970E-4CFD32852B31}" srcId="{208676F1-ED07-41B1-AC9A-058E666D3214}" destId="{2B16CB8F-CC34-49B8-8E1D-4CFACC9D4DB7}" srcOrd="0" destOrd="0" parTransId="{788F2FAC-B0B9-43CC-86D1-33B60F67BBFA}" sibTransId="{A69218FB-36AE-4B13-83CA-185013678063}"/>
    <dgm:cxn modelId="{F7FB1182-48BB-4E27-AADA-5955C558DB5A}" type="presOf" srcId="{1ECBEA8B-33AE-4305-907A-ADE1E894391A}" destId="{F359E6A5-EC82-46AB-997B-BB0C483ADF5C}" srcOrd="0" destOrd="0" presId="urn:microsoft.com/office/officeart/2005/8/layout/orgChart1"/>
    <dgm:cxn modelId="{F03C3EA3-5514-44C5-809C-EBE4A9245576}" type="presOf" srcId="{AB9FB7D5-A31B-474F-B190-7EC42FF8B5C6}" destId="{4463AF71-7802-4348-B81A-4EF41AB66401}" srcOrd="0" destOrd="0" presId="urn:microsoft.com/office/officeart/2005/8/layout/orgChart1"/>
    <dgm:cxn modelId="{9B02CB19-7249-4018-8875-5625C7B179EE}" type="presOf" srcId="{BBB3EE7F-3178-4B63-8AA5-C1EC0AB71B06}" destId="{FC3CB75B-4F69-4F96-80A3-A685713AE1AD}" srcOrd="0" destOrd="0" presId="urn:microsoft.com/office/officeart/2005/8/layout/orgChart1"/>
    <dgm:cxn modelId="{E8CA261A-B4D3-41F7-BA0B-FAC55A3D657B}" type="presOf" srcId="{FC9E6A4F-8FA7-4BA1-A29B-E4436C956CFF}" destId="{B37BBD88-055F-43E1-A533-7D1994B0EB8A}" srcOrd="0" destOrd="0" presId="urn:microsoft.com/office/officeart/2005/8/layout/orgChart1"/>
    <dgm:cxn modelId="{3F5F5D3F-6092-4BCA-A390-72802F123DA3}" type="presOf" srcId="{BA7285D7-F0DA-4439-B262-77F9698D8554}" destId="{C10A72A1-4B81-4C0E-BE63-7FFB730EA359}" srcOrd="1" destOrd="0" presId="urn:microsoft.com/office/officeart/2005/8/layout/orgChart1"/>
    <dgm:cxn modelId="{8A6920E9-9CCC-49A1-8C06-CDC3FF546570}" type="presOf" srcId="{DDB5C855-595A-456B-92A0-1160DF5C3D01}" destId="{0A691BC4-7317-4E91-8CA5-F71648529AD2}" srcOrd="0" destOrd="0" presId="urn:microsoft.com/office/officeart/2005/8/layout/orgChart1"/>
    <dgm:cxn modelId="{813F10C9-A736-427F-81E6-DB4408FE9A6E}" type="presOf" srcId="{11FB745A-A1C9-49DE-84CF-EE2DCD630811}" destId="{B2F3467D-E1D6-4F6A-B569-0470AD9D491C}" srcOrd="1" destOrd="0" presId="urn:microsoft.com/office/officeart/2005/8/layout/orgChart1"/>
    <dgm:cxn modelId="{2BCC72E0-CBE9-45A8-9C3B-258DD6D36FA1}" srcId="{8E316A41-EA64-4B3E-9210-90AC30397503}" destId="{208676F1-ED07-41B1-AC9A-058E666D3214}" srcOrd="1" destOrd="0" parTransId="{7BB8EEA8-1F98-4EE6-BC2F-975852667F27}" sibTransId="{1DB9D526-5431-4F36-8270-335FCD7A9992}"/>
    <dgm:cxn modelId="{E7F4318D-C8FF-43CF-9C8B-ED7E64C70D44}" srcId="{11FB745A-A1C9-49DE-84CF-EE2DCD630811}" destId="{0582D2CA-641C-48E5-B318-E97A062FE86A}" srcOrd="0" destOrd="0" parTransId="{30BB04D8-902B-463B-95D0-55205F89188D}" sibTransId="{7A4BB602-94B7-4BFD-B9D5-FD5B7815D682}"/>
    <dgm:cxn modelId="{AD630A4F-6F2B-4AF7-B717-ECFF5E5BD435}" srcId="{11FB745A-A1C9-49DE-84CF-EE2DCD630811}" destId="{BA7285D7-F0DA-4439-B262-77F9698D8554}" srcOrd="2" destOrd="0" parTransId="{50A0FBD7-33C9-4853-84AA-3D44C46EE563}" sibTransId="{47FDB6CC-6260-43E5-8765-B7603B63F93D}"/>
    <dgm:cxn modelId="{E4B7E62E-B26A-45A0-AD7E-B50C76353EE4}" srcId="{8E316A41-EA64-4B3E-9210-90AC30397503}" destId="{11FB745A-A1C9-49DE-84CF-EE2DCD630811}" srcOrd="0" destOrd="0" parTransId="{1ECBEA8B-33AE-4305-907A-ADE1E894391A}" sibTransId="{B4BD93F7-4A7B-4079-9C28-21205CDBEE36}"/>
    <dgm:cxn modelId="{0947CFD8-80E7-4729-91AA-1728149CAE91}" type="presOf" srcId="{11FB745A-A1C9-49DE-84CF-EE2DCD630811}" destId="{86C10C10-4884-467D-8F77-FE414324BE6F}" srcOrd="0" destOrd="0" presId="urn:microsoft.com/office/officeart/2005/8/layout/orgChart1"/>
    <dgm:cxn modelId="{B84B7EA8-9A88-4690-9484-95049E4DB4E9}" type="presOf" srcId="{2B16CB8F-CC34-49B8-8E1D-4CFACC9D4DB7}" destId="{AE85A467-E918-427F-8CE0-C9D8E8FBA0A2}" srcOrd="0" destOrd="0" presId="urn:microsoft.com/office/officeart/2005/8/layout/orgChart1"/>
    <dgm:cxn modelId="{ADFC5284-27F4-4AAA-99B2-0C503CAD98AC}" type="presOf" srcId="{30BB04D8-902B-463B-95D0-55205F89188D}" destId="{B57768CF-8494-4923-9844-9A5A5F305265}" srcOrd="0" destOrd="0" presId="urn:microsoft.com/office/officeart/2005/8/layout/orgChart1"/>
    <dgm:cxn modelId="{6A112DD1-DCEF-4009-A2D4-C4F4643C0D46}" type="presOf" srcId="{788F2FAC-B0B9-43CC-86D1-33B60F67BBFA}" destId="{CD350EE3-1797-451A-816F-3CF428C80D11}" srcOrd="0" destOrd="0" presId="urn:microsoft.com/office/officeart/2005/8/layout/orgChart1"/>
    <dgm:cxn modelId="{4CEBCAA1-105F-44E4-85B6-C0456F40E99D}" type="presOf" srcId="{208676F1-ED07-41B1-AC9A-058E666D3214}" destId="{FD3A9B3E-22E8-4EF6-88A9-E8CD17A8D2CC}" srcOrd="1" destOrd="0" presId="urn:microsoft.com/office/officeart/2005/8/layout/orgChart1"/>
    <dgm:cxn modelId="{72FB1FF6-CAE7-4DBE-A38C-F2D17A34DF0B}" type="presOf" srcId="{3BCA27D4-48B4-49AE-8046-D3245518BB59}" destId="{FBB45461-F0B4-4EBB-95EC-2A4863F3CCEB}" srcOrd="1" destOrd="0" presId="urn:microsoft.com/office/officeart/2005/8/layout/orgChart1"/>
    <dgm:cxn modelId="{0D24DF11-0972-4B35-A0F7-B52E57CB4425}" srcId="{208676F1-ED07-41B1-AC9A-058E666D3214}" destId="{B695E296-5500-4E3A-9670-F5A61BE5A1C4}" srcOrd="2" destOrd="0" parTransId="{880E9434-EC5D-491E-91A2-0C6B036DEC96}" sibTransId="{82656D72-D0A3-41B5-9C4D-E9098DAC3C57}"/>
    <dgm:cxn modelId="{70B616A8-C4DF-4A0C-9BCA-88A07BB98C59}" srcId="{11FB745A-A1C9-49DE-84CF-EE2DCD630811}" destId="{43D7B135-7508-4BC3-B862-57D424FFDB6D}" srcOrd="3" destOrd="0" parTransId="{210E65CD-B174-480B-862F-72A2A4E1E9C9}" sibTransId="{5AE1876B-F744-4F95-AE2E-2DC847365047}"/>
    <dgm:cxn modelId="{446C4D9E-65B2-423E-B886-5674FB2A74DD}" type="presOf" srcId="{B695E296-5500-4E3A-9670-F5A61BE5A1C4}" destId="{BED4359D-66C4-41EA-8220-A9E66C8A7A59}" srcOrd="1" destOrd="0" presId="urn:microsoft.com/office/officeart/2005/8/layout/orgChart1"/>
    <dgm:cxn modelId="{437F2BF9-822B-4162-9E98-225BF536D75E}" type="presOf" srcId="{8E316A41-EA64-4B3E-9210-90AC30397503}" destId="{EB250E36-6DAC-44D5-82B8-6112F63AF507}" srcOrd="1" destOrd="0" presId="urn:microsoft.com/office/officeart/2005/8/layout/orgChart1"/>
    <dgm:cxn modelId="{66258878-F456-45ED-BDB2-1E7863F0C13E}" type="presOf" srcId="{880E9434-EC5D-491E-91A2-0C6B036DEC96}" destId="{265853A2-CC4C-4158-9F6C-6217BABBE4A0}" srcOrd="0" destOrd="0" presId="urn:microsoft.com/office/officeart/2005/8/layout/orgChart1"/>
    <dgm:cxn modelId="{186054E1-F042-4401-8D29-68294BF3048F}" type="presOf" srcId="{DFC6900E-8250-4177-9F99-FF9A2170A0BD}" destId="{2FCA2B8B-4CC0-4053-8DD4-C7EA0661F0A6}" srcOrd="0" destOrd="0" presId="urn:microsoft.com/office/officeart/2005/8/layout/orgChart1"/>
    <dgm:cxn modelId="{7F9154EA-76A4-421F-8764-6D810E547402}" type="presOf" srcId="{61EA6D32-E88D-4AE8-8270-57BB80DC07D6}" destId="{45AF5C4C-6DED-40B4-B9CA-F7BFC3783D1E}" srcOrd="0" destOrd="0" presId="urn:microsoft.com/office/officeart/2005/8/layout/orgChart1"/>
    <dgm:cxn modelId="{5846F480-18F6-4660-944D-62183743FB77}" type="presOf" srcId="{D7BB6299-6183-49E5-81E7-4CDA3D73AE81}" destId="{39D3D49B-F660-4549-A7C9-0D636EF63CF1}" srcOrd="1" destOrd="0" presId="urn:microsoft.com/office/officeart/2005/8/layout/orgChart1"/>
    <dgm:cxn modelId="{836E3500-498A-4393-8155-95FC0A0EDDA4}" type="presOf" srcId="{0582D2CA-641C-48E5-B318-E97A062FE86A}" destId="{E38827CD-2395-459B-B4CB-24DBD6B63F87}" srcOrd="1" destOrd="0" presId="urn:microsoft.com/office/officeart/2005/8/layout/orgChart1"/>
    <dgm:cxn modelId="{DFC93146-1096-49BA-9867-F215084E0415}" type="presParOf" srcId="{31F9C43B-7E66-4007-9824-2189978C5A1C}" destId="{89340B5F-00FC-45B7-9030-6E40345306ED}" srcOrd="0" destOrd="0" presId="urn:microsoft.com/office/officeart/2005/8/layout/orgChart1"/>
    <dgm:cxn modelId="{8E0CA27F-4323-4E8F-89C4-BABDD1404249}" type="presParOf" srcId="{89340B5F-00FC-45B7-9030-6E40345306ED}" destId="{9614E199-9DA1-4324-9D97-F24651B4C9D9}" srcOrd="0" destOrd="0" presId="urn:microsoft.com/office/officeart/2005/8/layout/orgChart1"/>
    <dgm:cxn modelId="{52E3B770-E130-47ED-B63A-19B46EC48470}" type="presParOf" srcId="{9614E199-9DA1-4324-9D97-F24651B4C9D9}" destId="{A0CDC75A-0D0B-42F5-ABAD-1DC65BABD0EE}" srcOrd="0" destOrd="0" presId="urn:microsoft.com/office/officeart/2005/8/layout/orgChart1"/>
    <dgm:cxn modelId="{F7544989-B64C-4B5D-B841-1C1BB861707A}" type="presParOf" srcId="{9614E199-9DA1-4324-9D97-F24651B4C9D9}" destId="{EB250E36-6DAC-44D5-82B8-6112F63AF507}" srcOrd="1" destOrd="0" presId="urn:microsoft.com/office/officeart/2005/8/layout/orgChart1"/>
    <dgm:cxn modelId="{7EEF5234-58C3-4A78-8EE1-7E3E1BD1D35E}" type="presParOf" srcId="{89340B5F-00FC-45B7-9030-6E40345306ED}" destId="{34A1BA80-7BB9-4B3F-9C3E-EBCB41D8E867}" srcOrd="1" destOrd="0" presId="urn:microsoft.com/office/officeart/2005/8/layout/orgChart1"/>
    <dgm:cxn modelId="{4C2C47B9-15E7-45B9-A32F-289CE48E432A}" type="presParOf" srcId="{34A1BA80-7BB9-4B3F-9C3E-EBCB41D8E867}" destId="{F359E6A5-EC82-46AB-997B-BB0C483ADF5C}" srcOrd="0" destOrd="0" presId="urn:microsoft.com/office/officeart/2005/8/layout/orgChart1"/>
    <dgm:cxn modelId="{A3A0BAB2-7798-45D2-A5FC-2B79A95403A2}" type="presParOf" srcId="{34A1BA80-7BB9-4B3F-9C3E-EBCB41D8E867}" destId="{877455B4-A580-40C7-9FE2-5199ED05DAA4}" srcOrd="1" destOrd="0" presId="urn:microsoft.com/office/officeart/2005/8/layout/orgChart1"/>
    <dgm:cxn modelId="{2674017B-C000-4DA1-86C9-58186510A35B}" type="presParOf" srcId="{877455B4-A580-40C7-9FE2-5199ED05DAA4}" destId="{38CDC813-DC94-49D7-B99C-7E7D36F98CE7}" srcOrd="0" destOrd="0" presId="urn:microsoft.com/office/officeart/2005/8/layout/orgChart1"/>
    <dgm:cxn modelId="{6DACEE70-837A-4B0C-A463-9D243A5EE999}" type="presParOf" srcId="{38CDC813-DC94-49D7-B99C-7E7D36F98CE7}" destId="{86C10C10-4884-467D-8F77-FE414324BE6F}" srcOrd="0" destOrd="0" presId="urn:microsoft.com/office/officeart/2005/8/layout/orgChart1"/>
    <dgm:cxn modelId="{30F72AF3-0D33-4517-B208-305DD1B0643E}" type="presParOf" srcId="{38CDC813-DC94-49D7-B99C-7E7D36F98CE7}" destId="{B2F3467D-E1D6-4F6A-B569-0470AD9D491C}" srcOrd="1" destOrd="0" presId="urn:microsoft.com/office/officeart/2005/8/layout/orgChart1"/>
    <dgm:cxn modelId="{D07F5847-2C92-49BD-B2A2-CCD1685FC79C}" type="presParOf" srcId="{877455B4-A580-40C7-9FE2-5199ED05DAA4}" destId="{4F835B7C-7943-4822-8012-8D2D92218BF9}" srcOrd="1" destOrd="0" presId="urn:microsoft.com/office/officeart/2005/8/layout/orgChart1"/>
    <dgm:cxn modelId="{A6BE40FD-B3DF-4915-8B0D-CD354B3B0786}" type="presParOf" srcId="{4F835B7C-7943-4822-8012-8D2D92218BF9}" destId="{B57768CF-8494-4923-9844-9A5A5F305265}" srcOrd="0" destOrd="0" presId="urn:microsoft.com/office/officeart/2005/8/layout/orgChart1"/>
    <dgm:cxn modelId="{B1F313DE-0DD0-4523-AC68-576BB407FEC6}" type="presParOf" srcId="{4F835B7C-7943-4822-8012-8D2D92218BF9}" destId="{CF83ECE5-91DA-4F38-9446-1A84F1AF997C}" srcOrd="1" destOrd="0" presId="urn:microsoft.com/office/officeart/2005/8/layout/orgChart1"/>
    <dgm:cxn modelId="{4A90900F-96F8-4640-B204-64DBA19F6E9D}" type="presParOf" srcId="{CF83ECE5-91DA-4F38-9446-1A84F1AF997C}" destId="{FBA2E482-BB8B-4A83-9B01-9DA3CAB9C42A}" srcOrd="0" destOrd="0" presId="urn:microsoft.com/office/officeart/2005/8/layout/orgChart1"/>
    <dgm:cxn modelId="{F6AF8B81-46E2-46BA-81C4-8CAE5EB5677C}" type="presParOf" srcId="{FBA2E482-BB8B-4A83-9B01-9DA3CAB9C42A}" destId="{0C99CB72-8214-451D-B064-AA66E52D5119}" srcOrd="0" destOrd="0" presId="urn:microsoft.com/office/officeart/2005/8/layout/orgChart1"/>
    <dgm:cxn modelId="{12409153-8288-4620-9868-6697E39472C2}" type="presParOf" srcId="{FBA2E482-BB8B-4A83-9B01-9DA3CAB9C42A}" destId="{E38827CD-2395-459B-B4CB-24DBD6B63F87}" srcOrd="1" destOrd="0" presId="urn:microsoft.com/office/officeart/2005/8/layout/orgChart1"/>
    <dgm:cxn modelId="{CC0D5349-C327-42D7-B151-4ECA4B9AEFD9}" type="presParOf" srcId="{CF83ECE5-91DA-4F38-9446-1A84F1AF997C}" destId="{EAF3635F-6547-40B7-A249-48F391050ECA}" srcOrd="1" destOrd="0" presId="urn:microsoft.com/office/officeart/2005/8/layout/orgChart1"/>
    <dgm:cxn modelId="{BBD5668D-BBCC-4F7B-964D-5F85E656E767}" type="presParOf" srcId="{CF83ECE5-91DA-4F38-9446-1A84F1AF997C}" destId="{411161F4-50EA-48BB-AB91-FF418C9C079C}" srcOrd="2" destOrd="0" presId="urn:microsoft.com/office/officeart/2005/8/layout/orgChart1"/>
    <dgm:cxn modelId="{D779493C-BD04-4572-AF07-4752DD768EE6}" type="presParOf" srcId="{4F835B7C-7943-4822-8012-8D2D92218BF9}" destId="{0A691BC4-7317-4E91-8CA5-F71648529AD2}" srcOrd="2" destOrd="0" presId="urn:microsoft.com/office/officeart/2005/8/layout/orgChart1"/>
    <dgm:cxn modelId="{9F69474D-6836-4922-8926-F9B39542FD26}" type="presParOf" srcId="{4F835B7C-7943-4822-8012-8D2D92218BF9}" destId="{A137AE3B-271C-406B-9EB3-1565FD37C7E2}" srcOrd="3" destOrd="0" presId="urn:microsoft.com/office/officeart/2005/8/layout/orgChart1"/>
    <dgm:cxn modelId="{9399EF53-0D4C-4A77-8241-470F49023B36}" type="presParOf" srcId="{A137AE3B-271C-406B-9EB3-1565FD37C7E2}" destId="{F1E5C8C7-AE5D-42B8-AC27-CC14E328D5B6}" srcOrd="0" destOrd="0" presId="urn:microsoft.com/office/officeart/2005/8/layout/orgChart1"/>
    <dgm:cxn modelId="{3754C968-9DFE-4634-A308-C1EFAF6D47CD}" type="presParOf" srcId="{F1E5C8C7-AE5D-42B8-AC27-CC14E328D5B6}" destId="{45AF5C4C-6DED-40B4-B9CA-F7BFC3783D1E}" srcOrd="0" destOrd="0" presId="urn:microsoft.com/office/officeart/2005/8/layout/orgChart1"/>
    <dgm:cxn modelId="{8FA5DEE0-907F-45DE-959E-213414B64CFE}" type="presParOf" srcId="{F1E5C8C7-AE5D-42B8-AC27-CC14E328D5B6}" destId="{820B5A2C-266B-4368-864B-03203742A504}" srcOrd="1" destOrd="0" presId="urn:microsoft.com/office/officeart/2005/8/layout/orgChart1"/>
    <dgm:cxn modelId="{7B5BFBC7-7A62-495A-8CCE-162F9AD29DB2}" type="presParOf" srcId="{A137AE3B-271C-406B-9EB3-1565FD37C7E2}" destId="{0D7CFCBD-FDE7-4612-B32E-E981550E53FB}" srcOrd="1" destOrd="0" presId="urn:microsoft.com/office/officeart/2005/8/layout/orgChart1"/>
    <dgm:cxn modelId="{BBFEA3B4-07CD-495A-BA39-09E68F820492}" type="presParOf" srcId="{A137AE3B-271C-406B-9EB3-1565FD37C7E2}" destId="{6A642E79-DF29-43C8-8531-38E2A3E5913D}" srcOrd="2" destOrd="0" presId="urn:microsoft.com/office/officeart/2005/8/layout/orgChart1"/>
    <dgm:cxn modelId="{864DF8F6-4CF9-4ED1-B380-3E59ED422F5A}" type="presParOf" srcId="{4F835B7C-7943-4822-8012-8D2D92218BF9}" destId="{071F18BD-41ED-4E60-AE74-D9DDCD580DDC}" srcOrd="4" destOrd="0" presId="urn:microsoft.com/office/officeart/2005/8/layout/orgChart1"/>
    <dgm:cxn modelId="{750DB1B5-13BE-44BC-967A-75F02B36433E}" type="presParOf" srcId="{4F835B7C-7943-4822-8012-8D2D92218BF9}" destId="{2E0D7647-C5BD-4FE9-9367-69722546E970}" srcOrd="5" destOrd="0" presId="urn:microsoft.com/office/officeart/2005/8/layout/orgChart1"/>
    <dgm:cxn modelId="{C0CF6227-4642-49C6-9F69-19A9CB217DAB}" type="presParOf" srcId="{2E0D7647-C5BD-4FE9-9367-69722546E970}" destId="{A423DC72-D798-4BFF-A132-9FC0E001F572}" srcOrd="0" destOrd="0" presId="urn:microsoft.com/office/officeart/2005/8/layout/orgChart1"/>
    <dgm:cxn modelId="{0C2AD250-E068-4C14-BCC8-6491C49E77D0}" type="presParOf" srcId="{A423DC72-D798-4BFF-A132-9FC0E001F572}" destId="{33157804-2C22-45DE-A9E2-999971514DA4}" srcOrd="0" destOrd="0" presId="urn:microsoft.com/office/officeart/2005/8/layout/orgChart1"/>
    <dgm:cxn modelId="{71018954-F384-4EAF-A22B-7C5245760092}" type="presParOf" srcId="{A423DC72-D798-4BFF-A132-9FC0E001F572}" destId="{C10A72A1-4B81-4C0E-BE63-7FFB730EA359}" srcOrd="1" destOrd="0" presId="urn:microsoft.com/office/officeart/2005/8/layout/orgChart1"/>
    <dgm:cxn modelId="{864E8283-89CA-4DAB-9090-03158A4EC3B3}" type="presParOf" srcId="{2E0D7647-C5BD-4FE9-9367-69722546E970}" destId="{CF9E7C26-0085-4693-86A4-C5C2DD8863DE}" srcOrd="1" destOrd="0" presId="urn:microsoft.com/office/officeart/2005/8/layout/orgChart1"/>
    <dgm:cxn modelId="{456DB2D5-A556-4115-8536-44B00EBC4665}" type="presParOf" srcId="{2E0D7647-C5BD-4FE9-9367-69722546E970}" destId="{4E39241A-30EA-4BD9-B893-99C3E5795426}" srcOrd="2" destOrd="0" presId="urn:microsoft.com/office/officeart/2005/8/layout/orgChart1"/>
    <dgm:cxn modelId="{A21E1110-CA0C-4907-AB36-F1B9AC5003CC}" type="presParOf" srcId="{4F835B7C-7943-4822-8012-8D2D92218BF9}" destId="{98D9EF24-060A-43A4-9332-7B68E940686C}" srcOrd="6" destOrd="0" presId="urn:microsoft.com/office/officeart/2005/8/layout/orgChart1"/>
    <dgm:cxn modelId="{A51D92A3-2D06-4CB4-AADF-DFC32D513794}" type="presParOf" srcId="{4F835B7C-7943-4822-8012-8D2D92218BF9}" destId="{08EA169A-EB7D-4515-8B99-BD88B8FE221F}" srcOrd="7" destOrd="0" presId="urn:microsoft.com/office/officeart/2005/8/layout/orgChart1"/>
    <dgm:cxn modelId="{D157B91C-E44D-4391-A925-B574B0CB68CF}" type="presParOf" srcId="{08EA169A-EB7D-4515-8B99-BD88B8FE221F}" destId="{5A0402EB-2765-405A-99B9-5A0035E823E7}" srcOrd="0" destOrd="0" presId="urn:microsoft.com/office/officeart/2005/8/layout/orgChart1"/>
    <dgm:cxn modelId="{5D028847-89CA-438F-A3F3-CEDE3DF058A8}" type="presParOf" srcId="{5A0402EB-2765-405A-99B9-5A0035E823E7}" destId="{28E952B1-B363-4FB7-86E8-836AFBA9CE93}" srcOrd="0" destOrd="0" presId="urn:microsoft.com/office/officeart/2005/8/layout/orgChart1"/>
    <dgm:cxn modelId="{AA418315-B58F-49E6-BE6F-60E63108D7DB}" type="presParOf" srcId="{5A0402EB-2765-405A-99B9-5A0035E823E7}" destId="{6B40B062-C804-458C-84B7-5FFDFFF11D13}" srcOrd="1" destOrd="0" presId="urn:microsoft.com/office/officeart/2005/8/layout/orgChart1"/>
    <dgm:cxn modelId="{526460B1-20F9-4D69-A13D-2FD906E618C5}" type="presParOf" srcId="{08EA169A-EB7D-4515-8B99-BD88B8FE221F}" destId="{B6DBE535-D7DC-4F18-8447-A7C3DDD7F16E}" srcOrd="1" destOrd="0" presId="urn:microsoft.com/office/officeart/2005/8/layout/orgChart1"/>
    <dgm:cxn modelId="{7E05281C-FCE0-406C-BAD9-D444B64532C2}" type="presParOf" srcId="{08EA169A-EB7D-4515-8B99-BD88B8FE221F}" destId="{975F6461-E76E-4F84-9660-8478968450C9}" srcOrd="2" destOrd="0" presId="urn:microsoft.com/office/officeart/2005/8/layout/orgChart1"/>
    <dgm:cxn modelId="{3C32DA03-77CE-45E7-A8CD-30D05CFA3094}" type="presParOf" srcId="{4F835B7C-7943-4822-8012-8D2D92218BF9}" destId="{4463AF71-7802-4348-B81A-4EF41AB66401}" srcOrd="8" destOrd="0" presId="urn:microsoft.com/office/officeart/2005/8/layout/orgChart1"/>
    <dgm:cxn modelId="{9122B346-C641-4A1C-A8E8-9FE319487D98}" type="presParOf" srcId="{4F835B7C-7943-4822-8012-8D2D92218BF9}" destId="{62301AAF-183C-4744-9814-BE305307AB88}" srcOrd="9" destOrd="0" presId="urn:microsoft.com/office/officeart/2005/8/layout/orgChart1"/>
    <dgm:cxn modelId="{83AB9468-2A52-4B21-8978-24F716B2F75F}" type="presParOf" srcId="{62301AAF-183C-4744-9814-BE305307AB88}" destId="{C5255069-E2B9-4C40-A5CB-D061936CF284}" srcOrd="0" destOrd="0" presId="urn:microsoft.com/office/officeart/2005/8/layout/orgChart1"/>
    <dgm:cxn modelId="{1C7A27AB-FE3E-473E-8107-422DC8729EB8}" type="presParOf" srcId="{C5255069-E2B9-4C40-A5CB-D061936CF284}" destId="{FC3CB75B-4F69-4F96-80A3-A685713AE1AD}" srcOrd="0" destOrd="0" presId="urn:microsoft.com/office/officeart/2005/8/layout/orgChart1"/>
    <dgm:cxn modelId="{C7F0C9BE-4337-4648-967B-04C1069A4513}" type="presParOf" srcId="{C5255069-E2B9-4C40-A5CB-D061936CF284}" destId="{1E25930D-6381-4D94-9505-D4752C301211}" srcOrd="1" destOrd="0" presId="urn:microsoft.com/office/officeart/2005/8/layout/orgChart1"/>
    <dgm:cxn modelId="{51847123-432F-4873-91C2-E0CFB66326A9}" type="presParOf" srcId="{62301AAF-183C-4744-9814-BE305307AB88}" destId="{99DBB400-1599-4D7E-BF62-AD5B5A649F84}" srcOrd="1" destOrd="0" presId="urn:microsoft.com/office/officeart/2005/8/layout/orgChart1"/>
    <dgm:cxn modelId="{F8B1860D-1EA2-48B3-BE85-129F6EBCB9E1}" type="presParOf" srcId="{62301AAF-183C-4744-9814-BE305307AB88}" destId="{CD44C7BE-54D9-49DC-8AB2-7143322C2A89}" srcOrd="2" destOrd="0" presId="urn:microsoft.com/office/officeart/2005/8/layout/orgChart1"/>
    <dgm:cxn modelId="{B366387F-D41D-4AD3-83DD-5791741BE96C}" type="presParOf" srcId="{877455B4-A580-40C7-9FE2-5199ED05DAA4}" destId="{99502B7E-99D0-4B96-9EAC-9EEDEC0B8EB5}" srcOrd="2" destOrd="0" presId="urn:microsoft.com/office/officeart/2005/8/layout/orgChart1"/>
    <dgm:cxn modelId="{E543EBC2-2651-4C10-9BA6-00CAB28E00F7}" type="presParOf" srcId="{34A1BA80-7BB9-4B3F-9C3E-EBCB41D8E867}" destId="{CAC1EAD6-584C-4B32-9184-7D0F38733AF5}" srcOrd="2" destOrd="0" presId="urn:microsoft.com/office/officeart/2005/8/layout/orgChart1"/>
    <dgm:cxn modelId="{8A5FE673-9A7A-41FD-B7B1-9B5E788CB03B}" type="presParOf" srcId="{34A1BA80-7BB9-4B3F-9C3E-EBCB41D8E867}" destId="{892BAD78-F6DE-4E36-A1F4-33BF8366D99D}" srcOrd="3" destOrd="0" presId="urn:microsoft.com/office/officeart/2005/8/layout/orgChart1"/>
    <dgm:cxn modelId="{9F2AA6EB-148D-46C6-986E-8DD807561244}" type="presParOf" srcId="{892BAD78-F6DE-4E36-A1F4-33BF8366D99D}" destId="{0EE6A996-013F-4A2A-9E57-70640A6BD446}" srcOrd="0" destOrd="0" presId="urn:microsoft.com/office/officeart/2005/8/layout/orgChart1"/>
    <dgm:cxn modelId="{2A44B6DA-379E-40C2-994B-60E91DC8D7B6}" type="presParOf" srcId="{0EE6A996-013F-4A2A-9E57-70640A6BD446}" destId="{EA82C448-533C-4067-B858-219E20459170}" srcOrd="0" destOrd="0" presId="urn:microsoft.com/office/officeart/2005/8/layout/orgChart1"/>
    <dgm:cxn modelId="{36BC762E-1082-4B7C-9C85-D54D25793B7D}" type="presParOf" srcId="{0EE6A996-013F-4A2A-9E57-70640A6BD446}" destId="{FD3A9B3E-22E8-4EF6-88A9-E8CD17A8D2CC}" srcOrd="1" destOrd="0" presId="urn:microsoft.com/office/officeart/2005/8/layout/orgChart1"/>
    <dgm:cxn modelId="{F1E5EBD3-9A3E-4B02-9243-6905678845B0}" type="presParOf" srcId="{892BAD78-F6DE-4E36-A1F4-33BF8366D99D}" destId="{B1A1278B-7901-45B7-A271-7245E33A9E79}" srcOrd="1" destOrd="0" presId="urn:microsoft.com/office/officeart/2005/8/layout/orgChart1"/>
    <dgm:cxn modelId="{EBD9F218-0F2E-402F-89AC-D014D9ADA2BD}" type="presParOf" srcId="{B1A1278B-7901-45B7-A271-7245E33A9E79}" destId="{CD350EE3-1797-451A-816F-3CF428C80D11}" srcOrd="0" destOrd="0" presId="urn:microsoft.com/office/officeart/2005/8/layout/orgChart1"/>
    <dgm:cxn modelId="{B7F59F3F-2106-4FE0-9D64-347AF573473A}" type="presParOf" srcId="{B1A1278B-7901-45B7-A271-7245E33A9E79}" destId="{8C014211-1170-4375-B646-1B6E61A0F639}" srcOrd="1" destOrd="0" presId="urn:microsoft.com/office/officeart/2005/8/layout/orgChart1"/>
    <dgm:cxn modelId="{7BFF20C7-A2DF-4744-B42D-E46292BBD09D}" type="presParOf" srcId="{8C014211-1170-4375-B646-1B6E61A0F639}" destId="{DF41FA69-3B10-494A-8B03-ACA20F618AC3}" srcOrd="0" destOrd="0" presId="urn:microsoft.com/office/officeart/2005/8/layout/orgChart1"/>
    <dgm:cxn modelId="{3FAE16B8-127A-43FD-939E-92B262121E49}" type="presParOf" srcId="{DF41FA69-3B10-494A-8B03-ACA20F618AC3}" destId="{AE85A467-E918-427F-8CE0-C9D8E8FBA0A2}" srcOrd="0" destOrd="0" presId="urn:microsoft.com/office/officeart/2005/8/layout/orgChart1"/>
    <dgm:cxn modelId="{CA92BE33-3782-48B4-87E2-9444632482A8}" type="presParOf" srcId="{DF41FA69-3B10-494A-8B03-ACA20F618AC3}" destId="{A79D45BC-40C7-43E4-9B76-5A6919748B46}" srcOrd="1" destOrd="0" presId="urn:microsoft.com/office/officeart/2005/8/layout/orgChart1"/>
    <dgm:cxn modelId="{777DEBF9-C39D-4432-9842-CDA3DAC79525}" type="presParOf" srcId="{8C014211-1170-4375-B646-1B6E61A0F639}" destId="{D5C3EAB8-DBB8-4994-943D-4304CDA9FC67}" srcOrd="1" destOrd="0" presId="urn:microsoft.com/office/officeart/2005/8/layout/orgChart1"/>
    <dgm:cxn modelId="{E3C698CE-F1E2-4C15-9315-3E04A760E19B}" type="presParOf" srcId="{8C014211-1170-4375-B646-1B6E61A0F639}" destId="{31A2291D-EE64-4C53-B06C-A026E4697CB3}" srcOrd="2" destOrd="0" presId="urn:microsoft.com/office/officeart/2005/8/layout/orgChart1"/>
    <dgm:cxn modelId="{0041F312-6662-451D-888B-7C6848D47BF4}" type="presParOf" srcId="{B1A1278B-7901-45B7-A271-7245E33A9E79}" destId="{B37BBD88-055F-43E1-A533-7D1994B0EB8A}" srcOrd="2" destOrd="0" presId="urn:microsoft.com/office/officeart/2005/8/layout/orgChart1"/>
    <dgm:cxn modelId="{2488DEC9-1820-4091-AE40-EBD9D9930B6F}" type="presParOf" srcId="{B1A1278B-7901-45B7-A271-7245E33A9E79}" destId="{C9780E4D-387F-4D3B-82E9-AA034AE885F3}" srcOrd="3" destOrd="0" presId="urn:microsoft.com/office/officeart/2005/8/layout/orgChart1"/>
    <dgm:cxn modelId="{6073FD22-6624-423C-8DD8-549E6CDC8CEF}" type="presParOf" srcId="{C9780E4D-387F-4D3B-82E9-AA034AE885F3}" destId="{EF146D8E-F0B0-4A10-962B-AD1A8307986A}" srcOrd="0" destOrd="0" presId="urn:microsoft.com/office/officeart/2005/8/layout/orgChart1"/>
    <dgm:cxn modelId="{FF3B2231-FCFF-4B3B-8A7F-F8C524C38F0D}" type="presParOf" srcId="{EF146D8E-F0B0-4A10-962B-AD1A8307986A}" destId="{92B9327F-4AEF-429D-8158-88990764AB61}" srcOrd="0" destOrd="0" presId="urn:microsoft.com/office/officeart/2005/8/layout/orgChart1"/>
    <dgm:cxn modelId="{CD1E8BA9-38C5-4702-9AD8-0F297C3C9F73}" type="presParOf" srcId="{EF146D8E-F0B0-4A10-962B-AD1A8307986A}" destId="{39D3D49B-F660-4549-A7C9-0D636EF63CF1}" srcOrd="1" destOrd="0" presId="urn:microsoft.com/office/officeart/2005/8/layout/orgChart1"/>
    <dgm:cxn modelId="{D2AE195B-A9F5-4FA7-8DFD-BCF1898C340A}" type="presParOf" srcId="{C9780E4D-387F-4D3B-82E9-AA034AE885F3}" destId="{7EB11B87-47D2-42D5-A62D-D783E75B0DED}" srcOrd="1" destOrd="0" presId="urn:microsoft.com/office/officeart/2005/8/layout/orgChart1"/>
    <dgm:cxn modelId="{38DC55D7-90C5-4235-9C7E-31AD6F1DB106}" type="presParOf" srcId="{C9780E4D-387F-4D3B-82E9-AA034AE885F3}" destId="{8D5A3DE9-10E0-45A8-98E4-C1646CB3FBF1}" srcOrd="2" destOrd="0" presId="urn:microsoft.com/office/officeart/2005/8/layout/orgChart1"/>
    <dgm:cxn modelId="{464C23C1-81C6-4F34-B833-A6BF89C5E295}" type="presParOf" srcId="{B1A1278B-7901-45B7-A271-7245E33A9E79}" destId="{265853A2-CC4C-4158-9F6C-6217BABBE4A0}" srcOrd="4" destOrd="0" presId="urn:microsoft.com/office/officeart/2005/8/layout/orgChart1"/>
    <dgm:cxn modelId="{D79179BB-B23B-439B-BF7C-0B1BDB8B9146}" type="presParOf" srcId="{B1A1278B-7901-45B7-A271-7245E33A9E79}" destId="{16B994F1-7236-40D8-86C4-B043DCDC9F93}" srcOrd="5" destOrd="0" presId="urn:microsoft.com/office/officeart/2005/8/layout/orgChart1"/>
    <dgm:cxn modelId="{4C7D8C9E-4A61-49F1-AFF2-9C46ACDD2CCE}" type="presParOf" srcId="{16B994F1-7236-40D8-86C4-B043DCDC9F93}" destId="{1F648792-D2A6-4752-A53E-FFF62636A895}" srcOrd="0" destOrd="0" presId="urn:microsoft.com/office/officeart/2005/8/layout/orgChart1"/>
    <dgm:cxn modelId="{C5FD5693-A93D-4872-AA38-4AF753709511}" type="presParOf" srcId="{1F648792-D2A6-4752-A53E-FFF62636A895}" destId="{20112344-39AD-40AC-9E3B-CE6ABBC82525}" srcOrd="0" destOrd="0" presId="urn:microsoft.com/office/officeart/2005/8/layout/orgChart1"/>
    <dgm:cxn modelId="{FF7F355F-83B9-4885-894E-0B3A5ACF32B4}" type="presParOf" srcId="{1F648792-D2A6-4752-A53E-FFF62636A895}" destId="{BED4359D-66C4-41EA-8220-A9E66C8A7A59}" srcOrd="1" destOrd="0" presId="urn:microsoft.com/office/officeart/2005/8/layout/orgChart1"/>
    <dgm:cxn modelId="{2ADBC057-6EF6-42CD-8F13-F03547F2A639}" type="presParOf" srcId="{16B994F1-7236-40D8-86C4-B043DCDC9F93}" destId="{473D00E7-7850-4ED0-A4FB-AA847668EE40}" srcOrd="1" destOrd="0" presId="urn:microsoft.com/office/officeart/2005/8/layout/orgChart1"/>
    <dgm:cxn modelId="{8690A23C-1B7E-4162-84B3-A7F1560F31A3}" type="presParOf" srcId="{16B994F1-7236-40D8-86C4-B043DCDC9F93}" destId="{546D5892-4CA3-4701-835B-FED9C8AEAD3B}" srcOrd="2" destOrd="0" presId="urn:microsoft.com/office/officeart/2005/8/layout/orgChart1"/>
    <dgm:cxn modelId="{68F387EF-79EE-4846-8B3C-3151FB362D60}" type="presParOf" srcId="{B1A1278B-7901-45B7-A271-7245E33A9E79}" destId="{5A26937A-77C8-4CF5-B55A-D1306A7A9C12}" srcOrd="6" destOrd="0" presId="urn:microsoft.com/office/officeart/2005/8/layout/orgChart1"/>
    <dgm:cxn modelId="{9B2EC02D-5251-4433-BBB4-7FC859FE0FBA}" type="presParOf" srcId="{B1A1278B-7901-45B7-A271-7245E33A9E79}" destId="{79EACB08-ACB6-48FB-8672-8E8D4F163F44}" srcOrd="7" destOrd="0" presId="urn:microsoft.com/office/officeart/2005/8/layout/orgChart1"/>
    <dgm:cxn modelId="{0F276441-6E22-43AF-97EA-746572E4F211}" type="presParOf" srcId="{79EACB08-ACB6-48FB-8672-8E8D4F163F44}" destId="{81496EB9-38E3-436F-91B0-86663A1478D0}" srcOrd="0" destOrd="0" presId="urn:microsoft.com/office/officeart/2005/8/layout/orgChart1"/>
    <dgm:cxn modelId="{2A50171C-D261-4C92-8A1B-5ECFEE2AAA53}" type="presParOf" srcId="{81496EB9-38E3-436F-91B0-86663A1478D0}" destId="{BEB9FEB9-3324-4141-84B6-24852CC09862}" srcOrd="0" destOrd="0" presId="urn:microsoft.com/office/officeart/2005/8/layout/orgChart1"/>
    <dgm:cxn modelId="{30AD8D1E-7DE8-4E62-A8D5-7AC39AD4670E}" type="presParOf" srcId="{81496EB9-38E3-436F-91B0-86663A1478D0}" destId="{FBB45461-F0B4-4EBB-95EC-2A4863F3CCEB}" srcOrd="1" destOrd="0" presId="urn:microsoft.com/office/officeart/2005/8/layout/orgChart1"/>
    <dgm:cxn modelId="{0D63DDB8-0EAE-40CF-AA5E-9285CA0D2EA2}" type="presParOf" srcId="{79EACB08-ACB6-48FB-8672-8E8D4F163F44}" destId="{AF166FD1-FBAA-4FA3-AC35-8E819F9B1FCD}" srcOrd="1" destOrd="0" presId="urn:microsoft.com/office/officeart/2005/8/layout/orgChart1"/>
    <dgm:cxn modelId="{C8C37E87-C46A-4B69-ABED-1103673EFE21}" type="presParOf" srcId="{79EACB08-ACB6-48FB-8672-8E8D4F163F44}" destId="{C00FA632-1687-4713-B540-895B2628E599}" srcOrd="2" destOrd="0" presId="urn:microsoft.com/office/officeart/2005/8/layout/orgChart1"/>
    <dgm:cxn modelId="{72EE6A82-A52C-4D9E-A2B9-23C43AA1EDD4}" type="presParOf" srcId="{B1A1278B-7901-45B7-A271-7245E33A9E79}" destId="{0078FD6F-3D4E-4442-9152-A56F30AFBFAD}" srcOrd="8" destOrd="0" presId="urn:microsoft.com/office/officeart/2005/8/layout/orgChart1"/>
    <dgm:cxn modelId="{E2C55DA3-864E-4005-8867-BA1AD2C98B60}" type="presParOf" srcId="{B1A1278B-7901-45B7-A271-7245E33A9E79}" destId="{7BF73222-76F0-40BF-AA32-EF64323FAB90}" srcOrd="9" destOrd="0" presId="urn:microsoft.com/office/officeart/2005/8/layout/orgChart1"/>
    <dgm:cxn modelId="{934FDB0A-C77F-40C8-B349-B55DDB638802}" type="presParOf" srcId="{7BF73222-76F0-40BF-AA32-EF64323FAB90}" destId="{0CFAC977-143D-4010-B075-DF53ED1E856E}" srcOrd="0" destOrd="0" presId="urn:microsoft.com/office/officeart/2005/8/layout/orgChart1"/>
    <dgm:cxn modelId="{5A42E1DB-A27D-4929-81BC-016296F7082F}" type="presParOf" srcId="{0CFAC977-143D-4010-B075-DF53ED1E856E}" destId="{2FCA2B8B-4CC0-4053-8DD4-C7EA0661F0A6}" srcOrd="0" destOrd="0" presId="urn:microsoft.com/office/officeart/2005/8/layout/orgChart1"/>
    <dgm:cxn modelId="{C196C9AB-CBDE-4961-A9BF-006F6A833E41}" type="presParOf" srcId="{0CFAC977-143D-4010-B075-DF53ED1E856E}" destId="{023FD18B-AA0E-41D8-806E-72A0D779C17A}" srcOrd="1" destOrd="0" presId="urn:microsoft.com/office/officeart/2005/8/layout/orgChart1"/>
    <dgm:cxn modelId="{49F68F1B-A415-4D16-9702-E4E781B7D2F5}" type="presParOf" srcId="{7BF73222-76F0-40BF-AA32-EF64323FAB90}" destId="{111815CF-8A71-4E05-8A6F-35B6CB72BA1D}" srcOrd="1" destOrd="0" presId="urn:microsoft.com/office/officeart/2005/8/layout/orgChart1"/>
    <dgm:cxn modelId="{2B752EB5-5F47-40D0-9EF3-435F5ACE93B8}" type="presParOf" srcId="{7BF73222-76F0-40BF-AA32-EF64323FAB90}" destId="{6BD3577D-E3C8-4D06-A81A-108B58C8FE2A}" srcOrd="2" destOrd="0" presId="urn:microsoft.com/office/officeart/2005/8/layout/orgChart1"/>
    <dgm:cxn modelId="{21B98EB9-81C2-4E4C-B5CD-C3B9C4D705BC}" type="presParOf" srcId="{892BAD78-F6DE-4E36-A1F4-33BF8366D99D}" destId="{4303BD59-2FB4-474D-BC96-C8F50B490484}" srcOrd="2" destOrd="0" presId="urn:microsoft.com/office/officeart/2005/8/layout/orgChart1"/>
    <dgm:cxn modelId="{5541B6DA-9A18-4AF9-BC79-B696EF790816}" type="presParOf" srcId="{89340B5F-00FC-45B7-9030-6E40345306ED}" destId="{1B334A6F-6C60-47C7-B319-E50B6E075297}"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90249D3-2621-4CD0-8AF7-333A78B168E5}" type="doc">
      <dgm:prSet loTypeId="urn:microsoft.com/office/officeart/2005/8/layout/vList2" loCatId="list" qsTypeId="urn:microsoft.com/office/officeart/2005/8/quickstyle/simple1" qsCatId="simple" csTypeId="urn:microsoft.com/office/officeart/2005/8/colors/colorful3" csCatId="colorful" phldr="1"/>
      <dgm:spPr/>
      <dgm:t>
        <a:bodyPr/>
        <a:lstStyle/>
        <a:p>
          <a:endParaRPr lang="en-IN"/>
        </a:p>
      </dgm:t>
    </dgm:pt>
    <dgm:pt modelId="{EDB40416-9172-4EF9-BAF0-A00AE9CE4E0C}">
      <dgm:prSet phldrT="[Text]"/>
      <dgm:spPr/>
      <dgm:t>
        <a:bodyPr/>
        <a:lstStyle/>
        <a:p>
          <a:pPr algn="just"/>
          <a:r>
            <a:rPr lang="en-US" dirty="0"/>
            <a:t>The component used to bind the target molecule</a:t>
          </a:r>
          <a:endParaRPr lang="en-IN" dirty="0"/>
        </a:p>
      </dgm:t>
    </dgm:pt>
    <dgm:pt modelId="{CE933D1B-62B8-4486-BA1E-96C8DA75D5A0}" type="parTrans" cxnId="{C9D48300-D40E-41A9-BD5E-0A3534B14F67}">
      <dgm:prSet/>
      <dgm:spPr/>
      <dgm:t>
        <a:bodyPr/>
        <a:lstStyle/>
        <a:p>
          <a:pPr algn="just"/>
          <a:endParaRPr lang="en-IN"/>
        </a:p>
      </dgm:t>
    </dgm:pt>
    <dgm:pt modelId="{79E8B074-E0FE-4E55-A32D-8A5FACCE2D82}" type="sibTrans" cxnId="{C9D48300-D40E-41A9-BD5E-0A3534B14F67}">
      <dgm:prSet/>
      <dgm:spPr/>
      <dgm:t>
        <a:bodyPr/>
        <a:lstStyle/>
        <a:p>
          <a:pPr algn="just"/>
          <a:endParaRPr lang="en-IN"/>
        </a:p>
      </dgm:t>
    </dgm:pt>
    <dgm:pt modelId="{C263A7DB-C8F6-4D03-A493-0D192F38CB8D}">
      <dgm:prSet phldrT="[Text]"/>
      <dgm:spPr/>
      <dgm:t>
        <a:bodyPr/>
        <a:lstStyle/>
        <a:p>
          <a:pPr algn="just"/>
          <a:r>
            <a:rPr lang="en-US" dirty="0"/>
            <a:t>Microorganism</a:t>
          </a:r>
          <a:endParaRPr lang="en-IN" dirty="0"/>
        </a:p>
      </dgm:t>
    </dgm:pt>
    <dgm:pt modelId="{661D060E-6872-4345-B2D7-D65A28960DF5}" type="parTrans" cxnId="{6CEBB1F3-9D5A-4F97-93CA-540DBEFE0E4A}">
      <dgm:prSet/>
      <dgm:spPr/>
      <dgm:t>
        <a:bodyPr/>
        <a:lstStyle/>
        <a:p>
          <a:pPr algn="just"/>
          <a:endParaRPr lang="en-IN"/>
        </a:p>
      </dgm:t>
    </dgm:pt>
    <dgm:pt modelId="{BF8CBE7B-B746-4095-AFE7-C47DB17E1B9D}" type="sibTrans" cxnId="{6CEBB1F3-9D5A-4F97-93CA-540DBEFE0E4A}">
      <dgm:prSet/>
      <dgm:spPr/>
      <dgm:t>
        <a:bodyPr/>
        <a:lstStyle/>
        <a:p>
          <a:pPr algn="just"/>
          <a:endParaRPr lang="en-IN"/>
        </a:p>
      </dgm:t>
    </dgm:pt>
    <dgm:pt modelId="{0BE3378E-83F4-47C3-8B82-1ABA22EC713B}">
      <dgm:prSet phldrT="[Text]"/>
      <dgm:spPr/>
      <dgm:t>
        <a:bodyPr/>
        <a:lstStyle/>
        <a:p>
          <a:pPr algn="just"/>
          <a:r>
            <a:rPr lang="en-US" dirty="0"/>
            <a:t>Must be highly specific, stable under storage conditions, and immobilized</a:t>
          </a:r>
          <a:endParaRPr lang="en-IN" dirty="0"/>
        </a:p>
      </dgm:t>
    </dgm:pt>
    <dgm:pt modelId="{FAA248C1-3265-414F-A1F8-5AB7967A31C6}" type="parTrans" cxnId="{DA9D5EA6-14EA-4B89-B8AE-0504EDC2F523}">
      <dgm:prSet/>
      <dgm:spPr/>
      <dgm:t>
        <a:bodyPr/>
        <a:lstStyle/>
        <a:p>
          <a:pPr algn="just"/>
          <a:endParaRPr lang="en-IN"/>
        </a:p>
      </dgm:t>
    </dgm:pt>
    <dgm:pt modelId="{AA943B23-70C0-4FCF-B2D2-9E2CA44423BF}" type="sibTrans" cxnId="{DA9D5EA6-14EA-4B89-B8AE-0504EDC2F523}">
      <dgm:prSet/>
      <dgm:spPr/>
      <dgm:t>
        <a:bodyPr/>
        <a:lstStyle/>
        <a:p>
          <a:pPr algn="just"/>
          <a:endParaRPr lang="en-IN"/>
        </a:p>
      </dgm:t>
    </dgm:pt>
    <dgm:pt modelId="{FAC5709E-B4E7-4E97-ADB9-E4F0108476F7}">
      <dgm:prSet phldrT="[Text]"/>
      <dgm:spPr/>
      <dgm:t>
        <a:bodyPr/>
        <a:lstStyle/>
        <a:p>
          <a:pPr algn="just"/>
          <a:r>
            <a:rPr lang="en-US" dirty="0"/>
            <a:t>Tissue</a:t>
          </a:r>
          <a:endParaRPr lang="en-IN" dirty="0"/>
        </a:p>
      </dgm:t>
    </dgm:pt>
    <dgm:pt modelId="{93EBE571-7954-4812-8E5D-9DBA52F3E6CE}" type="parTrans" cxnId="{54369634-A9BC-4F63-81F7-6CB11A1F0E2A}">
      <dgm:prSet/>
      <dgm:spPr/>
      <dgm:t>
        <a:bodyPr/>
        <a:lstStyle/>
        <a:p>
          <a:pPr algn="just"/>
          <a:endParaRPr lang="en-IN"/>
        </a:p>
      </dgm:t>
    </dgm:pt>
    <dgm:pt modelId="{75C1564B-7E63-4076-AE52-5BFECBD1C3D9}" type="sibTrans" cxnId="{54369634-A9BC-4F63-81F7-6CB11A1F0E2A}">
      <dgm:prSet/>
      <dgm:spPr/>
      <dgm:t>
        <a:bodyPr/>
        <a:lstStyle/>
        <a:p>
          <a:pPr algn="just"/>
          <a:endParaRPr lang="en-IN"/>
        </a:p>
      </dgm:t>
    </dgm:pt>
    <dgm:pt modelId="{1EAD3DFE-B322-4812-A24F-F0F00C8ECAB4}">
      <dgm:prSet phldrT="[Text]"/>
      <dgm:spPr/>
      <dgm:t>
        <a:bodyPr/>
        <a:lstStyle/>
        <a:p>
          <a:pPr algn="just"/>
          <a:r>
            <a:rPr lang="en-US" dirty="0"/>
            <a:t>Cell</a:t>
          </a:r>
          <a:endParaRPr lang="en-IN" dirty="0"/>
        </a:p>
      </dgm:t>
    </dgm:pt>
    <dgm:pt modelId="{84592C42-A16B-40EE-9BF4-C218E592E046}" type="parTrans" cxnId="{3E923E73-BACA-4AA0-9906-BF9BE63E79D6}">
      <dgm:prSet/>
      <dgm:spPr/>
      <dgm:t>
        <a:bodyPr/>
        <a:lstStyle/>
        <a:p>
          <a:pPr algn="just"/>
          <a:endParaRPr lang="en-IN"/>
        </a:p>
      </dgm:t>
    </dgm:pt>
    <dgm:pt modelId="{D21BDA10-806F-4B12-8D37-A3F5BEDA82B4}" type="sibTrans" cxnId="{3E923E73-BACA-4AA0-9906-BF9BE63E79D6}">
      <dgm:prSet/>
      <dgm:spPr/>
      <dgm:t>
        <a:bodyPr/>
        <a:lstStyle/>
        <a:p>
          <a:pPr algn="just"/>
          <a:endParaRPr lang="en-IN"/>
        </a:p>
      </dgm:t>
    </dgm:pt>
    <dgm:pt modelId="{C1F97BCC-CA05-47C8-A215-2F64687C8134}">
      <dgm:prSet phldrT="[Text]"/>
      <dgm:spPr/>
      <dgm:t>
        <a:bodyPr/>
        <a:lstStyle/>
        <a:p>
          <a:pPr algn="just"/>
          <a:r>
            <a:rPr lang="en-US" dirty="0"/>
            <a:t>Organelle</a:t>
          </a:r>
          <a:endParaRPr lang="en-IN" dirty="0"/>
        </a:p>
      </dgm:t>
    </dgm:pt>
    <dgm:pt modelId="{9E280184-807D-42A0-A8C2-47456CA8900F}" type="parTrans" cxnId="{CDDE734D-769A-4ABF-9895-572C1DEE99F2}">
      <dgm:prSet/>
      <dgm:spPr/>
      <dgm:t>
        <a:bodyPr/>
        <a:lstStyle/>
        <a:p>
          <a:pPr algn="just"/>
          <a:endParaRPr lang="en-IN"/>
        </a:p>
      </dgm:t>
    </dgm:pt>
    <dgm:pt modelId="{237B2672-E064-4DCB-99FE-2EDCE1D0BCAE}" type="sibTrans" cxnId="{CDDE734D-769A-4ABF-9895-572C1DEE99F2}">
      <dgm:prSet/>
      <dgm:spPr/>
      <dgm:t>
        <a:bodyPr/>
        <a:lstStyle/>
        <a:p>
          <a:pPr algn="just"/>
          <a:endParaRPr lang="en-IN"/>
        </a:p>
      </dgm:t>
    </dgm:pt>
    <dgm:pt modelId="{EAD91506-A527-4EA1-B842-88CE05FACD45}">
      <dgm:prSet phldrT="[Text]"/>
      <dgm:spPr/>
      <dgm:t>
        <a:bodyPr/>
        <a:lstStyle/>
        <a:p>
          <a:pPr algn="just"/>
          <a:r>
            <a:rPr lang="en-US" dirty="0"/>
            <a:t>Nucleic acid</a:t>
          </a:r>
          <a:endParaRPr lang="en-IN" dirty="0"/>
        </a:p>
      </dgm:t>
    </dgm:pt>
    <dgm:pt modelId="{948CD9C8-FD29-4803-96C4-3BA2FFFC8D1F}" type="parTrans" cxnId="{90E58BD1-1B5A-4002-B028-E29E72D677D3}">
      <dgm:prSet/>
      <dgm:spPr/>
      <dgm:t>
        <a:bodyPr/>
        <a:lstStyle/>
        <a:p>
          <a:pPr algn="just"/>
          <a:endParaRPr lang="en-IN"/>
        </a:p>
      </dgm:t>
    </dgm:pt>
    <dgm:pt modelId="{10795B3F-0D6C-4A9A-88E5-BD5E00B7A6AB}" type="sibTrans" cxnId="{90E58BD1-1B5A-4002-B028-E29E72D677D3}">
      <dgm:prSet/>
      <dgm:spPr/>
      <dgm:t>
        <a:bodyPr/>
        <a:lstStyle/>
        <a:p>
          <a:pPr algn="just"/>
          <a:endParaRPr lang="en-IN"/>
        </a:p>
      </dgm:t>
    </dgm:pt>
    <dgm:pt modelId="{0DE2FA00-B8B9-476F-99BE-12F5467C3C19}">
      <dgm:prSet phldrT="[Text]"/>
      <dgm:spPr/>
      <dgm:t>
        <a:bodyPr/>
        <a:lstStyle/>
        <a:p>
          <a:pPr algn="just"/>
          <a:r>
            <a:rPr lang="en-US" dirty="0"/>
            <a:t>Enzyme</a:t>
          </a:r>
          <a:endParaRPr lang="en-IN" dirty="0"/>
        </a:p>
      </dgm:t>
    </dgm:pt>
    <dgm:pt modelId="{0166F13A-987C-4BDC-9531-9D538E74588C}" type="parTrans" cxnId="{2C6EDD29-5627-4FFE-9354-8377036FBDC9}">
      <dgm:prSet/>
      <dgm:spPr/>
      <dgm:t>
        <a:bodyPr/>
        <a:lstStyle/>
        <a:p>
          <a:pPr algn="just"/>
          <a:endParaRPr lang="en-IN"/>
        </a:p>
      </dgm:t>
    </dgm:pt>
    <dgm:pt modelId="{CD392DEF-B255-4426-B2D8-A3FAE024092E}" type="sibTrans" cxnId="{2C6EDD29-5627-4FFE-9354-8377036FBDC9}">
      <dgm:prSet/>
      <dgm:spPr/>
      <dgm:t>
        <a:bodyPr/>
        <a:lstStyle/>
        <a:p>
          <a:pPr algn="just"/>
          <a:endParaRPr lang="en-IN"/>
        </a:p>
      </dgm:t>
    </dgm:pt>
    <dgm:pt modelId="{8BABB0FA-77B3-4C75-A001-32063B89947A}">
      <dgm:prSet phldrT="[Text]"/>
      <dgm:spPr/>
      <dgm:t>
        <a:bodyPr/>
        <a:lstStyle/>
        <a:p>
          <a:pPr algn="just"/>
          <a:r>
            <a:rPr lang="en-US" dirty="0"/>
            <a:t>Enzyme component</a:t>
          </a:r>
          <a:endParaRPr lang="en-IN" dirty="0"/>
        </a:p>
      </dgm:t>
    </dgm:pt>
    <dgm:pt modelId="{95D8B34E-35F2-4F95-9A4E-3B67BF5528C0}" type="parTrans" cxnId="{4B75F88F-E30F-46A4-BDDA-BFBF4DD2F6B5}">
      <dgm:prSet/>
      <dgm:spPr/>
      <dgm:t>
        <a:bodyPr/>
        <a:lstStyle/>
        <a:p>
          <a:pPr algn="just"/>
          <a:endParaRPr lang="en-IN"/>
        </a:p>
      </dgm:t>
    </dgm:pt>
    <dgm:pt modelId="{45AF4698-7235-4D84-A8F0-1A2E253A3E06}" type="sibTrans" cxnId="{4B75F88F-E30F-46A4-BDDA-BFBF4DD2F6B5}">
      <dgm:prSet/>
      <dgm:spPr/>
      <dgm:t>
        <a:bodyPr/>
        <a:lstStyle/>
        <a:p>
          <a:pPr algn="just"/>
          <a:endParaRPr lang="en-IN"/>
        </a:p>
      </dgm:t>
    </dgm:pt>
    <dgm:pt modelId="{57CFC105-397C-4D94-9F22-B873B043376A}">
      <dgm:prSet phldrT="[Text]"/>
      <dgm:spPr/>
      <dgm:t>
        <a:bodyPr/>
        <a:lstStyle/>
        <a:p>
          <a:pPr algn="just"/>
          <a:r>
            <a:rPr lang="en-US" dirty="0"/>
            <a:t>Receptor</a:t>
          </a:r>
          <a:endParaRPr lang="en-IN" dirty="0"/>
        </a:p>
      </dgm:t>
    </dgm:pt>
    <dgm:pt modelId="{E62DA50B-132D-400A-9370-567882979A6B}" type="parTrans" cxnId="{3DAF68DD-9462-4FD9-B23D-CF82E2F735B7}">
      <dgm:prSet/>
      <dgm:spPr/>
      <dgm:t>
        <a:bodyPr/>
        <a:lstStyle/>
        <a:p>
          <a:pPr algn="just"/>
          <a:endParaRPr lang="en-IN"/>
        </a:p>
      </dgm:t>
    </dgm:pt>
    <dgm:pt modelId="{EEAFB50B-82C1-4139-BD55-183DD72768FE}" type="sibTrans" cxnId="{3DAF68DD-9462-4FD9-B23D-CF82E2F735B7}">
      <dgm:prSet/>
      <dgm:spPr/>
      <dgm:t>
        <a:bodyPr/>
        <a:lstStyle/>
        <a:p>
          <a:pPr algn="just"/>
          <a:endParaRPr lang="en-IN"/>
        </a:p>
      </dgm:t>
    </dgm:pt>
    <dgm:pt modelId="{6CF8CAF1-CAC4-4D34-B0FB-5F5F179DC99D}">
      <dgm:prSet phldrT="[Text]"/>
      <dgm:spPr/>
      <dgm:t>
        <a:bodyPr/>
        <a:lstStyle/>
        <a:p>
          <a:pPr algn="just"/>
          <a:r>
            <a:rPr lang="en-US" dirty="0"/>
            <a:t>Antibody</a:t>
          </a:r>
          <a:endParaRPr lang="en-IN" dirty="0"/>
        </a:p>
      </dgm:t>
    </dgm:pt>
    <dgm:pt modelId="{EBB6BE97-254F-4375-97B5-7E3B947E4770}" type="parTrans" cxnId="{911972FA-E2AE-494C-9E6E-409080F9D23D}">
      <dgm:prSet/>
      <dgm:spPr/>
      <dgm:t>
        <a:bodyPr/>
        <a:lstStyle/>
        <a:p>
          <a:pPr algn="just"/>
          <a:endParaRPr lang="en-IN"/>
        </a:p>
      </dgm:t>
    </dgm:pt>
    <dgm:pt modelId="{91F6336D-6FA6-477A-820E-D16F25EF4F5A}" type="sibTrans" cxnId="{911972FA-E2AE-494C-9E6E-409080F9D23D}">
      <dgm:prSet/>
      <dgm:spPr/>
      <dgm:t>
        <a:bodyPr/>
        <a:lstStyle/>
        <a:p>
          <a:pPr algn="just"/>
          <a:endParaRPr lang="en-IN"/>
        </a:p>
      </dgm:t>
    </dgm:pt>
    <dgm:pt modelId="{68E0D081-3938-4380-8C1C-689CCCFD9F0E}" type="pres">
      <dgm:prSet presAssocID="{590249D3-2621-4CD0-8AF7-333A78B168E5}" presName="linear" presStyleCnt="0">
        <dgm:presLayoutVars>
          <dgm:animLvl val="lvl"/>
          <dgm:resizeHandles val="exact"/>
        </dgm:presLayoutVars>
      </dgm:prSet>
      <dgm:spPr/>
      <dgm:t>
        <a:bodyPr/>
        <a:lstStyle/>
        <a:p>
          <a:endParaRPr lang="en-IN"/>
        </a:p>
      </dgm:t>
    </dgm:pt>
    <dgm:pt modelId="{7982C2D1-C5D3-41DC-B1A1-3A85C3531642}" type="pres">
      <dgm:prSet presAssocID="{EDB40416-9172-4EF9-BAF0-A00AE9CE4E0C}" presName="parentText" presStyleLbl="node1" presStyleIdx="0" presStyleCnt="2">
        <dgm:presLayoutVars>
          <dgm:chMax val="0"/>
          <dgm:bulletEnabled val="1"/>
        </dgm:presLayoutVars>
      </dgm:prSet>
      <dgm:spPr/>
      <dgm:t>
        <a:bodyPr/>
        <a:lstStyle/>
        <a:p>
          <a:endParaRPr lang="en-IN"/>
        </a:p>
      </dgm:t>
    </dgm:pt>
    <dgm:pt modelId="{43096056-52B7-49A0-B818-7D125A485A89}" type="pres">
      <dgm:prSet presAssocID="{79E8B074-E0FE-4E55-A32D-8A5FACCE2D82}" presName="spacer" presStyleCnt="0"/>
      <dgm:spPr/>
    </dgm:pt>
    <dgm:pt modelId="{1F2658B9-0C7E-4F7A-BB4D-CE44543D46AC}" type="pres">
      <dgm:prSet presAssocID="{0BE3378E-83F4-47C3-8B82-1ABA22EC713B}" presName="parentText" presStyleLbl="node1" presStyleIdx="1" presStyleCnt="2">
        <dgm:presLayoutVars>
          <dgm:chMax val="0"/>
          <dgm:bulletEnabled val="1"/>
        </dgm:presLayoutVars>
      </dgm:prSet>
      <dgm:spPr/>
      <dgm:t>
        <a:bodyPr/>
        <a:lstStyle/>
        <a:p>
          <a:endParaRPr lang="en-IN"/>
        </a:p>
      </dgm:t>
    </dgm:pt>
    <dgm:pt modelId="{31E61F07-90E3-430E-A26A-BC59DA393F36}" type="pres">
      <dgm:prSet presAssocID="{0BE3378E-83F4-47C3-8B82-1ABA22EC713B}" presName="childText" presStyleLbl="revTx" presStyleIdx="0" presStyleCnt="1">
        <dgm:presLayoutVars>
          <dgm:bulletEnabled val="1"/>
        </dgm:presLayoutVars>
      </dgm:prSet>
      <dgm:spPr/>
      <dgm:t>
        <a:bodyPr/>
        <a:lstStyle/>
        <a:p>
          <a:endParaRPr lang="en-IN"/>
        </a:p>
      </dgm:t>
    </dgm:pt>
  </dgm:ptLst>
  <dgm:cxnLst>
    <dgm:cxn modelId="{C4DCF99E-396B-405F-A29C-DB35FDF21A42}" type="presOf" srcId="{57CFC105-397C-4D94-9F22-B873B043376A}" destId="{31E61F07-90E3-430E-A26A-BC59DA393F36}" srcOrd="0" destOrd="7" presId="urn:microsoft.com/office/officeart/2005/8/layout/vList2"/>
    <dgm:cxn modelId="{6CEBB1F3-9D5A-4F97-93CA-540DBEFE0E4A}" srcId="{0BE3378E-83F4-47C3-8B82-1ABA22EC713B}" destId="{C263A7DB-C8F6-4D03-A493-0D192F38CB8D}" srcOrd="0" destOrd="0" parTransId="{661D060E-6872-4345-B2D7-D65A28960DF5}" sibTransId="{BF8CBE7B-B746-4095-AFE7-C47DB17E1B9D}"/>
    <dgm:cxn modelId="{3DAF68DD-9462-4FD9-B23D-CF82E2F735B7}" srcId="{0BE3378E-83F4-47C3-8B82-1ABA22EC713B}" destId="{57CFC105-397C-4D94-9F22-B873B043376A}" srcOrd="7" destOrd="0" parTransId="{E62DA50B-132D-400A-9370-567882979A6B}" sibTransId="{EEAFB50B-82C1-4139-BD55-183DD72768FE}"/>
    <dgm:cxn modelId="{C9D48300-D40E-41A9-BD5E-0A3534B14F67}" srcId="{590249D3-2621-4CD0-8AF7-333A78B168E5}" destId="{EDB40416-9172-4EF9-BAF0-A00AE9CE4E0C}" srcOrd="0" destOrd="0" parTransId="{CE933D1B-62B8-4486-BA1E-96C8DA75D5A0}" sibTransId="{79E8B074-E0FE-4E55-A32D-8A5FACCE2D82}"/>
    <dgm:cxn modelId="{BE51A8A9-E73E-47D5-8BB3-F93D27C455FC}" type="presOf" srcId="{EDB40416-9172-4EF9-BAF0-A00AE9CE4E0C}" destId="{7982C2D1-C5D3-41DC-B1A1-3A85C3531642}" srcOrd="0" destOrd="0" presId="urn:microsoft.com/office/officeart/2005/8/layout/vList2"/>
    <dgm:cxn modelId="{F64CFDF9-C292-4DB6-B11B-A4BD1F411595}" type="presOf" srcId="{6CF8CAF1-CAC4-4D34-B0FB-5F5F179DC99D}" destId="{31E61F07-90E3-430E-A26A-BC59DA393F36}" srcOrd="0" destOrd="8" presId="urn:microsoft.com/office/officeart/2005/8/layout/vList2"/>
    <dgm:cxn modelId="{7490A1AE-E675-442A-BC50-ADEF11B93345}" type="presOf" srcId="{590249D3-2621-4CD0-8AF7-333A78B168E5}" destId="{68E0D081-3938-4380-8C1C-689CCCFD9F0E}" srcOrd="0" destOrd="0" presId="urn:microsoft.com/office/officeart/2005/8/layout/vList2"/>
    <dgm:cxn modelId="{9DB9D15D-B593-40C5-BD56-5EE0B4F891CE}" type="presOf" srcId="{1EAD3DFE-B322-4812-A24F-F0F00C8ECAB4}" destId="{31E61F07-90E3-430E-A26A-BC59DA393F36}" srcOrd="0" destOrd="2" presId="urn:microsoft.com/office/officeart/2005/8/layout/vList2"/>
    <dgm:cxn modelId="{50683F72-020D-4CD8-8171-FEBD47CFB3DF}" type="presOf" srcId="{EAD91506-A527-4EA1-B842-88CE05FACD45}" destId="{31E61F07-90E3-430E-A26A-BC59DA393F36}" srcOrd="0" destOrd="4" presId="urn:microsoft.com/office/officeart/2005/8/layout/vList2"/>
    <dgm:cxn modelId="{DA9D5EA6-14EA-4B89-B8AE-0504EDC2F523}" srcId="{590249D3-2621-4CD0-8AF7-333A78B168E5}" destId="{0BE3378E-83F4-47C3-8B82-1ABA22EC713B}" srcOrd="1" destOrd="0" parTransId="{FAA248C1-3265-414F-A1F8-5AB7967A31C6}" sibTransId="{AA943B23-70C0-4FCF-B2D2-9E2CA44423BF}"/>
    <dgm:cxn modelId="{E3AA7FA8-0F87-47CF-AF15-E8314FF015EA}" type="presOf" srcId="{8BABB0FA-77B3-4C75-A001-32063B89947A}" destId="{31E61F07-90E3-430E-A26A-BC59DA393F36}" srcOrd="0" destOrd="6" presId="urn:microsoft.com/office/officeart/2005/8/layout/vList2"/>
    <dgm:cxn modelId="{677C7572-FBAB-4FAD-95AA-B20443B44C52}" type="presOf" srcId="{0DE2FA00-B8B9-476F-99BE-12F5467C3C19}" destId="{31E61F07-90E3-430E-A26A-BC59DA393F36}" srcOrd="0" destOrd="5" presId="urn:microsoft.com/office/officeart/2005/8/layout/vList2"/>
    <dgm:cxn modelId="{54369634-A9BC-4F63-81F7-6CB11A1F0E2A}" srcId="{0BE3378E-83F4-47C3-8B82-1ABA22EC713B}" destId="{FAC5709E-B4E7-4E97-ADB9-E4F0108476F7}" srcOrd="1" destOrd="0" parTransId="{93EBE571-7954-4812-8E5D-9DBA52F3E6CE}" sibTransId="{75C1564B-7E63-4076-AE52-5BFECBD1C3D9}"/>
    <dgm:cxn modelId="{B1A826CC-462F-4572-BEF3-A4E0C30C7307}" type="presOf" srcId="{C263A7DB-C8F6-4D03-A493-0D192F38CB8D}" destId="{31E61F07-90E3-430E-A26A-BC59DA393F36}" srcOrd="0" destOrd="0" presId="urn:microsoft.com/office/officeart/2005/8/layout/vList2"/>
    <dgm:cxn modelId="{BC856806-51D2-4034-AC8D-A96045FE4DDD}" type="presOf" srcId="{FAC5709E-B4E7-4E97-ADB9-E4F0108476F7}" destId="{31E61F07-90E3-430E-A26A-BC59DA393F36}" srcOrd="0" destOrd="1" presId="urn:microsoft.com/office/officeart/2005/8/layout/vList2"/>
    <dgm:cxn modelId="{2C6EDD29-5627-4FFE-9354-8377036FBDC9}" srcId="{0BE3378E-83F4-47C3-8B82-1ABA22EC713B}" destId="{0DE2FA00-B8B9-476F-99BE-12F5467C3C19}" srcOrd="5" destOrd="0" parTransId="{0166F13A-987C-4BDC-9531-9D538E74588C}" sibTransId="{CD392DEF-B255-4426-B2D8-A3FAE024092E}"/>
    <dgm:cxn modelId="{4B75F88F-E30F-46A4-BDDA-BFBF4DD2F6B5}" srcId="{0BE3378E-83F4-47C3-8B82-1ABA22EC713B}" destId="{8BABB0FA-77B3-4C75-A001-32063B89947A}" srcOrd="6" destOrd="0" parTransId="{95D8B34E-35F2-4F95-9A4E-3B67BF5528C0}" sibTransId="{45AF4698-7235-4D84-A8F0-1A2E253A3E06}"/>
    <dgm:cxn modelId="{0ACCC57A-F4A8-43C6-A8C7-D478600466DD}" type="presOf" srcId="{C1F97BCC-CA05-47C8-A215-2F64687C8134}" destId="{31E61F07-90E3-430E-A26A-BC59DA393F36}" srcOrd="0" destOrd="3" presId="urn:microsoft.com/office/officeart/2005/8/layout/vList2"/>
    <dgm:cxn modelId="{3E923E73-BACA-4AA0-9906-BF9BE63E79D6}" srcId="{0BE3378E-83F4-47C3-8B82-1ABA22EC713B}" destId="{1EAD3DFE-B322-4812-A24F-F0F00C8ECAB4}" srcOrd="2" destOrd="0" parTransId="{84592C42-A16B-40EE-9BF4-C218E592E046}" sibTransId="{D21BDA10-806F-4B12-8D37-A3F5BEDA82B4}"/>
    <dgm:cxn modelId="{911972FA-E2AE-494C-9E6E-409080F9D23D}" srcId="{0BE3378E-83F4-47C3-8B82-1ABA22EC713B}" destId="{6CF8CAF1-CAC4-4D34-B0FB-5F5F179DC99D}" srcOrd="8" destOrd="0" parTransId="{EBB6BE97-254F-4375-97B5-7E3B947E4770}" sibTransId="{91F6336D-6FA6-477A-820E-D16F25EF4F5A}"/>
    <dgm:cxn modelId="{90E58BD1-1B5A-4002-B028-E29E72D677D3}" srcId="{0BE3378E-83F4-47C3-8B82-1ABA22EC713B}" destId="{EAD91506-A527-4EA1-B842-88CE05FACD45}" srcOrd="4" destOrd="0" parTransId="{948CD9C8-FD29-4803-96C4-3BA2FFFC8D1F}" sibTransId="{10795B3F-0D6C-4A9A-88E5-BD5E00B7A6AB}"/>
    <dgm:cxn modelId="{CDDE734D-769A-4ABF-9895-572C1DEE99F2}" srcId="{0BE3378E-83F4-47C3-8B82-1ABA22EC713B}" destId="{C1F97BCC-CA05-47C8-A215-2F64687C8134}" srcOrd="3" destOrd="0" parTransId="{9E280184-807D-42A0-A8C2-47456CA8900F}" sibTransId="{237B2672-E064-4DCB-99FE-2EDCE1D0BCAE}"/>
    <dgm:cxn modelId="{AC5C782A-FC4B-4D0B-9D7D-BC7D09F1B730}" type="presOf" srcId="{0BE3378E-83F4-47C3-8B82-1ABA22EC713B}" destId="{1F2658B9-0C7E-4F7A-BB4D-CE44543D46AC}" srcOrd="0" destOrd="0" presId="urn:microsoft.com/office/officeart/2005/8/layout/vList2"/>
    <dgm:cxn modelId="{2094D3CA-BBE4-4038-8C7E-3CE33D0E4EB3}" type="presParOf" srcId="{68E0D081-3938-4380-8C1C-689CCCFD9F0E}" destId="{7982C2D1-C5D3-41DC-B1A1-3A85C3531642}" srcOrd="0" destOrd="0" presId="urn:microsoft.com/office/officeart/2005/8/layout/vList2"/>
    <dgm:cxn modelId="{54443220-E352-410B-A5A5-0DCE5451AC4F}" type="presParOf" srcId="{68E0D081-3938-4380-8C1C-689CCCFD9F0E}" destId="{43096056-52B7-49A0-B818-7D125A485A89}" srcOrd="1" destOrd="0" presId="urn:microsoft.com/office/officeart/2005/8/layout/vList2"/>
    <dgm:cxn modelId="{5EC1E53D-31E4-4081-BE8A-F00C925A92BD}" type="presParOf" srcId="{68E0D081-3938-4380-8C1C-689CCCFD9F0E}" destId="{1F2658B9-0C7E-4F7A-BB4D-CE44543D46AC}" srcOrd="2" destOrd="0" presId="urn:microsoft.com/office/officeart/2005/8/layout/vList2"/>
    <dgm:cxn modelId="{98EA1388-EA19-470A-8CB9-615A17CF759F}" type="presParOf" srcId="{68E0D081-3938-4380-8C1C-689CCCFD9F0E}" destId="{31E61F07-90E3-430E-A26A-BC59DA393F36}" srcOrd="3"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B1E29008-AA54-468B-819F-3846E1643055}"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IN"/>
        </a:p>
      </dgm:t>
    </dgm:pt>
    <dgm:pt modelId="{A44A1904-B575-480C-B7A3-332C72D11262}">
      <dgm:prSet phldrT="[Text]"/>
      <dgm:spPr/>
      <dgm:t>
        <a:bodyPr/>
        <a:lstStyle/>
        <a:p>
          <a:pPr algn="just"/>
          <a:r>
            <a:rPr lang="en-US" dirty="0">
              <a:solidFill>
                <a:schemeClr val="tx1"/>
              </a:solidFill>
              <a:latin typeface="+mn-lt"/>
            </a:rPr>
            <a:t>The output transduced signal that is measured as absorption or production of heat.</a:t>
          </a:r>
          <a:endParaRPr lang="en-IN" dirty="0">
            <a:solidFill>
              <a:schemeClr val="tx1"/>
            </a:solidFill>
            <a:latin typeface="+mn-lt"/>
          </a:endParaRPr>
        </a:p>
      </dgm:t>
    </dgm:pt>
    <dgm:pt modelId="{F0337DAE-D342-4224-8BD0-267A12188A2B}" type="parTrans" cxnId="{CAAD01C7-D619-4C4C-88E4-6BE7C147EB63}">
      <dgm:prSet/>
      <dgm:spPr/>
      <dgm:t>
        <a:bodyPr/>
        <a:lstStyle/>
        <a:p>
          <a:pPr algn="just"/>
          <a:endParaRPr lang="en-IN">
            <a:latin typeface="+mn-lt"/>
          </a:endParaRPr>
        </a:p>
      </dgm:t>
    </dgm:pt>
    <dgm:pt modelId="{8D5B8EB8-77F6-4F49-95F5-0B29409F6584}" type="sibTrans" cxnId="{CAAD01C7-D619-4C4C-88E4-6BE7C147EB63}">
      <dgm:prSet/>
      <dgm:spPr/>
      <dgm:t>
        <a:bodyPr/>
        <a:lstStyle/>
        <a:p>
          <a:pPr algn="just"/>
          <a:endParaRPr lang="en-IN">
            <a:latin typeface="+mn-lt"/>
          </a:endParaRPr>
        </a:p>
      </dgm:t>
    </dgm:pt>
    <dgm:pt modelId="{904B0D99-DC25-4EB7-9166-0D84DC941E49}">
      <dgm:prSet phldrT="[Text]" custT="1"/>
      <dgm:spPr/>
      <dgm:t>
        <a:bodyPr/>
        <a:lstStyle/>
        <a:p>
          <a:pPr algn="just"/>
          <a:r>
            <a:rPr lang="en-US" sz="2400" b="1" dirty="0" smtClean="0">
              <a:latin typeface="+mn-lt"/>
            </a:rPr>
            <a:t>Temperature is measured by Thermistors.</a:t>
          </a:r>
          <a:endParaRPr lang="en-IN" sz="2400" b="1" dirty="0">
            <a:latin typeface="+mn-lt"/>
          </a:endParaRPr>
        </a:p>
      </dgm:t>
    </dgm:pt>
    <dgm:pt modelId="{1C760170-7083-4D5D-A8A0-4BB5B1F1D5F0}" type="parTrans" cxnId="{C0F135FA-903B-4E0B-AAC7-8D2A7A41FE3C}">
      <dgm:prSet/>
      <dgm:spPr/>
      <dgm:t>
        <a:bodyPr/>
        <a:lstStyle/>
        <a:p>
          <a:pPr algn="just"/>
          <a:endParaRPr lang="en-IN">
            <a:latin typeface="+mn-lt"/>
          </a:endParaRPr>
        </a:p>
      </dgm:t>
    </dgm:pt>
    <dgm:pt modelId="{E70A0506-012F-4CF5-8BB4-AC45B9ED3006}" type="sibTrans" cxnId="{C0F135FA-903B-4E0B-AAC7-8D2A7A41FE3C}">
      <dgm:prSet/>
      <dgm:spPr/>
      <dgm:t>
        <a:bodyPr/>
        <a:lstStyle/>
        <a:p>
          <a:pPr algn="just"/>
          <a:endParaRPr lang="en-IN">
            <a:latin typeface="+mn-lt"/>
          </a:endParaRPr>
        </a:p>
      </dgm:t>
    </dgm:pt>
    <dgm:pt modelId="{99385AD6-C774-4125-BC1F-B05761F87C3E}">
      <dgm:prSet phldrT="[Text]" custT="1"/>
      <dgm:spPr/>
      <dgm:t>
        <a:bodyPr/>
        <a:lstStyle/>
        <a:p>
          <a:pPr algn="just"/>
          <a:r>
            <a:rPr lang="en-US" sz="2400" b="0" dirty="0">
              <a:latin typeface="+mn-lt"/>
            </a:rPr>
            <a:t>If the enzyme catalyzed rection is exothermic, two thermistors may be used to measure the difference in resistance between reactant and product and hence the analyte concentration.</a:t>
          </a:r>
          <a:endParaRPr lang="en-IN" sz="2400" b="0" dirty="0">
            <a:latin typeface="+mn-lt"/>
          </a:endParaRPr>
        </a:p>
      </dgm:t>
    </dgm:pt>
    <dgm:pt modelId="{569C55AC-DB13-4791-8D22-82512DD31272}" type="parTrans" cxnId="{5E996396-DFEB-4543-9C3F-0E1307489B11}">
      <dgm:prSet/>
      <dgm:spPr/>
      <dgm:t>
        <a:bodyPr/>
        <a:lstStyle/>
        <a:p>
          <a:endParaRPr lang="en-IN">
            <a:latin typeface="+mn-lt"/>
          </a:endParaRPr>
        </a:p>
      </dgm:t>
    </dgm:pt>
    <dgm:pt modelId="{FD0297DE-E406-40F1-B567-6577F4FCCE44}" type="sibTrans" cxnId="{5E996396-DFEB-4543-9C3F-0E1307489B11}">
      <dgm:prSet/>
      <dgm:spPr/>
      <dgm:t>
        <a:bodyPr/>
        <a:lstStyle/>
        <a:p>
          <a:endParaRPr lang="en-IN">
            <a:latin typeface="+mn-lt"/>
          </a:endParaRPr>
        </a:p>
      </dgm:t>
    </dgm:pt>
    <dgm:pt modelId="{23AF3497-20F3-4B95-8C2B-41A1A54757A5}">
      <dgm:prSet phldrT="[Text]" custT="1"/>
      <dgm:spPr/>
      <dgm:t>
        <a:bodyPr/>
        <a:lstStyle/>
        <a:p>
          <a:pPr algn="just"/>
          <a:r>
            <a:rPr lang="en-US" sz="2400" b="1" dirty="0">
              <a:latin typeface="+mn-lt"/>
            </a:rPr>
            <a:t>Advantages:</a:t>
          </a:r>
          <a:endParaRPr lang="en-IN" sz="2400" b="1" dirty="0">
            <a:latin typeface="+mn-lt"/>
          </a:endParaRPr>
        </a:p>
      </dgm:t>
    </dgm:pt>
    <dgm:pt modelId="{619BD571-862F-402A-9549-714FCCD912D5}" type="parTrans" cxnId="{895C17B5-5AB9-4098-9AF6-341FA4F5041E}">
      <dgm:prSet/>
      <dgm:spPr/>
      <dgm:t>
        <a:bodyPr/>
        <a:lstStyle/>
        <a:p>
          <a:endParaRPr lang="en-IN">
            <a:latin typeface="+mn-lt"/>
          </a:endParaRPr>
        </a:p>
      </dgm:t>
    </dgm:pt>
    <dgm:pt modelId="{E074C2D5-2512-43A0-867E-A269131919D7}" type="sibTrans" cxnId="{895C17B5-5AB9-4098-9AF6-341FA4F5041E}">
      <dgm:prSet/>
      <dgm:spPr/>
      <dgm:t>
        <a:bodyPr/>
        <a:lstStyle/>
        <a:p>
          <a:endParaRPr lang="en-IN">
            <a:latin typeface="+mn-lt"/>
          </a:endParaRPr>
        </a:p>
      </dgm:t>
    </dgm:pt>
    <dgm:pt modelId="{FF19DFE5-720D-4FA6-9134-89695926C863}">
      <dgm:prSet phldrT="[Text]" custT="1"/>
      <dgm:spPr/>
      <dgm:t>
        <a:bodyPr/>
        <a:lstStyle/>
        <a:p>
          <a:pPr algn="just"/>
          <a:r>
            <a:rPr lang="en-US" sz="2400" b="0" dirty="0">
              <a:latin typeface="+mn-lt"/>
            </a:rPr>
            <a:t>No need of frequent recalibration</a:t>
          </a:r>
          <a:endParaRPr lang="en-IN" sz="2400" b="0" dirty="0">
            <a:latin typeface="+mn-lt"/>
          </a:endParaRPr>
        </a:p>
      </dgm:t>
    </dgm:pt>
    <dgm:pt modelId="{10C793D1-8F13-4611-85AA-1F696C61770E}" type="parTrans" cxnId="{D408D752-8931-4EF6-BB8F-E1BB7040188C}">
      <dgm:prSet/>
      <dgm:spPr/>
      <dgm:t>
        <a:bodyPr/>
        <a:lstStyle/>
        <a:p>
          <a:endParaRPr lang="en-IN">
            <a:latin typeface="+mn-lt"/>
          </a:endParaRPr>
        </a:p>
      </dgm:t>
    </dgm:pt>
    <dgm:pt modelId="{88B38062-036D-46B0-9E06-A3E69AC9C630}" type="sibTrans" cxnId="{D408D752-8931-4EF6-BB8F-E1BB7040188C}">
      <dgm:prSet/>
      <dgm:spPr/>
      <dgm:t>
        <a:bodyPr/>
        <a:lstStyle/>
        <a:p>
          <a:endParaRPr lang="en-IN">
            <a:latin typeface="+mn-lt"/>
          </a:endParaRPr>
        </a:p>
      </dgm:t>
    </dgm:pt>
    <dgm:pt modelId="{0BDF0E84-2094-42A1-BF58-4A9B3EB5285F}">
      <dgm:prSet phldrT="[Text]" custT="1"/>
      <dgm:spPr/>
      <dgm:t>
        <a:bodyPr/>
        <a:lstStyle/>
        <a:p>
          <a:pPr algn="just"/>
          <a:r>
            <a:rPr lang="en-US" sz="2400" b="0" dirty="0">
              <a:latin typeface="+mn-lt"/>
            </a:rPr>
            <a:t>Insensitive to the optical and electrochemical properties of the sample.</a:t>
          </a:r>
          <a:endParaRPr lang="en-IN" sz="2400" b="0" dirty="0">
            <a:latin typeface="+mn-lt"/>
          </a:endParaRPr>
        </a:p>
      </dgm:t>
    </dgm:pt>
    <dgm:pt modelId="{4F64E246-0B98-4CEB-AD7C-6D45E82B93C6}" type="parTrans" cxnId="{E532D439-5266-4087-93E1-08EDB21B1F9E}">
      <dgm:prSet/>
      <dgm:spPr/>
      <dgm:t>
        <a:bodyPr/>
        <a:lstStyle/>
        <a:p>
          <a:endParaRPr lang="en-IN">
            <a:latin typeface="+mn-lt"/>
          </a:endParaRPr>
        </a:p>
      </dgm:t>
    </dgm:pt>
    <dgm:pt modelId="{5A6EC754-5006-4E63-9BF2-8A0673099CB7}" type="sibTrans" cxnId="{E532D439-5266-4087-93E1-08EDB21B1F9E}">
      <dgm:prSet/>
      <dgm:spPr/>
      <dgm:t>
        <a:bodyPr/>
        <a:lstStyle/>
        <a:p>
          <a:endParaRPr lang="en-IN">
            <a:latin typeface="+mn-lt"/>
          </a:endParaRPr>
        </a:p>
      </dgm:t>
    </dgm:pt>
    <dgm:pt modelId="{3126C58A-19FB-454C-B833-134FDD21A498}">
      <dgm:prSet phldrT="[Text]" custT="1"/>
      <dgm:spPr/>
      <dgm:t>
        <a:bodyPr/>
        <a:lstStyle/>
        <a:p>
          <a:pPr algn="just"/>
          <a:r>
            <a:rPr lang="en-US" sz="2400" b="1" dirty="0">
              <a:latin typeface="+mn-lt"/>
            </a:rPr>
            <a:t>Uses:</a:t>
          </a:r>
          <a:r>
            <a:rPr lang="en-US" sz="2400" b="0" dirty="0">
              <a:latin typeface="+mn-lt"/>
            </a:rPr>
            <a:t> </a:t>
          </a:r>
          <a:endParaRPr lang="en-IN" sz="2400" b="0" dirty="0">
            <a:latin typeface="+mn-lt"/>
          </a:endParaRPr>
        </a:p>
      </dgm:t>
    </dgm:pt>
    <dgm:pt modelId="{AA3A106C-5DF2-49BC-83C4-C3E521A90EA5}" type="parTrans" cxnId="{1C7E4C41-029B-412D-BF39-0C00D551152C}">
      <dgm:prSet/>
      <dgm:spPr/>
      <dgm:t>
        <a:bodyPr/>
        <a:lstStyle/>
        <a:p>
          <a:endParaRPr lang="en-IN">
            <a:latin typeface="+mn-lt"/>
          </a:endParaRPr>
        </a:p>
      </dgm:t>
    </dgm:pt>
    <dgm:pt modelId="{BA7AF68E-4971-4C7E-BB21-B6BFCD89B7E1}" type="sibTrans" cxnId="{1C7E4C41-029B-412D-BF39-0C00D551152C}">
      <dgm:prSet/>
      <dgm:spPr/>
      <dgm:t>
        <a:bodyPr/>
        <a:lstStyle/>
        <a:p>
          <a:endParaRPr lang="en-IN">
            <a:latin typeface="+mn-lt"/>
          </a:endParaRPr>
        </a:p>
      </dgm:t>
    </dgm:pt>
    <dgm:pt modelId="{60D6CCE1-1338-4CAE-AC91-D8ABB9ADC1E3}">
      <dgm:prSet phldrT="[Text]" custT="1"/>
      <dgm:spPr/>
      <dgm:t>
        <a:bodyPr/>
        <a:lstStyle/>
        <a:p>
          <a:pPr algn="just"/>
          <a:r>
            <a:rPr lang="en-US" sz="2400" b="0" dirty="0">
              <a:latin typeface="+mn-lt"/>
            </a:rPr>
            <a:t>Detection of : </a:t>
          </a:r>
          <a:r>
            <a:rPr lang="en-US" sz="2400" b="1" dirty="0">
              <a:latin typeface="+mn-lt"/>
            </a:rPr>
            <a:t>Pesticides</a:t>
          </a:r>
          <a:r>
            <a:rPr lang="en-US" sz="2400" b="0" dirty="0">
              <a:latin typeface="+mn-lt"/>
            </a:rPr>
            <a:t> and </a:t>
          </a:r>
          <a:r>
            <a:rPr lang="en-US" sz="2400" b="1" dirty="0">
              <a:latin typeface="+mn-lt"/>
            </a:rPr>
            <a:t>Pathogenic bacteria</a:t>
          </a:r>
          <a:endParaRPr lang="en-IN" sz="2400" b="1" dirty="0">
            <a:latin typeface="+mn-lt"/>
          </a:endParaRPr>
        </a:p>
      </dgm:t>
    </dgm:pt>
    <dgm:pt modelId="{17ECFBA3-67B8-4ABE-B8DE-F7F0F2BAB42A}" type="parTrans" cxnId="{86445C9A-C43E-454B-A3F4-8853C9479DC0}">
      <dgm:prSet/>
      <dgm:spPr/>
      <dgm:t>
        <a:bodyPr/>
        <a:lstStyle/>
        <a:p>
          <a:endParaRPr lang="en-IN">
            <a:latin typeface="+mn-lt"/>
          </a:endParaRPr>
        </a:p>
      </dgm:t>
    </dgm:pt>
    <dgm:pt modelId="{942A3574-E823-4010-8C80-CA6BEA5851E4}" type="sibTrans" cxnId="{86445C9A-C43E-454B-A3F4-8853C9479DC0}">
      <dgm:prSet/>
      <dgm:spPr/>
      <dgm:t>
        <a:bodyPr/>
        <a:lstStyle/>
        <a:p>
          <a:endParaRPr lang="en-IN">
            <a:latin typeface="+mn-lt"/>
          </a:endParaRPr>
        </a:p>
      </dgm:t>
    </dgm:pt>
    <dgm:pt modelId="{820F7601-C5BC-428F-B379-57FED1C25408}">
      <dgm:prSet phldrT="[Text]" custT="1"/>
      <dgm:spPr/>
      <dgm:t>
        <a:bodyPr/>
        <a:lstStyle/>
        <a:p>
          <a:pPr algn="just"/>
          <a:r>
            <a:rPr lang="en-US" sz="2400" dirty="0"/>
            <a:t>The reaction takes place in a small enzyme packed bed reactor. </a:t>
          </a:r>
          <a:endParaRPr lang="en-IN" sz="2400" b="0" dirty="0">
            <a:latin typeface="+mn-lt"/>
          </a:endParaRPr>
        </a:p>
      </dgm:t>
    </dgm:pt>
    <dgm:pt modelId="{73017C8D-D529-4F5D-8720-8AA0E09ADE5A}" type="parTrans" cxnId="{FC8553B0-C8E3-49D3-8D07-9093B8895BC5}">
      <dgm:prSet/>
      <dgm:spPr/>
      <dgm:t>
        <a:bodyPr/>
        <a:lstStyle/>
        <a:p>
          <a:endParaRPr lang="en-IN"/>
        </a:p>
      </dgm:t>
    </dgm:pt>
    <dgm:pt modelId="{C778F324-A4FF-4F47-812C-B283094FFDB0}" type="sibTrans" cxnId="{FC8553B0-C8E3-49D3-8D07-9093B8895BC5}">
      <dgm:prSet/>
      <dgm:spPr/>
      <dgm:t>
        <a:bodyPr/>
        <a:lstStyle/>
        <a:p>
          <a:endParaRPr lang="en-IN"/>
        </a:p>
      </dgm:t>
    </dgm:pt>
    <dgm:pt modelId="{77679E81-0B0F-4FBA-BAA7-8F4413353EC7}">
      <dgm:prSet custT="1"/>
      <dgm:spPr/>
      <dgm:t>
        <a:bodyPr/>
        <a:lstStyle/>
        <a:p>
          <a:pPr algn="just"/>
          <a:r>
            <a:rPr lang="en-US" sz="2400" dirty="0"/>
            <a:t>As the substrate enters the bed, it gets converted to a product and heat is generated.</a:t>
          </a:r>
          <a:endParaRPr lang="en-IN" sz="2400" b="1" dirty="0">
            <a:latin typeface="+mn-lt"/>
          </a:endParaRPr>
        </a:p>
      </dgm:t>
    </dgm:pt>
    <dgm:pt modelId="{1D404370-0552-477D-BB1C-67CE0D6B611A}" type="parTrans" cxnId="{BF61C7C4-FCA4-4874-A412-63477225476E}">
      <dgm:prSet/>
      <dgm:spPr/>
      <dgm:t>
        <a:bodyPr/>
        <a:lstStyle/>
        <a:p>
          <a:endParaRPr lang="en-IN"/>
        </a:p>
      </dgm:t>
    </dgm:pt>
    <dgm:pt modelId="{7C7E78A9-BDC3-42BC-8147-679F3010F295}" type="sibTrans" cxnId="{BF61C7C4-FCA4-4874-A412-63477225476E}">
      <dgm:prSet/>
      <dgm:spPr/>
      <dgm:t>
        <a:bodyPr/>
        <a:lstStyle/>
        <a:p>
          <a:endParaRPr lang="en-IN"/>
        </a:p>
      </dgm:t>
    </dgm:pt>
    <dgm:pt modelId="{857B6F56-DEC5-4F21-A517-3EA113FD546E}">
      <dgm:prSet phldrT="[Text]" custT="1"/>
      <dgm:spPr/>
      <dgm:t>
        <a:bodyPr/>
        <a:lstStyle/>
        <a:p>
          <a:pPr algn="just"/>
          <a:r>
            <a:rPr lang="en-IN" sz="2400" b="1" dirty="0" err="1">
              <a:latin typeface="+mn-lt"/>
            </a:rPr>
            <a:t>e.g</a:t>
          </a:r>
          <a:r>
            <a:rPr lang="en-IN" sz="2400" b="1" dirty="0">
              <a:latin typeface="+mn-lt"/>
            </a:rPr>
            <a:t>: </a:t>
          </a:r>
          <a:r>
            <a:rPr lang="en-US" sz="2400" dirty="0"/>
            <a:t>When cholesterol gets oxidized by the enzyme cholesterol oxidase, heat is generated which can be measured. </a:t>
          </a:r>
          <a:endParaRPr lang="en-IN" sz="2400" b="1" dirty="0">
            <a:latin typeface="+mn-lt"/>
          </a:endParaRPr>
        </a:p>
      </dgm:t>
    </dgm:pt>
    <dgm:pt modelId="{697FAD70-AEA8-4B94-B36E-B2711CA0954D}" type="parTrans" cxnId="{6FC4958E-A5FE-4108-BFDD-7CCD25E35F18}">
      <dgm:prSet/>
      <dgm:spPr/>
      <dgm:t>
        <a:bodyPr/>
        <a:lstStyle/>
        <a:p>
          <a:endParaRPr lang="en-IN"/>
        </a:p>
      </dgm:t>
    </dgm:pt>
    <dgm:pt modelId="{91BD8CE2-2E25-4736-9580-2AB615745087}" type="sibTrans" cxnId="{6FC4958E-A5FE-4108-BFDD-7CCD25E35F18}">
      <dgm:prSet/>
      <dgm:spPr/>
      <dgm:t>
        <a:bodyPr/>
        <a:lstStyle/>
        <a:p>
          <a:endParaRPr lang="en-IN"/>
        </a:p>
      </dgm:t>
    </dgm:pt>
    <dgm:pt modelId="{0DDA311C-E96F-4FEA-AF8E-F7A4D964362D}" type="pres">
      <dgm:prSet presAssocID="{B1E29008-AA54-468B-819F-3846E1643055}" presName="linear" presStyleCnt="0">
        <dgm:presLayoutVars>
          <dgm:animLvl val="lvl"/>
          <dgm:resizeHandles val="exact"/>
        </dgm:presLayoutVars>
      </dgm:prSet>
      <dgm:spPr/>
      <dgm:t>
        <a:bodyPr/>
        <a:lstStyle/>
        <a:p>
          <a:endParaRPr lang="en-IN"/>
        </a:p>
      </dgm:t>
    </dgm:pt>
    <dgm:pt modelId="{79A74AB1-1785-495D-A8F3-BF974D822EBE}" type="pres">
      <dgm:prSet presAssocID="{A44A1904-B575-480C-B7A3-332C72D11262}" presName="parentText" presStyleLbl="node1" presStyleIdx="0" presStyleCnt="1" custLinFactNeighborX="129">
        <dgm:presLayoutVars>
          <dgm:chMax val="0"/>
          <dgm:bulletEnabled val="1"/>
        </dgm:presLayoutVars>
      </dgm:prSet>
      <dgm:spPr/>
      <dgm:t>
        <a:bodyPr/>
        <a:lstStyle/>
        <a:p>
          <a:endParaRPr lang="en-IN"/>
        </a:p>
      </dgm:t>
    </dgm:pt>
    <dgm:pt modelId="{54711283-0469-4574-9479-3FE42D21351E}" type="pres">
      <dgm:prSet presAssocID="{A44A1904-B575-480C-B7A3-332C72D11262}" presName="childText" presStyleLbl="revTx" presStyleIdx="0" presStyleCnt="1">
        <dgm:presLayoutVars>
          <dgm:bulletEnabled val="1"/>
        </dgm:presLayoutVars>
      </dgm:prSet>
      <dgm:spPr/>
      <dgm:t>
        <a:bodyPr/>
        <a:lstStyle/>
        <a:p>
          <a:endParaRPr lang="en-IN"/>
        </a:p>
      </dgm:t>
    </dgm:pt>
  </dgm:ptLst>
  <dgm:cxnLst>
    <dgm:cxn modelId="{4CDB1AD6-8749-4D78-9603-272029A53F52}" type="presOf" srcId="{857B6F56-DEC5-4F21-A517-3EA113FD546E}" destId="{54711283-0469-4574-9479-3FE42D21351E}" srcOrd="0" destOrd="9" presId="urn:microsoft.com/office/officeart/2005/8/layout/vList2"/>
    <dgm:cxn modelId="{F9BB6DAE-A31C-4D0B-90DA-5FE509AB952A}" type="presOf" srcId="{904B0D99-DC25-4EB7-9166-0D84DC941E49}" destId="{54711283-0469-4574-9479-3FE42D21351E}" srcOrd="0" destOrd="0" presId="urn:microsoft.com/office/officeart/2005/8/layout/vList2"/>
    <dgm:cxn modelId="{C0F135FA-903B-4E0B-AAC7-8D2A7A41FE3C}" srcId="{A44A1904-B575-480C-B7A3-332C72D11262}" destId="{904B0D99-DC25-4EB7-9166-0D84DC941E49}" srcOrd="0" destOrd="0" parTransId="{1C760170-7083-4D5D-A8A0-4BB5B1F1D5F0}" sibTransId="{E70A0506-012F-4CF5-8BB4-AC45B9ED3006}"/>
    <dgm:cxn modelId="{CAAD01C7-D619-4C4C-88E4-6BE7C147EB63}" srcId="{B1E29008-AA54-468B-819F-3846E1643055}" destId="{A44A1904-B575-480C-B7A3-332C72D11262}" srcOrd="0" destOrd="0" parTransId="{F0337DAE-D342-4224-8BD0-267A12188A2B}" sibTransId="{8D5B8EB8-77F6-4F49-95F5-0B29409F6584}"/>
    <dgm:cxn modelId="{A53CF3C3-ECB9-4011-8E5A-276F1CD38E34}" type="presOf" srcId="{23AF3497-20F3-4B95-8C2B-41A1A54757A5}" destId="{54711283-0469-4574-9479-3FE42D21351E}" srcOrd="0" destOrd="4" presId="urn:microsoft.com/office/officeart/2005/8/layout/vList2"/>
    <dgm:cxn modelId="{895C17B5-5AB9-4098-9AF6-341FA4F5041E}" srcId="{A44A1904-B575-480C-B7A3-332C72D11262}" destId="{23AF3497-20F3-4B95-8C2B-41A1A54757A5}" srcOrd="4" destOrd="0" parTransId="{619BD571-862F-402A-9549-714FCCD912D5}" sibTransId="{E074C2D5-2512-43A0-867E-A269131919D7}"/>
    <dgm:cxn modelId="{D408D752-8931-4EF6-BB8F-E1BB7040188C}" srcId="{23AF3497-20F3-4B95-8C2B-41A1A54757A5}" destId="{FF19DFE5-720D-4FA6-9134-89695926C863}" srcOrd="0" destOrd="0" parTransId="{10C793D1-8F13-4611-85AA-1F696C61770E}" sibTransId="{88B38062-036D-46B0-9E06-A3E69AC9C630}"/>
    <dgm:cxn modelId="{072C53E5-3F31-4C0C-948E-2E9652A36128}" type="presOf" srcId="{60D6CCE1-1338-4CAE-AC91-D8ABB9ADC1E3}" destId="{54711283-0469-4574-9479-3FE42D21351E}" srcOrd="0" destOrd="8" presId="urn:microsoft.com/office/officeart/2005/8/layout/vList2"/>
    <dgm:cxn modelId="{63AD946A-748C-4501-9059-231C37B5828E}" type="presOf" srcId="{820F7601-C5BC-428F-B379-57FED1C25408}" destId="{54711283-0469-4574-9479-3FE42D21351E}" srcOrd="0" destOrd="2" presId="urn:microsoft.com/office/officeart/2005/8/layout/vList2"/>
    <dgm:cxn modelId="{4D432D40-D74A-4415-A56D-DA51B5E1770D}" type="presOf" srcId="{99385AD6-C774-4125-BC1F-B05761F87C3E}" destId="{54711283-0469-4574-9479-3FE42D21351E}" srcOrd="0" destOrd="1" presId="urn:microsoft.com/office/officeart/2005/8/layout/vList2"/>
    <dgm:cxn modelId="{EC6DC30A-A27A-4580-9B5E-F55CC5551091}" type="presOf" srcId="{3126C58A-19FB-454C-B833-134FDD21A498}" destId="{54711283-0469-4574-9479-3FE42D21351E}" srcOrd="0" destOrd="7" presId="urn:microsoft.com/office/officeart/2005/8/layout/vList2"/>
    <dgm:cxn modelId="{E0A5AC22-D264-40BF-86AC-0B71873074B9}" type="presOf" srcId="{B1E29008-AA54-468B-819F-3846E1643055}" destId="{0DDA311C-E96F-4FEA-AF8E-F7A4D964362D}" srcOrd="0" destOrd="0" presId="urn:microsoft.com/office/officeart/2005/8/layout/vList2"/>
    <dgm:cxn modelId="{1C7E4C41-029B-412D-BF39-0C00D551152C}" srcId="{A44A1904-B575-480C-B7A3-332C72D11262}" destId="{3126C58A-19FB-454C-B833-134FDD21A498}" srcOrd="5" destOrd="0" parTransId="{AA3A106C-5DF2-49BC-83C4-C3E521A90EA5}" sibTransId="{BA7AF68E-4971-4C7E-BB21-B6BFCD89B7E1}"/>
    <dgm:cxn modelId="{E532D439-5266-4087-93E1-08EDB21B1F9E}" srcId="{23AF3497-20F3-4B95-8C2B-41A1A54757A5}" destId="{0BDF0E84-2094-42A1-BF58-4A9B3EB5285F}" srcOrd="1" destOrd="0" parTransId="{4F64E246-0B98-4CEB-AD7C-6D45E82B93C6}" sibTransId="{5A6EC754-5006-4E63-9BF2-8A0673099CB7}"/>
    <dgm:cxn modelId="{BDEF153D-36A1-4D07-9BDF-A7FC78AA014B}" type="presOf" srcId="{A44A1904-B575-480C-B7A3-332C72D11262}" destId="{79A74AB1-1785-495D-A8F3-BF974D822EBE}" srcOrd="0" destOrd="0" presId="urn:microsoft.com/office/officeart/2005/8/layout/vList2"/>
    <dgm:cxn modelId="{4B72D54F-2DA9-4584-85D4-41A7AB7AFCB7}" type="presOf" srcId="{FF19DFE5-720D-4FA6-9134-89695926C863}" destId="{54711283-0469-4574-9479-3FE42D21351E}" srcOrd="0" destOrd="5" presId="urn:microsoft.com/office/officeart/2005/8/layout/vList2"/>
    <dgm:cxn modelId="{5E996396-DFEB-4543-9C3F-0E1307489B11}" srcId="{A44A1904-B575-480C-B7A3-332C72D11262}" destId="{99385AD6-C774-4125-BC1F-B05761F87C3E}" srcOrd="1" destOrd="0" parTransId="{569C55AC-DB13-4791-8D22-82512DD31272}" sibTransId="{FD0297DE-E406-40F1-B567-6577F4FCCE44}"/>
    <dgm:cxn modelId="{D372C8F2-8B9C-4CC3-AD6C-D3531ABD52D7}" type="presOf" srcId="{0BDF0E84-2094-42A1-BF58-4A9B3EB5285F}" destId="{54711283-0469-4574-9479-3FE42D21351E}" srcOrd="0" destOrd="6" presId="urn:microsoft.com/office/officeart/2005/8/layout/vList2"/>
    <dgm:cxn modelId="{86445C9A-C43E-454B-A3F4-8853C9479DC0}" srcId="{3126C58A-19FB-454C-B833-134FDD21A498}" destId="{60D6CCE1-1338-4CAE-AC91-D8ABB9ADC1E3}" srcOrd="0" destOrd="0" parTransId="{17ECFBA3-67B8-4ABE-B8DE-F7F0F2BAB42A}" sibTransId="{942A3574-E823-4010-8C80-CA6BEA5851E4}"/>
    <dgm:cxn modelId="{FC8553B0-C8E3-49D3-8D07-9093B8895BC5}" srcId="{A44A1904-B575-480C-B7A3-332C72D11262}" destId="{820F7601-C5BC-428F-B379-57FED1C25408}" srcOrd="2" destOrd="0" parTransId="{73017C8D-D529-4F5D-8720-8AA0E09ADE5A}" sibTransId="{C778F324-A4FF-4F47-812C-B283094FFDB0}"/>
    <dgm:cxn modelId="{89385C8F-7736-4EC8-8EC0-4245542A9CBB}" type="presOf" srcId="{77679E81-0B0F-4FBA-BAA7-8F4413353EC7}" destId="{54711283-0469-4574-9479-3FE42D21351E}" srcOrd="0" destOrd="3" presId="urn:microsoft.com/office/officeart/2005/8/layout/vList2"/>
    <dgm:cxn modelId="{BF61C7C4-FCA4-4874-A412-63477225476E}" srcId="{A44A1904-B575-480C-B7A3-332C72D11262}" destId="{77679E81-0B0F-4FBA-BAA7-8F4413353EC7}" srcOrd="3" destOrd="0" parTransId="{1D404370-0552-477D-BB1C-67CE0D6B611A}" sibTransId="{7C7E78A9-BDC3-42BC-8147-679F3010F295}"/>
    <dgm:cxn modelId="{6FC4958E-A5FE-4108-BFDD-7CCD25E35F18}" srcId="{3126C58A-19FB-454C-B833-134FDD21A498}" destId="{857B6F56-DEC5-4F21-A517-3EA113FD546E}" srcOrd="1" destOrd="0" parTransId="{697FAD70-AEA8-4B94-B36E-B2711CA0954D}" sibTransId="{91BD8CE2-2E25-4736-9580-2AB615745087}"/>
    <dgm:cxn modelId="{1D7D633C-3272-404B-A07D-685CAE4539FA}" type="presParOf" srcId="{0DDA311C-E96F-4FEA-AF8E-F7A4D964362D}" destId="{79A74AB1-1785-495D-A8F3-BF974D822EBE}" srcOrd="0" destOrd="0" presId="urn:microsoft.com/office/officeart/2005/8/layout/vList2"/>
    <dgm:cxn modelId="{31A2A6B9-5528-463C-992B-A864CDAE3A76}" type="presParOf" srcId="{0DDA311C-E96F-4FEA-AF8E-F7A4D964362D}" destId="{54711283-0469-4574-9479-3FE42D21351E}"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B1E29008-AA54-468B-819F-3846E1643055}"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IN"/>
        </a:p>
      </dgm:t>
    </dgm:pt>
    <dgm:pt modelId="{A44A1904-B575-480C-B7A3-332C72D11262}">
      <dgm:prSet phldrT="[Text]" custT="1"/>
      <dgm:spPr>
        <a:noFill/>
      </dgm:spPr>
      <dgm:t>
        <a:bodyPr/>
        <a:lstStyle/>
        <a:p>
          <a:pPr algn="just"/>
          <a:r>
            <a:rPr lang="en-US" sz="2400" b="0" i="0" dirty="0">
              <a:solidFill>
                <a:schemeClr val="tx1"/>
              </a:solidFill>
            </a:rPr>
            <a:t>Many chemical reactions produce or consume ions or causing some change in the electrical properties of the solution that can be sensed out &amp; used as a measuring parameter.</a:t>
          </a:r>
          <a:endParaRPr lang="en-IN" sz="2400" dirty="0">
            <a:solidFill>
              <a:schemeClr val="tx1"/>
            </a:solidFill>
            <a:latin typeface="+mn-lt"/>
          </a:endParaRPr>
        </a:p>
      </dgm:t>
    </dgm:pt>
    <dgm:pt modelId="{F0337DAE-D342-4224-8BD0-267A12188A2B}" type="parTrans" cxnId="{CAAD01C7-D619-4C4C-88E4-6BE7C147EB63}">
      <dgm:prSet/>
      <dgm:spPr/>
      <dgm:t>
        <a:bodyPr/>
        <a:lstStyle/>
        <a:p>
          <a:pPr algn="just"/>
          <a:endParaRPr lang="en-IN">
            <a:latin typeface="+mn-lt"/>
          </a:endParaRPr>
        </a:p>
      </dgm:t>
    </dgm:pt>
    <dgm:pt modelId="{8D5B8EB8-77F6-4F49-95F5-0B29409F6584}" type="sibTrans" cxnId="{CAAD01C7-D619-4C4C-88E4-6BE7C147EB63}">
      <dgm:prSet/>
      <dgm:spPr/>
      <dgm:t>
        <a:bodyPr/>
        <a:lstStyle/>
        <a:p>
          <a:pPr algn="just"/>
          <a:endParaRPr lang="en-IN">
            <a:latin typeface="+mn-lt"/>
          </a:endParaRPr>
        </a:p>
      </dgm:t>
    </dgm:pt>
    <dgm:pt modelId="{904B0D99-DC25-4EB7-9166-0D84DC941E49}">
      <dgm:prSet phldrT="[Text]" custT="1"/>
      <dgm:spPr/>
      <dgm:t>
        <a:bodyPr/>
        <a:lstStyle/>
        <a:p>
          <a:pPr algn="just"/>
          <a:r>
            <a:rPr lang="en-US" sz="2400" b="0" i="0" dirty="0"/>
            <a:t>Such types of rection are called Redox reactions</a:t>
          </a:r>
          <a:endParaRPr lang="en-IN" sz="2400" b="1" dirty="0">
            <a:latin typeface="+mn-lt"/>
          </a:endParaRPr>
        </a:p>
      </dgm:t>
    </dgm:pt>
    <dgm:pt modelId="{1C760170-7083-4D5D-A8A0-4BB5B1F1D5F0}" type="parTrans" cxnId="{C0F135FA-903B-4E0B-AAC7-8D2A7A41FE3C}">
      <dgm:prSet/>
      <dgm:spPr/>
      <dgm:t>
        <a:bodyPr/>
        <a:lstStyle/>
        <a:p>
          <a:pPr algn="just"/>
          <a:endParaRPr lang="en-IN">
            <a:latin typeface="+mn-lt"/>
          </a:endParaRPr>
        </a:p>
      </dgm:t>
    </dgm:pt>
    <dgm:pt modelId="{E70A0506-012F-4CF5-8BB4-AC45B9ED3006}" type="sibTrans" cxnId="{C0F135FA-903B-4E0B-AAC7-8D2A7A41FE3C}">
      <dgm:prSet/>
      <dgm:spPr/>
      <dgm:t>
        <a:bodyPr/>
        <a:lstStyle/>
        <a:p>
          <a:pPr algn="just"/>
          <a:endParaRPr lang="en-IN">
            <a:latin typeface="+mn-lt"/>
          </a:endParaRPr>
        </a:p>
      </dgm:t>
    </dgm:pt>
    <dgm:pt modelId="{BEA606A2-7606-44EC-A066-A8A39E4EC7C1}">
      <dgm:prSet phldrT="[Text]"/>
      <dgm:spPr/>
      <dgm:t>
        <a:bodyPr/>
        <a:lstStyle/>
        <a:p>
          <a:pPr algn="just"/>
          <a:endParaRPr lang="en-IN" sz="2200" b="1" dirty="0">
            <a:latin typeface="+mn-lt"/>
          </a:endParaRPr>
        </a:p>
      </dgm:t>
    </dgm:pt>
    <dgm:pt modelId="{70231A13-F899-4158-AC63-4489DCBCE13A}" type="parTrans" cxnId="{8F7AECE5-0973-4FBA-A9F7-9C2D4BFA3220}">
      <dgm:prSet/>
      <dgm:spPr/>
      <dgm:t>
        <a:bodyPr/>
        <a:lstStyle/>
        <a:p>
          <a:endParaRPr lang="en-IN"/>
        </a:p>
      </dgm:t>
    </dgm:pt>
    <dgm:pt modelId="{851AF8E9-6BC6-40F2-A20A-01278A01AADF}" type="sibTrans" cxnId="{8F7AECE5-0973-4FBA-A9F7-9C2D4BFA3220}">
      <dgm:prSet/>
      <dgm:spPr/>
      <dgm:t>
        <a:bodyPr/>
        <a:lstStyle/>
        <a:p>
          <a:endParaRPr lang="en-IN"/>
        </a:p>
      </dgm:t>
    </dgm:pt>
    <dgm:pt modelId="{AE039A29-316E-4D6B-915A-F611A0EBF439}">
      <dgm:prSet phldrT="[Text]" custT="1"/>
      <dgm:spPr/>
      <dgm:t>
        <a:bodyPr/>
        <a:lstStyle/>
        <a:p>
          <a:pPr algn="just"/>
          <a:r>
            <a:rPr lang="en-US" sz="2400" b="0" i="0" dirty="0"/>
            <a:t>Electrochemical biosensors are classified into three types:</a:t>
          </a:r>
          <a:endParaRPr lang="en-IN" sz="2400" b="1" dirty="0">
            <a:latin typeface="+mn-lt"/>
          </a:endParaRPr>
        </a:p>
      </dgm:t>
    </dgm:pt>
    <dgm:pt modelId="{BBCCD9F0-6FEB-4DA6-91FC-E02877976F16}" type="parTrans" cxnId="{70F73ED3-7273-49E9-9182-1C149F447112}">
      <dgm:prSet/>
      <dgm:spPr/>
      <dgm:t>
        <a:bodyPr/>
        <a:lstStyle/>
        <a:p>
          <a:endParaRPr lang="en-IN"/>
        </a:p>
      </dgm:t>
    </dgm:pt>
    <dgm:pt modelId="{1A0134B7-E44D-46F4-B3B9-3D8F21BE8FA7}" type="sibTrans" cxnId="{70F73ED3-7273-49E9-9182-1C149F447112}">
      <dgm:prSet/>
      <dgm:spPr/>
      <dgm:t>
        <a:bodyPr/>
        <a:lstStyle/>
        <a:p>
          <a:endParaRPr lang="en-IN"/>
        </a:p>
      </dgm:t>
    </dgm:pt>
    <dgm:pt modelId="{777852F1-EAA1-4567-B288-79EE8F1FB9F9}">
      <dgm:prSet custT="1"/>
      <dgm:spPr/>
      <dgm:t>
        <a:bodyPr/>
        <a:lstStyle/>
        <a:p>
          <a:pPr>
            <a:buFont typeface="Arial" panose="020B0604020202020204" pitchFamily="34" charset="0"/>
            <a:buChar char="•"/>
          </a:pPr>
          <a:r>
            <a:rPr lang="en-IN" sz="2400" b="1" i="0" dirty="0" err="1"/>
            <a:t>Amperometric</a:t>
          </a:r>
          <a:r>
            <a:rPr lang="en-IN" sz="2400" b="1" i="0" dirty="0"/>
            <a:t> Biosensors</a:t>
          </a:r>
        </a:p>
      </dgm:t>
    </dgm:pt>
    <dgm:pt modelId="{5A4E673E-2442-4DA4-AB87-B4C725E86A1B}" type="parTrans" cxnId="{C2144177-2031-4277-97F0-19AB1B7EF51F}">
      <dgm:prSet/>
      <dgm:spPr/>
      <dgm:t>
        <a:bodyPr/>
        <a:lstStyle/>
        <a:p>
          <a:endParaRPr lang="en-IN"/>
        </a:p>
      </dgm:t>
    </dgm:pt>
    <dgm:pt modelId="{5B2DA9D4-79D8-4FF3-BE8B-86464B0B653F}" type="sibTrans" cxnId="{C2144177-2031-4277-97F0-19AB1B7EF51F}">
      <dgm:prSet/>
      <dgm:spPr/>
      <dgm:t>
        <a:bodyPr/>
        <a:lstStyle/>
        <a:p>
          <a:endParaRPr lang="en-IN"/>
        </a:p>
      </dgm:t>
    </dgm:pt>
    <dgm:pt modelId="{9D429F56-0415-4558-AE7A-4781A891DB79}">
      <dgm:prSet custT="1"/>
      <dgm:spPr/>
      <dgm:t>
        <a:bodyPr/>
        <a:lstStyle/>
        <a:p>
          <a:pPr>
            <a:buFont typeface="Arial" panose="020B0604020202020204" pitchFamily="34" charset="0"/>
            <a:buChar char="•"/>
          </a:pPr>
          <a:r>
            <a:rPr lang="en-IN" sz="2400" b="1" i="0" dirty="0"/>
            <a:t>Potentiometric Biosensors</a:t>
          </a:r>
        </a:p>
      </dgm:t>
    </dgm:pt>
    <dgm:pt modelId="{D39F252D-00E6-462E-8F75-4B2BDFC93469}" type="parTrans" cxnId="{3C96D590-6519-443E-A7FE-7BC79C7436F1}">
      <dgm:prSet/>
      <dgm:spPr/>
      <dgm:t>
        <a:bodyPr/>
        <a:lstStyle/>
        <a:p>
          <a:endParaRPr lang="en-IN"/>
        </a:p>
      </dgm:t>
    </dgm:pt>
    <dgm:pt modelId="{C4D00641-2607-44E9-BBCC-4D082EB5E0E9}" type="sibTrans" cxnId="{3C96D590-6519-443E-A7FE-7BC79C7436F1}">
      <dgm:prSet/>
      <dgm:spPr/>
      <dgm:t>
        <a:bodyPr/>
        <a:lstStyle/>
        <a:p>
          <a:endParaRPr lang="en-IN"/>
        </a:p>
      </dgm:t>
    </dgm:pt>
    <dgm:pt modelId="{E99B91F3-06AD-4C9C-BF2C-9E4A2B175C48}">
      <dgm:prSet custT="1"/>
      <dgm:spPr/>
      <dgm:t>
        <a:bodyPr/>
        <a:lstStyle/>
        <a:p>
          <a:pPr>
            <a:buFont typeface="Arial" panose="020B0604020202020204" pitchFamily="34" charset="0"/>
            <a:buChar char="•"/>
          </a:pPr>
          <a:r>
            <a:rPr lang="en-IN" sz="2400" b="1" i="0" dirty="0" err="1" smtClean="0"/>
            <a:t>Impedimetric</a:t>
          </a:r>
          <a:r>
            <a:rPr lang="en-IN" sz="2400" b="1" i="0" dirty="0" smtClean="0"/>
            <a:t> Biosensors</a:t>
          </a:r>
          <a:endParaRPr lang="en-IN" sz="2400" b="1" i="0" dirty="0"/>
        </a:p>
      </dgm:t>
    </dgm:pt>
    <dgm:pt modelId="{CEF8BF37-209C-400D-984B-B465A200FE88}" type="parTrans" cxnId="{4BD4CDCB-578E-4685-AC38-67B04857F258}">
      <dgm:prSet/>
      <dgm:spPr/>
      <dgm:t>
        <a:bodyPr/>
        <a:lstStyle/>
        <a:p>
          <a:endParaRPr lang="en-IN"/>
        </a:p>
      </dgm:t>
    </dgm:pt>
    <dgm:pt modelId="{6AEA4341-3835-40C1-92A1-9E96CCFE5D38}" type="sibTrans" cxnId="{4BD4CDCB-578E-4685-AC38-67B04857F258}">
      <dgm:prSet/>
      <dgm:spPr/>
      <dgm:t>
        <a:bodyPr/>
        <a:lstStyle/>
        <a:p>
          <a:endParaRPr lang="en-IN"/>
        </a:p>
      </dgm:t>
    </dgm:pt>
    <dgm:pt modelId="{A7E7D4A0-37BC-4465-B8DE-91D5FA6AF4A5}">
      <dgm:prSet custT="1"/>
      <dgm:spPr>
        <a:noFill/>
      </dgm:spPr>
      <dgm:t>
        <a:bodyPr/>
        <a:lstStyle/>
        <a:p>
          <a:r>
            <a:rPr lang="en-US" sz="2400" dirty="0" smtClean="0">
              <a:solidFill>
                <a:schemeClr val="tx1"/>
              </a:solidFill>
            </a:rPr>
            <a:t>Generally, the electrochemical biosensor is based on the reaction of enzymatic catalysis that consumes or generates electrons. </a:t>
          </a:r>
        </a:p>
      </dgm:t>
    </dgm:pt>
    <dgm:pt modelId="{D8E559C6-A761-4FDF-A8B1-3328F0DC0674}" type="parTrans" cxnId="{F5D8C206-43A4-492B-BCAC-215AA172B854}">
      <dgm:prSet/>
      <dgm:spPr/>
      <dgm:t>
        <a:bodyPr/>
        <a:lstStyle/>
        <a:p>
          <a:endParaRPr lang="en-IN"/>
        </a:p>
      </dgm:t>
    </dgm:pt>
    <dgm:pt modelId="{145D14CC-256A-4BDB-BBAE-B63C3E6891B0}" type="sibTrans" cxnId="{F5D8C206-43A4-492B-BCAC-215AA172B854}">
      <dgm:prSet/>
      <dgm:spPr/>
      <dgm:t>
        <a:bodyPr/>
        <a:lstStyle/>
        <a:p>
          <a:endParaRPr lang="en-IN"/>
        </a:p>
      </dgm:t>
    </dgm:pt>
    <dgm:pt modelId="{60B071B2-DA38-4C3C-BEA6-1344554634F7}">
      <dgm:prSet phldrT="[Text]" custT="1"/>
      <dgm:spPr/>
      <dgm:t>
        <a:bodyPr/>
        <a:lstStyle/>
        <a:p>
          <a:pPr algn="just"/>
          <a:endParaRPr lang="en-IN" sz="2400" b="1" dirty="0">
            <a:latin typeface="+mn-lt"/>
          </a:endParaRPr>
        </a:p>
      </dgm:t>
    </dgm:pt>
    <dgm:pt modelId="{95B54AF5-BB1A-469D-B301-E4A36DB0B1F6}" type="parTrans" cxnId="{331E1169-1A09-4372-8267-F8A7D98CD051}">
      <dgm:prSet/>
      <dgm:spPr/>
      <dgm:t>
        <a:bodyPr/>
        <a:lstStyle/>
        <a:p>
          <a:endParaRPr lang="en-IN"/>
        </a:p>
      </dgm:t>
    </dgm:pt>
    <dgm:pt modelId="{00C133C1-4882-4325-8D8C-2DFCA19F0033}" type="sibTrans" cxnId="{331E1169-1A09-4372-8267-F8A7D98CD051}">
      <dgm:prSet/>
      <dgm:spPr/>
      <dgm:t>
        <a:bodyPr/>
        <a:lstStyle/>
        <a:p>
          <a:endParaRPr lang="en-IN"/>
        </a:p>
      </dgm:t>
    </dgm:pt>
    <dgm:pt modelId="{50953EB3-88E9-48B9-81A7-2DC95947FBF4}">
      <dgm:prSet phldrT="[Text]" custT="1"/>
      <dgm:spPr/>
      <dgm:t>
        <a:bodyPr/>
        <a:lstStyle/>
        <a:p>
          <a:pPr algn="just"/>
          <a:endParaRPr lang="en-IN" sz="2400" b="1" dirty="0">
            <a:latin typeface="+mn-lt"/>
          </a:endParaRPr>
        </a:p>
      </dgm:t>
    </dgm:pt>
    <dgm:pt modelId="{6B891426-D288-4689-8449-9213B399CA60}" type="parTrans" cxnId="{C98F3281-ECC4-4864-BC1E-C9D8F0DA8F11}">
      <dgm:prSet/>
      <dgm:spPr/>
      <dgm:t>
        <a:bodyPr/>
        <a:lstStyle/>
        <a:p>
          <a:endParaRPr lang="en-IN"/>
        </a:p>
      </dgm:t>
    </dgm:pt>
    <dgm:pt modelId="{82A8C9AB-04E2-4748-9D29-A7511179748B}" type="sibTrans" cxnId="{C98F3281-ECC4-4864-BC1E-C9D8F0DA8F11}">
      <dgm:prSet/>
      <dgm:spPr/>
      <dgm:t>
        <a:bodyPr/>
        <a:lstStyle/>
        <a:p>
          <a:endParaRPr lang="en-IN"/>
        </a:p>
      </dgm:t>
    </dgm:pt>
    <dgm:pt modelId="{0C95FC6E-A3C0-485C-91C8-060F6F7EFA4B}">
      <dgm:prSet phldrT="[Text]" custT="1"/>
      <dgm:spPr/>
      <dgm:t>
        <a:bodyPr/>
        <a:lstStyle/>
        <a:p>
          <a:pPr algn="just"/>
          <a:endParaRPr lang="en-IN" sz="2400" b="1" dirty="0">
            <a:latin typeface="+mn-lt"/>
          </a:endParaRPr>
        </a:p>
      </dgm:t>
    </dgm:pt>
    <dgm:pt modelId="{333F5DBB-C9B9-4DE4-8C8C-130850FF8D71}" type="parTrans" cxnId="{78CF5C9B-6CE0-4A4D-AF8A-1F039F97DCB5}">
      <dgm:prSet/>
      <dgm:spPr/>
      <dgm:t>
        <a:bodyPr/>
        <a:lstStyle/>
        <a:p>
          <a:endParaRPr lang="en-IN"/>
        </a:p>
      </dgm:t>
    </dgm:pt>
    <dgm:pt modelId="{036513CF-55BC-4C28-9836-0A88AE2FEEAA}" type="sibTrans" cxnId="{78CF5C9B-6CE0-4A4D-AF8A-1F039F97DCB5}">
      <dgm:prSet/>
      <dgm:spPr/>
      <dgm:t>
        <a:bodyPr/>
        <a:lstStyle/>
        <a:p>
          <a:endParaRPr lang="en-IN"/>
        </a:p>
      </dgm:t>
    </dgm:pt>
    <dgm:pt modelId="{0DDA311C-E96F-4FEA-AF8E-F7A4D964362D}" type="pres">
      <dgm:prSet presAssocID="{B1E29008-AA54-468B-819F-3846E1643055}" presName="linear" presStyleCnt="0">
        <dgm:presLayoutVars>
          <dgm:animLvl val="lvl"/>
          <dgm:resizeHandles val="exact"/>
        </dgm:presLayoutVars>
      </dgm:prSet>
      <dgm:spPr/>
      <dgm:t>
        <a:bodyPr/>
        <a:lstStyle/>
        <a:p>
          <a:endParaRPr lang="en-IN"/>
        </a:p>
      </dgm:t>
    </dgm:pt>
    <dgm:pt modelId="{79A74AB1-1785-495D-A8F3-BF974D822EBE}" type="pres">
      <dgm:prSet presAssocID="{A44A1904-B575-480C-B7A3-332C72D11262}" presName="parentText" presStyleLbl="node1" presStyleIdx="0" presStyleCnt="2" custLinFactNeighborX="-455" custLinFactNeighborY="-37193">
        <dgm:presLayoutVars>
          <dgm:chMax val="0"/>
          <dgm:bulletEnabled val="1"/>
        </dgm:presLayoutVars>
      </dgm:prSet>
      <dgm:spPr/>
      <dgm:t>
        <a:bodyPr/>
        <a:lstStyle/>
        <a:p>
          <a:endParaRPr lang="en-IN"/>
        </a:p>
      </dgm:t>
    </dgm:pt>
    <dgm:pt modelId="{54711283-0469-4574-9479-3FE42D21351E}" type="pres">
      <dgm:prSet presAssocID="{A44A1904-B575-480C-B7A3-332C72D11262}" presName="childText" presStyleLbl="revTx" presStyleIdx="0" presStyleCnt="1" custLinFactNeighborY="-7762">
        <dgm:presLayoutVars>
          <dgm:bulletEnabled val="1"/>
        </dgm:presLayoutVars>
      </dgm:prSet>
      <dgm:spPr/>
      <dgm:t>
        <a:bodyPr/>
        <a:lstStyle/>
        <a:p>
          <a:endParaRPr lang="en-IN"/>
        </a:p>
      </dgm:t>
    </dgm:pt>
    <dgm:pt modelId="{BD59CD2C-24FC-4190-90BD-A9E806B65F95}" type="pres">
      <dgm:prSet presAssocID="{A7E7D4A0-37BC-4465-B8DE-91D5FA6AF4A5}" presName="parentText" presStyleLbl="node1" presStyleIdx="1" presStyleCnt="2" custLinFactNeighborX="228" custLinFactNeighborY="-97069">
        <dgm:presLayoutVars>
          <dgm:chMax val="0"/>
          <dgm:bulletEnabled val="1"/>
        </dgm:presLayoutVars>
      </dgm:prSet>
      <dgm:spPr/>
      <dgm:t>
        <a:bodyPr/>
        <a:lstStyle/>
        <a:p>
          <a:endParaRPr lang="en-IN"/>
        </a:p>
      </dgm:t>
    </dgm:pt>
  </dgm:ptLst>
  <dgm:cxnLst>
    <dgm:cxn modelId="{C0F135FA-903B-4E0B-AAC7-8D2A7A41FE3C}" srcId="{A44A1904-B575-480C-B7A3-332C72D11262}" destId="{904B0D99-DC25-4EB7-9166-0D84DC941E49}" srcOrd="3" destOrd="0" parTransId="{1C760170-7083-4D5D-A8A0-4BB5B1F1D5F0}" sibTransId="{E70A0506-012F-4CF5-8BB4-AC45B9ED3006}"/>
    <dgm:cxn modelId="{8F7AECE5-0973-4FBA-A9F7-9C2D4BFA3220}" srcId="{A44A1904-B575-480C-B7A3-332C72D11262}" destId="{BEA606A2-7606-44EC-A066-A8A39E4EC7C1}" srcOrd="5" destOrd="0" parTransId="{70231A13-F899-4158-AC63-4489DCBCE13A}" sibTransId="{851AF8E9-6BC6-40F2-A20A-01278A01AADF}"/>
    <dgm:cxn modelId="{CAAD01C7-D619-4C4C-88E4-6BE7C147EB63}" srcId="{B1E29008-AA54-468B-819F-3846E1643055}" destId="{A44A1904-B575-480C-B7A3-332C72D11262}" srcOrd="0" destOrd="0" parTransId="{F0337DAE-D342-4224-8BD0-267A12188A2B}" sibTransId="{8D5B8EB8-77F6-4F49-95F5-0B29409F6584}"/>
    <dgm:cxn modelId="{44556543-F54F-4B9A-805A-AFF7F035BCE3}" type="presOf" srcId="{60B071B2-DA38-4C3C-BEA6-1344554634F7}" destId="{54711283-0469-4574-9479-3FE42D21351E}" srcOrd="0" destOrd="0" presId="urn:microsoft.com/office/officeart/2005/8/layout/vList2"/>
    <dgm:cxn modelId="{7AA0977F-258C-4D1F-BCF7-DECA48752720}" type="presOf" srcId="{BEA606A2-7606-44EC-A066-A8A39E4EC7C1}" destId="{54711283-0469-4574-9479-3FE42D21351E}" srcOrd="0" destOrd="8" presId="urn:microsoft.com/office/officeart/2005/8/layout/vList2"/>
    <dgm:cxn modelId="{70F73ED3-7273-49E9-9182-1C149F447112}" srcId="{A44A1904-B575-480C-B7A3-332C72D11262}" destId="{AE039A29-316E-4D6B-915A-F611A0EBF439}" srcOrd="4" destOrd="0" parTransId="{BBCCD9F0-6FEB-4DA6-91FC-E02877976F16}" sibTransId="{1A0134B7-E44D-46F4-B3B9-3D8F21BE8FA7}"/>
    <dgm:cxn modelId="{3C96D590-6519-443E-A7FE-7BC79C7436F1}" srcId="{AE039A29-316E-4D6B-915A-F611A0EBF439}" destId="{9D429F56-0415-4558-AE7A-4781A891DB79}" srcOrd="1" destOrd="0" parTransId="{D39F252D-00E6-462E-8F75-4B2BDFC93469}" sibTransId="{C4D00641-2607-44E9-BBCC-4D082EB5E0E9}"/>
    <dgm:cxn modelId="{78CF5C9B-6CE0-4A4D-AF8A-1F039F97DCB5}" srcId="{A44A1904-B575-480C-B7A3-332C72D11262}" destId="{0C95FC6E-A3C0-485C-91C8-060F6F7EFA4B}" srcOrd="2" destOrd="0" parTransId="{333F5DBB-C9B9-4DE4-8C8C-130850FF8D71}" sibTransId="{036513CF-55BC-4C28-9836-0A88AE2FEEAA}"/>
    <dgm:cxn modelId="{C93348E9-CF0C-4A38-A8CC-1C4206B54635}" type="presOf" srcId="{904B0D99-DC25-4EB7-9166-0D84DC941E49}" destId="{54711283-0469-4574-9479-3FE42D21351E}" srcOrd="0" destOrd="3" presId="urn:microsoft.com/office/officeart/2005/8/layout/vList2"/>
    <dgm:cxn modelId="{523077FB-D53A-4D90-96D9-2CE82FC9871B}" type="presOf" srcId="{A7E7D4A0-37BC-4465-B8DE-91D5FA6AF4A5}" destId="{BD59CD2C-24FC-4190-90BD-A9E806B65F95}" srcOrd="0" destOrd="0" presId="urn:microsoft.com/office/officeart/2005/8/layout/vList2"/>
    <dgm:cxn modelId="{C2144177-2031-4277-97F0-19AB1B7EF51F}" srcId="{AE039A29-316E-4D6B-915A-F611A0EBF439}" destId="{777852F1-EAA1-4567-B288-79EE8F1FB9F9}" srcOrd="0" destOrd="0" parTransId="{5A4E673E-2442-4DA4-AB87-B4C725E86A1B}" sibTransId="{5B2DA9D4-79D8-4FF3-BE8B-86464B0B653F}"/>
    <dgm:cxn modelId="{10E74892-DE94-4BCA-8766-EE8E5A70E88B}" type="presOf" srcId="{50953EB3-88E9-48B9-81A7-2DC95947FBF4}" destId="{54711283-0469-4574-9479-3FE42D21351E}" srcOrd="0" destOrd="1" presId="urn:microsoft.com/office/officeart/2005/8/layout/vList2"/>
    <dgm:cxn modelId="{C98F3281-ECC4-4864-BC1E-C9D8F0DA8F11}" srcId="{A44A1904-B575-480C-B7A3-332C72D11262}" destId="{50953EB3-88E9-48B9-81A7-2DC95947FBF4}" srcOrd="1" destOrd="0" parTransId="{6B891426-D288-4689-8449-9213B399CA60}" sibTransId="{82A8C9AB-04E2-4748-9D29-A7511179748B}"/>
    <dgm:cxn modelId="{1A9A7D52-F35E-40F1-9B99-4EEC444CF821}" type="presOf" srcId="{AE039A29-316E-4D6B-915A-F611A0EBF439}" destId="{54711283-0469-4574-9479-3FE42D21351E}" srcOrd="0" destOrd="4" presId="urn:microsoft.com/office/officeart/2005/8/layout/vList2"/>
    <dgm:cxn modelId="{F5D8C206-43A4-492B-BCAC-215AA172B854}" srcId="{B1E29008-AA54-468B-819F-3846E1643055}" destId="{A7E7D4A0-37BC-4465-B8DE-91D5FA6AF4A5}" srcOrd="1" destOrd="0" parTransId="{D8E559C6-A761-4FDF-A8B1-3328F0DC0674}" sibTransId="{145D14CC-256A-4BDB-BBAE-B63C3E6891B0}"/>
    <dgm:cxn modelId="{A62C5F26-69F9-48B5-90A7-FCF1A517B336}" type="presOf" srcId="{0C95FC6E-A3C0-485C-91C8-060F6F7EFA4B}" destId="{54711283-0469-4574-9479-3FE42D21351E}" srcOrd="0" destOrd="2" presId="urn:microsoft.com/office/officeart/2005/8/layout/vList2"/>
    <dgm:cxn modelId="{188C8539-456A-464E-967E-B34C85512CAE}" type="presOf" srcId="{E99B91F3-06AD-4C9C-BF2C-9E4A2B175C48}" destId="{54711283-0469-4574-9479-3FE42D21351E}" srcOrd="0" destOrd="7" presId="urn:microsoft.com/office/officeart/2005/8/layout/vList2"/>
    <dgm:cxn modelId="{9DAF22E6-C36E-4D17-B77F-887B6A7ABD79}" type="presOf" srcId="{B1E29008-AA54-468B-819F-3846E1643055}" destId="{0DDA311C-E96F-4FEA-AF8E-F7A4D964362D}" srcOrd="0" destOrd="0" presId="urn:microsoft.com/office/officeart/2005/8/layout/vList2"/>
    <dgm:cxn modelId="{48D7DE99-03FB-4EB4-9A35-82E74A80D1A7}" type="presOf" srcId="{777852F1-EAA1-4567-B288-79EE8F1FB9F9}" destId="{54711283-0469-4574-9479-3FE42D21351E}" srcOrd="0" destOrd="5" presId="urn:microsoft.com/office/officeart/2005/8/layout/vList2"/>
    <dgm:cxn modelId="{9B5E738F-2B2B-4D87-BC27-D206144C171C}" type="presOf" srcId="{9D429F56-0415-4558-AE7A-4781A891DB79}" destId="{54711283-0469-4574-9479-3FE42D21351E}" srcOrd="0" destOrd="6" presId="urn:microsoft.com/office/officeart/2005/8/layout/vList2"/>
    <dgm:cxn modelId="{A6B5720C-C062-406D-BDAA-687C7FC30C9A}" type="presOf" srcId="{A44A1904-B575-480C-B7A3-332C72D11262}" destId="{79A74AB1-1785-495D-A8F3-BF974D822EBE}" srcOrd="0" destOrd="0" presId="urn:microsoft.com/office/officeart/2005/8/layout/vList2"/>
    <dgm:cxn modelId="{331E1169-1A09-4372-8267-F8A7D98CD051}" srcId="{A44A1904-B575-480C-B7A3-332C72D11262}" destId="{60B071B2-DA38-4C3C-BEA6-1344554634F7}" srcOrd="0" destOrd="0" parTransId="{95B54AF5-BB1A-469D-B301-E4A36DB0B1F6}" sibTransId="{00C133C1-4882-4325-8D8C-2DFCA19F0033}"/>
    <dgm:cxn modelId="{4BD4CDCB-578E-4685-AC38-67B04857F258}" srcId="{AE039A29-316E-4D6B-915A-F611A0EBF439}" destId="{E99B91F3-06AD-4C9C-BF2C-9E4A2B175C48}" srcOrd="2" destOrd="0" parTransId="{CEF8BF37-209C-400D-984B-B465A200FE88}" sibTransId="{6AEA4341-3835-40C1-92A1-9E96CCFE5D38}"/>
    <dgm:cxn modelId="{44525B48-2C4B-4E1B-A20A-CF0C35491F82}" type="presParOf" srcId="{0DDA311C-E96F-4FEA-AF8E-F7A4D964362D}" destId="{79A74AB1-1785-495D-A8F3-BF974D822EBE}" srcOrd="0" destOrd="0" presId="urn:microsoft.com/office/officeart/2005/8/layout/vList2"/>
    <dgm:cxn modelId="{5F1D7FEC-E300-450C-A950-48CBA2B790E5}" type="presParOf" srcId="{0DDA311C-E96F-4FEA-AF8E-F7A4D964362D}" destId="{54711283-0469-4574-9479-3FE42D21351E}" srcOrd="1" destOrd="0" presId="urn:microsoft.com/office/officeart/2005/8/layout/vList2"/>
    <dgm:cxn modelId="{B3F4C7FE-7482-4F3B-AC1E-AA24E2107B7D}" type="presParOf" srcId="{0DDA311C-E96F-4FEA-AF8E-F7A4D964362D}" destId="{BD59CD2C-24FC-4190-90BD-A9E806B65F95}" srcOrd="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B1E29008-AA54-468B-819F-3846E1643055}"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IN"/>
        </a:p>
      </dgm:t>
    </dgm:pt>
    <dgm:pt modelId="{A44A1904-B575-480C-B7A3-332C72D11262}">
      <dgm:prSet phldrT="[Text]" custT="1"/>
      <dgm:spPr/>
      <dgm:t>
        <a:bodyPr/>
        <a:lstStyle/>
        <a:p>
          <a:pPr algn="just"/>
          <a:r>
            <a:rPr lang="en-US" sz="2400" dirty="0" err="1">
              <a:solidFill>
                <a:schemeClr val="tx1"/>
              </a:solidFill>
              <a:latin typeface="+mn-lt"/>
            </a:rPr>
            <a:t>Amperometric</a:t>
          </a:r>
          <a:r>
            <a:rPr lang="en-US" sz="2400" dirty="0">
              <a:solidFill>
                <a:schemeClr val="tx1"/>
              </a:solidFill>
              <a:latin typeface="+mn-lt"/>
            </a:rPr>
            <a:t> for </a:t>
          </a:r>
          <a:r>
            <a:rPr lang="en-US" sz="2400" b="1" dirty="0">
              <a:solidFill>
                <a:schemeClr val="tx1"/>
              </a:solidFill>
              <a:latin typeface="+mn-lt"/>
            </a:rPr>
            <a:t>applied current</a:t>
          </a:r>
          <a:r>
            <a:rPr lang="en-US" sz="2400" dirty="0">
              <a:solidFill>
                <a:schemeClr val="tx1"/>
              </a:solidFill>
              <a:latin typeface="+mn-lt"/>
            </a:rPr>
            <a:t>: Movement of e</a:t>
          </a:r>
          <a:r>
            <a:rPr lang="en-US" sz="2400" baseline="30000" dirty="0">
              <a:solidFill>
                <a:schemeClr val="tx1"/>
              </a:solidFill>
              <a:latin typeface="+mn-lt"/>
            </a:rPr>
            <a:t>- </a:t>
          </a:r>
          <a:r>
            <a:rPr lang="en-US" sz="2400" baseline="0" dirty="0">
              <a:solidFill>
                <a:schemeClr val="tx1"/>
              </a:solidFill>
              <a:latin typeface="+mn-lt"/>
            </a:rPr>
            <a:t>in redox reactions detected when a potential is applied between two electrodes.</a:t>
          </a:r>
          <a:endParaRPr lang="en-IN" sz="2400" baseline="0" dirty="0">
            <a:solidFill>
              <a:schemeClr val="tx1"/>
            </a:solidFill>
            <a:latin typeface="+mn-lt"/>
          </a:endParaRPr>
        </a:p>
      </dgm:t>
    </dgm:pt>
    <dgm:pt modelId="{F0337DAE-D342-4224-8BD0-267A12188A2B}" type="parTrans" cxnId="{CAAD01C7-D619-4C4C-88E4-6BE7C147EB63}">
      <dgm:prSet/>
      <dgm:spPr/>
      <dgm:t>
        <a:bodyPr/>
        <a:lstStyle/>
        <a:p>
          <a:pPr algn="just"/>
          <a:endParaRPr lang="en-IN" sz="1600">
            <a:latin typeface="+mn-lt"/>
          </a:endParaRPr>
        </a:p>
      </dgm:t>
    </dgm:pt>
    <dgm:pt modelId="{8D5B8EB8-77F6-4F49-95F5-0B29409F6584}" type="sibTrans" cxnId="{CAAD01C7-D619-4C4C-88E4-6BE7C147EB63}">
      <dgm:prSet/>
      <dgm:spPr/>
      <dgm:t>
        <a:bodyPr/>
        <a:lstStyle/>
        <a:p>
          <a:pPr algn="just"/>
          <a:endParaRPr lang="en-IN" sz="1600">
            <a:latin typeface="+mn-lt"/>
          </a:endParaRPr>
        </a:p>
      </dgm:t>
    </dgm:pt>
    <dgm:pt modelId="{904B0D99-DC25-4EB7-9166-0D84DC941E49}">
      <dgm:prSet phldrT="[Text]" custT="1"/>
      <dgm:spPr/>
      <dgm:t>
        <a:bodyPr/>
        <a:lstStyle/>
        <a:p>
          <a:pPr algn="just"/>
          <a:r>
            <a:rPr lang="en-US" sz="2400" b="0" i="0" dirty="0"/>
            <a:t>Generally, these Biosensors have reaction times, energetic ranges &amp; sensitivities comparable to the Potentiometric-biosensors. </a:t>
          </a:r>
          <a:endParaRPr lang="en-IN" sz="2400" b="1" dirty="0">
            <a:latin typeface="+mn-lt"/>
          </a:endParaRPr>
        </a:p>
      </dgm:t>
    </dgm:pt>
    <dgm:pt modelId="{1C760170-7083-4D5D-A8A0-4BB5B1F1D5F0}" type="parTrans" cxnId="{C0F135FA-903B-4E0B-AAC7-8D2A7A41FE3C}">
      <dgm:prSet/>
      <dgm:spPr/>
      <dgm:t>
        <a:bodyPr/>
        <a:lstStyle/>
        <a:p>
          <a:pPr algn="just"/>
          <a:endParaRPr lang="en-IN" sz="1600">
            <a:latin typeface="+mn-lt"/>
          </a:endParaRPr>
        </a:p>
      </dgm:t>
    </dgm:pt>
    <dgm:pt modelId="{E70A0506-012F-4CF5-8BB4-AC45B9ED3006}" type="sibTrans" cxnId="{C0F135FA-903B-4E0B-AAC7-8D2A7A41FE3C}">
      <dgm:prSet/>
      <dgm:spPr/>
      <dgm:t>
        <a:bodyPr/>
        <a:lstStyle/>
        <a:p>
          <a:pPr algn="just"/>
          <a:endParaRPr lang="en-IN" sz="1600">
            <a:latin typeface="+mn-lt"/>
          </a:endParaRPr>
        </a:p>
      </dgm:t>
    </dgm:pt>
    <dgm:pt modelId="{BFB70795-C41C-47FE-A58B-8A982A796192}">
      <dgm:prSet phldrT="[Text]" custT="1"/>
      <dgm:spPr/>
      <dgm:t>
        <a:bodyPr/>
        <a:lstStyle/>
        <a:p>
          <a:pPr algn="just"/>
          <a:r>
            <a:rPr lang="en-US" sz="2400" b="0" i="0" dirty="0"/>
            <a:t>The simple </a:t>
          </a:r>
          <a:r>
            <a:rPr lang="en-US" sz="2400" b="0" i="0" dirty="0" err="1"/>
            <a:t>amperometric</a:t>
          </a:r>
          <a:r>
            <a:rPr lang="en-US" sz="2400" b="0" i="0" dirty="0"/>
            <a:t> biosensor infrequent usage includes the “</a:t>
          </a:r>
          <a:r>
            <a:rPr lang="en-US" sz="2400" b="1" i="0" dirty="0"/>
            <a:t>Clark oxygen electrode</a:t>
          </a:r>
          <a:r>
            <a:rPr lang="en-US" sz="2400" b="1" i="0" dirty="0" smtClean="0"/>
            <a:t>”</a:t>
          </a:r>
          <a:r>
            <a:rPr lang="en-US" sz="2400" b="0" i="0" dirty="0" smtClean="0"/>
            <a:t>.</a:t>
          </a:r>
          <a:r>
            <a:rPr lang="en-US" sz="2400" dirty="0" smtClean="0"/>
            <a:t> </a:t>
          </a:r>
          <a:endParaRPr lang="en-IN" sz="2400" b="1" dirty="0">
            <a:latin typeface="+mn-lt"/>
          </a:endParaRPr>
        </a:p>
      </dgm:t>
    </dgm:pt>
    <dgm:pt modelId="{B03288D7-ACD4-4B42-ADB2-9ADD59A964B0}" type="parTrans" cxnId="{D9F56001-E929-441B-A652-9A88AE8729F8}">
      <dgm:prSet/>
      <dgm:spPr/>
      <dgm:t>
        <a:bodyPr/>
        <a:lstStyle/>
        <a:p>
          <a:endParaRPr lang="en-IN" sz="1600"/>
        </a:p>
      </dgm:t>
    </dgm:pt>
    <dgm:pt modelId="{5651DBE1-5C14-4F4E-BD4E-8A72EC3A6214}" type="sibTrans" cxnId="{D9F56001-E929-441B-A652-9A88AE8729F8}">
      <dgm:prSet/>
      <dgm:spPr/>
      <dgm:t>
        <a:bodyPr/>
        <a:lstStyle/>
        <a:p>
          <a:endParaRPr lang="en-IN" sz="1600"/>
        </a:p>
      </dgm:t>
    </dgm:pt>
    <dgm:pt modelId="{2B8AD878-2C42-42DF-9916-C05C719AC87F}">
      <dgm:prSet phldrT="[Text]" custT="1"/>
      <dgm:spPr/>
      <dgm:t>
        <a:bodyPr/>
        <a:lstStyle/>
        <a:p>
          <a:pPr algn="just"/>
          <a:r>
            <a:rPr lang="en-US" sz="2400" dirty="0" smtClean="0"/>
            <a:t>These biosensors are based on the movement of electrons (i.e. determination of electric current) as a result of enzyme-</a:t>
          </a:r>
          <a:r>
            <a:rPr lang="en-US" sz="2400" dirty="0" err="1" smtClean="0"/>
            <a:t>catalysed</a:t>
          </a:r>
          <a:r>
            <a:rPr lang="en-US" sz="2400" dirty="0" smtClean="0"/>
            <a:t> redox reactions.</a:t>
          </a:r>
          <a:endParaRPr lang="en-IN" sz="2400" b="1" dirty="0">
            <a:latin typeface="+mn-lt"/>
          </a:endParaRPr>
        </a:p>
      </dgm:t>
    </dgm:pt>
    <dgm:pt modelId="{DCAE0A62-81C6-4E6B-B29A-40F05792E521}" type="parTrans" cxnId="{68D213AE-FE21-4D4D-9E74-47DB445B5C6C}">
      <dgm:prSet/>
      <dgm:spPr/>
      <dgm:t>
        <a:bodyPr/>
        <a:lstStyle/>
        <a:p>
          <a:endParaRPr lang="en-IN" sz="1600"/>
        </a:p>
      </dgm:t>
    </dgm:pt>
    <dgm:pt modelId="{DD80C61B-AF7E-4B88-925A-F56B9AA0D58F}" type="sibTrans" cxnId="{68D213AE-FE21-4D4D-9E74-47DB445B5C6C}">
      <dgm:prSet/>
      <dgm:spPr/>
      <dgm:t>
        <a:bodyPr/>
        <a:lstStyle/>
        <a:p>
          <a:endParaRPr lang="en-IN" sz="1600"/>
        </a:p>
      </dgm:t>
    </dgm:pt>
    <dgm:pt modelId="{3C6E2F57-CB73-4223-92C9-4EAC353634F5}">
      <dgm:prSet phldrT="[Text]" custT="1"/>
      <dgm:spPr/>
      <dgm:t>
        <a:bodyPr/>
        <a:lstStyle/>
        <a:p>
          <a:pPr algn="just"/>
          <a:r>
            <a:rPr lang="en-US" sz="2400" dirty="0"/>
            <a:t>Normally, a constant voltage passes between the electrodes which can be determined. </a:t>
          </a:r>
          <a:endParaRPr lang="en-IN" sz="2400" b="1" dirty="0">
            <a:latin typeface="+mn-lt"/>
          </a:endParaRPr>
        </a:p>
      </dgm:t>
    </dgm:pt>
    <dgm:pt modelId="{77E23ABF-367B-42D2-A48F-940B5D52B4C6}" type="parTrans" cxnId="{6CFAFD0A-97D1-48D7-9132-63C0C217D3E3}">
      <dgm:prSet/>
      <dgm:spPr/>
      <dgm:t>
        <a:bodyPr/>
        <a:lstStyle/>
        <a:p>
          <a:endParaRPr lang="en-IN"/>
        </a:p>
      </dgm:t>
    </dgm:pt>
    <dgm:pt modelId="{19BFE03F-EBB0-4281-97AF-F7B65956980F}" type="sibTrans" cxnId="{6CFAFD0A-97D1-48D7-9132-63C0C217D3E3}">
      <dgm:prSet/>
      <dgm:spPr/>
      <dgm:t>
        <a:bodyPr/>
        <a:lstStyle/>
        <a:p>
          <a:endParaRPr lang="en-IN"/>
        </a:p>
      </dgm:t>
    </dgm:pt>
    <dgm:pt modelId="{A8FD9F5D-0A77-4179-A009-FBBF53981C85}">
      <dgm:prSet phldrT="[Text]" custT="1"/>
      <dgm:spPr/>
      <dgm:t>
        <a:bodyPr/>
        <a:lstStyle/>
        <a:p>
          <a:pPr algn="just"/>
          <a:r>
            <a:rPr lang="en-US" sz="2400" b="1" dirty="0" smtClean="0">
              <a:solidFill>
                <a:schemeClr val="tx1"/>
              </a:solidFill>
            </a:rPr>
            <a:t>In other words, </a:t>
          </a:r>
          <a:r>
            <a:rPr lang="en-US" sz="2400" b="1" dirty="0" err="1" smtClean="0">
              <a:solidFill>
                <a:schemeClr val="tx1"/>
              </a:solidFill>
            </a:rPr>
            <a:t>Amperometric</a:t>
          </a:r>
          <a:r>
            <a:rPr lang="en-US" sz="2400" b="1" dirty="0" smtClean="0">
              <a:solidFill>
                <a:schemeClr val="tx1"/>
              </a:solidFill>
            </a:rPr>
            <a:t> biosensors </a:t>
          </a:r>
          <a:r>
            <a:rPr lang="en-US" sz="2400" dirty="0" smtClean="0"/>
            <a:t>measure the electric current associated with electron flow resulting from redox reactions</a:t>
          </a:r>
          <a:endParaRPr lang="en-IN" sz="2400" b="1" dirty="0">
            <a:latin typeface="+mn-lt"/>
          </a:endParaRPr>
        </a:p>
      </dgm:t>
    </dgm:pt>
    <dgm:pt modelId="{5E34EFB2-C72E-4D7A-BCA9-C66F58682D7D}" type="parTrans" cxnId="{3C41E6A4-D5B8-43E3-98BD-46C3B3DA77F1}">
      <dgm:prSet/>
      <dgm:spPr/>
      <dgm:t>
        <a:bodyPr/>
        <a:lstStyle/>
        <a:p>
          <a:endParaRPr lang="en-IN"/>
        </a:p>
      </dgm:t>
    </dgm:pt>
    <dgm:pt modelId="{A5870167-65BE-4EEF-AE18-C5E87F61C4E6}" type="sibTrans" cxnId="{3C41E6A4-D5B8-43E3-98BD-46C3B3DA77F1}">
      <dgm:prSet/>
      <dgm:spPr/>
      <dgm:t>
        <a:bodyPr/>
        <a:lstStyle/>
        <a:p>
          <a:endParaRPr lang="en-IN"/>
        </a:p>
      </dgm:t>
    </dgm:pt>
    <dgm:pt modelId="{0DDA311C-E96F-4FEA-AF8E-F7A4D964362D}" type="pres">
      <dgm:prSet presAssocID="{B1E29008-AA54-468B-819F-3846E1643055}" presName="linear" presStyleCnt="0">
        <dgm:presLayoutVars>
          <dgm:animLvl val="lvl"/>
          <dgm:resizeHandles val="exact"/>
        </dgm:presLayoutVars>
      </dgm:prSet>
      <dgm:spPr/>
      <dgm:t>
        <a:bodyPr/>
        <a:lstStyle/>
        <a:p>
          <a:endParaRPr lang="en-IN"/>
        </a:p>
      </dgm:t>
    </dgm:pt>
    <dgm:pt modelId="{79A74AB1-1785-495D-A8F3-BF974D822EBE}" type="pres">
      <dgm:prSet presAssocID="{A44A1904-B575-480C-B7A3-332C72D11262}" presName="parentText" presStyleLbl="node1" presStyleIdx="0" presStyleCnt="1" custScaleY="105813" custLinFactNeighborY="-7900">
        <dgm:presLayoutVars>
          <dgm:chMax val="0"/>
          <dgm:bulletEnabled val="1"/>
        </dgm:presLayoutVars>
      </dgm:prSet>
      <dgm:spPr/>
      <dgm:t>
        <a:bodyPr/>
        <a:lstStyle/>
        <a:p>
          <a:endParaRPr lang="en-IN"/>
        </a:p>
      </dgm:t>
    </dgm:pt>
    <dgm:pt modelId="{54711283-0469-4574-9479-3FE42D21351E}" type="pres">
      <dgm:prSet presAssocID="{A44A1904-B575-480C-B7A3-332C72D11262}" presName="childText" presStyleLbl="revTx" presStyleIdx="0" presStyleCnt="1" custScaleY="115298">
        <dgm:presLayoutVars>
          <dgm:bulletEnabled val="1"/>
        </dgm:presLayoutVars>
      </dgm:prSet>
      <dgm:spPr/>
      <dgm:t>
        <a:bodyPr/>
        <a:lstStyle/>
        <a:p>
          <a:endParaRPr lang="en-IN"/>
        </a:p>
      </dgm:t>
    </dgm:pt>
  </dgm:ptLst>
  <dgm:cxnLst>
    <dgm:cxn modelId="{CAAD01C7-D619-4C4C-88E4-6BE7C147EB63}" srcId="{B1E29008-AA54-468B-819F-3846E1643055}" destId="{A44A1904-B575-480C-B7A3-332C72D11262}" srcOrd="0" destOrd="0" parTransId="{F0337DAE-D342-4224-8BD0-267A12188A2B}" sibTransId="{8D5B8EB8-77F6-4F49-95F5-0B29409F6584}"/>
    <dgm:cxn modelId="{4DBC1DCB-825E-4636-AAC6-7040BC20718F}" type="presOf" srcId="{904B0D99-DC25-4EB7-9166-0D84DC941E49}" destId="{54711283-0469-4574-9479-3FE42D21351E}" srcOrd="0" destOrd="2" presId="urn:microsoft.com/office/officeart/2005/8/layout/vList2"/>
    <dgm:cxn modelId="{12434F6A-E457-4CCE-BCF5-0C9ED72D1D20}" type="presOf" srcId="{3C6E2F57-CB73-4223-92C9-4EAC353634F5}" destId="{54711283-0469-4574-9479-3FE42D21351E}" srcOrd="0" destOrd="1" presId="urn:microsoft.com/office/officeart/2005/8/layout/vList2"/>
    <dgm:cxn modelId="{184A5F42-64F4-42AA-A6FB-5CE1929BB663}" type="presOf" srcId="{2B8AD878-2C42-42DF-9916-C05C719AC87F}" destId="{54711283-0469-4574-9479-3FE42D21351E}" srcOrd="0" destOrd="0" presId="urn:microsoft.com/office/officeart/2005/8/layout/vList2"/>
    <dgm:cxn modelId="{7D88FF18-2591-468E-968D-D05330D17BB4}" type="presOf" srcId="{A8FD9F5D-0A77-4179-A009-FBBF53981C85}" destId="{54711283-0469-4574-9479-3FE42D21351E}" srcOrd="0" destOrd="4" presId="urn:microsoft.com/office/officeart/2005/8/layout/vList2"/>
    <dgm:cxn modelId="{D9F56001-E929-441B-A652-9A88AE8729F8}" srcId="{A44A1904-B575-480C-B7A3-332C72D11262}" destId="{BFB70795-C41C-47FE-A58B-8A982A796192}" srcOrd="3" destOrd="0" parTransId="{B03288D7-ACD4-4B42-ADB2-9ADD59A964B0}" sibTransId="{5651DBE1-5C14-4F4E-BD4E-8A72EC3A6214}"/>
    <dgm:cxn modelId="{3C41E6A4-D5B8-43E3-98BD-46C3B3DA77F1}" srcId="{A44A1904-B575-480C-B7A3-332C72D11262}" destId="{A8FD9F5D-0A77-4179-A009-FBBF53981C85}" srcOrd="4" destOrd="0" parTransId="{5E34EFB2-C72E-4D7A-BCA9-C66F58682D7D}" sibTransId="{A5870167-65BE-4EEF-AE18-C5E87F61C4E6}"/>
    <dgm:cxn modelId="{4D87152D-7020-43AC-B3DF-3765413B821A}" type="presOf" srcId="{A44A1904-B575-480C-B7A3-332C72D11262}" destId="{79A74AB1-1785-495D-A8F3-BF974D822EBE}" srcOrd="0" destOrd="0" presId="urn:microsoft.com/office/officeart/2005/8/layout/vList2"/>
    <dgm:cxn modelId="{68D213AE-FE21-4D4D-9E74-47DB445B5C6C}" srcId="{A44A1904-B575-480C-B7A3-332C72D11262}" destId="{2B8AD878-2C42-42DF-9916-C05C719AC87F}" srcOrd="0" destOrd="0" parTransId="{DCAE0A62-81C6-4E6B-B29A-40F05792E521}" sibTransId="{DD80C61B-AF7E-4B88-925A-F56B9AA0D58F}"/>
    <dgm:cxn modelId="{C0F135FA-903B-4E0B-AAC7-8D2A7A41FE3C}" srcId="{A44A1904-B575-480C-B7A3-332C72D11262}" destId="{904B0D99-DC25-4EB7-9166-0D84DC941E49}" srcOrd="2" destOrd="0" parTransId="{1C760170-7083-4D5D-A8A0-4BB5B1F1D5F0}" sibTransId="{E70A0506-012F-4CF5-8BB4-AC45B9ED3006}"/>
    <dgm:cxn modelId="{4F882EAB-BF00-4747-B5FE-8399866A4AB9}" type="presOf" srcId="{BFB70795-C41C-47FE-A58B-8A982A796192}" destId="{54711283-0469-4574-9479-3FE42D21351E}" srcOrd="0" destOrd="3" presId="urn:microsoft.com/office/officeart/2005/8/layout/vList2"/>
    <dgm:cxn modelId="{01166CDF-D30C-45CF-B0BE-092C244C6939}" type="presOf" srcId="{B1E29008-AA54-468B-819F-3846E1643055}" destId="{0DDA311C-E96F-4FEA-AF8E-F7A4D964362D}" srcOrd="0" destOrd="0" presId="urn:microsoft.com/office/officeart/2005/8/layout/vList2"/>
    <dgm:cxn modelId="{6CFAFD0A-97D1-48D7-9132-63C0C217D3E3}" srcId="{A44A1904-B575-480C-B7A3-332C72D11262}" destId="{3C6E2F57-CB73-4223-92C9-4EAC353634F5}" srcOrd="1" destOrd="0" parTransId="{77E23ABF-367B-42D2-A48F-940B5D52B4C6}" sibTransId="{19BFE03F-EBB0-4281-97AF-F7B65956980F}"/>
    <dgm:cxn modelId="{A0AC79A9-7BD2-42EC-9105-AB4B82CFAC1B}" type="presParOf" srcId="{0DDA311C-E96F-4FEA-AF8E-F7A4D964362D}" destId="{79A74AB1-1785-495D-A8F3-BF974D822EBE}" srcOrd="0" destOrd="0" presId="urn:microsoft.com/office/officeart/2005/8/layout/vList2"/>
    <dgm:cxn modelId="{83CA8935-2F41-45E3-83A0-41F007B936B1}" type="presParOf" srcId="{0DDA311C-E96F-4FEA-AF8E-F7A4D964362D}" destId="{54711283-0469-4574-9479-3FE42D21351E}"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B1E29008-AA54-468B-819F-3846E1643055}"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IN"/>
        </a:p>
      </dgm:t>
    </dgm:pt>
    <dgm:pt modelId="{A44A1904-B575-480C-B7A3-332C72D11262}">
      <dgm:prSet phldrT="[Text]" custT="1"/>
      <dgm:spPr/>
      <dgm:t>
        <a:bodyPr/>
        <a:lstStyle/>
        <a:p>
          <a:pPr algn="just"/>
          <a:r>
            <a:rPr lang="en-US" sz="2800" b="0" i="0" dirty="0">
              <a:solidFill>
                <a:schemeClr val="tx1"/>
              </a:solidFill>
            </a:rPr>
            <a:t>Potentiometric for </a:t>
          </a:r>
          <a:r>
            <a:rPr lang="en-US" sz="2800" b="1" i="0" dirty="0">
              <a:solidFill>
                <a:schemeClr val="tx1"/>
              </a:solidFill>
            </a:rPr>
            <a:t>voltage:</a:t>
          </a:r>
          <a:r>
            <a:rPr lang="en-US" sz="2800" b="0" i="0" dirty="0">
              <a:solidFill>
                <a:schemeClr val="tx1"/>
              </a:solidFill>
            </a:rPr>
            <a:t> Change in distribution of charge is detected using ion-selective electrodes</a:t>
          </a:r>
          <a:r>
            <a:rPr lang="en-US" sz="2800" b="0" i="0" dirty="0"/>
            <a:t>.</a:t>
          </a:r>
        </a:p>
      </dgm:t>
    </dgm:pt>
    <dgm:pt modelId="{F0337DAE-D342-4224-8BD0-267A12188A2B}" type="parTrans" cxnId="{CAAD01C7-D619-4C4C-88E4-6BE7C147EB63}">
      <dgm:prSet/>
      <dgm:spPr/>
      <dgm:t>
        <a:bodyPr/>
        <a:lstStyle/>
        <a:p>
          <a:pPr algn="just"/>
          <a:endParaRPr lang="en-IN">
            <a:latin typeface="+mn-lt"/>
          </a:endParaRPr>
        </a:p>
      </dgm:t>
    </dgm:pt>
    <dgm:pt modelId="{8D5B8EB8-77F6-4F49-95F5-0B29409F6584}" type="sibTrans" cxnId="{CAAD01C7-D619-4C4C-88E4-6BE7C147EB63}">
      <dgm:prSet/>
      <dgm:spPr/>
      <dgm:t>
        <a:bodyPr/>
        <a:lstStyle/>
        <a:p>
          <a:pPr algn="just"/>
          <a:endParaRPr lang="en-IN">
            <a:latin typeface="+mn-lt"/>
          </a:endParaRPr>
        </a:p>
      </dgm:t>
    </dgm:pt>
    <dgm:pt modelId="{904B0D99-DC25-4EB7-9166-0D84DC941E49}">
      <dgm:prSet phldrT="[Text]" custT="1"/>
      <dgm:spPr/>
      <dgm:t>
        <a:bodyPr/>
        <a:lstStyle/>
        <a:p>
          <a:pPr algn="just"/>
          <a:r>
            <a:rPr lang="en-US" sz="2800" b="0" i="0" dirty="0"/>
            <a:t>They comprise two electrodes that are enormously responsive and strong.</a:t>
          </a:r>
          <a:endParaRPr lang="en-IN" sz="2800" b="1" dirty="0">
            <a:latin typeface="+mn-lt"/>
          </a:endParaRPr>
        </a:p>
      </dgm:t>
    </dgm:pt>
    <dgm:pt modelId="{1C760170-7083-4D5D-A8A0-4BB5B1F1D5F0}" type="parTrans" cxnId="{C0F135FA-903B-4E0B-AAC7-8D2A7A41FE3C}">
      <dgm:prSet/>
      <dgm:spPr/>
      <dgm:t>
        <a:bodyPr/>
        <a:lstStyle/>
        <a:p>
          <a:pPr algn="just"/>
          <a:endParaRPr lang="en-IN">
            <a:latin typeface="+mn-lt"/>
          </a:endParaRPr>
        </a:p>
      </dgm:t>
    </dgm:pt>
    <dgm:pt modelId="{E70A0506-012F-4CF5-8BB4-AC45B9ED3006}" type="sibTrans" cxnId="{C0F135FA-903B-4E0B-AAC7-8D2A7A41FE3C}">
      <dgm:prSet/>
      <dgm:spPr/>
      <dgm:t>
        <a:bodyPr/>
        <a:lstStyle/>
        <a:p>
          <a:pPr algn="just"/>
          <a:endParaRPr lang="en-IN">
            <a:latin typeface="+mn-lt"/>
          </a:endParaRPr>
        </a:p>
      </dgm:t>
    </dgm:pt>
    <dgm:pt modelId="{08CE039F-04D0-4832-85FE-F52A60C9F977}">
      <dgm:prSet phldrT="[Text]" custT="1"/>
      <dgm:spPr/>
      <dgm:t>
        <a:bodyPr/>
        <a:lstStyle/>
        <a:p>
          <a:pPr algn="just"/>
          <a:r>
            <a:rPr lang="en-US" sz="2800" b="0" i="0" dirty="0"/>
            <a:t>This type of biosensor provides a logarithmic reply by means of a high energetic range. </a:t>
          </a:r>
          <a:endParaRPr lang="en-IN" sz="2800" b="1" dirty="0">
            <a:latin typeface="+mn-lt"/>
          </a:endParaRPr>
        </a:p>
      </dgm:t>
    </dgm:pt>
    <dgm:pt modelId="{99747324-E4CA-485D-B7F4-BD15D5B9121B}" type="parTrans" cxnId="{E3877949-22E4-497B-8A0A-83CEA03C7C12}">
      <dgm:prSet/>
      <dgm:spPr/>
      <dgm:t>
        <a:bodyPr/>
        <a:lstStyle/>
        <a:p>
          <a:pPr algn="just"/>
          <a:endParaRPr lang="en-IN"/>
        </a:p>
      </dgm:t>
    </dgm:pt>
    <dgm:pt modelId="{DACC9436-C7F1-4AE2-9943-BC55317C029C}" type="sibTrans" cxnId="{E3877949-22E4-497B-8A0A-83CEA03C7C12}">
      <dgm:prSet/>
      <dgm:spPr/>
      <dgm:t>
        <a:bodyPr/>
        <a:lstStyle/>
        <a:p>
          <a:pPr algn="just"/>
          <a:endParaRPr lang="en-IN"/>
        </a:p>
      </dgm:t>
    </dgm:pt>
    <dgm:pt modelId="{5C8B880D-48FC-4ECE-A443-FF6D06759796}">
      <dgm:prSet phldrT="[Text]" custT="1"/>
      <dgm:spPr/>
      <dgm:t>
        <a:bodyPr/>
        <a:lstStyle/>
        <a:p>
          <a:pPr algn="just"/>
          <a:r>
            <a:rPr lang="en-US" sz="2800" b="1" dirty="0">
              <a:latin typeface="+mn-lt"/>
            </a:rPr>
            <a:t>For example pH meters.</a:t>
          </a:r>
          <a:endParaRPr lang="en-IN" sz="2800" b="1" dirty="0">
            <a:latin typeface="+mn-lt"/>
          </a:endParaRPr>
        </a:p>
      </dgm:t>
    </dgm:pt>
    <dgm:pt modelId="{76A17717-B6F0-473E-8F96-AB34A30E5D77}" type="parTrans" cxnId="{C7960A48-E1AD-41D6-A6C1-F865B406CAD7}">
      <dgm:prSet/>
      <dgm:spPr/>
      <dgm:t>
        <a:bodyPr/>
        <a:lstStyle/>
        <a:p>
          <a:pPr algn="just"/>
          <a:endParaRPr lang="en-IN"/>
        </a:p>
      </dgm:t>
    </dgm:pt>
    <dgm:pt modelId="{2E9B2F6A-1146-4215-A4DD-69E1BAC8AE80}" type="sibTrans" cxnId="{C7960A48-E1AD-41D6-A6C1-F865B406CAD7}">
      <dgm:prSet/>
      <dgm:spPr/>
      <dgm:t>
        <a:bodyPr/>
        <a:lstStyle/>
        <a:p>
          <a:pPr algn="just"/>
          <a:endParaRPr lang="en-IN"/>
        </a:p>
      </dgm:t>
    </dgm:pt>
    <dgm:pt modelId="{016AE973-74F8-42FD-9511-9D6B9B448C72}">
      <dgm:prSet phldrT="[Text]" custT="1"/>
      <dgm:spPr/>
      <dgm:t>
        <a:bodyPr/>
        <a:lstStyle/>
        <a:p>
          <a:pPr algn="just"/>
          <a:r>
            <a:rPr lang="en-US" sz="2800" b="0" i="0" dirty="0"/>
            <a:t>These changes might be credited to ionic force, hydration, pH, and redox responses, the latter as the label of enzyme rotating above a substrate. </a:t>
          </a:r>
          <a:endParaRPr lang="en-IN" sz="2800" b="1" dirty="0">
            <a:latin typeface="+mn-lt"/>
          </a:endParaRPr>
        </a:p>
      </dgm:t>
    </dgm:pt>
    <dgm:pt modelId="{9937D477-94C3-4E11-A56C-FE78FF90007A}" type="parTrans" cxnId="{7E470F8B-E76D-4253-9B65-248FB79162CD}">
      <dgm:prSet/>
      <dgm:spPr/>
      <dgm:t>
        <a:bodyPr/>
        <a:lstStyle/>
        <a:p>
          <a:pPr algn="just"/>
          <a:endParaRPr lang="en-IN"/>
        </a:p>
      </dgm:t>
    </dgm:pt>
    <dgm:pt modelId="{5C97B5C8-3302-4ABE-A691-BFDA25A8AE4F}" type="sibTrans" cxnId="{7E470F8B-E76D-4253-9B65-248FB79162CD}">
      <dgm:prSet/>
      <dgm:spPr/>
      <dgm:t>
        <a:bodyPr/>
        <a:lstStyle/>
        <a:p>
          <a:pPr algn="just"/>
          <a:endParaRPr lang="en-IN"/>
        </a:p>
      </dgm:t>
    </dgm:pt>
    <dgm:pt modelId="{D15F9CA4-76BE-4B8E-A7B6-3458965FA0FF}">
      <dgm:prSet phldrT="[Text]" custT="1"/>
      <dgm:spPr/>
      <dgm:t>
        <a:bodyPr/>
        <a:lstStyle/>
        <a:p>
          <a:pPr algn="just"/>
          <a:r>
            <a:rPr lang="en-US" sz="2800" b="1" dirty="0" smtClean="0"/>
            <a:t>Potentiometric biosensors </a:t>
          </a:r>
          <a:r>
            <a:rPr lang="en-US" sz="2800" dirty="0" smtClean="0"/>
            <a:t>use ion selective electrodes to determine changes in the concentration of chosen ions.</a:t>
          </a:r>
          <a:endParaRPr lang="en-IN" sz="2800" b="1" dirty="0">
            <a:latin typeface="+mn-lt"/>
          </a:endParaRPr>
        </a:p>
      </dgm:t>
    </dgm:pt>
    <dgm:pt modelId="{284113D2-DC5C-4A4E-81A2-5C60D9B84F60}" type="parTrans" cxnId="{E283E178-F078-4591-95D7-82A7FA105ECA}">
      <dgm:prSet/>
      <dgm:spPr/>
      <dgm:t>
        <a:bodyPr/>
        <a:lstStyle/>
        <a:p>
          <a:endParaRPr lang="en-IN"/>
        </a:p>
      </dgm:t>
    </dgm:pt>
    <dgm:pt modelId="{BB915998-3BBE-4BBC-94E0-0ABC2234EE82}" type="sibTrans" cxnId="{E283E178-F078-4591-95D7-82A7FA105ECA}">
      <dgm:prSet/>
      <dgm:spPr/>
      <dgm:t>
        <a:bodyPr/>
        <a:lstStyle/>
        <a:p>
          <a:endParaRPr lang="en-IN"/>
        </a:p>
      </dgm:t>
    </dgm:pt>
    <dgm:pt modelId="{0DDA311C-E96F-4FEA-AF8E-F7A4D964362D}" type="pres">
      <dgm:prSet presAssocID="{B1E29008-AA54-468B-819F-3846E1643055}" presName="linear" presStyleCnt="0">
        <dgm:presLayoutVars>
          <dgm:animLvl val="lvl"/>
          <dgm:resizeHandles val="exact"/>
        </dgm:presLayoutVars>
      </dgm:prSet>
      <dgm:spPr/>
      <dgm:t>
        <a:bodyPr/>
        <a:lstStyle/>
        <a:p>
          <a:endParaRPr lang="en-IN"/>
        </a:p>
      </dgm:t>
    </dgm:pt>
    <dgm:pt modelId="{79A74AB1-1785-495D-A8F3-BF974D822EBE}" type="pres">
      <dgm:prSet presAssocID="{A44A1904-B575-480C-B7A3-332C72D11262}" presName="parentText" presStyleLbl="node1" presStyleIdx="0" presStyleCnt="1" custScaleY="97179" custLinFactNeighborX="641" custLinFactNeighborY="-21159">
        <dgm:presLayoutVars>
          <dgm:chMax val="0"/>
          <dgm:bulletEnabled val="1"/>
        </dgm:presLayoutVars>
      </dgm:prSet>
      <dgm:spPr/>
      <dgm:t>
        <a:bodyPr/>
        <a:lstStyle/>
        <a:p>
          <a:endParaRPr lang="en-IN"/>
        </a:p>
      </dgm:t>
    </dgm:pt>
    <dgm:pt modelId="{54711283-0469-4574-9479-3FE42D21351E}" type="pres">
      <dgm:prSet presAssocID="{A44A1904-B575-480C-B7A3-332C72D11262}" presName="childText" presStyleLbl="revTx" presStyleIdx="0" presStyleCnt="1" custScaleY="107957">
        <dgm:presLayoutVars>
          <dgm:bulletEnabled val="1"/>
        </dgm:presLayoutVars>
      </dgm:prSet>
      <dgm:spPr/>
      <dgm:t>
        <a:bodyPr/>
        <a:lstStyle/>
        <a:p>
          <a:endParaRPr lang="en-IN"/>
        </a:p>
      </dgm:t>
    </dgm:pt>
  </dgm:ptLst>
  <dgm:cxnLst>
    <dgm:cxn modelId="{CAAD01C7-D619-4C4C-88E4-6BE7C147EB63}" srcId="{B1E29008-AA54-468B-819F-3846E1643055}" destId="{A44A1904-B575-480C-B7A3-332C72D11262}" srcOrd="0" destOrd="0" parTransId="{F0337DAE-D342-4224-8BD0-267A12188A2B}" sibTransId="{8D5B8EB8-77F6-4F49-95F5-0B29409F6584}"/>
    <dgm:cxn modelId="{C2FE86BC-301D-4882-A095-4C00531EC50A}" type="presOf" srcId="{D15F9CA4-76BE-4B8E-A7B6-3458965FA0FF}" destId="{54711283-0469-4574-9479-3FE42D21351E}" srcOrd="0" destOrd="2" presId="urn:microsoft.com/office/officeart/2005/8/layout/vList2"/>
    <dgm:cxn modelId="{E283E178-F078-4591-95D7-82A7FA105ECA}" srcId="{A44A1904-B575-480C-B7A3-332C72D11262}" destId="{D15F9CA4-76BE-4B8E-A7B6-3458965FA0FF}" srcOrd="2" destOrd="0" parTransId="{284113D2-DC5C-4A4E-81A2-5C60D9B84F60}" sibTransId="{BB915998-3BBE-4BBC-94E0-0ABC2234EE82}"/>
    <dgm:cxn modelId="{C7960A48-E1AD-41D6-A6C1-F865B406CAD7}" srcId="{D15F9CA4-76BE-4B8E-A7B6-3458965FA0FF}" destId="{5C8B880D-48FC-4ECE-A443-FF6D06759796}" srcOrd="0" destOrd="0" parTransId="{76A17717-B6F0-473E-8F96-AB34A30E5D77}" sibTransId="{2E9B2F6A-1146-4215-A4DD-69E1BAC8AE80}"/>
    <dgm:cxn modelId="{7E470F8B-E76D-4253-9B65-248FB79162CD}" srcId="{A44A1904-B575-480C-B7A3-332C72D11262}" destId="{016AE973-74F8-42FD-9511-9D6B9B448C72}" srcOrd="3" destOrd="0" parTransId="{9937D477-94C3-4E11-A56C-FE78FF90007A}" sibTransId="{5C97B5C8-3302-4ABE-A691-BFDA25A8AE4F}"/>
    <dgm:cxn modelId="{D45B0AD6-BA0B-4A23-839A-45C8DEA75CA6}" type="presOf" srcId="{B1E29008-AA54-468B-819F-3846E1643055}" destId="{0DDA311C-E96F-4FEA-AF8E-F7A4D964362D}" srcOrd="0" destOrd="0" presId="urn:microsoft.com/office/officeart/2005/8/layout/vList2"/>
    <dgm:cxn modelId="{C211D68B-20B1-4D2B-B616-EDD8FE9D2E8F}" type="presOf" srcId="{904B0D99-DC25-4EB7-9166-0D84DC941E49}" destId="{54711283-0469-4574-9479-3FE42D21351E}" srcOrd="0" destOrd="1" presId="urn:microsoft.com/office/officeart/2005/8/layout/vList2"/>
    <dgm:cxn modelId="{FF253225-D164-4C93-B23E-FC1EC30A2AE4}" type="presOf" srcId="{08CE039F-04D0-4832-85FE-F52A60C9F977}" destId="{54711283-0469-4574-9479-3FE42D21351E}" srcOrd="0" destOrd="0" presId="urn:microsoft.com/office/officeart/2005/8/layout/vList2"/>
    <dgm:cxn modelId="{DC9538CD-3C0F-4429-A6E6-BD6C12062FC2}" type="presOf" srcId="{016AE973-74F8-42FD-9511-9D6B9B448C72}" destId="{54711283-0469-4574-9479-3FE42D21351E}" srcOrd="0" destOrd="4" presId="urn:microsoft.com/office/officeart/2005/8/layout/vList2"/>
    <dgm:cxn modelId="{E3877949-22E4-497B-8A0A-83CEA03C7C12}" srcId="{A44A1904-B575-480C-B7A3-332C72D11262}" destId="{08CE039F-04D0-4832-85FE-F52A60C9F977}" srcOrd="0" destOrd="0" parTransId="{99747324-E4CA-485D-B7F4-BD15D5B9121B}" sibTransId="{DACC9436-C7F1-4AE2-9943-BC55317C029C}"/>
    <dgm:cxn modelId="{C0F135FA-903B-4E0B-AAC7-8D2A7A41FE3C}" srcId="{A44A1904-B575-480C-B7A3-332C72D11262}" destId="{904B0D99-DC25-4EB7-9166-0D84DC941E49}" srcOrd="1" destOrd="0" parTransId="{1C760170-7083-4D5D-A8A0-4BB5B1F1D5F0}" sibTransId="{E70A0506-012F-4CF5-8BB4-AC45B9ED3006}"/>
    <dgm:cxn modelId="{77A79DA6-6CD2-43F0-84FF-898846A71C4B}" type="presOf" srcId="{A44A1904-B575-480C-B7A3-332C72D11262}" destId="{79A74AB1-1785-495D-A8F3-BF974D822EBE}" srcOrd="0" destOrd="0" presId="urn:microsoft.com/office/officeart/2005/8/layout/vList2"/>
    <dgm:cxn modelId="{488D7EB8-CD77-40A9-A3C1-D69E8F87EE58}" type="presOf" srcId="{5C8B880D-48FC-4ECE-A443-FF6D06759796}" destId="{54711283-0469-4574-9479-3FE42D21351E}" srcOrd="0" destOrd="3" presId="urn:microsoft.com/office/officeart/2005/8/layout/vList2"/>
    <dgm:cxn modelId="{7EEEAB85-1248-4502-854D-11446A17D934}" type="presParOf" srcId="{0DDA311C-E96F-4FEA-AF8E-F7A4D964362D}" destId="{79A74AB1-1785-495D-A8F3-BF974D822EBE}" srcOrd="0" destOrd="0" presId="urn:microsoft.com/office/officeart/2005/8/layout/vList2"/>
    <dgm:cxn modelId="{415B8FAD-9776-40FC-8C3F-4F7FE26261B5}" type="presParOf" srcId="{0DDA311C-E96F-4FEA-AF8E-F7A4D964362D}" destId="{54711283-0469-4574-9479-3FE42D21351E}"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B1E29008-AA54-468B-819F-3846E1643055}"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IN"/>
        </a:p>
      </dgm:t>
    </dgm:pt>
    <dgm:pt modelId="{A44A1904-B575-480C-B7A3-332C72D11262}">
      <dgm:prSet phldrT="[Text]" custT="1"/>
      <dgm:spPr/>
      <dgm:t>
        <a:bodyPr/>
        <a:lstStyle/>
        <a:p>
          <a:pPr algn="just"/>
          <a:r>
            <a:rPr lang="en-US" sz="3200" b="0" i="0" dirty="0">
              <a:solidFill>
                <a:schemeClr val="tx1"/>
              </a:solidFill>
            </a:rPr>
            <a:t>This type of biosensors is measures the conductance of </a:t>
          </a:r>
          <a:r>
            <a:rPr lang="en-US" sz="3200" b="1" i="0" dirty="0">
              <a:solidFill>
                <a:schemeClr val="tx1"/>
              </a:solidFill>
            </a:rPr>
            <a:t>Impedance. </a:t>
          </a:r>
        </a:p>
      </dgm:t>
    </dgm:pt>
    <dgm:pt modelId="{F0337DAE-D342-4224-8BD0-267A12188A2B}" type="parTrans" cxnId="{CAAD01C7-D619-4C4C-88E4-6BE7C147EB63}">
      <dgm:prSet/>
      <dgm:spPr/>
      <dgm:t>
        <a:bodyPr/>
        <a:lstStyle/>
        <a:p>
          <a:pPr algn="just"/>
          <a:endParaRPr lang="en-IN">
            <a:latin typeface="+mn-lt"/>
          </a:endParaRPr>
        </a:p>
      </dgm:t>
    </dgm:pt>
    <dgm:pt modelId="{8D5B8EB8-77F6-4F49-95F5-0B29409F6584}" type="sibTrans" cxnId="{CAAD01C7-D619-4C4C-88E4-6BE7C147EB63}">
      <dgm:prSet/>
      <dgm:spPr/>
      <dgm:t>
        <a:bodyPr/>
        <a:lstStyle/>
        <a:p>
          <a:pPr algn="just"/>
          <a:endParaRPr lang="en-IN">
            <a:latin typeface="+mn-lt"/>
          </a:endParaRPr>
        </a:p>
      </dgm:t>
    </dgm:pt>
    <dgm:pt modelId="{E006BC56-0C55-4B61-90B5-94CA384E8448}">
      <dgm:prSet phldrT="[Text]" custT="1"/>
      <dgm:spPr/>
      <dgm:t>
        <a:bodyPr/>
        <a:lstStyle/>
        <a:p>
          <a:pPr algn="just"/>
          <a:r>
            <a:rPr lang="en-US" sz="2800" b="0" i="0" dirty="0"/>
            <a:t>The EIS (Electrochemical impedance spectroscopy) is a responsive indicator for a broad range of physical as well as chemical properties.</a:t>
          </a:r>
          <a:endParaRPr lang="en-IN" sz="2800" b="1" dirty="0">
            <a:latin typeface="+mn-lt"/>
          </a:endParaRPr>
        </a:p>
      </dgm:t>
    </dgm:pt>
    <dgm:pt modelId="{530EE08F-7900-4098-8244-8C4971ED493E}" type="parTrans" cxnId="{6F6D6DE5-C888-4A4E-A24C-3F8F6C897A49}">
      <dgm:prSet/>
      <dgm:spPr/>
      <dgm:t>
        <a:bodyPr/>
        <a:lstStyle/>
        <a:p>
          <a:endParaRPr lang="en-IN"/>
        </a:p>
      </dgm:t>
    </dgm:pt>
    <dgm:pt modelId="{80C51B9C-D3EB-4330-BD23-67D648FF1995}" type="sibTrans" cxnId="{6F6D6DE5-C888-4A4E-A24C-3F8F6C897A49}">
      <dgm:prSet/>
      <dgm:spPr/>
      <dgm:t>
        <a:bodyPr/>
        <a:lstStyle/>
        <a:p>
          <a:endParaRPr lang="en-IN"/>
        </a:p>
      </dgm:t>
    </dgm:pt>
    <dgm:pt modelId="{33F118EB-051D-4F91-BE25-3A596E37BD76}">
      <dgm:prSet phldrT="[Text]" custT="1"/>
      <dgm:spPr/>
      <dgm:t>
        <a:bodyPr/>
        <a:lstStyle/>
        <a:p>
          <a:pPr algn="just"/>
          <a:r>
            <a:rPr lang="en-US" sz="2800" b="0" i="0" dirty="0"/>
            <a:t>The techniques of Impedimetric have been executed to differentiate the invention of the biosensors as well as to examine the catalyzed responses of enzymes lectins, nucleic acids, receptors, whole cells, and antibodies.</a:t>
          </a:r>
          <a:endParaRPr lang="en-IN" sz="2800" b="1" dirty="0">
            <a:latin typeface="+mn-lt"/>
          </a:endParaRPr>
        </a:p>
      </dgm:t>
    </dgm:pt>
    <dgm:pt modelId="{A68306A9-553F-4AA6-91FE-1DBE9CA5C0E1}" type="parTrans" cxnId="{008530C7-1638-4789-A4CC-F9904841F1BC}">
      <dgm:prSet/>
      <dgm:spPr/>
      <dgm:t>
        <a:bodyPr/>
        <a:lstStyle/>
        <a:p>
          <a:endParaRPr lang="en-IN"/>
        </a:p>
      </dgm:t>
    </dgm:pt>
    <dgm:pt modelId="{DC09708B-40FD-4B0A-BCF9-AB393AD1957B}" type="sibTrans" cxnId="{008530C7-1638-4789-A4CC-F9904841F1BC}">
      <dgm:prSet/>
      <dgm:spPr/>
      <dgm:t>
        <a:bodyPr/>
        <a:lstStyle/>
        <a:p>
          <a:endParaRPr lang="en-IN"/>
        </a:p>
      </dgm:t>
    </dgm:pt>
    <dgm:pt modelId="{A6567150-3B84-4AD1-BF62-F2B2D1BDD1EC}">
      <dgm:prSet phldrT="[Text]" custT="1"/>
      <dgm:spPr/>
      <dgm:t>
        <a:bodyPr/>
        <a:lstStyle/>
        <a:p>
          <a:pPr algn="just"/>
          <a:r>
            <a:rPr lang="en-US" sz="2800" b="0" i="0" dirty="0"/>
            <a:t>A rising trend towards the expansion of Impedimetric biosensors is being presently observed. </a:t>
          </a:r>
          <a:endParaRPr lang="en-IN" sz="2800" b="1" dirty="0">
            <a:latin typeface="+mn-lt"/>
          </a:endParaRPr>
        </a:p>
      </dgm:t>
    </dgm:pt>
    <dgm:pt modelId="{CB86074C-C5F1-4FAA-8427-A710B1B2B081}" type="parTrans" cxnId="{C6F7F39A-D4D3-41F3-9EAF-32DBE5B31566}">
      <dgm:prSet/>
      <dgm:spPr/>
      <dgm:t>
        <a:bodyPr/>
        <a:lstStyle/>
        <a:p>
          <a:endParaRPr lang="en-IN"/>
        </a:p>
      </dgm:t>
    </dgm:pt>
    <dgm:pt modelId="{47866B86-F8A4-48A4-8231-8135C399C0F7}" type="sibTrans" cxnId="{C6F7F39A-D4D3-41F3-9EAF-32DBE5B31566}">
      <dgm:prSet/>
      <dgm:spPr/>
      <dgm:t>
        <a:bodyPr/>
        <a:lstStyle/>
        <a:p>
          <a:endParaRPr lang="en-IN"/>
        </a:p>
      </dgm:t>
    </dgm:pt>
    <dgm:pt modelId="{0DDA311C-E96F-4FEA-AF8E-F7A4D964362D}" type="pres">
      <dgm:prSet presAssocID="{B1E29008-AA54-468B-819F-3846E1643055}" presName="linear" presStyleCnt="0">
        <dgm:presLayoutVars>
          <dgm:animLvl val="lvl"/>
          <dgm:resizeHandles val="exact"/>
        </dgm:presLayoutVars>
      </dgm:prSet>
      <dgm:spPr/>
      <dgm:t>
        <a:bodyPr/>
        <a:lstStyle/>
        <a:p>
          <a:endParaRPr lang="en-IN"/>
        </a:p>
      </dgm:t>
    </dgm:pt>
    <dgm:pt modelId="{79A74AB1-1785-495D-A8F3-BF974D822EBE}" type="pres">
      <dgm:prSet presAssocID="{A44A1904-B575-480C-B7A3-332C72D11262}" presName="parentText" presStyleLbl="node1" presStyleIdx="0" presStyleCnt="1" custScaleY="103481" custLinFactNeighborY="-33365">
        <dgm:presLayoutVars>
          <dgm:chMax val="0"/>
          <dgm:bulletEnabled val="1"/>
        </dgm:presLayoutVars>
      </dgm:prSet>
      <dgm:spPr/>
      <dgm:t>
        <a:bodyPr/>
        <a:lstStyle/>
        <a:p>
          <a:endParaRPr lang="en-IN"/>
        </a:p>
      </dgm:t>
    </dgm:pt>
    <dgm:pt modelId="{54711283-0469-4574-9479-3FE42D21351E}" type="pres">
      <dgm:prSet presAssocID="{A44A1904-B575-480C-B7A3-332C72D11262}" presName="childText" presStyleLbl="revTx" presStyleIdx="0" presStyleCnt="1" custScaleY="106027">
        <dgm:presLayoutVars>
          <dgm:bulletEnabled val="1"/>
        </dgm:presLayoutVars>
      </dgm:prSet>
      <dgm:spPr/>
      <dgm:t>
        <a:bodyPr/>
        <a:lstStyle/>
        <a:p>
          <a:endParaRPr lang="en-IN"/>
        </a:p>
      </dgm:t>
    </dgm:pt>
  </dgm:ptLst>
  <dgm:cxnLst>
    <dgm:cxn modelId="{69930D3E-D51C-46A6-AB9C-C78EF043D162}" type="presOf" srcId="{33F118EB-051D-4F91-BE25-3A596E37BD76}" destId="{54711283-0469-4574-9479-3FE42D21351E}" srcOrd="0" destOrd="2" presId="urn:microsoft.com/office/officeart/2005/8/layout/vList2"/>
    <dgm:cxn modelId="{0179CC7A-3A24-4A78-BDC4-87DC6488C3ED}" type="presOf" srcId="{A44A1904-B575-480C-B7A3-332C72D11262}" destId="{79A74AB1-1785-495D-A8F3-BF974D822EBE}" srcOrd="0" destOrd="0" presId="urn:microsoft.com/office/officeart/2005/8/layout/vList2"/>
    <dgm:cxn modelId="{EB085176-DF52-4C57-9CC4-2143EBF04037}" type="presOf" srcId="{A6567150-3B84-4AD1-BF62-F2B2D1BDD1EC}" destId="{54711283-0469-4574-9479-3FE42D21351E}" srcOrd="0" destOrd="1" presId="urn:microsoft.com/office/officeart/2005/8/layout/vList2"/>
    <dgm:cxn modelId="{CAAD01C7-D619-4C4C-88E4-6BE7C147EB63}" srcId="{B1E29008-AA54-468B-819F-3846E1643055}" destId="{A44A1904-B575-480C-B7A3-332C72D11262}" srcOrd="0" destOrd="0" parTransId="{F0337DAE-D342-4224-8BD0-267A12188A2B}" sibTransId="{8D5B8EB8-77F6-4F49-95F5-0B29409F6584}"/>
    <dgm:cxn modelId="{008530C7-1638-4789-A4CC-F9904841F1BC}" srcId="{A44A1904-B575-480C-B7A3-332C72D11262}" destId="{33F118EB-051D-4F91-BE25-3A596E37BD76}" srcOrd="2" destOrd="0" parTransId="{A68306A9-553F-4AA6-91FE-1DBE9CA5C0E1}" sibTransId="{DC09708B-40FD-4B0A-BCF9-AB393AD1957B}"/>
    <dgm:cxn modelId="{6F6D6DE5-C888-4A4E-A24C-3F8F6C897A49}" srcId="{A44A1904-B575-480C-B7A3-332C72D11262}" destId="{E006BC56-0C55-4B61-90B5-94CA384E8448}" srcOrd="0" destOrd="0" parTransId="{530EE08F-7900-4098-8244-8C4971ED493E}" sibTransId="{80C51B9C-D3EB-4330-BD23-67D648FF1995}"/>
    <dgm:cxn modelId="{5A1B5A17-A204-4866-A40B-A189BAF35B8E}" type="presOf" srcId="{E006BC56-0C55-4B61-90B5-94CA384E8448}" destId="{54711283-0469-4574-9479-3FE42D21351E}" srcOrd="0" destOrd="0" presId="urn:microsoft.com/office/officeart/2005/8/layout/vList2"/>
    <dgm:cxn modelId="{D5CF857C-32F0-4E6A-A3A0-AD3EF9A24B47}" type="presOf" srcId="{B1E29008-AA54-468B-819F-3846E1643055}" destId="{0DDA311C-E96F-4FEA-AF8E-F7A4D964362D}" srcOrd="0" destOrd="0" presId="urn:microsoft.com/office/officeart/2005/8/layout/vList2"/>
    <dgm:cxn modelId="{C6F7F39A-D4D3-41F3-9EAF-32DBE5B31566}" srcId="{A44A1904-B575-480C-B7A3-332C72D11262}" destId="{A6567150-3B84-4AD1-BF62-F2B2D1BDD1EC}" srcOrd="1" destOrd="0" parTransId="{CB86074C-C5F1-4FAA-8427-A710B1B2B081}" sibTransId="{47866B86-F8A4-48A4-8231-8135C399C0F7}"/>
    <dgm:cxn modelId="{75C7A0EB-2E54-47E3-A21B-DA2A5E423AEC}" type="presParOf" srcId="{0DDA311C-E96F-4FEA-AF8E-F7A4D964362D}" destId="{79A74AB1-1785-495D-A8F3-BF974D822EBE}" srcOrd="0" destOrd="0" presId="urn:microsoft.com/office/officeart/2005/8/layout/vList2"/>
    <dgm:cxn modelId="{D0266B5A-0BBE-40D6-A73B-CDC35FA66A34}" type="presParOf" srcId="{0DDA311C-E96F-4FEA-AF8E-F7A4D964362D}" destId="{54711283-0469-4574-9479-3FE42D21351E}"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6E233851-AE2D-4EAD-88B0-9CB083A4BCEA}" type="doc">
      <dgm:prSet loTypeId="urn:microsoft.com/office/officeart/2005/8/layout/hList1" loCatId="list" qsTypeId="urn:microsoft.com/office/officeart/2005/8/quickstyle/simple1" qsCatId="simple" csTypeId="urn:microsoft.com/office/officeart/2005/8/colors/colorful2" csCatId="colorful" phldr="1"/>
      <dgm:spPr/>
      <dgm:t>
        <a:bodyPr/>
        <a:lstStyle/>
        <a:p>
          <a:endParaRPr lang="en-IN"/>
        </a:p>
      </dgm:t>
    </dgm:pt>
    <dgm:pt modelId="{1200C27E-C9C4-4404-9FD3-A0636FF6F1F0}">
      <dgm:prSet phldrT="[Text]" custT="1"/>
      <dgm:spPr>
        <a:noFill/>
      </dgm:spPr>
      <dgm:t>
        <a:bodyPr/>
        <a:lstStyle/>
        <a:p>
          <a:r>
            <a:rPr lang="fr-FR" sz="3200" b="1" dirty="0">
              <a:solidFill>
                <a:srgbClr val="C00000"/>
              </a:solidFill>
              <a:effectLst>
                <a:outerShdw blurRad="38100" dist="38100" dir="2700000" algn="tl">
                  <a:srgbClr val="000000">
                    <a:alpha val="43137"/>
                  </a:srgbClr>
                </a:outerShdw>
              </a:effectLst>
            </a:rPr>
            <a:t>Enzyme </a:t>
          </a:r>
          <a:r>
            <a:rPr lang="en-IN" sz="3200" b="1" dirty="0">
              <a:solidFill>
                <a:srgbClr val="C00000"/>
              </a:solidFill>
              <a:effectLst>
                <a:outerShdw blurRad="38100" dist="38100" dir="2700000" algn="tl">
                  <a:srgbClr val="000000">
                    <a:alpha val="43137"/>
                  </a:srgbClr>
                </a:outerShdw>
              </a:effectLst>
            </a:rPr>
            <a:t>Biosensors</a:t>
          </a:r>
          <a:endParaRPr lang="en-IN" sz="3200" dirty="0">
            <a:solidFill>
              <a:srgbClr val="C00000"/>
            </a:solidFill>
          </a:endParaRPr>
        </a:p>
      </dgm:t>
    </dgm:pt>
    <dgm:pt modelId="{266DE02B-FAF1-467E-9013-2AAE59BDC35A}" type="parTrans" cxnId="{2B2D001A-0F1C-455D-BFA5-8A00B5311AFC}">
      <dgm:prSet/>
      <dgm:spPr/>
      <dgm:t>
        <a:bodyPr/>
        <a:lstStyle/>
        <a:p>
          <a:endParaRPr lang="en-IN"/>
        </a:p>
      </dgm:t>
    </dgm:pt>
    <dgm:pt modelId="{7B216311-8976-4EEF-872E-90AD982094B7}" type="sibTrans" cxnId="{2B2D001A-0F1C-455D-BFA5-8A00B5311AFC}">
      <dgm:prSet/>
      <dgm:spPr/>
      <dgm:t>
        <a:bodyPr/>
        <a:lstStyle/>
        <a:p>
          <a:endParaRPr lang="en-IN"/>
        </a:p>
      </dgm:t>
    </dgm:pt>
    <dgm:pt modelId="{3C7A6816-0C0F-40BB-8139-488689E190E9}">
      <dgm:prSet phldrT="[Text]"/>
      <dgm:spPr>
        <a:noFill/>
      </dgm:spPr>
      <dgm:t>
        <a:bodyPr/>
        <a:lstStyle/>
        <a:p>
          <a:pPr algn="just"/>
          <a:r>
            <a:rPr lang="en-US" b="0" i="0" dirty="0"/>
            <a:t>An enzyme biosensor is </a:t>
          </a:r>
          <a:r>
            <a:rPr lang="en-US" b="1" i="0" dirty="0"/>
            <a:t>an analytical device that combines an enzyme with a transducer to produce a signal proportional to target analyte concentration</a:t>
          </a:r>
          <a:r>
            <a:rPr lang="en-US" b="0" i="0" dirty="0"/>
            <a:t>.</a:t>
          </a:r>
          <a:endParaRPr lang="en-IN" dirty="0"/>
        </a:p>
      </dgm:t>
    </dgm:pt>
    <dgm:pt modelId="{A932C8F3-198F-404B-B93E-89073AB84D2E}" type="parTrans" cxnId="{FD846E08-16F2-48A8-B358-E24F7F64CB44}">
      <dgm:prSet/>
      <dgm:spPr/>
      <dgm:t>
        <a:bodyPr/>
        <a:lstStyle/>
        <a:p>
          <a:endParaRPr lang="en-IN"/>
        </a:p>
      </dgm:t>
    </dgm:pt>
    <dgm:pt modelId="{D2288B58-8A81-4984-904E-A00BCB9F6950}" type="sibTrans" cxnId="{FD846E08-16F2-48A8-B358-E24F7F64CB44}">
      <dgm:prSet/>
      <dgm:spPr/>
      <dgm:t>
        <a:bodyPr/>
        <a:lstStyle/>
        <a:p>
          <a:endParaRPr lang="en-IN"/>
        </a:p>
      </dgm:t>
    </dgm:pt>
    <dgm:pt modelId="{7B4237AD-1E89-4380-8AB3-944C45727671}">
      <dgm:prSet phldrT="[Text]"/>
      <dgm:spPr>
        <a:noFill/>
      </dgm:spPr>
      <dgm:t>
        <a:bodyPr/>
        <a:lstStyle/>
        <a:p>
          <a:pPr algn="just"/>
          <a:r>
            <a:rPr lang="en-US" b="0" i="0" dirty="0"/>
            <a:t>Because of their specificity and catalytic (amplification) properties, enzymes have found widespread use as sensing elements in biosensors.</a:t>
          </a:r>
          <a:endParaRPr lang="en-IN" dirty="0"/>
        </a:p>
      </dgm:t>
    </dgm:pt>
    <dgm:pt modelId="{5BA72F7F-45B7-4348-ABEB-33FF8332B946}" type="parTrans" cxnId="{609E4130-35AD-4EEE-AB19-27FDFEA9CF10}">
      <dgm:prSet/>
      <dgm:spPr/>
      <dgm:t>
        <a:bodyPr/>
        <a:lstStyle/>
        <a:p>
          <a:endParaRPr lang="en-IN"/>
        </a:p>
      </dgm:t>
    </dgm:pt>
    <dgm:pt modelId="{EF64A34F-D9CC-40FF-88C9-5CE292FBF923}" type="sibTrans" cxnId="{609E4130-35AD-4EEE-AB19-27FDFEA9CF10}">
      <dgm:prSet/>
      <dgm:spPr/>
      <dgm:t>
        <a:bodyPr/>
        <a:lstStyle/>
        <a:p>
          <a:endParaRPr lang="en-IN"/>
        </a:p>
      </dgm:t>
    </dgm:pt>
    <dgm:pt modelId="{1F9935B5-80C3-4771-AF90-44212454FC0F}">
      <dgm:prSet phldrT="[Text]"/>
      <dgm:spPr>
        <a:noFill/>
      </dgm:spPr>
      <dgm:t>
        <a:bodyPr/>
        <a:lstStyle/>
        <a:p>
          <a:pPr algn="just"/>
          <a:r>
            <a:rPr lang="en-US" b="0" i="0" dirty="0"/>
            <a:t>An enzymatic biosensor comprises of an </a:t>
          </a:r>
          <a:r>
            <a:rPr lang="en-US" b="1" i="0" dirty="0"/>
            <a:t>enzyme</a:t>
          </a:r>
          <a:r>
            <a:rPr lang="en-US" b="0" i="0" dirty="0"/>
            <a:t>, which </a:t>
          </a:r>
          <a:r>
            <a:rPr lang="en-US" b="1" i="0" dirty="0"/>
            <a:t>recognizes</a:t>
          </a:r>
          <a:r>
            <a:rPr lang="en-US" b="0" i="0" dirty="0"/>
            <a:t> and then </a:t>
          </a:r>
          <a:r>
            <a:rPr lang="en-US" b="1" i="0" dirty="0"/>
            <a:t>reacts</a:t>
          </a:r>
          <a:r>
            <a:rPr lang="en-US" b="0" i="0" dirty="0"/>
            <a:t> with the </a:t>
          </a:r>
          <a:r>
            <a:rPr lang="en-US" b="1" i="0" dirty="0"/>
            <a:t>target analyte </a:t>
          </a:r>
          <a:r>
            <a:rPr lang="en-US" b="0" i="0" dirty="0"/>
            <a:t>producing a </a:t>
          </a:r>
          <a:r>
            <a:rPr lang="en-US" b="1" i="0" dirty="0"/>
            <a:t>chemical signal</a:t>
          </a:r>
          <a:r>
            <a:rPr lang="en-US" b="0" i="0" dirty="0"/>
            <a:t>, a </a:t>
          </a:r>
          <a:r>
            <a:rPr lang="en-US" b="1" i="0" dirty="0"/>
            <a:t>transducer</a:t>
          </a:r>
          <a:r>
            <a:rPr lang="en-US" b="0" i="0" dirty="0"/>
            <a:t>, which produces a </a:t>
          </a:r>
          <a:r>
            <a:rPr lang="en-US" b="1" i="0" dirty="0"/>
            <a:t>physical signal </a:t>
          </a:r>
          <a:r>
            <a:rPr lang="en-US" b="0" i="0" dirty="0"/>
            <a:t>out of that chemical one, and an electronic amplifier, which conditions and then amplifies the signal.</a:t>
          </a:r>
          <a:endParaRPr lang="en-IN" dirty="0"/>
        </a:p>
      </dgm:t>
    </dgm:pt>
    <dgm:pt modelId="{2C9CA4F0-E53D-417F-A162-67B6DCDABA7F}" type="parTrans" cxnId="{6E76D0F5-8806-4F65-A416-039DEA765237}">
      <dgm:prSet/>
      <dgm:spPr/>
      <dgm:t>
        <a:bodyPr/>
        <a:lstStyle/>
        <a:p>
          <a:endParaRPr lang="en-IN"/>
        </a:p>
      </dgm:t>
    </dgm:pt>
    <dgm:pt modelId="{34E71F63-616F-4077-8A40-E804480146E3}" type="sibTrans" cxnId="{6E76D0F5-8806-4F65-A416-039DEA765237}">
      <dgm:prSet/>
      <dgm:spPr/>
      <dgm:t>
        <a:bodyPr/>
        <a:lstStyle/>
        <a:p>
          <a:endParaRPr lang="en-IN"/>
        </a:p>
      </dgm:t>
    </dgm:pt>
    <dgm:pt modelId="{273FEBEA-624F-4261-9192-2EAC720E4D63}" type="pres">
      <dgm:prSet presAssocID="{6E233851-AE2D-4EAD-88B0-9CB083A4BCEA}" presName="Name0" presStyleCnt="0">
        <dgm:presLayoutVars>
          <dgm:dir/>
          <dgm:animLvl val="lvl"/>
          <dgm:resizeHandles val="exact"/>
        </dgm:presLayoutVars>
      </dgm:prSet>
      <dgm:spPr/>
      <dgm:t>
        <a:bodyPr/>
        <a:lstStyle/>
        <a:p>
          <a:endParaRPr lang="en-IN"/>
        </a:p>
      </dgm:t>
    </dgm:pt>
    <dgm:pt modelId="{551A1540-E1A4-4D06-A9D5-F095FAD1C53E}" type="pres">
      <dgm:prSet presAssocID="{1200C27E-C9C4-4404-9FD3-A0636FF6F1F0}" presName="composite" presStyleCnt="0"/>
      <dgm:spPr/>
    </dgm:pt>
    <dgm:pt modelId="{7B6C8E89-DACE-4C4A-B2FC-F1539470BC3C}" type="pres">
      <dgm:prSet presAssocID="{1200C27E-C9C4-4404-9FD3-A0636FF6F1F0}" presName="parTx" presStyleLbl="alignNode1" presStyleIdx="0" presStyleCnt="1" custLinFactNeighborY="2516">
        <dgm:presLayoutVars>
          <dgm:chMax val="0"/>
          <dgm:chPref val="0"/>
          <dgm:bulletEnabled val="1"/>
        </dgm:presLayoutVars>
      </dgm:prSet>
      <dgm:spPr/>
      <dgm:t>
        <a:bodyPr/>
        <a:lstStyle/>
        <a:p>
          <a:endParaRPr lang="en-IN"/>
        </a:p>
      </dgm:t>
    </dgm:pt>
    <dgm:pt modelId="{DD155254-A6E4-490F-BBBB-8F0DDBD4DC3A}" type="pres">
      <dgm:prSet presAssocID="{1200C27E-C9C4-4404-9FD3-A0636FF6F1F0}" presName="desTx" presStyleLbl="alignAccFollowNode1" presStyleIdx="0" presStyleCnt="1">
        <dgm:presLayoutVars>
          <dgm:bulletEnabled val="1"/>
        </dgm:presLayoutVars>
      </dgm:prSet>
      <dgm:spPr/>
      <dgm:t>
        <a:bodyPr/>
        <a:lstStyle/>
        <a:p>
          <a:endParaRPr lang="en-IN"/>
        </a:p>
      </dgm:t>
    </dgm:pt>
  </dgm:ptLst>
  <dgm:cxnLst>
    <dgm:cxn modelId="{3A6E48FE-6051-4F94-9EA9-DE2EA9B56E83}" type="presOf" srcId="{1200C27E-C9C4-4404-9FD3-A0636FF6F1F0}" destId="{7B6C8E89-DACE-4C4A-B2FC-F1539470BC3C}" srcOrd="0" destOrd="0" presId="urn:microsoft.com/office/officeart/2005/8/layout/hList1"/>
    <dgm:cxn modelId="{6E76D0F5-8806-4F65-A416-039DEA765237}" srcId="{1200C27E-C9C4-4404-9FD3-A0636FF6F1F0}" destId="{1F9935B5-80C3-4771-AF90-44212454FC0F}" srcOrd="2" destOrd="0" parTransId="{2C9CA4F0-E53D-417F-A162-67B6DCDABA7F}" sibTransId="{34E71F63-616F-4077-8A40-E804480146E3}"/>
    <dgm:cxn modelId="{2B2D001A-0F1C-455D-BFA5-8A00B5311AFC}" srcId="{6E233851-AE2D-4EAD-88B0-9CB083A4BCEA}" destId="{1200C27E-C9C4-4404-9FD3-A0636FF6F1F0}" srcOrd="0" destOrd="0" parTransId="{266DE02B-FAF1-467E-9013-2AAE59BDC35A}" sibTransId="{7B216311-8976-4EEF-872E-90AD982094B7}"/>
    <dgm:cxn modelId="{768F7AA8-BFD5-45A4-8285-6E4698340AA8}" type="presOf" srcId="{1F9935B5-80C3-4771-AF90-44212454FC0F}" destId="{DD155254-A6E4-490F-BBBB-8F0DDBD4DC3A}" srcOrd="0" destOrd="2" presId="urn:microsoft.com/office/officeart/2005/8/layout/hList1"/>
    <dgm:cxn modelId="{FD1D5C8E-C77D-4B91-B10C-6E6670A4A913}" type="presOf" srcId="{7B4237AD-1E89-4380-8AB3-944C45727671}" destId="{DD155254-A6E4-490F-BBBB-8F0DDBD4DC3A}" srcOrd="0" destOrd="1" presId="urn:microsoft.com/office/officeart/2005/8/layout/hList1"/>
    <dgm:cxn modelId="{FD846E08-16F2-48A8-B358-E24F7F64CB44}" srcId="{1200C27E-C9C4-4404-9FD3-A0636FF6F1F0}" destId="{3C7A6816-0C0F-40BB-8139-488689E190E9}" srcOrd="0" destOrd="0" parTransId="{A932C8F3-198F-404B-B93E-89073AB84D2E}" sibTransId="{D2288B58-8A81-4984-904E-A00BCB9F6950}"/>
    <dgm:cxn modelId="{07CCA903-E011-4E13-A6D4-0D26FB46E998}" type="presOf" srcId="{6E233851-AE2D-4EAD-88B0-9CB083A4BCEA}" destId="{273FEBEA-624F-4261-9192-2EAC720E4D63}" srcOrd="0" destOrd="0" presId="urn:microsoft.com/office/officeart/2005/8/layout/hList1"/>
    <dgm:cxn modelId="{609E4130-35AD-4EEE-AB19-27FDFEA9CF10}" srcId="{1200C27E-C9C4-4404-9FD3-A0636FF6F1F0}" destId="{7B4237AD-1E89-4380-8AB3-944C45727671}" srcOrd="1" destOrd="0" parTransId="{5BA72F7F-45B7-4348-ABEB-33FF8332B946}" sibTransId="{EF64A34F-D9CC-40FF-88C9-5CE292FBF923}"/>
    <dgm:cxn modelId="{BCD182F5-ABBF-4D6C-B10C-B21ADDDFE83E}" type="presOf" srcId="{3C7A6816-0C0F-40BB-8139-488689E190E9}" destId="{DD155254-A6E4-490F-BBBB-8F0DDBD4DC3A}" srcOrd="0" destOrd="0" presId="urn:microsoft.com/office/officeart/2005/8/layout/hList1"/>
    <dgm:cxn modelId="{03BFB002-0968-430B-97E0-C56CB7F9B0CB}" type="presParOf" srcId="{273FEBEA-624F-4261-9192-2EAC720E4D63}" destId="{551A1540-E1A4-4D06-A9D5-F095FAD1C53E}" srcOrd="0" destOrd="0" presId="urn:microsoft.com/office/officeart/2005/8/layout/hList1"/>
    <dgm:cxn modelId="{B8E31E63-448C-4011-A72D-25628EE41F3F}" type="presParOf" srcId="{551A1540-E1A4-4D06-A9D5-F095FAD1C53E}" destId="{7B6C8E89-DACE-4C4A-B2FC-F1539470BC3C}" srcOrd="0" destOrd="0" presId="urn:microsoft.com/office/officeart/2005/8/layout/hList1"/>
    <dgm:cxn modelId="{7DDBA057-BA73-4357-8FF3-A82F7759C83F}" type="presParOf" srcId="{551A1540-E1A4-4D06-A9D5-F095FAD1C53E}" destId="{DD155254-A6E4-490F-BBBB-8F0DDBD4DC3A}"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AF848ECE-7B12-4008-9A18-CD05D7EA2BFD}" type="doc">
      <dgm:prSet loTypeId="urn:microsoft.com/office/officeart/2005/8/layout/hList1" loCatId="list" qsTypeId="urn:microsoft.com/office/officeart/2005/8/quickstyle/simple1" qsCatId="simple" csTypeId="urn:microsoft.com/office/officeart/2005/8/colors/colorful2" csCatId="colorful" phldr="1"/>
      <dgm:spPr/>
      <dgm:t>
        <a:bodyPr/>
        <a:lstStyle/>
        <a:p>
          <a:endParaRPr lang="en-IN"/>
        </a:p>
      </dgm:t>
    </dgm:pt>
    <dgm:pt modelId="{E85B8626-8624-4794-8FD2-F2C9C433693F}">
      <dgm:prSet phldrT="[Text]" custT="1"/>
      <dgm:spPr>
        <a:noFill/>
      </dgm:spPr>
      <dgm:t>
        <a:bodyPr/>
        <a:lstStyle/>
        <a:p>
          <a:r>
            <a:rPr lang="en-IN" sz="3200" b="1" i="0" dirty="0">
              <a:solidFill>
                <a:schemeClr val="tx1"/>
              </a:solidFill>
            </a:rPr>
            <a:t>Glucose Sensors</a:t>
          </a:r>
          <a:endParaRPr lang="en-IN" sz="3200" dirty="0">
            <a:solidFill>
              <a:schemeClr val="tx1"/>
            </a:solidFill>
          </a:endParaRPr>
        </a:p>
      </dgm:t>
    </dgm:pt>
    <dgm:pt modelId="{D9EE36EA-20B7-4710-A2B5-6B694096F020}" type="parTrans" cxnId="{1D4E78BC-8629-4491-B0F8-BA986CAEE576}">
      <dgm:prSet/>
      <dgm:spPr/>
      <dgm:t>
        <a:bodyPr/>
        <a:lstStyle/>
        <a:p>
          <a:endParaRPr lang="en-IN"/>
        </a:p>
      </dgm:t>
    </dgm:pt>
    <dgm:pt modelId="{7DBC6863-B5A3-4C7F-A1BF-08C33CFF18FC}" type="sibTrans" cxnId="{1D4E78BC-8629-4491-B0F8-BA986CAEE576}">
      <dgm:prSet/>
      <dgm:spPr/>
      <dgm:t>
        <a:bodyPr/>
        <a:lstStyle/>
        <a:p>
          <a:endParaRPr lang="en-IN"/>
        </a:p>
      </dgm:t>
    </dgm:pt>
    <dgm:pt modelId="{AB9B4824-EEE2-41EC-B361-29AB76F61B61}">
      <dgm:prSet phldrT="[Text]"/>
      <dgm:spPr>
        <a:noFill/>
      </dgm:spPr>
      <dgm:t>
        <a:bodyPr/>
        <a:lstStyle/>
        <a:p>
          <a:pPr algn="just"/>
          <a:r>
            <a:rPr lang="en-US" b="0" i="0" dirty="0"/>
            <a:t>Glucose sensors are biosensors designed to detect glucose levels, which is vital to managing diabetes. </a:t>
          </a:r>
          <a:r>
            <a:rPr lang="en-US" dirty="0"/>
            <a:t>It is a good example of </a:t>
          </a:r>
          <a:r>
            <a:rPr lang="en-US" dirty="0" err="1"/>
            <a:t>amperometric</a:t>
          </a:r>
          <a:r>
            <a:rPr lang="en-US" dirty="0"/>
            <a:t> biosensors.</a:t>
          </a:r>
          <a:endParaRPr lang="en-IN" dirty="0"/>
        </a:p>
      </dgm:t>
    </dgm:pt>
    <dgm:pt modelId="{4212F276-99C6-4308-AC66-F8F10DF55614}" type="parTrans" cxnId="{B3B6893D-C0C8-42B3-8FC2-5A8BDC023923}">
      <dgm:prSet/>
      <dgm:spPr/>
      <dgm:t>
        <a:bodyPr/>
        <a:lstStyle/>
        <a:p>
          <a:endParaRPr lang="en-IN"/>
        </a:p>
      </dgm:t>
    </dgm:pt>
    <dgm:pt modelId="{63B74B89-6DE1-4763-8F26-108A625E477C}" type="sibTrans" cxnId="{B3B6893D-C0C8-42B3-8FC2-5A8BDC023923}">
      <dgm:prSet/>
      <dgm:spPr/>
      <dgm:t>
        <a:bodyPr/>
        <a:lstStyle/>
        <a:p>
          <a:endParaRPr lang="en-IN"/>
        </a:p>
      </dgm:t>
    </dgm:pt>
    <dgm:pt modelId="{C9427CB2-EDEF-4309-B372-66AC5A2D5CEE}">
      <dgm:prSet phldrT="[Text]"/>
      <dgm:spPr>
        <a:noFill/>
      </dgm:spPr>
      <dgm:t>
        <a:bodyPr/>
        <a:lstStyle/>
        <a:p>
          <a:pPr algn="just"/>
          <a:r>
            <a:rPr lang="en-US" b="0" i="0" dirty="0"/>
            <a:t>Whether in the form of a test strip for a blood glucose meter or a sensor for a continuous glucose monitor, the detection and measurement of glucose levels are similar processes.</a:t>
          </a:r>
          <a:endParaRPr lang="en-IN" dirty="0"/>
        </a:p>
      </dgm:t>
    </dgm:pt>
    <dgm:pt modelId="{3B3D7D5C-04A7-4F9E-9E2D-940A96204017}" type="parTrans" cxnId="{C76AF9EF-2C4D-499C-BD3E-06319548E346}">
      <dgm:prSet/>
      <dgm:spPr/>
      <dgm:t>
        <a:bodyPr/>
        <a:lstStyle/>
        <a:p>
          <a:endParaRPr lang="en-IN"/>
        </a:p>
      </dgm:t>
    </dgm:pt>
    <dgm:pt modelId="{53DE0D7C-E9FC-4382-BE9B-E3AD7537CD87}" type="sibTrans" cxnId="{C76AF9EF-2C4D-499C-BD3E-06319548E346}">
      <dgm:prSet/>
      <dgm:spPr/>
      <dgm:t>
        <a:bodyPr/>
        <a:lstStyle/>
        <a:p>
          <a:endParaRPr lang="en-IN"/>
        </a:p>
      </dgm:t>
    </dgm:pt>
    <dgm:pt modelId="{01A33B68-0E07-445E-9637-168A1C9148AC}">
      <dgm:prSet phldrT="[Text]"/>
      <dgm:spPr>
        <a:noFill/>
      </dgm:spPr>
      <dgm:t>
        <a:bodyPr/>
        <a:lstStyle/>
        <a:p>
          <a:pPr algn="just"/>
          <a:r>
            <a:rPr lang="en-US" b="0" i="0" dirty="0"/>
            <a:t>For a glucose biosensor, the following components are used:</a:t>
          </a:r>
          <a:endParaRPr lang="en-IN" dirty="0"/>
        </a:p>
      </dgm:t>
    </dgm:pt>
    <dgm:pt modelId="{2519842D-2A3E-4AB6-A8D1-888947A440F5}" type="parTrans" cxnId="{C56A75D5-FFC2-4012-ABE3-1B9C4F16ABD7}">
      <dgm:prSet/>
      <dgm:spPr/>
      <dgm:t>
        <a:bodyPr/>
        <a:lstStyle/>
        <a:p>
          <a:endParaRPr lang="en-IN"/>
        </a:p>
      </dgm:t>
    </dgm:pt>
    <dgm:pt modelId="{A288B565-D502-4A97-914A-15556D6CE137}" type="sibTrans" cxnId="{C56A75D5-FFC2-4012-ABE3-1B9C4F16ABD7}">
      <dgm:prSet/>
      <dgm:spPr/>
      <dgm:t>
        <a:bodyPr/>
        <a:lstStyle/>
        <a:p>
          <a:endParaRPr lang="en-IN"/>
        </a:p>
      </dgm:t>
    </dgm:pt>
    <dgm:pt modelId="{B6586BE6-9E95-4B97-9DD6-D487F47B3BDB}">
      <dgm:prSet phldrT="[Text]"/>
      <dgm:spPr>
        <a:noFill/>
      </dgm:spPr>
      <dgm:t>
        <a:bodyPr/>
        <a:lstStyle/>
        <a:p>
          <a:pPr algn="just"/>
          <a:r>
            <a:rPr lang="en-IN" b="1" i="0" dirty="0"/>
            <a:t>Analyte: </a:t>
          </a:r>
          <a:r>
            <a:rPr lang="en-US" b="0" i="0" cap="all" baseline="0" dirty="0"/>
            <a:t>g</a:t>
          </a:r>
          <a:r>
            <a:rPr lang="en-US" b="0" i="0" dirty="0"/>
            <a:t>lucose is the analyte that the biosensor is designed to detect.</a:t>
          </a:r>
          <a:endParaRPr lang="en-IN" dirty="0"/>
        </a:p>
      </dgm:t>
    </dgm:pt>
    <dgm:pt modelId="{4D6D20AF-E628-4C39-9567-6949742D40E8}" type="parTrans" cxnId="{AA139961-0989-447F-8566-767419DB3313}">
      <dgm:prSet/>
      <dgm:spPr/>
      <dgm:t>
        <a:bodyPr/>
        <a:lstStyle/>
        <a:p>
          <a:endParaRPr lang="en-IN"/>
        </a:p>
      </dgm:t>
    </dgm:pt>
    <dgm:pt modelId="{05B12A4E-77AC-4033-9BC4-BC35E6038309}" type="sibTrans" cxnId="{AA139961-0989-447F-8566-767419DB3313}">
      <dgm:prSet/>
      <dgm:spPr/>
      <dgm:t>
        <a:bodyPr/>
        <a:lstStyle/>
        <a:p>
          <a:endParaRPr lang="en-IN"/>
        </a:p>
      </dgm:t>
    </dgm:pt>
    <dgm:pt modelId="{3DBBB8CF-9941-4BC0-B870-29A08DC4B208}">
      <dgm:prSet phldrT="[Text]"/>
      <dgm:spPr>
        <a:noFill/>
      </dgm:spPr>
      <dgm:t>
        <a:bodyPr/>
        <a:lstStyle/>
        <a:p>
          <a:pPr algn="just"/>
          <a:r>
            <a:rPr lang="en-IN" b="1" i="0" dirty="0"/>
            <a:t>Bioreceptor: </a:t>
          </a:r>
          <a:r>
            <a:rPr lang="en-US" b="0" i="0" dirty="0"/>
            <a:t>The test strip for a blood glucose test contains the enzyme that interacts with the analyte in the drop of blood.</a:t>
          </a:r>
          <a:endParaRPr lang="en-IN" dirty="0"/>
        </a:p>
      </dgm:t>
    </dgm:pt>
    <dgm:pt modelId="{9C0F1C3A-28E4-41C5-940C-E7FCD2474493}" type="parTrans" cxnId="{1B137A61-CE6C-4F36-B7F4-138B024AFAD7}">
      <dgm:prSet/>
      <dgm:spPr/>
      <dgm:t>
        <a:bodyPr/>
        <a:lstStyle/>
        <a:p>
          <a:endParaRPr lang="en-IN"/>
        </a:p>
      </dgm:t>
    </dgm:pt>
    <dgm:pt modelId="{001CA3CE-676C-407C-AC1C-A9915B5B3F78}" type="sibTrans" cxnId="{1B137A61-CE6C-4F36-B7F4-138B024AFAD7}">
      <dgm:prSet/>
      <dgm:spPr/>
      <dgm:t>
        <a:bodyPr/>
        <a:lstStyle/>
        <a:p>
          <a:endParaRPr lang="en-IN"/>
        </a:p>
      </dgm:t>
    </dgm:pt>
    <dgm:pt modelId="{9FB8FACD-E5A1-492C-8BE6-3F0197E053F3}" type="pres">
      <dgm:prSet presAssocID="{AF848ECE-7B12-4008-9A18-CD05D7EA2BFD}" presName="Name0" presStyleCnt="0">
        <dgm:presLayoutVars>
          <dgm:dir/>
          <dgm:animLvl val="lvl"/>
          <dgm:resizeHandles val="exact"/>
        </dgm:presLayoutVars>
      </dgm:prSet>
      <dgm:spPr/>
      <dgm:t>
        <a:bodyPr/>
        <a:lstStyle/>
        <a:p>
          <a:endParaRPr lang="en-IN"/>
        </a:p>
      </dgm:t>
    </dgm:pt>
    <dgm:pt modelId="{D12C54DD-01EA-4F4F-89A4-F55F31E15C11}" type="pres">
      <dgm:prSet presAssocID="{E85B8626-8624-4794-8FD2-F2C9C433693F}" presName="composite" presStyleCnt="0"/>
      <dgm:spPr/>
    </dgm:pt>
    <dgm:pt modelId="{C296BC98-D299-43F0-A9A1-878841FDE3E3}" type="pres">
      <dgm:prSet presAssocID="{E85B8626-8624-4794-8FD2-F2C9C433693F}" presName="parTx" presStyleLbl="alignNode1" presStyleIdx="0" presStyleCnt="1">
        <dgm:presLayoutVars>
          <dgm:chMax val="0"/>
          <dgm:chPref val="0"/>
          <dgm:bulletEnabled val="1"/>
        </dgm:presLayoutVars>
      </dgm:prSet>
      <dgm:spPr/>
      <dgm:t>
        <a:bodyPr/>
        <a:lstStyle/>
        <a:p>
          <a:endParaRPr lang="en-IN"/>
        </a:p>
      </dgm:t>
    </dgm:pt>
    <dgm:pt modelId="{31D566D0-E83C-4EC0-AA8A-72B2C15F01F1}" type="pres">
      <dgm:prSet presAssocID="{E85B8626-8624-4794-8FD2-F2C9C433693F}" presName="desTx" presStyleLbl="alignAccFollowNode1" presStyleIdx="0" presStyleCnt="1">
        <dgm:presLayoutVars>
          <dgm:bulletEnabled val="1"/>
        </dgm:presLayoutVars>
      </dgm:prSet>
      <dgm:spPr/>
      <dgm:t>
        <a:bodyPr/>
        <a:lstStyle/>
        <a:p>
          <a:endParaRPr lang="en-IN"/>
        </a:p>
      </dgm:t>
    </dgm:pt>
  </dgm:ptLst>
  <dgm:cxnLst>
    <dgm:cxn modelId="{1F87FD56-4C13-4395-8442-DB856E246220}" type="presOf" srcId="{AB9B4824-EEE2-41EC-B361-29AB76F61B61}" destId="{31D566D0-E83C-4EC0-AA8A-72B2C15F01F1}" srcOrd="0" destOrd="0" presId="urn:microsoft.com/office/officeart/2005/8/layout/hList1"/>
    <dgm:cxn modelId="{51CDAC62-07A1-4A3E-8366-0F8F07906CDF}" type="presOf" srcId="{C9427CB2-EDEF-4309-B372-66AC5A2D5CEE}" destId="{31D566D0-E83C-4EC0-AA8A-72B2C15F01F1}" srcOrd="0" destOrd="1" presId="urn:microsoft.com/office/officeart/2005/8/layout/hList1"/>
    <dgm:cxn modelId="{AA139961-0989-447F-8566-767419DB3313}" srcId="{01A33B68-0E07-445E-9637-168A1C9148AC}" destId="{B6586BE6-9E95-4B97-9DD6-D487F47B3BDB}" srcOrd="0" destOrd="0" parTransId="{4D6D20AF-E628-4C39-9567-6949742D40E8}" sibTransId="{05B12A4E-77AC-4033-9BC4-BC35E6038309}"/>
    <dgm:cxn modelId="{1B137A61-CE6C-4F36-B7F4-138B024AFAD7}" srcId="{01A33B68-0E07-445E-9637-168A1C9148AC}" destId="{3DBBB8CF-9941-4BC0-B870-29A08DC4B208}" srcOrd="1" destOrd="0" parTransId="{9C0F1C3A-28E4-41C5-940C-E7FCD2474493}" sibTransId="{001CA3CE-676C-407C-AC1C-A9915B5B3F78}"/>
    <dgm:cxn modelId="{7705C203-DD25-4384-A2DE-F2484D68BC7B}" type="presOf" srcId="{B6586BE6-9E95-4B97-9DD6-D487F47B3BDB}" destId="{31D566D0-E83C-4EC0-AA8A-72B2C15F01F1}" srcOrd="0" destOrd="3" presId="urn:microsoft.com/office/officeart/2005/8/layout/hList1"/>
    <dgm:cxn modelId="{1D4E78BC-8629-4491-B0F8-BA986CAEE576}" srcId="{AF848ECE-7B12-4008-9A18-CD05D7EA2BFD}" destId="{E85B8626-8624-4794-8FD2-F2C9C433693F}" srcOrd="0" destOrd="0" parTransId="{D9EE36EA-20B7-4710-A2B5-6B694096F020}" sibTransId="{7DBC6863-B5A3-4C7F-A1BF-08C33CFF18FC}"/>
    <dgm:cxn modelId="{B3B6893D-C0C8-42B3-8FC2-5A8BDC023923}" srcId="{E85B8626-8624-4794-8FD2-F2C9C433693F}" destId="{AB9B4824-EEE2-41EC-B361-29AB76F61B61}" srcOrd="0" destOrd="0" parTransId="{4212F276-99C6-4308-AC66-F8F10DF55614}" sibTransId="{63B74B89-6DE1-4763-8F26-108A625E477C}"/>
    <dgm:cxn modelId="{C56A75D5-FFC2-4012-ABE3-1B9C4F16ABD7}" srcId="{E85B8626-8624-4794-8FD2-F2C9C433693F}" destId="{01A33B68-0E07-445E-9637-168A1C9148AC}" srcOrd="2" destOrd="0" parTransId="{2519842D-2A3E-4AB6-A8D1-888947A440F5}" sibTransId="{A288B565-D502-4A97-914A-15556D6CE137}"/>
    <dgm:cxn modelId="{48FEE304-C18E-4054-9B6A-34A6B220C859}" type="presOf" srcId="{AF848ECE-7B12-4008-9A18-CD05D7EA2BFD}" destId="{9FB8FACD-E5A1-492C-8BE6-3F0197E053F3}" srcOrd="0" destOrd="0" presId="urn:microsoft.com/office/officeart/2005/8/layout/hList1"/>
    <dgm:cxn modelId="{3710BC38-56CA-4C16-97CC-69338EE8052F}" type="presOf" srcId="{3DBBB8CF-9941-4BC0-B870-29A08DC4B208}" destId="{31D566D0-E83C-4EC0-AA8A-72B2C15F01F1}" srcOrd="0" destOrd="4" presId="urn:microsoft.com/office/officeart/2005/8/layout/hList1"/>
    <dgm:cxn modelId="{C76AF9EF-2C4D-499C-BD3E-06319548E346}" srcId="{E85B8626-8624-4794-8FD2-F2C9C433693F}" destId="{C9427CB2-EDEF-4309-B372-66AC5A2D5CEE}" srcOrd="1" destOrd="0" parTransId="{3B3D7D5C-04A7-4F9E-9E2D-940A96204017}" sibTransId="{53DE0D7C-E9FC-4382-BE9B-E3AD7537CD87}"/>
    <dgm:cxn modelId="{40CD9E2D-F00A-4178-B41A-CB735DB5EF5B}" type="presOf" srcId="{E85B8626-8624-4794-8FD2-F2C9C433693F}" destId="{C296BC98-D299-43F0-A9A1-878841FDE3E3}" srcOrd="0" destOrd="0" presId="urn:microsoft.com/office/officeart/2005/8/layout/hList1"/>
    <dgm:cxn modelId="{4AD1D052-D1C2-497F-A6D9-64D0CFDF43FE}" type="presOf" srcId="{01A33B68-0E07-445E-9637-168A1C9148AC}" destId="{31D566D0-E83C-4EC0-AA8A-72B2C15F01F1}" srcOrd="0" destOrd="2" presId="urn:microsoft.com/office/officeart/2005/8/layout/hList1"/>
    <dgm:cxn modelId="{92A99136-10A1-4277-8AA8-9188F5AFFCDE}" type="presParOf" srcId="{9FB8FACD-E5A1-492C-8BE6-3F0197E053F3}" destId="{D12C54DD-01EA-4F4F-89A4-F55F31E15C11}" srcOrd="0" destOrd="0" presId="urn:microsoft.com/office/officeart/2005/8/layout/hList1"/>
    <dgm:cxn modelId="{AAD9B42E-24CD-4067-A4F4-23E47CABA13C}" type="presParOf" srcId="{D12C54DD-01EA-4F4F-89A4-F55F31E15C11}" destId="{C296BC98-D299-43F0-A9A1-878841FDE3E3}" srcOrd="0" destOrd="0" presId="urn:microsoft.com/office/officeart/2005/8/layout/hList1"/>
    <dgm:cxn modelId="{518E41F0-EBD8-4211-B63B-88FDADF7A754}" type="presParOf" srcId="{D12C54DD-01EA-4F4F-89A4-F55F31E15C11}" destId="{31D566D0-E83C-4EC0-AA8A-72B2C15F01F1}"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DC57B899-A284-41DC-9AE4-F7951E309D7C}" type="doc">
      <dgm:prSet loTypeId="urn:microsoft.com/office/officeart/2005/8/layout/hList1" loCatId="list" qsTypeId="urn:microsoft.com/office/officeart/2005/8/quickstyle/simple1" qsCatId="simple" csTypeId="urn:microsoft.com/office/officeart/2005/8/colors/colorful2" csCatId="colorful" phldr="1"/>
      <dgm:spPr/>
      <dgm:t>
        <a:bodyPr/>
        <a:lstStyle/>
        <a:p>
          <a:endParaRPr lang="en-IN"/>
        </a:p>
      </dgm:t>
    </dgm:pt>
    <dgm:pt modelId="{6E59BE5B-1A9D-4410-8DA1-05A8639E64CE}">
      <dgm:prSet phldrT="[Text]" custT="1"/>
      <dgm:spPr/>
      <dgm:t>
        <a:bodyPr/>
        <a:lstStyle/>
        <a:p>
          <a:pPr algn="just"/>
          <a:r>
            <a:rPr lang="en-US" sz="2400" b="0" i="0" dirty="0">
              <a:solidFill>
                <a:schemeClr val="tx1"/>
              </a:solidFill>
            </a:rPr>
            <a:t>Home blood glucose detection sensor works on the principle of </a:t>
          </a:r>
          <a:r>
            <a:rPr lang="en-US" sz="2400" b="1" i="0" dirty="0">
              <a:solidFill>
                <a:schemeClr val="tx1"/>
              </a:solidFill>
            </a:rPr>
            <a:t>electrochemical</a:t>
          </a:r>
          <a:r>
            <a:rPr lang="en-US" sz="2400" b="0" i="0" dirty="0">
              <a:solidFill>
                <a:schemeClr val="tx1"/>
              </a:solidFill>
            </a:rPr>
            <a:t>. </a:t>
          </a:r>
          <a:endParaRPr lang="en-IN" sz="2400" dirty="0">
            <a:solidFill>
              <a:schemeClr val="tx1"/>
            </a:solidFill>
          </a:endParaRPr>
        </a:p>
      </dgm:t>
    </dgm:pt>
    <dgm:pt modelId="{5EBBE2E6-61DE-4CD3-A89B-B67EDF194B15}" type="parTrans" cxnId="{327588D7-E9A5-4613-A1A2-B139AA3CF39F}">
      <dgm:prSet/>
      <dgm:spPr/>
      <dgm:t>
        <a:bodyPr/>
        <a:lstStyle/>
        <a:p>
          <a:pPr algn="just"/>
          <a:endParaRPr lang="en-IN" sz="2400"/>
        </a:p>
      </dgm:t>
    </dgm:pt>
    <dgm:pt modelId="{45085BB6-9815-4C8A-8E0A-9552F58E2289}" type="sibTrans" cxnId="{327588D7-E9A5-4613-A1A2-B139AA3CF39F}">
      <dgm:prSet/>
      <dgm:spPr/>
      <dgm:t>
        <a:bodyPr/>
        <a:lstStyle/>
        <a:p>
          <a:pPr algn="just"/>
          <a:endParaRPr lang="en-IN" sz="2400"/>
        </a:p>
      </dgm:t>
    </dgm:pt>
    <dgm:pt modelId="{2BEB4F1B-44DF-4B2A-9055-47E548762023}">
      <dgm:prSet custT="1"/>
      <dgm:spPr/>
      <dgm:t>
        <a:bodyPr/>
        <a:lstStyle/>
        <a:p>
          <a:pPr algn="just"/>
          <a:r>
            <a:rPr lang="en-US" sz="2400" dirty="0"/>
            <a:t>Glucose mediator reacts with surrounding oxygen to form H</a:t>
          </a:r>
          <a:r>
            <a:rPr lang="en-US" sz="2400" baseline="-25000" dirty="0"/>
            <a:t>2</a:t>
          </a:r>
          <a:r>
            <a:rPr lang="en-US" sz="2400" dirty="0"/>
            <a:t>O</a:t>
          </a:r>
          <a:r>
            <a:rPr lang="en-US" sz="2400" baseline="-25000" dirty="0"/>
            <a:t>2</a:t>
          </a:r>
          <a:r>
            <a:rPr lang="en-US" sz="2400" dirty="0"/>
            <a:t> and glucose oxidase.</a:t>
          </a:r>
        </a:p>
      </dgm:t>
    </dgm:pt>
    <dgm:pt modelId="{27E2F03F-9BEA-476E-971C-48B410461847}" type="parTrans" cxnId="{C149389C-B0F9-4AC7-8121-6AEDCA429C8F}">
      <dgm:prSet/>
      <dgm:spPr/>
      <dgm:t>
        <a:bodyPr/>
        <a:lstStyle/>
        <a:p>
          <a:pPr algn="just"/>
          <a:endParaRPr lang="en-IN" sz="2400"/>
        </a:p>
      </dgm:t>
    </dgm:pt>
    <dgm:pt modelId="{BB585DBD-9988-490F-9BE3-DFC919FC88B5}" type="sibTrans" cxnId="{C149389C-B0F9-4AC7-8121-6AEDCA429C8F}">
      <dgm:prSet/>
      <dgm:spPr/>
      <dgm:t>
        <a:bodyPr/>
        <a:lstStyle/>
        <a:p>
          <a:pPr algn="just"/>
          <a:endParaRPr lang="en-IN" sz="2400"/>
        </a:p>
      </dgm:t>
    </dgm:pt>
    <dgm:pt modelId="{1CF46950-E5DC-45C5-99F0-F131C69FDCD6}">
      <dgm:prSet custT="1"/>
      <dgm:spPr/>
      <dgm:t>
        <a:bodyPr/>
        <a:lstStyle/>
        <a:p>
          <a:pPr algn="just"/>
          <a:r>
            <a:rPr lang="en-US" sz="2400" dirty="0"/>
            <a:t>Now this glucose oxidase react with more glucose.</a:t>
          </a:r>
        </a:p>
      </dgm:t>
    </dgm:pt>
    <dgm:pt modelId="{85F7748E-D4B9-4905-8DD8-583FDF8823AB}" type="parTrans" cxnId="{2A4683D6-AB2F-425D-AB9A-17C876833675}">
      <dgm:prSet/>
      <dgm:spPr/>
      <dgm:t>
        <a:bodyPr/>
        <a:lstStyle/>
        <a:p>
          <a:pPr algn="just"/>
          <a:endParaRPr lang="en-IN" sz="2400"/>
        </a:p>
      </dgm:t>
    </dgm:pt>
    <dgm:pt modelId="{644D6528-78B5-4164-B4C2-1105D9DE0A6C}" type="sibTrans" cxnId="{2A4683D6-AB2F-425D-AB9A-17C876833675}">
      <dgm:prSet/>
      <dgm:spPr/>
      <dgm:t>
        <a:bodyPr/>
        <a:lstStyle/>
        <a:p>
          <a:pPr algn="just"/>
          <a:endParaRPr lang="en-IN" sz="2400"/>
        </a:p>
      </dgm:t>
    </dgm:pt>
    <dgm:pt modelId="{61401465-5FCA-4C56-9579-384D9B81BCD5}">
      <dgm:prSet custT="1"/>
      <dgm:spPr/>
      <dgm:t>
        <a:bodyPr/>
        <a:lstStyle/>
        <a:p>
          <a:pPr algn="just"/>
          <a:r>
            <a:rPr lang="en-US" sz="2400" dirty="0"/>
            <a:t>Higher the glucose content, the higher the oxygen consumption.</a:t>
          </a:r>
        </a:p>
      </dgm:t>
    </dgm:pt>
    <dgm:pt modelId="{8AF95797-A53F-48A9-9F22-21B604350695}" type="parTrans" cxnId="{121B7F8C-4E46-42D6-B8D2-82DDFE3EB6A9}">
      <dgm:prSet/>
      <dgm:spPr/>
      <dgm:t>
        <a:bodyPr/>
        <a:lstStyle/>
        <a:p>
          <a:pPr algn="just"/>
          <a:endParaRPr lang="en-IN" sz="2400"/>
        </a:p>
      </dgm:t>
    </dgm:pt>
    <dgm:pt modelId="{DF4317C1-6BC6-4CE0-896F-CF38800BFE31}" type="sibTrans" cxnId="{121B7F8C-4E46-42D6-B8D2-82DDFE3EB6A9}">
      <dgm:prSet/>
      <dgm:spPr/>
      <dgm:t>
        <a:bodyPr/>
        <a:lstStyle/>
        <a:p>
          <a:pPr algn="just"/>
          <a:endParaRPr lang="en-IN" sz="2400"/>
        </a:p>
      </dgm:t>
    </dgm:pt>
    <dgm:pt modelId="{DBF29F10-DAAB-43DB-9791-88111FDAA160}">
      <dgm:prSet custT="1"/>
      <dgm:spPr/>
      <dgm:t>
        <a:bodyPr/>
        <a:lstStyle/>
        <a:p>
          <a:pPr algn="just"/>
          <a:r>
            <a:rPr lang="en-US" sz="2400" dirty="0"/>
            <a:t>Glucose content can be detected by Pt-electrode.</a:t>
          </a:r>
        </a:p>
      </dgm:t>
    </dgm:pt>
    <dgm:pt modelId="{F351F541-0DB6-444F-BC99-D763ECB3DD5F}" type="parTrans" cxnId="{232995F9-CE3F-4942-8EA0-92B276AA3983}">
      <dgm:prSet/>
      <dgm:spPr/>
      <dgm:t>
        <a:bodyPr/>
        <a:lstStyle/>
        <a:p>
          <a:pPr algn="just"/>
          <a:endParaRPr lang="en-IN" sz="2400"/>
        </a:p>
      </dgm:t>
    </dgm:pt>
    <dgm:pt modelId="{CC28D188-886B-4796-891C-D84A906C9F55}" type="sibTrans" cxnId="{232995F9-CE3F-4942-8EA0-92B276AA3983}">
      <dgm:prSet/>
      <dgm:spPr/>
      <dgm:t>
        <a:bodyPr/>
        <a:lstStyle/>
        <a:p>
          <a:pPr algn="just"/>
          <a:endParaRPr lang="en-IN" sz="2400"/>
        </a:p>
      </dgm:t>
    </dgm:pt>
    <dgm:pt modelId="{7DE357B2-D12E-4604-8517-431D8D2AB74B}">
      <dgm:prSet phldrT="[Text]" custT="1"/>
      <dgm:spPr/>
      <dgm:t>
        <a:bodyPr/>
        <a:lstStyle/>
        <a:p>
          <a:pPr algn="just"/>
          <a:r>
            <a:rPr lang="en-US" sz="2400" dirty="0"/>
            <a:t>Two electrons and two protons are also produced.</a:t>
          </a:r>
          <a:endParaRPr lang="en-IN" sz="2400" dirty="0"/>
        </a:p>
      </dgm:t>
    </dgm:pt>
    <dgm:pt modelId="{6691089B-742E-4B42-8FA4-E4D565E397E3}" type="parTrans" cxnId="{44FAEC4A-41CB-41AB-8D34-0DC83B551605}">
      <dgm:prSet/>
      <dgm:spPr/>
      <dgm:t>
        <a:bodyPr/>
        <a:lstStyle/>
        <a:p>
          <a:endParaRPr lang="en-IN" sz="2400"/>
        </a:p>
      </dgm:t>
    </dgm:pt>
    <dgm:pt modelId="{5EB3E896-42AE-43F2-851B-176C94B3A06F}" type="sibTrans" cxnId="{44FAEC4A-41CB-41AB-8D34-0DC83B551605}">
      <dgm:prSet/>
      <dgm:spPr/>
      <dgm:t>
        <a:bodyPr/>
        <a:lstStyle/>
        <a:p>
          <a:endParaRPr lang="en-IN" sz="2400"/>
        </a:p>
      </dgm:t>
    </dgm:pt>
    <dgm:pt modelId="{FD8DC5E0-FCF2-4676-B4B6-0CF5100A738C}">
      <dgm:prSet phldrT="[Text]" custT="1"/>
      <dgm:spPr/>
      <dgm:t>
        <a:bodyPr/>
        <a:lstStyle/>
        <a:p>
          <a:pPr algn="just"/>
          <a:r>
            <a:rPr lang="en-US" sz="2400" dirty="0"/>
            <a:t>Glucose reacts with glucose oxidase to form gluconic acid. </a:t>
          </a:r>
          <a:endParaRPr lang="en-IN" sz="2400" dirty="0"/>
        </a:p>
      </dgm:t>
    </dgm:pt>
    <dgm:pt modelId="{C6FEC50A-848D-48E9-95F4-15029F4149DF}" type="parTrans" cxnId="{746205A0-B629-4375-B141-225A2C9E73E8}">
      <dgm:prSet/>
      <dgm:spPr/>
      <dgm:t>
        <a:bodyPr/>
        <a:lstStyle/>
        <a:p>
          <a:endParaRPr lang="en-IN" sz="2400"/>
        </a:p>
      </dgm:t>
    </dgm:pt>
    <dgm:pt modelId="{E4F57A2D-58C7-4687-ABB1-2C4A181A7F06}" type="sibTrans" cxnId="{746205A0-B629-4375-B141-225A2C9E73E8}">
      <dgm:prSet/>
      <dgm:spPr/>
      <dgm:t>
        <a:bodyPr/>
        <a:lstStyle/>
        <a:p>
          <a:endParaRPr lang="en-IN" sz="2400"/>
        </a:p>
      </dgm:t>
    </dgm:pt>
    <dgm:pt modelId="{AAFF666D-935D-417C-A6A4-CBD6AC8AD589}">
      <dgm:prSet phldrT="[Text]" custT="1"/>
      <dgm:spPr/>
      <dgm:t>
        <a:bodyPr/>
        <a:lstStyle/>
        <a:p>
          <a:pPr algn="just"/>
          <a:r>
            <a:rPr lang="en-US" sz="2400" b="0" i="0" dirty="0"/>
            <a:t>The biosensor in this instrument relies upon enzymes that recognize and catalyze reactions of glucose with the generation of redox – active species that are detected electrochemically.</a:t>
          </a:r>
          <a:endParaRPr lang="en-IN" sz="2400" dirty="0"/>
        </a:p>
      </dgm:t>
    </dgm:pt>
    <dgm:pt modelId="{67F61F66-77CB-4210-B703-A5D303BBABD7}" type="parTrans" cxnId="{E250B2D1-14AD-4C6B-AB47-66DAF7B7C13A}">
      <dgm:prSet/>
      <dgm:spPr/>
      <dgm:t>
        <a:bodyPr/>
        <a:lstStyle/>
        <a:p>
          <a:endParaRPr lang="en-IN" sz="2400"/>
        </a:p>
      </dgm:t>
    </dgm:pt>
    <dgm:pt modelId="{238630AE-93A1-4FE4-9796-81A8DA493A46}" type="sibTrans" cxnId="{E250B2D1-14AD-4C6B-AB47-66DAF7B7C13A}">
      <dgm:prSet/>
      <dgm:spPr/>
      <dgm:t>
        <a:bodyPr/>
        <a:lstStyle/>
        <a:p>
          <a:endParaRPr lang="en-IN" sz="2400"/>
        </a:p>
      </dgm:t>
    </dgm:pt>
    <dgm:pt modelId="{7ECC30D8-2147-4291-A84F-5867E1A89546}" type="pres">
      <dgm:prSet presAssocID="{DC57B899-A284-41DC-9AE4-F7951E309D7C}" presName="Name0" presStyleCnt="0">
        <dgm:presLayoutVars>
          <dgm:dir/>
          <dgm:animLvl val="lvl"/>
          <dgm:resizeHandles val="exact"/>
        </dgm:presLayoutVars>
      </dgm:prSet>
      <dgm:spPr/>
      <dgm:t>
        <a:bodyPr/>
        <a:lstStyle/>
        <a:p>
          <a:endParaRPr lang="en-IN"/>
        </a:p>
      </dgm:t>
    </dgm:pt>
    <dgm:pt modelId="{76DFAA20-526E-439D-98B2-0ADCCBFD0194}" type="pres">
      <dgm:prSet presAssocID="{6E59BE5B-1A9D-4410-8DA1-05A8639E64CE}" presName="composite" presStyleCnt="0"/>
      <dgm:spPr/>
    </dgm:pt>
    <dgm:pt modelId="{ACA0A4CF-4A94-42AF-B8DE-6DB8647FA216}" type="pres">
      <dgm:prSet presAssocID="{6E59BE5B-1A9D-4410-8DA1-05A8639E64CE}" presName="parTx" presStyleLbl="alignNode1" presStyleIdx="0" presStyleCnt="1">
        <dgm:presLayoutVars>
          <dgm:chMax val="0"/>
          <dgm:chPref val="0"/>
          <dgm:bulletEnabled val="1"/>
        </dgm:presLayoutVars>
      </dgm:prSet>
      <dgm:spPr/>
      <dgm:t>
        <a:bodyPr/>
        <a:lstStyle/>
        <a:p>
          <a:endParaRPr lang="en-IN"/>
        </a:p>
      </dgm:t>
    </dgm:pt>
    <dgm:pt modelId="{B04FE513-1FBB-4F73-B5CA-3B0FDA07D5F5}" type="pres">
      <dgm:prSet presAssocID="{6E59BE5B-1A9D-4410-8DA1-05A8639E64CE}" presName="desTx" presStyleLbl="alignAccFollowNode1" presStyleIdx="0" presStyleCnt="1">
        <dgm:presLayoutVars>
          <dgm:bulletEnabled val="1"/>
        </dgm:presLayoutVars>
      </dgm:prSet>
      <dgm:spPr/>
      <dgm:t>
        <a:bodyPr/>
        <a:lstStyle/>
        <a:p>
          <a:endParaRPr lang="en-IN"/>
        </a:p>
      </dgm:t>
    </dgm:pt>
  </dgm:ptLst>
  <dgm:cxnLst>
    <dgm:cxn modelId="{746205A0-B629-4375-B141-225A2C9E73E8}" srcId="{AAFF666D-935D-417C-A6A4-CBD6AC8AD589}" destId="{FD8DC5E0-FCF2-4676-B4B6-0CF5100A738C}" srcOrd="0" destOrd="0" parTransId="{C6FEC50A-848D-48E9-95F4-15029F4149DF}" sibTransId="{E4F57A2D-58C7-4687-ABB1-2C4A181A7F06}"/>
    <dgm:cxn modelId="{76407F2A-B760-4F22-AD72-B301CB496E29}" type="presOf" srcId="{FD8DC5E0-FCF2-4676-B4B6-0CF5100A738C}" destId="{B04FE513-1FBB-4F73-B5CA-3B0FDA07D5F5}" srcOrd="0" destOrd="1" presId="urn:microsoft.com/office/officeart/2005/8/layout/hList1"/>
    <dgm:cxn modelId="{232995F9-CE3F-4942-8EA0-92B276AA3983}" srcId="{AAFF666D-935D-417C-A6A4-CBD6AC8AD589}" destId="{DBF29F10-DAAB-43DB-9791-88111FDAA160}" srcOrd="5" destOrd="0" parTransId="{F351F541-0DB6-444F-BC99-D763ECB3DD5F}" sibTransId="{CC28D188-886B-4796-891C-D84A906C9F55}"/>
    <dgm:cxn modelId="{07AB7FEB-76B7-4495-ABD1-E663BF5E7E6D}" type="presOf" srcId="{DC57B899-A284-41DC-9AE4-F7951E309D7C}" destId="{7ECC30D8-2147-4291-A84F-5867E1A89546}" srcOrd="0" destOrd="0" presId="urn:microsoft.com/office/officeart/2005/8/layout/hList1"/>
    <dgm:cxn modelId="{E58BE6C5-17BA-48F4-AF87-39DBE5BEDD84}" type="presOf" srcId="{2BEB4F1B-44DF-4B2A-9055-47E548762023}" destId="{B04FE513-1FBB-4F73-B5CA-3B0FDA07D5F5}" srcOrd="0" destOrd="3" presId="urn:microsoft.com/office/officeart/2005/8/layout/hList1"/>
    <dgm:cxn modelId="{327588D7-E9A5-4613-A1A2-B139AA3CF39F}" srcId="{DC57B899-A284-41DC-9AE4-F7951E309D7C}" destId="{6E59BE5B-1A9D-4410-8DA1-05A8639E64CE}" srcOrd="0" destOrd="0" parTransId="{5EBBE2E6-61DE-4CD3-A89B-B67EDF194B15}" sibTransId="{45085BB6-9815-4C8A-8E0A-9552F58E2289}"/>
    <dgm:cxn modelId="{44FAEC4A-41CB-41AB-8D34-0DC83B551605}" srcId="{AAFF666D-935D-417C-A6A4-CBD6AC8AD589}" destId="{7DE357B2-D12E-4604-8517-431D8D2AB74B}" srcOrd="1" destOrd="0" parTransId="{6691089B-742E-4B42-8FA4-E4D565E397E3}" sibTransId="{5EB3E896-42AE-43F2-851B-176C94B3A06F}"/>
    <dgm:cxn modelId="{7B28AECB-9A8E-4503-A2A3-790D06C1D1A5}" type="presOf" srcId="{6E59BE5B-1A9D-4410-8DA1-05A8639E64CE}" destId="{ACA0A4CF-4A94-42AF-B8DE-6DB8647FA216}" srcOrd="0" destOrd="0" presId="urn:microsoft.com/office/officeart/2005/8/layout/hList1"/>
    <dgm:cxn modelId="{121B7F8C-4E46-42D6-B8D2-82DDFE3EB6A9}" srcId="{AAFF666D-935D-417C-A6A4-CBD6AC8AD589}" destId="{61401465-5FCA-4C56-9579-384D9B81BCD5}" srcOrd="4" destOrd="0" parTransId="{8AF95797-A53F-48A9-9F22-21B604350695}" sibTransId="{DF4317C1-6BC6-4CE0-896F-CF38800BFE31}"/>
    <dgm:cxn modelId="{2A4683D6-AB2F-425D-AB9A-17C876833675}" srcId="{AAFF666D-935D-417C-A6A4-CBD6AC8AD589}" destId="{1CF46950-E5DC-45C5-99F0-F131C69FDCD6}" srcOrd="3" destOrd="0" parTransId="{85F7748E-D4B9-4905-8DD8-583FDF8823AB}" sibTransId="{644D6528-78B5-4164-B4C2-1105D9DE0A6C}"/>
    <dgm:cxn modelId="{32CB6117-D271-487D-9FFA-E9C859CCB315}" type="presOf" srcId="{61401465-5FCA-4C56-9579-384D9B81BCD5}" destId="{B04FE513-1FBB-4F73-B5CA-3B0FDA07D5F5}" srcOrd="0" destOrd="5" presId="urn:microsoft.com/office/officeart/2005/8/layout/hList1"/>
    <dgm:cxn modelId="{2601F657-C490-4B18-B727-05402AAE4CBA}" type="presOf" srcId="{7DE357B2-D12E-4604-8517-431D8D2AB74B}" destId="{B04FE513-1FBB-4F73-B5CA-3B0FDA07D5F5}" srcOrd="0" destOrd="2" presId="urn:microsoft.com/office/officeart/2005/8/layout/hList1"/>
    <dgm:cxn modelId="{9D20B6BF-EB05-4BD8-936C-9797A7659076}" type="presOf" srcId="{DBF29F10-DAAB-43DB-9791-88111FDAA160}" destId="{B04FE513-1FBB-4F73-B5CA-3B0FDA07D5F5}" srcOrd="0" destOrd="6" presId="urn:microsoft.com/office/officeart/2005/8/layout/hList1"/>
    <dgm:cxn modelId="{B331ACC4-64F2-4EB3-B604-CF29925A5964}" type="presOf" srcId="{AAFF666D-935D-417C-A6A4-CBD6AC8AD589}" destId="{B04FE513-1FBB-4F73-B5CA-3B0FDA07D5F5}" srcOrd="0" destOrd="0" presId="urn:microsoft.com/office/officeart/2005/8/layout/hList1"/>
    <dgm:cxn modelId="{C149389C-B0F9-4AC7-8121-6AEDCA429C8F}" srcId="{AAFF666D-935D-417C-A6A4-CBD6AC8AD589}" destId="{2BEB4F1B-44DF-4B2A-9055-47E548762023}" srcOrd="2" destOrd="0" parTransId="{27E2F03F-9BEA-476E-971C-48B410461847}" sibTransId="{BB585DBD-9988-490F-9BE3-DFC919FC88B5}"/>
    <dgm:cxn modelId="{2F166C1C-3BF8-4A31-8C51-A52197AAD29E}" type="presOf" srcId="{1CF46950-E5DC-45C5-99F0-F131C69FDCD6}" destId="{B04FE513-1FBB-4F73-B5CA-3B0FDA07D5F5}" srcOrd="0" destOrd="4" presId="urn:microsoft.com/office/officeart/2005/8/layout/hList1"/>
    <dgm:cxn modelId="{E250B2D1-14AD-4C6B-AB47-66DAF7B7C13A}" srcId="{6E59BE5B-1A9D-4410-8DA1-05A8639E64CE}" destId="{AAFF666D-935D-417C-A6A4-CBD6AC8AD589}" srcOrd="0" destOrd="0" parTransId="{67F61F66-77CB-4210-B703-A5D303BBABD7}" sibTransId="{238630AE-93A1-4FE4-9796-81A8DA493A46}"/>
    <dgm:cxn modelId="{20409B3D-D9EF-4F3A-9E83-846FABA76EB6}" type="presParOf" srcId="{7ECC30D8-2147-4291-A84F-5867E1A89546}" destId="{76DFAA20-526E-439D-98B2-0ADCCBFD0194}" srcOrd="0" destOrd="0" presId="urn:microsoft.com/office/officeart/2005/8/layout/hList1"/>
    <dgm:cxn modelId="{0204DAA9-70F6-4B9D-8494-EF4A11B421C5}" type="presParOf" srcId="{76DFAA20-526E-439D-98B2-0ADCCBFD0194}" destId="{ACA0A4CF-4A94-42AF-B8DE-6DB8647FA216}" srcOrd="0" destOrd="0" presId="urn:microsoft.com/office/officeart/2005/8/layout/hList1"/>
    <dgm:cxn modelId="{EB5ECBA2-B8D9-4365-85A4-DD4C4043B193}" type="presParOf" srcId="{76DFAA20-526E-439D-98B2-0ADCCBFD0194}" destId="{B04FE513-1FBB-4F73-B5CA-3B0FDA07D5F5}"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721D0D18-4B87-482E-B29D-FBD7F2010EF6}" type="doc">
      <dgm:prSet loTypeId="urn:microsoft.com/office/officeart/2005/8/layout/hList1" loCatId="list" qsTypeId="urn:microsoft.com/office/officeart/2005/8/quickstyle/simple1" qsCatId="simple" csTypeId="urn:microsoft.com/office/officeart/2005/8/colors/colorful2" csCatId="colorful" phldr="1"/>
      <dgm:spPr/>
      <dgm:t>
        <a:bodyPr/>
        <a:lstStyle/>
        <a:p>
          <a:endParaRPr lang="en-IN"/>
        </a:p>
      </dgm:t>
    </dgm:pt>
    <dgm:pt modelId="{ACC01A26-784C-4431-B0D4-9945E45DADAF}">
      <dgm:prSet phldrT="[Text]" custT="1"/>
      <dgm:spPr/>
      <dgm:t>
        <a:bodyPr/>
        <a:lstStyle/>
        <a:p>
          <a:r>
            <a:rPr lang="en-US" sz="4000" b="0" i="0" dirty="0">
              <a:latin typeface="+mj-lt"/>
            </a:rPr>
            <a:t>Immunosensors</a:t>
          </a:r>
          <a:endParaRPr lang="en-IN" sz="4000" dirty="0">
            <a:latin typeface="+mj-lt"/>
          </a:endParaRPr>
        </a:p>
      </dgm:t>
    </dgm:pt>
    <dgm:pt modelId="{4A0DFDF3-ED27-440B-9103-D969DE5AFB9F}" type="parTrans" cxnId="{171AC08A-FB97-403E-A19E-3BB1F037D0F0}">
      <dgm:prSet/>
      <dgm:spPr/>
      <dgm:t>
        <a:bodyPr/>
        <a:lstStyle/>
        <a:p>
          <a:endParaRPr lang="en-IN" sz="2400">
            <a:latin typeface="+mn-lt"/>
          </a:endParaRPr>
        </a:p>
      </dgm:t>
    </dgm:pt>
    <dgm:pt modelId="{CB9425DD-0C7F-4C2E-90A0-C3D51CBCEADD}" type="sibTrans" cxnId="{171AC08A-FB97-403E-A19E-3BB1F037D0F0}">
      <dgm:prSet/>
      <dgm:spPr/>
      <dgm:t>
        <a:bodyPr/>
        <a:lstStyle/>
        <a:p>
          <a:endParaRPr lang="en-IN" sz="2400">
            <a:latin typeface="+mn-lt"/>
          </a:endParaRPr>
        </a:p>
      </dgm:t>
    </dgm:pt>
    <dgm:pt modelId="{3CEAB889-AAC3-471D-87A0-769BDFD7D995}">
      <dgm:prSet phldrT="[Text]" custT="1"/>
      <dgm:spPr/>
      <dgm:t>
        <a:bodyPr/>
        <a:lstStyle/>
        <a:p>
          <a:pPr algn="just">
            <a:spcAft>
              <a:spcPts val="600"/>
            </a:spcAft>
          </a:pPr>
          <a:r>
            <a:rPr lang="en-US" sz="2600" b="0" i="0" dirty="0">
              <a:latin typeface="+mn-lt"/>
            </a:rPr>
            <a:t>Immunosensors are </a:t>
          </a:r>
          <a:r>
            <a:rPr lang="en-US" sz="2600" b="1" i="0" dirty="0">
              <a:latin typeface="+mn-lt"/>
            </a:rPr>
            <a:t>affinity ligand-based </a:t>
          </a:r>
          <a:r>
            <a:rPr lang="en-US" sz="2600" b="0" i="0" dirty="0">
              <a:latin typeface="+mn-lt"/>
            </a:rPr>
            <a:t>biosensing devices that involve the coupling of immunochemical reactions to appropriate transducers. </a:t>
          </a:r>
          <a:endParaRPr lang="en-IN" sz="2600" dirty="0">
            <a:latin typeface="+mn-lt"/>
          </a:endParaRPr>
        </a:p>
      </dgm:t>
    </dgm:pt>
    <dgm:pt modelId="{5832785D-7206-4957-81FC-84ACB3882610}" type="parTrans" cxnId="{84893C98-8D32-429B-97B6-7C6B3DF1BE8B}">
      <dgm:prSet/>
      <dgm:spPr/>
      <dgm:t>
        <a:bodyPr/>
        <a:lstStyle/>
        <a:p>
          <a:endParaRPr lang="en-IN" sz="2400">
            <a:latin typeface="+mn-lt"/>
          </a:endParaRPr>
        </a:p>
      </dgm:t>
    </dgm:pt>
    <dgm:pt modelId="{E2ABC7AD-6999-4488-A4D8-850FF802677D}" type="sibTrans" cxnId="{84893C98-8D32-429B-97B6-7C6B3DF1BE8B}">
      <dgm:prSet/>
      <dgm:spPr/>
      <dgm:t>
        <a:bodyPr/>
        <a:lstStyle/>
        <a:p>
          <a:endParaRPr lang="en-IN" sz="2400">
            <a:latin typeface="+mn-lt"/>
          </a:endParaRPr>
        </a:p>
      </dgm:t>
    </dgm:pt>
    <dgm:pt modelId="{1C917FC0-166F-477A-BB9F-6B914C5EF51E}">
      <dgm:prSet phldrT="[Text]" custT="1"/>
      <dgm:spPr/>
      <dgm:t>
        <a:bodyPr/>
        <a:lstStyle/>
        <a:p>
          <a:pPr algn="just">
            <a:spcAft>
              <a:spcPts val="600"/>
            </a:spcAft>
          </a:pPr>
          <a:r>
            <a:rPr lang="en-US" sz="2600" dirty="0"/>
            <a:t>Immuno-biosensors or immunochemical bio­sensors work on the principle of immunological specificity, coupled with measurement (mostly) based on </a:t>
          </a:r>
          <a:r>
            <a:rPr lang="en-US" sz="2600" dirty="0" err="1"/>
            <a:t>amperometric</a:t>
          </a:r>
          <a:r>
            <a:rPr lang="en-US" sz="2600" dirty="0"/>
            <a:t> or potentiometric bio­sensors.</a:t>
          </a:r>
          <a:endParaRPr lang="en-IN" sz="2600" dirty="0">
            <a:latin typeface="+mn-lt"/>
          </a:endParaRPr>
        </a:p>
      </dgm:t>
    </dgm:pt>
    <dgm:pt modelId="{212C435C-EF90-42AD-B582-08D8B04CB4BA}" type="parTrans" cxnId="{0B30B67E-ED14-4598-91EB-CB5141AB823C}">
      <dgm:prSet/>
      <dgm:spPr/>
      <dgm:t>
        <a:bodyPr/>
        <a:lstStyle/>
        <a:p>
          <a:endParaRPr lang="en-IN" sz="2400">
            <a:latin typeface="+mn-lt"/>
          </a:endParaRPr>
        </a:p>
      </dgm:t>
    </dgm:pt>
    <dgm:pt modelId="{BE4F9928-EFE6-4893-A509-8E0D80B78638}" type="sibTrans" cxnId="{0B30B67E-ED14-4598-91EB-CB5141AB823C}">
      <dgm:prSet/>
      <dgm:spPr/>
      <dgm:t>
        <a:bodyPr/>
        <a:lstStyle/>
        <a:p>
          <a:endParaRPr lang="en-IN" sz="2400">
            <a:latin typeface="+mn-lt"/>
          </a:endParaRPr>
        </a:p>
      </dgm:t>
    </dgm:pt>
    <dgm:pt modelId="{B0148084-174D-4F95-9723-E7A196ED160B}">
      <dgm:prSet phldrT="[Text]" custT="1"/>
      <dgm:spPr/>
      <dgm:t>
        <a:bodyPr/>
        <a:lstStyle/>
        <a:p>
          <a:pPr algn="just">
            <a:spcAft>
              <a:spcPts val="600"/>
            </a:spcAft>
          </a:pPr>
          <a:r>
            <a:rPr lang="en-US" sz="2600" b="0" i="0" dirty="0">
              <a:latin typeface="+mn-lt"/>
            </a:rPr>
            <a:t>I</a:t>
          </a:r>
          <a:r>
            <a:rPr lang="en-US" sz="2600" b="1" i="0" dirty="0">
              <a:latin typeface="+mn-lt"/>
            </a:rPr>
            <a:t>mmunosensors</a:t>
          </a:r>
          <a:r>
            <a:rPr lang="en-US" sz="2600" b="0" i="0" dirty="0">
              <a:latin typeface="+mn-lt"/>
            </a:rPr>
            <a:t> </a:t>
          </a:r>
          <a:r>
            <a:rPr lang="en-US" sz="2600" b="1" i="0" dirty="0">
              <a:latin typeface="+mn-lt"/>
            </a:rPr>
            <a:t>use antibodies as the recognition element </a:t>
          </a:r>
          <a:r>
            <a:rPr lang="en-US" sz="2600" b="0" i="0" dirty="0">
              <a:latin typeface="+mn-lt"/>
            </a:rPr>
            <a:t>and a </a:t>
          </a:r>
          <a:r>
            <a:rPr lang="en-US" sz="2600" b="1" i="0" dirty="0">
              <a:latin typeface="+mn-lt"/>
            </a:rPr>
            <a:t>transducer</a:t>
          </a:r>
          <a:r>
            <a:rPr lang="en-US" sz="2600" b="0" i="0" dirty="0">
              <a:latin typeface="+mn-lt"/>
            </a:rPr>
            <a:t> that </a:t>
          </a:r>
          <a:r>
            <a:rPr lang="en-US" sz="2600" b="1" i="0" dirty="0">
              <a:latin typeface="+mn-lt"/>
            </a:rPr>
            <a:t>converts the antibody–antigen binding </a:t>
          </a:r>
          <a:r>
            <a:rPr lang="en-US" sz="2600" b="0" i="0" dirty="0">
              <a:latin typeface="+mn-lt"/>
            </a:rPr>
            <a:t>event to a </a:t>
          </a:r>
          <a:r>
            <a:rPr lang="en-US" sz="2600" b="1" i="0" dirty="0">
              <a:latin typeface="+mn-lt"/>
            </a:rPr>
            <a:t>measurable physical signal</a:t>
          </a:r>
          <a:r>
            <a:rPr lang="en-US" sz="2600" b="0" i="0" dirty="0">
              <a:latin typeface="+mn-lt"/>
            </a:rPr>
            <a:t>. </a:t>
          </a:r>
          <a:endParaRPr lang="en-IN" sz="2600" dirty="0">
            <a:latin typeface="+mn-lt"/>
          </a:endParaRPr>
        </a:p>
      </dgm:t>
    </dgm:pt>
    <dgm:pt modelId="{76948297-D2FF-43EB-9304-97DC95973BEA}" type="parTrans" cxnId="{51E2923D-7CB7-4F51-91C0-FC92E047E9C1}">
      <dgm:prSet/>
      <dgm:spPr/>
      <dgm:t>
        <a:bodyPr/>
        <a:lstStyle/>
        <a:p>
          <a:endParaRPr lang="en-IN" sz="2400">
            <a:latin typeface="+mn-lt"/>
          </a:endParaRPr>
        </a:p>
      </dgm:t>
    </dgm:pt>
    <dgm:pt modelId="{BF0ACC14-A8A1-49CD-A271-41A1BABBA0E3}" type="sibTrans" cxnId="{51E2923D-7CB7-4F51-91C0-FC92E047E9C1}">
      <dgm:prSet/>
      <dgm:spPr/>
      <dgm:t>
        <a:bodyPr/>
        <a:lstStyle/>
        <a:p>
          <a:endParaRPr lang="en-IN" sz="2400">
            <a:latin typeface="+mn-lt"/>
          </a:endParaRPr>
        </a:p>
      </dgm:t>
    </dgm:pt>
    <dgm:pt modelId="{DACC67FD-412B-490A-84E5-A4D26531C475}">
      <dgm:prSet phldrT="[Text]" custT="1"/>
      <dgm:spPr/>
      <dgm:t>
        <a:bodyPr/>
        <a:lstStyle/>
        <a:p>
          <a:pPr algn="just">
            <a:spcAft>
              <a:spcPts val="600"/>
            </a:spcAft>
          </a:pPr>
          <a:r>
            <a:rPr lang="en-US" sz="2600" b="0" i="0" dirty="0">
              <a:latin typeface="+mn-lt"/>
            </a:rPr>
            <a:t>Depending on the type of transducer there are four types of immunosensor: electrochemical, optical, microgravimetric and thermometric. </a:t>
          </a:r>
          <a:endParaRPr lang="en-IN" sz="2600" dirty="0">
            <a:latin typeface="+mn-lt"/>
          </a:endParaRPr>
        </a:p>
      </dgm:t>
    </dgm:pt>
    <dgm:pt modelId="{083B54B5-C7CB-4E91-AC3A-F6F227CE16E9}" type="parTrans" cxnId="{D153C626-2244-471B-81A7-C190864FA8FD}">
      <dgm:prSet/>
      <dgm:spPr/>
      <dgm:t>
        <a:bodyPr/>
        <a:lstStyle/>
        <a:p>
          <a:endParaRPr lang="en-IN" sz="2400">
            <a:latin typeface="+mn-lt"/>
          </a:endParaRPr>
        </a:p>
      </dgm:t>
    </dgm:pt>
    <dgm:pt modelId="{59AE23EE-1C8F-435E-AB13-59619F9FC5D5}" type="sibTrans" cxnId="{D153C626-2244-471B-81A7-C190864FA8FD}">
      <dgm:prSet/>
      <dgm:spPr/>
      <dgm:t>
        <a:bodyPr/>
        <a:lstStyle/>
        <a:p>
          <a:endParaRPr lang="en-IN" sz="2400">
            <a:latin typeface="+mn-lt"/>
          </a:endParaRPr>
        </a:p>
      </dgm:t>
    </dgm:pt>
    <dgm:pt modelId="{87D7C858-1A10-419E-BEFA-C23AC19ED104}">
      <dgm:prSet phldrT="[Text]" custT="1"/>
      <dgm:spPr/>
      <dgm:t>
        <a:bodyPr/>
        <a:lstStyle/>
        <a:p>
          <a:pPr algn="just">
            <a:spcAft>
              <a:spcPts val="600"/>
            </a:spcAft>
          </a:pPr>
          <a:r>
            <a:rPr lang="en-US" sz="2600" b="0" i="0" dirty="0">
              <a:latin typeface="+mn-lt"/>
            </a:rPr>
            <a:t>The most commonly used bio-elements for the development of electrochemical immunosensors are antibodies (Ab), followed by aptamers (Apt) and, microRNA (miRNA).</a:t>
          </a:r>
          <a:endParaRPr lang="en-IN" sz="2600" dirty="0">
            <a:latin typeface="+mn-lt"/>
          </a:endParaRPr>
        </a:p>
      </dgm:t>
    </dgm:pt>
    <dgm:pt modelId="{6309D276-7386-4E97-AF20-56BAA90D20E6}" type="parTrans" cxnId="{0D219315-F136-4D44-8466-1F2A0138B45E}">
      <dgm:prSet/>
      <dgm:spPr/>
      <dgm:t>
        <a:bodyPr/>
        <a:lstStyle/>
        <a:p>
          <a:endParaRPr lang="en-IN" sz="2400">
            <a:latin typeface="+mn-lt"/>
          </a:endParaRPr>
        </a:p>
      </dgm:t>
    </dgm:pt>
    <dgm:pt modelId="{B75E574B-48E6-4C22-BBEB-07307C45630F}" type="sibTrans" cxnId="{0D219315-F136-4D44-8466-1F2A0138B45E}">
      <dgm:prSet/>
      <dgm:spPr/>
      <dgm:t>
        <a:bodyPr/>
        <a:lstStyle/>
        <a:p>
          <a:endParaRPr lang="en-IN" sz="2400">
            <a:latin typeface="+mn-lt"/>
          </a:endParaRPr>
        </a:p>
      </dgm:t>
    </dgm:pt>
    <dgm:pt modelId="{D97B835F-20FC-4B33-95F9-1A1F2E1B3BBE}" type="pres">
      <dgm:prSet presAssocID="{721D0D18-4B87-482E-B29D-FBD7F2010EF6}" presName="Name0" presStyleCnt="0">
        <dgm:presLayoutVars>
          <dgm:dir/>
          <dgm:animLvl val="lvl"/>
          <dgm:resizeHandles val="exact"/>
        </dgm:presLayoutVars>
      </dgm:prSet>
      <dgm:spPr/>
      <dgm:t>
        <a:bodyPr/>
        <a:lstStyle/>
        <a:p>
          <a:endParaRPr lang="en-IN"/>
        </a:p>
      </dgm:t>
    </dgm:pt>
    <dgm:pt modelId="{7D2E4E56-AB22-4400-B8B2-7972BDCBAA1F}" type="pres">
      <dgm:prSet presAssocID="{ACC01A26-784C-4431-B0D4-9945E45DADAF}" presName="composite" presStyleCnt="0"/>
      <dgm:spPr/>
    </dgm:pt>
    <dgm:pt modelId="{338F3447-2B19-4216-8E94-8D1AE3456483}" type="pres">
      <dgm:prSet presAssocID="{ACC01A26-784C-4431-B0D4-9945E45DADAF}" presName="parTx" presStyleLbl="alignNode1" presStyleIdx="0" presStyleCnt="1" custScaleY="100000">
        <dgm:presLayoutVars>
          <dgm:chMax val="0"/>
          <dgm:chPref val="0"/>
          <dgm:bulletEnabled val="1"/>
        </dgm:presLayoutVars>
      </dgm:prSet>
      <dgm:spPr/>
      <dgm:t>
        <a:bodyPr/>
        <a:lstStyle/>
        <a:p>
          <a:endParaRPr lang="en-IN"/>
        </a:p>
      </dgm:t>
    </dgm:pt>
    <dgm:pt modelId="{0B099DA2-B62F-4F8E-8005-693C6BC06ADE}" type="pres">
      <dgm:prSet presAssocID="{ACC01A26-784C-4431-B0D4-9945E45DADAF}" presName="desTx" presStyleLbl="alignAccFollowNode1" presStyleIdx="0" presStyleCnt="1" custScaleY="99575">
        <dgm:presLayoutVars>
          <dgm:bulletEnabled val="1"/>
        </dgm:presLayoutVars>
      </dgm:prSet>
      <dgm:spPr/>
      <dgm:t>
        <a:bodyPr/>
        <a:lstStyle/>
        <a:p>
          <a:endParaRPr lang="en-IN"/>
        </a:p>
      </dgm:t>
    </dgm:pt>
  </dgm:ptLst>
  <dgm:cxnLst>
    <dgm:cxn modelId="{F8D2ACF9-70B6-4D20-9D17-16386DB7AB0C}" type="presOf" srcId="{721D0D18-4B87-482E-B29D-FBD7F2010EF6}" destId="{D97B835F-20FC-4B33-95F9-1A1F2E1B3BBE}" srcOrd="0" destOrd="0" presId="urn:microsoft.com/office/officeart/2005/8/layout/hList1"/>
    <dgm:cxn modelId="{0D219315-F136-4D44-8466-1F2A0138B45E}" srcId="{ACC01A26-784C-4431-B0D4-9945E45DADAF}" destId="{87D7C858-1A10-419E-BEFA-C23AC19ED104}" srcOrd="4" destOrd="0" parTransId="{6309D276-7386-4E97-AF20-56BAA90D20E6}" sibTransId="{B75E574B-48E6-4C22-BBEB-07307C45630F}"/>
    <dgm:cxn modelId="{39FDF099-2BA9-488E-9BBA-9E62D3DB8144}" type="presOf" srcId="{B0148084-174D-4F95-9723-E7A196ED160B}" destId="{0B099DA2-B62F-4F8E-8005-693C6BC06ADE}" srcOrd="0" destOrd="2" presId="urn:microsoft.com/office/officeart/2005/8/layout/hList1"/>
    <dgm:cxn modelId="{171AC08A-FB97-403E-A19E-3BB1F037D0F0}" srcId="{721D0D18-4B87-482E-B29D-FBD7F2010EF6}" destId="{ACC01A26-784C-4431-B0D4-9945E45DADAF}" srcOrd="0" destOrd="0" parTransId="{4A0DFDF3-ED27-440B-9103-D969DE5AFB9F}" sibTransId="{CB9425DD-0C7F-4C2E-90A0-C3D51CBCEADD}"/>
    <dgm:cxn modelId="{E9A3174A-3649-46E0-A860-0846ACC90BFE}" type="presOf" srcId="{ACC01A26-784C-4431-B0D4-9945E45DADAF}" destId="{338F3447-2B19-4216-8E94-8D1AE3456483}" srcOrd="0" destOrd="0" presId="urn:microsoft.com/office/officeart/2005/8/layout/hList1"/>
    <dgm:cxn modelId="{84B77971-5348-4774-89C1-95853B2C934B}" type="presOf" srcId="{DACC67FD-412B-490A-84E5-A4D26531C475}" destId="{0B099DA2-B62F-4F8E-8005-693C6BC06ADE}" srcOrd="0" destOrd="3" presId="urn:microsoft.com/office/officeart/2005/8/layout/hList1"/>
    <dgm:cxn modelId="{D153C626-2244-471B-81A7-C190864FA8FD}" srcId="{ACC01A26-784C-4431-B0D4-9945E45DADAF}" destId="{DACC67FD-412B-490A-84E5-A4D26531C475}" srcOrd="3" destOrd="0" parTransId="{083B54B5-C7CB-4E91-AC3A-F6F227CE16E9}" sibTransId="{59AE23EE-1C8F-435E-AB13-59619F9FC5D5}"/>
    <dgm:cxn modelId="{51E2923D-7CB7-4F51-91C0-FC92E047E9C1}" srcId="{ACC01A26-784C-4431-B0D4-9945E45DADAF}" destId="{B0148084-174D-4F95-9723-E7A196ED160B}" srcOrd="2" destOrd="0" parTransId="{76948297-D2FF-43EB-9304-97DC95973BEA}" sibTransId="{BF0ACC14-A8A1-49CD-A271-41A1BABBA0E3}"/>
    <dgm:cxn modelId="{74A3F1BE-2DB8-44C6-9EA7-A594A756DDB8}" type="presOf" srcId="{87D7C858-1A10-419E-BEFA-C23AC19ED104}" destId="{0B099DA2-B62F-4F8E-8005-693C6BC06ADE}" srcOrd="0" destOrd="4" presId="urn:microsoft.com/office/officeart/2005/8/layout/hList1"/>
    <dgm:cxn modelId="{0B30B67E-ED14-4598-91EB-CB5141AB823C}" srcId="{ACC01A26-784C-4431-B0D4-9945E45DADAF}" destId="{1C917FC0-166F-477A-BB9F-6B914C5EF51E}" srcOrd="1" destOrd="0" parTransId="{212C435C-EF90-42AD-B582-08D8B04CB4BA}" sibTransId="{BE4F9928-EFE6-4893-A509-8E0D80B78638}"/>
    <dgm:cxn modelId="{84893C98-8D32-429B-97B6-7C6B3DF1BE8B}" srcId="{ACC01A26-784C-4431-B0D4-9945E45DADAF}" destId="{3CEAB889-AAC3-471D-87A0-769BDFD7D995}" srcOrd="0" destOrd="0" parTransId="{5832785D-7206-4957-81FC-84ACB3882610}" sibTransId="{E2ABC7AD-6999-4488-A4D8-850FF802677D}"/>
    <dgm:cxn modelId="{AC552AD6-9F9E-49AE-8734-1AF89B392E62}" type="presOf" srcId="{1C917FC0-166F-477A-BB9F-6B914C5EF51E}" destId="{0B099DA2-B62F-4F8E-8005-693C6BC06ADE}" srcOrd="0" destOrd="1" presId="urn:microsoft.com/office/officeart/2005/8/layout/hList1"/>
    <dgm:cxn modelId="{5169D9BC-6645-4701-AFF3-1AE86918EBF1}" type="presOf" srcId="{3CEAB889-AAC3-471D-87A0-769BDFD7D995}" destId="{0B099DA2-B62F-4F8E-8005-693C6BC06ADE}" srcOrd="0" destOrd="0" presId="urn:microsoft.com/office/officeart/2005/8/layout/hList1"/>
    <dgm:cxn modelId="{CF4AEF3B-DC79-4B8C-BB9C-920BBCE9703A}" type="presParOf" srcId="{D97B835F-20FC-4B33-95F9-1A1F2E1B3BBE}" destId="{7D2E4E56-AB22-4400-B8B2-7972BDCBAA1F}" srcOrd="0" destOrd="0" presId="urn:microsoft.com/office/officeart/2005/8/layout/hList1"/>
    <dgm:cxn modelId="{FA84233E-37A1-4FD1-964E-B74B03CB30A6}" type="presParOf" srcId="{7D2E4E56-AB22-4400-B8B2-7972BDCBAA1F}" destId="{338F3447-2B19-4216-8E94-8D1AE3456483}" srcOrd="0" destOrd="0" presId="urn:microsoft.com/office/officeart/2005/8/layout/hList1"/>
    <dgm:cxn modelId="{B5A31086-6474-4863-9E08-29AAB81CE549}" type="presParOf" srcId="{7D2E4E56-AB22-4400-B8B2-7972BDCBAA1F}" destId="{0B099DA2-B62F-4F8E-8005-693C6BC06ADE}"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3A2A2DF5-59CD-421C-A363-9C6F2F9E6EB4}" type="doc">
      <dgm:prSet loTypeId="urn:microsoft.com/office/officeart/2011/layout/TabList" loCatId="list" qsTypeId="urn:microsoft.com/office/officeart/2005/8/quickstyle/simple1" qsCatId="simple" csTypeId="urn:microsoft.com/office/officeart/2005/8/colors/colorful2" csCatId="colorful" phldr="1"/>
      <dgm:spPr/>
      <dgm:t>
        <a:bodyPr/>
        <a:lstStyle/>
        <a:p>
          <a:endParaRPr lang="en-IN"/>
        </a:p>
      </dgm:t>
    </dgm:pt>
    <dgm:pt modelId="{7DDF225F-93BD-44F6-881E-2DBB2794A0B3}">
      <dgm:prSet phldrT="[Text]" custT="1"/>
      <dgm:spPr/>
      <dgm:t>
        <a:bodyPr/>
        <a:lstStyle/>
        <a:p>
          <a:pPr algn="l"/>
          <a:r>
            <a:rPr lang="en-IN" sz="1800" b="1" i="0" dirty="0"/>
            <a:t>Analyte:</a:t>
          </a:r>
          <a:endParaRPr lang="en-IN" sz="1800" dirty="0"/>
        </a:p>
      </dgm:t>
    </dgm:pt>
    <dgm:pt modelId="{5B044091-007A-4936-B705-0E55D44BD5D0}" type="parTrans" cxnId="{9C32AD7D-1C0D-49EE-85CA-901FC95D971E}">
      <dgm:prSet/>
      <dgm:spPr/>
      <dgm:t>
        <a:bodyPr/>
        <a:lstStyle/>
        <a:p>
          <a:endParaRPr lang="en-IN" sz="2800"/>
        </a:p>
      </dgm:t>
    </dgm:pt>
    <dgm:pt modelId="{C085BC2C-DE38-4AE5-B1B3-E4C1FDDA3001}" type="sibTrans" cxnId="{9C32AD7D-1C0D-49EE-85CA-901FC95D971E}">
      <dgm:prSet/>
      <dgm:spPr/>
      <dgm:t>
        <a:bodyPr/>
        <a:lstStyle/>
        <a:p>
          <a:endParaRPr lang="en-IN" sz="2800"/>
        </a:p>
      </dgm:t>
    </dgm:pt>
    <dgm:pt modelId="{F220F69D-8BC7-46E1-A2FE-20283FE971E1}">
      <dgm:prSet phldrT="[Text]" custT="1"/>
      <dgm:spPr/>
      <dgm:t>
        <a:bodyPr/>
        <a:lstStyle/>
        <a:p>
          <a:pPr algn="l"/>
          <a:r>
            <a:rPr lang="en-US" sz="1800" b="1" dirty="0"/>
            <a:t>Antigen</a:t>
          </a:r>
          <a:endParaRPr lang="en-IN" sz="1800" b="1" dirty="0"/>
        </a:p>
      </dgm:t>
    </dgm:pt>
    <dgm:pt modelId="{B1B4A474-47EC-4C7A-A420-A3DA5AC0AA38}" type="parTrans" cxnId="{D8B0CFC1-34BC-48F9-8FAE-988E690F2609}">
      <dgm:prSet/>
      <dgm:spPr/>
      <dgm:t>
        <a:bodyPr/>
        <a:lstStyle/>
        <a:p>
          <a:endParaRPr lang="en-IN" sz="2800"/>
        </a:p>
      </dgm:t>
    </dgm:pt>
    <dgm:pt modelId="{57385FD8-2FBA-43B0-B87D-C7C6A8BF01E9}" type="sibTrans" cxnId="{D8B0CFC1-34BC-48F9-8FAE-988E690F2609}">
      <dgm:prSet/>
      <dgm:spPr/>
      <dgm:t>
        <a:bodyPr/>
        <a:lstStyle/>
        <a:p>
          <a:endParaRPr lang="en-IN" sz="2800"/>
        </a:p>
      </dgm:t>
    </dgm:pt>
    <dgm:pt modelId="{7AB184AA-9068-4CDF-BF45-01AF5BA4561D}">
      <dgm:prSet phldrT="[Text]" custT="1"/>
      <dgm:spPr/>
      <dgm:t>
        <a:bodyPr/>
        <a:lstStyle/>
        <a:p>
          <a:pPr algn="l"/>
          <a:r>
            <a:rPr lang="en-IN" sz="1800" b="1" i="0" dirty="0"/>
            <a:t>Bioreceptor:</a:t>
          </a:r>
          <a:endParaRPr lang="en-IN" sz="1800" dirty="0"/>
        </a:p>
      </dgm:t>
    </dgm:pt>
    <dgm:pt modelId="{A147AFE3-9801-4684-A2E9-EDA8FC6E527A}" type="parTrans" cxnId="{2584F3B4-DB8E-4664-96B0-A0DA186FA5DC}">
      <dgm:prSet/>
      <dgm:spPr/>
      <dgm:t>
        <a:bodyPr/>
        <a:lstStyle/>
        <a:p>
          <a:endParaRPr lang="en-IN" sz="2800"/>
        </a:p>
      </dgm:t>
    </dgm:pt>
    <dgm:pt modelId="{96D06E09-50A5-40E7-A9F8-5DF745BBC0E6}" type="sibTrans" cxnId="{2584F3B4-DB8E-4664-96B0-A0DA186FA5DC}">
      <dgm:prSet/>
      <dgm:spPr/>
      <dgm:t>
        <a:bodyPr/>
        <a:lstStyle/>
        <a:p>
          <a:endParaRPr lang="en-IN" sz="2800"/>
        </a:p>
      </dgm:t>
    </dgm:pt>
    <dgm:pt modelId="{4DB32381-FE65-4ABD-B57F-9702A0A120E2}">
      <dgm:prSet phldrT="[Text]" custT="1"/>
      <dgm:spPr/>
      <dgm:t>
        <a:bodyPr/>
        <a:lstStyle/>
        <a:p>
          <a:r>
            <a:rPr lang="en-US" sz="1800" b="1" dirty="0"/>
            <a:t>Antibody</a:t>
          </a:r>
          <a:endParaRPr lang="en-IN" sz="1800" b="1" dirty="0"/>
        </a:p>
      </dgm:t>
    </dgm:pt>
    <dgm:pt modelId="{9358C0A4-37CD-42C6-B3AF-0AD87224E481}" type="parTrans" cxnId="{A4543F2D-0484-47B7-B748-87266C33CC84}">
      <dgm:prSet/>
      <dgm:spPr/>
      <dgm:t>
        <a:bodyPr/>
        <a:lstStyle/>
        <a:p>
          <a:endParaRPr lang="en-IN" sz="2800"/>
        </a:p>
      </dgm:t>
    </dgm:pt>
    <dgm:pt modelId="{49A41B1C-DD7C-4F82-BBD4-943972A6633F}" type="sibTrans" cxnId="{A4543F2D-0484-47B7-B748-87266C33CC84}">
      <dgm:prSet/>
      <dgm:spPr/>
      <dgm:t>
        <a:bodyPr/>
        <a:lstStyle/>
        <a:p>
          <a:endParaRPr lang="en-IN" sz="2800"/>
        </a:p>
      </dgm:t>
    </dgm:pt>
    <dgm:pt modelId="{6AC4DD07-8AD2-4BCB-980A-9F942EB6A305}">
      <dgm:prSet phldrT="[Text]" custT="1"/>
      <dgm:spPr/>
      <dgm:t>
        <a:bodyPr/>
        <a:lstStyle/>
        <a:p>
          <a:pPr algn="just"/>
          <a:r>
            <a:rPr lang="en-US" sz="1800" dirty="0"/>
            <a:t>Antigen is a substrate that stimulates the immune system to produce antibodies.</a:t>
          </a:r>
          <a:endParaRPr lang="en-IN" sz="1800" dirty="0"/>
        </a:p>
      </dgm:t>
    </dgm:pt>
    <dgm:pt modelId="{CCD9EC9A-A7C2-40E8-9DDC-764D0B0788C9}" type="parTrans" cxnId="{93E855EF-CAAE-401D-ABEF-82BEDEFDACAB}">
      <dgm:prSet/>
      <dgm:spPr/>
      <dgm:t>
        <a:bodyPr/>
        <a:lstStyle/>
        <a:p>
          <a:endParaRPr lang="en-IN" sz="2800"/>
        </a:p>
      </dgm:t>
    </dgm:pt>
    <dgm:pt modelId="{4C26F0B2-DEB8-4937-AB79-E03B9D2B8DED}" type="sibTrans" cxnId="{93E855EF-CAAE-401D-ABEF-82BEDEFDACAB}">
      <dgm:prSet/>
      <dgm:spPr/>
      <dgm:t>
        <a:bodyPr/>
        <a:lstStyle/>
        <a:p>
          <a:endParaRPr lang="en-IN" sz="2800"/>
        </a:p>
      </dgm:t>
    </dgm:pt>
    <dgm:pt modelId="{EB1F5FA0-0F13-48A9-A24F-B2319A92EA4F}">
      <dgm:prSet phldrT="[Text]" custT="1"/>
      <dgm:spPr/>
      <dgm:t>
        <a:bodyPr/>
        <a:lstStyle/>
        <a:p>
          <a:pPr algn="just"/>
          <a:r>
            <a:rPr lang="en-US" sz="1800" b="0" i="0" dirty="0"/>
            <a:t>Antibodies are Y- shaped </a:t>
          </a:r>
          <a:r>
            <a:rPr lang="en-US" sz="1800" b="1" i="0" dirty="0"/>
            <a:t>proteins formed in response to any foreign substance</a:t>
          </a:r>
          <a:r>
            <a:rPr lang="en-US" sz="1800" b="0" i="0" dirty="0"/>
            <a:t> known as an antigen</a:t>
          </a:r>
          <a:endParaRPr lang="en-IN" sz="1800" dirty="0"/>
        </a:p>
      </dgm:t>
    </dgm:pt>
    <dgm:pt modelId="{F82C8BE1-C8DF-484C-9FEA-C18B716107E9}" type="parTrans" cxnId="{A3322106-359B-4E9A-85B1-35024DD1A0DF}">
      <dgm:prSet/>
      <dgm:spPr/>
      <dgm:t>
        <a:bodyPr/>
        <a:lstStyle/>
        <a:p>
          <a:endParaRPr lang="en-IN" sz="2800"/>
        </a:p>
      </dgm:t>
    </dgm:pt>
    <dgm:pt modelId="{83DC4C8C-4AE6-4C43-96D4-D6352314E08F}" type="sibTrans" cxnId="{A3322106-359B-4E9A-85B1-35024DD1A0DF}">
      <dgm:prSet/>
      <dgm:spPr/>
      <dgm:t>
        <a:bodyPr/>
        <a:lstStyle/>
        <a:p>
          <a:endParaRPr lang="en-IN" sz="2800"/>
        </a:p>
      </dgm:t>
    </dgm:pt>
    <dgm:pt modelId="{EF0B4591-4132-4224-B5C2-1231BAED3CA4}">
      <dgm:prSet phldrT="[Text]" custT="1"/>
      <dgm:spPr/>
      <dgm:t>
        <a:bodyPr/>
        <a:lstStyle/>
        <a:p>
          <a:pPr algn="l"/>
          <a:r>
            <a:rPr lang="en-IN" sz="1800" b="1" i="0" dirty="0"/>
            <a:t>Transducer:</a:t>
          </a:r>
          <a:endParaRPr lang="en-IN" sz="1800" dirty="0"/>
        </a:p>
      </dgm:t>
    </dgm:pt>
    <dgm:pt modelId="{808F0F4B-DF37-4136-9253-871F27CC6F28}" type="parTrans" cxnId="{B1A5565D-1308-4471-A8DA-5A2912280842}">
      <dgm:prSet/>
      <dgm:spPr/>
      <dgm:t>
        <a:bodyPr/>
        <a:lstStyle/>
        <a:p>
          <a:endParaRPr lang="en-IN" sz="2800"/>
        </a:p>
      </dgm:t>
    </dgm:pt>
    <dgm:pt modelId="{C2679429-FF5F-44C1-BAB7-560E88925E75}" type="sibTrans" cxnId="{B1A5565D-1308-4471-A8DA-5A2912280842}">
      <dgm:prSet/>
      <dgm:spPr/>
      <dgm:t>
        <a:bodyPr/>
        <a:lstStyle/>
        <a:p>
          <a:endParaRPr lang="en-IN" sz="2800"/>
        </a:p>
      </dgm:t>
    </dgm:pt>
    <dgm:pt modelId="{0221CD99-D122-4490-BF85-F9BE844E14EB}">
      <dgm:prSet phldrT="[Text]" custT="1"/>
      <dgm:spPr/>
      <dgm:t>
        <a:bodyPr/>
        <a:lstStyle/>
        <a:p>
          <a:pPr algn="just"/>
          <a:r>
            <a:rPr lang="en-US" sz="1800" dirty="0"/>
            <a:t>Mostly </a:t>
          </a:r>
          <a:r>
            <a:rPr lang="en-US" sz="1800" dirty="0" err="1"/>
            <a:t>amperometric</a:t>
          </a:r>
          <a:r>
            <a:rPr lang="en-US" sz="1800" dirty="0"/>
            <a:t> or potentiometric bio­sensors</a:t>
          </a:r>
          <a:endParaRPr lang="en-IN" sz="1800" dirty="0"/>
        </a:p>
      </dgm:t>
    </dgm:pt>
    <dgm:pt modelId="{E776CE6E-B517-487D-BF2C-F77254251340}" type="parTrans" cxnId="{B7DC6DD1-43A0-4F04-974C-86671984A745}">
      <dgm:prSet/>
      <dgm:spPr/>
      <dgm:t>
        <a:bodyPr/>
        <a:lstStyle/>
        <a:p>
          <a:endParaRPr lang="en-IN" sz="2800"/>
        </a:p>
      </dgm:t>
    </dgm:pt>
    <dgm:pt modelId="{B449B53B-3211-4401-BE3D-D8FBC981B224}" type="sibTrans" cxnId="{B7DC6DD1-43A0-4F04-974C-86671984A745}">
      <dgm:prSet/>
      <dgm:spPr/>
      <dgm:t>
        <a:bodyPr/>
        <a:lstStyle/>
        <a:p>
          <a:endParaRPr lang="en-IN" sz="2800"/>
        </a:p>
      </dgm:t>
    </dgm:pt>
    <dgm:pt modelId="{D686F857-56AF-40B4-B9B1-39DDD01F0C80}">
      <dgm:prSet phldrT="[Text]" custT="1"/>
      <dgm:spPr/>
      <dgm:t>
        <a:bodyPr/>
        <a:lstStyle/>
        <a:p>
          <a:pPr algn="just"/>
          <a:r>
            <a:rPr lang="en-US" sz="1800" dirty="0"/>
            <a:t>Electrochemical, </a:t>
          </a:r>
          <a:r>
            <a:rPr lang="en-US" sz="1800" b="0" i="0" dirty="0">
              <a:latin typeface="+mn-lt"/>
            </a:rPr>
            <a:t>optical, microgravimetric and thermometric</a:t>
          </a:r>
          <a:endParaRPr lang="en-IN" sz="1800" dirty="0"/>
        </a:p>
      </dgm:t>
    </dgm:pt>
    <dgm:pt modelId="{E59A92D5-84E1-43E5-935C-BCE1FB7F827B}" type="parTrans" cxnId="{B2FD7380-0D7C-40A5-914E-B7CB50114B13}">
      <dgm:prSet/>
      <dgm:spPr/>
      <dgm:t>
        <a:bodyPr/>
        <a:lstStyle/>
        <a:p>
          <a:endParaRPr lang="en-IN" sz="2800"/>
        </a:p>
      </dgm:t>
    </dgm:pt>
    <dgm:pt modelId="{EB9FACBA-4C63-467A-A8A6-68E4E35A65C6}" type="sibTrans" cxnId="{B2FD7380-0D7C-40A5-914E-B7CB50114B13}">
      <dgm:prSet/>
      <dgm:spPr/>
      <dgm:t>
        <a:bodyPr/>
        <a:lstStyle/>
        <a:p>
          <a:endParaRPr lang="en-IN" sz="2800"/>
        </a:p>
      </dgm:t>
    </dgm:pt>
    <dgm:pt modelId="{148E4CF8-17FE-43CE-93A1-5FCAFFBD4C95}">
      <dgm:prSet phldrT="[Text]" custT="1"/>
      <dgm:spPr/>
      <dgm:t>
        <a:bodyPr/>
        <a:lstStyle/>
        <a:p>
          <a:pPr algn="l"/>
          <a:r>
            <a:rPr lang="en-IN" sz="1800" b="1" i="0" dirty="0"/>
            <a:t>Electronics and display:</a:t>
          </a:r>
          <a:r>
            <a:rPr lang="en-IN" sz="1800" b="0" i="0" dirty="0"/>
            <a:t> </a:t>
          </a:r>
          <a:endParaRPr lang="en-IN" sz="1800" dirty="0"/>
        </a:p>
      </dgm:t>
    </dgm:pt>
    <dgm:pt modelId="{361FF80F-05D3-4D7D-A054-304DEFB093D0}" type="parTrans" cxnId="{49B7751F-2438-45DE-9E59-3F664F2D1EC0}">
      <dgm:prSet/>
      <dgm:spPr/>
      <dgm:t>
        <a:bodyPr/>
        <a:lstStyle/>
        <a:p>
          <a:endParaRPr lang="en-IN" sz="2800"/>
        </a:p>
      </dgm:t>
    </dgm:pt>
    <dgm:pt modelId="{F1CACEE7-10CC-4655-A429-41BB4FCF5724}" type="sibTrans" cxnId="{49B7751F-2438-45DE-9E59-3F664F2D1EC0}">
      <dgm:prSet/>
      <dgm:spPr/>
      <dgm:t>
        <a:bodyPr/>
        <a:lstStyle/>
        <a:p>
          <a:endParaRPr lang="en-IN" sz="2800"/>
        </a:p>
      </dgm:t>
    </dgm:pt>
    <dgm:pt modelId="{1D9225CD-5A99-450E-97B9-61EED6CC8082}">
      <dgm:prSet phldrT="[Text]" custT="1"/>
      <dgm:spPr/>
      <dgm:t>
        <a:bodyPr/>
        <a:lstStyle/>
        <a:p>
          <a:pPr algn="just"/>
          <a:r>
            <a:rPr lang="en-US" sz="1800" dirty="0"/>
            <a:t>Sometimes </a:t>
          </a:r>
          <a:r>
            <a:rPr lang="en-US" sz="1800" b="0" i="0" dirty="0">
              <a:latin typeface="+mn-lt"/>
            </a:rPr>
            <a:t>aptamers (Apt) and, microRNA (miRNA) can be used.</a:t>
          </a:r>
          <a:endParaRPr lang="en-IN" sz="1800" dirty="0"/>
        </a:p>
      </dgm:t>
    </dgm:pt>
    <dgm:pt modelId="{1EFD6111-9B9B-4781-83E0-E5EF03EFAC6F}" type="parTrans" cxnId="{ED7FCD91-6014-41F5-B036-B5E89DA35BDC}">
      <dgm:prSet/>
      <dgm:spPr/>
      <dgm:t>
        <a:bodyPr/>
        <a:lstStyle/>
        <a:p>
          <a:endParaRPr lang="en-IN" sz="2800"/>
        </a:p>
      </dgm:t>
    </dgm:pt>
    <dgm:pt modelId="{C9AB3685-2D2F-4E1A-B659-49B3323B3AF0}" type="sibTrans" cxnId="{ED7FCD91-6014-41F5-B036-B5E89DA35BDC}">
      <dgm:prSet/>
      <dgm:spPr/>
      <dgm:t>
        <a:bodyPr/>
        <a:lstStyle/>
        <a:p>
          <a:endParaRPr lang="en-IN" sz="2800"/>
        </a:p>
      </dgm:t>
    </dgm:pt>
    <dgm:pt modelId="{5AE16071-F7E9-45EA-83B1-F00DF9F83D1D}">
      <dgm:prSet phldrT="[Text]" custT="1"/>
      <dgm:spPr/>
      <dgm:t>
        <a:bodyPr/>
        <a:lstStyle/>
        <a:p>
          <a:pPr algn="just"/>
          <a:r>
            <a:rPr lang="en-US" sz="1800" b="0" i="0" dirty="0"/>
            <a:t>The processed signals are then quantified and shown on display</a:t>
          </a:r>
          <a:endParaRPr lang="en-IN" sz="1800" dirty="0"/>
        </a:p>
      </dgm:t>
    </dgm:pt>
    <dgm:pt modelId="{CD745563-9411-4ECE-95B8-C4D6847A75E3}" type="parTrans" cxnId="{30D70287-456C-4705-91F2-6AB21A2F43ED}">
      <dgm:prSet/>
      <dgm:spPr/>
      <dgm:t>
        <a:bodyPr/>
        <a:lstStyle/>
        <a:p>
          <a:endParaRPr lang="en-IN" sz="2000"/>
        </a:p>
      </dgm:t>
    </dgm:pt>
    <dgm:pt modelId="{E98CAC81-F8E7-44FA-878C-8DECA1F4437F}" type="sibTrans" cxnId="{30D70287-456C-4705-91F2-6AB21A2F43ED}">
      <dgm:prSet/>
      <dgm:spPr/>
      <dgm:t>
        <a:bodyPr/>
        <a:lstStyle/>
        <a:p>
          <a:endParaRPr lang="en-IN" sz="2000"/>
        </a:p>
      </dgm:t>
    </dgm:pt>
    <dgm:pt modelId="{882E1B19-9C67-4CFD-AC4D-D861009319AC}">
      <dgm:prSet phldrT="[Text]" custT="1"/>
      <dgm:spPr/>
      <dgm:t>
        <a:bodyPr/>
        <a:lstStyle/>
        <a:p>
          <a:endParaRPr lang="en-IN" sz="1800" dirty="0"/>
        </a:p>
      </dgm:t>
    </dgm:pt>
    <dgm:pt modelId="{B40F69ED-4BC6-405B-A98D-317660122BE6}" type="parTrans" cxnId="{37C6BEA1-708D-417F-931F-8C39612B3D51}">
      <dgm:prSet/>
      <dgm:spPr/>
      <dgm:t>
        <a:bodyPr/>
        <a:lstStyle/>
        <a:p>
          <a:endParaRPr lang="en-IN" sz="2000"/>
        </a:p>
      </dgm:t>
    </dgm:pt>
    <dgm:pt modelId="{C470502F-8729-4D39-9988-A87EA9EF99AC}" type="sibTrans" cxnId="{37C6BEA1-708D-417F-931F-8C39612B3D51}">
      <dgm:prSet/>
      <dgm:spPr/>
      <dgm:t>
        <a:bodyPr/>
        <a:lstStyle/>
        <a:p>
          <a:endParaRPr lang="en-IN" sz="2000"/>
        </a:p>
      </dgm:t>
    </dgm:pt>
    <dgm:pt modelId="{619F20D9-DB89-440C-8EF9-F0AAF6DB7988}">
      <dgm:prSet phldrT="[Text]" custT="1"/>
      <dgm:spPr/>
      <dgm:t>
        <a:bodyPr/>
        <a:lstStyle/>
        <a:p>
          <a:endParaRPr lang="en-IN" sz="1800" dirty="0"/>
        </a:p>
      </dgm:t>
    </dgm:pt>
    <dgm:pt modelId="{5CEE166C-C15F-4CFB-915B-2F5A9D6C2F9E}" type="parTrans" cxnId="{0DDFB430-561E-4635-816C-7F970DDFAD32}">
      <dgm:prSet/>
      <dgm:spPr/>
      <dgm:t>
        <a:bodyPr/>
        <a:lstStyle/>
        <a:p>
          <a:endParaRPr lang="en-IN" sz="2000"/>
        </a:p>
      </dgm:t>
    </dgm:pt>
    <dgm:pt modelId="{9ACA4F20-EC58-46D0-A295-80276E88AB8F}" type="sibTrans" cxnId="{0DDFB430-561E-4635-816C-7F970DDFAD32}">
      <dgm:prSet/>
      <dgm:spPr/>
      <dgm:t>
        <a:bodyPr/>
        <a:lstStyle/>
        <a:p>
          <a:endParaRPr lang="en-IN" sz="2000"/>
        </a:p>
      </dgm:t>
    </dgm:pt>
    <dgm:pt modelId="{0100CD99-E25B-4DA3-8667-06317AABC577}" type="pres">
      <dgm:prSet presAssocID="{3A2A2DF5-59CD-421C-A363-9C6F2F9E6EB4}" presName="Name0" presStyleCnt="0">
        <dgm:presLayoutVars>
          <dgm:chMax/>
          <dgm:chPref val="3"/>
          <dgm:dir/>
          <dgm:animOne val="branch"/>
          <dgm:animLvl val="lvl"/>
        </dgm:presLayoutVars>
      </dgm:prSet>
      <dgm:spPr/>
      <dgm:t>
        <a:bodyPr/>
        <a:lstStyle/>
        <a:p>
          <a:endParaRPr lang="en-IN"/>
        </a:p>
      </dgm:t>
    </dgm:pt>
    <dgm:pt modelId="{FA9A4741-0F1F-4D12-B5E7-5B13AA6F723E}" type="pres">
      <dgm:prSet presAssocID="{7DDF225F-93BD-44F6-881E-2DBB2794A0B3}" presName="composite" presStyleCnt="0"/>
      <dgm:spPr/>
    </dgm:pt>
    <dgm:pt modelId="{A2A9B85D-7DE2-416D-8259-5A4C42101CDE}" type="pres">
      <dgm:prSet presAssocID="{7DDF225F-93BD-44F6-881E-2DBB2794A0B3}" presName="FirstChild" presStyleLbl="revTx" presStyleIdx="0" presStyleCnt="8" custScaleX="35067" custLinFactNeighborX="1765">
        <dgm:presLayoutVars>
          <dgm:chMax val="0"/>
          <dgm:chPref val="0"/>
          <dgm:bulletEnabled val="1"/>
        </dgm:presLayoutVars>
      </dgm:prSet>
      <dgm:spPr/>
      <dgm:t>
        <a:bodyPr/>
        <a:lstStyle/>
        <a:p>
          <a:endParaRPr lang="en-IN"/>
        </a:p>
      </dgm:t>
    </dgm:pt>
    <dgm:pt modelId="{28583718-3C1B-432A-9257-40E32E828062}" type="pres">
      <dgm:prSet presAssocID="{7DDF225F-93BD-44F6-881E-2DBB2794A0B3}" presName="Parent" presStyleLbl="alignNode1" presStyleIdx="0" presStyleCnt="4" custScaleX="221853" custLinFactNeighborX="31615" custLinFactNeighborY="-2279">
        <dgm:presLayoutVars>
          <dgm:chMax val="3"/>
          <dgm:chPref val="3"/>
          <dgm:bulletEnabled val="1"/>
        </dgm:presLayoutVars>
      </dgm:prSet>
      <dgm:spPr/>
      <dgm:t>
        <a:bodyPr/>
        <a:lstStyle/>
        <a:p>
          <a:endParaRPr lang="en-IN"/>
        </a:p>
      </dgm:t>
    </dgm:pt>
    <dgm:pt modelId="{CC7142BB-17A0-4945-B077-128F5539F2B3}" type="pres">
      <dgm:prSet presAssocID="{7DDF225F-93BD-44F6-881E-2DBB2794A0B3}" presName="Accent" presStyleLbl="parChTrans1D1" presStyleIdx="0" presStyleCnt="4"/>
      <dgm:spPr/>
    </dgm:pt>
    <dgm:pt modelId="{AD7710A1-385E-4CC6-8E2A-54AA37B15CFC}" type="pres">
      <dgm:prSet presAssocID="{7DDF225F-93BD-44F6-881E-2DBB2794A0B3}" presName="Child" presStyleLbl="revTx" presStyleIdx="1" presStyleCnt="8" custScaleY="57521">
        <dgm:presLayoutVars>
          <dgm:chMax val="0"/>
          <dgm:chPref val="0"/>
          <dgm:bulletEnabled val="1"/>
        </dgm:presLayoutVars>
      </dgm:prSet>
      <dgm:spPr/>
      <dgm:t>
        <a:bodyPr/>
        <a:lstStyle/>
        <a:p>
          <a:endParaRPr lang="en-IN"/>
        </a:p>
      </dgm:t>
    </dgm:pt>
    <dgm:pt modelId="{3415889C-E11C-4E2A-B229-F6F1861B32D1}" type="pres">
      <dgm:prSet presAssocID="{C085BC2C-DE38-4AE5-B1B3-E4C1FDDA3001}" presName="sibTrans" presStyleCnt="0"/>
      <dgm:spPr/>
    </dgm:pt>
    <dgm:pt modelId="{477DFBD7-F026-4384-8D26-091AC68584BA}" type="pres">
      <dgm:prSet presAssocID="{7AB184AA-9068-4CDF-BF45-01AF5BA4561D}" presName="composite" presStyleCnt="0"/>
      <dgm:spPr/>
    </dgm:pt>
    <dgm:pt modelId="{AE07CAAB-FD33-48E9-B125-2228EA8107A8}" type="pres">
      <dgm:prSet presAssocID="{7AB184AA-9068-4CDF-BF45-01AF5BA4561D}" presName="FirstChild" presStyleLbl="revTx" presStyleIdx="2" presStyleCnt="8" custScaleX="54564" custLinFactNeighborX="11450">
        <dgm:presLayoutVars>
          <dgm:chMax val="0"/>
          <dgm:chPref val="0"/>
          <dgm:bulletEnabled val="1"/>
        </dgm:presLayoutVars>
      </dgm:prSet>
      <dgm:spPr/>
      <dgm:t>
        <a:bodyPr/>
        <a:lstStyle/>
        <a:p>
          <a:endParaRPr lang="en-IN"/>
        </a:p>
      </dgm:t>
    </dgm:pt>
    <dgm:pt modelId="{D182147C-B7A1-47A9-9566-261DA6352D87}" type="pres">
      <dgm:prSet presAssocID="{7AB184AA-9068-4CDF-BF45-01AF5BA4561D}" presName="Parent" presStyleLbl="alignNode1" presStyleIdx="1" presStyleCnt="4" custScaleX="221853" custLinFactNeighborX="32567" custLinFactNeighborY="-62">
        <dgm:presLayoutVars>
          <dgm:chMax val="3"/>
          <dgm:chPref val="3"/>
          <dgm:bulletEnabled val="1"/>
        </dgm:presLayoutVars>
      </dgm:prSet>
      <dgm:spPr/>
      <dgm:t>
        <a:bodyPr/>
        <a:lstStyle/>
        <a:p>
          <a:endParaRPr lang="en-IN"/>
        </a:p>
      </dgm:t>
    </dgm:pt>
    <dgm:pt modelId="{FEBFD83E-7E0E-4F84-AF87-5B13956F4872}" type="pres">
      <dgm:prSet presAssocID="{7AB184AA-9068-4CDF-BF45-01AF5BA4561D}" presName="Accent" presStyleLbl="parChTrans1D1" presStyleIdx="1" presStyleCnt="4"/>
      <dgm:spPr/>
    </dgm:pt>
    <dgm:pt modelId="{FD7D3DD9-F3C5-40D2-831C-7B0FF638AD7B}" type="pres">
      <dgm:prSet presAssocID="{7AB184AA-9068-4CDF-BF45-01AF5BA4561D}" presName="Child" presStyleLbl="revTx" presStyleIdx="3" presStyleCnt="8" custScaleY="126738" custLinFactNeighborY="80748">
        <dgm:presLayoutVars>
          <dgm:chMax val="0"/>
          <dgm:chPref val="0"/>
          <dgm:bulletEnabled val="1"/>
        </dgm:presLayoutVars>
      </dgm:prSet>
      <dgm:spPr/>
      <dgm:t>
        <a:bodyPr/>
        <a:lstStyle/>
        <a:p>
          <a:endParaRPr lang="en-IN"/>
        </a:p>
      </dgm:t>
    </dgm:pt>
    <dgm:pt modelId="{1179BCDB-9D9E-47C4-B328-93215F1C03FA}" type="pres">
      <dgm:prSet presAssocID="{96D06E09-50A5-40E7-A9F8-5DF745BBC0E6}" presName="sibTrans" presStyleCnt="0"/>
      <dgm:spPr/>
    </dgm:pt>
    <dgm:pt modelId="{3FA31AFF-3FA0-4607-8E4A-70278AB9E7C6}" type="pres">
      <dgm:prSet presAssocID="{EF0B4591-4132-4224-B5C2-1231BAED3CA4}" presName="composite" presStyleCnt="0"/>
      <dgm:spPr/>
    </dgm:pt>
    <dgm:pt modelId="{EB03B56B-AA31-480A-B2E2-513FB57FBCA9}" type="pres">
      <dgm:prSet presAssocID="{EF0B4591-4132-4224-B5C2-1231BAED3CA4}" presName="FirstChild" presStyleLbl="revTx" presStyleIdx="4" presStyleCnt="8">
        <dgm:presLayoutVars>
          <dgm:chMax val="0"/>
          <dgm:chPref val="0"/>
          <dgm:bulletEnabled val="1"/>
        </dgm:presLayoutVars>
      </dgm:prSet>
      <dgm:spPr/>
      <dgm:t>
        <a:bodyPr/>
        <a:lstStyle/>
        <a:p>
          <a:endParaRPr lang="en-IN"/>
        </a:p>
      </dgm:t>
    </dgm:pt>
    <dgm:pt modelId="{E28BEB3C-20D0-4720-921A-CE7C616794FF}" type="pres">
      <dgm:prSet presAssocID="{EF0B4591-4132-4224-B5C2-1231BAED3CA4}" presName="Parent" presStyleLbl="alignNode1" presStyleIdx="2" presStyleCnt="4" custScaleX="221853" custLinFactNeighborX="31615" custLinFactNeighborY="8564">
        <dgm:presLayoutVars>
          <dgm:chMax val="3"/>
          <dgm:chPref val="3"/>
          <dgm:bulletEnabled val="1"/>
        </dgm:presLayoutVars>
      </dgm:prSet>
      <dgm:spPr/>
      <dgm:t>
        <a:bodyPr/>
        <a:lstStyle/>
        <a:p>
          <a:endParaRPr lang="en-IN"/>
        </a:p>
      </dgm:t>
    </dgm:pt>
    <dgm:pt modelId="{5D765E73-12EC-416F-B294-B236ED757515}" type="pres">
      <dgm:prSet presAssocID="{EF0B4591-4132-4224-B5C2-1231BAED3CA4}" presName="Accent" presStyleLbl="parChTrans1D1" presStyleIdx="2" presStyleCnt="4"/>
      <dgm:spPr/>
    </dgm:pt>
    <dgm:pt modelId="{75B41230-6A42-40F0-AB0E-323849952414}" type="pres">
      <dgm:prSet presAssocID="{EF0B4591-4132-4224-B5C2-1231BAED3CA4}" presName="Child" presStyleLbl="revTx" presStyleIdx="5" presStyleCnt="8" custScaleY="114413" custLinFactY="3555" custLinFactNeighborY="100000">
        <dgm:presLayoutVars>
          <dgm:chMax val="0"/>
          <dgm:chPref val="0"/>
          <dgm:bulletEnabled val="1"/>
        </dgm:presLayoutVars>
      </dgm:prSet>
      <dgm:spPr/>
      <dgm:t>
        <a:bodyPr/>
        <a:lstStyle/>
        <a:p>
          <a:endParaRPr lang="en-IN"/>
        </a:p>
      </dgm:t>
    </dgm:pt>
    <dgm:pt modelId="{3976EDF7-38A8-4726-8795-6DA9685A5A44}" type="pres">
      <dgm:prSet presAssocID="{C2679429-FF5F-44C1-BAB7-560E88925E75}" presName="sibTrans" presStyleCnt="0"/>
      <dgm:spPr/>
    </dgm:pt>
    <dgm:pt modelId="{1D21BEBC-9F6D-4493-AC70-61D78AF70D0C}" type="pres">
      <dgm:prSet presAssocID="{148E4CF8-17FE-43CE-93A1-5FCAFFBD4C95}" presName="composite" presStyleCnt="0"/>
      <dgm:spPr/>
    </dgm:pt>
    <dgm:pt modelId="{7A4BBB6F-7BE2-49DB-8216-8C05C5F178FE}" type="pres">
      <dgm:prSet presAssocID="{148E4CF8-17FE-43CE-93A1-5FCAFFBD4C95}" presName="FirstChild" presStyleLbl="revTx" presStyleIdx="6" presStyleCnt="8">
        <dgm:presLayoutVars>
          <dgm:chMax val="0"/>
          <dgm:chPref val="0"/>
          <dgm:bulletEnabled val="1"/>
        </dgm:presLayoutVars>
      </dgm:prSet>
      <dgm:spPr/>
      <dgm:t>
        <a:bodyPr/>
        <a:lstStyle/>
        <a:p>
          <a:endParaRPr lang="en-IN"/>
        </a:p>
      </dgm:t>
    </dgm:pt>
    <dgm:pt modelId="{62B3C8F2-02E8-48A2-A030-E968E45099A8}" type="pres">
      <dgm:prSet presAssocID="{148E4CF8-17FE-43CE-93A1-5FCAFFBD4C95}" presName="Parent" presStyleLbl="alignNode1" presStyleIdx="3" presStyleCnt="4" custScaleX="221853" custLinFactNeighborX="32568" custLinFactNeighborY="536">
        <dgm:presLayoutVars>
          <dgm:chMax val="3"/>
          <dgm:chPref val="3"/>
          <dgm:bulletEnabled val="1"/>
        </dgm:presLayoutVars>
      </dgm:prSet>
      <dgm:spPr/>
      <dgm:t>
        <a:bodyPr/>
        <a:lstStyle/>
        <a:p>
          <a:endParaRPr lang="en-IN"/>
        </a:p>
      </dgm:t>
    </dgm:pt>
    <dgm:pt modelId="{D64E4932-40BF-4751-B0F9-DE8106DF304C}" type="pres">
      <dgm:prSet presAssocID="{148E4CF8-17FE-43CE-93A1-5FCAFFBD4C95}" presName="Accent" presStyleLbl="parChTrans1D1" presStyleIdx="3" presStyleCnt="4"/>
      <dgm:spPr/>
    </dgm:pt>
    <dgm:pt modelId="{46C8E9B4-E578-4E1A-A51B-C2C9C534DF19}" type="pres">
      <dgm:prSet presAssocID="{148E4CF8-17FE-43CE-93A1-5FCAFFBD4C95}" presName="Child" presStyleLbl="revTx" presStyleIdx="7" presStyleCnt="8" custScaleY="76762" custLinFactNeighborY="3106">
        <dgm:presLayoutVars>
          <dgm:chMax val="0"/>
          <dgm:chPref val="0"/>
          <dgm:bulletEnabled val="1"/>
        </dgm:presLayoutVars>
      </dgm:prSet>
      <dgm:spPr/>
      <dgm:t>
        <a:bodyPr/>
        <a:lstStyle/>
        <a:p>
          <a:endParaRPr lang="en-IN"/>
        </a:p>
      </dgm:t>
    </dgm:pt>
  </dgm:ptLst>
  <dgm:cxnLst>
    <dgm:cxn modelId="{9C32AD7D-1C0D-49EE-85CA-901FC95D971E}" srcId="{3A2A2DF5-59CD-421C-A363-9C6F2F9E6EB4}" destId="{7DDF225F-93BD-44F6-881E-2DBB2794A0B3}" srcOrd="0" destOrd="0" parTransId="{5B044091-007A-4936-B705-0E55D44BD5D0}" sibTransId="{C085BC2C-DE38-4AE5-B1B3-E4C1FDDA3001}"/>
    <dgm:cxn modelId="{E3608B67-9CC6-4B83-AF7A-9CE16E1DCD5D}" type="presOf" srcId="{4DB32381-FE65-4ABD-B57F-9702A0A120E2}" destId="{AE07CAAB-FD33-48E9-B125-2228EA8107A8}" srcOrd="0" destOrd="0" presId="urn:microsoft.com/office/officeart/2011/layout/TabList"/>
    <dgm:cxn modelId="{B3D1EE8B-F6A5-4454-9291-29446546E414}" type="presOf" srcId="{6AC4DD07-8AD2-4BCB-980A-9F942EB6A305}" destId="{AD7710A1-385E-4CC6-8E2A-54AA37B15CFC}" srcOrd="0" destOrd="0" presId="urn:microsoft.com/office/officeart/2011/layout/TabList"/>
    <dgm:cxn modelId="{ED7FCD91-6014-41F5-B036-B5E89DA35BDC}" srcId="{7AB184AA-9068-4CDF-BF45-01AF5BA4561D}" destId="{1D9225CD-5A99-450E-97B9-61EED6CC8082}" srcOrd="2" destOrd="0" parTransId="{1EFD6111-9B9B-4781-83E0-E5EF03EFAC6F}" sibTransId="{C9AB3685-2D2F-4E1A-B659-49B3323B3AF0}"/>
    <dgm:cxn modelId="{7DB67908-E756-4DD3-8811-79DDDCE8EA6F}" type="presOf" srcId="{F220F69D-8BC7-46E1-A2FE-20283FE971E1}" destId="{A2A9B85D-7DE2-416D-8259-5A4C42101CDE}" srcOrd="0" destOrd="0" presId="urn:microsoft.com/office/officeart/2011/layout/TabList"/>
    <dgm:cxn modelId="{A4543F2D-0484-47B7-B748-87266C33CC84}" srcId="{7AB184AA-9068-4CDF-BF45-01AF5BA4561D}" destId="{4DB32381-FE65-4ABD-B57F-9702A0A120E2}" srcOrd="0" destOrd="0" parTransId="{9358C0A4-37CD-42C6-B3AF-0AD87224E481}" sibTransId="{49A41B1C-DD7C-4F82-BBD4-943972A6633F}"/>
    <dgm:cxn modelId="{A3322106-359B-4E9A-85B1-35024DD1A0DF}" srcId="{7AB184AA-9068-4CDF-BF45-01AF5BA4561D}" destId="{EB1F5FA0-0F13-48A9-A24F-B2319A92EA4F}" srcOrd="1" destOrd="0" parTransId="{F82C8BE1-C8DF-484C-9FEA-C18B716107E9}" sibTransId="{83DC4C8C-4AE6-4C43-96D4-D6352314E08F}"/>
    <dgm:cxn modelId="{30D70287-456C-4705-91F2-6AB21A2F43ED}" srcId="{148E4CF8-17FE-43CE-93A1-5FCAFFBD4C95}" destId="{5AE16071-F7E9-45EA-83B1-F00DF9F83D1D}" srcOrd="1" destOrd="0" parTransId="{CD745563-9411-4ECE-95B8-C4D6847A75E3}" sibTransId="{E98CAC81-F8E7-44FA-878C-8DECA1F4437F}"/>
    <dgm:cxn modelId="{760A165F-9021-41BD-8A9A-55C7F267FAE1}" type="presOf" srcId="{619F20D9-DB89-440C-8EF9-F0AAF6DB7988}" destId="{EB03B56B-AA31-480A-B2E2-513FB57FBCA9}" srcOrd="0" destOrd="0" presId="urn:microsoft.com/office/officeart/2011/layout/TabList"/>
    <dgm:cxn modelId="{2584F3B4-DB8E-4664-96B0-A0DA186FA5DC}" srcId="{3A2A2DF5-59CD-421C-A363-9C6F2F9E6EB4}" destId="{7AB184AA-9068-4CDF-BF45-01AF5BA4561D}" srcOrd="1" destOrd="0" parTransId="{A147AFE3-9801-4684-A2E9-EDA8FC6E527A}" sibTransId="{96D06E09-50A5-40E7-A9F8-5DF745BBC0E6}"/>
    <dgm:cxn modelId="{B2FD7380-0D7C-40A5-914E-B7CB50114B13}" srcId="{EF0B4591-4132-4224-B5C2-1231BAED3CA4}" destId="{D686F857-56AF-40B4-B9B1-39DDD01F0C80}" srcOrd="1" destOrd="0" parTransId="{E59A92D5-84E1-43E5-935C-BCE1FB7F827B}" sibTransId="{EB9FACBA-4C63-467A-A8A6-68E4E35A65C6}"/>
    <dgm:cxn modelId="{21D7F1B5-C292-4886-B17B-3DB1236F5771}" type="presOf" srcId="{7DDF225F-93BD-44F6-881E-2DBB2794A0B3}" destId="{28583718-3C1B-432A-9257-40E32E828062}" srcOrd="0" destOrd="0" presId="urn:microsoft.com/office/officeart/2011/layout/TabList"/>
    <dgm:cxn modelId="{C6655D9F-437D-4E9D-808B-433EDB559C0A}" type="presOf" srcId="{7AB184AA-9068-4CDF-BF45-01AF5BA4561D}" destId="{D182147C-B7A1-47A9-9566-261DA6352D87}" srcOrd="0" destOrd="0" presId="urn:microsoft.com/office/officeart/2011/layout/TabList"/>
    <dgm:cxn modelId="{3485DA6A-0ED7-48CD-8987-53FF78A5E1A3}" type="presOf" srcId="{882E1B19-9C67-4CFD-AC4D-D861009319AC}" destId="{7A4BBB6F-7BE2-49DB-8216-8C05C5F178FE}" srcOrd="0" destOrd="0" presId="urn:microsoft.com/office/officeart/2011/layout/TabList"/>
    <dgm:cxn modelId="{37C6BEA1-708D-417F-931F-8C39612B3D51}" srcId="{148E4CF8-17FE-43CE-93A1-5FCAFFBD4C95}" destId="{882E1B19-9C67-4CFD-AC4D-D861009319AC}" srcOrd="0" destOrd="0" parTransId="{B40F69ED-4BC6-405B-A98D-317660122BE6}" sibTransId="{C470502F-8729-4D39-9988-A87EA9EF99AC}"/>
    <dgm:cxn modelId="{49B7751F-2438-45DE-9E59-3F664F2D1EC0}" srcId="{3A2A2DF5-59CD-421C-A363-9C6F2F9E6EB4}" destId="{148E4CF8-17FE-43CE-93A1-5FCAFFBD4C95}" srcOrd="3" destOrd="0" parTransId="{361FF80F-05D3-4D7D-A054-304DEFB093D0}" sibTransId="{F1CACEE7-10CC-4655-A429-41BB4FCF5724}"/>
    <dgm:cxn modelId="{F90E83A8-2201-43C5-9F10-E3E13FF03BB4}" type="presOf" srcId="{D686F857-56AF-40B4-B9B1-39DDD01F0C80}" destId="{75B41230-6A42-40F0-AB0E-323849952414}" srcOrd="0" destOrd="0" presId="urn:microsoft.com/office/officeart/2011/layout/TabList"/>
    <dgm:cxn modelId="{6893A33B-345B-48DC-891F-95851E9E407F}" type="presOf" srcId="{148E4CF8-17FE-43CE-93A1-5FCAFFBD4C95}" destId="{62B3C8F2-02E8-48A2-A030-E968E45099A8}" srcOrd="0" destOrd="0" presId="urn:microsoft.com/office/officeart/2011/layout/TabList"/>
    <dgm:cxn modelId="{0DDFB430-561E-4635-816C-7F970DDFAD32}" srcId="{EF0B4591-4132-4224-B5C2-1231BAED3CA4}" destId="{619F20D9-DB89-440C-8EF9-F0AAF6DB7988}" srcOrd="0" destOrd="0" parTransId="{5CEE166C-C15F-4CFB-915B-2F5A9D6C2F9E}" sibTransId="{9ACA4F20-EC58-46D0-A295-80276E88AB8F}"/>
    <dgm:cxn modelId="{93E855EF-CAAE-401D-ABEF-82BEDEFDACAB}" srcId="{7DDF225F-93BD-44F6-881E-2DBB2794A0B3}" destId="{6AC4DD07-8AD2-4BCB-980A-9F942EB6A305}" srcOrd="1" destOrd="0" parTransId="{CCD9EC9A-A7C2-40E8-9DDC-764D0B0788C9}" sibTransId="{4C26F0B2-DEB8-4937-AB79-E03B9D2B8DED}"/>
    <dgm:cxn modelId="{B7DC6DD1-43A0-4F04-974C-86671984A745}" srcId="{EF0B4591-4132-4224-B5C2-1231BAED3CA4}" destId="{0221CD99-D122-4490-BF85-F9BE844E14EB}" srcOrd="2" destOrd="0" parTransId="{E776CE6E-B517-487D-BF2C-F77254251340}" sibTransId="{B449B53B-3211-4401-BE3D-D8FBC981B224}"/>
    <dgm:cxn modelId="{5D9D9969-B8CB-4067-A40F-DEBEFA1683E0}" type="presOf" srcId="{5AE16071-F7E9-45EA-83B1-F00DF9F83D1D}" destId="{46C8E9B4-E578-4E1A-A51B-C2C9C534DF19}" srcOrd="0" destOrd="0" presId="urn:microsoft.com/office/officeart/2011/layout/TabList"/>
    <dgm:cxn modelId="{DCB5D94C-C8CF-4C2D-A6E9-910EECB203C2}" type="presOf" srcId="{1D9225CD-5A99-450E-97B9-61EED6CC8082}" destId="{FD7D3DD9-F3C5-40D2-831C-7B0FF638AD7B}" srcOrd="0" destOrd="1" presId="urn:microsoft.com/office/officeart/2011/layout/TabList"/>
    <dgm:cxn modelId="{08CC5D1B-BF9B-44D4-8BE1-0124B67FB1B6}" type="presOf" srcId="{EF0B4591-4132-4224-B5C2-1231BAED3CA4}" destId="{E28BEB3C-20D0-4720-921A-CE7C616794FF}" srcOrd="0" destOrd="0" presId="urn:microsoft.com/office/officeart/2011/layout/TabList"/>
    <dgm:cxn modelId="{F4E96EDB-C6CD-4DDD-8E48-C3095FBC46E4}" type="presOf" srcId="{0221CD99-D122-4490-BF85-F9BE844E14EB}" destId="{75B41230-6A42-40F0-AB0E-323849952414}" srcOrd="0" destOrd="1" presId="urn:microsoft.com/office/officeart/2011/layout/TabList"/>
    <dgm:cxn modelId="{B1A5565D-1308-4471-A8DA-5A2912280842}" srcId="{3A2A2DF5-59CD-421C-A363-9C6F2F9E6EB4}" destId="{EF0B4591-4132-4224-B5C2-1231BAED3CA4}" srcOrd="2" destOrd="0" parTransId="{808F0F4B-DF37-4136-9253-871F27CC6F28}" sibTransId="{C2679429-FF5F-44C1-BAB7-560E88925E75}"/>
    <dgm:cxn modelId="{D8B0CFC1-34BC-48F9-8FAE-988E690F2609}" srcId="{7DDF225F-93BD-44F6-881E-2DBB2794A0B3}" destId="{F220F69D-8BC7-46E1-A2FE-20283FE971E1}" srcOrd="0" destOrd="0" parTransId="{B1B4A474-47EC-4C7A-A420-A3DA5AC0AA38}" sibTransId="{57385FD8-2FBA-43B0-B87D-C7C6A8BF01E9}"/>
    <dgm:cxn modelId="{343D6F32-8B30-4F66-8F99-2E3DCB33F521}" type="presOf" srcId="{3A2A2DF5-59CD-421C-A363-9C6F2F9E6EB4}" destId="{0100CD99-E25B-4DA3-8667-06317AABC577}" srcOrd="0" destOrd="0" presId="urn:microsoft.com/office/officeart/2011/layout/TabList"/>
    <dgm:cxn modelId="{97853BA2-D9B9-4A1A-ACDA-902C6835A122}" type="presOf" srcId="{EB1F5FA0-0F13-48A9-A24F-B2319A92EA4F}" destId="{FD7D3DD9-F3C5-40D2-831C-7B0FF638AD7B}" srcOrd="0" destOrd="0" presId="urn:microsoft.com/office/officeart/2011/layout/TabList"/>
    <dgm:cxn modelId="{64B937A0-6269-4C8E-9AC6-A517247A11E4}" type="presParOf" srcId="{0100CD99-E25B-4DA3-8667-06317AABC577}" destId="{FA9A4741-0F1F-4D12-B5E7-5B13AA6F723E}" srcOrd="0" destOrd="0" presId="urn:microsoft.com/office/officeart/2011/layout/TabList"/>
    <dgm:cxn modelId="{1CE0F775-A2D6-4E89-9314-2FD1372BC9D7}" type="presParOf" srcId="{FA9A4741-0F1F-4D12-B5E7-5B13AA6F723E}" destId="{A2A9B85D-7DE2-416D-8259-5A4C42101CDE}" srcOrd="0" destOrd="0" presId="urn:microsoft.com/office/officeart/2011/layout/TabList"/>
    <dgm:cxn modelId="{F99C6074-A7D5-4F2D-8276-022DF20A3C18}" type="presParOf" srcId="{FA9A4741-0F1F-4D12-B5E7-5B13AA6F723E}" destId="{28583718-3C1B-432A-9257-40E32E828062}" srcOrd="1" destOrd="0" presId="urn:microsoft.com/office/officeart/2011/layout/TabList"/>
    <dgm:cxn modelId="{AD1AE91C-B4CB-41F9-AB53-C185938EB7C0}" type="presParOf" srcId="{FA9A4741-0F1F-4D12-B5E7-5B13AA6F723E}" destId="{CC7142BB-17A0-4945-B077-128F5539F2B3}" srcOrd="2" destOrd="0" presId="urn:microsoft.com/office/officeart/2011/layout/TabList"/>
    <dgm:cxn modelId="{5F2AA255-8594-4A62-A906-6FDE0DC02DA1}" type="presParOf" srcId="{0100CD99-E25B-4DA3-8667-06317AABC577}" destId="{AD7710A1-385E-4CC6-8E2A-54AA37B15CFC}" srcOrd="1" destOrd="0" presId="urn:microsoft.com/office/officeart/2011/layout/TabList"/>
    <dgm:cxn modelId="{0F98F0C9-4F66-413A-9FB7-93A0F9131F7E}" type="presParOf" srcId="{0100CD99-E25B-4DA3-8667-06317AABC577}" destId="{3415889C-E11C-4E2A-B229-F6F1861B32D1}" srcOrd="2" destOrd="0" presId="urn:microsoft.com/office/officeart/2011/layout/TabList"/>
    <dgm:cxn modelId="{6FC9B888-819C-490E-880E-611A819A9373}" type="presParOf" srcId="{0100CD99-E25B-4DA3-8667-06317AABC577}" destId="{477DFBD7-F026-4384-8D26-091AC68584BA}" srcOrd="3" destOrd="0" presId="urn:microsoft.com/office/officeart/2011/layout/TabList"/>
    <dgm:cxn modelId="{5ACDE818-E357-4D33-8CF9-3139AA66B5B9}" type="presParOf" srcId="{477DFBD7-F026-4384-8D26-091AC68584BA}" destId="{AE07CAAB-FD33-48E9-B125-2228EA8107A8}" srcOrd="0" destOrd="0" presId="urn:microsoft.com/office/officeart/2011/layout/TabList"/>
    <dgm:cxn modelId="{8DE79856-9A13-43C5-A00F-6EA2F2C81EE2}" type="presParOf" srcId="{477DFBD7-F026-4384-8D26-091AC68584BA}" destId="{D182147C-B7A1-47A9-9566-261DA6352D87}" srcOrd="1" destOrd="0" presId="urn:microsoft.com/office/officeart/2011/layout/TabList"/>
    <dgm:cxn modelId="{3D025BA6-DD4A-4EB1-B888-5F7F3ECE1C80}" type="presParOf" srcId="{477DFBD7-F026-4384-8D26-091AC68584BA}" destId="{FEBFD83E-7E0E-4F84-AF87-5B13956F4872}" srcOrd="2" destOrd="0" presId="urn:microsoft.com/office/officeart/2011/layout/TabList"/>
    <dgm:cxn modelId="{7A42BC11-04C0-4700-AFDA-79F43493AF4F}" type="presParOf" srcId="{0100CD99-E25B-4DA3-8667-06317AABC577}" destId="{FD7D3DD9-F3C5-40D2-831C-7B0FF638AD7B}" srcOrd="4" destOrd="0" presId="urn:microsoft.com/office/officeart/2011/layout/TabList"/>
    <dgm:cxn modelId="{B91CF3A5-DA68-4B08-90A7-61A0D02BF4E5}" type="presParOf" srcId="{0100CD99-E25B-4DA3-8667-06317AABC577}" destId="{1179BCDB-9D9E-47C4-B328-93215F1C03FA}" srcOrd="5" destOrd="0" presId="urn:microsoft.com/office/officeart/2011/layout/TabList"/>
    <dgm:cxn modelId="{3B650283-8B68-494D-8D9B-9BC3DB92A190}" type="presParOf" srcId="{0100CD99-E25B-4DA3-8667-06317AABC577}" destId="{3FA31AFF-3FA0-4607-8E4A-70278AB9E7C6}" srcOrd="6" destOrd="0" presId="urn:microsoft.com/office/officeart/2011/layout/TabList"/>
    <dgm:cxn modelId="{5A7FA746-FC60-4630-8F0D-C50A16478CEC}" type="presParOf" srcId="{3FA31AFF-3FA0-4607-8E4A-70278AB9E7C6}" destId="{EB03B56B-AA31-480A-B2E2-513FB57FBCA9}" srcOrd="0" destOrd="0" presId="urn:microsoft.com/office/officeart/2011/layout/TabList"/>
    <dgm:cxn modelId="{5C23EE57-FA16-4780-9E0D-889E62FB404D}" type="presParOf" srcId="{3FA31AFF-3FA0-4607-8E4A-70278AB9E7C6}" destId="{E28BEB3C-20D0-4720-921A-CE7C616794FF}" srcOrd="1" destOrd="0" presId="urn:microsoft.com/office/officeart/2011/layout/TabList"/>
    <dgm:cxn modelId="{200AEB88-998F-44C5-A643-5E363244318E}" type="presParOf" srcId="{3FA31AFF-3FA0-4607-8E4A-70278AB9E7C6}" destId="{5D765E73-12EC-416F-B294-B236ED757515}" srcOrd="2" destOrd="0" presId="urn:microsoft.com/office/officeart/2011/layout/TabList"/>
    <dgm:cxn modelId="{BCB410F6-7BFA-4A46-96DE-9F6042278A36}" type="presParOf" srcId="{0100CD99-E25B-4DA3-8667-06317AABC577}" destId="{75B41230-6A42-40F0-AB0E-323849952414}" srcOrd="7" destOrd="0" presId="urn:microsoft.com/office/officeart/2011/layout/TabList"/>
    <dgm:cxn modelId="{F5F261D3-31BD-48DF-B21E-2149AA54BBAB}" type="presParOf" srcId="{0100CD99-E25B-4DA3-8667-06317AABC577}" destId="{3976EDF7-38A8-4726-8795-6DA9685A5A44}" srcOrd="8" destOrd="0" presId="urn:microsoft.com/office/officeart/2011/layout/TabList"/>
    <dgm:cxn modelId="{ED889B58-ED7C-496F-99EA-78151F50E83E}" type="presParOf" srcId="{0100CD99-E25B-4DA3-8667-06317AABC577}" destId="{1D21BEBC-9F6D-4493-AC70-61D78AF70D0C}" srcOrd="9" destOrd="0" presId="urn:microsoft.com/office/officeart/2011/layout/TabList"/>
    <dgm:cxn modelId="{85BF27B8-2524-4005-A575-43F958D134FE}" type="presParOf" srcId="{1D21BEBC-9F6D-4493-AC70-61D78AF70D0C}" destId="{7A4BBB6F-7BE2-49DB-8216-8C05C5F178FE}" srcOrd="0" destOrd="0" presId="urn:microsoft.com/office/officeart/2011/layout/TabList"/>
    <dgm:cxn modelId="{34143B51-3725-492E-A672-22B9431380A5}" type="presParOf" srcId="{1D21BEBC-9F6D-4493-AC70-61D78AF70D0C}" destId="{62B3C8F2-02E8-48A2-A030-E968E45099A8}" srcOrd="1" destOrd="0" presId="urn:microsoft.com/office/officeart/2011/layout/TabList"/>
    <dgm:cxn modelId="{A90048D7-4F83-4F83-9D63-EAC64570540E}" type="presParOf" srcId="{1D21BEBC-9F6D-4493-AC70-61D78AF70D0C}" destId="{D64E4932-40BF-4751-B0F9-DE8106DF304C}" srcOrd="2" destOrd="0" presId="urn:microsoft.com/office/officeart/2011/layout/TabList"/>
    <dgm:cxn modelId="{1B2DDD7C-9EE9-4D86-992F-C198F9A25FE6}" type="presParOf" srcId="{0100CD99-E25B-4DA3-8667-06317AABC577}" destId="{46C8E9B4-E578-4E1A-A51B-C2C9C534DF19}" srcOrd="10" destOrd="0" presId="urn:microsoft.com/office/officeart/2011/layout/Tab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E59FC630-14EA-4779-8BDA-4B4B2481D94F}" type="doc">
      <dgm:prSet loTypeId="urn:microsoft.com/office/officeart/2005/8/layout/hList1" loCatId="list" qsTypeId="urn:microsoft.com/office/officeart/2005/8/quickstyle/simple1" qsCatId="simple" csTypeId="urn:microsoft.com/office/officeart/2005/8/colors/colorful2" csCatId="colorful" phldr="1"/>
      <dgm:spPr/>
      <dgm:t>
        <a:bodyPr/>
        <a:lstStyle/>
        <a:p>
          <a:endParaRPr lang="en-IN"/>
        </a:p>
      </dgm:t>
    </dgm:pt>
    <dgm:pt modelId="{B1296B37-598A-412E-BD99-2DEE97E207A4}">
      <dgm:prSet phldrT="[Text]"/>
      <dgm:spPr/>
      <dgm:t>
        <a:bodyPr/>
        <a:lstStyle/>
        <a:p>
          <a:pPr algn="ctr"/>
          <a:r>
            <a:rPr lang="en-IN" b="1" dirty="0">
              <a:solidFill>
                <a:schemeClr val="bg1"/>
              </a:solidFill>
              <a:effectLst>
                <a:outerShdw blurRad="38100" dist="38100" dir="2700000" algn="tl">
                  <a:srgbClr val="000000">
                    <a:alpha val="43137"/>
                  </a:srgbClr>
                </a:outerShdw>
              </a:effectLst>
            </a:rPr>
            <a:t>Common Applications of Biosensors</a:t>
          </a:r>
          <a:endParaRPr lang="en-IN" dirty="0">
            <a:solidFill>
              <a:schemeClr val="bg1"/>
            </a:solidFill>
          </a:endParaRPr>
        </a:p>
      </dgm:t>
    </dgm:pt>
    <dgm:pt modelId="{E3061922-579D-4EA2-B9D6-EF14A0085E20}" type="parTrans" cxnId="{718E5A82-F2C8-4CC5-983E-C7A11680E92F}">
      <dgm:prSet/>
      <dgm:spPr/>
      <dgm:t>
        <a:bodyPr/>
        <a:lstStyle/>
        <a:p>
          <a:pPr algn="just"/>
          <a:endParaRPr lang="en-IN"/>
        </a:p>
      </dgm:t>
    </dgm:pt>
    <dgm:pt modelId="{3A114C3C-95F9-4BEF-961A-C82832289BAC}" type="sibTrans" cxnId="{718E5A82-F2C8-4CC5-983E-C7A11680E92F}">
      <dgm:prSet/>
      <dgm:spPr/>
      <dgm:t>
        <a:bodyPr/>
        <a:lstStyle/>
        <a:p>
          <a:pPr algn="just"/>
          <a:endParaRPr lang="en-IN"/>
        </a:p>
      </dgm:t>
    </dgm:pt>
    <dgm:pt modelId="{26AA5CB4-53CA-456B-8E70-36D626569D8D}">
      <dgm:prSet phldrT="[Text]"/>
      <dgm:spPr/>
      <dgm:t>
        <a:bodyPr/>
        <a:lstStyle/>
        <a:p>
          <a:pPr algn="just"/>
          <a:r>
            <a:rPr lang="en-US" dirty="0"/>
            <a:t>Biosensors are used in the food industry to measure carbohydrates, alcohols and acids, for example, during quality control processes. </a:t>
          </a:r>
          <a:endParaRPr lang="en-IN" dirty="0"/>
        </a:p>
      </dgm:t>
    </dgm:pt>
    <dgm:pt modelId="{233BCE59-3B8E-4429-B95E-86C7DEB920F5}" type="parTrans" cxnId="{1D1A3C16-78CA-43E7-92EB-3DD446475129}">
      <dgm:prSet/>
      <dgm:spPr/>
      <dgm:t>
        <a:bodyPr/>
        <a:lstStyle/>
        <a:p>
          <a:pPr algn="just"/>
          <a:endParaRPr lang="en-IN"/>
        </a:p>
      </dgm:t>
    </dgm:pt>
    <dgm:pt modelId="{02FFF602-F20A-4BF8-80BB-897D5E77DB4B}" type="sibTrans" cxnId="{1D1A3C16-78CA-43E7-92EB-3DD446475129}">
      <dgm:prSet/>
      <dgm:spPr/>
      <dgm:t>
        <a:bodyPr/>
        <a:lstStyle/>
        <a:p>
          <a:pPr algn="just"/>
          <a:endParaRPr lang="en-IN"/>
        </a:p>
      </dgm:t>
    </dgm:pt>
    <dgm:pt modelId="{98A102E8-6851-4F5A-BCB4-06AAF0EE438A}">
      <dgm:prSet/>
      <dgm:spPr/>
      <dgm:t>
        <a:bodyPr/>
        <a:lstStyle/>
        <a:p>
          <a:pPr algn="just"/>
          <a:r>
            <a:rPr lang="en-US"/>
            <a:t>The devices may also be used to check fermentation during the production of beer, yoghurt and soft drinks. </a:t>
          </a:r>
          <a:endParaRPr lang="en-US" dirty="0"/>
        </a:p>
      </dgm:t>
    </dgm:pt>
    <dgm:pt modelId="{740ED0FE-84A0-4713-B2CE-0BAD2D829E0A}" type="parTrans" cxnId="{1CCD09E6-1D9C-471E-9D75-E49165D9D8AA}">
      <dgm:prSet/>
      <dgm:spPr/>
      <dgm:t>
        <a:bodyPr/>
        <a:lstStyle/>
        <a:p>
          <a:pPr algn="just"/>
          <a:endParaRPr lang="en-IN"/>
        </a:p>
      </dgm:t>
    </dgm:pt>
    <dgm:pt modelId="{A70A1CCA-360C-4856-BDE3-99C4D7CFDBDB}" type="sibTrans" cxnId="{1CCD09E6-1D9C-471E-9D75-E49165D9D8AA}">
      <dgm:prSet/>
      <dgm:spPr/>
      <dgm:t>
        <a:bodyPr/>
        <a:lstStyle/>
        <a:p>
          <a:pPr algn="just"/>
          <a:endParaRPr lang="en-IN"/>
        </a:p>
      </dgm:t>
    </dgm:pt>
    <dgm:pt modelId="{28FEC0F0-17D3-4133-97AC-775BDFB3A8C5}">
      <dgm:prSet/>
      <dgm:spPr/>
      <dgm:t>
        <a:bodyPr/>
        <a:lstStyle/>
        <a:p>
          <a:pPr algn="just"/>
          <a:r>
            <a:rPr lang="en-US"/>
            <a:t>Another important application is their use in detecting pathogens in fresh meat, poultry or fish.</a:t>
          </a:r>
          <a:endParaRPr lang="en-US" dirty="0"/>
        </a:p>
      </dgm:t>
    </dgm:pt>
    <dgm:pt modelId="{17840F4E-5F5B-4AB3-8E6A-9BDFAD23B82F}" type="parTrans" cxnId="{C92AE3D2-D2FC-4129-A382-18B0912EE1DA}">
      <dgm:prSet/>
      <dgm:spPr/>
      <dgm:t>
        <a:bodyPr/>
        <a:lstStyle/>
        <a:p>
          <a:pPr algn="just"/>
          <a:endParaRPr lang="en-IN"/>
        </a:p>
      </dgm:t>
    </dgm:pt>
    <dgm:pt modelId="{BB1F1B51-0F2D-4DF5-96D7-44282BA89F27}" type="sibTrans" cxnId="{C92AE3D2-D2FC-4129-A382-18B0912EE1DA}">
      <dgm:prSet/>
      <dgm:spPr/>
      <dgm:t>
        <a:bodyPr/>
        <a:lstStyle/>
        <a:p>
          <a:pPr algn="just"/>
          <a:endParaRPr lang="en-IN"/>
        </a:p>
      </dgm:t>
    </dgm:pt>
    <dgm:pt modelId="{561FB4D7-F4C4-4E00-B747-0409B8A226F9}">
      <dgm:prSet/>
      <dgm:spPr/>
      <dgm:t>
        <a:bodyPr/>
        <a:lstStyle/>
        <a:p>
          <a:pPr algn="just"/>
          <a:r>
            <a:rPr lang="en-US"/>
            <a:t>Biosensors are used to check the quality of air and water. </a:t>
          </a:r>
          <a:endParaRPr lang="en-US" dirty="0"/>
        </a:p>
      </dgm:t>
    </dgm:pt>
    <dgm:pt modelId="{BFE4031C-5818-4624-98BB-3822481074AF}" type="parTrans" cxnId="{B5EF8382-2EC5-41DF-A623-9262BA2920C7}">
      <dgm:prSet/>
      <dgm:spPr/>
      <dgm:t>
        <a:bodyPr/>
        <a:lstStyle/>
        <a:p>
          <a:pPr algn="just"/>
          <a:endParaRPr lang="en-IN"/>
        </a:p>
      </dgm:t>
    </dgm:pt>
    <dgm:pt modelId="{8EEA6D91-EE01-422C-9EB7-5D29FB61A828}" type="sibTrans" cxnId="{B5EF8382-2EC5-41DF-A623-9262BA2920C7}">
      <dgm:prSet/>
      <dgm:spPr/>
      <dgm:t>
        <a:bodyPr/>
        <a:lstStyle/>
        <a:p>
          <a:pPr algn="just"/>
          <a:endParaRPr lang="en-IN"/>
        </a:p>
      </dgm:t>
    </dgm:pt>
    <dgm:pt modelId="{F6FF3A1D-2D49-4AAA-AE46-D54E6DF88F6A}">
      <dgm:prSet/>
      <dgm:spPr/>
      <dgm:t>
        <a:bodyPr/>
        <a:lstStyle/>
        <a:p>
          <a:pPr algn="just"/>
          <a:r>
            <a:rPr lang="en-US" dirty="0"/>
            <a:t>The devices can be used to pick up traces of organophosphates from pesticides or to check the toxicity levels of wastewater</a:t>
          </a:r>
        </a:p>
      </dgm:t>
    </dgm:pt>
    <dgm:pt modelId="{43288919-6F84-42C3-88E9-E3CB12334DA6}" type="parTrans" cxnId="{0E41E5B1-8E45-448D-9CCA-DF7C3C05781A}">
      <dgm:prSet/>
      <dgm:spPr/>
      <dgm:t>
        <a:bodyPr/>
        <a:lstStyle/>
        <a:p>
          <a:pPr algn="just"/>
          <a:endParaRPr lang="en-IN"/>
        </a:p>
      </dgm:t>
    </dgm:pt>
    <dgm:pt modelId="{6AC01412-1E6E-47AE-B8CC-C1092C33AE5E}" type="sibTrans" cxnId="{0E41E5B1-8E45-448D-9CCA-DF7C3C05781A}">
      <dgm:prSet/>
      <dgm:spPr/>
      <dgm:t>
        <a:bodyPr/>
        <a:lstStyle/>
        <a:p>
          <a:pPr algn="just"/>
          <a:endParaRPr lang="en-IN"/>
        </a:p>
      </dgm:t>
    </dgm:pt>
    <dgm:pt modelId="{7D77DCC1-3958-453F-8D79-0465BB24EAC7}" type="pres">
      <dgm:prSet presAssocID="{E59FC630-14EA-4779-8BDA-4B4B2481D94F}" presName="Name0" presStyleCnt="0">
        <dgm:presLayoutVars>
          <dgm:dir/>
          <dgm:animLvl val="lvl"/>
          <dgm:resizeHandles val="exact"/>
        </dgm:presLayoutVars>
      </dgm:prSet>
      <dgm:spPr/>
      <dgm:t>
        <a:bodyPr/>
        <a:lstStyle/>
        <a:p>
          <a:endParaRPr lang="en-IN"/>
        </a:p>
      </dgm:t>
    </dgm:pt>
    <dgm:pt modelId="{CEA3EAEE-BC37-4F3A-BF7D-144DD749D349}" type="pres">
      <dgm:prSet presAssocID="{B1296B37-598A-412E-BD99-2DEE97E207A4}" presName="composite" presStyleCnt="0"/>
      <dgm:spPr/>
    </dgm:pt>
    <dgm:pt modelId="{2BCB2BBA-A0DF-4EC4-81C3-1168722FEE49}" type="pres">
      <dgm:prSet presAssocID="{B1296B37-598A-412E-BD99-2DEE97E207A4}" presName="parTx" presStyleLbl="alignNode1" presStyleIdx="0" presStyleCnt="1">
        <dgm:presLayoutVars>
          <dgm:chMax val="0"/>
          <dgm:chPref val="0"/>
          <dgm:bulletEnabled val="1"/>
        </dgm:presLayoutVars>
      </dgm:prSet>
      <dgm:spPr/>
      <dgm:t>
        <a:bodyPr/>
        <a:lstStyle/>
        <a:p>
          <a:endParaRPr lang="en-IN"/>
        </a:p>
      </dgm:t>
    </dgm:pt>
    <dgm:pt modelId="{3060D8F7-050F-4184-AF74-5C5C73025028}" type="pres">
      <dgm:prSet presAssocID="{B1296B37-598A-412E-BD99-2DEE97E207A4}" presName="desTx" presStyleLbl="alignAccFollowNode1" presStyleIdx="0" presStyleCnt="1">
        <dgm:presLayoutVars>
          <dgm:bulletEnabled val="1"/>
        </dgm:presLayoutVars>
      </dgm:prSet>
      <dgm:spPr/>
      <dgm:t>
        <a:bodyPr/>
        <a:lstStyle/>
        <a:p>
          <a:endParaRPr lang="en-IN"/>
        </a:p>
      </dgm:t>
    </dgm:pt>
  </dgm:ptLst>
  <dgm:cxnLst>
    <dgm:cxn modelId="{B8046BEB-BEAC-4249-9EB4-5889AB6491A3}" type="presOf" srcId="{561FB4D7-F4C4-4E00-B747-0409B8A226F9}" destId="{3060D8F7-050F-4184-AF74-5C5C73025028}" srcOrd="0" destOrd="3" presId="urn:microsoft.com/office/officeart/2005/8/layout/hList1"/>
    <dgm:cxn modelId="{326FF9C6-86DC-4746-9E17-637EB56221EC}" type="presOf" srcId="{E59FC630-14EA-4779-8BDA-4B4B2481D94F}" destId="{7D77DCC1-3958-453F-8D79-0465BB24EAC7}" srcOrd="0" destOrd="0" presId="urn:microsoft.com/office/officeart/2005/8/layout/hList1"/>
    <dgm:cxn modelId="{B4A69DCB-B519-4893-AC5D-4643DC271E75}" type="presOf" srcId="{26AA5CB4-53CA-456B-8E70-36D626569D8D}" destId="{3060D8F7-050F-4184-AF74-5C5C73025028}" srcOrd="0" destOrd="0" presId="urn:microsoft.com/office/officeart/2005/8/layout/hList1"/>
    <dgm:cxn modelId="{C6E4BCBF-6E01-44FE-A4F8-E1B4F2C345D2}" type="presOf" srcId="{28FEC0F0-17D3-4133-97AC-775BDFB3A8C5}" destId="{3060D8F7-050F-4184-AF74-5C5C73025028}" srcOrd="0" destOrd="2" presId="urn:microsoft.com/office/officeart/2005/8/layout/hList1"/>
    <dgm:cxn modelId="{0E41E5B1-8E45-448D-9CCA-DF7C3C05781A}" srcId="{B1296B37-598A-412E-BD99-2DEE97E207A4}" destId="{F6FF3A1D-2D49-4AAA-AE46-D54E6DF88F6A}" srcOrd="4" destOrd="0" parTransId="{43288919-6F84-42C3-88E9-E3CB12334DA6}" sibTransId="{6AC01412-1E6E-47AE-B8CC-C1092C33AE5E}"/>
    <dgm:cxn modelId="{718E5A82-F2C8-4CC5-983E-C7A11680E92F}" srcId="{E59FC630-14EA-4779-8BDA-4B4B2481D94F}" destId="{B1296B37-598A-412E-BD99-2DEE97E207A4}" srcOrd="0" destOrd="0" parTransId="{E3061922-579D-4EA2-B9D6-EF14A0085E20}" sibTransId="{3A114C3C-95F9-4BEF-961A-C82832289BAC}"/>
    <dgm:cxn modelId="{1CCD09E6-1D9C-471E-9D75-E49165D9D8AA}" srcId="{B1296B37-598A-412E-BD99-2DEE97E207A4}" destId="{98A102E8-6851-4F5A-BCB4-06AAF0EE438A}" srcOrd="1" destOrd="0" parTransId="{740ED0FE-84A0-4713-B2CE-0BAD2D829E0A}" sibTransId="{A70A1CCA-360C-4856-BDE3-99C4D7CFDBDB}"/>
    <dgm:cxn modelId="{A022104E-3E4A-4780-89FD-C4B316F228A2}" type="presOf" srcId="{98A102E8-6851-4F5A-BCB4-06AAF0EE438A}" destId="{3060D8F7-050F-4184-AF74-5C5C73025028}" srcOrd="0" destOrd="1" presId="urn:microsoft.com/office/officeart/2005/8/layout/hList1"/>
    <dgm:cxn modelId="{6C5582D3-DDCD-4DB7-932D-0B3E85EA0952}" type="presOf" srcId="{B1296B37-598A-412E-BD99-2DEE97E207A4}" destId="{2BCB2BBA-A0DF-4EC4-81C3-1168722FEE49}" srcOrd="0" destOrd="0" presId="urn:microsoft.com/office/officeart/2005/8/layout/hList1"/>
    <dgm:cxn modelId="{B5EF8382-2EC5-41DF-A623-9262BA2920C7}" srcId="{B1296B37-598A-412E-BD99-2DEE97E207A4}" destId="{561FB4D7-F4C4-4E00-B747-0409B8A226F9}" srcOrd="3" destOrd="0" parTransId="{BFE4031C-5818-4624-98BB-3822481074AF}" sibTransId="{8EEA6D91-EE01-422C-9EB7-5D29FB61A828}"/>
    <dgm:cxn modelId="{1D1A3C16-78CA-43E7-92EB-3DD446475129}" srcId="{B1296B37-598A-412E-BD99-2DEE97E207A4}" destId="{26AA5CB4-53CA-456B-8E70-36D626569D8D}" srcOrd="0" destOrd="0" parTransId="{233BCE59-3B8E-4429-B95E-86C7DEB920F5}" sibTransId="{02FFF602-F20A-4BF8-80BB-897D5E77DB4B}"/>
    <dgm:cxn modelId="{C92AE3D2-D2FC-4129-A382-18B0912EE1DA}" srcId="{B1296B37-598A-412E-BD99-2DEE97E207A4}" destId="{28FEC0F0-17D3-4133-97AC-775BDFB3A8C5}" srcOrd="2" destOrd="0" parTransId="{17840F4E-5F5B-4AB3-8E6A-9BDFAD23B82F}" sibTransId="{BB1F1B51-0F2D-4DF5-96D7-44282BA89F27}"/>
    <dgm:cxn modelId="{4CD96F11-5A83-46DC-9B98-BCF68B47E334}" type="presOf" srcId="{F6FF3A1D-2D49-4AAA-AE46-D54E6DF88F6A}" destId="{3060D8F7-050F-4184-AF74-5C5C73025028}" srcOrd="0" destOrd="4" presId="urn:microsoft.com/office/officeart/2005/8/layout/hList1"/>
    <dgm:cxn modelId="{8F62009C-E88A-4E0F-B30D-1BD14302BEF2}" type="presParOf" srcId="{7D77DCC1-3958-453F-8D79-0465BB24EAC7}" destId="{CEA3EAEE-BC37-4F3A-BF7D-144DD749D349}" srcOrd="0" destOrd="0" presId="urn:microsoft.com/office/officeart/2005/8/layout/hList1"/>
    <dgm:cxn modelId="{245055F1-0E63-448F-8DA7-79044E380CBC}" type="presParOf" srcId="{CEA3EAEE-BC37-4F3A-BF7D-144DD749D349}" destId="{2BCB2BBA-A0DF-4EC4-81C3-1168722FEE49}" srcOrd="0" destOrd="0" presId="urn:microsoft.com/office/officeart/2005/8/layout/hList1"/>
    <dgm:cxn modelId="{3E50DDF7-8AFD-4179-A238-1D3D5B400938}" type="presParOf" srcId="{CEA3EAEE-BC37-4F3A-BF7D-144DD749D349}" destId="{3060D8F7-050F-4184-AF74-5C5C73025028}"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6781F38A-7F78-4DC4-A940-38B0D40076C7}" type="doc">
      <dgm:prSet loTypeId="urn:microsoft.com/office/officeart/2005/8/layout/hList1" loCatId="list" qsTypeId="urn:microsoft.com/office/officeart/2005/8/quickstyle/simple1" qsCatId="simple" csTypeId="urn:microsoft.com/office/officeart/2005/8/colors/colorful2" csCatId="colorful" phldr="1"/>
      <dgm:spPr/>
      <dgm:t>
        <a:bodyPr/>
        <a:lstStyle/>
        <a:p>
          <a:endParaRPr lang="en-IN"/>
        </a:p>
      </dgm:t>
    </dgm:pt>
    <dgm:pt modelId="{A5B8DACA-50A3-409A-8E35-400DBF66BED6}">
      <dgm:prSet phldrT="[Text]" custT="1"/>
      <dgm:spPr/>
      <dgm:t>
        <a:bodyPr/>
        <a:lstStyle/>
        <a:p>
          <a:pPr algn="ctr"/>
          <a:r>
            <a:rPr lang="en-IN" sz="4000" b="1" dirty="0">
              <a:solidFill>
                <a:schemeClr val="bg1"/>
              </a:solidFill>
              <a:effectLst>
                <a:outerShdw blurRad="38100" dist="38100" dir="2700000" algn="tl">
                  <a:srgbClr val="000000">
                    <a:alpha val="43137"/>
                  </a:srgbClr>
                </a:outerShdw>
              </a:effectLst>
            </a:rPr>
            <a:t>Conclusion</a:t>
          </a:r>
          <a:endParaRPr lang="en-IN" sz="4000" dirty="0">
            <a:solidFill>
              <a:schemeClr val="bg1"/>
            </a:solidFill>
          </a:endParaRPr>
        </a:p>
      </dgm:t>
    </dgm:pt>
    <dgm:pt modelId="{F6E18FDF-1821-4411-B486-5D953E2B6C66}" type="parTrans" cxnId="{96E4FA06-D542-4295-855C-9E5F2A84F553}">
      <dgm:prSet/>
      <dgm:spPr/>
      <dgm:t>
        <a:bodyPr/>
        <a:lstStyle/>
        <a:p>
          <a:pPr algn="just"/>
          <a:endParaRPr lang="en-IN"/>
        </a:p>
      </dgm:t>
    </dgm:pt>
    <dgm:pt modelId="{02B06261-1218-4BFE-BD86-77709A7A2B61}" type="sibTrans" cxnId="{96E4FA06-D542-4295-855C-9E5F2A84F553}">
      <dgm:prSet/>
      <dgm:spPr/>
      <dgm:t>
        <a:bodyPr/>
        <a:lstStyle/>
        <a:p>
          <a:pPr algn="just"/>
          <a:endParaRPr lang="en-IN"/>
        </a:p>
      </dgm:t>
    </dgm:pt>
    <dgm:pt modelId="{DA2A18E7-55C2-44CB-89E3-FACFEC269536}">
      <dgm:prSet/>
      <dgm:spPr/>
      <dgm:t>
        <a:bodyPr/>
        <a:lstStyle/>
        <a:p>
          <a:pPr algn="just"/>
          <a:r>
            <a:rPr lang="en-US" b="0" i="0" u="none" strike="noStrike" dirty="0">
              <a:solidFill>
                <a:srgbClr val="000000"/>
              </a:solidFill>
              <a:effectLst/>
            </a:rPr>
            <a:t>These instruments have a wide range of applications ranging from clinical through to environmental and agricultural. The devices are also used in the food industry. </a:t>
          </a:r>
        </a:p>
      </dgm:t>
    </dgm:pt>
    <dgm:pt modelId="{DC94E838-5133-4F10-8146-416531730A8C}" type="parTrans" cxnId="{B30C6929-9B6E-439D-AD7F-69DE1C97275C}">
      <dgm:prSet/>
      <dgm:spPr/>
      <dgm:t>
        <a:bodyPr/>
        <a:lstStyle/>
        <a:p>
          <a:pPr algn="just"/>
          <a:endParaRPr lang="en-IN"/>
        </a:p>
      </dgm:t>
    </dgm:pt>
    <dgm:pt modelId="{E8D7CF53-82C4-493B-9B05-1CD792147DF2}" type="sibTrans" cxnId="{B30C6929-9B6E-439D-AD7F-69DE1C97275C}">
      <dgm:prSet/>
      <dgm:spPr/>
      <dgm:t>
        <a:bodyPr/>
        <a:lstStyle/>
        <a:p>
          <a:pPr algn="just"/>
          <a:endParaRPr lang="en-IN"/>
        </a:p>
      </dgm:t>
    </dgm:pt>
    <dgm:pt modelId="{0F14D0AE-E209-4B48-BC42-89D20EFA992C}">
      <dgm:prSet/>
      <dgm:spPr/>
      <dgm:t>
        <a:bodyPr/>
        <a:lstStyle/>
        <a:p>
          <a:pPr algn="just"/>
          <a:r>
            <a:rPr lang="en-US" b="1" i="0" u="none" strike="noStrike" dirty="0">
              <a:solidFill>
                <a:srgbClr val="000000"/>
              </a:solidFill>
              <a:effectLst/>
            </a:rPr>
            <a:t>Biosensors can provide cost-effective, easy-to-use, sensitive and highly accurate detection devices in a variety of research and commercial applications.</a:t>
          </a:r>
          <a:endParaRPr lang="en-IN" b="1" dirty="0"/>
        </a:p>
      </dgm:t>
    </dgm:pt>
    <dgm:pt modelId="{AF89ADCF-A52F-46FD-B81B-B417053AD8E2}" type="parTrans" cxnId="{33EACE07-82AB-4589-A7F1-3D727A516CF1}">
      <dgm:prSet/>
      <dgm:spPr/>
      <dgm:t>
        <a:bodyPr/>
        <a:lstStyle/>
        <a:p>
          <a:pPr algn="just"/>
          <a:endParaRPr lang="en-IN"/>
        </a:p>
      </dgm:t>
    </dgm:pt>
    <dgm:pt modelId="{5C6DB8C6-1D91-4CA2-94E4-F7950EDF38F4}" type="sibTrans" cxnId="{33EACE07-82AB-4589-A7F1-3D727A516CF1}">
      <dgm:prSet/>
      <dgm:spPr/>
      <dgm:t>
        <a:bodyPr/>
        <a:lstStyle/>
        <a:p>
          <a:pPr algn="just"/>
          <a:endParaRPr lang="en-IN"/>
        </a:p>
      </dgm:t>
    </dgm:pt>
    <dgm:pt modelId="{7AB2EE64-75B7-4DD9-A059-40474D61B994}">
      <dgm:prSet phldrT="[Text]"/>
      <dgm:spPr/>
      <dgm:t>
        <a:bodyPr/>
        <a:lstStyle/>
        <a:p>
          <a:pPr algn="just"/>
          <a:r>
            <a:rPr lang="en-US" dirty="0"/>
            <a:t>A </a:t>
          </a:r>
          <a:r>
            <a:rPr lang="en-US" b="1" dirty="0"/>
            <a:t>biosensor</a:t>
          </a:r>
          <a:r>
            <a:rPr lang="en-US" dirty="0"/>
            <a:t> is universally defined as “a self-contained analytical device that combines a biological component with a physicochemical device for the detection of an analyte of biological importance”.</a:t>
          </a:r>
          <a:endParaRPr lang="en-IN" dirty="0"/>
        </a:p>
      </dgm:t>
    </dgm:pt>
    <dgm:pt modelId="{0F291E22-9634-48AB-84CC-5093C8B498DE}" type="parTrans" cxnId="{9DF22E47-C799-42E7-875E-209BB5CDA2A7}">
      <dgm:prSet/>
      <dgm:spPr/>
      <dgm:t>
        <a:bodyPr/>
        <a:lstStyle/>
        <a:p>
          <a:endParaRPr lang="en-IN"/>
        </a:p>
      </dgm:t>
    </dgm:pt>
    <dgm:pt modelId="{652451B2-B30F-4127-9FBA-0C14ED102413}" type="sibTrans" cxnId="{9DF22E47-C799-42E7-875E-209BB5CDA2A7}">
      <dgm:prSet/>
      <dgm:spPr/>
      <dgm:t>
        <a:bodyPr/>
        <a:lstStyle/>
        <a:p>
          <a:endParaRPr lang="en-IN"/>
        </a:p>
      </dgm:t>
    </dgm:pt>
    <dgm:pt modelId="{98C58D15-F598-40E3-9BD7-B126424B3C34}">
      <dgm:prSet/>
      <dgm:spPr/>
      <dgm:t>
        <a:bodyPr/>
        <a:lstStyle/>
        <a:p>
          <a:pPr algn="just"/>
          <a:r>
            <a:rPr lang="en-US" dirty="0"/>
            <a:t>It consists of a biological recognition element which is able to specifically interact with a target molecule and a transducer able to convert this interaction into a measurable signal.</a:t>
          </a:r>
        </a:p>
      </dgm:t>
    </dgm:pt>
    <dgm:pt modelId="{886F9FE7-2B74-44F4-B36A-D0D7104BDE1A}" type="parTrans" cxnId="{AD92DEE7-9D4D-4870-A47C-F166D0053B25}">
      <dgm:prSet/>
      <dgm:spPr/>
      <dgm:t>
        <a:bodyPr/>
        <a:lstStyle/>
        <a:p>
          <a:endParaRPr lang="en-IN"/>
        </a:p>
      </dgm:t>
    </dgm:pt>
    <dgm:pt modelId="{F135CB5A-0EB0-4006-835D-BA52BF3A2561}" type="sibTrans" cxnId="{AD92DEE7-9D4D-4870-A47C-F166D0053B25}">
      <dgm:prSet/>
      <dgm:spPr/>
      <dgm:t>
        <a:bodyPr/>
        <a:lstStyle/>
        <a:p>
          <a:endParaRPr lang="en-IN"/>
        </a:p>
      </dgm:t>
    </dgm:pt>
    <dgm:pt modelId="{B2980D3D-99EF-4367-931F-63D5F7AFB632}" type="pres">
      <dgm:prSet presAssocID="{6781F38A-7F78-4DC4-A940-38B0D40076C7}" presName="Name0" presStyleCnt="0">
        <dgm:presLayoutVars>
          <dgm:dir/>
          <dgm:animLvl val="lvl"/>
          <dgm:resizeHandles val="exact"/>
        </dgm:presLayoutVars>
      </dgm:prSet>
      <dgm:spPr/>
      <dgm:t>
        <a:bodyPr/>
        <a:lstStyle/>
        <a:p>
          <a:endParaRPr lang="en-IN"/>
        </a:p>
      </dgm:t>
    </dgm:pt>
    <dgm:pt modelId="{DAF5B81D-1F22-4D6A-B796-CBDD92DB8692}" type="pres">
      <dgm:prSet presAssocID="{A5B8DACA-50A3-409A-8E35-400DBF66BED6}" presName="composite" presStyleCnt="0"/>
      <dgm:spPr/>
    </dgm:pt>
    <dgm:pt modelId="{BD91E050-0014-4CA7-80BB-429A18CF25C9}" type="pres">
      <dgm:prSet presAssocID="{A5B8DACA-50A3-409A-8E35-400DBF66BED6}" presName="parTx" presStyleLbl="alignNode1" presStyleIdx="0" presStyleCnt="1">
        <dgm:presLayoutVars>
          <dgm:chMax val="0"/>
          <dgm:chPref val="0"/>
          <dgm:bulletEnabled val="1"/>
        </dgm:presLayoutVars>
      </dgm:prSet>
      <dgm:spPr/>
      <dgm:t>
        <a:bodyPr/>
        <a:lstStyle/>
        <a:p>
          <a:endParaRPr lang="en-IN"/>
        </a:p>
      </dgm:t>
    </dgm:pt>
    <dgm:pt modelId="{4CB7D5C0-7C69-435C-BF1E-A41FCC0E7EBA}" type="pres">
      <dgm:prSet presAssocID="{A5B8DACA-50A3-409A-8E35-400DBF66BED6}" presName="desTx" presStyleLbl="alignAccFollowNode1" presStyleIdx="0" presStyleCnt="1">
        <dgm:presLayoutVars>
          <dgm:bulletEnabled val="1"/>
        </dgm:presLayoutVars>
      </dgm:prSet>
      <dgm:spPr/>
      <dgm:t>
        <a:bodyPr/>
        <a:lstStyle/>
        <a:p>
          <a:endParaRPr lang="en-IN"/>
        </a:p>
      </dgm:t>
    </dgm:pt>
  </dgm:ptLst>
  <dgm:cxnLst>
    <dgm:cxn modelId="{96E4FA06-D542-4295-855C-9E5F2A84F553}" srcId="{6781F38A-7F78-4DC4-A940-38B0D40076C7}" destId="{A5B8DACA-50A3-409A-8E35-400DBF66BED6}" srcOrd="0" destOrd="0" parTransId="{F6E18FDF-1821-4411-B486-5D953E2B6C66}" sibTransId="{02B06261-1218-4BFE-BD86-77709A7A2B61}"/>
    <dgm:cxn modelId="{B30C6929-9B6E-439D-AD7F-69DE1C97275C}" srcId="{A5B8DACA-50A3-409A-8E35-400DBF66BED6}" destId="{DA2A18E7-55C2-44CB-89E3-FACFEC269536}" srcOrd="2" destOrd="0" parTransId="{DC94E838-5133-4F10-8146-416531730A8C}" sibTransId="{E8D7CF53-82C4-493B-9B05-1CD792147DF2}"/>
    <dgm:cxn modelId="{EFE3B4A4-B1D1-405E-8AFF-185B7B9DDEBF}" type="presOf" srcId="{7AB2EE64-75B7-4DD9-A059-40474D61B994}" destId="{4CB7D5C0-7C69-435C-BF1E-A41FCC0E7EBA}" srcOrd="0" destOrd="0" presId="urn:microsoft.com/office/officeart/2005/8/layout/hList1"/>
    <dgm:cxn modelId="{1422139E-330E-4239-8DA1-74FB8AC1F488}" type="presOf" srcId="{6781F38A-7F78-4DC4-A940-38B0D40076C7}" destId="{B2980D3D-99EF-4367-931F-63D5F7AFB632}" srcOrd="0" destOrd="0" presId="urn:microsoft.com/office/officeart/2005/8/layout/hList1"/>
    <dgm:cxn modelId="{474A9B5E-FF9C-40CE-85CA-C72F98029993}" type="presOf" srcId="{98C58D15-F598-40E3-9BD7-B126424B3C34}" destId="{4CB7D5C0-7C69-435C-BF1E-A41FCC0E7EBA}" srcOrd="0" destOrd="1" presId="urn:microsoft.com/office/officeart/2005/8/layout/hList1"/>
    <dgm:cxn modelId="{9DF22E47-C799-42E7-875E-209BB5CDA2A7}" srcId="{A5B8DACA-50A3-409A-8E35-400DBF66BED6}" destId="{7AB2EE64-75B7-4DD9-A059-40474D61B994}" srcOrd="0" destOrd="0" parTransId="{0F291E22-9634-48AB-84CC-5093C8B498DE}" sibTransId="{652451B2-B30F-4127-9FBA-0C14ED102413}"/>
    <dgm:cxn modelId="{8EA495FF-CFBA-48D9-9C56-FFDA32D2039C}" type="presOf" srcId="{DA2A18E7-55C2-44CB-89E3-FACFEC269536}" destId="{4CB7D5C0-7C69-435C-BF1E-A41FCC0E7EBA}" srcOrd="0" destOrd="2" presId="urn:microsoft.com/office/officeart/2005/8/layout/hList1"/>
    <dgm:cxn modelId="{7744B2BD-5A2E-4636-A5DB-BEDD60E5893D}" type="presOf" srcId="{0F14D0AE-E209-4B48-BC42-89D20EFA992C}" destId="{4CB7D5C0-7C69-435C-BF1E-A41FCC0E7EBA}" srcOrd="0" destOrd="3" presId="urn:microsoft.com/office/officeart/2005/8/layout/hList1"/>
    <dgm:cxn modelId="{33EACE07-82AB-4589-A7F1-3D727A516CF1}" srcId="{A5B8DACA-50A3-409A-8E35-400DBF66BED6}" destId="{0F14D0AE-E209-4B48-BC42-89D20EFA992C}" srcOrd="3" destOrd="0" parTransId="{AF89ADCF-A52F-46FD-B81B-B417053AD8E2}" sibTransId="{5C6DB8C6-1D91-4CA2-94E4-F7950EDF38F4}"/>
    <dgm:cxn modelId="{1F09F1B4-1716-42EE-B632-6E21D86FD982}" type="presOf" srcId="{A5B8DACA-50A3-409A-8E35-400DBF66BED6}" destId="{BD91E050-0014-4CA7-80BB-429A18CF25C9}" srcOrd="0" destOrd="0" presId="urn:microsoft.com/office/officeart/2005/8/layout/hList1"/>
    <dgm:cxn modelId="{AD92DEE7-9D4D-4870-A47C-F166D0053B25}" srcId="{A5B8DACA-50A3-409A-8E35-400DBF66BED6}" destId="{98C58D15-F598-40E3-9BD7-B126424B3C34}" srcOrd="1" destOrd="0" parTransId="{886F9FE7-2B74-44F4-B36A-D0D7104BDE1A}" sibTransId="{F135CB5A-0EB0-4006-835D-BA52BF3A2561}"/>
    <dgm:cxn modelId="{3CC875B5-1CCE-4359-816F-85D2C9D9CA7C}" type="presParOf" srcId="{B2980D3D-99EF-4367-931F-63D5F7AFB632}" destId="{DAF5B81D-1F22-4D6A-B796-CBDD92DB8692}" srcOrd="0" destOrd="0" presId="urn:microsoft.com/office/officeart/2005/8/layout/hList1"/>
    <dgm:cxn modelId="{FB611D81-76EE-4863-AC29-8BBCC978CFC9}" type="presParOf" srcId="{DAF5B81D-1F22-4D6A-B796-CBDD92DB8692}" destId="{BD91E050-0014-4CA7-80BB-429A18CF25C9}" srcOrd="0" destOrd="0" presId="urn:microsoft.com/office/officeart/2005/8/layout/hList1"/>
    <dgm:cxn modelId="{5D4034F8-CB42-4A9C-8ACE-D00217A1E460}" type="presParOf" srcId="{DAF5B81D-1F22-4D6A-B796-CBDD92DB8692}" destId="{4CB7D5C0-7C69-435C-BF1E-A41FCC0E7EBA}"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7DE248B-BF12-40FF-990D-571A84B803AF}">
      <dsp:nvSpPr>
        <dsp:cNvPr id="0" name=""/>
        <dsp:cNvSpPr/>
      </dsp:nvSpPr>
      <dsp:spPr>
        <a:xfrm>
          <a:off x="0" y="393911"/>
          <a:ext cx="10769600" cy="1732500"/>
        </a:xfrm>
        <a:prstGeom prst="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35841" tIns="520700" rIns="835841" bIns="177800" numCol="1" spcCol="1270" anchor="t" anchorCtr="0">
          <a:noAutofit/>
        </a:bodyPr>
        <a:lstStyle/>
        <a:p>
          <a:pPr marL="228600" lvl="1" indent="-228600" algn="just" defTabSz="1111250">
            <a:lnSpc>
              <a:spcPct val="90000"/>
            </a:lnSpc>
            <a:spcBef>
              <a:spcPct val="0"/>
            </a:spcBef>
            <a:spcAft>
              <a:spcPct val="15000"/>
            </a:spcAft>
            <a:buChar char="••"/>
          </a:pPr>
          <a:r>
            <a:rPr lang="en-US" sz="2500" kern="1200" dirty="0"/>
            <a:t>A sensor is a converter that measures a physical quantity and converts it into a signal which can be read by an observer or by an instrument.</a:t>
          </a:r>
          <a:endParaRPr lang="en-IN" sz="2500" kern="1200" dirty="0"/>
        </a:p>
      </dsp:txBody>
      <dsp:txXfrm>
        <a:off x="0" y="393911"/>
        <a:ext cx="10769600" cy="1732500"/>
      </dsp:txXfrm>
    </dsp:sp>
    <dsp:sp modelId="{1E11EB4B-078D-4469-80AC-987205EB5AD7}">
      <dsp:nvSpPr>
        <dsp:cNvPr id="0" name=""/>
        <dsp:cNvSpPr/>
      </dsp:nvSpPr>
      <dsp:spPr>
        <a:xfrm>
          <a:off x="538480" y="24911"/>
          <a:ext cx="7538720" cy="73800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4946" tIns="0" rIns="284946" bIns="0" numCol="1" spcCol="1270" anchor="ctr" anchorCtr="0">
          <a:noAutofit/>
        </a:bodyPr>
        <a:lstStyle/>
        <a:p>
          <a:pPr lvl="0" algn="just" defTabSz="1111250">
            <a:lnSpc>
              <a:spcPct val="90000"/>
            </a:lnSpc>
            <a:spcBef>
              <a:spcPct val="0"/>
            </a:spcBef>
            <a:spcAft>
              <a:spcPct val="35000"/>
            </a:spcAft>
          </a:pPr>
          <a:r>
            <a:rPr lang="en-US" sz="2500" b="1" kern="1200" dirty="0"/>
            <a:t>Sensor</a:t>
          </a:r>
          <a:endParaRPr lang="en-IN" sz="2500" b="1" kern="1200" dirty="0"/>
        </a:p>
      </dsp:txBody>
      <dsp:txXfrm>
        <a:off x="574506" y="60937"/>
        <a:ext cx="7466668" cy="665948"/>
      </dsp:txXfrm>
    </dsp:sp>
    <dsp:sp modelId="{5E372A1D-7005-4D7C-AF8E-7931E2F375E7}">
      <dsp:nvSpPr>
        <dsp:cNvPr id="0" name=""/>
        <dsp:cNvSpPr/>
      </dsp:nvSpPr>
      <dsp:spPr>
        <a:xfrm>
          <a:off x="0" y="2630411"/>
          <a:ext cx="10769600" cy="1378125"/>
        </a:xfrm>
        <a:prstGeom prst="rect">
          <a:avLst/>
        </a:prstGeom>
        <a:solidFill>
          <a:schemeClr val="lt1">
            <a:alpha val="90000"/>
            <a:hueOff val="0"/>
            <a:satOff val="0"/>
            <a:lumOff val="0"/>
            <a:alphaOff val="0"/>
          </a:schemeClr>
        </a:solidFill>
        <a:ln w="12700" cap="flat" cmpd="sng" algn="ctr">
          <a:solidFill>
            <a:schemeClr val="accent2">
              <a:hueOff val="-723100"/>
              <a:satOff val="-4962"/>
              <a:lumOff val="2549"/>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35841" tIns="520700" rIns="835841" bIns="177800" numCol="1" spcCol="1270" anchor="t" anchorCtr="0">
          <a:noAutofit/>
        </a:bodyPr>
        <a:lstStyle/>
        <a:p>
          <a:pPr marL="228600" lvl="1" indent="-228600" algn="just" defTabSz="1111250">
            <a:lnSpc>
              <a:spcPct val="90000"/>
            </a:lnSpc>
            <a:spcBef>
              <a:spcPct val="0"/>
            </a:spcBef>
            <a:spcAft>
              <a:spcPct val="15000"/>
            </a:spcAft>
            <a:buChar char="••"/>
          </a:pPr>
          <a:r>
            <a:rPr lang="en-US" sz="2500" kern="1200"/>
            <a:t>A device that is capable of converting the physical quantity into a </a:t>
          </a:r>
          <a:r>
            <a:rPr lang="en-US" sz="2500" kern="1200" spc="-5">
              <a:latin typeface="+mn-lt"/>
              <a:cs typeface="Times New Roman" pitchFamily="18" charset="0"/>
            </a:rPr>
            <a:t>proportional  electrical quantity </a:t>
          </a:r>
          <a:r>
            <a:rPr lang="en-US" sz="2500" kern="1200" spc="15">
              <a:latin typeface="+mn-lt"/>
              <a:cs typeface="Times New Roman" pitchFamily="18" charset="0"/>
            </a:rPr>
            <a:t>such </a:t>
          </a:r>
          <a:r>
            <a:rPr lang="en-US" sz="2500" kern="1200" spc="-5">
              <a:latin typeface="+mn-lt"/>
              <a:cs typeface="Times New Roman" pitchFamily="18" charset="0"/>
            </a:rPr>
            <a:t>as </a:t>
          </a:r>
          <a:r>
            <a:rPr lang="en-US" sz="2500" kern="1200" spc="-20">
              <a:latin typeface="+mn-lt"/>
              <a:cs typeface="Times New Roman" pitchFamily="18" charset="0"/>
            </a:rPr>
            <a:t>voltage </a:t>
          </a:r>
          <a:r>
            <a:rPr lang="en-US" sz="2500" kern="1200" spc="-5">
              <a:latin typeface="+mn-lt"/>
              <a:cs typeface="Times New Roman" pitchFamily="18" charset="0"/>
            </a:rPr>
            <a:t>or</a:t>
          </a:r>
          <a:r>
            <a:rPr lang="en-US" sz="2500" kern="1200" spc="65">
              <a:latin typeface="+mn-lt"/>
              <a:cs typeface="Times New Roman" pitchFamily="18" charset="0"/>
            </a:rPr>
            <a:t> </a:t>
          </a:r>
          <a:r>
            <a:rPr lang="en-US" sz="2500" kern="1200" spc="-5">
              <a:latin typeface="+mn-lt"/>
              <a:cs typeface="Times New Roman" pitchFamily="18" charset="0"/>
            </a:rPr>
            <a:t>current.</a:t>
          </a:r>
          <a:r>
            <a:rPr lang="en-US" sz="2500" kern="1200"/>
            <a:t> </a:t>
          </a:r>
          <a:endParaRPr lang="en-IN" sz="2500" kern="1200" dirty="0"/>
        </a:p>
      </dsp:txBody>
      <dsp:txXfrm>
        <a:off x="0" y="2630411"/>
        <a:ext cx="10769600" cy="1378125"/>
      </dsp:txXfrm>
    </dsp:sp>
    <dsp:sp modelId="{189D3A86-18DC-4B2D-9EA2-4E40F528402B}">
      <dsp:nvSpPr>
        <dsp:cNvPr id="0" name=""/>
        <dsp:cNvSpPr/>
      </dsp:nvSpPr>
      <dsp:spPr>
        <a:xfrm>
          <a:off x="538480" y="2261411"/>
          <a:ext cx="7538720" cy="738000"/>
        </a:xfrm>
        <a:prstGeom prst="roundRect">
          <a:avLst/>
        </a:prstGeom>
        <a:solidFill>
          <a:schemeClr val="accent2">
            <a:hueOff val="-723100"/>
            <a:satOff val="-4962"/>
            <a:lumOff val="254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4946" tIns="0" rIns="284946" bIns="0" numCol="1" spcCol="1270" anchor="ctr" anchorCtr="0">
          <a:noAutofit/>
        </a:bodyPr>
        <a:lstStyle/>
        <a:p>
          <a:pPr lvl="0" algn="just" defTabSz="1111250">
            <a:lnSpc>
              <a:spcPct val="90000"/>
            </a:lnSpc>
            <a:spcBef>
              <a:spcPct val="0"/>
            </a:spcBef>
            <a:spcAft>
              <a:spcPct val="35000"/>
            </a:spcAft>
          </a:pPr>
          <a:r>
            <a:rPr lang="en-US" sz="2500" b="1" kern="1200" dirty="0"/>
            <a:t>Transducer</a:t>
          </a:r>
          <a:endParaRPr lang="en-IN" sz="2500" b="1" kern="1200" dirty="0"/>
        </a:p>
      </dsp:txBody>
      <dsp:txXfrm>
        <a:off x="574506" y="2297437"/>
        <a:ext cx="7466668" cy="665948"/>
      </dsp:txXfrm>
    </dsp:sp>
    <dsp:sp modelId="{338A0BCE-5AB0-41CC-B44C-D4EB129CC7F9}">
      <dsp:nvSpPr>
        <dsp:cNvPr id="0" name=""/>
        <dsp:cNvSpPr/>
      </dsp:nvSpPr>
      <dsp:spPr>
        <a:xfrm>
          <a:off x="0" y="4512537"/>
          <a:ext cx="10769600" cy="2047500"/>
        </a:xfrm>
        <a:prstGeom prst="rect">
          <a:avLst/>
        </a:prstGeom>
        <a:solidFill>
          <a:schemeClr val="lt1">
            <a:alpha val="90000"/>
            <a:hueOff val="0"/>
            <a:satOff val="0"/>
            <a:lumOff val="0"/>
            <a:alphaOff val="0"/>
          </a:schemeClr>
        </a:solidFill>
        <a:ln w="12700" cap="flat" cmpd="sng" algn="ctr">
          <a:solidFill>
            <a:schemeClr val="accent2">
              <a:hueOff val="-1446200"/>
              <a:satOff val="-9924"/>
              <a:lumOff val="5098"/>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35841" tIns="520700" rIns="835841" bIns="177800" numCol="1" spcCol="1270" anchor="t" anchorCtr="0">
          <a:noAutofit/>
        </a:bodyPr>
        <a:lstStyle/>
        <a:p>
          <a:pPr marL="228600" lvl="1" indent="-228600" algn="just" defTabSz="1111250">
            <a:lnSpc>
              <a:spcPct val="90000"/>
            </a:lnSpc>
            <a:spcBef>
              <a:spcPct val="0"/>
            </a:spcBef>
            <a:spcAft>
              <a:spcPct val="15000"/>
            </a:spcAft>
            <a:buChar char="••"/>
          </a:pPr>
          <a:r>
            <a:rPr lang="en-US" sz="2500" kern="1200" dirty="0"/>
            <a:t>A sensor that integrates a biological element with a physiochemical transducer to produce an electronic signal proportional to a single analyte which is then conveyed to a detector. </a:t>
          </a:r>
          <a:endParaRPr lang="en-IN" sz="2500" kern="1200" dirty="0"/>
        </a:p>
      </dsp:txBody>
      <dsp:txXfrm>
        <a:off x="0" y="4512537"/>
        <a:ext cx="10769600" cy="2047500"/>
      </dsp:txXfrm>
    </dsp:sp>
    <dsp:sp modelId="{F88E70CC-C30D-4600-8FBC-875331A82087}">
      <dsp:nvSpPr>
        <dsp:cNvPr id="0" name=""/>
        <dsp:cNvSpPr/>
      </dsp:nvSpPr>
      <dsp:spPr>
        <a:xfrm>
          <a:off x="538480" y="4143537"/>
          <a:ext cx="7538720" cy="738000"/>
        </a:xfrm>
        <a:prstGeom prst="roundRect">
          <a:avLst/>
        </a:prstGeom>
        <a:solidFill>
          <a:schemeClr val="accent2">
            <a:hueOff val="-1446200"/>
            <a:satOff val="-9924"/>
            <a:lumOff val="509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4946" tIns="0" rIns="284946" bIns="0" numCol="1" spcCol="1270" anchor="ctr" anchorCtr="0">
          <a:noAutofit/>
        </a:bodyPr>
        <a:lstStyle/>
        <a:p>
          <a:pPr lvl="0" algn="just" defTabSz="1111250">
            <a:lnSpc>
              <a:spcPct val="90000"/>
            </a:lnSpc>
            <a:spcBef>
              <a:spcPct val="0"/>
            </a:spcBef>
            <a:spcAft>
              <a:spcPct val="35000"/>
            </a:spcAft>
          </a:pPr>
          <a:r>
            <a:rPr lang="en-US" sz="2500" b="1" kern="1200" dirty="0"/>
            <a:t>Biosensor</a:t>
          </a:r>
          <a:endParaRPr lang="en-IN" sz="2500" b="1" kern="1200" dirty="0"/>
        </a:p>
      </dsp:txBody>
      <dsp:txXfrm>
        <a:off x="574506" y="4179563"/>
        <a:ext cx="7466668" cy="66594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078FD6F-3D4E-4442-9152-A56F30AFBFAD}">
      <dsp:nvSpPr>
        <dsp:cNvPr id="0" name=""/>
        <dsp:cNvSpPr/>
      </dsp:nvSpPr>
      <dsp:spPr>
        <a:xfrm>
          <a:off x="3733900" y="1377761"/>
          <a:ext cx="453599" cy="3755715"/>
        </a:xfrm>
        <a:custGeom>
          <a:avLst/>
          <a:gdLst/>
          <a:ahLst/>
          <a:cxnLst/>
          <a:rect l="0" t="0" r="0" b="0"/>
          <a:pathLst>
            <a:path>
              <a:moveTo>
                <a:pt x="0" y="0"/>
              </a:moveTo>
              <a:lnTo>
                <a:pt x="0" y="3755715"/>
              </a:lnTo>
              <a:lnTo>
                <a:pt x="453599" y="3755715"/>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A26937A-77C8-4CF5-B55A-D1306A7A9C12}">
      <dsp:nvSpPr>
        <dsp:cNvPr id="0" name=""/>
        <dsp:cNvSpPr/>
      </dsp:nvSpPr>
      <dsp:spPr>
        <a:xfrm>
          <a:off x="3733900" y="1377761"/>
          <a:ext cx="453599" cy="2947667"/>
        </a:xfrm>
        <a:custGeom>
          <a:avLst/>
          <a:gdLst/>
          <a:ahLst/>
          <a:cxnLst/>
          <a:rect l="0" t="0" r="0" b="0"/>
          <a:pathLst>
            <a:path>
              <a:moveTo>
                <a:pt x="0" y="0"/>
              </a:moveTo>
              <a:lnTo>
                <a:pt x="0" y="2947667"/>
              </a:lnTo>
              <a:lnTo>
                <a:pt x="453599" y="2947667"/>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65853A2-CC4C-4158-9F6C-6217BABBE4A0}">
      <dsp:nvSpPr>
        <dsp:cNvPr id="0" name=""/>
        <dsp:cNvSpPr/>
      </dsp:nvSpPr>
      <dsp:spPr>
        <a:xfrm>
          <a:off x="3733900" y="1377761"/>
          <a:ext cx="453599" cy="2139619"/>
        </a:xfrm>
        <a:custGeom>
          <a:avLst/>
          <a:gdLst/>
          <a:ahLst/>
          <a:cxnLst/>
          <a:rect l="0" t="0" r="0" b="0"/>
          <a:pathLst>
            <a:path>
              <a:moveTo>
                <a:pt x="0" y="0"/>
              </a:moveTo>
              <a:lnTo>
                <a:pt x="0" y="2139619"/>
              </a:lnTo>
              <a:lnTo>
                <a:pt x="453599" y="2139619"/>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37BBD88-055F-43E1-A533-7D1994B0EB8A}">
      <dsp:nvSpPr>
        <dsp:cNvPr id="0" name=""/>
        <dsp:cNvSpPr/>
      </dsp:nvSpPr>
      <dsp:spPr>
        <a:xfrm>
          <a:off x="3733900" y="1377761"/>
          <a:ext cx="453599" cy="1331571"/>
        </a:xfrm>
        <a:custGeom>
          <a:avLst/>
          <a:gdLst/>
          <a:ahLst/>
          <a:cxnLst/>
          <a:rect l="0" t="0" r="0" b="0"/>
          <a:pathLst>
            <a:path>
              <a:moveTo>
                <a:pt x="0" y="0"/>
              </a:moveTo>
              <a:lnTo>
                <a:pt x="0" y="1331571"/>
              </a:lnTo>
              <a:lnTo>
                <a:pt x="453599" y="1331571"/>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D350EE3-1797-451A-816F-3CF428C80D11}">
      <dsp:nvSpPr>
        <dsp:cNvPr id="0" name=""/>
        <dsp:cNvSpPr/>
      </dsp:nvSpPr>
      <dsp:spPr>
        <a:xfrm>
          <a:off x="3733900" y="1377761"/>
          <a:ext cx="453599" cy="523524"/>
        </a:xfrm>
        <a:custGeom>
          <a:avLst/>
          <a:gdLst/>
          <a:ahLst/>
          <a:cxnLst/>
          <a:rect l="0" t="0" r="0" b="0"/>
          <a:pathLst>
            <a:path>
              <a:moveTo>
                <a:pt x="0" y="0"/>
              </a:moveTo>
              <a:lnTo>
                <a:pt x="0" y="523524"/>
              </a:lnTo>
              <a:lnTo>
                <a:pt x="453599" y="523524"/>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AC1EAD6-584C-4B32-9184-7D0F38733AF5}">
      <dsp:nvSpPr>
        <dsp:cNvPr id="0" name=""/>
        <dsp:cNvSpPr/>
      </dsp:nvSpPr>
      <dsp:spPr>
        <a:xfrm>
          <a:off x="3311999" y="569713"/>
          <a:ext cx="1631500" cy="239000"/>
        </a:xfrm>
        <a:custGeom>
          <a:avLst/>
          <a:gdLst/>
          <a:ahLst/>
          <a:cxnLst/>
          <a:rect l="0" t="0" r="0" b="0"/>
          <a:pathLst>
            <a:path>
              <a:moveTo>
                <a:pt x="0" y="0"/>
              </a:moveTo>
              <a:lnTo>
                <a:pt x="0" y="119500"/>
              </a:lnTo>
              <a:lnTo>
                <a:pt x="1631500" y="119500"/>
              </a:lnTo>
              <a:lnTo>
                <a:pt x="1631500" y="239000"/>
              </a:lnTo>
            </a:path>
          </a:pathLst>
        </a:custGeom>
        <a:noFill/>
        <a:ln w="1270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463AF71-7802-4348-B81A-4EF41AB66401}">
      <dsp:nvSpPr>
        <dsp:cNvPr id="0" name=""/>
        <dsp:cNvSpPr/>
      </dsp:nvSpPr>
      <dsp:spPr>
        <a:xfrm>
          <a:off x="470899" y="1377761"/>
          <a:ext cx="453599" cy="3755715"/>
        </a:xfrm>
        <a:custGeom>
          <a:avLst/>
          <a:gdLst/>
          <a:ahLst/>
          <a:cxnLst/>
          <a:rect l="0" t="0" r="0" b="0"/>
          <a:pathLst>
            <a:path>
              <a:moveTo>
                <a:pt x="0" y="0"/>
              </a:moveTo>
              <a:lnTo>
                <a:pt x="0" y="3755715"/>
              </a:lnTo>
              <a:lnTo>
                <a:pt x="453599" y="3755715"/>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8D9EF24-060A-43A4-9332-7B68E940686C}">
      <dsp:nvSpPr>
        <dsp:cNvPr id="0" name=""/>
        <dsp:cNvSpPr/>
      </dsp:nvSpPr>
      <dsp:spPr>
        <a:xfrm>
          <a:off x="470899" y="1377761"/>
          <a:ext cx="453599" cy="2947667"/>
        </a:xfrm>
        <a:custGeom>
          <a:avLst/>
          <a:gdLst/>
          <a:ahLst/>
          <a:cxnLst/>
          <a:rect l="0" t="0" r="0" b="0"/>
          <a:pathLst>
            <a:path>
              <a:moveTo>
                <a:pt x="0" y="0"/>
              </a:moveTo>
              <a:lnTo>
                <a:pt x="0" y="2947667"/>
              </a:lnTo>
              <a:lnTo>
                <a:pt x="453599" y="2947667"/>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71F18BD-41ED-4E60-AE74-D9DDCD580DDC}">
      <dsp:nvSpPr>
        <dsp:cNvPr id="0" name=""/>
        <dsp:cNvSpPr/>
      </dsp:nvSpPr>
      <dsp:spPr>
        <a:xfrm>
          <a:off x="470899" y="1377761"/>
          <a:ext cx="453599" cy="2139619"/>
        </a:xfrm>
        <a:custGeom>
          <a:avLst/>
          <a:gdLst/>
          <a:ahLst/>
          <a:cxnLst/>
          <a:rect l="0" t="0" r="0" b="0"/>
          <a:pathLst>
            <a:path>
              <a:moveTo>
                <a:pt x="0" y="0"/>
              </a:moveTo>
              <a:lnTo>
                <a:pt x="0" y="2139619"/>
              </a:lnTo>
              <a:lnTo>
                <a:pt x="453599" y="2139619"/>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A691BC4-7317-4E91-8CA5-F71648529AD2}">
      <dsp:nvSpPr>
        <dsp:cNvPr id="0" name=""/>
        <dsp:cNvSpPr/>
      </dsp:nvSpPr>
      <dsp:spPr>
        <a:xfrm>
          <a:off x="470899" y="1377761"/>
          <a:ext cx="453599" cy="1331571"/>
        </a:xfrm>
        <a:custGeom>
          <a:avLst/>
          <a:gdLst/>
          <a:ahLst/>
          <a:cxnLst/>
          <a:rect l="0" t="0" r="0" b="0"/>
          <a:pathLst>
            <a:path>
              <a:moveTo>
                <a:pt x="0" y="0"/>
              </a:moveTo>
              <a:lnTo>
                <a:pt x="0" y="1331571"/>
              </a:lnTo>
              <a:lnTo>
                <a:pt x="453599" y="1331571"/>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57768CF-8494-4923-9844-9A5A5F305265}">
      <dsp:nvSpPr>
        <dsp:cNvPr id="0" name=""/>
        <dsp:cNvSpPr/>
      </dsp:nvSpPr>
      <dsp:spPr>
        <a:xfrm>
          <a:off x="470899" y="1377761"/>
          <a:ext cx="453599" cy="523524"/>
        </a:xfrm>
        <a:custGeom>
          <a:avLst/>
          <a:gdLst/>
          <a:ahLst/>
          <a:cxnLst/>
          <a:rect l="0" t="0" r="0" b="0"/>
          <a:pathLst>
            <a:path>
              <a:moveTo>
                <a:pt x="0" y="0"/>
              </a:moveTo>
              <a:lnTo>
                <a:pt x="0" y="523524"/>
              </a:lnTo>
              <a:lnTo>
                <a:pt x="453599" y="523524"/>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359E6A5-EC82-46AB-997B-BB0C483ADF5C}">
      <dsp:nvSpPr>
        <dsp:cNvPr id="0" name=""/>
        <dsp:cNvSpPr/>
      </dsp:nvSpPr>
      <dsp:spPr>
        <a:xfrm>
          <a:off x="1680499" y="569713"/>
          <a:ext cx="1631500" cy="239000"/>
        </a:xfrm>
        <a:custGeom>
          <a:avLst/>
          <a:gdLst/>
          <a:ahLst/>
          <a:cxnLst/>
          <a:rect l="0" t="0" r="0" b="0"/>
          <a:pathLst>
            <a:path>
              <a:moveTo>
                <a:pt x="1631500" y="0"/>
              </a:moveTo>
              <a:lnTo>
                <a:pt x="1631500" y="119500"/>
              </a:lnTo>
              <a:lnTo>
                <a:pt x="0" y="119500"/>
              </a:lnTo>
              <a:lnTo>
                <a:pt x="0" y="239000"/>
              </a:lnTo>
            </a:path>
          </a:pathLst>
        </a:custGeom>
        <a:noFill/>
        <a:ln w="1270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0CDC75A-0D0B-42F5-ABAD-1DC65BABD0EE}">
      <dsp:nvSpPr>
        <dsp:cNvPr id="0" name=""/>
        <dsp:cNvSpPr/>
      </dsp:nvSpPr>
      <dsp:spPr>
        <a:xfrm>
          <a:off x="270001" y="665"/>
          <a:ext cx="6083997" cy="569047"/>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lvl="0" algn="ctr" defTabSz="1066800">
            <a:lnSpc>
              <a:spcPct val="90000"/>
            </a:lnSpc>
            <a:spcBef>
              <a:spcPct val="0"/>
            </a:spcBef>
            <a:spcAft>
              <a:spcPct val="35000"/>
            </a:spcAft>
          </a:pPr>
          <a:r>
            <a:rPr lang="en-US" sz="2400" b="0" i="0" kern="1200" dirty="0">
              <a:effectLst/>
              <a:latin typeface="+mn-lt"/>
            </a:rPr>
            <a:t>A substance of interest that needs detection</a:t>
          </a:r>
          <a:endParaRPr lang="en-IN" sz="2400" kern="1200" dirty="0">
            <a:latin typeface="+mn-lt"/>
          </a:endParaRPr>
        </a:p>
      </dsp:txBody>
      <dsp:txXfrm>
        <a:off x="270001" y="665"/>
        <a:ext cx="6083997" cy="569047"/>
      </dsp:txXfrm>
    </dsp:sp>
    <dsp:sp modelId="{86C10C10-4884-467D-8F77-FE414324BE6F}">
      <dsp:nvSpPr>
        <dsp:cNvPr id="0" name=""/>
        <dsp:cNvSpPr/>
      </dsp:nvSpPr>
      <dsp:spPr>
        <a:xfrm>
          <a:off x="168500" y="808713"/>
          <a:ext cx="3023999" cy="569047"/>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lvl="0" algn="ctr" defTabSz="889000">
            <a:lnSpc>
              <a:spcPct val="90000"/>
            </a:lnSpc>
            <a:spcBef>
              <a:spcPct val="0"/>
            </a:spcBef>
            <a:spcAft>
              <a:spcPct val="35000"/>
            </a:spcAft>
          </a:pPr>
          <a:r>
            <a:rPr lang="en-US" sz="2000" kern="1200">
              <a:latin typeface="+mn-lt"/>
            </a:rPr>
            <a:t>Chemical substance</a:t>
          </a:r>
          <a:endParaRPr lang="en-IN" sz="2000" kern="1200" dirty="0">
            <a:latin typeface="+mn-lt"/>
          </a:endParaRPr>
        </a:p>
      </dsp:txBody>
      <dsp:txXfrm>
        <a:off x="168500" y="808713"/>
        <a:ext cx="3023999" cy="569047"/>
      </dsp:txXfrm>
    </dsp:sp>
    <dsp:sp modelId="{0C99CB72-8214-451D-B064-AA66E52D5119}">
      <dsp:nvSpPr>
        <dsp:cNvPr id="0" name=""/>
        <dsp:cNvSpPr/>
      </dsp:nvSpPr>
      <dsp:spPr>
        <a:xfrm>
          <a:off x="924499" y="1616761"/>
          <a:ext cx="1138095" cy="569047"/>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lvl="0" algn="ctr" defTabSz="889000">
            <a:lnSpc>
              <a:spcPct val="90000"/>
            </a:lnSpc>
            <a:spcBef>
              <a:spcPct val="0"/>
            </a:spcBef>
            <a:spcAft>
              <a:spcPct val="35000"/>
            </a:spcAft>
          </a:pPr>
          <a:r>
            <a:rPr lang="en-US" sz="2000" b="0" i="0" kern="1200">
              <a:effectLst/>
              <a:latin typeface="+mn-lt"/>
            </a:rPr>
            <a:t>Glucose</a:t>
          </a:r>
          <a:endParaRPr lang="en-IN" sz="2000" kern="1200" dirty="0">
            <a:latin typeface="+mn-lt"/>
          </a:endParaRPr>
        </a:p>
      </dsp:txBody>
      <dsp:txXfrm>
        <a:off x="924499" y="1616761"/>
        <a:ext cx="1138095" cy="569047"/>
      </dsp:txXfrm>
    </dsp:sp>
    <dsp:sp modelId="{45AF5C4C-6DED-40B4-B9CA-F7BFC3783D1E}">
      <dsp:nvSpPr>
        <dsp:cNvPr id="0" name=""/>
        <dsp:cNvSpPr/>
      </dsp:nvSpPr>
      <dsp:spPr>
        <a:xfrm>
          <a:off x="924499" y="2424809"/>
          <a:ext cx="1138095" cy="569047"/>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lvl="0" algn="ctr" defTabSz="889000">
            <a:lnSpc>
              <a:spcPct val="90000"/>
            </a:lnSpc>
            <a:spcBef>
              <a:spcPct val="0"/>
            </a:spcBef>
            <a:spcAft>
              <a:spcPct val="35000"/>
            </a:spcAft>
          </a:pPr>
          <a:r>
            <a:rPr lang="en-US" sz="2000" b="0" i="0" kern="1200">
              <a:effectLst/>
              <a:latin typeface="+mn-lt"/>
            </a:rPr>
            <a:t>Ammonia</a:t>
          </a:r>
          <a:endParaRPr lang="en-IN" sz="2000" kern="1200" dirty="0">
            <a:latin typeface="+mn-lt"/>
          </a:endParaRPr>
        </a:p>
      </dsp:txBody>
      <dsp:txXfrm>
        <a:off x="924499" y="2424809"/>
        <a:ext cx="1138095" cy="569047"/>
      </dsp:txXfrm>
    </dsp:sp>
    <dsp:sp modelId="{33157804-2C22-45DE-A9E2-999971514DA4}">
      <dsp:nvSpPr>
        <dsp:cNvPr id="0" name=""/>
        <dsp:cNvSpPr/>
      </dsp:nvSpPr>
      <dsp:spPr>
        <a:xfrm>
          <a:off x="924499" y="3232857"/>
          <a:ext cx="1138095" cy="569047"/>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lvl="0" algn="ctr" defTabSz="889000">
            <a:lnSpc>
              <a:spcPct val="90000"/>
            </a:lnSpc>
            <a:spcBef>
              <a:spcPct val="0"/>
            </a:spcBef>
            <a:spcAft>
              <a:spcPct val="35000"/>
            </a:spcAft>
          </a:pPr>
          <a:r>
            <a:rPr lang="en-US" sz="2000" b="0" i="0" kern="1200">
              <a:effectLst/>
              <a:latin typeface="+mn-lt"/>
            </a:rPr>
            <a:t>Alcohol</a:t>
          </a:r>
          <a:endParaRPr lang="en-IN" sz="2000" kern="1200" dirty="0">
            <a:latin typeface="+mn-lt"/>
          </a:endParaRPr>
        </a:p>
      </dsp:txBody>
      <dsp:txXfrm>
        <a:off x="924499" y="3232857"/>
        <a:ext cx="1138095" cy="569047"/>
      </dsp:txXfrm>
    </dsp:sp>
    <dsp:sp modelId="{28E952B1-B363-4FB7-86E8-836AFBA9CE93}">
      <dsp:nvSpPr>
        <dsp:cNvPr id="0" name=""/>
        <dsp:cNvSpPr/>
      </dsp:nvSpPr>
      <dsp:spPr>
        <a:xfrm>
          <a:off x="924499" y="4040905"/>
          <a:ext cx="1138095" cy="569047"/>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lvl="0" algn="ctr" defTabSz="889000">
            <a:lnSpc>
              <a:spcPct val="90000"/>
            </a:lnSpc>
            <a:spcBef>
              <a:spcPct val="0"/>
            </a:spcBef>
            <a:spcAft>
              <a:spcPct val="35000"/>
            </a:spcAft>
          </a:pPr>
          <a:r>
            <a:rPr lang="en-US" sz="2000" b="0" i="0" kern="1200">
              <a:effectLst/>
              <a:latin typeface="+mn-lt"/>
            </a:rPr>
            <a:t>Lactose</a:t>
          </a:r>
          <a:endParaRPr lang="en-IN" sz="2000" kern="1200" dirty="0">
            <a:latin typeface="+mn-lt"/>
          </a:endParaRPr>
        </a:p>
      </dsp:txBody>
      <dsp:txXfrm>
        <a:off x="924499" y="4040905"/>
        <a:ext cx="1138095" cy="569047"/>
      </dsp:txXfrm>
    </dsp:sp>
    <dsp:sp modelId="{FC3CB75B-4F69-4F96-80A3-A685713AE1AD}">
      <dsp:nvSpPr>
        <dsp:cNvPr id="0" name=""/>
        <dsp:cNvSpPr/>
      </dsp:nvSpPr>
      <dsp:spPr>
        <a:xfrm>
          <a:off x="924499" y="4848953"/>
          <a:ext cx="1138095" cy="569047"/>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lvl="0" algn="ctr" defTabSz="889000">
            <a:lnSpc>
              <a:spcPct val="90000"/>
            </a:lnSpc>
            <a:spcBef>
              <a:spcPct val="0"/>
            </a:spcBef>
            <a:spcAft>
              <a:spcPct val="35000"/>
            </a:spcAft>
          </a:pPr>
          <a:r>
            <a:rPr lang="en-US" sz="2000" b="0" i="0" kern="1200">
              <a:effectLst/>
              <a:latin typeface="+mn-lt"/>
            </a:rPr>
            <a:t>Metal ion</a:t>
          </a:r>
          <a:endParaRPr lang="en-IN" sz="2000" kern="1200" dirty="0">
            <a:latin typeface="+mn-lt"/>
          </a:endParaRPr>
        </a:p>
      </dsp:txBody>
      <dsp:txXfrm>
        <a:off x="924499" y="4848953"/>
        <a:ext cx="1138095" cy="569047"/>
      </dsp:txXfrm>
    </dsp:sp>
    <dsp:sp modelId="{EA82C448-533C-4067-B858-219E20459170}">
      <dsp:nvSpPr>
        <dsp:cNvPr id="0" name=""/>
        <dsp:cNvSpPr/>
      </dsp:nvSpPr>
      <dsp:spPr>
        <a:xfrm>
          <a:off x="3431500" y="808713"/>
          <a:ext cx="3023999" cy="569047"/>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lvl="0" algn="ctr" defTabSz="889000">
            <a:lnSpc>
              <a:spcPct val="90000"/>
            </a:lnSpc>
            <a:spcBef>
              <a:spcPct val="0"/>
            </a:spcBef>
            <a:spcAft>
              <a:spcPct val="35000"/>
            </a:spcAft>
          </a:pPr>
          <a:r>
            <a:rPr lang="en-US" sz="2000" kern="1200">
              <a:latin typeface="+mn-lt"/>
            </a:rPr>
            <a:t>Biological </a:t>
          </a:r>
          <a:r>
            <a:rPr lang="en-US" sz="2000" b="0" i="0" kern="1200">
              <a:effectLst/>
              <a:latin typeface="+mn-lt"/>
            </a:rPr>
            <a:t>constituent</a:t>
          </a:r>
          <a:endParaRPr lang="en-IN" sz="2000" kern="1200" dirty="0">
            <a:latin typeface="+mn-lt"/>
          </a:endParaRPr>
        </a:p>
      </dsp:txBody>
      <dsp:txXfrm>
        <a:off x="3431500" y="808713"/>
        <a:ext cx="3023999" cy="569047"/>
      </dsp:txXfrm>
    </dsp:sp>
    <dsp:sp modelId="{AE85A467-E918-427F-8CE0-C9D8E8FBA0A2}">
      <dsp:nvSpPr>
        <dsp:cNvPr id="0" name=""/>
        <dsp:cNvSpPr/>
      </dsp:nvSpPr>
      <dsp:spPr>
        <a:xfrm>
          <a:off x="4187500" y="1616761"/>
          <a:ext cx="1138095" cy="569047"/>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lvl="0" algn="ctr" defTabSz="889000">
            <a:lnSpc>
              <a:spcPct val="90000"/>
            </a:lnSpc>
            <a:spcBef>
              <a:spcPct val="0"/>
            </a:spcBef>
            <a:spcAft>
              <a:spcPct val="35000"/>
            </a:spcAft>
          </a:pPr>
          <a:r>
            <a:rPr lang="en-US" sz="2000" kern="1200">
              <a:latin typeface="+mn-lt"/>
            </a:rPr>
            <a:t>Protein</a:t>
          </a:r>
          <a:endParaRPr lang="en-IN" sz="2000" kern="1200" dirty="0">
            <a:latin typeface="+mn-lt"/>
          </a:endParaRPr>
        </a:p>
      </dsp:txBody>
      <dsp:txXfrm>
        <a:off x="4187500" y="1616761"/>
        <a:ext cx="1138095" cy="569047"/>
      </dsp:txXfrm>
    </dsp:sp>
    <dsp:sp modelId="{92B9327F-4AEF-429D-8158-88990764AB61}">
      <dsp:nvSpPr>
        <dsp:cNvPr id="0" name=""/>
        <dsp:cNvSpPr/>
      </dsp:nvSpPr>
      <dsp:spPr>
        <a:xfrm>
          <a:off x="4187500" y="2424809"/>
          <a:ext cx="1138095" cy="569047"/>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lvl="0" algn="ctr" defTabSz="889000">
            <a:lnSpc>
              <a:spcPct val="90000"/>
            </a:lnSpc>
            <a:spcBef>
              <a:spcPct val="0"/>
            </a:spcBef>
            <a:spcAft>
              <a:spcPct val="35000"/>
            </a:spcAft>
          </a:pPr>
          <a:r>
            <a:rPr lang="en-US" sz="2000" kern="1200">
              <a:latin typeface="+mn-lt"/>
            </a:rPr>
            <a:t>Toxin</a:t>
          </a:r>
          <a:endParaRPr lang="en-IN" sz="2000" kern="1200" dirty="0">
            <a:latin typeface="+mn-lt"/>
          </a:endParaRPr>
        </a:p>
      </dsp:txBody>
      <dsp:txXfrm>
        <a:off x="4187500" y="2424809"/>
        <a:ext cx="1138095" cy="569047"/>
      </dsp:txXfrm>
    </dsp:sp>
    <dsp:sp modelId="{20112344-39AD-40AC-9E3B-CE6ABBC82525}">
      <dsp:nvSpPr>
        <dsp:cNvPr id="0" name=""/>
        <dsp:cNvSpPr/>
      </dsp:nvSpPr>
      <dsp:spPr>
        <a:xfrm>
          <a:off x="4187500" y="3232857"/>
          <a:ext cx="1138095" cy="569047"/>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lvl="0" algn="ctr" defTabSz="889000">
            <a:lnSpc>
              <a:spcPct val="90000"/>
            </a:lnSpc>
            <a:spcBef>
              <a:spcPct val="0"/>
            </a:spcBef>
            <a:spcAft>
              <a:spcPct val="35000"/>
            </a:spcAft>
          </a:pPr>
          <a:r>
            <a:rPr lang="en-US" sz="2000" kern="1200">
              <a:latin typeface="+mn-lt"/>
            </a:rPr>
            <a:t>Peptide</a:t>
          </a:r>
          <a:endParaRPr lang="en-IN" sz="2000" kern="1200" dirty="0">
            <a:latin typeface="+mn-lt"/>
          </a:endParaRPr>
        </a:p>
      </dsp:txBody>
      <dsp:txXfrm>
        <a:off x="4187500" y="3232857"/>
        <a:ext cx="1138095" cy="569047"/>
      </dsp:txXfrm>
    </dsp:sp>
    <dsp:sp modelId="{BEB9FEB9-3324-4141-84B6-24852CC09862}">
      <dsp:nvSpPr>
        <dsp:cNvPr id="0" name=""/>
        <dsp:cNvSpPr/>
      </dsp:nvSpPr>
      <dsp:spPr>
        <a:xfrm>
          <a:off x="4187500" y="4040905"/>
          <a:ext cx="1138095" cy="569047"/>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lvl="0" algn="ctr" defTabSz="889000">
            <a:lnSpc>
              <a:spcPct val="90000"/>
            </a:lnSpc>
            <a:spcBef>
              <a:spcPct val="0"/>
            </a:spcBef>
            <a:spcAft>
              <a:spcPct val="35000"/>
            </a:spcAft>
          </a:pPr>
          <a:r>
            <a:rPr lang="en-US" sz="2000" kern="1200">
              <a:latin typeface="+mn-lt"/>
            </a:rPr>
            <a:t>Vitamin </a:t>
          </a:r>
          <a:endParaRPr lang="en-IN" sz="2000" kern="1200" dirty="0">
            <a:latin typeface="+mn-lt"/>
          </a:endParaRPr>
        </a:p>
      </dsp:txBody>
      <dsp:txXfrm>
        <a:off x="4187500" y="4040905"/>
        <a:ext cx="1138095" cy="569047"/>
      </dsp:txXfrm>
    </dsp:sp>
    <dsp:sp modelId="{2FCA2B8B-4CC0-4053-8DD4-C7EA0661F0A6}">
      <dsp:nvSpPr>
        <dsp:cNvPr id="0" name=""/>
        <dsp:cNvSpPr/>
      </dsp:nvSpPr>
      <dsp:spPr>
        <a:xfrm>
          <a:off x="4187500" y="4848953"/>
          <a:ext cx="1138095" cy="569047"/>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lvl="0" algn="ctr" defTabSz="889000">
            <a:lnSpc>
              <a:spcPct val="90000"/>
            </a:lnSpc>
            <a:spcBef>
              <a:spcPct val="0"/>
            </a:spcBef>
            <a:spcAft>
              <a:spcPct val="35000"/>
            </a:spcAft>
          </a:pPr>
          <a:r>
            <a:rPr lang="en-US" sz="2000" kern="1200">
              <a:latin typeface="+mn-lt"/>
            </a:rPr>
            <a:t>Antibody</a:t>
          </a:r>
          <a:endParaRPr lang="en-IN" sz="2000" kern="1200" dirty="0">
            <a:latin typeface="+mn-lt"/>
          </a:endParaRPr>
        </a:p>
      </dsp:txBody>
      <dsp:txXfrm>
        <a:off x="4187500" y="4848953"/>
        <a:ext cx="1138095" cy="56904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982C2D1-C5D3-41DC-B1A1-3A85C3531642}">
      <dsp:nvSpPr>
        <dsp:cNvPr id="0" name=""/>
        <dsp:cNvSpPr/>
      </dsp:nvSpPr>
      <dsp:spPr>
        <a:xfrm>
          <a:off x="0" y="100528"/>
          <a:ext cx="6774180" cy="1042470"/>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lvl="0" algn="just" defTabSz="1200150">
            <a:lnSpc>
              <a:spcPct val="90000"/>
            </a:lnSpc>
            <a:spcBef>
              <a:spcPct val="0"/>
            </a:spcBef>
            <a:spcAft>
              <a:spcPct val="35000"/>
            </a:spcAft>
          </a:pPr>
          <a:r>
            <a:rPr lang="en-US" sz="2700" kern="1200" dirty="0"/>
            <a:t>The component used to bind the target molecule</a:t>
          </a:r>
          <a:endParaRPr lang="en-IN" sz="2700" kern="1200" dirty="0"/>
        </a:p>
      </dsp:txBody>
      <dsp:txXfrm>
        <a:off x="50889" y="151417"/>
        <a:ext cx="6672402" cy="940692"/>
      </dsp:txXfrm>
    </dsp:sp>
    <dsp:sp modelId="{1F2658B9-0C7E-4F7A-BB4D-CE44543D46AC}">
      <dsp:nvSpPr>
        <dsp:cNvPr id="0" name=""/>
        <dsp:cNvSpPr/>
      </dsp:nvSpPr>
      <dsp:spPr>
        <a:xfrm>
          <a:off x="0" y="1220758"/>
          <a:ext cx="6774180" cy="1042470"/>
        </a:xfrm>
        <a:prstGeom prst="roundRect">
          <a:avLst/>
        </a:prstGeom>
        <a:solidFill>
          <a:schemeClr val="accent3">
            <a:hueOff val="1460120"/>
            <a:satOff val="-27164"/>
            <a:lumOff val="-823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lvl="0" algn="just" defTabSz="1200150">
            <a:lnSpc>
              <a:spcPct val="90000"/>
            </a:lnSpc>
            <a:spcBef>
              <a:spcPct val="0"/>
            </a:spcBef>
            <a:spcAft>
              <a:spcPct val="35000"/>
            </a:spcAft>
          </a:pPr>
          <a:r>
            <a:rPr lang="en-US" sz="2700" kern="1200" dirty="0"/>
            <a:t>Must be highly specific, stable under storage conditions, and immobilized</a:t>
          </a:r>
          <a:endParaRPr lang="en-IN" sz="2700" kern="1200" dirty="0"/>
        </a:p>
      </dsp:txBody>
      <dsp:txXfrm>
        <a:off x="50889" y="1271647"/>
        <a:ext cx="6672402" cy="940692"/>
      </dsp:txXfrm>
    </dsp:sp>
    <dsp:sp modelId="{31E61F07-90E3-430E-A26A-BC59DA393F36}">
      <dsp:nvSpPr>
        <dsp:cNvPr id="0" name=""/>
        <dsp:cNvSpPr/>
      </dsp:nvSpPr>
      <dsp:spPr>
        <a:xfrm>
          <a:off x="0" y="2263228"/>
          <a:ext cx="6774180" cy="31298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5080" tIns="34290" rIns="192024" bIns="34290" numCol="1" spcCol="1270" anchor="t" anchorCtr="0">
          <a:noAutofit/>
        </a:bodyPr>
        <a:lstStyle/>
        <a:p>
          <a:pPr marL="228600" lvl="1" indent="-228600" algn="just" defTabSz="933450">
            <a:lnSpc>
              <a:spcPct val="90000"/>
            </a:lnSpc>
            <a:spcBef>
              <a:spcPct val="0"/>
            </a:spcBef>
            <a:spcAft>
              <a:spcPct val="20000"/>
            </a:spcAft>
            <a:buChar char="••"/>
          </a:pPr>
          <a:r>
            <a:rPr lang="en-US" sz="2100" kern="1200" dirty="0"/>
            <a:t>Microorganism</a:t>
          </a:r>
          <a:endParaRPr lang="en-IN" sz="2100" kern="1200" dirty="0"/>
        </a:p>
        <a:p>
          <a:pPr marL="228600" lvl="1" indent="-228600" algn="just" defTabSz="933450">
            <a:lnSpc>
              <a:spcPct val="90000"/>
            </a:lnSpc>
            <a:spcBef>
              <a:spcPct val="0"/>
            </a:spcBef>
            <a:spcAft>
              <a:spcPct val="20000"/>
            </a:spcAft>
            <a:buChar char="••"/>
          </a:pPr>
          <a:r>
            <a:rPr lang="en-US" sz="2100" kern="1200" dirty="0"/>
            <a:t>Tissue</a:t>
          </a:r>
          <a:endParaRPr lang="en-IN" sz="2100" kern="1200" dirty="0"/>
        </a:p>
        <a:p>
          <a:pPr marL="228600" lvl="1" indent="-228600" algn="just" defTabSz="933450">
            <a:lnSpc>
              <a:spcPct val="90000"/>
            </a:lnSpc>
            <a:spcBef>
              <a:spcPct val="0"/>
            </a:spcBef>
            <a:spcAft>
              <a:spcPct val="20000"/>
            </a:spcAft>
            <a:buChar char="••"/>
          </a:pPr>
          <a:r>
            <a:rPr lang="en-US" sz="2100" kern="1200" dirty="0"/>
            <a:t>Cell</a:t>
          </a:r>
          <a:endParaRPr lang="en-IN" sz="2100" kern="1200" dirty="0"/>
        </a:p>
        <a:p>
          <a:pPr marL="228600" lvl="1" indent="-228600" algn="just" defTabSz="933450">
            <a:lnSpc>
              <a:spcPct val="90000"/>
            </a:lnSpc>
            <a:spcBef>
              <a:spcPct val="0"/>
            </a:spcBef>
            <a:spcAft>
              <a:spcPct val="20000"/>
            </a:spcAft>
            <a:buChar char="••"/>
          </a:pPr>
          <a:r>
            <a:rPr lang="en-US" sz="2100" kern="1200" dirty="0"/>
            <a:t>Organelle</a:t>
          </a:r>
          <a:endParaRPr lang="en-IN" sz="2100" kern="1200" dirty="0"/>
        </a:p>
        <a:p>
          <a:pPr marL="228600" lvl="1" indent="-228600" algn="just" defTabSz="933450">
            <a:lnSpc>
              <a:spcPct val="90000"/>
            </a:lnSpc>
            <a:spcBef>
              <a:spcPct val="0"/>
            </a:spcBef>
            <a:spcAft>
              <a:spcPct val="20000"/>
            </a:spcAft>
            <a:buChar char="••"/>
          </a:pPr>
          <a:r>
            <a:rPr lang="en-US" sz="2100" kern="1200" dirty="0"/>
            <a:t>Nucleic acid</a:t>
          </a:r>
          <a:endParaRPr lang="en-IN" sz="2100" kern="1200" dirty="0"/>
        </a:p>
        <a:p>
          <a:pPr marL="228600" lvl="1" indent="-228600" algn="just" defTabSz="933450">
            <a:lnSpc>
              <a:spcPct val="90000"/>
            </a:lnSpc>
            <a:spcBef>
              <a:spcPct val="0"/>
            </a:spcBef>
            <a:spcAft>
              <a:spcPct val="20000"/>
            </a:spcAft>
            <a:buChar char="••"/>
          </a:pPr>
          <a:r>
            <a:rPr lang="en-US" sz="2100" kern="1200" dirty="0"/>
            <a:t>Enzyme</a:t>
          </a:r>
          <a:endParaRPr lang="en-IN" sz="2100" kern="1200" dirty="0"/>
        </a:p>
        <a:p>
          <a:pPr marL="228600" lvl="1" indent="-228600" algn="just" defTabSz="933450">
            <a:lnSpc>
              <a:spcPct val="90000"/>
            </a:lnSpc>
            <a:spcBef>
              <a:spcPct val="0"/>
            </a:spcBef>
            <a:spcAft>
              <a:spcPct val="20000"/>
            </a:spcAft>
            <a:buChar char="••"/>
          </a:pPr>
          <a:r>
            <a:rPr lang="en-US" sz="2100" kern="1200" dirty="0"/>
            <a:t>Enzyme component</a:t>
          </a:r>
          <a:endParaRPr lang="en-IN" sz="2100" kern="1200" dirty="0"/>
        </a:p>
        <a:p>
          <a:pPr marL="228600" lvl="1" indent="-228600" algn="just" defTabSz="933450">
            <a:lnSpc>
              <a:spcPct val="90000"/>
            </a:lnSpc>
            <a:spcBef>
              <a:spcPct val="0"/>
            </a:spcBef>
            <a:spcAft>
              <a:spcPct val="20000"/>
            </a:spcAft>
            <a:buChar char="••"/>
          </a:pPr>
          <a:r>
            <a:rPr lang="en-US" sz="2100" kern="1200" dirty="0"/>
            <a:t>Receptor</a:t>
          </a:r>
          <a:endParaRPr lang="en-IN" sz="2100" kern="1200" dirty="0"/>
        </a:p>
        <a:p>
          <a:pPr marL="228600" lvl="1" indent="-228600" algn="just" defTabSz="933450">
            <a:lnSpc>
              <a:spcPct val="90000"/>
            </a:lnSpc>
            <a:spcBef>
              <a:spcPct val="0"/>
            </a:spcBef>
            <a:spcAft>
              <a:spcPct val="20000"/>
            </a:spcAft>
            <a:buChar char="••"/>
          </a:pPr>
          <a:r>
            <a:rPr lang="en-US" sz="2100" kern="1200" dirty="0"/>
            <a:t>Antibody</a:t>
          </a:r>
          <a:endParaRPr lang="en-IN" sz="2100" kern="1200" dirty="0"/>
        </a:p>
      </dsp:txBody>
      <dsp:txXfrm>
        <a:off x="0" y="2263228"/>
        <a:ext cx="6774180" cy="312984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9A74AB1-1785-495D-A8F3-BF974D822EBE}">
      <dsp:nvSpPr>
        <dsp:cNvPr id="0" name=""/>
        <dsp:cNvSpPr/>
      </dsp:nvSpPr>
      <dsp:spPr>
        <a:xfrm>
          <a:off x="0" y="16910"/>
          <a:ext cx="11370025" cy="561599"/>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just" defTabSz="1066800">
            <a:lnSpc>
              <a:spcPct val="90000"/>
            </a:lnSpc>
            <a:spcBef>
              <a:spcPct val="0"/>
            </a:spcBef>
            <a:spcAft>
              <a:spcPct val="35000"/>
            </a:spcAft>
          </a:pPr>
          <a:r>
            <a:rPr lang="en-US" sz="2400" kern="1200" dirty="0">
              <a:solidFill>
                <a:schemeClr val="tx1"/>
              </a:solidFill>
              <a:latin typeface="+mn-lt"/>
            </a:rPr>
            <a:t>The output transduced signal that is measured as absorption or production of heat.</a:t>
          </a:r>
          <a:endParaRPr lang="en-IN" sz="2400" kern="1200" dirty="0">
            <a:solidFill>
              <a:schemeClr val="tx1"/>
            </a:solidFill>
            <a:latin typeface="+mn-lt"/>
          </a:endParaRPr>
        </a:p>
      </dsp:txBody>
      <dsp:txXfrm>
        <a:off x="27415" y="44325"/>
        <a:ext cx="11315195" cy="506769"/>
      </dsp:txXfrm>
    </dsp:sp>
    <dsp:sp modelId="{54711283-0469-4574-9479-3FE42D21351E}">
      <dsp:nvSpPr>
        <dsp:cNvPr id="0" name=""/>
        <dsp:cNvSpPr/>
      </dsp:nvSpPr>
      <dsp:spPr>
        <a:xfrm>
          <a:off x="0" y="578510"/>
          <a:ext cx="11370025" cy="52660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60998" tIns="30480" rIns="170688" bIns="30480" numCol="1" spcCol="1270" anchor="t" anchorCtr="0">
          <a:noAutofit/>
        </a:bodyPr>
        <a:lstStyle/>
        <a:p>
          <a:pPr marL="228600" lvl="1" indent="-228600" algn="just" defTabSz="1066800">
            <a:lnSpc>
              <a:spcPct val="90000"/>
            </a:lnSpc>
            <a:spcBef>
              <a:spcPct val="0"/>
            </a:spcBef>
            <a:spcAft>
              <a:spcPct val="20000"/>
            </a:spcAft>
            <a:buChar char="••"/>
          </a:pPr>
          <a:r>
            <a:rPr lang="en-US" sz="2400" b="1" kern="1200" dirty="0" smtClean="0">
              <a:latin typeface="+mn-lt"/>
            </a:rPr>
            <a:t>Temperature is measured by Thermistors.</a:t>
          </a:r>
          <a:endParaRPr lang="en-IN" sz="2400" b="1" kern="1200" dirty="0">
            <a:latin typeface="+mn-lt"/>
          </a:endParaRPr>
        </a:p>
        <a:p>
          <a:pPr marL="228600" lvl="1" indent="-228600" algn="just" defTabSz="1066800">
            <a:lnSpc>
              <a:spcPct val="90000"/>
            </a:lnSpc>
            <a:spcBef>
              <a:spcPct val="0"/>
            </a:spcBef>
            <a:spcAft>
              <a:spcPct val="20000"/>
            </a:spcAft>
            <a:buChar char="••"/>
          </a:pPr>
          <a:r>
            <a:rPr lang="en-US" sz="2400" b="0" kern="1200" dirty="0">
              <a:latin typeface="+mn-lt"/>
            </a:rPr>
            <a:t>If the enzyme catalyzed rection is exothermic, two thermistors may be used to measure the difference in resistance between reactant and product and hence the analyte concentration.</a:t>
          </a:r>
          <a:endParaRPr lang="en-IN" sz="2400" b="0" kern="1200" dirty="0">
            <a:latin typeface="+mn-lt"/>
          </a:endParaRPr>
        </a:p>
        <a:p>
          <a:pPr marL="228600" lvl="1" indent="-228600" algn="just" defTabSz="1066800">
            <a:lnSpc>
              <a:spcPct val="90000"/>
            </a:lnSpc>
            <a:spcBef>
              <a:spcPct val="0"/>
            </a:spcBef>
            <a:spcAft>
              <a:spcPct val="20000"/>
            </a:spcAft>
            <a:buChar char="••"/>
          </a:pPr>
          <a:r>
            <a:rPr lang="en-US" sz="2400" kern="1200" dirty="0"/>
            <a:t>The reaction takes place in a small enzyme packed bed reactor. </a:t>
          </a:r>
          <a:endParaRPr lang="en-IN" sz="2400" b="0" kern="1200" dirty="0">
            <a:latin typeface="+mn-lt"/>
          </a:endParaRPr>
        </a:p>
        <a:p>
          <a:pPr marL="228600" lvl="1" indent="-228600" algn="just" defTabSz="1066800">
            <a:lnSpc>
              <a:spcPct val="90000"/>
            </a:lnSpc>
            <a:spcBef>
              <a:spcPct val="0"/>
            </a:spcBef>
            <a:spcAft>
              <a:spcPct val="20000"/>
            </a:spcAft>
            <a:buChar char="••"/>
          </a:pPr>
          <a:r>
            <a:rPr lang="en-US" sz="2400" kern="1200" dirty="0"/>
            <a:t>As the substrate enters the bed, it gets converted to a product and heat is generated.</a:t>
          </a:r>
          <a:endParaRPr lang="en-IN" sz="2400" b="1" kern="1200" dirty="0">
            <a:latin typeface="+mn-lt"/>
          </a:endParaRPr>
        </a:p>
        <a:p>
          <a:pPr marL="228600" lvl="1" indent="-228600" algn="just" defTabSz="1066800">
            <a:lnSpc>
              <a:spcPct val="90000"/>
            </a:lnSpc>
            <a:spcBef>
              <a:spcPct val="0"/>
            </a:spcBef>
            <a:spcAft>
              <a:spcPct val="20000"/>
            </a:spcAft>
            <a:buChar char="••"/>
          </a:pPr>
          <a:r>
            <a:rPr lang="en-US" sz="2400" b="1" kern="1200" dirty="0">
              <a:latin typeface="+mn-lt"/>
            </a:rPr>
            <a:t>Advantages:</a:t>
          </a:r>
          <a:endParaRPr lang="en-IN" sz="2400" b="1" kern="1200" dirty="0">
            <a:latin typeface="+mn-lt"/>
          </a:endParaRPr>
        </a:p>
        <a:p>
          <a:pPr marL="457200" lvl="2" indent="-228600" algn="just" defTabSz="1066800">
            <a:lnSpc>
              <a:spcPct val="90000"/>
            </a:lnSpc>
            <a:spcBef>
              <a:spcPct val="0"/>
            </a:spcBef>
            <a:spcAft>
              <a:spcPct val="20000"/>
            </a:spcAft>
            <a:buChar char="••"/>
          </a:pPr>
          <a:r>
            <a:rPr lang="en-US" sz="2400" b="0" kern="1200" dirty="0">
              <a:latin typeface="+mn-lt"/>
            </a:rPr>
            <a:t>No need of frequent recalibration</a:t>
          </a:r>
          <a:endParaRPr lang="en-IN" sz="2400" b="0" kern="1200" dirty="0">
            <a:latin typeface="+mn-lt"/>
          </a:endParaRPr>
        </a:p>
        <a:p>
          <a:pPr marL="457200" lvl="2" indent="-228600" algn="just" defTabSz="1066800">
            <a:lnSpc>
              <a:spcPct val="90000"/>
            </a:lnSpc>
            <a:spcBef>
              <a:spcPct val="0"/>
            </a:spcBef>
            <a:spcAft>
              <a:spcPct val="20000"/>
            </a:spcAft>
            <a:buChar char="••"/>
          </a:pPr>
          <a:r>
            <a:rPr lang="en-US" sz="2400" b="0" kern="1200" dirty="0">
              <a:latin typeface="+mn-lt"/>
            </a:rPr>
            <a:t>Insensitive to the optical and electrochemical properties of the sample.</a:t>
          </a:r>
          <a:endParaRPr lang="en-IN" sz="2400" b="0" kern="1200" dirty="0">
            <a:latin typeface="+mn-lt"/>
          </a:endParaRPr>
        </a:p>
        <a:p>
          <a:pPr marL="228600" lvl="1" indent="-228600" algn="just" defTabSz="1066800">
            <a:lnSpc>
              <a:spcPct val="90000"/>
            </a:lnSpc>
            <a:spcBef>
              <a:spcPct val="0"/>
            </a:spcBef>
            <a:spcAft>
              <a:spcPct val="20000"/>
            </a:spcAft>
            <a:buChar char="••"/>
          </a:pPr>
          <a:r>
            <a:rPr lang="en-US" sz="2400" b="1" kern="1200" dirty="0">
              <a:latin typeface="+mn-lt"/>
            </a:rPr>
            <a:t>Uses:</a:t>
          </a:r>
          <a:r>
            <a:rPr lang="en-US" sz="2400" b="0" kern="1200" dirty="0">
              <a:latin typeface="+mn-lt"/>
            </a:rPr>
            <a:t> </a:t>
          </a:r>
          <a:endParaRPr lang="en-IN" sz="2400" b="0" kern="1200" dirty="0">
            <a:latin typeface="+mn-lt"/>
          </a:endParaRPr>
        </a:p>
        <a:p>
          <a:pPr marL="457200" lvl="2" indent="-228600" algn="just" defTabSz="1066800">
            <a:lnSpc>
              <a:spcPct val="90000"/>
            </a:lnSpc>
            <a:spcBef>
              <a:spcPct val="0"/>
            </a:spcBef>
            <a:spcAft>
              <a:spcPct val="20000"/>
            </a:spcAft>
            <a:buChar char="••"/>
          </a:pPr>
          <a:r>
            <a:rPr lang="en-US" sz="2400" b="0" kern="1200" dirty="0">
              <a:latin typeface="+mn-lt"/>
            </a:rPr>
            <a:t>Detection of : </a:t>
          </a:r>
          <a:r>
            <a:rPr lang="en-US" sz="2400" b="1" kern="1200" dirty="0">
              <a:latin typeface="+mn-lt"/>
            </a:rPr>
            <a:t>Pesticides</a:t>
          </a:r>
          <a:r>
            <a:rPr lang="en-US" sz="2400" b="0" kern="1200" dirty="0">
              <a:latin typeface="+mn-lt"/>
            </a:rPr>
            <a:t> and </a:t>
          </a:r>
          <a:r>
            <a:rPr lang="en-US" sz="2400" b="1" kern="1200" dirty="0">
              <a:latin typeface="+mn-lt"/>
            </a:rPr>
            <a:t>Pathogenic bacteria</a:t>
          </a:r>
          <a:endParaRPr lang="en-IN" sz="2400" b="1" kern="1200" dirty="0">
            <a:latin typeface="+mn-lt"/>
          </a:endParaRPr>
        </a:p>
        <a:p>
          <a:pPr marL="457200" lvl="2" indent="-228600" algn="just" defTabSz="1066800">
            <a:lnSpc>
              <a:spcPct val="90000"/>
            </a:lnSpc>
            <a:spcBef>
              <a:spcPct val="0"/>
            </a:spcBef>
            <a:spcAft>
              <a:spcPct val="20000"/>
            </a:spcAft>
            <a:buChar char="••"/>
          </a:pPr>
          <a:r>
            <a:rPr lang="en-IN" sz="2400" b="1" kern="1200" dirty="0" err="1">
              <a:latin typeface="+mn-lt"/>
            </a:rPr>
            <a:t>e.g</a:t>
          </a:r>
          <a:r>
            <a:rPr lang="en-IN" sz="2400" b="1" kern="1200" dirty="0">
              <a:latin typeface="+mn-lt"/>
            </a:rPr>
            <a:t>: </a:t>
          </a:r>
          <a:r>
            <a:rPr lang="en-US" sz="2400" kern="1200" dirty="0"/>
            <a:t>When cholesterol gets oxidized by the enzyme cholesterol oxidase, heat is generated which can be measured. </a:t>
          </a:r>
          <a:endParaRPr lang="en-IN" sz="2400" b="1" kern="1200" dirty="0">
            <a:latin typeface="+mn-lt"/>
          </a:endParaRPr>
        </a:p>
      </dsp:txBody>
      <dsp:txXfrm>
        <a:off x="0" y="578510"/>
        <a:ext cx="11370025" cy="526608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9A74AB1-1785-495D-A8F3-BF974D822EBE}">
      <dsp:nvSpPr>
        <dsp:cNvPr id="0" name=""/>
        <dsp:cNvSpPr/>
      </dsp:nvSpPr>
      <dsp:spPr>
        <a:xfrm>
          <a:off x="0" y="0"/>
          <a:ext cx="11311890" cy="1161437"/>
        </a:xfrm>
        <a:prstGeom prst="roundRect">
          <a:avLst/>
        </a:prstGeom>
        <a:no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just" defTabSz="1066800">
            <a:lnSpc>
              <a:spcPct val="90000"/>
            </a:lnSpc>
            <a:spcBef>
              <a:spcPct val="0"/>
            </a:spcBef>
            <a:spcAft>
              <a:spcPct val="35000"/>
            </a:spcAft>
          </a:pPr>
          <a:r>
            <a:rPr lang="en-US" sz="2400" b="0" i="0" kern="1200" dirty="0">
              <a:solidFill>
                <a:schemeClr val="tx1"/>
              </a:solidFill>
            </a:rPr>
            <a:t>Many chemical reactions produce or consume ions or causing some change in the electrical properties of the solution that can be sensed out &amp; used as a measuring parameter.</a:t>
          </a:r>
          <a:endParaRPr lang="en-IN" sz="2400" kern="1200" dirty="0">
            <a:solidFill>
              <a:schemeClr val="tx1"/>
            </a:solidFill>
            <a:latin typeface="+mn-lt"/>
          </a:endParaRPr>
        </a:p>
      </dsp:txBody>
      <dsp:txXfrm>
        <a:off x="56697" y="56697"/>
        <a:ext cx="11198496" cy="1048043"/>
      </dsp:txXfrm>
    </dsp:sp>
    <dsp:sp modelId="{54711283-0469-4574-9479-3FE42D21351E}">
      <dsp:nvSpPr>
        <dsp:cNvPr id="0" name=""/>
        <dsp:cNvSpPr/>
      </dsp:nvSpPr>
      <dsp:spPr>
        <a:xfrm>
          <a:off x="0" y="1075421"/>
          <a:ext cx="11311890" cy="32130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59153" tIns="30480" rIns="170688" bIns="30480" numCol="1" spcCol="1270" anchor="t" anchorCtr="0">
          <a:noAutofit/>
        </a:bodyPr>
        <a:lstStyle/>
        <a:p>
          <a:pPr marL="228600" lvl="1" indent="-228600" algn="just" defTabSz="1066800">
            <a:lnSpc>
              <a:spcPct val="90000"/>
            </a:lnSpc>
            <a:spcBef>
              <a:spcPct val="0"/>
            </a:spcBef>
            <a:spcAft>
              <a:spcPct val="20000"/>
            </a:spcAft>
            <a:buChar char="••"/>
          </a:pPr>
          <a:endParaRPr lang="en-IN" sz="2400" b="1" kern="1200" dirty="0">
            <a:latin typeface="+mn-lt"/>
          </a:endParaRPr>
        </a:p>
        <a:p>
          <a:pPr marL="228600" lvl="1" indent="-228600" algn="just" defTabSz="1066800">
            <a:lnSpc>
              <a:spcPct val="90000"/>
            </a:lnSpc>
            <a:spcBef>
              <a:spcPct val="0"/>
            </a:spcBef>
            <a:spcAft>
              <a:spcPct val="20000"/>
            </a:spcAft>
            <a:buChar char="••"/>
          </a:pPr>
          <a:endParaRPr lang="en-IN" sz="2400" b="1" kern="1200" dirty="0">
            <a:latin typeface="+mn-lt"/>
          </a:endParaRPr>
        </a:p>
        <a:p>
          <a:pPr marL="228600" lvl="1" indent="-228600" algn="just" defTabSz="1066800">
            <a:lnSpc>
              <a:spcPct val="90000"/>
            </a:lnSpc>
            <a:spcBef>
              <a:spcPct val="0"/>
            </a:spcBef>
            <a:spcAft>
              <a:spcPct val="20000"/>
            </a:spcAft>
            <a:buChar char="••"/>
          </a:pPr>
          <a:endParaRPr lang="en-IN" sz="2400" b="1" kern="1200" dirty="0">
            <a:latin typeface="+mn-lt"/>
          </a:endParaRPr>
        </a:p>
        <a:p>
          <a:pPr marL="228600" lvl="1" indent="-228600" algn="just" defTabSz="1066800">
            <a:lnSpc>
              <a:spcPct val="90000"/>
            </a:lnSpc>
            <a:spcBef>
              <a:spcPct val="0"/>
            </a:spcBef>
            <a:spcAft>
              <a:spcPct val="20000"/>
            </a:spcAft>
            <a:buChar char="••"/>
          </a:pPr>
          <a:r>
            <a:rPr lang="en-US" sz="2400" b="0" i="0" kern="1200" dirty="0"/>
            <a:t>Such types of rection are called Redox reactions</a:t>
          </a:r>
          <a:endParaRPr lang="en-IN" sz="2400" b="1" kern="1200" dirty="0">
            <a:latin typeface="+mn-lt"/>
          </a:endParaRPr>
        </a:p>
        <a:p>
          <a:pPr marL="228600" lvl="1" indent="-228600" algn="just" defTabSz="1066800">
            <a:lnSpc>
              <a:spcPct val="90000"/>
            </a:lnSpc>
            <a:spcBef>
              <a:spcPct val="0"/>
            </a:spcBef>
            <a:spcAft>
              <a:spcPct val="20000"/>
            </a:spcAft>
            <a:buChar char="••"/>
          </a:pPr>
          <a:r>
            <a:rPr lang="en-US" sz="2400" b="0" i="0" kern="1200" dirty="0"/>
            <a:t>Electrochemical biosensors are classified into three types:</a:t>
          </a:r>
          <a:endParaRPr lang="en-IN" sz="2400" b="1" kern="1200" dirty="0">
            <a:latin typeface="+mn-lt"/>
          </a:endParaRPr>
        </a:p>
        <a:p>
          <a:pPr marL="457200" lvl="2" indent="-228600" algn="l" defTabSz="1066800">
            <a:lnSpc>
              <a:spcPct val="90000"/>
            </a:lnSpc>
            <a:spcBef>
              <a:spcPct val="0"/>
            </a:spcBef>
            <a:spcAft>
              <a:spcPct val="20000"/>
            </a:spcAft>
            <a:buFont typeface="Arial" panose="020B0604020202020204" pitchFamily="34" charset="0"/>
            <a:buChar char="••"/>
          </a:pPr>
          <a:r>
            <a:rPr lang="en-IN" sz="2400" b="1" i="0" kern="1200" dirty="0" err="1"/>
            <a:t>Amperometric</a:t>
          </a:r>
          <a:r>
            <a:rPr lang="en-IN" sz="2400" b="1" i="0" kern="1200" dirty="0"/>
            <a:t> Biosensors</a:t>
          </a:r>
        </a:p>
        <a:p>
          <a:pPr marL="457200" lvl="2" indent="-228600" algn="l" defTabSz="1066800">
            <a:lnSpc>
              <a:spcPct val="90000"/>
            </a:lnSpc>
            <a:spcBef>
              <a:spcPct val="0"/>
            </a:spcBef>
            <a:spcAft>
              <a:spcPct val="20000"/>
            </a:spcAft>
            <a:buFont typeface="Arial" panose="020B0604020202020204" pitchFamily="34" charset="0"/>
            <a:buChar char="••"/>
          </a:pPr>
          <a:r>
            <a:rPr lang="en-IN" sz="2400" b="1" i="0" kern="1200" dirty="0"/>
            <a:t>Potentiometric Biosensors</a:t>
          </a:r>
        </a:p>
        <a:p>
          <a:pPr marL="457200" lvl="2" indent="-228600" algn="l" defTabSz="1066800">
            <a:lnSpc>
              <a:spcPct val="90000"/>
            </a:lnSpc>
            <a:spcBef>
              <a:spcPct val="0"/>
            </a:spcBef>
            <a:spcAft>
              <a:spcPct val="20000"/>
            </a:spcAft>
            <a:buFont typeface="Arial" panose="020B0604020202020204" pitchFamily="34" charset="0"/>
            <a:buChar char="••"/>
          </a:pPr>
          <a:r>
            <a:rPr lang="en-IN" sz="2400" b="1" i="0" kern="1200" dirty="0" err="1" smtClean="0"/>
            <a:t>Impedimetric</a:t>
          </a:r>
          <a:r>
            <a:rPr lang="en-IN" sz="2400" b="1" i="0" kern="1200" dirty="0" smtClean="0"/>
            <a:t> Biosensors</a:t>
          </a:r>
          <a:endParaRPr lang="en-IN" sz="2400" b="1" i="0" kern="1200" dirty="0"/>
        </a:p>
        <a:p>
          <a:pPr marL="228600" lvl="1" indent="-228600" algn="just" defTabSz="977900">
            <a:lnSpc>
              <a:spcPct val="90000"/>
            </a:lnSpc>
            <a:spcBef>
              <a:spcPct val="0"/>
            </a:spcBef>
            <a:spcAft>
              <a:spcPct val="20000"/>
            </a:spcAft>
            <a:buChar char="••"/>
          </a:pPr>
          <a:endParaRPr lang="en-IN" sz="2200" b="1" kern="1200" dirty="0">
            <a:latin typeface="+mn-lt"/>
          </a:endParaRPr>
        </a:p>
      </dsp:txBody>
      <dsp:txXfrm>
        <a:off x="0" y="1075421"/>
        <a:ext cx="11311890" cy="3213040"/>
      </dsp:txXfrm>
    </dsp:sp>
    <dsp:sp modelId="{BD59CD2C-24FC-4190-90BD-A9E806B65F95}">
      <dsp:nvSpPr>
        <dsp:cNvPr id="0" name=""/>
        <dsp:cNvSpPr/>
      </dsp:nvSpPr>
      <dsp:spPr>
        <a:xfrm>
          <a:off x="0" y="1259746"/>
          <a:ext cx="11311890" cy="1161437"/>
        </a:xfrm>
        <a:prstGeom prst="roundRect">
          <a:avLst/>
        </a:prstGeom>
        <a:no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l" defTabSz="1066800">
            <a:lnSpc>
              <a:spcPct val="90000"/>
            </a:lnSpc>
            <a:spcBef>
              <a:spcPct val="0"/>
            </a:spcBef>
            <a:spcAft>
              <a:spcPct val="35000"/>
            </a:spcAft>
          </a:pPr>
          <a:r>
            <a:rPr lang="en-US" sz="2400" kern="1200" dirty="0" smtClean="0">
              <a:solidFill>
                <a:schemeClr val="tx1"/>
              </a:solidFill>
            </a:rPr>
            <a:t>Generally, the electrochemical biosensor is based on the reaction of enzymatic catalysis that consumes or generates electrons. </a:t>
          </a:r>
        </a:p>
      </dsp:txBody>
      <dsp:txXfrm>
        <a:off x="56697" y="1316443"/>
        <a:ext cx="11198496" cy="1048043"/>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9A74AB1-1785-495D-A8F3-BF974D822EBE}">
      <dsp:nvSpPr>
        <dsp:cNvPr id="0" name=""/>
        <dsp:cNvSpPr/>
      </dsp:nvSpPr>
      <dsp:spPr>
        <a:xfrm>
          <a:off x="0" y="0"/>
          <a:ext cx="10977040" cy="1287532"/>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just" defTabSz="1066800">
            <a:lnSpc>
              <a:spcPct val="90000"/>
            </a:lnSpc>
            <a:spcBef>
              <a:spcPct val="0"/>
            </a:spcBef>
            <a:spcAft>
              <a:spcPct val="35000"/>
            </a:spcAft>
          </a:pPr>
          <a:r>
            <a:rPr lang="en-US" sz="2400" kern="1200" dirty="0" err="1">
              <a:solidFill>
                <a:schemeClr val="tx1"/>
              </a:solidFill>
              <a:latin typeface="+mn-lt"/>
            </a:rPr>
            <a:t>Amperometric</a:t>
          </a:r>
          <a:r>
            <a:rPr lang="en-US" sz="2400" kern="1200" dirty="0">
              <a:solidFill>
                <a:schemeClr val="tx1"/>
              </a:solidFill>
              <a:latin typeface="+mn-lt"/>
            </a:rPr>
            <a:t> for </a:t>
          </a:r>
          <a:r>
            <a:rPr lang="en-US" sz="2400" b="1" kern="1200" dirty="0">
              <a:solidFill>
                <a:schemeClr val="tx1"/>
              </a:solidFill>
              <a:latin typeface="+mn-lt"/>
            </a:rPr>
            <a:t>applied current</a:t>
          </a:r>
          <a:r>
            <a:rPr lang="en-US" sz="2400" kern="1200" dirty="0">
              <a:solidFill>
                <a:schemeClr val="tx1"/>
              </a:solidFill>
              <a:latin typeface="+mn-lt"/>
            </a:rPr>
            <a:t>: Movement of e</a:t>
          </a:r>
          <a:r>
            <a:rPr lang="en-US" sz="2400" kern="1200" baseline="30000" dirty="0">
              <a:solidFill>
                <a:schemeClr val="tx1"/>
              </a:solidFill>
              <a:latin typeface="+mn-lt"/>
            </a:rPr>
            <a:t>- </a:t>
          </a:r>
          <a:r>
            <a:rPr lang="en-US" sz="2400" kern="1200" baseline="0" dirty="0">
              <a:solidFill>
                <a:schemeClr val="tx1"/>
              </a:solidFill>
              <a:latin typeface="+mn-lt"/>
            </a:rPr>
            <a:t>in redox reactions detected when a potential is applied between two electrodes.</a:t>
          </a:r>
          <a:endParaRPr lang="en-IN" sz="2400" kern="1200" baseline="0" dirty="0">
            <a:solidFill>
              <a:schemeClr val="tx1"/>
            </a:solidFill>
            <a:latin typeface="+mn-lt"/>
          </a:endParaRPr>
        </a:p>
      </dsp:txBody>
      <dsp:txXfrm>
        <a:off x="62852" y="62852"/>
        <a:ext cx="10851336" cy="1161828"/>
      </dsp:txXfrm>
    </dsp:sp>
    <dsp:sp modelId="{54711283-0469-4574-9479-3FE42D21351E}">
      <dsp:nvSpPr>
        <dsp:cNvPr id="0" name=""/>
        <dsp:cNvSpPr/>
      </dsp:nvSpPr>
      <dsp:spPr>
        <a:xfrm>
          <a:off x="0" y="1380142"/>
          <a:ext cx="10977040" cy="41110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8521" tIns="30480" rIns="170688" bIns="30480" numCol="1" spcCol="1270" anchor="t" anchorCtr="0">
          <a:noAutofit/>
        </a:bodyPr>
        <a:lstStyle/>
        <a:p>
          <a:pPr marL="228600" lvl="1" indent="-228600" algn="just" defTabSz="1066800">
            <a:lnSpc>
              <a:spcPct val="90000"/>
            </a:lnSpc>
            <a:spcBef>
              <a:spcPct val="0"/>
            </a:spcBef>
            <a:spcAft>
              <a:spcPct val="20000"/>
            </a:spcAft>
            <a:buChar char="••"/>
          </a:pPr>
          <a:r>
            <a:rPr lang="en-US" sz="2400" kern="1200" dirty="0" smtClean="0"/>
            <a:t>These biosensors are based on the movement of electrons (i.e. determination of electric current) as a result of enzyme-</a:t>
          </a:r>
          <a:r>
            <a:rPr lang="en-US" sz="2400" kern="1200" dirty="0" err="1" smtClean="0"/>
            <a:t>catalysed</a:t>
          </a:r>
          <a:r>
            <a:rPr lang="en-US" sz="2400" kern="1200" dirty="0" smtClean="0"/>
            <a:t> redox reactions.</a:t>
          </a:r>
          <a:endParaRPr lang="en-IN" sz="2400" b="1" kern="1200" dirty="0">
            <a:latin typeface="+mn-lt"/>
          </a:endParaRPr>
        </a:p>
        <a:p>
          <a:pPr marL="228600" lvl="1" indent="-228600" algn="just" defTabSz="1066800">
            <a:lnSpc>
              <a:spcPct val="90000"/>
            </a:lnSpc>
            <a:spcBef>
              <a:spcPct val="0"/>
            </a:spcBef>
            <a:spcAft>
              <a:spcPct val="20000"/>
            </a:spcAft>
            <a:buChar char="••"/>
          </a:pPr>
          <a:r>
            <a:rPr lang="en-US" sz="2400" kern="1200" dirty="0"/>
            <a:t>Normally, a constant voltage passes between the electrodes which can be determined. </a:t>
          </a:r>
          <a:endParaRPr lang="en-IN" sz="2400" b="1" kern="1200" dirty="0">
            <a:latin typeface="+mn-lt"/>
          </a:endParaRPr>
        </a:p>
        <a:p>
          <a:pPr marL="228600" lvl="1" indent="-228600" algn="just" defTabSz="1066800">
            <a:lnSpc>
              <a:spcPct val="90000"/>
            </a:lnSpc>
            <a:spcBef>
              <a:spcPct val="0"/>
            </a:spcBef>
            <a:spcAft>
              <a:spcPct val="20000"/>
            </a:spcAft>
            <a:buChar char="••"/>
          </a:pPr>
          <a:r>
            <a:rPr lang="en-US" sz="2400" b="0" i="0" kern="1200" dirty="0"/>
            <a:t>Generally, these Biosensors have reaction times, energetic ranges &amp; sensitivities comparable to the Potentiometric-biosensors. </a:t>
          </a:r>
          <a:endParaRPr lang="en-IN" sz="2400" b="1" kern="1200" dirty="0">
            <a:latin typeface="+mn-lt"/>
          </a:endParaRPr>
        </a:p>
        <a:p>
          <a:pPr marL="228600" lvl="1" indent="-228600" algn="just" defTabSz="1066800">
            <a:lnSpc>
              <a:spcPct val="90000"/>
            </a:lnSpc>
            <a:spcBef>
              <a:spcPct val="0"/>
            </a:spcBef>
            <a:spcAft>
              <a:spcPct val="20000"/>
            </a:spcAft>
            <a:buChar char="••"/>
          </a:pPr>
          <a:r>
            <a:rPr lang="en-US" sz="2400" b="0" i="0" kern="1200" dirty="0"/>
            <a:t>The simple </a:t>
          </a:r>
          <a:r>
            <a:rPr lang="en-US" sz="2400" b="0" i="0" kern="1200" dirty="0" err="1"/>
            <a:t>amperometric</a:t>
          </a:r>
          <a:r>
            <a:rPr lang="en-US" sz="2400" b="0" i="0" kern="1200" dirty="0"/>
            <a:t> biosensor infrequent usage includes the “</a:t>
          </a:r>
          <a:r>
            <a:rPr lang="en-US" sz="2400" b="1" i="0" kern="1200" dirty="0"/>
            <a:t>Clark oxygen electrode</a:t>
          </a:r>
          <a:r>
            <a:rPr lang="en-US" sz="2400" b="1" i="0" kern="1200" dirty="0" smtClean="0"/>
            <a:t>”</a:t>
          </a:r>
          <a:r>
            <a:rPr lang="en-US" sz="2400" b="0" i="0" kern="1200" dirty="0" smtClean="0"/>
            <a:t>.</a:t>
          </a:r>
          <a:r>
            <a:rPr lang="en-US" sz="2400" kern="1200" dirty="0" smtClean="0"/>
            <a:t> </a:t>
          </a:r>
          <a:endParaRPr lang="en-IN" sz="2400" b="1" kern="1200" dirty="0">
            <a:latin typeface="+mn-lt"/>
          </a:endParaRPr>
        </a:p>
        <a:p>
          <a:pPr marL="228600" lvl="1" indent="-228600" algn="just" defTabSz="1066800">
            <a:lnSpc>
              <a:spcPct val="90000"/>
            </a:lnSpc>
            <a:spcBef>
              <a:spcPct val="0"/>
            </a:spcBef>
            <a:spcAft>
              <a:spcPct val="20000"/>
            </a:spcAft>
            <a:buChar char="••"/>
          </a:pPr>
          <a:r>
            <a:rPr lang="en-US" sz="2400" b="1" kern="1200" dirty="0" smtClean="0">
              <a:solidFill>
                <a:schemeClr val="tx1"/>
              </a:solidFill>
            </a:rPr>
            <a:t>In other words, </a:t>
          </a:r>
          <a:r>
            <a:rPr lang="en-US" sz="2400" b="1" kern="1200" dirty="0" err="1" smtClean="0">
              <a:solidFill>
                <a:schemeClr val="tx1"/>
              </a:solidFill>
            </a:rPr>
            <a:t>Amperometric</a:t>
          </a:r>
          <a:r>
            <a:rPr lang="en-US" sz="2400" b="1" kern="1200" dirty="0" smtClean="0">
              <a:solidFill>
                <a:schemeClr val="tx1"/>
              </a:solidFill>
            </a:rPr>
            <a:t> biosensors </a:t>
          </a:r>
          <a:r>
            <a:rPr lang="en-US" sz="2400" kern="1200" dirty="0" smtClean="0"/>
            <a:t>measure the electric current associated with electron flow resulting from redox reactions</a:t>
          </a:r>
          <a:endParaRPr lang="en-IN" sz="2400" b="1" kern="1200" dirty="0">
            <a:latin typeface="+mn-lt"/>
          </a:endParaRPr>
        </a:p>
      </dsp:txBody>
      <dsp:txXfrm>
        <a:off x="0" y="1380142"/>
        <a:ext cx="10977040" cy="4111036"/>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9A74AB1-1785-495D-A8F3-BF974D822EBE}">
      <dsp:nvSpPr>
        <dsp:cNvPr id="0" name=""/>
        <dsp:cNvSpPr/>
      </dsp:nvSpPr>
      <dsp:spPr>
        <a:xfrm>
          <a:off x="0" y="0"/>
          <a:ext cx="10987039" cy="1182474"/>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just" defTabSz="1244600">
            <a:lnSpc>
              <a:spcPct val="90000"/>
            </a:lnSpc>
            <a:spcBef>
              <a:spcPct val="0"/>
            </a:spcBef>
            <a:spcAft>
              <a:spcPct val="35000"/>
            </a:spcAft>
          </a:pPr>
          <a:r>
            <a:rPr lang="en-US" sz="2800" b="0" i="0" kern="1200" dirty="0">
              <a:solidFill>
                <a:schemeClr val="tx1"/>
              </a:solidFill>
            </a:rPr>
            <a:t>Potentiometric for </a:t>
          </a:r>
          <a:r>
            <a:rPr lang="en-US" sz="2800" b="1" i="0" kern="1200" dirty="0">
              <a:solidFill>
                <a:schemeClr val="tx1"/>
              </a:solidFill>
            </a:rPr>
            <a:t>voltage:</a:t>
          </a:r>
          <a:r>
            <a:rPr lang="en-US" sz="2800" b="0" i="0" kern="1200" dirty="0">
              <a:solidFill>
                <a:schemeClr val="tx1"/>
              </a:solidFill>
            </a:rPr>
            <a:t> Change in distribution of charge is detected using ion-selective electrodes</a:t>
          </a:r>
          <a:r>
            <a:rPr lang="en-US" sz="2800" b="0" i="0" kern="1200" dirty="0"/>
            <a:t>.</a:t>
          </a:r>
        </a:p>
      </dsp:txBody>
      <dsp:txXfrm>
        <a:off x="57724" y="57724"/>
        <a:ext cx="10871591" cy="1067026"/>
      </dsp:txXfrm>
    </dsp:sp>
    <dsp:sp modelId="{54711283-0469-4574-9479-3FE42D21351E}">
      <dsp:nvSpPr>
        <dsp:cNvPr id="0" name=""/>
        <dsp:cNvSpPr/>
      </dsp:nvSpPr>
      <dsp:spPr>
        <a:xfrm>
          <a:off x="0" y="1307673"/>
          <a:ext cx="10987039" cy="45029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8839" tIns="35560" rIns="199136" bIns="35560" numCol="1" spcCol="1270" anchor="t" anchorCtr="0">
          <a:noAutofit/>
        </a:bodyPr>
        <a:lstStyle/>
        <a:p>
          <a:pPr marL="285750" lvl="1" indent="-285750" algn="just" defTabSz="1244600">
            <a:lnSpc>
              <a:spcPct val="90000"/>
            </a:lnSpc>
            <a:spcBef>
              <a:spcPct val="0"/>
            </a:spcBef>
            <a:spcAft>
              <a:spcPct val="20000"/>
            </a:spcAft>
            <a:buChar char="••"/>
          </a:pPr>
          <a:r>
            <a:rPr lang="en-US" sz="2800" b="0" i="0" kern="1200" dirty="0"/>
            <a:t>This type of biosensor provides a logarithmic reply by means of a high energetic range. </a:t>
          </a:r>
          <a:endParaRPr lang="en-IN" sz="2800" b="1" kern="1200" dirty="0">
            <a:latin typeface="+mn-lt"/>
          </a:endParaRPr>
        </a:p>
        <a:p>
          <a:pPr marL="285750" lvl="1" indent="-285750" algn="just" defTabSz="1244600">
            <a:lnSpc>
              <a:spcPct val="90000"/>
            </a:lnSpc>
            <a:spcBef>
              <a:spcPct val="0"/>
            </a:spcBef>
            <a:spcAft>
              <a:spcPct val="20000"/>
            </a:spcAft>
            <a:buChar char="••"/>
          </a:pPr>
          <a:r>
            <a:rPr lang="en-US" sz="2800" b="0" i="0" kern="1200" dirty="0"/>
            <a:t>They comprise two electrodes that are enormously responsive and strong.</a:t>
          </a:r>
          <a:endParaRPr lang="en-IN" sz="2800" b="1" kern="1200" dirty="0">
            <a:latin typeface="+mn-lt"/>
          </a:endParaRPr>
        </a:p>
        <a:p>
          <a:pPr marL="285750" lvl="1" indent="-285750" algn="just" defTabSz="1244600">
            <a:lnSpc>
              <a:spcPct val="90000"/>
            </a:lnSpc>
            <a:spcBef>
              <a:spcPct val="0"/>
            </a:spcBef>
            <a:spcAft>
              <a:spcPct val="20000"/>
            </a:spcAft>
            <a:buChar char="••"/>
          </a:pPr>
          <a:r>
            <a:rPr lang="en-US" sz="2800" b="1" kern="1200" dirty="0" smtClean="0"/>
            <a:t>Potentiometric biosensors </a:t>
          </a:r>
          <a:r>
            <a:rPr lang="en-US" sz="2800" kern="1200" dirty="0" smtClean="0"/>
            <a:t>use ion selective electrodes to determine changes in the concentration of chosen ions.</a:t>
          </a:r>
          <a:endParaRPr lang="en-IN" sz="2800" b="1" kern="1200" dirty="0">
            <a:latin typeface="+mn-lt"/>
          </a:endParaRPr>
        </a:p>
        <a:p>
          <a:pPr marL="571500" lvl="2" indent="-285750" algn="just" defTabSz="1244600">
            <a:lnSpc>
              <a:spcPct val="90000"/>
            </a:lnSpc>
            <a:spcBef>
              <a:spcPct val="0"/>
            </a:spcBef>
            <a:spcAft>
              <a:spcPct val="20000"/>
            </a:spcAft>
            <a:buChar char="••"/>
          </a:pPr>
          <a:r>
            <a:rPr lang="en-US" sz="2800" b="1" kern="1200" dirty="0">
              <a:latin typeface="+mn-lt"/>
            </a:rPr>
            <a:t>For example pH meters.</a:t>
          </a:r>
          <a:endParaRPr lang="en-IN" sz="2800" b="1" kern="1200" dirty="0">
            <a:latin typeface="+mn-lt"/>
          </a:endParaRPr>
        </a:p>
        <a:p>
          <a:pPr marL="285750" lvl="1" indent="-285750" algn="just" defTabSz="1244600">
            <a:lnSpc>
              <a:spcPct val="90000"/>
            </a:lnSpc>
            <a:spcBef>
              <a:spcPct val="0"/>
            </a:spcBef>
            <a:spcAft>
              <a:spcPct val="20000"/>
            </a:spcAft>
            <a:buChar char="••"/>
          </a:pPr>
          <a:r>
            <a:rPr lang="en-US" sz="2800" b="0" i="0" kern="1200" dirty="0"/>
            <a:t>These changes might be credited to ionic force, hydration, pH, and redox responses, the latter as the label of enzyme rotating above a substrate. </a:t>
          </a:r>
          <a:endParaRPr lang="en-IN" sz="2800" b="1" kern="1200" dirty="0">
            <a:latin typeface="+mn-lt"/>
          </a:endParaRPr>
        </a:p>
      </dsp:txBody>
      <dsp:txXfrm>
        <a:off x="0" y="1307673"/>
        <a:ext cx="10987039" cy="4502940"/>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9A74AB1-1785-495D-A8F3-BF974D822EBE}">
      <dsp:nvSpPr>
        <dsp:cNvPr id="0" name=""/>
        <dsp:cNvSpPr/>
      </dsp:nvSpPr>
      <dsp:spPr>
        <a:xfrm>
          <a:off x="0" y="0"/>
          <a:ext cx="11235689" cy="1298505"/>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lvl="0" algn="just" defTabSz="1422400">
            <a:lnSpc>
              <a:spcPct val="90000"/>
            </a:lnSpc>
            <a:spcBef>
              <a:spcPct val="0"/>
            </a:spcBef>
            <a:spcAft>
              <a:spcPct val="35000"/>
            </a:spcAft>
          </a:pPr>
          <a:r>
            <a:rPr lang="en-US" sz="3200" b="0" i="0" kern="1200" dirty="0">
              <a:solidFill>
                <a:schemeClr val="tx1"/>
              </a:solidFill>
            </a:rPr>
            <a:t>This type of biosensors is measures the conductance of </a:t>
          </a:r>
          <a:r>
            <a:rPr lang="en-US" sz="3200" b="1" i="0" kern="1200" dirty="0">
              <a:solidFill>
                <a:schemeClr val="tx1"/>
              </a:solidFill>
            </a:rPr>
            <a:t>Impedance. </a:t>
          </a:r>
        </a:p>
      </dsp:txBody>
      <dsp:txXfrm>
        <a:off x="63388" y="63388"/>
        <a:ext cx="11108913" cy="1171729"/>
      </dsp:txXfrm>
    </dsp:sp>
    <dsp:sp modelId="{54711283-0469-4574-9479-3FE42D21351E}">
      <dsp:nvSpPr>
        <dsp:cNvPr id="0" name=""/>
        <dsp:cNvSpPr/>
      </dsp:nvSpPr>
      <dsp:spPr>
        <a:xfrm>
          <a:off x="0" y="1437976"/>
          <a:ext cx="11235689" cy="38518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56733" tIns="35560" rIns="199136" bIns="35560" numCol="1" spcCol="1270" anchor="t" anchorCtr="0">
          <a:noAutofit/>
        </a:bodyPr>
        <a:lstStyle/>
        <a:p>
          <a:pPr marL="285750" lvl="1" indent="-285750" algn="just" defTabSz="1244600">
            <a:lnSpc>
              <a:spcPct val="90000"/>
            </a:lnSpc>
            <a:spcBef>
              <a:spcPct val="0"/>
            </a:spcBef>
            <a:spcAft>
              <a:spcPct val="20000"/>
            </a:spcAft>
            <a:buChar char="••"/>
          </a:pPr>
          <a:r>
            <a:rPr lang="en-US" sz="2800" b="0" i="0" kern="1200" dirty="0"/>
            <a:t>The EIS (Electrochemical impedance spectroscopy) is a responsive indicator for a broad range of physical as well as chemical properties.</a:t>
          </a:r>
          <a:endParaRPr lang="en-IN" sz="2800" b="1" kern="1200" dirty="0">
            <a:latin typeface="+mn-lt"/>
          </a:endParaRPr>
        </a:p>
        <a:p>
          <a:pPr marL="285750" lvl="1" indent="-285750" algn="just" defTabSz="1244600">
            <a:lnSpc>
              <a:spcPct val="90000"/>
            </a:lnSpc>
            <a:spcBef>
              <a:spcPct val="0"/>
            </a:spcBef>
            <a:spcAft>
              <a:spcPct val="20000"/>
            </a:spcAft>
            <a:buChar char="••"/>
          </a:pPr>
          <a:r>
            <a:rPr lang="en-US" sz="2800" b="0" i="0" kern="1200" dirty="0"/>
            <a:t>A rising trend towards the expansion of Impedimetric biosensors is being presently observed. </a:t>
          </a:r>
          <a:endParaRPr lang="en-IN" sz="2800" b="1" kern="1200" dirty="0">
            <a:latin typeface="+mn-lt"/>
          </a:endParaRPr>
        </a:p>
        <a:p>
          <a:pPr marL="285750" lvl="1" indent="-285750" algn="just" defTabSz="1244600">
            <a:lnSpc>
              <a:spcPct val="90000"/>
            </a:lnSpc>
            <a:spcBef>
              <a:spcPct val="0"/>
            </a:spcBef>
            <a:spcAft>
              <a:spcPct val="20000"/>
            </a:spcAft>
            <a:buChar char="••"/>
          </a:pPr>
          <a:r>
            <a:rPr lang="en-US" sz="2800" b="0" i="0" kern="1200" dirty="0"/>
            <a:t>The techniques of Impedimetric have been executed to differentiate the invention of the biosensors as well as to examine the catalyzed responses of enzymes lectins, nucleic acids, receptors, whole cells, and antibodies.</a:t>
          </a:r>
          <a:endParaRPr lang="en-IN" sz="2800" b="1" kern="1200" dirty="0">
            <a:latin typeface="+mn-lt"/>
          </a:endParaRPr>
        </a:p>
      </dsp:txBody>
      <dsp:txXfrm>
        <a:off x="0" y="1437976"/>
        <a:ext cx="11235689" cy="3851801"/>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B6C8E89-DACE-4C4A-B2FC-F1539470BC3C}">
      <dsp:nvSpPr>
        <dsp:cNvPr id="0" name=""/>
        <dsp:cNvSpPr/>
      </dsp:nvSpPr>
      <dsp:spPr>
        <a:xfrm>
          <a:off x="0" y="87962"/>
          <a:ext cx="11140440" cy="748800"/>
        </a:xfrm>
        <a:prstGeom prst="rect">
          <a:avLst/>
        </a:prstGeom>
        <a:no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7584" tIns="130048" rIns="227584" bIns="130048" numCol="1" spcCol="1270" anchor="ctr" anchorCtr="0">
          <a:noAutofit/>
        </a:bodyPr>
        <a:lstStyle/>
        <a:p>
          <a:pPr lvl="0" algn="ctr" defTabSz="1422400">
            <a:lnSpc>
              <a:spcPct val="90000"/>
            </a:lnSpc>
            <a:spcBef>
              <a:spcPct val="0"/>
            </a:spcBef>
            <a:spcAft>
              <a:spcPct val="35000"/>
            </a:spcAft>
          </a:pPr>
          <a:r>
            <a:rPr lang="fr-FR" sz="3200" b="1" kern="1200" dirty="0">
              <a:solidFill>
                <a:srgbClr val="C00000"/>
              </a:solidFill>
              <a:effectLst>
                <a:outerShdw blurRad="38100" dist="38100" dir="2700000" algn="tl">
                  <a:srgbClr val="000000">
                    <a:alpha val="43137"/>
                  </a:srgbClr>
                </a:outerShdw>
              </a:effectLst>
            </a:rPr>
            <a:t>Enzyme </a:t>
          </a:r>
          <a:r>
            <a:rPr lang="en-IN" sz="3200" b="1" kern="1200" dirty="0">
              <a:solidFill>
                <a:srgbClr val="C00000"/>
              </a:solidFill>
              <a:effectLst>
                <a:outerShdw blurRad="38100" dist="38100" dir="2700000" algn="tl">
                  <a:srgbClr val="000000">
                    <a:alpha val="43137"/>
                  </a:srgbClr>
                </a:outerShdw>
              </a:effectLst>
            </a:rPr>
            <a:t>Biosensors</a:t>
          </a:r>
          <a:endParaRPr lang="en-IN" sz="3200" kern="1200" dirty="0">
            <a:solidFill>
              <a:srgbClr val="C00000"/>
            </a:solidFill>
          </a:endParaRPr>
        </a:p>
      </dsp:txBody>
      <dsp:txXfrm>
        <a:off x="0" y="87962"/>
        <a:ext cx="11140440" cy="748800"/>
      </dsp:txXfrm>
    </dsp:sp>
    <dsp:sp modelId="{DD155254-A6E4-490F-BBBB-8F0DDBD4DC3A}">
      <dsp:nvSpPr>
        <dsp:cNvPr id="0" name=""/>
        <dsp:cNvSpPr/>
      </dsp:nvSpPr>
      <dsp:spPr>
        <a:xfrm>
          <a:off x="0" y="817922"/>
          <a:ext cx="11140440" cy="3639870"/>
        </a:xfrm>
        <a:prstGeom prst="rect">
          <a:avLst/>
        </a:prstGeom>
        <a:no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38684" tIns="138684" rIns="184912" bIns="208026" numCol="1" spcCol="1270" anchor="t" anchorCtr="0">
          <a:noAutofit/>
        </a:bodyPr>
        <a:lstStyle/>
        <a:p>
          <a:pPr marL="228600" lvl="1" indent="-228600" algn="just" defTabSz="1155700">
            <a:lnSpc>
              <a:spcPct val="90000"/>
            </a:lnSpc>
            <a:spcBef>
              <a:spcPct val="0"/>
            </a:spcBef>
            <a:spcAft>
              <a:spcPct val="15000"/>
            </a:spcAft>
            <a:buChar char="••"/>
          </a:pPr>
          <a:r>
            <a:rPr lang="en-US" sz="2600" b="0" i="0" kern="1200" dirty="0"/>
            <a:t>An enzyme biosensor is </a:t>
          </a:r>
          <a:r>
            <a:rPr lang="en-US" sz="2600" b="1" i="0" kern="1200" dirty="0"/>
            <a:t>an analytical device that combines an enzyme with a transducer to produce a signal proportional to target analyte concentration</a:t>
          </a:r>
          <a:r>
            <a:rPr lang="en-US" sz="2600" b="0" i="0" kern="1200" dirty="0"/>
            <a:t>.</a:t>
          </a:r>
          <a:endParaRPr lang="en-IN" sz="2600" kern="1200" dirty="0"/>
        </a:p>
        <a:p>
          <a:pPr marL="228600" lvl="1" indent="-228600" algn="just" defTabSz="1155700">
            <a:lnSpc>
              <a:spcPct val="90000"/>
            </a:lnSpc>
            <a:spcBef>
              <a:spcPct val="0"/>
            </a:spcBef>
            <a:spcAft>
              <a:spcPct val="15000"/>
            </a:spcAft>
            <a:buChar char="••"/>
          </a:pPr>
          <a:r>
            <a:rPr lang="en-US" sz="2600" b="0" i="0" kern="1200" dirty="0"/>
            <a:t>Because of their specificity and catalytic (amplification) properties, enzymes have found widespread use as sensing elements in biosensors.</a:t>
          </a:r>
          <a:endParaRPr lang="en-IN" sz="2600" kern="1200" dirty="0"/>
        </a:p>
        <a:p>
          <a:pPr marL="228600" lvl="1" indent="-228600" algn="just" defTabSz="1155700">
            <a:lnSpc>
              <a:spcPct val="90000"/>
            </a:lnSpc>
            <a:spcBef>
              <a:spcPct val="0"/>
            </a:spcBef>
            <a:spcAft>
              <a:spcPct val="15000"/>
            </a:spcAft>
            <a:buChar char="••"/>
          </a:pPr>
          <a:r>
            <a:rPr lang="en-US" sz="2600" b="0" i="0" kern="1200" dirty="0"/>
            <a:t>An enzymatic biosensor comprises of an </a:t>
          </a:r>
          <a:r>
            <a:rPr lang="en-US" sz="2600" b="1" i="0" kern="1200" dirty="0"/>
            <a:t>enzyme</a:t>
          </a:r>
          <a:r>
            <a:rPr lang="en-US" sz="2600" b="0" i="0" kern="1200" dirty="0"/>
            <a:t>, which </a:t>
          </a:r>
          <a:r>
            <a:rPr lang="en-US" sz="2600" b="1" i="0" kern="1200" dirty="0"/>
            <a:t>recognizes</a:t>
          </a:r>
          <a:r>
            <a:rPr lang="en-US" sz="2600" b="0" i="0" kern="1200" dirty="0"/>
            <a:t> and then </a:t>
          </a:r>
          <a:r>
            <a:rPr lang="en-US" sz="2600" b="1" i="0" kern="1200" dirty="0"/>
            <a:t>reacts</a:t>
          </a:r>
          <a:r>
            <a:rPr lang="en-US" sz="2600" b="0" i="0" kern="1200" dirty="0"/>
            <a:t> with the </a:t>
          </a:r>
          <a:r>
            <a:rPr lang="en-US" sz="2600" b="1" i="0" kern="1200" dirty="0"/>
            <a:t>target analyte </a:t>
          </a:r>
          <a:r>
            <a:rPr lang="en-US" sz="2600" b="0" i="0" kern="1200" dirty="0"/>
            <a:t>producing a </a:t>
          </a:r>
          <a:r>
            <a:rPr lang="en-US" sz="2600" b="1" i="0" kern="1200" dirty="0"/>
            <a:t>chemical signal</a:t>
          </a:r>
          <a:r>
            <a:rPr lang="en-US" sz="2600" b="0" i="0" kern="1200" dirty="0"/>
            <a:t>, a </a:t>
          </a:r>
          <a:r>
            <a:rPr lang="en-US" sz="2600" b="1" i="0" kern="1200" dirty="0"/>
            <a:t>transducer</a:t>
          </a:r>
          <a:r>
            <a:rPr lang="en-US" sz="2600" b="0" i="0" kern="1200" dirty="0"/>
            <a:t>, which produces a </a:t>
          </a:r>
          <a:r>
            <a:rPr lang="en-US" sz="2600" b="1" i="0" kern="1200" dirty="0"/>
            <a:t>physical signal </a:t>
          </a:r>
          <a:r>
            <a:rPr lang="en-US" sz="2600" b="0" i="0" kern="1200" dirty="0"/>
            <a:t>out of that chemical one, and an electronic amplifier, which conditions and then amplifies the signal.</a:t>
          </a:r>
          <a:endParaRPr lang="en-IN" sz="2600" kern="1200" dirty="0"/>
        </a:p>
      </dsp:txBody>
      <dsp:txXfrm>
        <a:off x="0" y="817922"/>
        <a:ext cx="11140440" cy="3639870"/>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296BC98-D299-43F0-A9A1-878841FDE3E3}">
      <dsp:nvSpPr>
        <dsp:cNvPr id="0" name=""/>
        <dsp:cNvSpPr/>
      </dsp:nvSpPr>
      <dsp:spPr>
        <a:xfrm>
          <a:off x="0" y="60574"/>
          <a:ext cx="10833396" cy="864000"/>
        </a:xfrm>
        <a:prstGeom prst="rect">
          <a:avLst/>
        </a:prstGeom>
        <a:no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7584" tIns="130048" rIns="227584" bIns="130048" numCol="1" spcCol="1270" anchor="ctr" anchorCtr="0">
          <a:noAutofit/>
        </a:bodyPr>
        <a:lstStyle/>
        <a:p>
          <a:pPr lvl="0" algn="ctr" defTabSz="1422400">
            <a:lnSpc>
              <a:spcPct val="90000"/>
            </a:lnSpc>
            <a:spcBef>
              <a:spcPct val="0"/>
            </a:spcBef>
            <a:spcAft>
              <a:spcPct val="35000"/>
            </a:spcAft>
          </a:pPr>
          <a:r>
            <a:rPr lang="en-IN" sz="3200" b="1" i="0" kern="1200" dirty="0">
              <a:solidFill>
                <a:schemeClr val="tx1"/>
              </a:solidFill>
            </a:rPr>
            <a:t>Glucose Sensors</a:t>
          </a:r>
          <a:endParaRPr lang="en-IN" sz="3200" kern="1200" dirty="0">
            <a:solidFill>
              <a:schemeClr val="tx1"/>
            </a:solidFill>
          </a:endParaRPr>
        </a:p>
      </dsp:txBody>
      <dsp:txXfrm>
        <a:off x="0" y="60574"/>
        <a:ext cx="10833396" cy="864000"/>
      </dsp:txXfrm>
    </dsp:sp>
    <dsp:sp modelId="{31D566D0-E83C-4EC0-AA8A-72B2C15F01F1}">
      <dsp:nvSpPr>
        <dsp:cNvPr id="0" name=""/>
        <dsp:cNvSpPr/>
      </dsp:nvSpPr>
      <dsp:spPr>
        <a:xfrm>
          <a:off x="0" y="924575"/>
          <a:ext cx="10833396" cy="5599800"/>
        </a:xfrm>
        <a:prstGeom prst="rect">
          <a:avLst/>
        </a:prstGeom>
        <a:no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0020" tIns="160020" rIns="213360" bIns="240030" numCol="1" spcCol="1270" anchor="t" anchorCtr="0">
          <a:noAutofit/>
        </a:bodyPr>
        <a:lstStyle/>
        <a:p>
          <a:pPr marL="285750" lvl="1" indent="-285750" algn="just" defTabSz="1333500">
            <a:lnSpc>
              <a:spcPct val="90000"/>
            </a:lnSpc>
            <a:spcBef>
              <a:spcPct val="0"/>
            </a:spcBef>
            <a:spcAft>
              <a:spcPct val="15000"/>
            </a:spcAft>
            <a:buChar char="••"/>
          </a:pPr>
          <a:r>
            <a:rPr lang="en-US" sz="3000" b="0" i="0" kern="1200" dirty="0"/>
            <a:t>Glucose sensors are biosensors designed to detect glucose levels, which is vital to managing diabetes. </a:t>
          </a:r>
          <a:r>
            <a:rPr lang="en-US" sz="3000" kern="1200" dirty="0"/>
            <a:t>It is a good example of </a:t>
          </a:r>
          <a:r>
            <a:rPr lang="en-US" sz="3000" kern="1200" dirty="0" err="1"/>
            <a:t>amperometric</a:t>
          </a:r>
          <a:r>
            <a:rPr lang="en-US" sz="3000" kern="1200" dirty="0"/>
            <a:t> biosensors.</a:t>
          </a:r>
          <a:endParaRPr lang="en-IN" sz="3000" kern="1200" dirty="0"/>
        </a:p>
        <a:p>
          <a:pPr marL="285750" lvl="1" indent="-285750" algn="just" defTabSz="1333500">
            <a:lnSpc>
              <a:spcPct val="90000"/>
            </a:lnSpc>
            <a:spcBef>
              <a:spcPct val="0"/>
            </a:spcBef>
            <a:spcAft>
              <a:spcPct val="15000"/>
            </a:spcAft>
            <a:buChar char="••"/>
          </a:pPr>
          <a:r>
            <a:rPr lang="en-US" sz="3000" b="0" i="0" kern="1200" dirty="0"/>
            <a:t>Whether in the form of a test strip for a blood glucose meter or a sensor for a continuous glucose monitor, the detection and measurement of glucose levels are similar processes.</a:t>
          </a:r>
          <a:endParaRPr lang="en-IN" sz="3000" kern="1200" dirty="0"/>
        </a:p>
        <a:p>
          <a:pPr marL="285750" lvl="1" indent="-285750" algn="just" defTabSz="1333500">
            <a:lnSpc>
              <a:spcPct val="90000"/>
            </a:lnSpc>
            <a:spcBef>
              <a:spcPct val="0"/>
            </a:spcBef>
            <a:spcAft>
              <a:spcPct val="15000"/>
            </a:spcAft>
            <a:buChar char="••"/>
          </a:pPr>
          <a:r>
            <a:rPr lang="en-US" sz="3000" b="0" i="0" kern="1200" dirty="0"/>
            <a:t>For a glucose biosensor, the following components are used:</a:t>
          </a:r>
          <a:endParaRPr lang="en-IN" sz="3000" kern="1200" dirty="0"/>
        </a:p>
        <a:p>
          <a:pPr marL="571500" lvl="2" indent="-285750" algn="just" defTabSz="1333500">
            <a:lnSpc>
              <a:spcPct val="90000"/>
            </a:lnSpc>
            <a:spcBef>
              <a:spcPct val="0"/>
            </a:spcBef>
            <a:spcAft>
              <a:spcPct val="15000"/>
            </a:spcAft>
            <a:buChar char="••"/>
          </a:pPr>
          <a:r>
            <a:rPr lang="en-IN" sz="3000" b="1" i="0" kern="1200" dirty="0"/>
            <a:t>Analyte: </a:t>
          </a:r>
          <a:r>
            <a:rPr lang="en-US" sz="3000" b="0" i="0" kern="1200" cap="all" baseline="0" dirty="0"/>
            <a:t>g</a:t>
          </a:r>
          <a:r>
            <a:rPr lang="en-US" sz="3000" b="0" i="0" kern="1200" dirty="0"/>
            <a:t>lucose is the analyte that the biosensor is designed to detect.</a:t>
          </a:r>
          <a:endParaRPr lang="en-IN" sz="3000" kern="1200" dirty="0"/>
        </a:p>
        <a:p>
          <a:pPr marL="571500" lvl="2" indent="-285750" algn="just" defTabSz="1333500">
            <a:lnSpc>
              <a:spcPct val="90000"/>
            </a:lnSpc>
            <a:spcBef>
              <a:spcPct val="0"/>
            </a:spcBef>
            <a:spcAft>
              <a:spcPct val="15000"/>
            </a:spcAft>
            <a:buChar char="••"/>
          </a:pPr>
          <a:r>
            <a:rPr lang="en-IN" sz="3000" b="1" i="0" kern="1200" dirty="0"/>
            <a:t>Bioreceptor: </a:t>
          </a:r>
          <a:r>
            <a:rPr lang="en-US" sz="3000" b="0" i="0" kern="1200" dirty="0"/>
            <a:t>The test strip for a blood glucose test contains the enzyme that interacts with the analyte in the drop of blood.</a:t>
          </a:r>
          <a:endParaRPr lang="en-IN" sz="3000" kern="1200" dirty="0"/>
        </a:p>
      </dsp:txBody>
      <dsp:txXfrm>
        <a:off x="0" y="924575"/>
        <a:ext cx="10833396" cy="5599800"/>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CA0A4CF-4A94-42AF-B8DE-6DB8647FA216}">
      <dsp:nvSpPr>
        <dsp:cNvPr id="0" name=""/>
        <dsp:cNvSpPr/>
      </dsp:nvSpPr>
      <dsp:spPr>
        <a:xfrm>
          <a:off x="0" y="47304"/>
          <a:ext cx="7347694" cy="1411200"/>
        </a:xfrm>
        <a:prstGeom prst="rect">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97536" rIns="170688" bIns="97536" numCol="1" spcCol="1270" anchor="ctr" anchorCtr="0">
          <a:noAutofit/>
        </a:bodyPr>
        <a:lstStyle/>
        <a:p>
          <a:pPr lvl="0" algn="just" defTabSz="1066800">
            <a:lnSpc>
              <a:spcPct val="90000"/>
            </a:lnSpc>
            <a:spcBef>
              <a:spcPct val="0"/>
            </a:spcBef>
            <a:spcAft>
              <a:spcPct val="35000"/>
            </a:spcAft>
          </a:pPr>
          <a:r>
            <a:rPr lang="en-US" sz="2400" b="0" i="0" kern="1200" dirty="0">
              <a:solidFill>
                <a:schemeClr val="tx1"/>
              </a:solidFill>
            </a:rPr>
            <a:t>Home blood glucose detection sensor works on the principle of </a:t>
          </a:r>
          <a:r>
            <a:rPr lang="en-US" sz="2400" b="1" i="0" kern="1200" dirty="0">
              <a:solidFill>
                <a:schemeClr val="tx1"/>
              </a:solidFill>
            </a:rPr>
            <a:t>electrochemical</a:t>
          </a:r>
          <a:r>
            <a:rPr lang="en-US" sz="2400" b="0" i="0" kern="1200" dirty="0">
              <a:solidFill>
                <a:schemeClr val="tx1"/>
              </a:solidFill>
            </a:rPr>
            <a:t>. </a:t>
          </a:r>
          <a:endParaRPr lang="en-IN" sz="2400" kern="1200" dirty="0">
            <a:solidFill>
              <a:schemeClr val="tx1"/>
            </a:solidFill>
          </a:endParaRPr>
        </a:p>
      </dsp:txBody>
      <dsp:txXfrm>
        <a:off x="0" y="47304"/>
        <a:ext cx="7347694" cy="1411200"/>
      </dsp:txXfrm>
    </dsp:sp>
    <dsp:sp modelId="{B04FE513-1FBB-4F73-B5CA-3B0FDA07D5F5}">
      <dsp:nvSpPr>
        <dsp:cNvPr id="0" name=""/>
        <dsp:cNvSpPr/>
      </dsp:nvSpPr>
      <dsp:spPr>
        <a:xfrm>
          <a:off x="0" y="1458504"/>
          <a:ext cx="7347694" cy="4842180"/>
        </a:xfrm>
        <a:prstGeom prst="rect">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128016" rIns="170688" bIns="192024" numCol="1" spcCol="1270" anchor="t" anchorCtr="0">
          <a:noAutofit/>
        </a:bodyPr>
        <a:lstStyle/>
        <a:p>
          <a:pPr marL="228600" lvl="1" indent="-228600" algn="just" defTabSz="1066800">
            <a:lnSpc>
              <a:spcPct val="90000"/>
            </a:lnSpc>
            <a:spcBef>
              <a:spcPct val="0"/>
            </a:spcBef>
            <a:spcAft>
              <a:spcPct val="15000"/>
            </a:spcAft>
            <a:buChar char="••"/>
          </a:pPr>
          <a:r>
            <a:rPr lang="en-US" sz="2400" b="0" i="0" kern="1200" dirty="0"/>
            <a:t>The biosensor in this instrument relies upon enzymes that recognize and catalyze reactions of glucose with the generation of redox – active species that are detected electrochemically.</a:t>
          </a:r>
          <a:endParaRPr lang="en-IN" sz="2400" kern="1200" dirty="0"/>
        </a:p>
        <a:p>
          <a:pPr marL="457200" lvl="2" indent="-228600" algn="just" defTabSz="1066800">
            <a:lnSpc>
              <a:spcPct val="90000"/>
            </a:lnSpc>
            <a:spcBef>
              <a:spcPct val="0"/>
            </a:spcBef>
            <a:spcAft>
              <a:spcPct val="15000"/>
            </a:spcAft>
            <a:buChar char="••"/>
          </a:pPr>
          <a:r>
            <a:rPr lang="en-US" sz="2400" kern="1200" dirty="0"/>
            <a:t>Glucose reacts with glucose oxidase to form gluconic acid. </a:t>
          </a:r>
          <a:endParaRPr lang="en-IN" sz="2400" kern="1200" dirty="0"/>
        </a:p>
        <a:p>
          <a:pPr marL="457200" lvl="2" indent="-228600" algn="just" defTabSz="1066800">
            <a:lnSpc>
              <a:spcPct val="90000"/>
            </a:lnSpc>
            <a:spcBef>
              <a:spcPct val="0"/>
            </a:spcBef>
            <a:spcAft>
              <a:spcPct val="15000"/>
            </a:spcAft>
            <a:buChar char="••"/>
          </a:pPr>
          <a:r>
            <a:rPr lang="en-US" sz="2400" kern="1200" dirty="0"/>
            <a:t>Two electrons and two protons are also produced.</a:t>
          </a:r>
          <a:endParaRPr lang="en-IN" sz="2400" kern="1200" dirty="0"/>
        </a:p>
        <a:p>
          <a:pPr marL="457200" lvl="2" indent="-228600" algn="just" defTabSz="1066800">
            <a:lnSpc>
              <a:spcPct val="90000"/>
            </a:lnSpc>
            <a:spcBef>
              <a:spcPct val="0"/>
            </a:spcBef>
            <a:spcAft>
              <a:spcPct val="15000"/>
            </a:spcAft>
            <a:buChar char="••"/>
          </a:pPr>
          <a:r>
            <a:rPr lang="en-US" sz="2400" kern="1200" dirty="0"/>
            <a:t>Glucose mediator reacts with surrounding oxygen to form H</a:t>
          </a:r>
          <a:r>
            <a:rPr lang="en-US" sz="2400" kern="1200" baseline="-25000" dirty="0"/>
            <a:t>2</a:t>
          </a:r>
          <a:r>
            <a:rPr lang="en-US" sz="2400" kern="1200" dirty="0"/>
            <a:t>O</a:t>
          </a:r>
          <a:r>
            <a:rPr lang="en-US" sz="2400" kern="1200" baseline="-25000" dirty="0"/>
            <a:t>2</a:t>
          </a:r>
          <a:r>
            <a:rPr lang="en-US" sz="2400" kern="1200" dirty="0"/>
            <a:t> and glucose oxidase.</a:t>
          </a:r>
        </a:p>
        <a:p>
          <a:pPr marL="457200" lvl="2" indent="-228600" algn="just" defTabSz="1066800">
            <a:lnSpc>
              <a:spcPct val="90000"/>
            </a:lnSpc>
            <a:spcBef>
              <a:spcPct val="0"/>
            </a:spcBef>
            <a:spcAft>
              <a:spcPct val="15000"/>
            </a:spcAft>
            <a:buChar char="••"/>
          </a:pPr>
          <a:r>
            <a:rPr lang="en-US" sz="2400" kern="1200" dirty="0"/>
            <a:t>Now this glucose oxidase react with more glucose.</a:t>
          </a:r>
        </a:p>
        <a:p>
          <a:pPr marL="457200" lvl="2" indent="-228600" algn="just" defTabSz="1066800">
            <a:lnSpc>
              <a:spcPct val="90000"/>
            </a:lnSpc>
            <a:spcBef>
              <a:spcPct val="0"/>
            </a:spcBef>
            <a:spcAft>
              <a:spcPct val="15000"/>
            </a:spcAft>
            <a:buChar char="••"/>
          </a:pPr>
          <a:r>
            <a:rPr lang="en-US" sz="2400" kern="1200" dirty="0"/>
            <a:t>Higher the glucose content, the higher the oxygen consumption.</a:t>
          </a:r>
        </a:p>
        <a:p>
          <a:pPr marL="457200" lvl="2" indent="-228600" algn="just" defTabSz="1066800">
            <a:lnSpc>
              <a:spcPct val="90000"/>
            </a:lnSpc>
            <a:spcBef>
              <a:spcPct val="0"/>
            </a:spcBef>
            <a:spcAft>
              <a:spcPct val="15000"/>
            </a:spcAft>
            <a:buChar char="••"/>
          </a:pPr>
          <a:r>
            <a:rPr lang="en-US" sz="2400" kern="1200" dirty="0"/>
            <a:t>Glucose content can be detected by Pt-electrode.</a:t>
          </a:r>
        </a:p>
      </dsp:txBody>
      <dsp:txXfrm>
        <a:off x="0" y="1458504"/>
        <a:ext cx="7347694" cy="4842180"/>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38F3447-2B19-4216-8E94-8D1AE3456483}">
      <dsp:nvSpPr>
        <dsp:cNvPr id="0" name=""/>
        <dsp:cNvSpPr/>
      </dsp:nvSpPr>
      <dsp:spPr>
        <a:xfrm>
          <a:off x="5274" y="-12952"/>
          <a:ext cx="10790949" cy="900000"/>
        </a:xfrm>
        <a:prstGeom prst="rect">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4480" tIns="162560" rIns="284480" bIns="162560" numCol="1" spcCol="1270" anchor="ctr" anchorCtr="0">
          <a:noAutofit/>
        </a:bodyPr>
        <a:lstStyle/>
        <a:p>
          <a:pPr lvl="0" algn="ctr" defTabSz="1778000">
            <a:lnSpc>
              <a:spcPct val="90000"/>
            </a:lnSpc>
            <a:spcBef>
              <a:spcPct val="0"/>
            </a:spcBef>
            <a:spcAft>
              <a:spcPct val="35000"/>
            </a:spcAft>
          </a:pPr>
          <a:r>
            <a:rPr lang="en-US" sz="4000" b="0" i="0" kern="1200" dirty="0">
              <a:latin typeface="+mj-lt"/>
            </a:rPr>
            <a:t>Immunosensors</a:t>
          </a:r>
          <a:endParaRPr lang="en-IN" sz="4000" kern="1200" dirty="0">
            <a:latin typeface="+mj-lt"/>
          </a:endParaRPr>
        </a:p>
      </dsp:txBody>
      <dsp:txXfrm>
        <a:off x="5274" y="-12952"/>
        <a:ext cx="10790949" cy="900000"/>
      </dsp:txXfrm>
    </dsp:sp>
    <dsp:sp modelId="{0B099DA2-B62F-4F8E-8005-693C6BC06ADE}">
      <dsp:nvSpPr>
        <dsp:cNvPr id="0" name=""/>
        <dsp:cNvSpPr/>
      </dsp:nvSpPr>
      <dsp:spPr>
        <a:xfrm>
          <a:off x="5274" y="899209"/>
          <a:ext cx="10790949" cy="5698693"/>
        </a:xfrm>
        <a:prstGeom prst="rect">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38684" tIns="138684" rIns="184912" bIns="208026" numCol="1" spcCol="1270" anchor="t" anchorCtr="0">
          <a:noAutofit/>
        </a:bodyPr>
        <a:lstStyle/>
        <a:p>
          <a:pPr marL="228600" lvl="1" indent="-228600" algn="just" defTabSz="1155700">
            <a:lnSpc>
              <a:spcPct val="90000"/>
            </a:lnSpc>
            <a:spcBef>
              <a:spcPct val="0"/>
            </a:spcBef>
            <a:spcAft>
              <a:spcPts val="600"/>
            </a:spcAft>
            <a:buChar char="••"/>
          </a:pPr>
          <a:r>
            <a:rPr lang="en-US" sz="2600" b="0" i="0" kern="1200" dirty="0">
              <a:latin typeface="+mn-lt"/>
            </a:rPr>
            <a:t>Immunosensors are </a:t>
          </a:r>
          <a:r>
            <a:rPr lang="en-US" sz="2600" b="1" i="0" kern="1200" dirty="0">
              <a:latin typeface="+mn-lt"/>
            </a:rPr>
            <a:t>affinity ligand-based </a:t>
          </a:r>
          <a:r>
            <a:rPr lang="en-US" sz="2600" b="0" i="0" kern="1200" dirty="0">
              <a:latin typeface="+mn-lt"/>
            </a:rPr>
            <a:t>biosensing devices that involve the coupling of immunochemical reactions to appropriate transducers. </a:t>
          </a:r>
          <a:endParaRPr lang="en-IN" sz="2600" kern="1200" dirty="0">
            <a:latin typeface="+mn-lt"/>
          </a:endParaRPr>
        </a:p>
        <a:p>
          <a:pPr marL="228600" lvl="1" indent="-228600" algn="just" defTabSz="1155700">
            <a:lnSpc>
              <a:spcPct val="90000"/>
            </a:lnSpc>
            <a:spcBef>
              <a:spcPct val="0"/>
            </a:spcBef>
            <a:spcAft>
              <a:spcPts val="600"/>
            </a:spcAft>
            <a:buChar char="••"/>
          </a:pPr>
          <a:r>
            <a:rPr lang="en-US" sz="2600" kern="1200" dirty="0"/>
            <a:t>Immuno-biosensors or immunochemical bio­sensors work on the principle of immunological specificity, coupled with measurement (mostly) based on </a:t>
          </a:r>
          <a:r>
            <a:rPr lang="en-US" sz="2600" kern="1200" dirty="0" err="1"/>
            <a:t>amperometric</a:t>
          </a:r>
          <a:r>
            <a:rPr lang="en-US" sz="2600" kern="1200" dirty="0"/>
            <a:t> or potentiometric bio­sensors.</a:t>
          </a:r>
          <a:endParaRPr lang="en-IN" sz="2600" kern="1200" dirty="0">
            <a:latin typeface="+mn-lt"/>
          </a:endParaRPr>
        </a:p>
        <a:p>
          <a:pPr marL="228600" lvl="1" indent="-228600" algn="just" defTabSz="1155700">
            <a:lnSpc>
              <a:spcPct val="90000"/>
            </a:lnSpc>
            <a:spcBef>
              <a:spcPct val="0"/>
            </a:spcBef>
            <a:spcAft>
              <a:spcPts val="600"/>
            </a:spcAft>
            <a:buChar char="••"/>
          </a:pPr>
          <a:r>
            <a:rPr lang="en-US" sz="2600" b="0" i="0" kern="1200" dirty="0">
              <a:latin typeface="+mn-lt"/>
            </a:rPr>
            <a:t>I</a:t>
          </a:r>
          <a:r>
            <a:rPr lang="en-US" sz="2600" b="1" i="0" kern="1200" dirty="0">
              <a:latin typeface="+mn-lt"/>
            </a:rPr>
            <a:t>mmunosensors</a:t>
          </a:r>
          <a:r>
            <a:rPr lang="en-US" sz="2600" b="0" i="0" kern="1200" dirty="0">
              <a:latin typeface="+mn-lt"/>
            </a:rPr>
            <a:t> </a:t>
          </a:r>
          <a:r>
            <a:rPr lang="en-US" sz="2600" b="1" i="0" kern="1200" dirty="0">
              <a:latin typeface="+mn-lt"/>
            </a:rPr>
            <a:t>use antibodies as the recognition element </a:t>
          </a:r>
          <a:r>
            <a:rPr lang="en-US" sz="2600" b="0" i="0" kern="1200" dirty="0">
              <a:latin typeface="+mn-lt"/>
            </a:rPr>
            <a:t>and a </a:t>
          </a:r>
          <a:r>
            <a:rPr lang="en-US" sz="2600" b="1" i="0" kern="1200" dirty="0">
              <a:latin typeface="+mn-lt"/>
            </a:rPr>
            <a:t>transducer</a:t>
          </a:r>
          <a:r>
            <a:rPr lang="en-US" sz="2600" b="0" i="0" kern="1200" dirty="0">
              <a:latin typeface="+mn-lt"/>
            </a:rPr>
            <a:t> that </a:t>
          </a:r>
          <a:r>
            <a:rPr lang="en-US" sz="2600" b="1" i="0" kern="1200" dirty="0">
              <a:latin typeface="+mn-lt"/>
            </a:rPr>
            <a:t>converts the antibody–antigen binding </a:t>
          </a:r>
          <a:r>
            <a:rPr lang="en-US" sz="2600" b="0" i="0" kern="1200" dirty="0">
              <a:latin typeface="+mn-lt"/>
            </a:rPr>
            <a:t>event to a </a:t>
          </a:r>
          <a:r>
            <a:rPr lang="en-US" sz="2600" b="1" i="0" kern="1200" dirty="0">
              <a:latin typeface="+mn-lt"/>
            </a:rPr>
            <a:t>measurable physical signal</a:t>
          </a:r>
          <a:r>
            <a:rPr lang="en-US" sz="2600" b="0" i="0" kern="1200" dirty="0">
              <a:latin typeface="+mn-lt"/>
            </a:rPr>
            <a:t>. </a:t>
          </a:r>
          <a:endParaRPr lang="en-IN" sz="2600" kern="1200" dirty="0">
            <a:latin typeface="+mn-lt"/>
          </a:endParaRPr>
        </a:p>
        <a:p>
          <a:pPr marL="228600" lvl="1" indent="-228600" algn="just" defTabSz="1155700">
            <a:lnSpc>
              <a:spcPct val="90000"/>
            </a:lnSpc>
            <a:spcBef>
              <a:spcPct val="0"/>
            </a:spcBef>
            <a:spcAft>
              <a:spcPts val="600"/>
            </a:spcAft>
            <a:buChar char="••"/>
          </a:pPr>
          <a:r>
            <a:rPr lang="en-US" sz="2600" b="0" i="0" kern="1200" dirty="0">
              <a:latin typeface="+mn-lt"/>
            </a:rPr>
            <a:t>Depending on the type of transducer there are four types of immunosensor: electrochemical, optical, microgravimetric and thermometric. </a:t>
          </a:r>
          <a:endParaRPr lang="en-IN" sz="2600" kern="1200" dirty="0">
            <a:latin typeface="+mn-lt"/>
          </a:endParaRPr>
        </a:p>
        <a:p>
          <a:pPr marL="228600" lvl="1" indent="-228600" algn="just" defTabSz="1155700">
            <a:lnSpc>
              <a:spcPct val="90000"/>
            </a:lnSpc>
            <a:spcBef>
              <a:spcPct val="0"/>
            </a:spcBef>
            <a:spcAft>
              <a:spcPts val="600"/>
            </a:spcAft>
            <a:buChar char="••"/>
          </a:pPr>
          <a:r>
            <a:rPr lang="en-US" sz="2600" b="0" i="0" kern="1200" dirty="0">
              <a:latin typeface="+mn-lt"/>
            </a:rPr>
            <a:t>The most commonly used bio-elements for the development of electrochemical immunosensors are antibodies (Ab), followed by aptamers (Apt) and, microRNA (miRNA).</a:t>
          </a:r>
          <a:endParaRPr lang="en-IN" sz="2600" kern="1200" dirty="0">
            <a:latin typeface="+mn-lt"/>
          </a:endParaRPr>
        </a:p>
      </dsp:txBody>
      <dsp:txXfrm>
        <a:off x="5274" y="899209"/>
        <a:ext cx="10790949" cy="5698693"/>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64E4932-40BF-4751-B0F9-DE8106DF304C}">
      <dsp:nvSpPr>
        <dsp:cNvPr id="0" name=""/>
        <dsp:cNvSpPr/>
      </dsp:nvSpPr>
      <dsp:spPr>
        <a:xfrm>
          <a:off x="366721" y="5496781"/>
          <a:ext cx="4630058" cy="0"/>
        </a:xfrm>
        <a:prstGeom prst="line">
          <a:avLst/>
        </a:pr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D765E73-12EC-416F-B294-B236ED757515}">
      <dsp:nvSpPr>
        <dsp:cNvPr id="0" name=""/>
        <dsp:cNvSpPr/>
      </dsp:nvSpPr>
      <dsp:spPr>
        <a:xfrm>
          <a:off x="366721" y="3686126"/>
          <a:ext cx="4630058" cy="0"/>
        </a:xfrm>
        <a:prstGeom prst="line">
          <a:avLst/>
        </a:pr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EBFD83E-7E0E-4F84-AF87-5B13956F4872}">
      <dsp:nvSpPr>
        <dsp:cNvPr id="0" name=""/>
        <dsp:cNvSpPr/>
      </dsp:nvSpPr>
      <dsp:spPr>
        <a:xfrm>
          <a:off x="366721" y="1741764"/>
          <a:ext cx="4630058" cy="0"/>
        </a:xfrm>
        <a:prstGeom prst="line">
          <a:avLst/>
        </a:pr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C7142BB-17A0-4945-B077-128F5539F2B3}">
      <dsp:nvSpPr>
        <dsp:cNvPr id="0" name=""/>
        <dsp:cNvSpPr/>
      </dsp:nvSpPr>
      <dsp:spPr>
        <a:xfrm>
          <a:off x="366721" y="548296"/>
          <a:ext cx="4630058" cy="0"/>
        </a:xfrm>
        <a:prstGeom prst="line">
          <a:avLst/>
        </a:pr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2A9B85D-7DE2-416D-8259-5A4C42101CDE}">
      <dsp:nvSpPr>
        <dsp:cNvPr id="0" name=""/>
        <dsp:cNvSpPr/>
      </dsp:nvSpPr>
      <dsp:spPr>
        <a:xfrm>
          <a:off x="2743390" y="5957"/>
          <a:ext cx="1201480" cy="5423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b" anchorCtr="0">
          <a:noAutofit/>
        </a:bodyPr>
        <a:lstStyle/>
        <a:p>
          <a:pPr lvl="0" algn="l" defTabSz="800100">
            <a:lnSpc>
              <a:spcPct val="90000"/>
            </a:lnSpc>
            <a:spcBef>
              <a:spcPct val="0"/>
            </a:spcBef>
            <a:spcAft>
              <a:spcPct val="35000"/>
            </a:spcAft>
          </a:pPr>
          <a:r>
            <a:rPr lang="en-US" sz="1800" b="1" kern="1200" dirty="0"/>
            <a:t>Antigen</a:t>
          </a:r>
          <a:endParaRPr lang="en-IN" sz="1800" b="1" kern="1200" dirty="0"/>
        </a:p>
      </dsp:txBody>
      <dsp:txXfrm>
        <a:off x="2743390" y="5957"/>
        <a:ext cx="1201480" cy="542339"/>
      </dsp:txXfrm>
    </dsp:sp>
    <dsp:sp modelId="{28583718-3C1B-432A-9257-40E32E828062}">
      <dsp:nvSpPr>
        <dsp:cNvPr id="0" name=""/>
        <dsp:cNvSpPr/>
      </dsp:nvSpPr>
      <dsp:spPr>
        <a:xfrm>
          <a:off x="13864" y="0"/>
          <a:ext cx="2670699" cy="542339"/>
        </a:xfrm>
        <a:prstGeom prst="round2SameRect">
          <a:avLst>
            <a:gd name="adj1" fmla="val 16670"/>
            <a:gd name="adj2" fmla="val 0"/>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lvl="0" algn="l" defTabSz="800100">
            <a:lnSpc>
              <a:spcPct val="90000"/>
            </a:lnSpc>
            <a:spcBef>
              <a:spcPct val="0"/>
            </a:spcBef>
            <a:spcAft>
              <a:spcPct val="35000"/>
            </a:spcAft>
          </a:pPr>
          <a:r>
            <a:rPr lang="en-IN" sz="1800" b="1" i="0" kern="1200" dirty="0"/>
            <a:t>Analyte:</a:t>
          </a:r>
          <a:endParaRPr lang="en-IN" sz="1800" kern="1200" dirty="0"/>
        </a:p>
      </dsp:txBody>
      <dsp:txXfrm>
        <a:off x="40344" y="26480"/>
        <a:ext cx="2617739" cy="515859"/>
      </dsp:txXfrm>
    </dsp:sp>
    <dsp:sp modelId="{AD7710A1-385E-4CC6-8E2A-54AA37B15CFC}">
      <dsp:nvSpPr>
        <dsp:cNvPr id="0" name=""/>
        <dsp:cNvSpPr/>
      </dsp:nvSpPr>
      <dsp:spPr>
        <a:xfrm>
          <a:off x="0" y="548296"/>
          <a:ext cx="4630058" cy="6240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t" anchorCtr="0">
          <a:noAutofit/>
        </a:bodyPr>
        <a:lstStyle/>
        <a:p>
          <a:pPr marL="171450" lvl="1" indent="-171450" algn="just" defTabSz="800100">
            <a:lnSpc>
              <a:spcPct val="90000"/>
            </a:lnSpc>
            <a:spcBef>
              <a:spcPct val="0"/>
            </a:spcBef>
            <a:spcAft>
              <a:spcPct val="15000"/>
            </a:spcAft>
            <a:buChar char="••"/>
          </a:pPr>
          <a:r>
            <a:rPr lang="en-US" sz="1800" kern="1200" dirty="0"/>
            <a:t>Antigen is a substrate that stimulates the immune system to produce antibodies.</a:t>
          </a:r>
          <a:endParaRPr lang="en-IN" sz="1800" kern="1200" dirty="0"/>
        </a:p>
      </dsp:txBody>
      <dsp:txXfrm>
        <a:off x="0" y="548296"/>
        <a:ext cx="4630058" cy="624011"/>
      </dsp:txXfrm>
    </dsp:sp>
    <dsp:sp modelId="{AE07CAAB-FD33-48E9-B125-2228EA8107A8}">
      <dsp:nvSpPr>
        <dsp:cNvPr id="0" name=""/>
        <dsp:cNvSpPr/>
      </dsp:nvSpPr>
      <dsp:spPr>
        <a:xfrm>
          <a:off x="2741214" y="1199425"/>
          <a:ext cx="1869495" cy="5423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b" anchorCtr="0">
          <a:noAutofit/>
        </a:bodyPr>
        <a:lstStyle/>
        <a:p>
          <a:pPr lvl="0" algn="l" defTabSz="800100">
            <a:lnSpc>
              <a:spcPct val="90000"/>
            </a:lnSpc>
            <a:spcBef>
              <a:spcPct val="0"/>
            </a:spcBef>
            <a:spcAft>
              <a:spcPct val="35000"/>
            </a:spcAft>
          </a:pPr>
          <a:r>
            <a:rPr lang="en-US" sz="1800" b="1" kern="1200" dirty="0"/>
            <a:t>Antibody</a:t>
          </a:r>
          <a:endParaRPr lang="en-IN" sz="1800" b="1" kern="1200" dirty="0"/>
        </a:p>
      </dsp:txBody>
      <dsp:txXfrm>
        <a:off x="2741214" y="1199425"/>
        <a:ext cx="1869495" cy="542339"/>
      </dsp:txXfrm>
    </dsp:sp>
    <dsp:sp modelId="{D182147C-B7A1-47A9-9566-261DA6352D87}">
      <dsp:nvSpPr>
        <dsp:cNvPr id="0" name=""/>
        <dsp:cNvSpPr/>
      </dsp:nvSpPr>
      <dsp:spPr>
        <a:xfrm>
          <a:off x="25325" y="1199088"/>
          <a:ext cx="2670699" cy="542339"/>
        </a:xfrm>
        <a:prstGeom prst="round2SameRect">
          <a:avLst>
            <a:gd name="adj1" fmla="val 16670"/>
            <a:gd name="adj2" fmla="val 0"/>
          </a:avLst>
        </a:prstGeom>
        <a:solidFill>
          <a:schemeClr val="accent2">
            <a:hueOff val="-482067"/>
            <a:satOff val="-3308"/>
            <a:lumOff val="1699"/>
            <a:alphaOff val="0"/>
          </a:schemeClr>
        </a:solidFill>
        <a:ln w="12700" cap="flat" cmpd="sng" algn="ctr">
          <a:solidFill>
            <a:schemeClr val="accent2">
              <a:hueOff val="-482067"/>
              <a:satOff val="-3308"/>
              <a:lumOff val="169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lvl="0" algn="l" defTabSz="800100">
            <a:lnSpc>
              <a:spcPct val="90000"/>
            </a:lnSpc>
            <a:spcBef>
              <a:spcPct val="0"/>
            </a:spcBef>
            <a:spcAft>
              <a:spcPct val="35000"/>
            </a:spcAft>
          </a:pPr>
          <a:r>
            <a:rPr lang="en-IN" sz="1800" b="1" i="0" kern="1200" dirty="0"/>
            <a:t>Bioreceptor:</a:t>
          </a:r>
          <a:endParaRPr lang="en-IN" sz="1800" kern="1200" dirty="0"/>
        </a:p>
      </dsp:txBody>
      <dsp:txXfrm>
        <a:off x="51805" y="1225568"/>
        <a:ext cx="2617739" cy="515859"/>
      </dsp:txXfrm>
    </dsp:sp>
    <dsp:sp modelId="{FD7D3DD9-F3C5-40D2-831C-7B0FF638AD7B}">
      <dsp:nvSpPr>
        <dsp:cNvPr id="0" name=""/>
        <dsp:cNvSpPr/>
      </dsp:nvSpPr>
      <dsp:spPr>
        <a:xfrm>
          <a:off x="0" y="1763660"/>
          <a:ext cx="4630058" cy="13749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t" anchorCtr="0">
          <a:noAutofit/>
        </a:bodyPr>
        <a:lstStyle/>
        <a:p>
          <a:pPr marL="171450" lvl="1" indent="-171450" algn="just" defTabSz="800100">
            <a:lnSpc>
              <a:spcPct val="90000"/>
            </a:lnSpc>
            <a:spcBef>
              <a:spcPct val="0"/>
            </a:spcBef>
            <a:spcAft>
              <a:spcPct val="15000"/>
            </a:spcAft>
            <a:buChar char="••"/>
          </a:pPr>
          <a:r>
            <a:rPr lang="en-US" sz="1800" b="0" i="0" kern="1200" dirty="0"/>
            <a:t>Antibodies are Y- shaped </a:t>
          </a:r>
          <a:r>
            <a:rPr lang="en-US" sz="1800" b="1" i="0" kern="1200" dirty="0"/>
            <a:t>proteins formed in response to any foreign substance</a:t>
          </a:r>
          <a:r>
            <a:rPr lang="en-US" sz="1800" b="0" i="0" kern="1200" dirty="0"/>
            <a:t> known as an antigen</a:t>
          </a:r>
          <a:endParaRPr lang="en-IN" sz="1800" kern="1200" dirty="0"/>
        </a:p>
        <a:p>
          <a:pPr marL="171450" lvl="1" indent="-171450" algn="just" defTabSz="800100">
            <a:lnSpc>
              <a:spcPct val="90000"/>
            </a:lnSpc>
            <a:spcBef>
              <a:spcPct val="0"/>
            </a:spcBef>
            <a:spcAft>
              <a:spcPct val="15000"/>
            </a:spcAft>
            <a:buChar char="••"/>
          </a:pPr>
          <a:r>
            <a:rPr lang="en-US" sz="1800" kern="1200" dirty="0"/>
            <a:t>Sometimes </a:t>
          </a:r>
          <a:r>
            <a:rPr lang="en-US" sz="1800" b="0" i="0" kern="1200" dirty="0">
              <a:latin typeface="+mn-lt"/>
            </a:rPr>
            <a:t>aptamers (Apt) and, microRNA (miRNA) can be used.</a:t>
          </a:r>
          <a:endParaRPr lang="en-IN" sz="1800" kern="1200" dirty="0"/>
        </a:p>
      </dsp:txBody>
      <dsp:txXfrm>
        <a:off x="0" y="1763660"/>
        <a:ext cx="4630058" cy="1374905"/>
      </dsp:txXfrm>
    </dsp:sp>
    <dsp:sp modelId="{EB03B56B-AA31-480A-B2E2-513FB57FBCA9}">
      <dsp:nvSpPr>
        <dsp:cNvPr id="0" name=""/>
        <dsp:cNvSpPr/>
      </dsp:nvSpPr>
      <dsp:spPr>
        <a:xfrm>
          <a:off x="1570536" y="3143787"/>
          <a:ext cx="3426242" cy="5423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b" anchorCtr="0">
          <a:noAutofit/>
        </a:bodyPr>
        <a:lstStyle/>
        <a:p>
          <a:pPr lvl="0" algn="l" defTabSz="800100">
            <a:lnSpc>
              <a:spcPct val="90000"/>
            </a:lnSpc>
            <a:spcBef>
              <a:spcPct val="0"/>
            </a:spcBef>
            <a:spcAft>
              <a:spcPct val="35000"/>
            </a:spcAft>
          </a:pPr>
          <a:endParaRPr lang="en-IN" sz="1800" kern="1200" dirty="0"/>
        </a:p>
      </dsp:txBody>
      <dsp:txXfrm>
        <a:off x="1570536" y="3143787"/>
        <a:ext cx="3426242" cy="542339"/>
      </dsp:txXfrm>
    </dsp:sp>
    <dsp:sp modelId="{E28BEB3C-20D0-4720-921A-CE7C616794FF}">
      <dsp:nvSpPr>
        <dsp:cNvPr id="0" name=""/>
        <dsp:cNvSpPr/>
      </dsp:nvSpPr>
      <dsp:spPr>
        <a:xfrm>
          <a:off x="13864" y="3190233"/>
          <a:ext cx="2670699" cy="542339"/>
        </a:xfrm>
        <a:prstGeom prst="round2SameRect">
          <a:avLst>
            <a:gd name="adj1" fmla="val 16670"/>
            <a:gd name="adj2" fmla="val 0"/>
          </a:avLst>
        </a:prstGeom>
        <a:solidFill>
          <a:schemeClr val="accent2">
            <a:hueOff val="-964133"/>
            <a:satOff val="-6616"/>
            <a:lumOff val="3399"/>
            <a:alphaOff val="0"/>
          </a:schemeClr>
        </a:solidFill>
        <a:ln w="12700" cap="flat" cmpd="sng" algn="ctr">
          <a:solidFill>
            <a:schemeClr val="accent2">
              <a:hueOff val="-964133"/>
              <a:satOff val="-6616"/>
              <a:lumOff val="339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lvl="0" algn="l" defTabSz="800100">
            <a:lnSpc>
              <a:spcPct val="90000"/>
            </a:lnSpc>
            <a:spcBef>
              <a:spcPct val="0"/>
            </a:spcBef>
            <a:spcAft>
              <a:spcPct val="35000"/>
            </a:spcAft>
          </a:pPr>
          <a:r>
            <a:rPr lang="en-IN" sz="1800" b="1" i="0" kern="1200" dirty="0"/>
            <a:t>Transducer:</a:t>
          </a:r>
          <a:endParaRPr lang="en-IN" sz="1800" kern="1200" dirty="0"/>
        </a:p>
      </dsp:txBody>
      <dsp:txXfrm>
        <a:off x="40344" y="3216713"/>
        <a:ext cx="2617739" cy="515859"/>
      </dsp:txXfrm>
    </dsp:sp>
    <dsp:sp modelId="{75B41230-6A42-40F0-AB0E-323849952414}">
      <dsp:nvSpPr>
        <dsp:cNvPr id="0" name=""/>
        <dsp:cNvSpPr/>
      </dsp:nvSpPr>
      <dsp:spPr>
        <a:xfrm>
          <a:off x="0" y="3751809"/>
          <a:ext cx="4630058" cy="12411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t" anchorCtr="0">
          <a:noAutofit/>
        </a:bodyPr>
        <a:lstStyle/>
        <a:p>
          <a:pPr marL="171450" lvl="1" indent="-171450" algn="just" defTabSz="800100">
            <a:lnSpc>
              <a:spcPct val="90000"/>
            </a:lnSpc>
            <a:spcBef>
              <a:spcPct val="0"/>
            </a:spcBef>
            <a:spcAft>
              <a:spcPct val="15000"/>
            </a:spcAft>
            <a:buChar char="••"/>
          </a:pPr>
          <a:r>
            <a:rPr lang="en-US" sz="1800" kern="1200" dirty="0"/>
            <a:t>Electrochemical, </a:t>
          </a:r>
          <a:r>
            <a:rPr lang="en-US" sz="1800" b="0" i="0" kern="1200" dirty="0">
              <a:latin typeface="+mn-lt"/>
            </a:rPr>
            <a:t>optical, microgravimetric and thermometric</a:t>
          </a:r>
          <a:endParaRPr lang="en-IN" sz="1800" kern="1200" dirty="0"/>
        </a:p>
        <a:p>
          <a:pPr marL="171450" lvl="1" indent="-171450" algn="just" defTabSz="800100">
            <a:lnSpc>
              <a:spcPct val="90000"/>
            </a:lnSpc>
            <a:spcBef>
              <a:spcPct val="0"/>
            </a:spcBef>
            <a:spcAft>
              <a:spcPct val="15000"/>
            </a:spcAft>
            <a:buChar char="••"/>
          </a:pPr>
          <a:r>
            <a:rPr lang="en-US" sz="1800" kern="1200" dirty="0"/>
            <a:t>Mostly </a:t>
          </a:r>
          <a:r>
            <a:rPr lang="en-US" sz="1800" kern="1200" dirty="0" err="1"/>
            <a:t>amperometric</a:t>
          </a:r>
          <a:r>
            <a:rPr lang="en-US" sz="1800" kern="1200" dirty="0"/>
            <a:t> or potentiometric bio­sensors</a:t>
          </a:r>
          <a:endParaRPr lang="en-IN" sz="1800" kern="1200" dirty="0"/>
        </a:p>
      </dsp:txBody>
      <dsp:txXfrm>
        <a:off x="0" y="3751809"/>
        <a:ext cx="4630058" cy="1241199"/>
      </dsp:txXfrm>
    </dsp:sp>
    <dsp:sp modelId="{7A4BBB6F-7BE2-49DB-8216-8C05C5F178FE}">
      <dsp:nvSpPr>
        <dsp:cNvPr id="0" name=""/>
        <dsp:cNvSpPr/>
      </dsp:nvSpPr>
      <dsp:spPr>
        <a:xfrm>
          <a:off x="1570536" y="4954442"/>
          <a:ext cx="3426242" cy="5423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b" anchorCtr="0">
          <a:noAutofit/>
        </a:bodyPr>
        <a:lstStyle/>
        <a:p>
          <a:pPr lvl="0" algn="l" defTabSz="800100">
            <a:lnSpc>
              <a:spcPct val="90000"/>
            </a:lnSpc>
            <a:spcBef>
              <a:spcPct val="0"/>
            </a:spcBef>
            <a:spcAft>
              <a:spcPct val="35000"/>
            </a:spcAft>
          </a:pPr>
          <a:endParaRPr lang="en-IN" sz="1800" kern="1200" dirty="0"/>
        </a:p>
      </dsp:txBody>
      <dsp:txXfrm>
        <a:off x="1570536" y="4954442"/>
        <a:ext cx="3426242" cy="542339"/>
      </dsp:txXfrm>
    </dsp:sp>
    <dsp:sp modelId="{62B3C8F2-02E8-48A2-A030-E968E45099A8}">
      <dsp:nvSpPr>
        <dsp:cNvPr id="0" name=""/>
        <dsp:cNvSpPr/>
      </dsp:nvSpPr>
      <dsp:spPr>
        <a:xfrm>
          <a:off x="25337" y="4957349"/>
          <a:ext cx="2670699" cy="542339"/>
        </a:xfrm>
        <a:prstGeom prst="round2SameRect">
          <a:avLst>
            <a:gd name="adj1" fmla="val 16670"/>
            <a:gd name="adj2" fmla="val 0"/>
          </a:avLst>
        </a:prstGeom>
        <a:solidFill>
          <a:schemeClr val="accent2">
            <a:hueOff val="-1446200"/>
            <a:satOff val="-9924"/>
            <a:lumOff val="5098"/>
            <a:alphaOff val="0"/>
          </a:schemeClr>
        </a:solidFill>
        <a:ln w="12700" cap="flat" cmpd="sng" algn="ctr">
          <a:solidFill>
            <a:schemeClr val="accent2">
              <a:hueOff val="-1446200"/>
              <a:satOff val="-9924"/>
              <a:lumOff val="5098"/>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lvl="0" algn="l" defTabSz="800100">
            <a:lnSpc>
              <a:spcPct val="90000"/>
            </a:lnSpc>
            <a:spcBef>
              <a:spcPct val="0"/>
            </a:spcBef>
            <a:spcAft>
              <a:spcPct val="35000"/>
            </a:spcAft>
          </a:pPr>
          <a:r>
            <a:rPr lang="en-IN" sz="1800" b="1" i="0" kern="1200" dirty="0"/>
            <a:t>Electronics and display:</a:t>
          </a:r>
          <a:r>
            <a:rPr lang="en-IN" sz="1800" b="0" i="0" kern="1200" dirty="0"/>
            <a:t> </a:t>
          </a:r>
          <a:endParaRPr lang="en-IN" sz="1800" kern="1200" dirty="0"/>
        </a:p>
      </dsp:txBody>
      <dsp:txXfrm>
        <a:off x="51817" y="4983829"/>
        <a:ext cx="2617739" cy="515859"/>
      </dsp:txXfrm>
    </dsp:sp>
    <dsp:sp modelId="{46C8E9B4-E578-4E1A-A51B-C2C9C534DF19}">
      <dsp:nvSpPr>
        <dsp:cNvPr id="0" name=""/>
        <dsp:cNvSpPr/>
      </dsp:nvSpPr>
      <dsp:spPr>
        <a:xfrm>
          <a:off x="0" y="5502739"/>
          <a:ext cx="4630058" cy="8327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t" anchorCtr="0">
          <a:noAutofit/>
        </a:bodyPr>
        <a:lstStyle/>
        <a:p>
          <a:pPr marL="171450" lvl="1" indent="-171450" algn="just" defTabSz="800100">
            <a:lnSpc>
              <a:spcPct val="90000"/>
            </a:lnSpc>
            <a:spcBef>
              <a:spcPct val="0"/>
            </a:spcBef>
            <a:spcAft>
              <a:spcPct val="15000"/>
            </a:spcAft>
            <a:buChar char="••"/>
          </a:pPr>
          <a:r>
            <a:rPr lang="en-US" sz="1800" b="0" i="0" kern="1200" dirty="0"/>
            <a:t>The processed signals are then quantified and shown on display</a:t>
          </a:r>
          <a:endParaRPr lang="en-IN" sz="1800" kern="1200" dirty="0"/>
        </a:p>
      </dsp:txBody>
      <dsp:txXfrm>
        <a:off x="0" y="5502739"/>
        <a:ext cx="4630058" cy="832745"/>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BCB2BBA-A0DF-4EC4-81C3-1168722FEE49}">
      <dsp:nvSpPr>
        <dsp:cNvPr id="0" name=""/>
        <dsp:cNvSpPr/>
      </dsp:nvSpPr>
      <dsp:spPr>
        <a:xfrm>
          <a:off x="0" y="51167"/>
          <a:ext cx="10723880" cy="921600"/>
        </a:xfrm>
        <a:prstGeom prst="rect">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7584" tIns="130048" rIns="227584" bIns="130048" numCol="1" spcCol="1270" anchor="ctr" anchorCtr="0">
          <a:noAutofit/>
        </a:bodyPr>
        <a:lstStyle/>
        <a:p>
          <a:pPr lvl="0" algn="ctr" defTabSz="1422400">
            <a:lnSpc>
              <a:spcPct val="90000"/>
            </a:lnSpc>
            <a:spcBef>
              <a:spcPct val="0"/>
            </a:spcBef>
            <a:spcAft>
              <a:spcPct val="35000"/>
            </a:spcAft>
          </a:pPr>
          <a:r>
            <a:rPr lang="en-IN" sz="3200" b="1" kern="1200" dirty="0">
              <a:solidFill>
                <a:schemeClr val="bg1"/>
              </a:solidFill>
              <a:effectLst>
                <a:outerShdw blurRad="38100" dist="38100" dir="2700000" algn="tl">
                  <a:srgbClr val="000000">
                    <a:alpha val="43137"/>
                  </a:srgbClr>
                </a:outerShdw>
              </a:effectLst>
            </a:rPr>
            <a:t>Common Applications of Biosensors</a:t>
          </a:r>
          <a:endParaRPr lang="en-IN" sz="3200" kern="1200" dirty="0">
            <a:solidFill>
              <a:schemeClr val="bg1"/>
            </a:solidFill>
          </a:endParaRPr>
        </a:p>
      </dsp:txBody>
      <dsp:txXfrm>
        <a:off x="0" y="51167"/>
        <a:ext cx="10723880" cy="921600"/>
      </dsp:txXfrm>
    </dsp:sp>
    <dsp:sp modelId="{3060D8F7-050F-4184-AF74-5C5C73025028}">
      <dsp:nvSpPr>
        <dsp:cNvPr id="0" name=""/>
        <dsp:cNvSpPr/>
      </dsp:nvSpPr>
      <dsp:spPr>
        <a:xfrm>
          <a:off x="0" y="972767"/>
          <a:ext cx="10723880" cy="5446080"/>
        </a:xfrm>
        <a:prstGeom prst="rect">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0688" tIns="170688" rIns="227584" bIns="256032" numCol="1" spcCol="1270" anchor="t" anchorCtr="0">
          <a:noAutofit/>
        </a:bodyPr>
        <a:lstStyle/>
        <a:p>
          <a:pPr marL="285750" lvl="1" indent="-285750" algn="just" defTabSz="1422400">
            <a:lnSpc>
              <a:spcPct val="90000"/>
            </a:lnSpc>
            <a:spcBef>
              <a:spcPct val="0"/>
            </a:spcBef>
            <a:spcAft>
              <a:spcPct val="15000"/>
            </a:spcAft>
            <a:buChar char="••"/>
          </a:pPr>
          <a:r>
            <a:rPr lang="en-US" sz="3200" kern="1200" dirty="0"/>
            <a:t>Biosensors are used in the food industry to measure carbohydrates, alcohols and acids, for example, during quality control processes. </a:t>
          </a:r>
          <a:endParaRPr lang="en-IN" sz="3200" kern="1200" dirty="0"/>
        </a:p>
        <a:p>
          <a:pPr marL="285750" lvl="1" indent="-285750" algn="just" defTabSz="1422400">
            <a:lnSpc>
              <a:spcPct val="90000"/>
            </a:lnSpc>
            <a:spcBef>
              <a:spcPct val="0"/>
            </a:spcBef>
            <a:spcAft>
              <a:spcPct val="15000"/>
            </a:spcAft>
            <a:buChar char="••"/>
          </a:pPr>
          <a:r>
            <a:rPr lang="en-US" sz="3200" kern="1200"/>
            <a:t>The devices may also be used to check fermentation during the production of beer, yoghurt and soft drinks. </a:t>
          </a:r>
          <a:endParaRPr lang="en-US" sz="3200" kern="1200" dirty="0"/>
        </a:p>
        <a:p>
          <a:pPr marL="285750" lvl="1" indent="-285750" algn="just" defTabSz="1422400">
            <a:lnSpc>
              <a:spcPct val="90000"/>
            </a:lnSpc>
            <a:spcBef>
              <a:spcPct val="0"/>
            </a:spcBef>
            <a:spcAft>
              <a:spcPct val="15000"/>
            </a:spcAft>
            <a:buChar char="••"/>
          </a:pPr>
          <a:r>
            <a:rPr lang="en-US" sz="3200" kern="1200"/>
            <a:t>Another important application is their use in detecting pathogens in fresh meat, poultry or fish.</a:t>
          </a:r>
          <a:endParaRPr lang="en-US" sz="3200" kern="1200" dirty="0"/>
        </a:p>
        <a:p>
          <a:pPr marL="285750" lvl="1" indent="-285750" algn="just" defTabSz="1422400">
            <a:lnSpc>
              <a:spcPct val="90000"/>
            </a:lnSpc>
            <a:spcBef>
              <a:spcPct val="0"/>
            </a:spcBef>
            <a:spcAft>
              <a:spcPct val="15000"/>
            </a:spcAft>
            <a:buChar char="••"/>
          </a:pPr>
          <a:r>
            <a:rPr lang="en-US" sz="3200" kern="1200"/>
            <a:t>Biosensors are used to check the quality of air and water. </a:t>
          </a:r>
          <a:endParaRPr lang="en-US" sz="3200" kern="1200" dirty="0"/>
        </a:p>
        <a:p>
          <a:pPr marL="285750" lvl="1" indent="-285750" algn="just" defTabSz="1422400">
            <a:lnSpc>
              <a:spcPct val="90000"/>
            </a:lnSpc>
            <a:spcBef>
              <a:spcPct val="0"/>
            </a:spcBef>
            <a:spcAft>
              <a:spcPct val="15000"/>
            </a:spcAft>
            <a:buChar char="••"/>
          </a:pPr>
          <a:r>
            <a:rPr lang="en-US" sz="3200" kern="1200" dirty="0"/>
            <a:t>The devices can be used to pick up traces of organophosphates from pesticides or to check the toxicity levels of wastewater</a:t>
          </a:r>
        </a:p>
      </dsp:txBody>
      <dsp:txXfrm>
        <a:off x="0" y="972767"/>
        <a:ext cx="10723880" cy="5446080"/>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D91E050-0014-4CA7-80BB-429A18CF25C9}">
      <dsp:nvSpPr>
        <dsp:cNvPr id="0" name=""/>
        <dsp:cNvSpPr/>
      </dsp:nvSpPr>
      <dsp:spPr>
        <a:xfrm>
          <a:off x="0" y="254207"/>
          <a:ext cx="10689590" cy="886919"/>
        </a:xfrm>
        <a:prstGeom prst="rect">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4480" tIns="162560" rIns="284480" bIns="162560" numCol="1" spcCol="1270" anchor="ctr" anchorCtr="0">
          <a:noAutofit/>
        </a:bodyPr>
        <a:lstStyle/>
        <a:p>
          <a:pPr lvl="0" algn="ctr" defTabSz="1778000">
            <a:lnSpc>
              <a:spcPct val="90000"/>
            </a:lnSpc>
            <a:spcBef>
              <a:spcPct val="0"/>
            </a:spcBef>
            <a:spcAft>
              <a:spcPct val="35000"/>
            </a:spcAft>
          </a:pPr>
          <a:r>
            <a:rPr lang="en-IN" sz="4000" b="1" kern="1200" dirty="0">
              <a:solidFill>
                <a:schemeClr val="bg1"/>
              </a:solidFill>
              <a:effectLst>
                <a:outerShdw blurRad="38100" dist="38100" dir="2700000" algn="tl">
                  <a:srgbClr val="000000">
                    <a:alpha val="43137"/>
                  </a:srgbClr>
                </a:outerShdw>
              </a:effectLst>
            </a:rPr>
            <a:t>Conclusion</a:t>
          </a:r>
          <a:endParaRPr lang="en-IN" sz="4000" kern="1200" dirty="0">
            <a:solidFill>
              <a:schemeClr val="bg1"/>
            </a:solidFill>
          </a:endParaRPr>
        </a:p>
      </dsp:txBody>
      <dsp:txXfrm>
        <a:off x="0" y="254207"/>
        <a:ext cx="10689590" cy="886919"/>
      </dsp:txXfrm>
    </dsp:sp>
    <dsp:sp modelId="{4CB7D5C0-7C69-435C-BF1E-A41FCC0E7EBA}">
      <dsp:nvSpPr>
        <dsp:cNvPr id="0" name=""/>
        <dsp:cNvSpPr/>
      </dsp:nvSpPr>
      <dsp:spPr>
        <a:xfrm>
          <a:off x="0" y="1141126"/>
          <a:ext cx="10689590" cy="4891590"/>
        </a:xfrm>
        <a:prstGeom prst="rect">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4018" tIns="144018" rIns="192024" bIns="216027" numCol="1" spcCol="1270" anchor="t" anchorCtr="0">
          <a:noAutofit/>
        </a:bodyPr>
        <a:lstStyle/>
        <a:p>
          <a:pPr marL="228600" lvl="1" indent="-228600" algn="just" defTabSz="1200150">
            <a:lnSpc>
              <a:spcPct val="90000"/>
            </a:lnSpc>
            <a:spcBef>
              <a:spcPct val="0"/>
            </a:spcBef>
            <a:spcAft>
              <a:spcPct val="15000"/>
            </a:spcAft>
            <a:buChar char="••"/>
          </a:pPr>
          <a:r>
            <a:rPr lang="en-US" sz="2700" kern="1200" dirty="0"/>
            <a:t>A </a:t>
          </a:r>
          <a:r>
            <a:rPr lang="en-US" sz="2700" b="1" kern="1200" dirty="0"/>
            <a:t>biosensor</a:t>
          </a:r>
          <a:r>
            <a:rPr lang="en-US" sz="2700" kern="1200" dirty="0"/>
            <a:t> is universally defined as “a self-contained analytical device that combines a biological component with a physicochemical device for the detection of an analyte of biological importance”.</a:t>
          </a:r>
          <a:endParaRPr lang="en-IN" sz="2700" kern="1200" dirty="0"/>
        </a:p>
        <a:p>
          <a:pPr marL="228600" lvl="1" indent="-228600" algn="just" defTabSz="1200150">
            <a:lnSpc>
              <a:spcPct val="90000"/>
            </a:lnSpc>
            <a:spcBef>
              <a:spcPct val="0"/>
            </a:spcBef>
            <a:spcAft>
              <a:spcPct val="15000"/>
            </a:spcAft>
            <a:buChar char="••"/>
          </a:pPr>
          <a:r>
            <a:rPr lang="en-US" sz="2700" kern="1200" dirty="0"/>
            <a:t>It consists of a biological recognition element which is able to specifically interact with a target molecule and a transducer able to convert this interaction into a measurable signal.</a:t>
          </a:r>
        </a:p>
        <a:p>
          <a:pPr marL="228600" lvl="1" indent="-228600" algn="just" defTabSz="1200150">
            <a:lnSpc>
              <a:spcPct val="90000"/>
            </a:lnSpc>
            <a:spcBef>
              <a:spcPct val="0"/>
            </a:spcBef>
            <a:spcAft>
              <a:spcPct val="15000"/>
            </a:spcAft>
            <a:buChar char="••"/>
          </a:pPr>
          <a:r>
            <a:rPr lang="en-US" sz="2700" b="0" i="0" u="none" strike="noStrike" kern="1200" dirty="0">
              <a:solidFill>
                <a:srgbClr val="000000"/>
              </a:solidFill>
              <a:effectLst/>
            </a:rPr>
            <a:t>These instruments have a wide range of applications ranging from clinical through to environmental and agricultural. The devices are also used in the food industry. </a:t>
          </a:r>
        </a:p>
        <a:p>
          <a:pPr marL="228600" lvl="1" indent="-228600" algn="just" defTabSz="1200150">
            <a:lnSpc>
              <a:spcPct val="90000"/>
            </a:lnSpc>
            <a:spcBef>
              <a:spcPct val="0"/>
            </a:spcBef>
            <a:spcAft>
              <a:spcPct val="15000"/>
            </a:spcAft>
            <a:buChar char="••"/>
          </a:pPr>
          <a:r>
            <a:rPr lang="en-US" sz="2700" b="1" i="0" u="none" strike="noStrike" kern="1200" dirty="0">
              <a:solidFill>
                <a:srgbClr val="000000"/>
              </a:solidFill>
              <a:effectLst/>
            </a:rPr>
            <a:t>Biosensors can provide cost-effective, easy-to-use, sensitive and highly accurate detection devices in a variety of research and commercial applications.</a:t>
          </a:r>
          <a:endParaRPr lang="en-IN" sz="2700" b="1" kern="1200" dirty="0"/>
        </a:p>
      </dsp:txBody>
      <dsp:txXfrm>
        <a:off x="0" y="1141126"/>
        <a:ext cx="10689590" cy="4891590"/>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11/layout/TabList">
  <dgm:title val="Tab List"/>
  <dgm:desc val="Use to show non-sequential or grouped blocks of information. Works well for lists with a small amount of Level 1 text. The first Level 2 displays next to the Level 1 text  and the remaining Level 2 text appears beneath the Level 1 text."/>
  <dgm:catLst>
    <dgm:cat type="list" pri="4500"/>
    <dgm:cat type="officeonline" pri="11000"/>
  </dgm:catLst>
  <dgm:sampData>
    <dgm:dataModel>
      <dgm:ptLst>
        <dgm:pt modelId="0" type="doc"/>
        <dgm:pt modelId="10">
          <dgm:prSet phldr="1"/>
        </dgm:pt>
        <dgm:pt modelId="11">
          <dgm:prSet phldr="1"/>
        </dgm:pt>
        <dgm:pt modelId="12">
          <dgm:prSet phldr="1"/>
        </dgm:pt>
        <dgm:pt modelId="20">
          <dgm:prSet phldr="1"/>
        </dgm:pt>
        <dgm:pt modelId="21">
          <dgm:prSet phldr="1"/>
        </dgm:pt>
        <dgm:pt modelId="22">
          <dgm:prSet phldr="1"/>
        </dgm:pt>
        <dgm:pt modelId="30">
          <dgm:prSet phldr="1"/>
        </dgm:pt>
        <dgm:pt modelId="31">
          <dgm:prSet phldr="1"/>
        </dgm:pt>
        <dgm:pt modelId="32">
          <dgm:prSet phldr="1"/>
        </dgm:pt>
      </dgm:ptLst>
      <dgm:cxnLst>
        <dgm:cxn modelId="40" srcId="0" destId="10" srcOrd="0" destOrd="0"/>
        <dgm:cxn modelId="41" srcId="10" destId="11" srcOrd="0" destOrd="0"/>
        <dgm:cxn modelId="42" srcId="10" destId="12" srcOrd="0" destOrd="0"/>
        <dgm:cxn modelId="50" srcId="0" destId="20" srcOrd="1" destOrd="0"/>
        <dgm:cxn modelId="51" srcId="20" destId="21" srcOrd="1" destOrd="0"/>
        <dgm:cxn modelId="52" srcId="20" destId="22" srcOrd="1" destOrd="0"/>
        <dgm:cxn modelId="60" srcId="0" destId="30" srcOrd="2" destOrd="0"/>
        <dgm:cxn modelId="61" srcId="30" destId="31" srcOrd="2" destOrd="0"/>
        <dgm:cxn modelId="62" srcId="30" destId="32"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dgm:chPref val="3"/>
      <dgm:dir/>
      <dgm:animOne val="branch"/>
      <dgm:animLvl val="lvl"/>
    </dgm:varLst>
    <dgm:alg type="lin">
      <dgm:param type="linDir" val="fromT"/>
    </dgm:alg>
    <dgm:shape xmlns:r="http://schemas.openxmlformats.org/officeDocument/2006/relationships" r:blip="">
      <dgm:adjLst/>
    </dgm:shape>
    <dgm:constrLst>
      <dgm:constr type="w" for="ch" forName="Child" refType="w"/>
      <dgm:constr type="h" for="ch" forName="Child" refType="h" fact="0.6667"/>
      <dgm:constr type="primFontSz" for="des" forName="Parent" op="equ" val="65"/>
      <dgm:constr type="primFontSz" for="des" forName="Child" op="equ" val="65"/>
      <dgm:constr type="primFontSz" for="des" forName="FirstChild" op="equ" val="65"/>
      <dgm:constr type="primFontSz" for="des" forName="Child" refType="primFontSz" refFor="des" refForName="Parent" op="lte"/>
      <dgm:constr type="primFontSz" for="des" forName="FirstChild" refType="primFontSz" refFor="des" refForName="Parent" op="lte"/>
      <dgm:constr type="primFontSz" for="des" forName="Child" refType="primFontSz" refFor="des" refForName="FirstChild" op="lte"/>
      <dgm:constr type="w" for="ch" forName="composite" refType="w"/>
      <dgm:constr type="h" for="ch" forName="composite" refType="h" fact="0.3333"/>
      <dgm:constr type="sp" refType="h" refFor="ch" refForName="composite" op="equ" fact="0.05"/>
      <dgm:constr type="h" for="ch" forName="sibTrans" refType="h" refFor="ch" refForName="composite" op="equ" fact="0.05"/>
      <dgm:constr type="w" for="ch" forName="sibTrans" refType="h" refFor="ch" refForName="sibTrans" op="equ"/>
    </dgm:constrLst>
    <dgm:forEach name="nodesForEach" axis="ch" ptType="node">
      <dgm:layoutNode name="composite">
        <dgm:alg type="composite"/>
        <dgm:shape xmlns:r="http://schemas.openxmlformats.org/officeDocument/2006/relationships" r:blip="">
          <dgm:adjLst/>
        </dgm:shape>
        <dgm:choose name="Name1">
          <dgm:if name="Name2" func="var" arg="dir" op="equ" val="norm">
            <dgm:constrLst>
              <dgm:constr type="l" for="ch" forName="Accent" refType="w" fact="0"/>
              <dgm:constr type="b" for="ch" forName="Accent" refType="h"/>
              <dgm:constr type="w" for="ch" forName="Accent" refType="w"/>
              <dgm:constr type="h" for="ch" forName="Accent" refType="h" fact="0"/>
              <dgm:constr type="l" for="ch" forName="FirstChild" refType="w" fact="0.26"/>
              <dgm:constr type="t" for="ch" forName="FirstChild" refType="h" fact="0"/>
              <dgm:constr type="w" for="ch" forName="FirstChild" refType="w" fact="0.74"/>
              <dgm:constr type="h" for="ch" forName="FirstChild" refType="h"/>
              <dgm:constr type="l" for="ch" forName="Parent" refType="w" fact="0"/>
              <dgm:constr type="t" for="ch" forName="Parent" refType="h" fact="0"/>
              <dgm:constr type="w" for="ch" forName="Parent" refType="w" fact="0.26"/>
              <dgm:constr type="h" for="ch" forName="Parent" refType="h"/>
            </dgm:constrLst>
          </dgm:if>
          <dgm:else name="Name3">
            <dgm:constrLst>
              <dgm:constr type="l" for="ch" forName="Accent" refType="w" fact="0"/>
              <dgm:constr type="b" for="ch" forName="Accent" refType="h"/>
              <dgm:constr type="w" for="ch" forName="Accent" refType="w"/>
              <dgm:constr type="h" for="ch" forName="Accent" refType="h" fact="0"/>
              <dgm:constr type="r" for="ch" forName="FirstChild" refType="w" fact="0.74"/>
              <dgm:constr type="t" for="ch" forName="FirstChild" refType="h" fact="0"/>
              <dgm:constr type="w" for="ch" forName="FirstChild" refType="w" fact="0.74"/>
              <dgm:constr type="h" for="ch" forName="FirstChild" refType="h"/>
              <dgm:constr type="r" for="ch" forName="Parent" refType="w"/>
              <dgm:constr type="t" for="ch" forName="Parent" refType="h" fact="0"/>
              <dgm:constr type="w" for="ch" forName="Parent" refType="w" fact="0.26"/>
              <dgm:constr type="h" for="ch" forName="Parent" refType="h"/>
            </dgm:constrLst>
          </dgm:else>
        </dgm:choose>
        <dgm:layoutNode name="FirstChild" styleLbl="revTx">
          <dgm:varLst>
            <dgm:chMax val="0"/>
            <dgm:chPref val="0"/>
            <dgm:bulletEnabled val="1"/>
          </dgm:varLst>
          <dgm:choose name="Name4">
            <dgm:if name="Name5" func="var" arg="dir" op="equ" val="norm">
              <dgm:alg type="tx">
                <dgm:param type="parTxLTRAlign" val="l"/>
                <dgm:param type="txAnchorVert" val="b"/>
                <dgm:param type="txAnchorVertCh" val="b"/>
                <dgm:param type="parTxRTLAlign" val="l"/>
              </dgm:alg>
            </dgm:if>
            <dgm:else name="Name6">
              <dgm:alg type="tx">
                <dgm:param type="parTxLTRAlign" val="r"/>
                <dgm:param type="shpTxLTRAlignCh" val="r"/>
                <dgm:param type="txAnchorVert" val="b"/>
                <dgm:param type="txAnchorVertCh" val="b"/>
                <dgm:param type="parTxRTLAlign" val="r"/>
              </dgm:alg>
            </dgm:else>
          </dgm:choose>
          <dgm:shape xmlns:r="http://schemas.openxmlformats.org/officeDocument/2006/relationships" type="rect" r:blip="">
            <dgm:adjLst/>
          </dgm:shape>
          <dgm:choose name="Name7">
            <dgm:if name="Name8" axis="ch" ptType="node" func="cnt" op="gte" val="1">
              <dgm:presOf axis="ch desOrSelf" ptType="node node" st="1 1" cnt="1 0"/>
            </dgm:if>
            <dgm:else name="Name9">
              <dgm:presOf/>
            </dgm:else>
          </dgm:choos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Parent" styleLbl="alignNode1">
          <dgm:varLst>
            <dgm:chMax val="3"/>
            <dgm:chPref val="3"/>
            <dgm:bulletEnabled val="1"/>
          </dgm:varLst>
          <dgm:alg type="tx">
            <dgm:param type="shpTxLTRAlignCh" val="ctr"/>
            <dgm:param type="txAnchorVertCh" val="mid"/>
          </dgm:alg>
          <dgm:shape xmlns:r="http://schemas.openxmlformats.org/officeDocument/2006/relationships" type="round2SameRect" r:blip="">
            <dgm:adjLst>
              <dgm:adj idx="1" val="0.1667"/>
              <dgm:adj idx="2" val="0"/>
            </dgm:adjLst>
          </dgm:shape>
          <dgm:presOf axis="self" ptType="nod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Accent" styleLbl="parChTrans1D1">
          <dgm:alg type="sp"/>
          <dgm:shape xmlns:r="http://schemas.openxmlformats.org/officeDocument/2006/relationships" type="line" r:blip="" zOrderOff="-99999">
            <dgm:adjLst/>
          </dgm:shape>
          <dgm:presOf/>
        </dgm:layoutNode>
      </dgm:layoutNode>
      <dgm:choose name="Name10">
        <dgm:if name="Name11" axis="ch" ptType="node" st="2" cnt="1" func="cnt" op="gte" val="1">
          <dgm:layoutNode name="Child" styleLbl="revTx">
            <dgm:varLst>
              <dgm:chMax val="0"/>
              <dgm:chPref val="0"/>
              <dgm:bulletEnabled val="1"/>
            </dgm:varLst>
            <dgm:choose name="Name12">
              <dgm:if name="Name13" func="var" arg="dir" op="equ" val="norm">
                <dgm:alg type="tx">
                  <dgm:param type="stBulletLvl" val="1"/>
                  <dgm:param type="parTxLTRAlign" val="l"/>
                  <dgm:param type="parTxRTLAlign" val="l"/>
                  <dgm:param type="txAnchorVert" val="t"/>
                </dgm:alg>
              </dgm:if>
              <dgm:else name="Name14">
                <dgm:alg type="tx">
                  <dgm:param type="stBulletLvl" val="1"/>
                  <dgm:param type="parTxLTRAlign" val="r"/>
                  <dgm:param type="shpTxLTRAlignCh" val="r"/>
                  <dgm:param type="txAnchorVert" val="t"/>
                  <dgm:param type="parTxRTLAlign" val="r"/>
                </dgm:alg>
              </dgm:else>
            </dgm:choose>
            <dgm:shape xmlns:r="http://schemas.openxmlformats.org/officeDocument/2006/relationships" type="rect" r:blip="">
              <dgm:adjLst/>
            </dgm:shape>
            <dgm:presOf axis="ch desOrSelf" ptType="node node" st="2 1" cnt="0 0"/>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if>
        <dgm:else name="Name15"/>
      </dgm:choos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14.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15.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2CDA8E9-9948-4BC7-A1DE-415AE6D34228}" type="datetimeFigureOut">
              <a:rPr lang="en-US" smtClean="0"/>
              <a:pPr/>
              <a:t>7/5/2023</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9B5F544-A886-482E-AF73-1D6364AAC657}" type="slidenum">
              <a:rPr lang="en-US" smtClean="0"/>
              <a:pPr/>
              <a:t>‹#›</a:t>
            </a:fld>
            <a:endParaRPr lang="en-US"/>
          </a:p>
        </p:txBody>
      </p:sp>
    </p:spTree>
    <p:extLst>
      <p:ext uri="{BB962C8B-B14F-4D97-AF65-F5344CB8AC3E}">
        <p14:creationId xmlns:p14="http://schemas.microsoft.com/office/powerpoint/2010/main" val="22519196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A4AE53-78AB-4E30-A376-70F5FA87A326}" type="datetimeFigureOut">
              <a:rPr lang="en-US" smtClean="0"/>
              <a:pPr/>
              <a:t>7/5/2023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732FBC-CC67-4B17-8935-02F23E3364AC}" type="slidenum">
              <a:rPr lang="en-US" smtClean="0"/>
              <a:pPr/>
              <a:t>‹#›</a:t>
            </a:fld>
            <a:endParaRPr lang="en-US"/>
          </a:p>
        </p:txBody>
      </p:sp>
    </p:spTree>
    <p:extLst>
      <p:ext uri="{BB962C8B-B14F-4D97-AF65-F5344CB8AC3E}">
        <p14:creationId xmlns:p14="http://schemas.microsoft.com/office/powerpoint/2010/main" val="254055582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4D5156"/>
                </a:solidFill>
                <a:effectLst/>
                <a:latin typeface="arial" panose="020B0604020202020204" pitchFamily="34" charset="0"/>
              </a:rPr>
              <a:t>The field-effect transistor is a type of transistor that uses an electric field to control the flow of current in a semiconductor. </a:t>
            </a:r>
          </a:p>
          <a:p>
            <a:r>
              <a:rPr lang="en-US" b="0" i="0" dirty="0">
                <a:solidFill>
                  <a:srgbClr val="4D5156"/>
                </a:solidFill>
                <a:effectLst/>
                <a:latin typeface="arial" panose="020B0604020202020204" pitchFamily="34" charset="0"/>
              </a:rPr>
              <a:t>FETs are devices with three terminals: source, gate, and drain.</a:t>
            </a:r>
            <a:endParaRPr lang="en-IN" dirty="0"/>
          </a:p>
        </p:txBody>
      </p:sp>
      <p:sp>
        <p:nvSpPr>
          <p:cNvPr id="4" name="Slide Number Placeholder 3"/>
          <p:cNvSpPr>
            <a:spLocks noGrp="1"/>
          </p:cNvSpPr>
          <p:nvPr>
            <p:ph type="sldNum" sz="quarter" idx="5"/>
          </p:nvPr>
        </p:nvSpPr>
        <p:spPr/>
        <p:txBody>
          <a:bodyPr/>
          <a:lstStyle/>
          <a:p>
            <a:fld id="{60732FBC-CC67-4B17-8935-02F23E3364AC}" type="slidenum">
              <a:rPr lang="en-US" smtClean="0"/>
              <a:pPr/>
              <a:t>16</a:t>
            </a:fld>
            <a:endParaRPr lang="en-US"/>
          </a:p>
        </p:txBody>
      </p:sp>
    </p:spTree>
    <p:extLst>
      <p:ext uri="{BB962C8B-B14F-4D97-AF65-F5344CB8AC3E}">
        <p14:creationId xmlns:p14="http://schemas.microsoft.com/office/powerpoint/2010/main" val="28436392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a:p>
        </p:txBody>
      </p:sp>
      <p:sp>
        <p:nvSpPr>
          <p:cNvPr id="4" name="Slide Number Placeholder 3"/>
          <p:cNvSpPr>
            <a:spLocks noGrp="1"/>
          </p:cNvSpPr>
          <p:nvPr>
            <p:ph type="sldNum" sz="quarter" idx="10"/>
          </p:nvPr>
        </p:nvSpPr>
        <p:spPr/>
        <p:txBody>
          <a:bodyPr/>
          <a:lstStyle/>
          <a:p>
            <a:fld id="{60732FBC-CC67-4B17-8935-02F23E3364AC}" type="slidenum">
              <a:rPr lang="en-US" smtClean="0"/>
              <a:pPr/>
              <a:t>34</a:t>
            </a:fld>
            <a:endParaRPr lang="en-US"/>
          </a:p>
        </p:txBody>
      </p:sp>
    </p:spTree>
    <p:extLst>
      <p:ext uri="{BB962C8B-B14F-4D97-AF65-F5344CB8AC3E}">
        <p14:creationId xmlns:p14="http://schemas.microsoft.com/office/powerpoint/2010/main" val="9565492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a:p>
        </p:txBody>
      </p:sp>
      <p:sp>
        <p:nvSpPr>
          <p:cNvPr id="4" name="Slide Number Placeholder 3"/>
          <p:cNvSpPr>
            <a:spLocks noGrp="1"/>
          </p:cNvSpPr>
          <p:nvPr>
            <p:ph type="sldNum" sz="quarter" idx="10"/>
          </p:nvPr>
        </p:nvSpPr>
        <p:spPr/>
        <p:txBody>
          <a:bodyPr/>
          <a:lstStyle/>
          <a:p>
            <a:fld id="{60732FBC-CC67-4B17-8935-02F23E3364AC}" type="slidenum">
              <a:rPr lang="en-US" smtClean="0"/>
              <a:pPr/>
              <a:t>35</a:t>
            </a:fld>
            <a:endParaRPr lang="en-US"/>
          </a:p>
        </p:txBody>
      </p:sp>
    </p:spTree>
    <p:extLst>
      <p:ext uri="{BB962C8B-B14F-4D97-AF65-F5344CB8AC3E}">
        <p14:creationId xmlns:p14="http://schemas.microsoft.com/office/powerpoint/2010/main" val="5805578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372219752"/>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atin typeface="+mn-lt"/>
              </a:defRPr>
            </a:lvl1pPr>
          </a:lstStyle>
          <a:p>
            <a:r>
              <a:rPr lang="en-US" dirty="0"/>
              <a:t>Click to edit Master title style</a:t>
            </a:r>
          </a:p>
        </p:txBody>
      </p:sp>
      <p:sp>
        <p:nvSpPr>
          <p:cNvPr id="3" name="Content Placeholder 2"/>
          <p:cNvSpPr>
            <a:spLocks noGrp="1"/>
          </p:cNvSpPr>
          <p:nvPr>
            <p:ph idx="1"/>
          </p:nvPr>
        </p:nvSpPr>
        <p:spPr/>
        <p:txBody>
          <a:bodyPr>
            <a:normAutofit/>
          </a:bodyPr>
          <a:lstStyle>
            <a:lvl1pPr>
              <a:defRPr sz="2400">
                <a:latin typeface="+mn-lt"/>
              </a:defRPr>
            </a:lvl1pPr>
            <a:lvl2pPr>
              <a:defRPr sz="2400">
                <a:latin typeface="+mn-lt"/>
              </a:defRPr>
            </a:lvl2pPr>
            <a:lvl3pPr>
              <a:defRPr sz="2400">
                <a:latin typeface="+mn-lt"/>
              </a:defRPr>
            </a:lvl3pPr>
            <a:lvl4pPr>
              <a:defRPr sz="2400">
                <a:latin typeface="+mn-lt"/>
              </a:defRPr>
            </a:lvl4pPr>
            <a:lvl5pPr>
              <a:defRPr sz="2400">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451369527"/>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11714345"/>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dirty="0"/>
              <a:t>Click to edit Master title style</a:t>
            </a:r>
          </a:p>
        </p:txBody>
      </p:sp>
      <p:sp>
        <p:nvSpPr>
          <p:cNvPr id="3" name="Content Placeholder 2"/>
          <p:cNvSpPr>
            <a:spLocks noGrp="1"/>
          </p:cNvSpPr>
          <p:nvPr>
            <p:ph sz="half" idx="1"/>
          </p:nvPr>
        </p:nvSpPr>
        <p:spPr>
          <a:xfrm>
            <a:off x="838200" y="1825625"/>
            <a:ext cx="5181600" cy="4351338"/>
          </a:xfrm>
        </p:spPr>
        <p:txBody>
          <a:bodyPr/>
          <a:lstStyle>
            <a:lvl1pPr>
              <a:defRPr sz="2400"/>
            </a:lvl1pPr>
            <a:lvl2pPr>
              <a:defRPr sz="2400"/>
            </a:lvl2pPr>
            <a:lvl3pPr>
              <a:defRPr sz="2400"/>
            </a:lvl3pPr>
            <a:lvl4pPr>
              <a:defRPr sz="2400"/>
            </a:lvl4pPr>
            <a:lvl5pPr>
              <a:defRPr sz="2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200" y="1825625"/>
            <a:ext cx="5181600" cy="4351338"/>
          </a:xfrm>
        </p:spPr>
        <p:txBody>
          <a:bodyPr>
            <a:normAutofit/>
          </a:bodyPr>
          <a:lstStyle>
            <a:lvl1pPr>
              <a:defRPr sz="2400"/>
            </a:lvl1pPr>
            <a:lvl2pPr>
              <a:defRPr sz="2400"/>
            </a:lvl2pPr>
            <a:lvl3pPr>
              <a:defRPr sz="2400"/>
            </a:lvl3pPr>
            <a:lvl4pPr>
              <a:defRPr sz="2400"/>
            </a:lvl4pPr>
            <a:lvl5pPr>
              <a:defRPr sz="2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712201674"/>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801216958"/>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881204126"/>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78319332"/>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691860904"/>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524762700"/>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050815767"/>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134494165"/>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Титульный слайд">
    <p:spTree>
      <p:nvGrpSpPr>
        <p:cNvPr id="1" name=""/>
        <p:cNvGrpSpPr/>
        <p:nvPr/>
      </p:nvGrpSpPr>
      <p:grpSpPr>
        <a:xfrm>
          <a:off x="0" y="0"/>
          <a:ext cx="0" cy="0"/>
          <a:chOff x="0" y="0"/>
          <a:chExt cx="0" cy="0"/>
        </a:xfrm>
      </p:grpSpPr>
      <p:sp>
        <p:nvSpPr>
          <p:cNvPr id="3" name="Прямоугольник 1"/>
          <p:cNvSpPr/>
          <p:nvPr userDrawn="1"/>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8"/>
          <p:cNvSpPr/>
          <p:nvPr userDrawn="1"/>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 fmla="*/ 19050 w 12211050"/>
              <a:gd name="connsiteY0" fmla="*/ 0 h 4133850"/>
              <a:gd name="connsiteX1" fmla="*/ 12211050 w 12211050"/>
              <a:gd name="connsiteY1" fmla="*/ 0 h 4133850"/>
              <a:gd name="connsiteX2" fmla="*/ 12211050 w 12211050"/>
              <a:gd name="connsiteY2" fmla="*/ 4133850 h 4133850"/>
              <a:gd name="connsiteX3" fmla="*/ 0 w 12211050"/>
              <a:gd name="connsiteY3" fmla="*/ 3219450 h 4133850"/>
              <a:gd name="connsiteX4" fmla="*/ 19050 w 12211050"/>
              <a:gd name="connsiteY4" fmla="*/ 0 h 4133850"/>
              <a:gd name="connsiteX0" fmla="*/ 19050 w 12211050"/>
              <a:gd name="connsiteY0" fmla="*/ 0 h 4438650"/>
              <a:gd name="connsiteX1" fmla="*/ 12211050 w 12211050"/>
              <a:gd name="connsiteY1" fmla="*/ 0 h 4438650"/>
              <a:gd name="connsiteX2" fmla="*/ 12211050 w 12211050"/>
              <a:gd name="connsiteY2" fmla="*/ 4438650 h 4438650"/>
              <a:gd name="connsiteX3" fmla="*/ 0 w 12211050"/>
              <a:gd name="connsiteY3" fmla="*/ 3219450 h 4438650"/>
              <a:gd name="connsiteX4" fmla="*/ 19050 w 12211050"/>
              <a:gd name="connsiteY4" fmla="*/ 0 h 4438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 name="Прямоугольник 3"/>
          <p:cNvSpPr/>
          <p:nvPr userDrawn="1"/>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8" name="Рисунок 7"/>
          <p:cNvSpPr>
            <a:spLocks noGrp="1"/>
          </p:cNvSpPr>
          <p:nvPr>
            <p:ph type="pic" sz="quarter" idx="10"/>
          </p:nvPr>
        </p:nvSpPr>
        <p:spPr>
          <a:xfrm>
            <a:off x="1847850" y="2819400"/>
            <a:ext cx="8496300" cy="2800350"/>
          </a:xfrm>
          <a:prstGeom prst="rect">
            <a:avLst/>
          </a:prstGeom>
        </p:spPr>
        <p:txBody>
          <a:bodyPr/>
          <a:lstStyle/>
          <a:p>
            <a:pPr lvl="0"/>
            <a:endParaRPr lang="ru-RU" noProof="0" dirty="0"/>
          </a:p>
        </p:txBody>
      </p:sp>
    </p:spTree>
    <p:extLst>
      <p:ext uri="{BB962C8B-B14F-4D97-AF65-F5344CB8AC3E}">
        <p14:creationId xmlns:p14="http://schemas.microsoft.com/office/powerpoint/2010/main" val="3974081683"/>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7FB3ACE-D620-4EC3-88A7-3E317E64F19F}" type="datetimeFigureOut">
              <a:rPr lang="en-US" smtClean="0">
                <a:solidFill>
                  <a:prstClr val="black">
                    <a:tint val="75000"/>
                  </a:prstClr>
                </a:solidFill>
              </a:rPr>
              <a:pPr/>
              <a:t>7/5/2023</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C9A48AB-23F1-45F1-98E5-D2CDC7A5261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06835372"/>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3020432"/>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asic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70909644"/>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227159557"/>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2735627" y="164638"/>
            <a:ext cx="9456373" cy="768085"/>
          </a:xfrm>
          <a:prstGeom prst="rect">
            <a:avLst/>
          </a:prstGeom>
        </p:spPr>
        <p:txBody>
          <a:bodyPr anchor="ctr"/>
          <a:lstStyle>
            <a:lvl1pPr marL="0" indent="0" algn="l">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2735627" y="932723"/>
            <a:ext cx="9456373" cy="384043"/>
          </a:xfrm>
          <a:prstGeom prst="rect">
            <a:avLst/>
          </a:prstGeom>
        </p:spPr>
        <p:txBody>
          <a:bodyPr anchor="ctr"/>
          <a:lstStyle>
            <a:lvl1pPr marL="0" indent="0" algn="l">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Rectangle 4"/>
          <p:cNvSpPr/>
          <p:nvPr userDrawn="1"/>
        </p:nvSpPr>
        <p:spPr>
          <a:xfrm>
            <a:off x="0" y="1"/>
            <a:ext cx="2543605" cy="68641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804378142"/>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0" y="2276872"/>
            <a:ext cx="12192000" cy="24002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3" name="Isosceles Triangle 2"/>
          <p:cNvSpPr/>
          <p:nvPr userDrawn="1"/>
        </p:nvSpPr>
        <p:spPr>
          <a:xfrm rot="10800000">
            <a:off x="158339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2" name="Isosceles Triangle 11"/>
          <p:cNvSpPr/>
          <p:nvPr userDrawn="1"/>
        </p:nvSpPr>
        <p:spPr>
          <a:xfrm rot="10800000">
            <a:off x="446371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3" name="Isosceles Triangle 12"/>
          <p:cNvSpPr/>
          <p:nvPr userDrawn="1"/>
        </p:nvSpPr>
        <p:spPr>
          <a:xfrm rot="10800000">
            <a:off x="734403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4" name="Isosceles Triangle 13"/>
          <p:cNvSpPr/>
          <p:nvPr userDrawn="1"/>
        </p:nvSpPr>
        <p:spPr>
          <a:xfrm rot="10800000">
            <a:off x="10224348"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5" name="Rectangle 14"/>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6" name="Rectangle 15"/>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Picture Placeholder 2"/>
          <p:cNvSpPr>
            <a:spLocks noGrp="1"/>
          </p:cNvSpPr>
          <p:nvPr>
            <p:ph type="pic" idx="1" hasCustomPrompt="1"/>
          </p:nvPr>
        </p:nvSpPr>
        <p:spPr>
          <a:xfrm>
            <a:off x="815413"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2" hasCustomPrompt="1"/>
          </p:nvPr>
        </p:nvSpPr>
        <p:spPr>
          <a:xfrm>
            <a:off x="3695732"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3" hasCustomPrompt="1"/>
          </p:nvPr>
        </p:nvSpPr>
        <p:spPr>
          <a:xfrm>
            <a:off x="6576051"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4" hasCustomPrompt="1"/>
          </p:nvPr>
        </p:nvSpPr>
        <p:spPr>
          <a:xfrm>
            <a:off x="9456369"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77217534"/>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2" name="Rectangle 1"/>
          <p:cNvSpPr/>
          <p:nvPr userDrawn="1"/>
        </p:nvSpPr>
        <p:spPr>
          <a:xfrm>
            <a:off x="5231904" y="2276872"/>
            <a:ext cx="5711957" cy="393643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black">
                  <a:lumMod val="75000"/>
                  <a:lumOff val="25000"/>
                </a:prstClr>
              </a:solidFill>
            </a:endParaRPr>
          </a:p>
        </p:txBody>
      </p:sp>
      <p:sp>
        <p:nvSpPr>
          <p:cNvPr id="7" name="Picture Placeholder 2"/>
          <p:cNvSpPr>
            <a:spLocks noGrp="1"/>
          </p:cNvSpPr>
          <p:nvPr>
            <p:ph type="pic" idx="1" hasCustomPrompt="1"/>
          </p:nvPr>
        </p:nvSpPr>
        <p:spPr>
          <a:xfrm>
            <a:off x="1103445" y="1412776"/>
            <a:ext cx="4560000" cy="3696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562005223"/>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Images and Contents Layout">
    <p:spTree>
      <p:nvGrpSpPr>
        <p:cNvPr id="1" name=""/>
        <p:cNvGrpSpPr/>
        <p:nvPr/>
      </p:nvGrpSpPr>
      <p:grpSpPr>
        <a:xfrm>
          <a:off x="0" y="0"/>
          <a:ext cx="0" cy="0"/>
          <a:chOff x="0" y="0"/>
          <a:chExt cx="0" cy="0"/>
        </a:xfrm>
      </p:grpSpPr>
      <p:sp>
        <p:nvSpPr>
          <p:cNvPr id="7" name="Picture Placeholder 2"/>
          <p:cNvSpPr>
            <a:spLocks noGrp="1"/>
          </p:cNvSpPr>
          <p:nvPr>
            <p:ph type="pic" idx="1" hasCustomPrompt="1"/>
          </p:nvPr>
        </p:nvSpPr>
        <p:spPr>
          <a:xfrm>
            <a:off x="0" y="990600"/>
            <a:ext cx="3887755" cy="58674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Picture Placeholder 2"/>
          <p:cNvSpPr>
            <a:spLocks noGrp="1"/>
          </p:cNvSpPr>
          <p:nvPr>
            <p:ph type="pic" idx="11" hasCustomPrompt="1"/>
          </p:nvPr>
        </p:nvSpPr>
        <p:spPr>
          <a:xfrm>
            <a:off x="4079776" y="0"/>
            <a:ext cx="8112224" cy="362102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159574745"/>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9" name="Picture Placeholder 2"/>
          <p:cNvSpPr>
            <a:spLocks noGrp="1"/>
          </p:cNvSpPr>
          <p:nvPr>
            <p:ph type="pic" idx="1" hasCustomPrompt="1"/>
          </p:nvPr>
        </p:nvSpPr>
        <p:spPr>
          <a:xfrm>
            <a:off x="0" y="1013496"/>
            <a:ext cx="3887755" cy="356763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2" name="Picture Placeholder 2"/>
          <p:cNvSpPr>
            <a:spLocks noGrp="1"/>
          </p:cNvSpPr>
          <p:nvPr>
            <p:ph type="pic" idx="10" hasCustomPrompt="1"/>
          </p:nvPr>
        </p:nvSpPr>
        <p:spPr>
          <a:xfrm>
            <a:off x="8304245" y="0"/>
            <a:ext cx="3887755" cy="45811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3" name="Picture Placeholder 2"/>
          <p:cNvSpPr>
            <a:spLocks noGrp="1"/>
          </p:cNvSpPr>
          <p:nvPr>
            <p:ph type="pic" idx="11" hasCustomPrompt="1"/>
          </p:nvPr>
        </p:nvSpPr>
        <p:spPr>
          <a:xfrm>
            <a:off x="0" y="4773149"/>
            <a:ext cx="6096000" cy="208485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3947595198"/>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595027" y="4101331"/>
            <a:ext cx="2400000" cy="230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2" name="Rectangle 11"/>
          <p:cNvSpPr/>
          <p:nvPr userDrawn="1"/>
        </p:nvSpPr>
        <p:spPr>
          <a:xfrm>
            <a:off x="9196973" y="1700808"/>
            <a:ext cx="2400000" cy="230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3" name="Picture Placeholder 2"/>
          <p:cNvSpPr>
            <a:spLocks noGrp="1"/>
          </p:cNvSpPr>
          <p:nvPr>
            <p:ph type="pic" idx="12" hasCustomPrompt="1"/>
          </p:nvPr>
        </p:nvSpPr>
        <p:spPr>
          <a:xfrm>
            <a:off x="595027" y="1700808"/>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3" hasCustomPrompt="1"/>
          </p:nvPr>
        </p:nvSpPr>
        <p:spPr>
          <a:xfrm>
            <a:off x="9196973" y="4101331"/>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4" hasCustomPrompt="1"/>
          </p:nvPr>
        </p:nvSpPr>
        <p:spPr>
          <a:xfrm>
            <a:off x="3119669" y="4101331"/>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Picture Placeholder 2"/>
          <p:cNvSpPr>
            <a:spLocks noGrp="1"/>
          </p:cNvSpPr>
          <p:nvPr>
            <p:ph type="pic" idx="15" hasCustomPrompt="1"/>
          </p:nvPr>
        </p:nvSpPr>
        <p:spPr>
          <a:xfrm>
            <a:off x="3119669" y="1700808"/>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4278359442"/>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5_Images and Contents Layout">
    <p:spTree>
      <p:nvGrpSpPr>
        <p:cNvPr id="1" name=""/>
        <p:cNvGrpSpPr/>
        <p:nvPr/>
      </p:nvGrpSpPr>
      <p:grpSpPr>
        <a:xfrm>
          <a:off x="0" y="0"/>
          <a:ext cx="0" cy="0"/>
          <a:chOff x="0" y="0"/>
          <a:chExt cx="0" cy="0"/>
        </a:xfrm>
      </p:grpSpPr>
      <p:sp>
        <p:nvSpPr>
          <p:cNvPr id="16" name="Picture Placeholder 2"/>
          <p:cNvSpPr>
            <a:spLocks noGrp="1"/>
          </p:cNvSpPr>
          <p:nvPr>
            <p:ph type="pic" idx="12" hasCustomPrompt="1"/>
          </p:nvPr>
        </p:nvSpPr>
        <p:spPr>
          <a:xfrm>
            <a:off x="709650" y="480055"/>
            <a:ext cx="4224469" cy="419708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7" name="Picture Placeholder 2"/>
          <p:cNvSpPr>
            <a:spLocks noGrp="1"/>
          </p:cNvSpPr>
          <p:nvPr>
            <p:ph type="pic" idx="13" hasCustomPrompt="1"/>
          </p:nvPr>
        </p:nvSpPr>
        <p:spPr>
          <a:xfrm>
            <a:off x="5126140" y="480056"/>
            <a:ext cx="6336704" cy="229610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4" hasCustomPrompt="1"/>
          </p:nvPr>
        </p:nvSpPr>
        <p:spPr>
          <a:xfrm>
            <a:off x="5126140"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6" hasCustomPrompt="1"/>
          </p:nvPr>
        </p:nvSpPr>
        <p:spPr>
          <a:xfrm>
            <a:off x="7310492"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7" hasCustomPrompt="1"/>
          </p:nvPr>
        </p:nvSpPr>
        <p:spPr>
          <a:xfrm>
            <a:off x="9494844"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02302158"/>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7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그림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46767" y="2276873"/>
            <a:ext cx="7238124" cy="3966041"/>
          </a:xfrm>
          <a:prstGeom prst="rect">
            <a:avLst/>
          </a:prstGeom>
        </p:spPr>
      </p:pic>
      <p:sp>
        <p:nvSpPr>
          <p:cNvPr id="7" name="Picture Placeholder 2"/>
          <p:cNvSpPr>
            <a:spLocks noGrp="1"/>
          </p:cNvSpPr>
          <p:nvPr>
            <p:ph type="pic" idx="1" hasCustomPrompt="1"/>
          </p:nvPr>
        </p:nvSpPr>
        <p:spPr>
          <a:xfrm>
            <a:off x="5705875" y="2485912"/>
            <a:ext cx="4832891" cy="312423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Rectangle 7"/>
          <p:cNvSpPr/>
          <p:nvPr userDrawn="1"/>
        </p:nvSpPr>
        <p:spPr>
          <a:xfrm>
            <a:off x="4037371" y="1"/>
            <a:ext cx="4128459" cy="60959"/>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9" name="Rectangle 8"/>
          <p:cNvSpPr/>
          <p:nvPr userDrawn="1"/>
        </p:nvSpPr>
        <p:spPr>
          <a:xfrm>
            <a:off x="0" y="6753308"/>
            <a:ext cx="12192000" cy="110875"/>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218041535"/>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8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Picture 4"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76400"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406826"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37251"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sp>
        <p:nvSpPr>
          <p:cNvPr id="13" name="Picture Placeholder 2"/>
          <p:cNvSpPr>
            <a:spLocks noGrp="1"/>
          </p:cNvSpPr>
          <p:nvPr>
            <p:ph type="pic" idx="1" hasCustomPrompt="1"/>
          </p:nvPr>
        </p:nvSpPr>
        <p:spPr>
          <a:xfrm>
            <a:off x="90990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2" hasCustomPrompt="1"/>
          </p:nvPr>
        </p:nvSpPr>
        <p:spPr>
          <a:xfrm>
            <a:off x="453956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3" hasCustomPrompt="1"/>
          </p:nvPr>
        </p:nvSpPr>
        <p:spPr>
          <a:xfrm>
            <a:off x="816922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Rectangle 15"/>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Rectangle 16"/>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4079406833"/>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9_Images and Contents Layout">
    <p:spTree>
      <p:nvGrpSpPr>
        <p:cNvPr id="1" name=""/>
        <p:cNvGrpSpPr/>
        <p:nvPr/>
      </p:nvGrpSpPr>
      <p:grpSpPr>
        <a:xfrm>
          <a:off x="0" y="0"/>
          <a:ext cx="0" cy="0"/>
          <a:chOff x="0" y="0"/>
          <a:chExt cx="0" cy="0"/>
        </a:xfrm>
      </p:grpSpPr>
      <p:sp>
        <p:nvSpPr>
          <p:cNvPr id="6" name="Picture Placeholder 2"/>
          <p:cNvSpPr>
            <a:spLocks noGrp="1"/>
          </p:cNvSpPr>
          <p:nvPr>
            <p:ph type="pic" idx="1" hasCustomPrompt="1"/>
          </p:nvPr>
        </p:nvSpPr>
        <p:spPr>
          <a:xfrm>
            <a:off x="0" y="0"/>
            <a:ext cx="12192000" cy="4101075"/>
          </a:xfrm>
          <a:prstGeom prst="rect">
            <a:avLst/>
          </a:prstGeom>
          <a:solidFill>
            <a:schemeClr val="bg1">
              <a:lumMod val="8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014657143"/>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ICON SETS LAYOUT</a:t>
            </a:r>
          </a:p>
        </p:txBody>
      </p:sp>
      <p:grpSp>
        <p:nvGrpSpPr>
          <p:cNvPr id="5" name="Group 4"/>
          <p:cNvGrpSpPr/>
          <p:nvPr userDrawn="1"/>
        </p:nvGrpSpPr>
        <p:grpSpPr>
          <a:xfrm>
            <a:off x="472011" y="1508786"/>
            <a:ext cx="3799787" cy="4865561"/>
            <a:chOff x="354008" y="1131589"/>
            <a:chExt cx="2849840" cy="3649171"/>
          </a:xfrm>
        </p:grpSpPr>
        <p:sp>
          <p:nvSpPr>
            <p:cNvPr id="6" name="Rounded Rectangle 5"/>
            <p:cNvSpPr/>
            <p:nvPr/>
          </p:nvSpPr>
          <p:spPr>
            <a:xfrm>
              <a:off x="354008" y="1131589"/>
              <a:ext cx="2849840" cy="364917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dirty="0">
                <a:solidFill>
                  <a:prstClr val="white"/>
                </a:solidFill>
              </a:endParaRPr>
            </a:p>
          </p:txBody>
        </p:sp>
        <p:sp>
          <p:nvSpPr>
            <p:cNvPr id="9" name="Rounded Rectangle 8"/>
            <p:cNvSpPr/>
            <p:nvPr/>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white"/>
                </a:solidFill>
              </a:endParaRPr>
            </a:p>
          </p:txBody>
        </p:sp>
        <p:sp>
          <p:nvSpPr>
            <p:cNvPr id="12" name="Half Frame 11"/>
            <p:cNvSpPr/>
            <p:nvPr/>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black"/>
                </a:solidFill>
              </a:endParaRPr>
            </a:p>
          </p:txBody>
        </p:sp>
      </p:grpSp>
    </p:spTree>
    <p:extLst>
      <p:ext uri="{BB962C8B-B14F-4D97-AF65-F5344CB8AC3E}">
        <p14:creationId xmlns:p14="http://schemas.microsoft.com/office/powerpoint/2010/main" val="2621978138"/>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heme" Target="../theme/theme2.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lum/>
          </a:blip>
          <a:srcRect/>
          <a:stretch>
            <a:fillRect l="1000" t="-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CDBBEF-AA6C-4BA6-85B2-A17D7F280E38}" type="slidenum">
              <a:rPr lang="en-US" smtClean="0"/>
              <a:pPr/>
              <a:t>‹#›</a:t>
            </a:fld>
            <a:endParaRPr lang="en-US"/>
          </a:p>
        </p:txBody>
      </p:sp>
    </p:spTree>
    <p:extLst>
      <p:ext uri="{BB962C8B-B14F-4D97-AF65-F5344CB8AC3E}">
        <p14:creationId xmlns:p14="http://schemas.microsoft.com/office/powerpoint/2010/main" val="333339139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60" r:id="rId12"/>
    <p:sldLayoutId id="2147483701" r:id="rId13"/>
  </p:sldLayoutIdLst>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8544627"/>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Lst>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txStyles>
    <p:titleStyle>
      <a:lvl1pPr algn="ctr" defTabSz="1219170" rtl="0" eaLnBrk="1" latinLnBrk="1"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1"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1"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1"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ko-KR"/>
      </a:defPPr>
      <a:lvl1pPr marL="0" algn="l" defTabSz="1219170" rtl="0" eaLnBrk="1" latinLnBrk="1" hangingPunct="1">
        <a:defRPr sz="2400" kern="1200">
          <a:solidFill>
            <a:schemeClr val="tx1"/>
          </a:solidFill>
          <a:latin typeface="+mn-lt"/>
          <a:ea typeface="+mn-ea"/>
          <a:cs typeface="+mn-cs"/>
        </a:defRPr>
      </a:lvl1pPr>
      <a:lvl2pPr marL="609585" algn="l" defTabSz="1219170" rtl="0" eaLnBrk="1" latinLnBrk="1" hangingPunct="1">
        <a:defRPr sz="2400" kern="1200">
          <a:solidFill>
            <a:schemeClr val="tx1"/>
          </a:solidFill>
          <a:latin typeface="+mn-lt"/>
          <a:ea typeface="+mn-ea"/>
          <a:cs typeface="+mn-cs"/>
        </a:defRPr>
      </a:lvl2pPr>
      <a:lvl3pPr marL="1219170" algn="l" defTabSz="1219170" rtl="0" eaLnBrk="1" latinLnBrk="1" hangingPunct="1">
        <a:defRPr sz="2400" kern="1200">
          <a:solidFill>
            <a:schemeClr val="tx1"/>
          </a:solidFill>
          <a:latin typeface="+mn-lt"/>
          <a:ea typeface="+mn-ea"/>
          <a:cs typeface="+mn-cs"/>
        </a:defRPr>
      </a:lvl3pPr>
      <a:lvl4pPr marL="1828754" algn="l" defTabSz="1219170" rtl="0" eaLnBrk="1" latinLnBrk="1" hangingPunct="1">
        <a:defRPr sz="2400" kern="1200">
          <a:solidFill>
            <a:schemeClr val="tx1"/>
          </a:solidFill>
          <a:latin typeface="+mn-lt"/>
          <a:ea typeface="+mn-ea"/>
          <a:cs typeface="+mn-cs"/>
        </a:defRPr>
      </a:lvl4pPr>
      <a:lvl5pPr marL="2438339" algn="l" defTabSz="1219170" rtl="0" eaLnBrk="1" latinLnBrk="1" hangingPunct="1">
        <a:defRPr sz="2400" kern="1200">
          <a:solidFill>
            <a:schemeClr val="tx1"/>
          </a:solidFill>
          <a:latin typeface="+mn-lt"/>
          <a:ea typeface="+mn-ea"/>
          <a:cs typeface="+mn-cs"/>
        </a:defRPr>
      </a:lvl5pPr>
      <a:lvl6pPr marL="3047924" algn="l" defTabSz="1219170" rtl="0" eaLnBrk="1" latinLnBrk="1" hangingPunct="1">
        <a:defRPr sz="2400" kern="1200">
          <a:solidFill>
            <a:schemeClr val="tx1"/>
          </a:solidFill>
          <a:latin typeface="+mn-lt"/>
          <a:ea typeface="+mn-ea"/>
          <a:cs typeface="+mn-cs"/>
        </a:defRPr>
      </a:lvl6pPr>
      <a:lvl7pPr marL="3657509" algn="l" defTabSz="1219170" rtl="0" eaLnBrk="1" latinLnBrk="1" hangingPunct="1">
        <a:defRPr sz="2400" kern="1200">
          <a:solidFill>
            <a:schemeClr val="tx1"/>
          </a:solidFill>
          <a:latin typeface="+mn-lt"/>
          <a:ea typeface="+mn-ea"/>
          <a:cs typeface="+mn-cs"/>
        </a:defRPr>
      </a:lvl7pPr>
      <a:lvl8pPr marL="4267093" algn="l" defTabSz="1219170" rtl="0" eaLnBrk="1" latinLnBrk="1" hangingPunct="1">
        <a:defRPr sz="2400" kern="1200">
          <a:solidFill>
            <a:schemeClr val="tx1"/>
          </a:solidFill>
          <a:latin typeface="+mn-lt"/>
          <a:ea typeface="+mn-ea"/>
          <a:cs typeface="+mn-cs"/>
        </a:defRPr>
      </a:lvl8pPr>
      <a:lvl9pPr marL="4876678" algn="l" defTabSz="1219170" rtl="0" eaLnBrk="1" latinLnBrk="1"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microsoft.com/office/2007/relationships/hdphoto" Target="../media/hdphoto1.wdp"/><Relationship Id="rId5" Type="http://schemas.openxmlformats.org/officeDocument/2006/relationships/image" Target="../media/image7.png"/><Relationship Id="rId4" Type="http://schemas.openxmlformats.org/officeDocument/2006/relationships/image" Target="../media/image6.emf"/></Relationships>
</file>

<file path=ppt/slides/_rels/slide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hyperlink" Target="https://images.app.goo.gl/5obqqxo93P2UBmdU6" TargetMode="External"/><Relationship Id="rId1" Type="http://schemas.openxmlformats.org/officeDocument/2006/relationships/slideLayout" Target="../slideLayouts/slideLayout6.xml"/><Relationship Id="rId4" Type="http://schemas.openxmlformats.org/officeDocument/2006/relationships/image" Target="../media/image9.jpg"/></Relationships>
</file>

<file path=ppt/slides/_rels/slide3.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2.xml"/><Relationship Id="rId7" Type="http://schemas.openxmlformats.org/officeDocument/2006/relationships/image" Target="../media/image18.png"/><Relationship Id="rId2" Type="http://schemas.openxmlformats.org/officeDocument/2006/relationships/diagramData" Target="../diagrams/data2.xml"/><Relationship Id="rId1" Type="http://schemas.openxmlformats.org/officeDocument/2006/relationships/slideLayout" Target="../slideLayouts/slideLayout7.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4.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19.png"/><Relationship Id="rId1" Type="http://schemas.openxmlformats.org/officeDocument/2006/relationships/slideLayout" Target="../slideLayouts/slideLayout7.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 Id="rId9" Type="http://schemas.microsoft.com/office/2007/relationships/hdphoto" Target="../media/hdphoto4.wdp"/></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7.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5.xml"/><Relationship Id="rId7" Type="http://schemas.openxmlformats.org/officeDocument/2006/relationships/image" Target="../media/image22.png"/><Relationship Id="rId2" Type="http://schemas.openxmlformats.org/officeDocument/2006/relationships/diagramData" Target="../diagrams/data5.xml"/><Relationship Id="rId1" Type="http://schemas.openxmlformats.org/officeDocument/2006/relationships/slideLayout" Target="../slideLayouts/slideLayout7.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7.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7.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7.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9.xml"/><Relationship Id="rId7" Type="http://schemas.openxmlformats.org/officeDocument/2006/relationships/image" Target="../media/image23.png"/><Relationship Id="rId2" Type="http://schemas.openxmlformats.org/officeDocument/2006/relationships/diagramData" Target="../diagrams/data9.xml"/><Relationship Id="rId1" Type="http://schemas.openxmlformats.org/officeDocument/2006/relationships/slideLayout" Target="../slideLayouts/slideLayout7.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24.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7.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8" Type="http://schemas.microsoft.com/office/2007/relationships/hdphoto" Target="../media/hdphoto5.wdp"/><Relationship Id="rId3" Type="http://schemas.openxmlformats.org/officeDocument/2006/relationships/diagramLayout" Target="../diagrams/layout11.xml"/><Relationship Id="rId7" Type="http://schemas.openxmlformats.org/officeDocument/2006/relationships/image" Target="../media/image24.png"/><Relationship Id="rId2" Type="http://schemas.openxmlformats.org/officeDocument/2006/relationships/diagramData" Target="../diagrams/data11.xml"/><Relationship Id="rId1" Type="http://schemas.openxmlformats.org/officeDocument/2006/relationships/slideLayout" Target="../slideLayouts/slideLayout7.xml"/><Relationship Id="rId6" Type="http://schemas.microsoft.com/office/2007/relationships/diagramDrawing" Target="../diagrams/drawing11.xml"/><Relationship Id="rId5" Type="http://schemas.openxmlformats.org/officeDocument/2006/relationships/diagramColors" Target="../diagrams/colors11.xml"/><Relationship Id="rId10" Type="http://schemas.microsoft.com/office/2007/relationships/hdphoto" Target="../media/hdphoto6.wdp"/><Relationship Id="rId4" Type="http://schemas.openxmlformats.org/officeDocument/2006/relationships/diagramQuickStyle" Target="../diagrams/quickStyle11.xml"/><Relationship Id="rId9" Type="http://schemas.openxmlformats.org/officeDocument/2006/relationships/image" Target="../media/image25.png"/></Relationships>
</file>

<file path=ppt/slides/_rels/slide2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Layout" Target="../slideLayouts/slideLayout7.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29.xml.rels><?xml version="1.0" encoding="UTF-8" standalone="yes"?>
<Relationships xmlns="http://schemas.openxmlformats.org/package/2006/relationships"><Relationship Id="rId3" Type="http://schemas.openxmlformats.org/officeDocument/2006/relationships/diagramData" Target="../diagrams/data13.xml"/><Relationship Id="rId7" Type="http://schemas.microsoft.com/office/2007/relationships/diagramDrawing" Target="../diagrams/drawing13.xml"/><Relationship Id="rId2" Type="http://schemas.openxmlformats.org/officeDocument/2006/relationships/image" Target="../media/image27.png"/><Relationship Id="rId1" Type="http://schemas.openxmlformats.org/officeDocument/2006/relationships/slideLayout" Target="../slideLayouts/slideLayout7.xml"/><Relationship Id="rId6" Type="http://schemas.openxmlformats.org/officeDocument/2006/relationships/diagramColors" Target="../diagrams/colors13.xml"/><Relationship Id="rId5" Type="http://schemas.openxmlformats.org/officeDocument/2006/relationships/diagramQuickStyle" Target="../diagrams/quickStyle13.xml"/><Relationship Id="rId4" Type="http://schemas.openxmlformats.org/officeDocument/2006/relationships/diagramLayout" Target="../diagrams/layout13.xml"/></Relationships>
</file>

<file path=ppt/slides/_rels/slide3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diagramLayout" Target="../diagrams/layout14.xml"/><Relationship Id="rId2" Type="http://schemas.openxmlformats.org/officeDocument/2006/relationships/diagramData" Target="../diagrams/data14.xml"/><Relationship Id="rId1" Type="http://schemas.openxmlformats.org/officeDocument/2006/relationships/slideLayout" Target="../slideLayouts/slideLayout7.xml"/><Relationship Id="rId6" Type="http://schemas.microsoft.com/office/2007/relationships/diagramDrawing" Target="../diagrams/drawing14.xml"/><Relationship Id="rId5" Type="http://schemas.openxmlformats.org/officeDocument/2006/relationships/diagramColors" Target="../diagrams/colors14.xml"/><Relationship Id="rId4" Type="http://schemas.openxmlformats.org/officeDocument/2006/relationships/diagramQuickStyle" Target="../diagrams/quickStyle14.xml"/></Relationships>
</file>

<file path=ppt/slides/_rels/slide33.xml.rels><?xml version="1.0" encoding="UTF-8" standalone="yes"?>
<Relationships xmlns="http://schemas.openxmlformats.org/package/2006/relationships"><Relationship Id="rId3" Type="http://schemas.openxmlformats.org/officeDocument/2006/relationships/diagramLayout" Target="../diagrams/layout15.xml"/><Relationship Id="rId2" Type="http://schemas.openxmlformats.org/officeDocument/2006/relationships/diagramData" Target="../diagrams/data15.xml"/><Relationship Id="rId1" Type="http://schemas.openxmlformats.org/officeDocument/2006/relationships/slideLayout" Target="../slideLayouts/slideLayout7.xml"/><Relationship Id="rId6" Type="http://schemas.microsoft.com/office/2007/relationships/diagramDrawing" Target="../diagrams/drawing15.xml"/><Relationship Id="rId5" Type="http://schemas.openxmlformats.org/officeDocument/2006/relationships/diagramColors" Target="../diagrams/colors15.xml"/><Relationship Id="rId4" Type="http://schemas.openxmlformats.org/officeDocument/2006/relationships/diagramQuickStyle" Target="../diagrams/quickStyle1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3.xml"/><Relationship Id="rId1" Type="http://schemas.openxmlformats.org/officeDocument/2006/relationships/vmlDrawing" Target="../drawings/vmlDrawing2.vml"/><Relationship Id="rId5" Type="http://schemas.openxmlformats.org/officeDocument/2006/relationships/image" Target="../media/image6.emf"/><Relationship Id="rId4" Type="http://schemas.openxmlformats.org/officeDocument/2006/relationships/oleObject" Target="../embeddings/oleObject2.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p:cNvSpPr/>
          <p:nvPr/>
        </p:nvSpPr>
        <p:spPr>
          <a:xfrm>
            <a:off x="-4421" y="5427341"/>
            <a:ext cx="12196420" cy="1518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302197" y="5901985"/>
            <a:ext cx="45719" cy="61388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Slide Number Placeholder 2"/>
          <p:cNvSpPr txBox="1">
            <a:spLocks/>
          </p:cNvSpPr>
          <p:nvPr/>
        </p:nvSpPr>
        <p:spPr>
          <a:xfrm>
            <a:off x="8763000" y="65087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46" name="Right Triangle 45">
            <a:extLst>
              <a:ext uri="{FF2B5EF4-FFF2-40B4-BE49-F238E27FC236}">
                <a16:creationId xmlns="" xmlns:a16="http://schemas.microsoft.com/office/drawing/2014/main" id="{0983CA01-DED8-4A8A-82CA-5B1BE1DADB0C}"/>
              </a:ext>
            </a:extLst>
          </p:cNvPr>
          <p:cNvSpPr/>
          <p:nvPr/>
        </p:nvSpPr>
        <p:spPr>
          <a:xfrm flipV="1">
            <a:off x="9506857" y="5939880"/>
            <a:ext cx="1291772" cy="1157606"/>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a:ln>
                <a:noFill/>
              </a:ln>
              <a:solidFill>
                <a:srgbClr val="FFFFFF"/>
              </a:solidFill>
              <a:effectLst/>
              <a:uLnTx/>
              <a:uFillTx/>
              <a:latin typeface="Calibri" panose="020F0502020204030204"/>
            </a:endParaRPr>
          </a:p>
        </p:txBody>
      </p:sp>
      <p:graphicFrame>
        <p:nvGraphicFramePr>
          <p:cNvPr id="48" name="Object 47">
            <a:extLst>
              <a:ext uri="{FF2B5EF4-FFF2-40B4-BE49-F238E27FC236}">
                <a16:creationId xmlns="" xmlns:a16="http://schemas.microsoft.com/office/drawing/2014/main" id="{CAD0D7B8-E462-453C-B296-CA0154FA54AE}"/>
              </a:ext>
            </a:extLst>
          </p:cNvPr>
          <p:cNvGraphicFramePr>
            <a:graphicFrameLocks noChangeAspect="1"/>
          </p:cNvGraphicFramePr>
          <p:nvPr/>
        </p:nvGraphicFramePr>
        <p:xfrm>
          <a:off x="0" y="3709941"/>
          <a:ext cx="3303056" cy="3148059"/>
        </p:xfrm>
        <a:graphic>
          <a:graphicData uri="http://schemas.openxmlformats.org/presentationml/2006/ole">
            <mc:AlternateContent xmlns:mc="http://schemas.openxmlformats.org/markup-compatibility/2006">
              <mc:Choice xmlns:v="urn:schemas-microsoft-com:vml" Requires="v">
                <p:oleObj spid="_x0000_s1051" name="CorelDRAW" r:id="rId3" imgW="2169000" imgH="2169360" progId="">
                  <p:embed/>
                </p:oleObj>
              </mc:Choice>
              <mc:Fallback>
                <p:oleObj name="CorelDRAW" r:id="rId3" imgW="2169000" imgH="2169360" progId="">
                  <p:embed/>
                  <p:pic>
                    <p:nvPicPr>
                      <p:cNvPr id="48" name="Object 47">
                        <a:extLst>
                          <a:ext uri="{FF2B5EF4-FFF2-40B4-BE49-F238E27FC236}">
                            <a16:creationId xmlns="" xmlns:a16="http://schemas.microsoft.com/office/drawing/2014/main" id="{CAD0D7B8-E462-453C-B296-CA0154FA54AE}"/>
                          </a:ext>
                        </a:extLst>
                      </p:cNvPr>
                      <p:cNvPicPr>
                        <a:picLocks noChangeAspect="1" noChangeArrowheads="1"/>
                      </p:cNvPicPr>
                      <p:nvPr/>
                    </p:nvPicPr>
                    <p:blipFill>
                      <a:blip r:embed="rId4">
                        <a:lum bright="76000"/>
                        <a:extLst>
                          <a:ext uri="{28A0092B-C50C-407E-A947-70E740481C1C}">
                            <a14:useLocalDpi xmlns:a14="http://schemas.microsoft.com/office/drawing/2010/main" val="0"/>
                          </a:ext>
                        </a:extLst>
                      </a:blip>
                      <a:srcRect/>
                      <a:stretch>
                        <a:fillRect/>
                      </a:stretch>
                    </p:blipFill>
                    <p:spPr bwMode="auto">
                      <a:xfrm>
                        <a:off x="0" y="3709941"/>
                        <a:ext cx="3303056" cy="314805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7" name="Right Triangle 36">
            <a:extLst>
              <a:ext uri="{FF2B5EF4-FFF2-40B4-BE49-F238E27FC236}">
                <a16:creationId xmlns="" xmlns:a16="http://schemas.microsoft.com/office/drawing/2014/main" id="{0983CA01-DED8-4A8A-82CA-5B1BE1DADB0C}"/>
              </a:ext>
            </a:extLst>
          </p:cNvPr>
          <p:cNvSpPr/>
          <p:nvPr/>
        </p:nvSpPr>
        <p:spPr>
          <a:xfrm flipH="1">
            <a:off x="7045437" y="-64960"/>
            <a:ext cx="5146562" cy="5852440"/>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a:ln>
                <a:noFill/>
              </a:ln>
              <a:solidFill>
                <a:srgbClr val="FFFFFF"/>
              </a:solidFill>
              <a:effectLst/>
              <a:uLnTx/>
              <a:uFillTx/>
              <a:latin typeface="Calibri" panose="020F0502020204030204"/>
            </a:endParaRPr>
          </a:p>
        </p:txBody>
      </p:sp>
      <p:sp>
        <p:nvSpPr>
          <p:cNvPr id="45" name="Rectangle 44"/>
          <p:cNvSpPr/>
          <p:nvPr/>
        </p:nvSpPr>
        <p:spPr>
          <a:xfrm>
            <a:off x="2124074" y="2025525"/>
            <a:ext cx="6829425" cy="1580679"/>
          </a:xfrm>
          <a:prstGeom prst="rect">
            <a:avLst/>
          </a:prstGeom>
          <a:gradFill flip="none" rotWithShape="1">
            <a:gsLst>
              <a:gs pos="15000">
                <a:srgbClr val="FFFFFF">
                  <a:alpha val="34000"/>
                </a:srgbClr>
              </a:gs>
              <a:gs pos="94000">
                <a:srgbClr val="FFFFFF">
                  <a:alpha val="34000"/>
                </a:srgbClr>
              </a:gs>
              <a:gs pos="2655">
                <a:schemeClr val="bg1">
                  <a:alpha val="0"/>
                </a:schemeClr>
              </a:gs>
              <a:gs pos="51000">
                <a:schemeClr val="bg1"/>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 name="Picture 29" descr="This is a logo of chandigarh University" title="chandigarh university"/>
          <p:cNvPicPr>
            <a:picLocks noChangeAspect="1"/>
          </p:cNvPicPr>
          <p:nvPr/>
        </p:nvPicPr>
        <p:blipFill>
          <a:blip r:embed="rId5">
            <a:extLst>
              <a:ext uri="{BEBA8EAE-BF5A-486C-A8C5-ECC9F3942E4B}">
                <a14:imgProps xmlns:a14="http://schemas.microsoft.com/office/drawing/2010/main">
                  <a14:imgLayer r:embed="rId6">
                    <a14:imgEffect>
                      <a14:colorTemperature colorTemp="5742"/>
                    </a14:imgEffect>
                    <a14:imgEffect>
                      <a14:saturation sat="238000"/>
                    </a14:imgEffect>
                  </a14:imgLayer>
                </a14:imgProps>
              </a:ext>
              <a:ext uri="{28A0092B-C50C-407E-A947-70E740481C1C}">
                <a14:useLocalDpi xmlns:a14="http://schemas.microsoft.com/office/drawing/2010/main" val="0"/>
              </a:ext>
            </a:extLst>
          </a:blip>
          <a:stretch>
            <a:fillRect/>
          </a:stretch>
        </p:blipFill>
        <p:spPr>
          <a:xfrm>
            <a:off x="12104" y="24501"/>
            <a:ext cx="3859753" cy="1538254"/>
          </a:xfrm>
          <a:prstGeom prst="rect">
            <a:avLst/>
          </a:prstGeom>
        </p:spPr>
      </p:pic>
      <p:sp>
        <p:nvSpPr>
          <p:cNvPr id="43" name="Right Triangle 42"/>
          <p:cNvSpPr/>
          <p:nvPr/>
        </p:nvSpPr>
        <p:spPr>
          <a:xfrm rot="10800000" flipV="1">
            <a:off x="9829797" y="5333999"/>
            <a:ext cx="2366623" cy="1600201"/>
          </a:xfrm>
          <a:prstGeom prst="r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p:cNvSpPr txBox="1">
            <a:spLocks noChangeArrowheads="1"/>
          </p:cNvSpPr>
          <p:nvPr/>
        </p:nvSpPr>
        <p:spPr bwMode="auto">
          <a:xfrm>
            <a:off x="6881359" y="6019560"/>
            <a:ext cx="492860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r>
              <a:rPr lang="en-US" sz="2000" b="1" dirty="0">
                <a:solidFill>
                  <a:prstClr val="black">
                    <a:lumMod val="65000"/>
                    <a:lumOff val="35000"/>
                  </a:prstClr>
                </a:solidFill>
                <a:latin typeface="Casper" panose="02000506000000020004" pitchFamily="2" charset="0"/>
                <a:ea typeface="Karla" pitchFamily="2" charset="0"/>
                <a:cs typeface="Karla" pitchFamily="2" charset="0"/>
              </a:rPr>
              <a:t>DISCOVER . </a:t>
            </a:r>
            <a:r>
              <a:rPr lang="en-US" sz="2000" b="1" dirty="0">
                <a:solidFill>
                  <a:srgbClr val="C00000"/>
                </a:solidFill>
                <a:latin typeface="Casper" panose="02000506000000020004" pitchFamily="2" charset="0"/>
                <a:ea typeface="Karla" pitchFamily="2" charset="0"/>
                <a:cs typeface="Karla" pitchFamily="2" charset="0"/>
              </a:rPr>
              <a:t>LEARN</a:t>
            </a:r>
            <a:r>
              <a:rPr lang="en-US" sz="2000" b="1" dirty="0">
                <a:solidFill>
                  <a:prstClr val="black">
                    <a:lumMod val="65000"/>
                    <a:lumOff val="35000"/>
                  </a:prstClr>
                </a:solidFill>
                <a:latin typeface="Casper" panose="02000506000000020004" pitchFamily="2" charset="0"/>
                <a:ea typeface="Karla" pitchFamily="2" charset="0"/>
                <a:cs typeface="Karla" pitchFamily="2" charset="0"/>
              </a:rPr>
              <a:t> . EMPOWER</a:t>
            </a:r>
            <a:endParaRPr lang="en-US" sz="1200" b="1" dirty="0">
              <a:solidFill>
                <a:prstClr val="black"/>
              </a:solidFill>
              <a:latin typeface="Casper" panose="02000506000000020004" pitchFamily="2" charset="0"/>
            </a:endParaRPr>
          </a:p>
          <a:p>
            <a:pPr eaLnBrk="1" hangingPunct="1"/>
            <a:endParaRPr lang="en-US" sz="1600" b="1" dirty="0">
              <a:latin typeface="Casper" panose="02000506000000020004" pitchFamily="2" charset="0"/>
            </a:endParaRPr>
          </a:p>
        </p:txBody>
      </p:sp>
      <p:sp>
        <p:nvSpPr>
          <p:cNvPr id="52" name="Rectangle 51"/>
          <p:cNvSpPr/>
          <p:nvPr/>
        </p:nvSpPr>
        <p:spPr>
          <a:xfrm>
            <a:off x="6885780" y="6043646"/>
            <a:ext cx="45719" cy="37062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TextBox 52"/>
          <p:cNvSpPr txBox="1">
            <a:spLocks noChangeArrowheads="1"/>
          </p:cNvSpPr>
          <p:nvPr/>
        </p:nvSpPr>
        <p:spPr bwMode="auto">
          <a:xfrm>
            <a:off x="67284" y="5768471"/>
            <a:ext cx="6432043" cy="424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defTabSz="622300">
              <a:lnSpc>
                <a:spcPct val="90000"/>
              </a:lnSpc>
              <a:spcBef>
                <a:spcPct val="0"/>
              </a:spcBef>
              <a:spcAft>
                <a:spcPct val="35000"/>
              </a:spcAft>
            </a:pPr>
            <a:r>
              <a:rPr lang="en-US" sz="2400" b="1" dirty="0" smtClean="0">
                <a:latin typeface="Raleway ExtraBold" pitchFamily="34" charset="-52"/>
              </a:rPr>
              <a:t>Biosensors, principle and its types</a:t>
            </a:r>
            <a:endParaRPr lang="en-US" sz="2400" b="1" dirty="0">
              <a:latin typeface="Raleway ExtraBold" pitchFamily="34" charset="-52"/>
            </a:endParaRPr>
          </a:p>
        </p:txBody>
      </p:sp>
      <p:sp>
        <p:nvSpPr>
          <p:cNvPr id="26" name="TextBox 25"/>
          <p:cNvSpPr txBox="1">
            <a:spLocks noChangeArrowheads="1"/>
          </p:cNvSpPr>
          <p:nvPr/>
        </p:nvSpPr>
        <p:spPr bwMode="auto">
          <a:xfrm>
            <a:off x="2604322" y="1463040"/>
            <a:ext cx="8126357" cy="30315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defTabSz="622300">
              <a:lnSpc>
                <a:spcPct val="90000"/>
              </a:lnSpc>
              <a:spcBef>
                <a:spcPct val="0"/>
              </a:spcBef>
              <a:spcAft>
                <a:spcPct val="35000"/>
              </a:spcAft>
            </a:pPr>
            <a:r>
              <a:rPr lang="en-US" sz="2800" b="1" dirty="0">
                <a:latin typeface="Times New Roman" pitchFamily="18" charset="0"/>
                <a:ea typeface="Karla" pitchFamily="2" charset="0"/>
                <a:cs typeface="Times New Roman" pitchFamily="18" charset="0"/>
              </a:rPr>
              <a:t>UNIVERSITY INSTITUTE OF SCIENCES</a:t>
            </a:r>
          </a:p>
          <a:p>
            <a:pPr lvl="0" algn="ctr" defTabSz="622300">
              <a:lnSpc>
                <a:spcPct val="90000"/>
              </a:lnSpc>
              <a:spcBef>
                <a:spcPct val="0"/>
              </a:spcBef>
              <a:spcAft>
                <a:spcPct val="35000"/>
              </a:spcAft>
            </a:pPr>
            <a:r>
              <a:rPr lang="en-US" sz="2800" b="1" dirty="0">
                <a:latin typeface="Times New Roman" pitchFamily="18" charset="0"/>
                <a:ea typeface="Karla" pitchFamily="2" charset="0"/>
                <a:cs typeface="Times New Roman" pitchFamily="18" charset="0"/>
              </a:rPr>
              <a:t>Academic Unit </a:t>
            </a:r>
            <a:r>
              <a:rPr lang="en-US" sz="2800" b="1" dirty="0" smtClean="0">
                <a:latin typeface="Times New Roman" pitchFamily="18" charset="0"/>
                <a:ea typeface="Karla" pitchFamily="2" charset="0"/>
                <a:cs typeface="Times New Roman" pitchFamily="18" charset="0"/>
              </a:rPr>
              <a:t>V</a:t>
            </a:r>
            <a:endParaRPr lang="en-US" sz="2800" b="1" dirty="0">
              <a:latin typeface="Times New Roman" pitchFamily="18" charset="0"/>
              <a:ea typeface="Karla" pitchFamily="2" charset="0"/>
              <a:cs typeface="Times New Roman" pitchFamily="18" charset="0"/>
            </a:endParaRP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Bachelor of Engineering </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(Computer Science &amp; Engineering) </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Biology For Engineers </a:t>
            </a:r>
          </a:p>
          <a:p>
            <a:pPr eaLnBrk="1" hangingPunct="1"/>
            <a:endParaRPr lang="en-US" sz="1600" dirty="0">
              <a:latin typeface="Raleway ExtraBold" pitchFamily="34" charset="-52"/>
            </a:endParaRPr>
          </a:p>
        </p:txBody>
      </p:sp>
    </p:spTree>
    <p:extLst>
      <p:ext uri="{BB962C8B-B14F-4D97-AF65-F5344CB8AC3E}">
        <p14:creationId xmlns:p14="http://schemas.microsoft.com/office/powerpoint/2010/main" val="3585577689"/>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844A225-0C39-41B8-8156-52FA829B56EA}"/>
              </a:ext>
            </a:extLst>
          </p:cNvPr>
          <p:cNvSpPr>
            <a:spLocks noGrp="1"/>
          </p:cNvSpPr>
          <p:nvPr>
            <p:ph type="title"/>
          </p:nvPr>
        </p:nvSpPr>
        <p:spPr>
          <a:xfrm>
            <a:off x="1205327" y="921373"/>
            <a:ext cx="6056313" cy="715962"/>
          </a:xfrm>
        </p:spPr>
        <p:txBody>
          <a:bodyPr>
            <a:normAutofit/>
          </a:bodyPr>
          <a:lstStyle/>
          <a:p>
            <a:pPr algn="ctr" eaLnBrk="1" fontAlgn="auto" hangingPunct="1">
              <a:spcAft>
                <a:spcPts val="0"/>
              </a:spcAft>
              <a:defRPr/>
            </a:pPr>
            <a:r>
              <a:rPr lang="en-US" b="1" dirty="0">
                <a:solidFill>
                  <a:schemeClr val="tx1">
                    <a:lumMod val="75000"/>
                    <a:lumOff val="25000"/>
                  </a:schemeClr>
                </a:solidFill>
                <a:cs typeface="Times New Roman" panose="02020603050405020304" pitchFamily="18" charset="0"/>
              </a:rPr>
              <a:t>Course Outcome </a:t>
            </a:r>
            <a:endParaRPr lang="en-IN" dirty="0">
              <a:solidFill>
                <a:schemeClr val="tx1">
                  <a:lumMod val="75000"/>
                  <a:lumOff val="25000"/>
                </a:schemeClr>
              </a:solidFill>
            </a:endParaRPr>
          </a:p>
        </p:txBody>
      </p:sp>
      <p:graphicFrame>
        <p:nvGraphicFramePr>
          <p:cNvPr id="6" name="Table 5">
            <a:extLst>
              <a:ext uri="{FF2B5EF4-FFF2-40B4-BE49-F238E27FC236}">
                <a16:creationId xmlns="" xmlns:a16="http://schemas.microsoft.com/office/drawing/2014/main" id="{6F774966-ABEE-421A-86C4-FF2E9BD06FAB}"/>
              </a:ext>
            </a:extLst>
          </p:cNvPr>
          <p:cNvGraphicFramePr>
            <a:graphicFrameLocks noGrp="1"/>
          </p:cNvGraphicFramePr>
          <p:nvPr/>
        </p:nvGraphicFramePr>
        <p:xfrm>
          <a:off x="628650" y="1748790"/>
          <a:ext cx="6793327" cy="4336096"/>
        </p:xfrm>
        <a:graphic>
          <a:graphicData uri="http://schemas.openxmlformats.org/drawingml/2006/table">
            <a:tbl>
              <a:tblPr/>
              <a:tblGrid>
                <a:gridCol w="1045127">
                  <a:extLst>
                    <a:ext uri="{9D8B030D-6E8A-4147-A177-3AD203B41FA5}">
                      <a16:colId xmlns="" xmlns:a16="http://schemas.microsoft.com/office/drawing/2014/main" val="20000"/>
                    </a:ext>
                  </a:extLst>
                </a:gridCol>
                <a:gridCol w="4281977">
                  <a:extLst>
                    <a:ext uri="{9D8B030D-6E8A-4147-A177-3AD203B41FA5}">
                      <a16:colId xmlns="" xmlns:a16="http://schemas.microsoft.com/office/drawing/2014/main" val="20001"/>
                    </a:ext>
                  </a:extLst>
                </a:gridCol>
                <a:gridCol w="1466223">
                  <a:extLst>
                    <a:ext uri="{9D8B030D-6E8A-4147-A177-3AD203B41FA5}">
                      <a16:colId xmlns="" xmlns:a16="http://schemas.microsoft.com/office/drawing/2014/main" val="20002"/>
                    </a:ext>
                  </a:extLst>
                </a:gridCol>
              </a:tblGrid>
              <a:tr h="615007">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 Number</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Title </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Level </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0"/>
                  </a:ext>
                </a:extLst>
              </a:tr>
              <a:tr h="615007">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CO1</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just" defTabSz="914400" rtl="0" eaLnBrk="1" fontAlgn="base" latinLnBrk="0" hangingPunct="1">
                        <a:lnSpc>
                          <a:spcPct val="115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Identify the biological concepts from an engineering perspective.</a:t>
                      </a:r>
                      <a:endParaRPr kumimoji="0" lang="en-US" altLang="en-US" sz="16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Remember</a:t>
                      </a:r>
                    </a:p>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 </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1"/>
                  </a:ext>
                </a:extLst>
              </a:tr>
              <a:tr h="615007">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CO2</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just" defTabSz="914400" rtl="0" eaLnBrk="1" fontAlgn="base" latinLnBrk="0" hangingPunct="1">
                        <a:lnSpc>
                          <a:spcPct val="115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Development of artificial systems mimicking human action.</a:t>
                      </a:r>
                      <a:endParaRPr kumimoji="0" lang="en-US" altLang="en-US" sz="16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Understand </a:t>
                      </a:r>
                    </a:p>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 </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2"/>
                  </a:ext>
                </a:extLst>
              </a:tr>
              <a:tr h="615007">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CO3</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just" defTabSz="914400" rtl="0" eaLnBrk="1" fontAlgn="base" latinLnBrk="0" hangingPunct="1">
                        <a:lnSpc>
                          <a:spcPct val="115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Explain the basic of genetics that helps to identify and formulate problems</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Understand</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3"/>
                  </a:ext>
                </a:extLst>
              </a:tr>
              <a:tr h="1255693">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CO4</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just" defTabSz="914400" rtl="0" eaLnBrk="1" fontAlgn="base" latinLnBrk="0" hangingPunct="1">
                        <a:lnSpc>
                          <a:spcPct val="115000"/>
                        </a:lnSpc>
                        <a:spcBef>
                          <a:spcPct val="0"/>
                        </a:spcBef>
                        <a:spcAft>
                          <a:spcPts val="1000"/>
                        </a:spcAft>
                        <a:buClrTx/>
                        <a:buSzTx/>
                        <a:buFont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Apply knowledge of measurement system, biomedical recording system and biosensors to excel in areas such as entrepreneurship, medicine, government, and education.</a:t>
                      </a:r>
                    </a:p>
                  </a:txBody>
                  <a:tcPr marL="114300" marR="11430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Understand</a:t>
                      </a:r>
                    </a:p>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4"/>
                  </a:ext>
                </a:extLst>
              </a:tr>
              <a:tr h="620375">
                <a:tc>
                  <a:txBody>
                    <a:bodyPr/>
                    <a:lstStyle/>
                    <a:p>
                      <a:pPr marR="53975" algn="ctr">
                        <a:lnSpc>
                          <a:spcPct val="115000"/>
                        </a:lnSpc>
                        <a:spcAft>
                          <a:spcPts val="1000"/>
                        </a:spcAft>
                      </a:pPr>
                      <a:r>
                        <a:rPr lang="en-US" sz="1600" b="1" dirty="0">
                          <a:effectLst/>
                          <a:latin typeface="Times New Roman" panose="02020603050405020304" pitchFamily="18" charset="0"/>
                          <a:ea typeface="SimSun" panose="02010600030101010101" pitchFamily="2" charset="-122"/>
                          <a:cs typeface="SimSun" panose="02010600030101010101" pitchFamily="2" charset="-122"/>
                        </a:rPr>
                        <a:t>CO5</a:t>
                      </a:r>
                      <a:endParaRPr lang="en-IN" sz="1600" b="1" dirty="0">
                        <a:effectLst/>
                        <a:latin typeface="Calibri" panose="020F0502020204030204" pitchFamily="34" charset="0"/>
                        <a:ea typeface="SimSun" panose="02010600030101010101" pitchFamily="2" charset="-122"/>
                        <a:cs typeface="SimSun" panose="0201060003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R="53975" algn="just">
                        <a:lnSpc>
                          <a:spcPct val="115000"/>
                        </a:lnSpc>
                        <a:spcAft>
                          <a:spcPts val="1000"/>
                        </a:spcAft>
                      </a:pPr>
                      <a:r>
                        <a:rPr lang="en-US" sz="1600" dirty="0">
                          <a:solidFill>
                            <a:srgbClr val="222222"/>
                          </a:solidFill>
                          <a:effectLst/>
                          <a:latin typeface="Times New Roman" panose="02020603050405020304" pitchFamily="18" charset="0"/>
                          <a:ea typeface="Times New Roman" panose="02020603050405020304" pitchFamily="18" charset="0"/>
                          <a:cs typeface="SimSun" panose="02010600030101010101" pitchFamily="2" charset="-122"/>
                        </a:rPr>
                        <a:t>Integrate biological principles for developing next generation technologies</a:t>
                      </a:r>
                      <a:endParaRPr lang="en-IN" sz="1600" dirty="0">
                        <a:effectLst/>
                        <a:latin typeface="Calibri" panose="020F0502020204030204" pitchFamily="34" charset="0"/>
                        <a:ea typeface="SimSun" panose="02010600030101010101" pitchFamily="2" charset="-122"/>
                        <a:cs typeface="SimSun" panose="0201060003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3071748465"/>
                  </a:ext>
                </a:extLst>
              </a:tr>
            </a:tbl>
          </a:graphicData>
        </a:graphic>
      </p:graphicFrame>
      <p:sp>
        <p:nvSpPr>
          <p:cNvPr id="7" name="Rectangle 6">
            <a:extLst>
              <a:ext uri="{FF2B5EF4-FFF2-40B4-BE49-F238E27FC236}">
                <a16:creationId xmlns="" xmlns:a16="http://schemas.microsoft.com/office/drawing/2014/main" id="{A95C3D83-8F2E-42AB-9062-CA4D5D042D8B}"/>
              </a:ext>
            </a:extLst>
          </p:cNvPr>
          <p:cNvSpPr/>
          <p:nvPr/>
        </p:nvSpPr>
        <p:spPr>
          <a:xfrm>
            <a:off x="8169275" y="5022850"/>
            <a:ext cx="3300413" cy="6731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dirty="0">
                <a:solidFill>
                  <a:schemeClr val="tx1"/>
                </a:solidFill>
                <a:latin typeface="Times New Roman" panose="02020603050405020304" pitchFamily="18" charset="0"/>
                <a:cs typeface="Times New Roman" panose="02020603050405020304" pitchFamily="18" charset="0"/>
              </a:rPr>
              <a:t>Will be covered in this lecture</a:t>
            </a:r>
          </a:p>
        </p:txBody>
      </p:sp>
      <p:sp>
        <p:nvSpPr>
          <p:cNvPr id="10271" name="Rectangle 9">
            <a:extLst>
              <a:ext uri="{FF2B5EF4-FFF2-40B4-BE49-F238E27FC236}">
                <a16:creationId xmlns="" xmlns:a16="http://schemas.microsoft.com/office/drawing/2014/main" id="{7D66934D-516E-4810-AFFC-286DF459E0F8}"/>
              </a:ext>
            </a:extLst>
          </p:cNvPr>
          <p:cNvSpPr>
            <a:spLocks noChangeArrowheads="1"/>
          </p:cNvSpPr>
          <p:nvPr/>
        </p:nvSpPr>
        <p:spPr bwMode="auto">
          <a:xfrm>
            <a:off x="7440613" y="5808663"/>
            <a:ext cx="4757737"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r>
              <a:rPr lang="en-IN" altLang="en-US" sz="1200">
                <a:latin typeface="Times New Roman" panose="02020603050405020304" pitchFamily="18" charset="0"/>
                <a:cs typeface="Times New Roman" panose="02020603050405020304" pitchFamily="18" charset="0"/>
                <a:hlinkClick r:id="rId2"/>
              </a:rPr>
              <a:t>https://images.app.goo.gl/5obqqxo93P2UBmdU6</a:t>
            </a:r>
            <a:r>
              <a:rPr lang="en-IN" altLang="en-US" sz="1200">
                <a:latin typeface="Times New Roman" panose="02020603050405020304" pitchFamily="18" charset="0"/>
                <a:cs typeface="Times New Roman" panose="02020603050405020304" pitchFamily="18" charset="0"/>
              </a:rPr>
              <a:t> </a:t>
            </a:r>
          </a:p>
        </p:txBody>
      </p:sp>
      <p:pic>
        <p:nvPicPr>
          <p:cNvPr id="4098" name="Picture 2" descr="Biosensor - Principle, Components, Types &amp;amp; Their Applications">
            <a:extLst>
              <a:ext uri="{FF2B5EF4-FFF2-40B4-BE49-F238E27FC236}">
                <a16:creationId xmlns="" xmlns:a16="http://schemas.microsoft.com/office/drawing/2014/main" id="{00CF0F45-5267-46AB-8964-85D8E434B42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813490" y="1637334"/>
            <a:ext cx="4039420" cy="3272803"/>
          </a:xfrm>
          <a:prstGeom prst="rect">
            <a:avLst/>
          </a:prstGeom>
          <a:noFill/>
          <a:extLst>
            <a:ext uri="{909E8E84-426E-40DD-AFC4-6F175D3DCCD1}">
              <a14:hiddenFill xmlns:a14="http://schemas.microsoft.com/office/drawing/2010/main">
                <a:solidFill>
                  <a:srgbClr val="FFFFFF"/>
                </a:solidFill>
              </a14:hiddenFill>
            </a:ext>
          </a:extLst>
        </p:spPr>
      </p:pic>
      <p:cxnSp>
        <p:nvCxnSpPr>
          <p:cNvPr id="8" name="Straight Arrow Connector 7">
            <a:extLst>
              <a:ext uri="{FF2B5EF4-FFF2-40B4-BE49-F238E27FC236}">
                <a16:creationId xmlns="" xmlns:a16="http://schemas.microsoft.com/office/drawing/2014/main" id="{65EE6DA7-3F8E-46CE-A5B7-337A4278EAE8}"/>
              </a:ext>
            </a:extLst>
          </p:cNvPr>
          <p:cNvCxnSpPr>
            <a:cxnSpLocks/>
          </p:cNvCxnSpPr>
          <p:nvPr/>
        </p:nvCxnSpPr>
        <p:spPr>
          <a:xfrm>
            <a:off x="7143389" y="2708910"/>
            <a:ext cx="1126582" cy="22772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 xmlns:a16="http://schemas.microsoft.com/office/drawing/2014/main" id="{C32C3D93-BD98-4C3E-83EC-BA125ECA14B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763375" y="5219700"/>
            <a:ext cx="428625" cy="16383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86CAAAA-1DAB-4779-A8F8-3B8B853C067E}"/>
              </a:ext>
            </a:extLst>
          </p:cNvPr>
          <p:cNvSpPr>
            <a:spLocks noGrp="1"/>
          </p:cNvSpPr>
          <p:nvPr>
            <p:ph type="title"/>
          </p:nvPr>
        </p:nvSpPr>
        <p:spPr>
          <a:xfrm>
            <a:off x="1134649" y="595792"/>
            <a:ext cx="10018712" cy="964649"/>
          </a:xfrm>
        </p:spPr>
        <p:txBody>
          <a:bodyPr/>
          <a:lstStyle/>
          <a:p>
            <a:pPr algn="ctr">
              <a:defRPr/>
            </a:pPr>
            <a:r>
              <a:rPr lang="en-US" sz="4400" b="1" dirty="0">
                <a:solidFill>
                  <a:schemeClr val="tx1">
                    <a:lumMod val="75000"/>
                    <a:lumOff val="25000"/>
                  </a:schemeClr>
                </a:solidFill>
                <a:cs typeface="Times New Roman" panose="02020603050405020304" pitchFamily="18" charset="0"/>
              </a:rPr>
              <a:t>SYLLABUS</a:t>
            </a:r>
            <a:endParaRPr lang="en-IN" dirty="0"/>
          </a:p>
        </p:txBody>
      </p:sp>
      <p:sp>
        <p:nvSpPr>
          <p:cNvPr id="11267" name="Content Placeholder 2">
            <a:extLst>
              <a:ext uri="{FF2B5EF4-FFF2-40B4-BE49-F238E27FC236}">
                <a16:creationId xmlns="" xmlns:a16="http://schemas.microsoft.com/office/drawing/2014/main" id="{F2A3BAA2-2588-43A9-8606-0FB507D22537}"/>
              </a:ext>
            </a:extLst>
          </p:cNvPr>
          <p:cNvSpPr>
            <a:spLocks noGrp="1" noChangeArrowheads="1"/>
          </p:cNvSpPr>
          <p:nvPr>
            <p:ph idx="1"/>
          </p:nvPr>
        </p:nvSpPr>
        <p:spPr/>
        <p:txBody>
          <a:bodyPr/>
          <a:lstStyle/>
          <a:p>
            <a:endParaRPr lang="en-IN" altLang="en-US"/>
          </a:p>
        </p:txBody>
      </p:sp>
      <p:graphicFrame>
        <p:nvGraphicFramePr>
          <p:cNvPr id="4" name="Content Placeholder 9">
            <a:extLst>
              <a:ext uri="{FF2B5EF4-FFF2-40B4-BE49-F238E27FC236}">
                <a16:creationId xmlns="" xmlns:a16="http://schemas.microsoft.com/office/drawing/2014/main" id="{133B9873-0D72-4F00-B232-68A50C2F664D}"/>
              </a:ext>
            </a:extLst>
          </p:cNvPr>
          <p:cNvGraphicFramePr>
            <a:graphicFrameLocks noGrp="1"/>
          </p:cNvGraphicFramePr>
          <p:nvPr/>
        </p:nvGraphicFramePr>
        <p:xfrm>
          <a:off x="901382" y="1706145"/>
          <a:ext cx="10485247" cy="4680295"/>
        </p:xfrm>
        <a:graphic>
          <a:graphicData uri="http://schemas.openxmlformats.org/drawingml/2006/table">
            <a:tbl>
              <a:tblPr/>
              <a:tblGrid>
                <a:gridCol w="2018630">
                  <a:extLst>
                    <a:ext uri="{9D8B030D-6E8A-4147-A177-3AD203B41FA5}">
                      <a16:colId xmlns="" xmlns:a16="http://schemas.microsoft.com/office/drawing/2014/main" val="20000"/>
                    </a:ext>
                  </a:extLst>
                </a:gridCol>
                <a:gridCol w="6128994">
                  <a:extLst>
                    <a:ext uri="{9D8B030D-6E8A-4147-A177-3AD203B41FA5}">
                      <a16:colId xmlns="" xmlns:a16="http://schemas.microsoft.com/office/drawing/2014/main" val="20001"/>
                    </a:ext>
                  </a:extLst>
                </a:gridCol>
                <a:gridCol w="2337623">
                  <a:extLst>
                    <a:ext uri="{9D8B030D-6E8A-4147-A177-3AD203B41FA5}">
                      <a16:colId xmlns="" xmlns:a16="http://schemas.microsoft.com/office/drawing/2014/main" val="20002"/>
                    </a:ext>
                  </a:extLst>
                </a:gridCol>
              </a:tblGrid>
              <a:tr h="433161">
                <a:tc>
                  <a:txBody>
                    <a:bodyPr/>
                    <a:lstStyle>
                      <a:lvl1pPr>
                        <a:spcBef>
                          <a:spcPct val="20000"/>
                        </a:spcBef>
                        <a:spcAft>
                          <a:spcPts val="600"/>
                        </a:spcAft>
                        <a:buClr>
                          <a:srgbClr val="8D1515"/>
                        </a:buClr>
                        <a:buSzPct val="145000"/>
                        <a:buFont typeface="Arial" panose="020B0604020202020204" pitchFamily="34" charset="0"/>
                        <a:defRPr sz="2000">
                          <a:solidFill>
                            <a:schemeClr val="tx1"/>
                          </a:solidFill>
                          <a:latin typeface="Arial" panose="020B0604020202020204" pitchFamily="34" charset="0"/>
                        </a:defRPr>
                      </a:lvl1pPr>
                      <a:lvl2pPr marL="742950" indent="-285750">
                        <a:spcBef>
                          <a:spcPct val="20000"/>
                        </a:spcBef>
                        <a:spcAft>
                          <a:spcPts val="600"/>
                        </a:spcAft>
                        <a:buClr>
                          <a:srgbClr val="8D1515"/>
                        </a:buClr>
                        <a:buSzPct val="145000"/>
                        <a:buFont typeface="Arial" panose="020B0604020202020204" pitchFamily="34" charset="0"/>
                        <a:defRPr>
                          <a:solidFill>
                            <a:schemeClr val="tx1"/>
                          </a:solidFill>
                          <a:latin typeface="Arial" panose="020B0604020202020204" pitchFamily="34" charset="0"/>
                        </a:defRPr>
                      </a:lvl2pPr>
                      <a:lvl3pPr marL="1143000" indent="-228600">
                        <a:spcBef>
                          <a:spcPct val="20000"/>
                        </a:spcBef>
                        <a:spcAft>
                          <a:spcPts val="600"/>
                        </a:spcAft>
                        <a:buClr>
                          <a:srgbClr val="8D1515"/>
                        </a:buClr>
                        <a:buSzPct val="145000"/>
                        <a:buFont typeface="Arial" panose="020B0604020202020204" pitchFamily="34" charset="0"/>
                        <a:defRPr sz="1600">
                          <a:solidFill>
                            <a:schemeClr val="tx1"/>
                          </a:solidFill>
                          <a:latin typeface="Arial" panose="020B0604020202020204" pitchFamily="34" charset="0"/>
                        </a:defRPr>
                      </a:lvl3pPr>
                      <a:lvl4pPr marL="1600200" indent="-228600">
                        <a:spcBef>
                          <a:spcPct val="20000"/>
                        </a:spcBef>
                        <a:spcAft>
                          <a:spcPts val="600"/>
                        </a:spcAft>
                        <a:buClr>
                          <a:srgbClr val="8D1515"/>
                        </a:buClr>
                        <a:buSzPct val="145000"/>
                        <a:buFont typeface="Arial" panose="020B0604020202020204" pitchFamily="34" charset="0"/>
                        <a:defRPr sz="1400">
                          <a:solidFill>
                            <a:schemeClr val="tx1"/>
                          </a:solidFill>
                          <a:latin typeface="Arial" panose="020B0604020202020204" pitchFamily="34" charset="0"/>
                        </a:defRPr>
                      </a:lvl4pPr>
                      <a:lvl5pPr marL="2057400" indent="-22860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5pPr>
                      <a:lvl6pPr marL="25146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6pPr>
                      <a:lvl7pPr marL="29718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7pPr>
                      <a:lvl8pPr marL="34290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8pPr>
                      <a:lvl9pPr marL="38862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9pPr>
                    </a:lstStyle>
                    <a:p>
                      <a:pPr marL="0" marR="0" lvl="0" indent="0" algn="l" defTabSz="914400" rtl="0" eaLnBrk="1" fontAlgn="base" latinLnBrk="0" hangingPunct="1">
                        <a:lnSpc>
                          <a:spcPct val="115000"/>
                        </a:lnSpc>
                        <a:spcBef>
                          <a:spcPct val="0"/>
                        </a:spcBef>
                        <a:spcAft>
                          <a:spcPts val="1000"/>
                        </a:spcAft>
                        <a:buClrTx/>
                        <a:buSzTx/>
                        <a:buFontTx/>
                        <a:buNone/>
                        <a:tabLst/>
                      </a:pPr>
                      <a:r>
                        <a:rPr kumimoji="0" lang="en-US" altLang="en-US" sz="1800" b="1" i="0" u="none" strike="noStrike" cap="none" normalizeH="0" baseline="0" dirty="0">
                          <a:ln>
                            <a:noFill/>
                          </a:ln>
                          <a:solidFill>
                            <a:srgbClr val="FFFFFF"/>
                          </a:solidFill>
                          <a:effectLst/>
                          <a:latin typeface="Arial" panose="020B0604020202020204" pitchFamily="34" charset="0"/>
                        </a:rPr>
                        <a:t>Unit-2</a:t>
                      </a:r>
                      <a:endParaRPr kumimoji="0" lang="en-IN" altLang="en-US" sz="1800" b="1" i="0" u="none" strike="noStrike" cap="none" normalizeH="0" baseline="0" dirty="0">
                        <a:ln>
                          <a:noFill/>
                        </a:ln>
                        <a:solidFill>
                          <a:srgbClr val="FFFFFF"/>
                        </a:solidFill>
                        <a:effectLst/>
                        <a:latin typeface="Arial" panose="020B0604020202020204" pitchFamily="34" charset="0"/>
                      </a:endParaRPr>
                    </a:p>
                  </a:txBody>
                  <a:tcPr marL="68580" marR="6858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spcAft>
                          <a:spcPts val="600"/>
                        </a:spcAft>
                        <a:buClr>
                          <a:srgbClr val="8D1515"/>
                        </a:buClr>
                        <a:buSzPct val="145000"/>
                        <a:buFont typeface="Arial" panose="020B0604020202020204" pitchFamily="34" charset="0"/>
                        <a:defRPr sz="2000">
                          <a:solidFill>
                            <a:schemeClr val="tx1"/>
                          </a:solidFill>
                          <a:latin typeface="Arial" panose="020B0604020202020204" pitchFamily="34" charset="0"/>
                        </a:defRPr>
                      </a:lvl1pPr>
                      <a:lvl2pPr marL="742950" indent="-285750">
                        <a:spcBef>
                          <a:spcPct val="20000"/>
                        </a:spcBef>
                        <a:spcAft>
                          <a:spcPts val="600"/>
                        </a:spcAft>
                        <a:buClr>
                          <a:srgbClr val="8D1515"/>
                        </a:buClr>
                        <a:buSzPct val="145000"/>
                        <a:buFont typeface="Arial" panose="020B0604020202020204" pitchFamily="34" charset="0"/>
                        <a:defRPr>
                          <a:solidFill>
                            <a:schemeClr val="tx1"/>
                          </a:solidFill>
                          <a:latin typeface="Arial" panose="020B0604020202020204" pitchFamily="34" charset="0"/>
                        </a:defRPr>
                      </a:lvl2pPr>
                      <a:lvl3pPr marL="1143000" indent="-228600">
                        <a:spcBef>
                          <a:spcPct val="20000"/>
                        </a:spcBef>
                        <a:spcAft>
                          <a:spcPts val="600"/>
                        </a:spcAft>
                        <a:buClr>
                          <a:srgbClr val="8D1515"/>
                        </a:buClr>
                        <a:buSzPct val="145000"/>
                        <a:buFont typeface="Arial" panose="020B0604020202020204" pitchFamily="34" charset="0"/>
                        <a:defRPr sz="1600">
                          <a:solidFill>
                            <a:schemeClr val="tx1"/>
                          </a:solidFill>
                          <a:latin typeface="Arial" panose="020B0604020202020204" pitchFamily="34" charset="0"/>
                        </a:defRPr>
                      </a:lvl3pPr>
                      <a:lvl4pPr marL="1600200" indent="-228600">
                        <a:spcBef>
                          <a:spcPct val="20000"/>
                        </a:spcBef>
                        <a:spcAft>
                          <a:spcPts val="600"/>
                        </a:spcAft>
                        <a:buClr>
                          <a:srgbClr val="8D1515"/>
                        </a:buClr>
                        <a:buSzPct val="145000"/>
                        <a:buFont typeface="Arial" panose="020B0604020202020204" pitchFamily="34" charset="0"/>
                        <a:defRPr sz="1400">
                          <a:solidFill>
                            <a:schemeClr val="tx1"/>
                          </a:solidFill>
                          <a:latin typeface="Arial" panose="020B0604020202020204" pitchFamily="34" charset="0"/>
                        </a:defRPr>
                      </a:lvl4pPr>
                      <a:lvl5pPr marL="2057400" indent="-22860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5pPr>
                      <a:lvl6pPr marL="25146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6pPr>
                      <a:lvl7pPr marL="29718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7pPr>
                      <a:lvl8pPr marL="34290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8pPr>
                      <a:lvl9pPr marL="38862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ts val="1000"/>
                        </a:spcAft>
                        <a:buClrTx/>
                        <a:buSzTx/>
                        <a:buFontTx/>
                        <a:buNone/>
                        <a:tabLst/>
                      </a:pPr>
                      <a:r>
                        <a:rPr kumimoji="0" lang="en-US" altLang="en-US" sz="1800" b="1" i="0" u="none" strike="noStrike" cap="none" normalizeH="0" baseline="0">
                          <a:ln>
                            <a:noFill/>
                          </a:ln>
                          <a:solidFill>
                            <a:srgbClr val="FFFFFF"/>
                          </a:solidFill>
                          <a:effectLst/>
                          <a:latin typeface="Arial" panose="020B0604020202020204" pitchFamily="34" charset="0"/>
                        </a:rPr>
                        <a:t>        Biosensors and measurement system</a:t>
                      </a:r>
                      <a:endParaRPr kumimoji="0" lang="en-IN" altLang="en-US" sz="1800" b="1" i="0" u="none" strike="noStrike" cap="none" normalizeH="0" baseline="0">
                        <a:ln>
                          <a:noFill/>
                        </a:ln>
                        <a:solidFill>
                          <a:srgbClr val="FFFFFF"/>
                        </a:solidFill>
                        <a:effectLst/>
                        <a:latin typeface="Arial" panose="020B0604020202020204" pitchFamily="34" charset="0"/>
                      </a:endParaRPr>
                    </a:p>
                  </a:txBody>
                  <a:tcPr marL="68580" marR="6858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spcAft>
                          <a:spcPts val="600"/>
                        </a:spcAft>
                        <a:buClr>
                          <a:srgbClr val="8D1515"/>
                        </a:buClr>
                        <a:buSzPct val="145000"/>
                        <a:buFont typeface="Arial" panose="020B0604020202020204" pitchFamily="34" charset="0"/>
                        <a:defRPr sz="2000">
                          <a:solidFill>
                            <a:schemeClr val="tx1"/>
                          </a:solidFill>
                          <a:latin typeface="Arial" panose="020B0604020202020204" pitchFamily="34" charset="0"/>
                        </a:defRPr>
                      </a:lvl1pPr>
                      <a:lvl2pPr marL="742950" indent="-285750">
                        <a:spcBef>
                          <a:spcPct val="20000"/>
                        </a:spcBef>
                        <a:spcAft>
                          <a:spcPts val="600"/>
                        </a:spcAft>
                        <a:buClr>
                          <a:srgbClr val="8D1515"/>
                        </a:buClr>
                        <a:buSzPct val="145000"/>
                        <a:buFont typeface="Arial" panose="020B0604020202020204" pitchFamily="34" charset="0"/>
                        <a:defRPr>
                          <a:solidFill>
                            <a:schemeClr val="tx1"/>
                          </a:solidFill>
                          <a:latin typeface="Arial" panose="020B0604020202020204" pitchFamily="34" charset="0"/>
                        </a:defRPr>
                      </a:lvl2pPr>
                      <a:lvl3pPr marL="1143000" indent="-228600">
                        <a:spcBef>
                          <a:spcPct val="20000"/>
                        </a:spcBef>
                        <a:spcAft>
                          <a:spcPts val="600"/>
                        </a:spcAft>
                        <a:buClr>
                          <a:srgbClr val="8D1515"/>
                        </a:buClr>
                        <a:buSzPct val="145000"/>
                        <a:buFont typeface="Arial" panose="020B0604020202020204" pitchFamily="34" charset="0"/>
                        <a:defRPr sz="1600">
                          <a:solidFill>
                            <a:schemeClr val="tx1"/>
                          </a:solidFill>
                          <a:latin typeface="Arial" panose="020B0604020202020204" pitchFamily="34" charset="0"/>
                        </a:defRPr>
                      </a:lvl3pPr>
                      <a:lvl4pPr marL="1600200" indent="-228600">
                        <a:spcBef>
                          <a:spcPct val="20000"/>
                        </a:spcBef>
                        <a:spcAft>
                          <a:spcPts val="600"/>
                        </a:spcAft>
                        <a:buClr>
                          <a:srgbClr val="8D1515"/>
                        </a:buClr>
                        <a:buSzPct val="145000"/>
                        <a:buFont typeface="Arial" panose="020B0604020202020204" pitchFamily="34" charset="0"/>
                        <a:defRPr sz="1400">
                          <a:solidFill>
                            <a:schemeClr val="tx1"/>
                          </a:solidFill>
                          <a:latin typeface="Arial" panose="020B0604020202020204" pitchFamily="34" charset="0"/>
                        </a:defRPr>
                      </a:lvl4pPr>
                      <a:lvl5pPr marL="2057400" indent="-22860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5pPr>
                      <a:lvl6pPr marL="25146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6pPr>
                      <a:lvl7pPr marL="29718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7pPr>
                      <a:lvl8pPr marL="34290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8pPr>
                      <a:lvl9pPr marL="38862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ts val="1000"/>
                        </a:spcAft>
                        <a:buClrTx/>
                        <a:buSzTx/>
                        <a:buFontTx/>
                        <a:buNone/>
                        <a:tabLst/>
                      </a:pPr>
                      <a:r>
                        <a:rPr kumimoji="0" lang="en-US" altLang="en-US" sz="1800" b="1" i="0" u="none" strike="noStrike" cap="none" normalizeH="0" baseline="0" dirty="0">
                          <a:ln>
                            <a:noFill/>
                          </a:ln>
                          <a:solidFill>
                            <a:srgbClr val="FFFFFF"/>
                          </a:solidFill>
                          <a:effectLst/>
                          <a:latin typeface="Arial" panose="020B0604020202020204" pitchFamily="34" charset="0"/>
                        </a:rPr>
                        <a:t>Contact Hours: 15</a:t>
                      </a:r>
                      <a:endParaRPr kumimoji="0" lang="en-IN" altLang="en-US" sz="1800" b="1" i="0" u="none" strike="noStrike" cap="none" normalizeH="0" baseline="0" dirty="0">
                        <a:ln>
                          <a:noFill/>
                        </a:ln>
                        <a:solidFill>
                          <a:srgbClr val="FFFFFF"/>
                        </a:solidFill>
                        <a:effectLst/>
                        <a:latin typeface="Arial" panose="020B0604020202020204" pitchFamily="34" charset="0"/>
                      </a:endParaRPr>
                    </a:p>
                  </a:txBody>
                  <a:tcPr marL="68580" marR="6858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 xmlns:a16="http://schemas.microsoft.com/office/drawing/2014/main" val="10000"/>
                  </a:ext>
                </a:extLst>
              </a:tr>
              <a:tr h="4013016">
                <a:tc>
                  <a:txBody>
                    <a:bodyPr/>
                    <a:lstStyle>
                      <a:lvl1pPr>
                        <a:spcBef>
                          <a:spcPct val="20000"/>
                        </a:spcBef>
                        <a:spcAft>
                          <a:spcPts val="600"/>
                        </a:spcAft>
                        <a:buClr>
                          <a:srgbClr val="8D1515"/>
                        </a:buClr>
                        <a:buSzPct val="145000"/>
                        <a:buFont typeface="Arial" panose="020B0604020202020204" pitchFamily="34" charset="0"/>
                        <a:defRPr sz="2000">
                          <a:solidFill>
                            <a:schemeClr val="tx1"/>
                          </a:solidFill>
                          <a:latin typeface="Arial" panose="020B0604020202020204" pitchFamily="34" charset="0"/>
                        </a:defRPr>
                      </a:lvl1pPr>
                      <a:lvl2pPr marL="742950" indent="-285750">
                        <a:spcBef>
                          <a:spcPct val="20000"/>
                        </a:spcBef>
                        <a:spcAft>
                          <a:spcPts val="600"/>
                        </a:spcAft>
                        <a:buClr>
                          <a:srgbClr val="8D1515"/>
                        </a:buClr>
                        <a:buSzPct val="145000"/>
                        <a:buFont typeface="Arial" panose="020B0604020202020204" pitchFamily="34" charset="0"/>
                        <a:defRPr>
                          <a:solidFill>
                            <a:schemeClr val="tx1"/>
                          </a:solidFill>
                          <a:latin typeface="Arial" panose="020B0604020202020204" pitchFamily="34" charset="0"/>
                        </a:defRPr>
                      </a:lvl2pPr>
                      <a:lvl3pPr marL="1143000" indent="-228600">
                        <a:spcBef>
                          <a:spcPct val="20000"/>
                        </a:spcBef>
                        <a:spcAft>
                          <a:spcPts val="600"/>
                        </a:spcAft>
                        <a:buClr>
                          <a:srgbClr val="8D1515"/>
                        </a:buClr>
                        <a:buSzPct val="145000"/>
                        <a:buFont typeface="Arial" panose="020B0604020202020204" pitchFamily="34" charset="0"/>
                        <a:defRPr sz="1600">
                          <a:solidFill>
                            <a:schemeClr val="tx1"/>
                          </a:solidFill>
                          <a:latin typeface="Arial" panose="020B0604020202020204" pitchFamily="34" charset="0"/>
                        </a:defRPr>
                      </a:lvl3pPr>
                      <a:lvl4pPr marL="1600200" indent="-228600">
                        <a:spcBef>
                          <a:spcPct val="20000"/>
                        </a:spcBef>
                        <a:spcAft>
                          <a:spcPts val="600"/>
                        </a:spcAft>
                        <a:buClr>
                          <a:srgbClr val="8D1515"/>
                        </a:buClr>
                        <a:buSzPct val="145000"/>
                        <a:buFont typeface="Arial" panose="020B0604020202020204" pitchFamily="34" charset="0"/>
                        <a:defRPr sz="1400">
                          <a:solidFill>
                            <a:schemeClr val="tx1"/>
                          </a:solidFill>
                          <a:latin typeface="Arial" panose="020B0604020202020204" pitchFamily="34" charset="0"/>
                        </a:defRPr>
                      </a:lvl4pPr>
                      <a:lvl5pPr marL="2057400" indent="-22860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5pPr>
                      <a:lvl6pPr marL="2514600" indent="-228600" defTabSz="4572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6pPr>
                      <a:lvl7pPr marL="2971800" indent="-228600" defTabSz="4572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7pPr>
                      <a:lvl8pPr marL="3429000" indent="-228600" defTabSz="4572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8pPr>
                      <a:lvl9pPr marL="3886200" indent="-228600" defTabSz="4572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9pPr>
                    </a:lstStyle>
                    <a:p>
                      <a:pPr marL="0" marR="0" lvl="0" indent="0" algn="just" defTabSz="457200" rtl="0" eaLnBrk="1" fontAlgn="base" latinLnBrk="0" hangingPunct="1">
                        <a:lnSpc>
                          <a:spcPct val="115000"/>
                        </a:lnSpc>
                        <a:spcBef>
                          <a:spcPct val="0"/>
                        </a:spcBef>
                        <a:spcAft>
                          <a:spcPct val="0"/>
                        </a:spcAft>
                        <a:buClrTx/>
                        <a:buSzTx/>
                        <a:buFontTx/>
                        <a:buNone/>
                        <a:tabLst/>
                      </a:pPr>
                      <a:r>
                        <a:rPr kumimoji="0" lang="en-US" altLang="en-US" sz="1800" b="1" i="0" u="none" strike="noStrike" cap="none" normalizeH="0" baseline="0" dirty="0">
                          <a:ln>
                            <a:noFill/>
                          </a:ln>
                          <a:solidFill>
                            <a:schemeClr val="bg1"/>
                          </a:solidFill>
                          <a:effectLst/>
                          <a:latin typeface="Arial" panose="020B0604020202020204" pitchFamily="34" charset="0"/>
                          <a:ea typeface="SimSun" panose="02010600030101010101" pitchFamily="2" charset="-122"/>
                        </a:rPr>
                        <a:t>Chapter 1</a:t>
                      </a:r>
                      <a:endParaRPr kumimoji="0" lang="en-IN" altLang="en-US" sz="1600" b="0" i="0" u="none" strike="noStrike" cap="none" normalizeH="0" baseline="0" dirty="0">
                        <a:ln>
                          <a:noFill/>
                        </a:ln>
                        <a:solidFill>
                          <a:schemeClr val="bg1"/>
                        </a:solidFill>
                        <a:effectLst/>
                        <a:latin typeface="Arial" panose="020B0604020202020204" pitchFamily="34" charset="0"/>
                        <a:ea typeface="SimSun" panose="02010600030101010101" pitchFamily="2" charset="-122"/>
                      </a:endParaRPr>
                    </a:p>
                    <a:p>
                      <a:pPr marL="0" marR="0" lvl="0" indent="0" algn="just" defTabSz="457200" rtl="0" eaLnBrk="1" fontAlgn="base" latinLnBrk="0" hangingPunct="1">
                        <a:lnSpc>
                          <a:spcPct val="115000"/>
                        </a:lnSpc>
                        <a:spcBef>
                          <a:spcPct val="0"/>
                        </a:spcBef>
                        <a:spcAft>
                          <a:spcPts val="600"/>
                        </a:spcAft>
                        <a:buClrTx/>
                        <a:buSzTx/>
                        <a:buFontTx/>
                        <a:buNone/>
                        <a:tabLst/>
                      </a:pPr>
                      <a:r>
                        <a:rPr kumimoji="0" lang="en-US" altLang="en-US" sz="1800" b="1" i="0" u="none" strike="noStrike" cap="none" normalizeH="0" baseline="0" dirty="0">
                          <a:ln>
                            <a:noFill/>
                          </a:ln>
                          <a:solidFill>
                            <a:schemeClr val="bg1"/>
                          </a:solidFill>
                          <a:effectLst/>
                          <a:latin typeface="Arial" panose="020B0604020202020204" pitchFamily="34" charset="0"/>
                          <a:ea typeface="SimSun" panose="02010600030101010101" pitchFamily="2" charset="-122"/>
                        </a:rPr>
                        <a:t>Medical Instrumentation</a:t>
                      </a:r>
                      <a:endParaRPr kumimoji="0" lang="en-IN" altLang="en-US" sz="1600" b="0" i="0" u="none" strike="noStrike" cap="none" normalizeH="0" baseline="0" dirty="0">
                        <a:ln>
                          <a:noFill/>
                        </a:ln>
                        <a:solidFill>
                          <a:schemeClr val="bg1"/>
                        </a:solidFill>
                        <a:effectLst/>
                        <a:latin typeface="Arial" panose="020B0604020202020204" pitchFamily="34" charset="0"/>
                        <a:ea typeface="SimSun" panose="02010600030101010101" pitchFamily="2" charset="-122"/>
                      </a:endParaRPr>
                    </a:p>
                    <a:p>
                      <a:pPr marL="0" marR="0" lvl="0" indent="0" algn="just" defTabSz="457200" rtl="0" eaLnBrk="1" fontAlgn="base" latinLnBrk="0" hangingPunct="1">
                        <a:lnSpc>
                          <a:spcPct val="115000"/>
                        </a:lnSpc>
                        <a:spcBef>
                          <a:spcPct val="0"/>
                        </a:spcBef>
                        <a:spcAft>
                          <a:spcPts val="1000"/>
                        </a:spcAft>
                        <a:buClrTx/>
                        <a:buSzTx/>
                        <a:buFontTx/>
                        <a:buNone/>
                        <a:tabLst/>
                      </a:pPr>
                      <a:endParaRPr kumimoji="0" lang="en-US" altLang="en-US" sz="1800" b="1" i="0" u="none" strike="noStrike" cap="none" normalizeH="0" baseline="0" dirty="0">
                        <a:ln>
                          <a:noFill/>
                        </a:ln>
                        <a:solidFill>
                          <a:schemeClr val="bg1"/>
                        </a:solidFill>
                        <a:effectLst/>
                        <a:latin typeface="Arial" panose="020B0604020202020204" pitchFamily="34" charset="0"/>
                        <a:ea typeface="SimSun" panose="02010600030101010101" pitchFamily="2" charset="-122"/>
                      </a:endParaRPr>
                    </a:p>
                    <a:p>
                      <a:pPr marL="0" marR="0" lvl="0" indent="0" algn="just" defTabSz="457200" rtl="0" eaLnBrk="1" fontAlgn="base" latinLnBrk="0" hangingPunct="1">
                        <a:lnSpc>
                          <a:spcPct val="115000"/>
                        </a:lnSpc>
                        <a:spcBef>
                          <a:spcPct val="0"/>
                        </a:spcBef>
                        <a:spcAft>
                          <a:spcPct val="0"/>
                        </a:spcAft>
                        <a:buClrTx/>
                        <a:buSzTx/>
                        <a:buFontTx/>
                        <a:buNone/>
                        <a:tabLst/>
                      </a:pPr>
                      <a:r>
                        <a:rPr kumimoji="0" lang="en-US" altLang="en-US" sz="1800" b="1" i="0" u="none" strike="noStrike" cap="none" normalizeH="0" baseline="0" dirty="0">
                          <a:ln>
                            <a:noFill/>
                          </a:ln>
                          <a:solidFill>
                            <a:schemeClr val="bg1"/>
                          </a:solidFill>
                          <a:effectLst/>
                          <a:latin typeface="Arial" panose="020B0604020202020204" pitchFamily="34" charset="0"/>
                          <a:ea typeface="SimSun" panose="02010600030101010101" pitchFamily="2" charset="-122"/>
                        </a:rPr>
                        <a:t>Chapter 2</a:t>
                      </a:r>
                      <a:endParaRPr kumimoji="0" lang="en-IN" altLang="en-US" sz="1600" b="0" i="0" u="none" strike="noStrike" cap="none" normalizeH="0" baseline="0" dirty="0">
                        <a:ln>
                          <a:noFill/>
                        </a:ln>
                        <a:solidFill>
                          <a:schemeClr val="bg1"/>
                        </a:solidFill>
                        <a:effectLst/>
                        <a:latin typeface="Arial" panose="020B0604020202020204" pitchFamily="34" charset="0"/>
                        <a:ea typeface="SimSun" panose="02010600030101010101" pitchFamily="2" charset="-122"/>
                      </a:endParaRPr>
                    </a:p>
                    <a:p>
                      <a:pPr marL="0" marR="0" lvl="0" indent="0" algn="just" defTabSz="457200" rtl="0" eaLnBrk="1" fontAlgn="base" latinLnBrk="0" hangingPunct="1">
                        <a:lnSpc>
                          <a:spcPct val="115000"/>
                        </a:lnSpc>
                        <a:spcBef>
                          <a:spcPct val="0"/>
                        </a:spcBef>
                        <a:spcAft>
                          <a:spcPts val="1000"/>
                        </a:spcAft>
                        <a:buClrTx/>
                        <a:buSzTx/>
                        <a:buFontTx/>
                        <a:buNone/>
                        <a:tabLst/>
                      </a:pPr>
                      <a:r>
                        <a:rPr kumimoji="0" lang="en-US" altLang="en-US" sz="1800" b="1" i="0" u="none" strike="noStrike" cap="none" normalizeH="0" baseline="0" dirty="0">
                          <a:ln>
                            <a:noFill/>
                          </a:ln>
                          <a:solidFill>
                            <a:schemeClr val="bg1"/>
                          </a:solidFill>
                          <a:effectLst/>
                          <a:latin typeface="Arial" panose="020B0604020202020204" pitchFamily="34" charset="0"/>
                          <a:ea typeface="SimSun" panose="02010600030101010101" pitchFamily="2" charset="-122"/>
                        </a:rPr>
                        <a:t>Measurement System</a:t>
                      </a:r>
                      <a:endParaRPr kumimoji="0" lang="en-IN" altLang="en-US" sz="1600" b="0" i="0" u="none" strike="noStrike" cap="none" normalizeH="0" baseline="0" dirty="0">
                        <a:ln>
                          <a:noFill/>
                        </a:ln>
                        <a:solidFill>
                          <a:schemeClr val="bg1"/>
                        </a:solidFill>
                        <a:effectLst/>
                        <a:latin typeface="Arial" panose="020B0604020202020204" pitchFamily="34" charset="0"/>
                        <a:ea typeface="SimSun" panose="02010600030101010101" pitchFamily="2" charset="-122"/>
                      </a:endParaRPr>
                    </a:p>
                    <a:p>
                      <a:pPr marL="0" marR="0" lvl="0" indent="0" algn="just" defTabSz="457200" rtl="0" eaLnBrk="1" fontAlgn="base" latinLnBrk="0" hangingPunct="1">
                        <a:lnSpc>
                          <a:spcPct val="115000"/>
                        </a:lnSpc>
                        <a:spcBef>
                          <a:spcPct val="0"/>
                        </a:spcBef>
                        <a:spcAft>
                          <a:spcPts val="1000"/>
                        </a:spcAft>
                        <a:buClrTx/>
                        <a:buSzTx/>
                        <a:buFontTx/>
                        <a:buNone/>
                        <a:tabLst/>
                      </a:pPr>
                      <a:endParaRPr kumimoji="0" lang="en-US" altLang="en-US" sz="1100" b="1" i="0" u="none" strike="noStrike" cap="none" normalizeH="0" baseline="0" dirty="0">
                        <a:ln>
                          <a:noFill/>
                        </a:ln>
                        <a:solidFill>
                          <a:schemeClr val="bg1"/>
                        </a:solidFill>
                        <a:effectLst/>
                        <a:latin typeface="Arial" panose="020B0604020202020204" pitchFamily="34" charset="0"/>
                        <a:ea typeface="SimSun" panose="02010600030101010101" pitchFamily="2" charset="-122"/>
                      </a:endParaRPr>
                    </a:p>
                    <a:p>
                      <a:pPr marL="0" marR="0" lvl="0" indent="0" algn="just" defTabSz="457200" rtl="0" eaLnBrk="1" fontAlgn="base" latinLnBrk="0" hangingPunct="1">
                        <a:lnSpc>
                          <a:spcPct val="115000"/>
                        </a:lnSpc>
                        <a:spcBef>
                          <a:spcPct val="0"/>
                        </a:spcBef>
                        <a:spcAft>
                          <a:spcPct val="0"/>
                        </a:spcAft>
                        <a:buClrTx/>
                        <a:buSzTx/>
                        <a:buFontTx/>
                        <a:buNone/>
                        <a:tabLst/>
                      </a:pPr>
                      <a:r>
                        <a:rPr kumimoji="0" lang="en-US" altLang="en-US" sz="1800" b="1" i="0" u="none" strike="noStrike" cap="none" normalizeH="0" baseline="0" dirty="0">
                          <a:ln>
                            <a:noFill/>
                          </a:ln>
                          <a:solidFill>
                            <a:schemeClr val="bg1"/>
                          </a:solidFill>
                          <a:effectLst/>
                          <a:latin typeface="Arial" panose="020B0604020202020204" pitchFamily="34" charset="0"/>
                          <a:ea typeface="SimSun" panose="02010600030101010101" pitchFamily="2" charset="-122"/>
                        </a:rPr>
                        <a:t>Chapter 3</a:t>
                      </a:r>
                      <a:endParaRPr kumimoji="0" lang="en-IN" altLang="en-US" sz="1600" b="0" i="0" u="none" strike="noStrike" cap="none" normalizeH="0" baseline="0" dirty="0">
                        <a:ln>
                          <a:noFill/>
                        </a:ln>
                        <a:solidFill>
                          <a:schemeClr val="bg1"/>
                        </a:solidFill>
                        <a:effectLst/>
                        <a:latin typeface="Arial" panose="020B0604020202020204" pitchFamily="34" charset="0"/>
                        <a:ea typeface="SimSun" panose="02010600030101010101" pitchFamily="2" charset="-122"/>
                      </a:endParaRPr>
                    </a:p>
                    <a:p>
                      <a:pPr marL="0" marR="0" lvl="0" indent="0" algn="just" defTabSz="457200" rtl="0" eaLnBrk="1" fontAlgn="base" latinLnBrk="0" hangingPunct="1">
                        <a:lnSpc>
                          <a:spcPct val="115000"/>
                        </a:lnSpc>
                        <a:spcBef>
                          <a:spcPct val="0"/>
                        </a:spcBef>
                        <a:spcAft>
                          <a:spcPts val="1000"/>
                        </a:spcAft>
                        <a:buClrTx/>
                        <a:buSzTx/>
                        <a:buFontTx/>
                        <a:buNone/>
                        <a:tabLst/>
                      </a:pPr>
                      <a:r>
                        <a:rPr kumimoji="0" lang="en-US" altLang="en-US" sz="1800" b="1" i="0" u="none" strike="noStrike" cap="none" normalizeH="0" baseline="0" dirty="0">
                          <a:ln>
                            <a:noFill/>
                          </a:ln>
                          <a:solidFill>
                            <a:schemeClr val="bg1"/>
                          </a:solidFill>
                          <a:effectLst/>
                          <a:latin typeface="Arial" panose="020B0604020202020204" pitchFamily="34" charset="0"/>
                          <a:ea typeface="SimSun" panose="02010600030101010101" pitchFamily="2" charset="-122"/>
                        </a:rPr>
                        <a:t>Biological Sensor</a:t>
                      </a:r>
                      <a:endParaRPr kumimoji="0" lang="en-IN" altLang="en-US" sz="1600" b="0" i="0" u="none" strike="noStrike" cap="none" normalizeH="0" baseline="0" dirty="0">
                        <a:ln>
                          <a:noFill/>
                        </a:ln>
                        <a:solidFill>
                          <a:schemeClr val="bg1"/>
                        </a:solidFill>
                        <a:effectLst/>
                        <a:latin typeface="Arial" panose="020B0604020202020204" pitchFamily="34" charset="0"/>
                        <a:ea typeface="SimSun" panose="02010600030101010101" pitchFamily="2" charset="-122"/>
                      </a:endParaRPr>
                    </a:p>
                    <a:p>
                      <a:pPr marL="0" marR="0" lvl="0" indent="0" algn="just" defTabSz="457200" rtl="0" eaLnBrk="1" fontAlgn="base" latinLnBrk="0" hangingPunct="1">
                        <a:lnSpc>
                          <a:spcPct val="115000"/>
                        </a:lnSpc>
                        <a:spcBef>
                          <a:spcPct val="0"/>
                        </a:spcBef>
                        <a:spcAft>
                          <a:spcPts val="100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ea typeface="SimSun" panose="02010600030101010101" pitchFamily="2" charset="-122"/>
                        </a:rPr>
                        <a:t> </a:t>
                      </a:r>
                      <a:endParaRPr kumimoji="0" lang="en-IN" altLang="en-US" sz="1600" b="0" i="0" u="none" strike="noStrike" cap="none" normalizeH="0" baseline="0" dirty="0">
                        <a:ln>
                          <a:noFill/>
                        </a:ln>
                        <a:solidFill>
                          <a:schemeClr val="tx1"/>
                        </a:solidFill>
                        <a:effectLst/>
                        <a:latin typeface="Arial" panose="020B0604020202020204" pitchFamily="34" charset="0"/>
                        <a:ea typeface="SimSun" panose="02010600030101010101" pitchFamily="2" charset="-122"/>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gridSpan="2">
                  <a:txBody>
                    <a:bodyPr/>
                    <a:lstStyle>
                      <a:lvl1pPr>
                        <a:spcBef>
                          <a:spcPct val="20000"/>
                        </a:spcBef>
                        <a:spcAft>
                          <a:spcPts val="600"/>
                        </a:spcAft>
                        <a:buClr>
                          <a:srgbClr val="8D1515"/>
                        </a:buClr>
                        <a:buSzPct val="145000"/>
                        <a:buFont typeface="Arial" panose="020B0604020202020204" pitchFamily="34" charset="0"/>
                        <a:defRPr sz="2000">
                          <a:solidFill>
                            <a:schemeClr val="tx1"/>
                          </a:solidFill>
                          <a:latin typeface="Arial" panose="020B0604020202020204" pitchFamily="34" charset="0"/>
                        </a:defRPr>
                      </a:lvl1pPr>
                      <a:lvl2pPr marL="742950" indent="-285750">
                        <a:spcBef>
                          <a:spcPct val="20000"/>
                        </a:spcBef>
                        <a:spcAft>
                          <a:spcPts val="600"/>
                        </a:spcAft>
                        <a:buClr>
                          <a:srgbClr val="8D1515"/>
                        </a:buClr>
                        <a:buSzPct val="145000"/>
                        <a:buFont typeface="Arial" panose="020B0604020202020204" pitchFamily="34" charset="0"/>
                        <a:defRPr>
                          <a:solidFill>
                            <a:schemeClr val="tx1"/>
                          </a:solidFill>
                          <a:latin typeface="Arial" panose="020B0604020202020204" pitchFamily="34" charset="0"/>
                        </a:defRPr>
                      </a:lvl2pPr>
                      <a:lvl3pPr marL="1143000" indent="-228600">
                        <a:spcBef>
                          <a:spcPct val="20000"/>
                        </a:spcBef>
                        <a:spcAft>
                          <a:spcPts val="600"/>
                        </a:spcAft>
                        <a:buClr>
                          <a:srgbClr val="8D1515"/>
                        </a:buClr>
                        <a:buSzPct val="145000"/>
                        <a:buFont typeface="Arial" panose="020B0604020202020204" pitchFamily="34" charset="0"/>
                        <a:defRPr sz="1600">
                          <a:solidFill>
                            <a:schemeClr val="tx1"/>
                          </a:solidFill>
                          <a:latin typeface="Arial" panose="020B0604020202020204" pitchFamily="34" charset="0"/>
                        </a:defRPr>
                      </a:lvl3pPr>
                      <a:lvl4pPr marL="1600200" indent="-228600">
                        <a:spcBef>
                          <a:spcPct val="20000"/>
                        </a:spcBef>
                        <a:spcAft>
                          <a:spcPts val="600"/>
                        </a:spcAft>
                        <a:buClr>
                          <a:srgbClr val="8D1515"/>
                        </a:buClr>
                        <a:buSzPct val="145000"/>
                        <a:buFont typeface="Arial" panose="020B0604020202020204" pitchFamily="34" charset="0"/>
                        <a:defRPr sz="1400">
                          <a:solidFill>
                            <a:schemeClr val="tx1"/>
                          </a:solidFill>
                          <a:latin typeface="Arial" panose="020B0604020202020204" pitchFamily="34" charset="0"/>
                        </a:defRPr>
                      </a:lvl4pPr>
                      <a:lvl5pPr marL="2057400" indent="-22860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5pPr>
                      <a:lvl6pPr marL="2514600" indent="-228600" defTabSz="4572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6pPr>
                      <a:lvl7pPr marL="2971800" indent="-228600" defTabSz="4572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7pPr>
                      <a:lvl8pPr marL="3429000" indent="-228600" defTabSz="4572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8pPr>
                      <a:lvl9pPr marL="3886200" indent="-228600" defTabSz="4572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9pPr>
                    </a:lstStyle>
                    <a:p>
                      <a:pPr marL="0" marR="0" lvl="0" indent="0" algn="just" defTabSz="457200" rtl="0" eaLnBrk="1" fontAlgn="base" latinLnBrk="0" hangingPunct="1">
                        <a:lnSpc>
                          <a:spcPct val="90000"/>
                        </a:lnSpc>
                        <a:spcBef>
                          <a:spcPts val="600"/>
                        </a:spcBef>
                        <a:spcAft>
                          <a:spcPct val="0"/>
                        </a:spcAft>
                        <a:buClr>
                          <a:schemeClr val="accent1"/>
                        </a:buClr>
                        <a:buSzPct val="100000"/>
                        <a:buFont typeface="Calibri" panose="020F0502020204030204" pitchFamily="34" charset="0"/>
                        <a:buNone/>
                        <a:tabLst/>
                      </a:pPr>
                      <a:endParaRPr kumimoji="0" lang="en-US" altLang="en-US" sz="100" b="1" i="0" u="none" strike="noStrike" cap="none" normalizeH="0" baseline="0" dirty="0">
                        <a:ln>
                          <a:noFill/>
                        </a:ln>
                        <a:solidFill>
                          <a:srgbClr val="404040"/>
                        </a:solidFill>
                        <a:effectLst/>
                        <a:latin typeface="Arial" panose="020B0604020202020204" pitchFamily="34" charset="0"/>
                      </a:endParaRPr>
                    </a:p>
                    <a:p>
                      <a:pPr marL="0" marR="0" lvl="0" indent="0" algn="just" defTabSz="457200" rtl="0" eaLnBrk="1" fontAlgn="base" latinLnBrk="0" hangingPunct="1">
                        <a:lnSpc>
                          <a:spcPct val="90000"/>
                        </a:lnSpc>
                        <a:spcBef>
                          <a:spcPts val="600"/>
                        </a:spcBef>
                        <a:spcAft>
                          <a:spcPts val="600"/>
                        </a:spcAft>
                        <a:buClr>
                          <a:schemeClr val="accent1"/>
                        </a:buClr>
                        <a:buSzPct val="100000"/>
                        <a:buFont typeface="Calibri" panose="020F0502020204030204" pitchFamily="34" charset="0"/>
                        <a:buNone/>
                        <a:tabLst/>
                      </a:pPr>
                      <a:r>
                        <a:rPr kumimoji="0" lang="en-US" altLang="en-US" sz="1800" b="1" i="0" u="none" strike="noStrike" cap="none" normalizeH="0" baseline="0" dirty="0">
                          <a:ln>
                            <a:noFill/>
                          </a:ln>
                          <a:solidFill>
                            <a:srgbClr val="404040"/>
                          </a:solidFill>
                          <a:effectLst/>
                          <a:latin typeface="Arial" panose="020B0604020202020204" pitchFamily="34" charset="0"/>
                        </a:rPr>
                        <a:t>Medical Instrumentation: </a:t>
                      </a:r>
                      <a:r>
                        <a:rPr kumimoji="0" lang="en-US" altLang="en-US" sz="1800" b="0" i="0" u="none" strike="noStrike" cap="none" normalizeH="0" baseline="0" dirty="0">
                          <a:ln>
                            <a:noFill/>
                          </a:ln>
                          <a:solidFill>
                            <a:srgbClr val="404040"/>
                          </a:solidFill>
                          <a:effectLst/>
                          <a:latin typeface="Arial" panose="020B0604020202020204" pitchFamily="34" charset="0"/>
                        </a:rPr>
                        <a:t>Sources of biomedical Signals, Basic medical Instrumentation system, Performance requirements of medical Instrumentation System, Microprocessors in Medical instruments, PC base medical Instruments, General constraints in the design of medical Instrumentation system, Regulation of Medical Devices.</a:t>
                      </a:r>
                      <a:endParaRPr kumimoji="0" lang="en-IN" altLang="en-US" sz="1800" b="0" i="0" u="none" strike="noStrike" cap="none" normalizeH="0" baseline="0" dirty="0">
                        <a:ln>
                          <a:noFill/>
                        </a:ln>
                        <a:solidFill>
                          <a:srgbClr val="404040"/>
                        </a:solidFill>
                        <a:effectLst/>
                        <a:latin typeface="Arial" panose="020B0604020202020204" pitchFamily="34" charset="0"/>
                      </a:endParaRPr>
                    </a:p>
                    <a:p>
                      <a:pPr marL="0" marR="0" lvl="0" indent="0" algn="just" defTabSz="457200" rtl="0" eaLnBrk="1" fontAlgn="base" latinLnBrk="0" hangingPunct="1">
                        <a:lnSpc>
                          <a:spcPct val="90000"/>
                        </a:lnSpc>
                        <a:spcBef>
                          <a:spcPts val="600"/>
                        </a:spcBef>
                        <a:spcAft>
                          <a:spcPts val="600"/>
                        </a:spcAft>
                        <a:buClr>
                          <a:schemeClr val="accent1"/>
                        </a:buClr>
                        <a:buSzPct val="100000"/>
                        <a:buFont typeface="Calibri" panose="020F0502020204030204" pitchFamily="34" charset="0"/>
                        <a:buNone/>
                        <a:tabLst/>
                      </a:pPr>
                      <a:r>
                        <a:rPr kumimoji="0" lang="en-US" altLang="en-US" sz="1800" b="1" i="0" u="none" strike="noStrike" cap="none" normalizeH="0" baseline="0" dirty="0">
                          <a:ln>
                            <a:noFill/>
                          </a:ln>
                          <a:solidFill>
                            <a:srgbClr val="404040"/>
                          </a:solidFill>
                          <a:effectLst/>
                          <a:latin typeface="Arial" panose="020B0604020202020204" pitchFamily="34" charset="0"/>
                        </a:rPr>
                        <a:t>Measurement System: </a:t>
                      </a:r>
                      <a:r>
                        <a:rPr kumimoji="0" lang="en-US" altLang="en-US" sz="1800" b="0" i="0" u="none" strike="noStrike" cap="none" normalizeH="0" baseline="0" dirty="0">
                          <a:ln>
                            <a:noFill/>
                          </a:ln>
                          <a:solidFill>
                            <a:srgbClr val="404040"/>
                          </a:solidFill>
                          <a:effectLst/>
                          <a:latin typeface="Arial" panose="020B0604020202020204" pitchFamily="34" charset="0"/>
                        </a:rPr>
                        <a:t>Specification of instruments, Statics &amp; Dynamic characteristics of medical instruments, Classification of errors. Statistical analysis, Reliability, Accuracy, Fidelity, Speed of responses, Linearization of technique, and Data Acquisition System.</a:t>
                      </a:r>
                      <a:endParaRPr kumimoji="0" lang="en-IN" altLang="en-US" sz="1800" b="0" i="0" u="none" strike="noStrike" cap="none" normalizeH="0" baseline="0" dirty="0">
                        <a:ln>
                          <a:noFill/>
                        </a:ln>
                        <a:solidFill>
                          <a:srgbClr val="404040"/>
                        </a:solidFill>
                        <a:effectLst/>
                        <a:latin typeface="Arial" panose="020B0604020202020204" pitchFamily="34" charset="0"/>
                      </a:endParaRPr>
                    </a:p>
                    <a:p>
                      <a:pPr marL="0" marR="0" lvl="0" indent="0" algn="just" defTabSz="457200" rtl="0" eaLnBrk="1" fontAlgn="base" latinLnBrk="0" hangingPunct="1">
                        <a:lnSpc>
                          <a:spcPct val="90000"/>
                        </a:lnSpc>
                        <a:spcBef>
                          <a:spcPts val="600"/>
                        </a:spcBef>
                        <a:spcAft>
                          <a:spcPts val="600"/>
                        </a:spcAft>
                        <a:buClr>
                          <a:schemeClr val="accent1"/>
                        </a:buClr>
                        <a:buSzPct val="100000"/>
                        <a:buFont typeface="Calibri" panose="020F0502020204030204" pitchFamily="34" charset="0"/>
                        <a:buNone/>
                        <a:tabLst/>
                      </a:pPr>
                      <a:r>
                        <a:rPr kumimoji="0" lang="en-US" altLang="en-US" sz="1800" b="1" i="0" u="none" strike="noStrike" cap="none" normalizeH="0" baseline="0" dirty="0">
                          <a:ln>
                            <a:noFill/>
                          </a:ln>
                          <a:solidFill>
                            <a:srgbClr val="404040"/>
                          </a:solidFill>
                          <a:effectLst/>
                          <a:latin typeface="Arial" panose="020B0604020202020204" pitchFamily="34" charset="0"/>
                        </a:rPr>
                        <a:t>Biological sensors: </a:t>
                      </a:r>
                      <a:r>
                        <a:rPr kumimoji="0" lang="en-US" altLang="en-US" sz="1800" b="0" i="0" u="none" strike="noStrike" cap="none" normalizeH="0" baseline="0" dirty="0">
                          <a:ln>
                            <a:noFill/>
                          </a:ln>
                          <a:solidFill>
                            <a:srgbClr val="404040"/>
                          </a:solidFill>
                          <a:effectLst/>
                          <a:latin typeface="Arial" panose="020B0604020202020204" pitchFamily="34" charset="0"/>
                        </a:rPr>
                        <a:t>Sensors/ receptors in the human body, basic organization of the nervous system- neural mechanism, Chemoreceptor: hot and cold receptors, sensors for smell, sound, vision, Ion exchange membrane electrodes, enzyme, glucose sensors, immunosensors, &amp; biosensors &amp; applications of biosensors.</a:t>
                      </a:r>
                      <a:endParaRPr kumimoji="0" lang="en-IN" altLang="en-US" sz="1800" b="0" i="0" u="none" strike="noStrike" cap="none" normalizeH="0" baseline="0" dirty="0">
                        <a:ln>
                          <a:noFill/>
                        </a:ln>
                        <a:solidFill>
                          <a:srgbClr val="000000"/>
                        </a:solidFill>
                        <a:effectLst/>
                        <a:latin typeface="Arial" panose="020B0604020202020204" pitchFamily="34"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CFCC"/>
                    </a:solidFill>
                  </a:tcPr>
                </a:tc>
                <a:tc hMerge="1">
                  <a:txBody>
                    <a:bodyPr/>
                    <a:lstStyle/>
                    <a:p>
                      <a:endParaRPr lang="en-IN"/>
                    </a:p>
                  </a:txBody>
                  <a:tcPr/>
                </a:tc>
                <a:extLst>
                  <a:ext uri="{0D108BD9-81ED-4DB2-BD59-A6C34878D82A}">
                    <a16:rowId xmlns="" xmlns:a16="http://schemas.microsoft.com/office/drawing/2014/main" val="10001"/>
                  </a:ext>
                </a:extLst>
              </a:tr>
            </a:tbl>
          </a:graphicData>
        </a:graphic>
      </p:graphicFrame>
      <p:pic>
        <p:nvPicPr>
          <p:cNvPr id="6" name="Picture 5">
            <a:extLst>
              <a:ext uri="{FF2B5EF4-FFF2-40B4-BE49-F238E27FC236}">
                <a16:creationId xmlns="" xmlns:a16="http://schemas.microsoft.com/office/drawing/2014/main" id="{886743DF-A2AA-40B4-9D51-6578F86F63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763375" y="5219700"/>
            <a:ext cx="428625" cy="16383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83DCB64-D207-409A-BB4E-2608F684CECA}"/>
              </a:ext>
            </a:extLst>
          </p:cNvPr>
          <p:cNvSpPr>
            <a:spLocks noGrp="1"/>
          </p:cNvSpPr>
          <p:nvPr>
            <p:ph type="ctrTitle"/>
          </p:nvPr>
        </p:nvSpPr>
        <p:spPr>
          <a:xfrm>
            <a:off x="960120" y="1122363"/>
            <a:ext cx="10309860" cy="3129597"/>
          </a:xfrm>
        </p:spPr>
        <p:txBody>
          <a:bodyPr/>
          <a:lstStyle/>
          <a:p>
            <a:r>
              <a:rPr lang="en-IN" b="1" dirty="0">
                <a:solidFill>
                  <a:schemeClr val="accent3"/>
                </a:solidFill>
              </a:rPr>
              <a:t>Introduction of </a:t>
            </a:r>
            <a:br>
              <a:rPr lang="en-IN" b="1" dirty="0">
                <a:solidFill>
                  <a:schemeClr val="accent3"/>
                </a:solidFill>
              </a:rPr>
            </a:br>
            <a:r>
              <a:rPr lang="en-IN" b="1" dirty="0">
                <a:solidFill>
                  <a:schemeClr val="accent3"/>
                </a:solidFill>
              </a:rPr>
              <a:t>Biosensors</a:t>
            </a:r>
          </a:p>
        </p:txBody>
      </p:sp>
      <p:sp>
        <p:nvSpPr>
          <p:cNvPr id="4" name="Slide Number Placeholder 3">
            <a:extLst>
              <a:ext uri="{FF2B5EF4-FFF2-40B4-BE49-F238E27FC236}">
                <a16:creationId xmlns="" xmlns:a16="http://schemas.microsoft.com/office/drawing/2014/main" id="{B9E9736A-50F7-40C9-963B-FF5A57580137}"/>
              </a:ext>
            </a:extLst>
          </p:cNvPr>
          <p:cNvSpPr>
            <a:spLocks noGrp="1"/>
          </p:cNvSpPr>
          <p:nvPr>
            <p:ph type="sldNum" sz="quarter" idx="12"/>
          </p:nvPr>
        </p:nvSpPr>
        <p:spPr/>
        <p:txBody>
          <a:bodyPr/>
          <a:lstStyle/>
          <a:p>
            <a:fld id="{BDCDBBEF-AA6C-4BA6-85B2-A17D7F280E38}" type="slidenum">
              <a:rPr lang="en-US" smtClean="0"/>
              <a:pPr/>
              <a:t>4</a:t>
            </a:fld>
            <a:endParaRPr lang="en-US"/>
          </a:p>
        </p:txBody>
      </p:sp>
    </p:spTree>
    <p:extLst>
      <p:ext uri="{BB962C8B-B14F-4D97-AF65-F5344CB8AC3E}">
        <p14:creationId xmlns:p14="http://schemas.microsoft.com/office/powerpoint/2010/main" val="3276869159"/>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 xmlns:a16="http://schemas.microsoft.com/office/drawing/2014/main" id="{1C11661D-B36A-4A1D-8507-00E6B1D469D2}"/>
              </a:ext>
            </a:extLst>
          </p:cNvPr>
          <p:cNvSpPr>
            <a:spLocks noGrp="1"/>
          </p:cNvSpPr>
          <p:nvPr>
            <p:ph type="sldNum" sz="quarter" idx="12"/>
          </p:nvPr>
        </p:nvSpPr>
        <p:spPr/>
        <p:txBody>
          <a:bodyPr/>
          <a:lstStyle/>
          <a:p>
            <a:fld id="{BDCDBBEF-AA6C-4BA6-85B2-A17D7F280E38}" type="slidenum">
              <a:rPr lang="en-US" smtClean="0"/>
              <a:pPr/>
              <a:t>5</a:t>
            </a:fld>
            <a:endParaRPr lang="en-US"/>
          </a:p>
        </p:txBody>
      </p:sp>
      <p:graphicFrame>
        <p:nvGraphicFramePr>
          <p:cNvPr id="3" name="Diagram 2">
            <a:extLst>
              <a:ext uri="{FF2B5EF4-FFF2-40B4-BE49-F238E27FC236}">
                <a16:creationId xmlns="" xmlns:a16="http://schemas.microsoft.com/office/drawing/2014/main" id="{104680D8-E1BA-49DE-88E8-7688BE5F03B0}"/>
              </a:ext>
            </a:extLst>
          </p:cNvPr>
          <p:cNvGraphicFramePr/>
          <p:nvPr>
            <p:extLst>
              <p:ext uri="{D42A27DB-BD31-4B8C-83A1-F6EECF244321}">
                <p14:modId xmlns:p14="http://schemas.microsoft.com/office/powerpoint/2010/main" val="66481261"/>
              </p:ext>
            </p:extLst>
          </p:nvPr>
        </p:nvGraphicFramePr>
        <p:xfrm>
          <a:off x="957580" y="136525"/>
          <a:ext cx="10769600" cy="658494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84380213"/>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FCF79BC-EA6E-42E9-BCF3-2CB0EDC98E0A}"/>
              </a:ext>
            </a:extLst>
          </p:cNvPr>
          <p:cNvSpPr>
            <a:spLocks noGrp="1"/>
          </p:cNvSpPr>
          <p:nvPr>
            <p:ph type="title"/>
          </p:nvPr>
        </p:nvSpPr>
        <p:spPr>
          <a:xfrm>
            <a:off x="704017" y="136526"/>
            <a:ext cx="6270941" cy="947996"/>
          </a:xfrm>
        </p:spPr>
        <p:txBody>
          <a:bodyPr>
            <a:normAutofit/>
          </a:bodyPr>
          <a:lstStyle/>
          <a:p>
            <a:pPr algn="ctr"/>
            <a:r>
              <a:rPr lang="en-IN" sz="4000" b="1" dirty="0">
                <a:solidFill>
                  <a:schemeClr val="accent2"/>
                </a:solidFill>
                <a:effectLst>
                  <a:outerShdw blurRad="38100" dist="38100" dir="2700000" algn="tl">
                    <a:srgbClr val="000000">
                      <a:alpha val="43137"/>
                    </a:srgbClr>
                  </a:outerShdw>
                </a:effectLst>
              </a:rPr>
              <a:t>Biosensor</a:t>
            </a:r>
          </a:p>
        </p:txBody>
      </p:sp>
      <p:sp>
        <p:nvSpPr>
          <p:cNvPr id="3" name="Content Placeholder 2">
            <a:extLst>
              <a:ext uri="{FF2B5EF4-FFF2-40B4-BE49-F238E27FC236}">
                <a16:creationId xmlns="" xmlns:a16="http://schemas.microsoft.com/office/drawing/2014/main" id="{3939C5FB-D76D-410D-A6BB-9A748F7636B2}"/>
              </a:ext>
            </a:extLst>
          </p:cNvPr>
          <p:cNvSpPr>
            <a:spLocks noGrp="1"/>
          </p:cNvSpPr>
          <p:nvPr>
            <p:ph idx="1"/>
          </p:nvPr>
        </p:nvSpPr>
        <p:spPr>
          <a:xfrm>
            <a:off x="370363" y="1211580"/>
            <a:ext cx="6407628" cy="5509895"/>
          </a:xfrm>
        </p:spPr>
        <p:txBody>
          <a:bodyPr>
            <a:normAutofit fontScale="92500" lnSpcReduction="10000"/>
          </a:bodyPr>
          <a:lstStyle/>
          <a:p>
            <a:pPr algn="just"/>
            <a:r>
              <a:rPr lang="en-US" sz="2800" b="0" i="0" u="none" strike="noStrike" dirty="0">
                <a:solidFill>
                  <a:srgbClr val="000000"/>
                </a:solidFill>
                <a:effectLst/>
              </a:rPr>
              <a:t>A </a:t>
            </a:r>
            <a:r>
              <a:rPr lang="en-US" sz="2800" b="1" i="0" u="none" strike="noStrike" dirty="0">
                <a:solidFill>
                  <a:srgbClr val="000000"/>
                </a:solidFill>
                <a:effectLst/>
              </a:rPr>
              <a:t>biosensor</a:t>
            </a:r>
            <a:r>
              <a:rPr lang="en-US" sz="2800" b="0" i="0" u="none" strike="noStrike" dirty="0">
                <a:solidFill>
                  <a:srgbClr val="000000"/>
                </a:solidFill>
                <a:effectLst/>
              </a:rPr>
              <a:t> is an analytical device, used for the detection of an analyte, that combines a biological component with a physicochemical detector.</a:t>
            </a:r>
          </a:p>
          <a:p>
            <a:pPr algn="just"/>
            <a:r>
              <a:rPr lang="en-US" sz="2800" b="0" i="0" u="none" strike="noStrike" dirty="0">
                <a:solidFill>
                  <a:srgbClr val="000000"/>
                </a:solidFill>
                <a:effectLst/>
              </a:rPr>
              <a:t>A biosensor is an analytical device containing an immobilized </a:t>
            </a:r>
            <a:r>
              <a:rPr lang="en-US" sz="2800" b="1" i="0" u="none" strike="noStrike" dirty="0">
                <a:solidFill>
                  <a:srgbClr val="000000"/>
                </a:solidFill>
                <a:effectLst/>
              </a:rPr>
              <a:t>biological material</a:t>
            </a:r>
            <a:r>
              <a:rPr lang="en-US" sz="2800" b="0" i="0" u="none" strike="noStrike" dirty="0">
                <a:solidFill>
                  <a:srgbClr val="000000"/>
                </a:solidFill>
                <a:effectLst/>
              </a:rPr>
              <a:t> (enzyme, antibody, nucleic acid, hormone, organelle or whole cell) which can specifically interact with an analyte and produce physical, chemical or electrical signals that can be measured. </a:t>
            </a:r>
          </a:p>
          <a:p>
            <a:pPr algn="just"/>
            <a:r>
              <a:rPr lang="en-US" sz="2800" b="0" i="0" u="none" strike="noStrike" dirty="0">
                <a:solidFill>
                  <a:srgbClr val="000000"/>
                </a:solidFill>
                <a:effectLst/>
              </a:rPr>
              <a:t>An </a:t>
            </a:r>
            <a:r>
              <a:rPr lang="en-US" sz="2800" b="1" i="0" u="none" strike="noStrike" dirty="0">
                <a:solidFill>
                  <a:srgbClr val="000000"/>
                </a:solidFill>
                <a:effectLst/>
              </a:rPr>
              <a:t>analyte</a:t>
            </a:r>
            <a:r>
              <a:rPr lang="en-US" sz="2800" b="0" i="0" u="none" strike="noStrike" dirty="0">
                <a:solidFill>
                  <a:srgbClr val="000000"/>
                </a:solidFill>
                <a:effectLst/>
              </a:rPr>
              <a:t> is a compound (e.g. glucose, urea, drug, pesticide) whose concentration has to be measured. </a:t>
            </a:r>
          </a:p>
          <a:p>
            <a:pPr lvl="1" algn="just"/>
            <a:r>
              <a:rPr lang="en-US" sz="2600" b="1" i="0" u="none" strike="noStrike" dirty="0">
                <a:solidFill>
                  <a:srgbClr val="000000"/>
                </a:solidFill>
                <a:effectLst/>
              </a:rPr>
              <a:t>For instance, glucose is an 'analyte' in a biosensor designed to detect glucose.</a:t>
            </a:r>
          </a:p>
          <a:p>
            <a:pPr algn="just"/>
            <a:endParaRPr lang="en-IN" sz="2800" dirty="0"/>
          </a:p>
        </p:txBody>
      </p:sp>
      <p:sp>
        <p:nvSpPr>
          <p:cNvPr id="4" name="Slide Number Placeholder 3">
            <a:extLst>
              <a:ext uri="{FF2B5EF4-FFF2-40B4-BE49-F238E27FC236}">
                <a16:creationId xmlns="" xmlns:a16="http://schemas.microsoft.com/office/drawing/2014/main" id="{EF485DA8-48CB-4BD8-B555-E719EBC2A39B}"/>
              </a:ext>
            </a:extLst>
          </p:cNvPr>
          <p:cNvSpPr>
            <a:spLocks noGrp="1"/>
          </p:cNvSpPr>
          <p:nvPr>
            <p:ph type="sldNum" sz="quarter" idx="12"/>
          </p:nvPr>
        </p:nvSpPr>
        <p:spPr/>
        <p:txBody>
          <a:bodyPr/>
          <a:lstStyle/>
          <a:p>
            <a:fld id="{BDCDBBEF-AA6C-4BA6-85B2-A17D7F280E38}" type="slidenum">
              <a:rPr lang="en-US" smtClean="0"/>
              <a:pPr/>
              <a:t>6</a:t>
            </a:fld>
            <a:endParaRPr lang="en-US" dirty="0"/>
          </a:p>
        </p:txBody>
      </p:sp>
      <p:pic>
        <p:nvPicPr>
          <p:cNvPr id="6" name="Picture 5">
            <a:extLst>
              <a:ext uri="{FF2B5EF4-FFF2-40B4-BE49-F238E27FC236}">
                <a16:creationId xmlns="" xmlns:a16="http://schemas.microsoft.com/office/drawing/2014/main" id="{727587B8-268B-4E0B-881E-FCE1F5A3BDD0}"/>
              </a:ext>
            </a:extLst>
          </p:cNvPr>
          <p:cNvPicPr>
            <a:picLocks noChangeAspect="1"/>
          </p:cNvPicPr>
          <p:nvPr/>
        </p:nvPicPr>
        <p:blipFill rotWithShape="1">
          <a:blip r:embed="rId2"/>
          <a:srcRect r="2971" b="3342"/>
          <a:stretch/>
        </p:blipFill>
        <p:spPr>
          <a:xfrm>
            <a:off x="6777991" y="1548521"/>
            <a:ext cx="5050465" cy="4620459"/>
          </a:xfrm>
          <a:prstGeom prst="rect">
            <a:avLst/>
          </a:prstGeom>
          <a:ln>
            <a:noFill/>
          </a:ln>
        </p:spPr>
      </p:pic>
    </p:spTree>
    <p:extLst>
      <p:ext uri="{BB962C8B-B14F-4D97-AF65-F5344CB8AC3E}">
        <p14:creationId xmlns:p14="http://schemas.microsoft.com/office/powerpoint/2010/main" val="3285200060"/>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 xmlns:a16="http://schemas.microsoft.com/office/drawing/2014/main" id="{6AF725D9-BEBE-47D0-9842-E05B030278FE}"/>
              </a:ext>
            </a:extLst>
          </p:cNvPr>
          <p:cNvSpPr>
            <a:spLocks noGrp="1"/>
          </p:cNvSpPr>
          <p:nvPr>
            <p:ph type="sldNum" sz="quarter" idx="12"/>
          </p:nvPr>
        </p:nvSpPr>
        <p:spPr/>
        <p:txBody>
          <a:bodyPr/>
          <a:lstStyle/>
          <a:p>
            <a:fld id="{BDCDBBEF-AA6C-4BA6-85B2-A17D7F280E38}" type="slidenum">
              <a:rPr lang="en-US" smtClean="0"/>
              <a:pPr/>
              <a:t>7</a:t>
            </a:fld>
            <a:endParaRPr lang="en-US"/>
          </a:p>
        </p:txBody>
      </p:sp>
      <p:grpSp>
        <p:nvGrpSpPr>
          <p:cNvPr id="5" name="Group 4">
            <a:extLst>
              <a:ext uri="{FF2B5EF4-FFF2-40B4-BE49-F238E27FC236}">
                <a16:creationId xmlns="" xmlns:a16="http://schemas.microsoft.com/office/drawing/2014/main" id="{8FAFEDF1-A071-4CC4-9B02-D59390C55176}"/>
              </a:ext>
            </a:extLst>
          </p:cNvPr>
          <p:cNvGrpSpPr/>
          <p:nvPr/>
        </p:nvGrpSpPr>
        <p:grpSpPr>
          <a:xfrm>
            <a:off x="6487886" y="194310"/>
            <a:ext cx="5453744" cy="3394709"/>
            <a:chOff x="1183759" y="356321"/>
            <a:chExt cx="10278139" cy="6172070"/>
          </a:xfrm>
        </p:grpSpPr>
        <p:pic>
          <p:nvPicPr>
            <p:cNvPr id="3" name="Picture 2">
              <a:extLst>
                <a:ext uri="{FF2B5EF4-FFF2-40B4-BE49-F238E27FC236}">
                  <a16:creationId xmlns="" xmlns:a16="http://schemas.microsoft.com/office/drawing/2014/main" id="{6A79CC62-D707-4193-84DF-F994832D00E7}"/>
                </a:ext>
              </a:extLst>
            </p:cNvPr>
            <p:cNvPicPr>
              <a:picLocks noChangeAspect="1"/>
            </p:cNvPicPr>
            <p:nvPr/>
          </p:nvPicPr>
          <p:blipFill rotWithShape="1">
            <a:blip r:embed="rId2"/>
            <a:srcRect l="11192" r="3577" b="14148"/>
            <a:stretch/>
          </p:blipFill>
          <p:spPr>
            <a:xfrm>
              <a:off x="1183759" y="356321"/>
              <a:ext cx="10278139" cy="6172070"/>
            </a:xfrm>
            <a:prstGeom prst="rect">
              <a:avLst/>
            </a:prstGeom>
          </p:spPr>
        </p:pic>
        <p:sp>
          <p:nvSpPr>
            <p:cNvPr id="4" name="TextBox 3">
              <a:extLst>
                <a:ext uri="{FF2B5EF4-FFF2-40B4-BE49-F238E27FC236}">
                  <a16:creationId xmlns="" xmlns:a16="http://schemas.microsoft.com/office/drawing/2014/main" id="{B21DA30B-A613-4D81-83B7-179D73D6490F}"/>
                </a:ext>
              </a:extLst>
            </p:cNvPr>
            <p:cNvSpPr txBox="1"/>
            <p:nvPr/>
          </p:nvSpPr>
          <p:spPr>
            <a:xfrm>
              <a:off x="1183759" y="712381"/>
              <a:ext cx="1208567" cy="4428000"/>
            </a:xfrm>
            <a:prstGeom prst="rect">
              <a:avLst/>
            </a:prstGeom>
            <a:solidFill>
              <a:schemeClr val="bg1"/>
            </a:solidFill>
          </p:spPr>
          <p:txBody>
            <a:bodyPr wrap="square" rtlCol="0">
              <a:spAutoFit/>
            </a:bodyPr>
            <a:lstStyle/>
            <a:p>
              <a:endParaRPr lang="en-IN" dirty="0"/>
            </a:p>
          </p:txBody>
        </p:sp>
      </p:grpSp>
      <p:sp>
        <p:nvSpPr>
          <p:cNvPr id="6" name="Title 1">
            <a:extLst>
              <a:ext uri="{FF2B5EF4-FFF2-40B4-BE49-F238E27FC236}">
                <a16:creationId xmlns="" xmlns:a16="http://schemas.microsoft.com/office/drawing/2014/main" id="{01E55FEA-3843-43B8-8586-F896E05D549D}"/>
              </a:ext>
            </a:extLst>
          </p:cNvPr>
          <p:cNvSpPr txBox="1">
            <a:spLocks/>
          </p:cNvSpPr>
          <p:nvPr/>
        </p:nvSpPr>
        <p:spPr>
          <a:xfrm>
            <a:off x="704017" y="194310"/>
            <a:ext cx="7502807" cy="90716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sz="4000" b="1" dirty="0">
                <a:solidFill>
                  <a:schemeClr val="accent2"/>
                </a:solidFill>
                <a:effectLst>
                  <a:outerShdw blurRad="38100" dist="38100" dir="2700000" algn="tl">
                    <a:srgbClr val="000000">
                      <a:alpha val="43137"/>
                    </a:srgbClr>
                  </a:outerShdw>
                </a:effectLst>
              </a:rPr>
              <a:t>Biosensor</a:t>
            </a:r>
          </a:p>
        </p:txBody>
      </p:sp>
      <p:sp>
        <p:nvSpPr>
          <p:cNvPr id="9" name="TextBox 8">
            <a:extLst>
              <a:ext uri="{FF2B5EF4-FFF2-40B4-BE49-F238E27FC236}">
                <a16:creationId xmlns="" xmlns:a16="http://schemas.microsoft.com/office/drawing/2014/main" id="{EF2CBFEC-79AE-4481-915E-4761D9D99C32}"/>
              </a:ext>
            </a:extLst>
          </p:cNvPr>
          <p:cNvSpPr txBox="1"/>
          <p:nvPr/>
        </p:nvSpPr>
        <p:spPr>
          <a:xfrm>
            <a:off x="555427" y="1147192"/>
            <a:ext cx="5765363" cy="5324535"/>
          </a:xfrm>
          <a:prstGeom prst="rect">
            <a:avLst/>
          </a:prstGeom>
          <a:noFill/>
        </p:spPr>
        <p:txBody>
          <a:bodyPr wrap="square">
            <a:spAutoFit/>
          </a:bodyPr>
          <a:lstStyle/>
          <a:p>
            <a:pPr marL="285750" indent="-285750" algn="just">
              <a:spcAft>
                <a:spcPts val="1200"/>
              </a:spcAft>
              <a:buFont typeface="Arial" panose="020B0604020202020204" pitchFamily="34" charset="0"/>
              <a:buChar char="•"/>
            </a:pPr>
            <a:r>
              <a:rPr lang="en-US" sz="3200" b="0" i="0" dirty="0">
                <a:solidFill>
                  <a:srgbClr val="3B3835"/>
                </a:solidFill>
                <a:effectLst/>
              </a:rPr>
              <a:t>It is an analytical device which converts a biological response into an electrical signal.</a:t>
            </a:r>
          </a:p>
          <a:p>
            <a:pPr marL="285750" indent="-285750" algn="just">
              <a:spcAft>
                <a:spcPts val="1200"/>
              </a:spcAft>
              <a:buFont typeface="Arial" panose="020B0604020202020204" pitchFamily="34" charset="0"/>
              <a:buChar char="•"/>
            </a:pPr>
            <a:r>
              <a:rPr lang="en-US" sz="3200" b="0" i="0" dirty="0">
                <a:solidFill>
                  <a:srgbClr val="3B3835"/>
                </a:solidFill>
                <a:effectLst/>
              </a:rPr>
              <a:t>It detects, records, and transmits information regarding a physiological change or process.</a:t>
            </a:r>
          </a:p>
          <a:p>
            <a:pPr marL="285750" indent="-285750" algn="just">
              <a:spcAft>
                <a:spcPts val="1200"/>
              </a:spcAft>
              <a:buFont typeface="Arial" panose="020B0604020202020204" pitchFamily="34" charset="0"/>
              <a:buChar char="•"/>
            </a:pPr>
            <a:r>
              <a:rPr lang="en-US" sz="3200" b="0" i="0" dirty="0">
                <a:solidFill>
                  <a:srgbClr val="3B3835"/>
                </a:solidFill>
                <a:effectLst/>
              </a:rPr>
              <a:t>It determines the presence and concentration of a specific substance in any test solution.</a:t>
            </a:r>
            <a:endParaRPr lang="en-IN" sz="3200" dirty="0"/>
          </a:p>
        </p:txBody>
      </p:sp>
      <p:pic>
        <p:nvPicPr>
          <p:cNvPr id="10" name="Picture 9">
            <a:extLst>
              <a:ext uri="{FF2B5EF4-FFF2-40B4-BE49-F238E27FC236}">
                <a16:creationId xmlns="" xmlns:a16="http://schemas.microsoft.com/office/drawing/2014/main" id="{7C329A74-6B8C-47B6-BB06-1639995A77FA}"/>
              </a:ext>
            </a:extLst>
          </p:cNvPr>
          <p:cNvPicPr>
            <a:picLocks noChangeAspect="1"/>
          </p:cNvPicPr>
          <p:nvPr/>
        </p:nvPicPr>
        <p:blipFill>
          <a:blip r:embed="rId3"/>
          <a:stretch>
            <a:fillRect/>
          </a:stretch>
        </p:blipFill>
        <p:spPr>
          <a:xfrm>
            <a:off x="8069578" y="3693566"/>
            <a:ext cx="2568571" cy="2970124"/>
          </a:xfrm>
          <a:prstGeom prst="rect">
            <a:avLst/>
          </a:prstGeom>
        </p:spPr>
      </p:pic>
    </p:spTree>
    <p:extLst>
      <p:ext uri="{BB962C8B-B14F-4D97-AF65-F5344CB8AC3E}">
        <p14:creationId xmlns:p14="http://schemas.microsoft.com/office/powerpoint/2010/main" val="1450193014"/>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AFC033F-5838-4C00-9355-E50C1C3BC53A}"/>
              </a:ext>
            </a:extLst>
          </p:cNvPr>
          <p:cNvSpPr>
            <a:spLocks noGrp="1"/>
          </p:cNvSpPr>
          <p:nvPr>
            <p:ph type="title"/>
          </p:nvPr>
        </p:nvSpPr>
        <p:spPr>
          <a:xfrm>
            <a:off x="838994" y="136526"/>
            <a:ext cx="10514012" cy="777874"/>
          </a:xfrm>
        </p:spPr>
        <p:txBody>
          <a:bodyPr>
            <a:normAutofit/>
          </a:bodyPr>
          <a:lstStyle/>
          <a:p>
            <a:pPr algn="ctr"/>
            <a:r>
              <a:rPr lang="en-US" sz="3200" b="1" dirty="0">
                <a:solidFill>
                  <a:schemeClr val="accent3"/>
                </a:solidFill>
                <a:effectLst>
                  <a:outerShdw blurRad="38100" dist="38100" dir="2700000" algn="tl">
                    <a:srgbClr val="000000">
                      <a:alpha val="43137"/>
                    </a:srgbClr>
                  </a:outerShdw>
                </a:effectLst>
              </a:rPr>
              <a:t>GENERAL FEATURES OF BIOSENSOR</a:t>
            </a:r>
            <a:endParaRPr lang="en-IN" b="1" dirty="0">
              <a:solidFill>
                <a:schemeClr val="accent3"/>
              </a:solidFill>
              <a:effectLst>
                <a:outerShdw blurRad="38100" dist="38100" dir="2700000" algn="tl">
                  <a:srgbClr val="000000">
                    <a:alpha val="43137"/>
                  </a:srgbClr>
                </a:outerShdw>
              </a:effectLst>
            </a:endParaRPr>
          </a:p>
        </p:txBody>
      </p:sp>
      <p:sp>
        <p:nvSpPr>
          <p:cNvPr id="4" name="Text Placeholder 3">
            <a:extLst>
              <a:ext uri="{FF2B5EF4-FFF2-40B4-BE49-F238E27FC236}">
                <a16:creationId xmlns="" xmlns:a16="http://schemas.microsoft.com/office/drawing/2014/main" id="{B0BAD93B-18DC-4F51-9089-60267380712F}"/>
              </a:ext>
            </a:extLst>
          </p:cNvPr>
          <p:cNvSpPr>
            <a:spLocks noGrp="1"/>
          </p:cNvSpPr>
          <p:nvPr>
            <p:ph type="body" sz="half" idx="2"/>
          </p:nvPr>
        </p:nvSpPr>
        <p:spPr>
          <a:xfrm>
            <a:off x="422910" y="1231161"/>
            <a:ext cx="5962016" cy="5490313"/>
          </a:xfrm>
        </p:spPr>
        <p:txBody>
          <a:bodyPr>
            <a:normAutofit fontScale="92500" lnSpcReduction="10000"/>
          </a:bodyPr>
          <a:lstStyle/>
          <a:p>
            <a:pPr marL="285750" indent="-285750" algn="just">
              <a:buFont typeface="Arial" panose="020B0604020202020204" pitchFamily="34" charset="0"/>
              <a:buChar char="•"/>
            </a:pPr>
            <a:r>
              <a:rPr lang="en-US" sz="2800" b="0" i="0" u="none" strike="noStrike" dirty="0">
                <a:solidFill>
                  <a:srgbClr val="000000"/>
                </a:solidFill>
                <a:effectLst/>
              </a:rPr>
              <a:t>Biosensors are devices comprising a biological element and a physiochemical detector that are used to detect analytes.</a:t>
            </a:r>
          </a:p>
          <a:p>
            <a:pPr marL="285750" indent="-285750" algn="just">
              <a:lnSpc>
                <a:spcPct val="150000"/>
              </a:lnSpc>
              <a:buFont typeface="Arial" panose="020B0604020202020204" pitchFamily="34" charset="0"/>
              <a:buChar char="•"/>
            </a:pPr>
            <a:r>
              <a:rPr lang="en-US" sz="2800" dirty="0"/>
              <a:t>A biosensor has two components</a:t>
            </a:r>
          </a:p>
          <a:p>
            <a:pPr marL="457200" indent="-457200" algn="just" fontAlgn="base">
              <a:buFont typeface="+mj-lt"/>
              <a:buAutoNum type="arabicPeriod"/>
            </a:pPr>
            <a:r>
              <a:rPr lang="en-US" sz="2800" b="1" dirty="0"/>
              <a:t>Biological component</a:t>
            </a:r>
            <a:r>
              <a:rPr lang="en-US" sz="2800" dirty="0"/>
              <a:t>: Enzyme, cell etc.</a:t>
            </a:r>
          </a:p>
          <a:p>
            <a:pPr marL="457200" indent="-457200" algn="just" fontAlgn="base">
              <a:buFont typeface="+mj-lt"/>
              <a:buAutoNum type="arabicPeriod"/>
            </a:pPr>
            <a:r>
              <a:rPr lang="en-US" sz="2800" b="1" dirty="0"/>
              <a:t>Physical component</a:t>
            </a:r>
            <a:r>
              <a:rPr lang="en-US" sz="2800" dirty="0"/>
              <a:t>: Transducer, amplifier etc.</a:t>
            </a:r>
          </a:p>
          <a:p>
            <a:pPr marL="285750" indent="-285750" algn="just">
              <a:buFont typeface="Arial" panose="020B0604020202020204" pitchFamily="34" charset="0"/>
              <a:buChar char="•"/>
            </a:pPr>
            <a:r>
              <a:rPr lang="en-US" sz="2800" b="0" i="0" u="none" strike="noStrike" dirty="0">
                <a:solidFill>
                  <a:srgbClr val="000000"/>
                </a:solidFill>
                <a:effectLst/>
              </a:rPr>
              <a:t>Biological component (Enzyme, cell etc.) recognizes and interacts with the analyte to produce a physical change (a signal) that can be detected, by the transducer.</a:t>
            </a:r>
            <a:endParaRPr lang="en-IN" sz="2800" dirty="0"/>
          </a:p>
          <a:p>
            <a:pPr marL="285750" indent="-285750" algn="just">
              <a:buFont typeface="Arial" panose="020B0604020202020204" pitchFamily="34" charset="0"/>
              <a:buChar char="•"/>
            </a:pPr>
            <a:endParaRPr lang="en-US" sz="2800" b="0" i="0" u="none" strike="noStrike" dirty="0">
              <a:solidFill>
                <a:srgbClr val="000000"/>
              </a:solidFill>
              <a:effectLst/>
            </a:endParaRPr>
          </a:p>
          <a:p>
            <a:pPr marL="285750" indent="-285750" algn="just">
              <a:buFont typeface="Arial" panose="020B0604020202020204" pitchFamily="34" charset="0"/>
              <a:buChar char="•"/>
            </a:pPr>
            <a:endParaRPr lang="en-IN" sz="2800" dirty="0"/>
          </a:p>
        </p:txBody>
      </p:sp>
      <p:sp>
        <p:nvSpPr>
          <p:cNvPr id="5" name="Slide Number Placeholder 4">
            <a:extLst>
              <a:ext uri="{FF2B5EF4-FFF2-40B4-BE49-F238E27FC236}">
                <a16:creationId xmlns="" xmlns:a16="http://schemas.microsoft.com/office/drawing/2014/main" id="{05BD58F5-AD3A-4C0E-9168-C21BED3E0DF8}"/>
              </a:ext>
            </a:extLst>
          </p:cNvPr>
          <p:cNvSpPr>
            <a:spLocks noGrp="1"/>
          </p:cNvSpPr>
          <p:nvPr>
            <p:ph type="sldNum" sz="quarter" idx="12"/>
          </p:nvPr>
        </p:nvSpPr>
        <p:spPr/>
        <p:txBody>
          <a:bodyPr/>
          <a:lstStyle/>
          <a:p>
            <a:fld id="{BDCDBBEF-AA6C-4BA6-85B2-A17D7F280E38}" type="slidenum">
              <a:rPr lang="en-US" smtClean="0"/>
              <a:pPr/>
              <a:t>8</a:t>
            </a:fld>
            <a:endParaRPr lang="en-US"/>
          </a:p>
        </p:txBody>
      </p:sp>
      <p:pic>
        <p:nvPicPr>
          <p:cNvPr id="6" name="Content Placeholder 5">
            <a:extLst>
              <a:ext uri="{FF2B5EF4-FFF2-40B4-BE49-F238E27FC236}">
                <a16:creationId xmlns="" xmlns:a16="http://schemas.microsoft.com/office/drawing/2014/main" id="{36E23D0D-FCC3-4DBA-8870-577B51CD8CF5}"/>
              </a:ext>
            </a:extLst>
          </p:cNvPr>
          <p:cNvPicPr>
            <a:picLocks noGrp="1" noChangeAspect="1"/>
          </p:cNvPicPr>
          <p:nvPr>
            <p:ph idx="1"/>
          </p:nvPr>
        </p:nvPicPr>
        <p:blipFill rotWithShape="1">
          <a:blip r:embed="rId2"/>
          <a:srcRect l="15823" t="9111" r="6142" b="5379"/>
          <a:stretch/>
        </p:blipFill>
        <p:spPr>
          <a:xfrm>
            <a:off x="6526530" y="1174011"/>
            <a:ext cx="5665470" cy="4389662"/>
          </a:xfrm>
          <a:prstGeom prst="rect">
            <a:avLst/>
          </a:prstGeom>
        </p:spPr>
      </p:pic>
    </p:spTree>
    <p:extLst>
      <p:ext uri="{BB962C8B-B14F-4D97-AF65-F5344CB8AC3E}">
        <p14:creationId xmlns:p14="http://schemas.microsoft.com/office/powerpoint/2010/main" val="1210849245"/>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DCDBBEF-AA6C-4BA6-85B2-A17D7F280E38}" type="slidenum">
              <a:rPr lang="en-US" smtClean="0"/>
              <a:pPr/>
              <a:t>9</a:t>
            </a:fld>
            <a:endParaRPr lang="en-US"/>
          </a:p>
        </p:txBody>
      </p:sp>
      <p:pic>
        <p:nvPicPr>
          <p:cNvPr id="5" name="Content Placeholder 4">
            <a:extLst>
              <a:ext uri="{FF2B5EF4-FFF2-40B4-BE49-F238E27FC236}">
                <a16:creationId xmlns="" xmlns:a16="http://schemas.microsoft.com/office/drawing/2014/main" id="{886E4DF5-33CC-42A7-BC32-A3088E51F5F4}"/>
              </a:ext>
            </a:extLst>
          </p:cNvPr>
          <p:cNvPicPr>
            <a:picLocks noGrp="1" noChangeAspect="1"/>
          </p:cNvPicPr>
          <p:nvPr>
            <p:ph idx="1"/>
          </p:nvPr>
        </p:nvPicPr>
        <p:blipFill rotWithShape="1">
          <a:blip r:embed="rId2"/>
          <a:srcRect l="14230" t="7707" r="14367" b="7970"/>
          <a:stretch/>
        </p:blipFill>
        <p:spPr>
          <a:xfrm>
            <a:off x="1205248" y="425979"/>
            <a:ext cx="10148552" cy="5930371"/>
          </a:xfrm>
          <a:prstGeom prst="rect">
            <a:avLst/>
          </a:prstGeom>
        </p:spPr>
      </p:pic>
    </p:spTree>
    <p:extLst>
      <p:ext uri="{BB962C8B-B14F-4D97-AF65-F5344CB8AC3E}">
        <p14:creationId xmlns:p14="http://schemas.microsoft.com/office/powerpoint/2010/main" val="2148496868"/>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A7AD5A9-D6CD-433B-BC14-12FB16DA1579}"/>
              </a:ext>
            </a:extLst>
          </p:cNvPr>
          <p:cNvSpPr>
            <a:spLocks noGrp="1"/>
          </p:cNvSpPr>
          <p:nvPr>
            <p:ph type="title"/>
          </p:nvPr>
        </p:nvSpPr>
        <p:spPr>
          <a:xfrm>
            <a:off x="838200" y="136525"/>
            <a:ext cx="10515600" cy="886731"/>
          </a:xfrm>
        </p:spPr>
        <p:txBody>
          <a:bodyPr/>
          <a:lstStyle/>
          <a:p>
            <a:pPr algn="ctr"/>
            <a:r>
              <a:rPr lang="en-IN" b="1" dirty="0">
                <a:solidFill>
                  <a:schemeClr val="accent3"/>
                </a:solidFill>
                <a:effectLst>
                  <a:outerShdw blurRad="38100" dist="38100" dir="2700000" algn="tl">
                    <a:srgbClr val="000000">
                      <a:alpha val="43137"/>
                    </a:srgbClr>
                  </a:outerShdw>
                </a:effectLst>
              </a:rPr>
              <a:t>Basic Principle of Biosensor</a:t>
            </a:r>
          </a:p>
        </p:txBody>
      </p:sp>
      <p:sp>
        <p:nvSpPr>
          <p:cNvPr id="3" name="Content Placeholder 2">
            <a:extLst>
              <a:ext uri="{FF2B5EF4-FFF2-40B4-BE49-F238E27FC236}">
                <a16:creationId xmlns="" xmlns:a16="http://schemas.microsoft.com/office/drawing/2014/main" id="{B123225E-8796-4C9A-A67A-FC24D527B576}"/>
              </a:ext>
            </a:extLst>
          </p:cNvPr>
          <p:cNvSpPr>
            <a:spLocks noGrp="1"/>
          </p:cNvSpPr>
          <p:nvPr>
            <p:ph idx="1"/>
          </p:nvPr>
        </p:nvSpPr>
        <p:spPr>
          <a:xfrm>
            <a:off x="838200" y="1023257"/>
            <a:ext cx="10797540" cy="3663043"/>
          </a:xfrm>
        </p:spPr>
        <p:txBody>
          <a:bodyPr>
            <a:normAutofit/>
          </a:bodyPr>
          <a:lstStyle/>
          <a:p>
            <a:r>
              <a:rPr lang="en-US" b="0" i="0" dirty="0">
                <a:solidFill>
                  <a:srgbClr val="3B3835"/>
                </a:solidFill>
                <a:effectLst/>
                <a:latin typeface="HelveticaNeue-Light"/>
              </a:rPr>
              <a:t>Basic principle of biosensor involved in three element :</a:t>
            </a:r>
          </a:p>
          <a:p>
            <a:pPr marL="811213" indent="-457200" algn="just">
              <a:buFont typeface="+mj-lt"/>
              <a:buAutoNum type="arabicPeriod"/>
            </a:pPr>
            <a:r>
              <a:rPr lang="en-US" b="1" dirty="0">
                <a:solidFill>
                  <a:srgbClr val="3B3835"/>
                </a:solidFill>
                <a:latin typeface="HelveticaNeue-Light"/>
              </a:rPr>
              <a:t>B</a:t>
            </a:r>
            <a:r>
              <a:rPr lang="en-US" b="1" i="0" dirty="0">
                <a:solidFill>
                  <a:srgbClr val="3B3835"/>
                </a:solidFill>
                <a:effectLst/>
                <a:latin typeface="HelveticaNeue-Light"/>
              </a:rPr>
              <a:t>iological recognition element </a:t>
            </a:r>
            <a:r>
              <a:rPr lang="en-US" b="0" i="0" dirty="0">
                <a:solidFill>
                  <a:srgbClr val="3B3835"/>
                </a:solidFill>
                <a:effectLst/>
                <a:latin typeface="HelveticaNeue-Light"/>
              </a:rPr>
              <a:t>which highly specific towards the biological material analytes produces.</a:t>
            </a:r>
            <a:endParaRPr lang="en-US" dirty="0">
              <a:solidFill>
                <a:srgbClr val="3B3835"/>
              </a:solidFill>
              <a:latin typeface="HelveticaNeue-Light"/>
            </a:endParaRPr>
          </a:p>
          <a:p>
            <a:pPr marL="811213" indent="-457200" algn="just">
              <a:buFont typeface="+mj-lt"/>
              <a:buAutoNum type="arabicPeriod"/>
            </a:pPr>
            <a:r>
              <a:rPr lang="en-US" b="1" i="0" dirty="0">
                <a:solidFill>
                  <a:srgbClr val="3B3835"/>
                </a:solidFill>
                <a:effectLst/>
                <a:latin typeface="HelveticaNeue-Light"/>
              </a:rPr>
              <a:t>Transducers</a:t>
            </a:r>
            <a:r>
              <a:rPr lang="en-US" b="0" i="0" dirty="0">
                <a:solidFill>
                  <a:srgbClr val="3B3835"/>
                </a:solidFill>
                <a:effectLst/>
                <a:latin typeface="HelveticaNeue-Light"/>
              </a:rPr>
              <a:t> detect and transduces signal from biological target - receptor molecule to electrical signal which is due to reaction occur.</a:t>
            </a:r>
          </a:p>
          <a:p>
            <a:pPr marL="811213" indent="-457200" algn="just">
              <a:buFont typeface="+mj-lt"/>
              <a:buAutoNum type="arabicPeriod"/>
            </a:pPr>
            <a:r>
              <a:rPr lang="en-US" b="0" i="0" dirty="0">
                <a:solidFill>
                  <a:srgbClr val="3B3835"/>
                </a:solidFill>
                <a:effectLst/>
                <a:latin typeface="HelveticaNeue-Light"/>
              </a:rPr>
              <a:t>After transduction, signal from biological to </a:t>
            </a:r>
            <a:r>
              <a:rPr lang="en-US" b="1" i="0" dirty="0">
                <a:solidFill>
                  <a:srgbClr val="3B3835"/>
                </a:solidFill>
                <a:effectLst/>
                <a:latin typeface="HelveticaNeue-Light"/>
              </a:rPr>
              <a:t>electrical signal </a:t>
            </a:r>
            <a:r>
              <a:rPr lang="en-US" b="0" i="0" dirty="0">
                <a:solidFill>
                  <a:srgbClr val="3B3835"/>
                </a:solidFill>
                <a:effectLst/>
                <a:latin typeface="HelveticaNeue-Light"/>
              </a:rPr>
              <a:t>where its </a:t>
            </a:r>
            <a:r>
              <a:rPr lang="en-US" b="1" i="0" dirty="0">
                <a:solidFill>
                  <a:srgbClr val="3B3835"/>
                </a:solidFill>
                <a:effectLst/>
                <a:latin typeface="HelveticaNeue-Light"/>
              </a:rPr>
              <a:t>amplification</a:t>
            </a:r>
            <a:r>
              <a:rPr lang="en-US" b="0" i="0" dirty="0">
                <a:solidFill>
                  <a:srgbClr val="3B3835"/>
                </a:solidFill>
                <a:effectLst/>
                <a:latin typeface="HelveticaNeue-Light"/>
              </a:rPr>
              <a:t> is necessary and takes place and </a:t>
            </a:r>
            <a:r>
              <a:rPr lang="en-US" b="1" i="0" dirty="0">
                <a:solidFill>
                  <a:srgbClr val="3B3835"/>
                </a:solidFill>
                <a:effectLst/>
                <a:latin typeface="HelveticaNeue-Light"/>
              </a:rPr>
              <a:t>read out in detector </a:t>
            </a:r>
            <a:r>
              <a:rPr lang="en-US" b="0" i="0" dirty="0">
                <a:solidFill>
                  <a:srgbClr val="3B3835"/>
                </a:solidFill>
                <a:effectLst/>
                <a:latin typeface="HelveticaNeue-Light"/>
              </a:rPr>
              <a:t>after processing the </a:t>
            </a:r>
            <a:r>
              <a:rPr lang="en-US" b="1" i="0" dirty="0">
                <a:solidFill>
                  <a:srgbClr val="3B3835"/>
                </a:solidFill>
                <a:effectLst/>
                <a:latin typeface="HelveticaNeue-Light"/>
              </a:rPr>
              <a:t>values are displayed</a:t>
            </a:r>
            <a:r>
              <a:rPr lang="en-US" b="0" i="0" dirty="0">
                <a:solidFill>
                  <a:srgbClr val="3B3835"/>
                </a:solidFill>
                <a:effectLst/>
                <a:latin typeface="HelveticaNeue-Light"/>
              </a:rPr>
              <a:t> for monitor and controlling the system.</a:t>
            </a:r>
            <a:endParaRPr lang="en-IN" dirty="0"/>
          </a:p>
        </p:txBody>
      </p:sp>
      <p:sp>
        <p:nvSpPr>
          <p:cNvPr id="4" name="Slide Number Placeholder 3">
            <a:extLst>
              <a:ext uri="{FF2B5EF4-FFF2-40B4-BE49-F238E27FC236}">
                <a16:creationId xmlns="" xmlns:a16="http://schemas.microsoft.com/office/drawing/2014/main" id="{15A07625-BFF5-4C57-8CAD-457E49D173D4}"/>
              </a:ext>
            </a:extLst>
          </p:cNvPr>
          <p:cNvSpPr>
            <a:spLocks noGrp="1"/>
          </p:cNvSpPr>
          <p:nvPr>
            <p:ph type="sldNum" sz="quarter" idx="12"/>
          </p:nvPr>
        </p:nvSpPr>
        <p:spPr/>
        <p:txBody>
          <a:bodyPr/>
          <a:lstStyle/>
          <a:p>
            <a:fld id="{BDCDBBEF-AA6C-4BA6-85B2-A17D7F280E38}" type="slidenum">
              <a:rPr lang="en-US" smtClean="0"/>
              <a:pPr/>
              <a:t>10</a:t>
            </a:fld>
            <a:endParaRPr lang="en-US"/>
          </a:p>
        </p:txBody>
      </p:sp>
      <p:pic>
        <p:nvPicPr>
          <p:cNvPr id="6" name="Picture 5">
            <a:extLst>
              <a:ext uri="{FF2B5EF4-FFF2-40B4-BE49-F238E27FC236}">
                <a16:creationId xmlns="" xmlns:a16="http://schemas.microsoft.com/office/drawing/2014/main" id="{A0A466E4-4B89-4EC3-849D-CD405939D968}"/>
              </a:ext>
            </a:extLst>
          </p:cNvPr>
          <p:cNvPicPr>
            <a:picLocks noChangeAspect="1"/>
          </p:cNvPicPr>
          <p:nvPr/>
        </p:nvPicPr>
        <p:blipFill rotWithShape="1">
          <a:blip r:embed="rId2"/>
          <a:srcRect t="60500" b="9000"/>
          <a:stretch/>
        </p:blipFill>
        <p:spPr>
          <a:xfrm>
            <a:off x="838200" y="4686301"/>
            <a:ext cx="10797540" cy="1670050"/>
          </a:xfrm>
          <a:prstGeom prst="rect">
            <a:avLst/>
          </a:prstGeom>
        </p:spPr>
      </p:pic>
    </p:spTree>
    <p:extLst>
      <p:ext uri="{BB962C8B-B14F-4D97-AF65-F5344CB8AC3E}">
        <p14:creationId xmlns:p14="http://schemas.microsoft.com/office/powerpoint/2010/main" val="126967285"/>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AB4FC003-61B8-4DAE-AB8C-0A5EFF48D069}"/>
              </a:ext>
            </a:extLst>
          </p:cNvPr>
          <p:cNvSpPr>
            <a:spLocks noGrp="1"/>
          </p:cNvSpPr>
          <p:nvPr>
            <p:ph idx="1"/>
          </p:nvPr>
        </p:nvSpPr>
        <p:spPr>
          <a:xfrm>
            <a:off x="377190" y="1245869"/>
            <a:ext cx="8583930" cy="5475605"/>
          </a:xfrm>
        </p:spPr>
        <p:txBody>
          <a:bodyPr>
            <a:normAutofit fontScale="92500" lnSpcReduction="20000"/>
          </a:bodyPr>
          <a:lstStyle/>
          <a:p>
            <a:pPr algn="just"/>
            <a:r>
              <a:rPr lang="en-US" sz="2800" b="0" i="0" dirty="0">
                <a:solidFill>
                  <a:srgbClr val="3B3835"/>
                </a:solidFill>
                <a:effectLst/>
              </a:rPr>
              <a:t>The </a:t>
            </a:r>
            <a:r>
              <a:rPr lang="en-US" sz="2800" b="1" i="0" dirty="0">
                <a:solidFill>
                  <a:srgbClr val="3B3835"/>
                </a:solidFill>
                <a:effectLst/>
              </a:rPr>
              <a:t>biological material </a:t>
            </a:r>
            <a:r>
              <a:rPr lang="en-US" sz="2800" b="0" i="0" dirty="0">
                <a:solidFill>
                  <a:srgbClr val="3B3835"/>
                </a:solidFill>
                <a:effectLst/>
              </a:rPr>
              <a:t>is immobilized and a contact is made between the immobilized biological material and the transducer</a:t>
            </a:r>
          </a:p>
          <a:p>
            <a:pPr algn="just"/>
            <a:r>
              <a:rPr lang="en-US" sz="2800" b="0" i="0" dirty="0">
                <a:solidFill>
                  <a:srgbClr val="3B3835"/>
                </a:solidFill>
                <a:effectLst/>
              </a:rPr>
              <a:t>The </a:t>
            </a:r>
            <a:r>
              <a:rPr lang="en-US" sz="2800" b="1" i="0" dirty="0">
                <a:solidFill>
                  <a:srgbClr val="3B3835"/>
                </a:solidFill>
                <a:effectLst/>
              </a:rPr>
              <a:t>analyte</a:t>
            </a:r>
            <a:r>
              <a:rPr lang="en-US" sz="2800" b="0" i="0" dirty="0">
                <a:solidFill>
                  <a:srgbClr val="3B3835"/>
                </a:solidFill>
                <a:effectLst/>
              </a:rPr>
              <a:t> binds to the biological material to form a </a:t>
            </a:r>
            <a:r>
              <a:rPr lang="en-US" sz="2800" b="1" i="0" dirty="0">
                <a:solidFill>
                  <a:srgbClr val="3B3835"/>
                </a:solidFill>
                <a:effectLst/>
              </a:rPr>
              <a:t>bound</a:t>
            </a:r>
            <a:r>
              <a:rPr lang="en-US" sz="2800" b="0" i="0" dirty="0">
                <a:solidFill>
                  <a:srgbClr val="3B3835"/>
                </a:solidFill>
                <a:effectLst/>
              </a:rPr>
              <a:t> </a:t>
            </a:r>
            <a:r>
              <a:rPr lang="en-US" sz="2800" b="1" i="0" dirty="0">
                <a:solidFill>
                  <a:srgbClr val="3B3835"/>
                </a:solidFill>
                <a:effectLst/>
              </a:rPr>
              <a:t>analyte</a:t>
            </a:r>
            <a:r>
              <a:rPr lang="en-US" sz="2800" b="0" i="0" dirty="0">
                <a:solidFill>
                  <a:srgbClr val="3B3835"/>
                </a:solidFill>
                <a:effectLst/>
              </a:rPr>
              <a:t> which in turn produces the </a:t>
            </a:r>
            <a:r>
              <a:rPr lang="en-US" sz="2800" b="1" i="0" dirty="0">
                <a:solidFill>
                  <a:srgbClr val="3B3835"/>
                </a:solidFill>
                <a:effectLst/>
              </a:rPr>
              <a:t>biological response </a:t>
            </a:r>
            <a:r>
              <a:rPr lang="en-US" sz="2800" b="0" i="0" dirty="0">
                <a:solidFill>
                  <a:srgbClr val="3B3835"/>
                </a:solidFill>
                <a:effectLst/>
              </a:rPr>
              <a:t>that can be measured. </a:t>
            </a:r>
          </a:p>
          <a:p>
            <a:pPr algn="just"/>
            <a:r>
              <a:rPr lang="en-US" sz="2800" b="0" i="0" dirty="0">
                <a:solidFill>
                  <a:srgbClr val="3B3835"/>
                </a:solidFill>
                <a:effectLst/>
              </a:rPr>
              <a:t>Sometimes the analyte is converted to a product which could be associated with the release of heat, gas (oxygen), electrons or hydrogen ions. </a:t>
            </a:r>
          </a:p>
          <a:p>
            <a:pPr algn="just"/>
            <a:r>
              <a:rPr lang="en-US" sz="2800" b="0" i="0" dirty="0">
                <a:solidFill>
                  <a:srgbClr val="3B3835"/>
                </a:solidFill>
                <a:effectLst/>
              </a:rPr>
              <a:t>The transducer measures this interaction and outputs a signal. </a:t>
            </a:r>
          </a:p>
          <a:p>
            <a:pPr algn="just"/>
            <a:r>
              <a:rPr lang="en-US" sz="2800" b="0" i="0" dirty="0">
                <a:solidFill>
                  <a:srgbClr val="3B3835"/>
                </a:solidFill>
                <a:effectLst/>
              </a:rPr>
              <a:t>The intensity of the </a:t>
            </a:r>
            <a:r>
              <a:rPr lang="en-US" sz="2800" b="1" i="0" dirty="0">
                <a:solidFill>
                  <a:srgbClr val="3B3835"/>
                </a:solidFill>
                <a:effectLst/>
              </a:rPr>
              <a:t>signal output is proportional to the concentration of the analyte. </a:t>
            </a:r>
          </a:p>
          <a:p>
            <a:pPr algn="just"/>
            <a:r>
              <a:rPr lang="en-US" sz="2800" b="0" i="0" dirty="0">
                <a:solidFill>
                  <a:srgbClr val="3B3835"/>
                </a:solidFill>
                <a:effectLst/>
              </a:rPr>
              <a:t>The </a:t>
            </a:r>
            <a:r>
              <a:rPr lang="en-US" sz="2800" b="1" i="0" dirty="0">
                <a:solidFill>
                  <a:srgbClr val="3B3835"/>
                </a:solidFill>
                <a:effectLst/>
              </a:rPr>
              <a:t>transducer</a:t>
            </a:r>
            <a:r>
              <a:rPr lang="en-US" sz="2800" b="0" i="0" dirty="0">
                <a:solidFill>
                  <a:srgbClr val="3B3835"/>
                </a:solidFill>
                <a:effectLst/>
              </a:rPr>
              <a:t> then converts the product linked </a:t>
            </a:r>
            <a:r>
              <a:rPr lang="en-US" sz="2800" b="1" i="0" dirty="0">
                <a:solidFill>
                  <a:srgbClr val="3B3835"/>
                </a:solidFill>
                <a:effectLst/>
              </a:rPr>
              <a:t>changes </a:t>
            </a:r>
            <a:r>
              <a:rPr lang="en-US" sz="2800" b="0" i="0" dirty="0">
                <a:solidFill>
                  <a:srgbClr val="3B3835"/>
                </a:solidFill>
                <a:effectLst/>
              </a:rPr>
              <a:t>into </a:t>
            </a:r>
            <a:r>
              <a:rPr lang="en-US" sz="2800" b="1" i="0" dirty="0">
                <a:solidFill>
                  <a:srgbClr val="3B3835"/>
                </a:solidFill>
                <a:effectLst/>
              </a:rPr>
              <a:t>electrical signals </a:t>
            </a:r>
            <a:r>
              <a:rPr lang="en-US" sz="2800" b="0" i="0" dirty="0">
                <a:solidFill>
                  <a:srgbClr val="3B3835"/>
                </a:solidFill>
                <a:effectLst/>
              </a:rPr>
              <a:t>which can be amplified and </a:t>
            </a:r>
            <a:r>
              <a:rPr lang="en-US" sz="2800" b="1" i="0" dirty="0">
                <a:solidFill>
                  <a:srgbClr val="3B3835"/>
                </a:solidFill>
                <a:effectLst/>
              </a:rPr>
              <a:t>measured </a:t>
            </a:r>
            <a:r>
              <a:rPr lang="en-US" sz="2800" b="1" i="0" u="none" strike="noStrike" dirty="0">
                <a:solidFill>
                  <a:srgbClr val="000000"/>
                </a:solidFill>
                <a:effectLst/>
              </a:rPr>
              <a:t>by the electronic system</a:t>
            </a:r>
            <a:r>
              <a:rPr lang="en-US" sz="2800" b="0" i="0" u="none" strike="noStrike" dirty="0">
                <a:solidFill>
                  <a:srgbClr val="000000"/>
                </a:solidFill>
                <a:effectLst/>
              </a:rPr>
              <a:t>. </a:t>
            </a:r>
            <a:endParaRPr lang="en-IN" sz="2800" dirty="0"/>
          </a:p>
        </p:txBody>
      </p:sp>
      <p:sp>
        <p:nvSpPr>
          <p:cNvPr id="4" name="Slide Number Placeholder 3">
            <a:extLst>
              <a:ext uri="{FF2B5EF4-FFF2-40B4-BE49-F238E27FC236}">
                <a16:creationId xmlns="" xmlns:a16="http://schemas.microsoft.com/office/drawing/2014/main" id="{BA4AC92F-4ED3-4CCB-B0EA-8C47437B0800}"/>
              </a:ext>
            </a:extLst>
          </p:cNvPr>
          <p:cNvSpPr>
            <a:spLocks noGrp="1"/>
          </p:cNvSpPr>
          <p:nvPr>
            <p:ph type="sldNum" sz="quarter" idx="12"/>
          </p:nvPr>
        </p:nvSpPr>
        <p:spPr/>
        <p:txBody>
          <a:bodyPr/>
          <a:lstStyle/>
          <a:p>
            <a:fld id="{BDCDBBEF-AA6C-4BA6-85B2-A17D7F280E38}" type="slidenum">
              <a:rPr lang="en-US" smtClean="0"/>
              <a:pPr/>
              <a:t>11</a:t>
            </a:fld>
            <a:endParaRPr lang="en-US"/>
          </a:p>
        </p:txBody>
      </p:sp>
      <p:sp>
        <p:nvSpPr>
          <p:cNvPr id="6" name="Title 1">
            <a:extLst>
              <a:ext uri="{FF2B5EF4-FFF2-40B4-BE49-F238E27FC236}">
                <a16:creationId xmlns="" xmlns:a16="http://schemas.microsoft.com/office/drawing/2014/main" id="{9D4278ED-120C-43FB-B083-CA4FFE16024B}"/>
              </a:ext>
            </a:extLst>
          </p:cNvPr>
          <p:cNvSpPr>
            <a:spLocks noGrp="1"/>
          </p:cNvSpPr>
          <p:nvPr>
            <p:ph type="title"/>
          </p:nvPr>
        </p:nvSpPr>
        <p:spPr>
          <a:xfrm>
            <a:off x="838200" y="136525"/>
            <a:ext cx="10515600" cy="983615"/>
          </a:xfrm>
        </p:spPr>
        <p:txBody>
          <a:bodyPr/>
          <a:lstStyle/>
          <a:p>
            <a:pPr algn="ctr"/>
            <a:r>
              <a:rPr lang="en-IN" b="1" dirty="0">
                <a:solidFill>
                  <a:schemeClr val="accent3"/>
                </a:solidFill>
                <a:effectLst>
                  <a:outerShdw blurRad="38100" dist="38100" dir="2700000" algn="tl">
                    <a:srgbClr val="000000">
                      <a:alpha val="43137"/>
                    </a:srgbClr>
                  </a:outerShdw>
                </a:effectLst>
              </a:rPr>
              <a:t>Working Principle of Biosensor</a:t>
            </a:r>
          </a:p>
        </p:txBody>
      </p:sp>
      <p:pic>
        <p:nvPicPr>
          <p:cNvPr id="8" name="Picture 7">
            <a:extLst>
              <a:ext uri="{FF2B5EF4-FFF2-40B4-BE49-F238E27FC236}">
                <a16:creationId xmlns="" xmlns:a16="http://schemas.microsoft.com/office/drawing/2014/main" id="{95FAC203-BDAC-46B9-8103-386E1972EA68}"/>
              </a:ext>
            </a:extLst>
          </p:cNvPr>
          <p:cNvPicPr>
            <a:picLocks noChangeAspect="1"/>
          </p:cNvPicPr>
          <p:nvPr/>
        </p:nvPicPr>
        <p:blipFill rotWithShape="1">
          <a:blip r:embed="rId2">
            <a:extLst>
              <a:ext uri="{BEBA8EAE-BF5A-486C-A8C5-ECC9F3942E4B}">
                <a14:imgProps xmlns:a14="http://schemas.microsoft.com/office/drawing/2010/main">
                  <a14:imgLayer r:embed="rId3">
                    <a14:imgEffect>
                      <a14:sharpenSoften amount="50000"/>
                    </a14:imgEffect>
                  </a14:imgLayer>
                </a14:imgProps>
              </a:ext>
            </a:extLst>
          </a:blip>
          <a:srcRect t="5726"/>
          <a:stretch/>
        </p:blipFill>
        <p:spPr>
          <a:xfrm>
            <a:off x="8961120" y="1087121"/>
            <a:ext cx="2853690" cy="5269229"/>
          </a:xfrm>
          <a:prstGeom prst="rect">
            <a:avLst/>
          </a:prstGeom>
        </p:spPr>
      </p:pic>
    </p:spTree>
    <p:extLst>
      <p:ext uri="{BB962C8B-B14F-4D97-AF65-F5344CB8AC3E}">
        <p14:creationId xmlns:p14="http://schemas.microsoft.com/office/powerpoint/2010/main" val="3443904269"/>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 xmlns:a16="http://schemas.microsoft.com/office/drawing/2014/main" id="{102D82F3-035A-4359-BA63-D4BFBC1ECF83}"/>
              </a:ext>
            </a:extLst>
          </p:cNvPr>
          <p:cNvSpPr>
            <a:spLocks noGrp="1"/>
          </p:cNvSpPr>
          <p:nvPr>
            <p:ph type="sldNum" sz="quarter" idx="12"/>
          </p:nvPr>
        </p:nvSpPr>
        <p:spPr/>
        <p:txBody>
          <a:bodyPr/>
          <a:lstStyle/>
          <a:p>
            <a:fld id="{BDCDBBEF-AA6C-4BA6-85B2-A17D7F280E38}" type="slidenum">
              <a:rPr lang="en-US" smtClean="0"/>
              <a:pPr/>
              <a:t>12</a:t>
            </a:fld>
            <a:endParaRPr lang="en-US"/>
          </a:p>
        </p:txBody>
      </p:sp>
      <p:pic>
        <p:nvPicPr>
          <p:cNvPr id="3" name="Picture 2">
            <a:extLst>
              <a:ext uri="{FF2B5EF4-FFF2-40B4-BE49-F238E27FC236}">
                <a16:creationId xmlns="" xmlns:a16="http://schemas.microsoft.com/office/drawing/2014/main" id="{C3ADE92F-3007-4D14-97AB-C0B4206625B5}"/>
              </a:ext>
            </a:extLst>
          </p:cNvPr>
          <p:cNvPicPr>
            <a:picLocks noChangeAspect="1"/>
          </p:cNvPicPr>
          <p:nvPr/>
        </p:nvPicPr>
        <p:blipFill rotWithShape="1">
          <a:blip r:embed="rId2">
            <a:extLst>
              <a:ext uri="{BEBA8EAE-BF5A-486C-A8C5-ECC9F3942E4B}">
                <a14:imgProps xmlns:a14="http://schemas.microsoft.com/office/drawing/2010/main">
                  <a14:imgLayer r:embed="rId3">
                    <a14:imgEffect>
                      <a14:sharpenSoften amount="50000"/>
                    </a14:imgEffect>
                  </a14:imgLayer>
                </a14:imgProps>
              </a:ext>
            </a:extLst>
          </a:blip>
          <a:srcRect r="2047"/>
          <a:stretch/>
        </p:blipFill>
        <p:spPr>
          <a:xfrm>
            <a:off x="838200" y="674370"/>
            <a:ext cx="10717530" cy="5509261"/>
          </a:xfrm>
          <a:prstGeom prst="rect">
            <a:avLst/>
          </a:prstGeom>
        </p:spPr>
      </p:pic>
    </p:spTree>
    <p:extLst>
      <p:ext uri="{BB962C8B-B14F-4D97-AF65-F5344CB8AC3E}">
        <p14:creationId xmlns:p14="http://schemas.microsoft.com/office/powerpoint/2010/main" val="2548075309"/>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 xmlns:a16="http://schemas.microsoft.com/office/drawing/2014/main" id="{E5BC3443-F28B-4655-BDD0-45570BED8B0E}"/>
              </a:ext>
            </a:extLst>
          </p:cNvPr>
          <p:cNvSpPr>
            <a:spLocks noGrp="1"/>
          </p:cNvSpPr>
          <p:nvPr>
            <p:ph type="sldNum" sz="quarter" idx="12"/>
          </p:nvPr>
        </p:nvSpPr>
        <p:spPr/>
        <p:txBody>
          <a:bodyPr/>
          <a:lstStyle/>
          <a:p>
            <a:fld id="{BDCDBBEF-AA6C-4BA6-85B2-A17D7F280E38}" type="slidenum">
              <a:rPr lang="en-US" smtClean="0"/>
              <a:pPr/>
              <a:t>13</a:t>
            </a:fld>
            <a:endParaRPr lang="en-US"/>
          </a:p>
        </p:txBody>
      </p:sp>
      <p:graphicFrame>
        <p:nvGraphicFramePr>
          <p:cNvPr id="4" name="Diagram 3">
            <a:extLst>
              <a:ext uri="{FF2B5EF4-FFF2-40B4-BE49-F238E27FC236}">
                <a16:creationId xmlns="" xmlns:a16="http://schemas.microsoft.com/office/drawing/2014/main" id="{B9A661BE-D797-4799-9F2F-90EB7F9AE5BD}"/>
              </a:ext>
            </a:extLst>
          </p:cNvPr>
          <p:cNvGraphicFramePr/>
          <p:nvPr>
            <p:extLst>
              <p:ext uri="{D42A27DB-BD31-4B8C-83A1-F6EECF244321}">
                <p14:modId xmlns:p14="http://schemas.microsoft.com/office/powerpoint/2010/main" val="3995963993"/>
              </p:ext>
            </p:extLst>
          </p:nvPr>
        </p:nvGraphicFramePr>
        <p:xfrm>
          <a:off x="786130" y="1256876"/>
          <a:ext cx="6624000"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Title 1">
            <a:extLst>
              <a:ext uri="{FF2B5EF4-FFF2-40B4-BE49-F238E27FC236}">
                <a16:creationId xmlns="" xmlns:a16="http://schemas.microsoft.com/office/drawing/2014/main" id="{028A9473-E6CF-4472-B1B9-C488AA534D55}"/>
              </a:ext>
            </a:extLst>
          </p:cNvPr>
          <p:cNvSpPr txBox="1">
            <a:spLocks/>
          </p:cNvSpPr>
          <p:nvPr/>
        </p:nvSpPr>
        <p:spPr>
          <a:xfrm>
            <a:off x="838200" y="182457"/>
            <a:ext cx="6774180" cy="914823"/>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b="1" cap="all" dirty="0">
                <a:solidFill>
                  <a:schemeClr val="accent3"/>
                </a:solidFill>
                <a:effectLst>
                  <a:outerShdw blurRad="38100" dist="38100" dir="2700000" algn="tl">
                    <a:srgbClr val="000000">
                      <a:alpha val="43137"/>
                    </a:srgbClr>
                  </a:outerShdw>
                </a:effectLst>
              </a:rPr>
              <a:t>The Analyte</a:t>
            </a:r>
            <a:endParaRPr lang="en-IN" sz="4000" b="1" cap="all" dirty="0">
              <a:solidFill>
                <a:schemeClr val="accent3"/>
              </a:solidFill>
              <a:effectLst>
                <a:outerShdw blurRad="38100" dist="38100" dir="2700000" algn="tl">
                  <a:srgbClr val="000000">
                    <a:alpha val="43137"/>
                  </a:srgbClr>
                </a:outerShdw>
              </a:effectLst>
            </a:endParaRPr>
          </a:p>
        </p:txBody>
      </p:sp>
      <p:pic>
        <p:nvPicPr>
          <p:cNvPr id="6" name="Picture 5">
            <a:extLst>
              <a:ext uri="{FF2B5EF4-FFF2-40B4-BE49-F238E27FC236}">
                <a16:creationId xmlns="" xmlns:a16="http://schemas.microsoft.com/office/drawing/2014/main" id="{9F00399B-7C6D-46BC-AC09-ACD69386AE66}"/>
              </a:ext>
            </a:extLst>
          </p:cNvPr>
          <p:cNvPicPr>
            <a:picLocks noChangeAspect="1"/>
          </p:cNvPicPr>
          <p:nvPr/>
        </p:nvPicPr>
        <p:blipFill rotWithShape="1">
          <a:blip r:embed="rId7"/>
          <a:srcRect l="18715" t="8885" r="12069" b="5543"/>
          <a:stretch/>
        </p:blipFill>
        <p:spPr>
          <a:xfrm>
            <a:off x="7509510" y="2342727"/>
            <a:ext cx="4427220" cy="3075094"/>
          </a:xfrm>
          <a:prstGeom prst="rect">
            <a:avLst/>
          </a:prstGeom>
        </p:spPr>
      </p:pic>
    </p:spTree>
    <p:extLst>
      <p:ext uri="{BB962C8B-B14F-4D97-AF65-F5344CB8AC3E}">
        <p14:creationId xmlns:p14="http://schemas.microsoft.com/office/powerpoint/2010/main" val="3063398657"/>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 xmlns:a16="http://schemas.microsoft.com/office/drawing/2014/main" id="{C69CD659-6B4B-436D-90B8-F6E710E07BB2}"/>
              </a:ext>
            </a:extLst>
          </p:cNvPr>
          <p:cNvSpPr>
            <a:spLocks noGrp="1"/>
          </p:cNvSpPr>
          <p:nvPr>
            <p:ph type="sldNum" sz="quarter" idx="12"/>
          </p:nvPr>
        </p:nvSpPr>
        <p:spPr/>
        <p:txBody>
          <a:bodyPr/>
          <a:lstStyle/>
          <a:p>
            <a:fld id="{BDCDBBEF-AA6C-4BA6-85B2-A17D7F280E38}" type="slidenum">
              <a:rPr lang="en-US" smtClean="0"/>
              <a:pPr/>
              <a:t>14</a:t>
            </a:fld>
            <a:endParaRPr lang="en-US"/>
          </a:p>
        </p:txBody>
      </p:sp>
      <p:pic>
        <p:nvPicPr>
          <p:cNvPr id="7" name="Picture 6">
            <a:extLst>
              <a:ext uri="{FF2B5EF4-FFF2-40B4-BE49-F238E27FC236}">
                <a16:creationId xmlns="" xmlns:a16="http://schemas.microsoft.com/office/drawing/2014/main" id="{DA2B2D92-E992-4743-B55F-4C575C9B9F83}"/>
              </a:ext>
            </a:extLst>
          </p:cNvPr>
          <p:cNvPicPr>
            <a:picLocks noChangeAspect="1"/>
          </p:cNvPicPr>
          <p:nvPr/>
        </p:nvPicPr>
        <p:blipFill rotWithShape="1">
          <a:blip r:embed="rId2"/>
          <a:srcRect l="39593" t="39582" r="12445"/>
          <a:stretch/>
        </p:blipFill>
        <p:spPr>
          <a:xfrm>
            <a:off x="8267546" y="4343400"/>
            <a:ext cx="3101648" cy="2396067"/>
          </a:xfrm>
          <a:prstGeom prst="rect">
            <a:avLst/>
          </a:prstGeom>
        </p:spPr>
      </p:pic>
      <p:sp>
        <p:nvSpPr>
          <p:cNvPr id="9" name="Title 1">
            <a:extLst>
              <a:ext uri="{FF2B5EF4-FFF2-40B4-BE49-F238E27FC236}">
                <a16:creationId xmlns="" xmlns:a16="http://schemas.microsoft.com/office/drawing/2014/main" id="{F30ABAB3-0ADC-4BA7-A47B-77AE05AA924D}"/>
              </a:ext>
            </a:extLst>
          </p:cNvPr>
          <p:cNvSpPr txBox="1">
            <a:spLocks/>
          </p:cNvSpPr>
          <p:nvPr/>
        </p:nvSpPr>
        <p:spPr>
          <a:xfrm>
            <a:off x="838200" y="118535"/>
            <a:ext cx="6774180" cy="1127334"/>
          </a:xfrm>
          <a:prstGeom prst="rect">
            <a:avLst/>
          </a:prstGeom>
        </p:spPr>
        <p:txBody>
          <a:bodyP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b="1" cap="all" dirty="0">
                <a:solidFill>
                  <a:schemeClr val="accent3"/>
                </a:solidFill>
                <a:effectLst>
                  <a:outerShdw blurRad="38100" dist="38100" dir="2700000" algn="tl">
                    <a:srgbClr val="000000">
                      <a:alpha val="43137"/>
                    </a:srgbClr>
                  </a:outerShdw>
                </a:effectLst>
              </a:rPr>
              <a:t>Bioreceptor</a:t>
            </a:r>
          </a:p>
          <a:p>
            <a:pPr algn="ctr">
              <a:spcBef>
                <a:spcPts val="600"/>
              </a:spcBef>
            </a:pPr>
            <a:r>
              <a:rPr lang="en-US" sz="3500" b="1" dirty="0">
                <a:solidFill>
                  <a:schemeClr val="accent3"/>
                </a:solidFill>
              </a:rPr>
              <a:t>(Biological Element) </a:t>
            </a:r>
            <a:endParaRPr lang="en-IN" sz="3500" b="1" dirty="0">
              <a:solidFill>
                <a:schemeClr val="accent3"/>
              </a:solidFill>
            </a:endParaRPr>
          </a:p>
        </p:txBody>
      </p:sp>
      <p:graphicFrame>
        <p:nvGraphicFramePr>
          <p:cNvPr id="10" name="Diagram 9">
            <a:extLst>
              <a:ext uri="{FF2B5EF4-FFF2-40B4-BE49-F238E27FC236}">
                <a16:creationId xmlns="" xmlns:a16="http://schemas.microsoft.com/office/drawing/2014/main" id="{7B34F989-56FB-4C6D-8093-1909FB77325F}"/>
              </a:ext>
            </a:extLst>
          </p:cNvPr>
          <p:cNvGraphicFramePr/>
          <p:nvPr>
            <p:extLst>
              <p:ext uri="{D42A27DB-BD31-4B8C-83A1-F6EECF244321}">
                <p14:modId xmlns:p14="http://schemas.microsoft.com/office/powerpoint/2010/main" val="3222133379"/>
              </p:ext>
            </p:extLst>
          </p:nvPr>
        </p:nvGraphicFramePr>
        <p:xfrm>
          <a:off x="514350" y="1245869"/>
          <a:ext cx="6774180" cy="549359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1" name="Picture 10">
            <a:extLst>
              <a:ext uri="{FF2B5EF4-FFF2-40B4-BE49-F238E27FC236}">
                <a16:creationId xmlns="" xmlns:a16="http://schemas.microsoft.com/office/drawing/2014/main" id="{A3AF3ADB-B94A-41D3-A2DE-884FEAC4E60A}"/>
              </a:ext>
            </a:extLst>
          </p:cNvPr>
          <p:cNvPicPr>
            <a:picLocks noChangeAspect="1"/>
          </p:cNvPicPr>
          <p:nvPr/>
        </p:nvPicPr>
        <p:blipFill>
          <a:blip r:embed="rId8">
            <a:extLst>
              <a:ext uri="{BEBA8EAE-BF5A-486C-A8C5-ECC9F3942E4B}">
                <a14:imgProps xmlns:a14="http://schemas.microsoft.com/office/drawing/2010/main">
                  <a14:imgLayer r:embed="rId9">
                    <a14:imgEffect>
                      <a14:sharpenSoften amount="50000"/>
                    </a14:imgEffect>
                  </a14:imgLayer>
                </a14:imgProps>
              </a:ext>
            </a:extLst>
          </a:blip>
          <a:stretch>
            <a:fillRect/>
          </a:stretch>
        </p:blipFill>
        <p:spPr>
          <a:xfrm>
            <a:off x="7532370" y="594360"/>
            <a:ext cx="4572000" cy="3463925"/>
          </a:xfrm>
          <a:prstGeom prst="rect">
            <a:avLst/>
          </a:prstGeom>
        </p:spPr>
      </p:pic>
    </p:spTree>
    <p:extLst>
      <p:ext uri="{BB962C8B-B14F-4D97-AF65-F5344CB8AC3E}">
        <p14:creationId xmlns:p14="http://schemas.microsoft.com/office/powerpoint/2010/main" val="2691166446"/>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Types of biosensors</a:t>
            </a:r>
            <a:endParaRPr lang="en-IN" dirty="0"/>
          </a:p>
        </p:txBody>
      </p:sp>
      <p:sp>
        <p:nvSpPr>
          <p:cNvPr id="3" name="Content Placeholder 2"/>
          <p:cNvSpPr>
            <a:spLocks noGrp="1"/>
          </p:cNvSpPr>
          <p:nvPr>
            <p:ph idx="1"/>
          </p:nvPr>
        </p:nvSpPr>
        <p:spPr/>
        <p:txBody>
          <a:bodyPr/>
          <a:lstStyle/>
          <a:p>
            <a:pPr marL="0" indent="0" algn="just">
              <a:buNone/>
            </a:pPr>
            <a:r>
              <a:rPr lang="en-US" b="1" dirty="0"/>
              <a:t>Based on Transducer</a:t>
            </a:r>
            <a:endParaRPr lang="en-IN" b="1" dirty="0"/>
          </a:p>
          <a:p>
            <a:pPr marL="457200" lvl="0" indent="-457200" algn="just">
              <a:buFont typeface="+mj-lt"/>
              <a:buAutoNum type="arabicPeriod"/>
            </a:pPr>
            <a:r>
              <a:rPr lang="en-US" dirty="0" smtClean="0">
                <a:latin typeface="Arial" panose="020B0604020202020204" pitchFamily="34" charset="0"/>
                <a:cs typeface="Arial" panose="020B0604020202020204" pitchFamily="34" charset="0"/>
              </a:rPr>
              <a:t>Ion-sensitive biosensor</a:t>
            </a:r>
          </a:p>
          <a:p>
            <a:pPr marL="457200" indent="-457200" algn="just">
              <a:buFont typeface="+mj-lt"/>
              <a:buAutoNum type="arabicPeriod"/>
            </a:pPr>
            <a:r>
              <a:rPr lang="en-US" b="1"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Calorimetric/Thermometric  </a:t>
            </a:r>
            <a:r>
              <a:rPr lang="en-US" b="1" dirty="0" smtClean="0">
                <a:effectLst>
                  <a:outerShdw blurRad="38100" dist="38100" dir="2700000" algn="tl">
                    <a:srgbClr val="000000">
                      <a:alpha val="43137"/>
                    </a:srgbClr>
                  </a:outerShdw>
                </a:effectLst>
                <a:latin typeface="Arial" panose="020B0604020202020204" pitchFamily="34" charset="0"/>
                <a:cs typeface="Arial" panose="020B0604020202020204" pitchFamily="34" charset="0"/>
              </a:rPr>
              <a:t>Biosensor</a:t>
            </a:r>
          </a:p>
          <a:p>
            <a:pPr marL="457200" indent="-457200" algn="just">
              <a:buFont typeface="+mj-lt"/>
              <a:buAutoNum type="arabicPeriod"/>
            </a:pPr>
            <a:r>
              <a:rPr lang="en-US" b="1"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Electrochemical </a:t>
            </a:r>
            <a:r>
              <a:rPr lang="en-US" b="1" dirty="0" smtClean="0">
                <a:effectLst>
                  <a:outerShdw blurRad="38100" dist="38100" dir="2700000" algn="tl">
                    <a:srgbClr val="000000">
                      <a:alpha val="43137"/>
                    </a:srgbClr>
                  </a:outerShdw>
                </a:effectLst>
                <a:latin typeface="Arial" panose="020B0604020202020204" pitchFamily="34" charset="0"/>
                <a:cs typeface="Arial" panose="020B0604020202020204" pitchFamily="34" charset="0"/>
              </a:rPr>
              <a:t>Biosensor</a:t>
            </a:r>
          </a:p>
          <a:p>
            <a:pPr lvl="0"/>
            <a:r>
              <a:rPr lang="en-IN" b="1" dirty="0" err="1"/>
              <a:t>Amperometric</a:t>
            </a:r>
            <a:r>
              <a:rPr lang="en-IN" b="1" dirty="0"/>
              <a:t> Biosensors</a:t>
            </a:r>
          </a:p>
          <a:p>
            <a:pPr lvl="0"/>
            <a:r>
              <a:rPr lang="en-IN" b="1" dirty="0"/>
              <a:t>Potentiometric Biosensors</a:t>
            </a:r>
          </a:p>
          <a:p>
            <a:pPr lvl="0"/>
            <a:r>
              <a:rPr lang="en-IN" b="1" dirty="0" err="1"/>
              <a:t>Impedimetric</a:t>
            </a:r>
            <a:r>
              <a:rPr lang="en-IN" b="1" dirty="0"/>
              <a:t> Biosensors</a:t>
            </a:r>
          </a:p>
          <a:p>
            <a:pPr marL="0" indent="0" algn="just">
              <a:buNone/>
            </a:pPr>
            <a:r>
              <a:rPr lang="en-IN" b="1" dirty="0" smtClean="0">
                <a:effectLst>
                  <a:outerShdw blurRad="38100" dist="38100" dir="2700000" algn="tl">
                    <a:srgbClr val="000000">
                      <a:alpha val="43137"/>
                    </a:srgbClr>
                  </a:outerShdw>
                </a:effectLst>
                <a:latin typeface="Arial" panose="020B0604020202020204" pitchFamily="34" charset="0"/>
                <a:cs typeface="Arial" panose="020B0604020202020204" pitchFamily="34" charset="0"/>
              </a:rPr>
              <a:t> 4. </a:t>
            </a:r>
            <a:r>
              <a:rPr lang="en-US" b="1" dirty="0" smtClean="0">
                <a:effectLst>
                  <a:outerShdw blurRad="38100" dist="38100" dir="2700000" algn="tl">
                    <a:srgbClr val="000000">
                      <a:alpha val="43137"/>
                    </a:srgbClr>
                  </a:outerShdw>
                </a:effectLst>
                <a:latin typeface="Arial" panose="020B0604020202020204" pitchFamily="34" charset="0"/>
                <a:cs typeface="Arial" panose="020B0604020202020204" pitchFamily="34" charset="0"/>
              </a:rPr>
              <a:t> </a:t>
            </a:r>
            <a:r>
              <a:rPr lang="en-US" b="1" dirty="0">
                <a:latin typeface="Arial" panose="020B0604020202020204" pitchFamily="34" charset="0"/>
                <a:cs typeface="Arial" panose="020B0604020202020204" pitchFamily="34" charset="0"/>
              </a:rPr>
              <a:t>Wearable Biosensors</a:t>
            </a:r>
            <a:endParaRPr lang="en-IN" b="1" dirty="0">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a:p>
            <a:pPr marL="457200" lvl="0" indent="-457200" algn="just">
              <a:buFont typeface="+mj-lt"/>
              <a:buAutoNum type="arabicPeriod"/>
            </a:pPr>
            <a:endParaRPr lang="en-IN" dirty="0">
              <a:latin typeface="Arial" panose="020B0604020202020204" pitchFamily="34" charset="0"/>
              <a:cs typeface="Arial" panose="020B0604020202020204" pitchFamily="34" charset="0"/>
            </a:endParaRPr>
          </a:p>
          <a:p>
            <a:pPr marL="0" indent="0" algn="just">
              <a:buNone/>
            </a:pPr>
            <a:endParaRPr lang="en-IN"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15</a:t>
            </a:fld>
            <a:endParaRPr lang="en-US"/>
          </a:p>
        </p:txBody>
      </p:sp>
    </p:spTree>
    <p:extLst>
      <p:ext uri="{BB962C8B-B14F-4D97-AF65-F5344CB8AC3E}">
        <p14:creationId xmlns:p14="http://schemas.microsoft.com/office/powerpoint/2010/main" val="563975580"/>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65F5BA7-E769-4E72-96DF-DA23F79E14DF}"/>
              </a:ext>
            </a:extLst>
          </p:cNvPr>
          <p:cNvSpPr>
            <a:spLocks noGrp="1"/>
          </p:cNvSpPr>
          <p:nvPr>
            <p:ph type="title"/>
          </p:nvPr>
        </p:nvSpPr>
        <p:spPr>
          <a:xfrm>
            <a:off x="838200" y="136525"/>
            <a:ext cx="10515600" cy="995045"/>
          </a:xfrm>
        </p:spPr>
        <p:txBody>
          <a:bodyPr>
            <a:normAutofit/>
          </a:bodyPr>
          <a:lstStyle/>
          <a:p>
            <a:pPr algn="ctr"/>
            <a:r>
              <a:rPr lang="en-IN" sz="4000" b="1" dirty="0">
                <a:effectLst>
                  <a:outerShdw blurRad="38100" dist="38100" dir="2700000" algn="tl">
                    <a:srgbClr val="000000">
                      <a:alpha val="43137"/>
                    </a:srgbClr>
                  </a:outerShdw>
                </a:effectLst>
              </a:rPr>
              <a:t>Ion Sensitive Biosensor</a:t>
            </a:r>
          </a:p>
        </p:txBody>
      </p:sp>
      <p:sp>
        <p:nvSpPr>
          <p:cNvPr id="3" name="Content Placeholder 2">
            <a:extLst>
              <a:ext uri="{FF2B5EF4-FFF2-40B4-BE49-F238E27FC236}">
                <a16:creationId xmlns:a16="http://schemas.microsoft.com/office/drawing/2014/main" xmlns="" id="{6DFD388C-01A7-4452-95F9-3D58DC64E04A}"/>
              </a:ext>
            </a:extLst>
          </p:cNvPr>
          <p:cNvSpPr>
            <a:spLocks noGrp="1"/>
          </p:cNvSpPr>
          <p:nvPr>
            <p:ph idx="1"/>
          </p:nvPr>
        </p:nvSpPr>
        <p:spPr>
          <a:xfrm>
            <a:off x="642263" y="1189808"/>
            <a:ext cx="11342911" cy="1422763"/>
          </a:xfrm>
        </p:spPr>
        <p:txBody>
          <a:bodyPr>
            <a:normAutofit/>
          </a:bodyPr>
          <a:lstStyle/>
          <a:p>
            <a:pPr algn="just"/>
            <a:r>
              <a:rPr lang="en-US" dirty="0"/>
              <a:t>These are semiconductor FETs having an ion-sensitive surface.</a:t>
            </a:r>
          </a:p>
          <a:p>
            <a:pPr algn="just"/>
            <a:r>
              <a:rPr lang="en-US" dirty="0"/>
              <a:t>The surface electrical potential changes when the ions and semiconductors interact. </a:t>
            </a:r>
          </a:p>
          <a:p>
            <a:pPr algn="just"/>
            <a:r>
              <a:rPr lang="en-US" dirty="0"/>
              <a:t>This </a:t>
            </a:r>
            <a:r>
              <a:rPr lang="en-US" b="1" dirty="0"/>
              <a:t>change in the potential </a:t>
            </a:r>
            <a:r>
              <a:rPr lang="en-US" dirty="0"/>
              <a:t>can be subsequently measured.</a:t>
            </a:r>
          </a:p>
          <a:p>
            <a:pPr algn="just"/>
            <a:endParaRPr lang="en-IN" dirty="0"/>
          </a:p>
        </p:txBody>
      </p:sp>
      <p:sp>
        <p:nvSpPr>
          <p:cNvPr id="4" name="Slide Number Placeholder 3">
            <a:extLst>
              <a:ext uri="{FF2B5EF4-FFF2-40B4-BE49-F238E27FC236}">
                <a16:creationId xmlns:a16="http://schemas.microsoft.com/office/drawing/2014/main" xmlns="" id="{C2947AE8-B963-474B-98AA-4257B03D19DF}"/>
              </a:ext>
            </a:extLst>
          </p:cNvPr>
          <p:cNvSpPr>
            <a:spLocks noGrp="1"/>
          </p:cNvSpPr>
          <p:nvPr>
            <p:ph type="sldNum" sz="quarter" idx="12"/>
          </p:nvPr>
        </p:nvSpPr>
        <p:spPr/>
        <p:txBody>
          <a:bodyPr/>
          <a:lstStyle/>
          <a:p>
            <a:fld id="{BDCDBBEF-AA6C-4BA6-85B2-A17D7F280E38}" type="slidenum">
              <a:rPr lang="en-US" smtClean="0"/>
              <a:pPr/>
              <a:t>16</a:t>
            </a:fld>
            <a:endParaRPr lang="en-US"/>
          </a:p>
        </p:txBody>
      </p:sp>
      <p:pic>
        <p:nvPicPr>
          <p:cNvPr id="6" name="Picture 5">
            <a:extLst>
              <a:ext uri="{FF2B5EF4-FFF2-40B4-BE49-F238E27FC236}">
                <a16:creationId xmlns:a16="http://schemas.microsoft.com/office/drawing/2014/main" xmlns="" id="{983A6658-7AAA-4552-98BC-1504BFE3361B}"/>
              </a:ext>
            </a:extLst>
          </p:cNvPr>
          <p:cNvPicPr>
            <a:picLocks noChangeAspect="1"/>
          </p:cNvPicPr>
          <p:nvPr/>
        </p:nvPicPr>
        <p:blipFill>
          <a:blip r:embed="rId3"/>
          <a:stretch>
            <a:fillRect/>
          </a:stretch>
        </p:blipFill>
        <p:spPr>
          <a:xfrm>
            <a:off x="7486652" y="2612571"/>
            <a:ext cx="4605074" cy="4143194"/>
          </a:xfrm>
          <a:prstGeom prst="rect">
            <a:avLst/>
          </a:prstGeom>
        </p:spPr>
      </p:pic>
      <p:sp>
        <p:nvSpPr>
          <p:cNvPr id="8" name="TextBox 7">
            <a:extLst>
              <a:ext uri="{FF2B5EF4-FFF2-40B4-BE49-F238E27FC236}">
                <a16:creationId xmlns:a16="http://schemas.microsoft.com/office/drawing/2014/main" xmlns="" id="{EA90ECD4-29F2-4175-816F-BE5D127B254B}"/>
              </a:ext>
            </a:extLst>
          </p:cNvPr>
          <p:cNvSpPr txBox="1"/>
          <p:nvPr/>
        </p:nvSpPr>
        <p:spPr>
          <a:xfrm>
            <a:off x="642263" y="2732315"/>
            <a:ext cx="6629394" cy="3985706"/>
          </a:xfrm>
          <a:prstGeom prst="rect">
            <a:avLst/>
          </a:prstGeom>
          <a:noFill/>
        </p:spPr>
        <p:txBody>
          <a:bodyPr wrap="square">
            <a:spAutoFit/>
          </a:bodyPr>
          <a:lstStyle/>
          <a:p>
            <a:pPr marL="285750" indent="-285750" algn="just">
              <a:buFont typeface="Arial" panose="020B0604020202020204" pitchFamily="34" charset="0"/>
              <a:buChar char="•"/>
            </a:pPr>
            <a:r>
              <a:rPr lang="en-US" sz="2300" dirty="0"/>
              <a:t>The Ion Sensitive Field Effect Transistor (ISFET) can be constructed by covering the sensor electrode with a polymer layer. </a:t>
            </a:r>
          </a:p>
          <a:p>
            <a:pPr marL="285750" indent="-285750" algn="just">
              <a:buFont typeface="Arial" panose="020B0604020202020204" pitchFamily="34" charset="0"/>
              <a:buChar char="•"/>
            </a:pPr>
            <a:r>
              <a:rPr lang="en-US" sz="2300" dirty="0"/>
              <a:t>This polymer layer is selectively permeable to analyte ions. </a:t>
            </a:r>
          </a:p>
          <a:p>
            <a:pPr marL="285750" indent="-285750" algn="just">
              <a:buFont typeface="Arial" panose="020B0604020202020204" pitchFamily="34" charset="0"/>
              <a:buChar char="•"/>
            </a:pPr>
            <a:r>
              <a:rPr lang="en-US" sz="2300" dirty="0"/>
              <a:t>The ions diffuse through the polymer layer and in return cause a change in the FET surface potential.</a:t>
            </a:r>
          </a:p>
          <a:p>
            <a:pPr marL="285750" indent="-285750" algn="just">
              <a:buFont typeface="Arial" panose="020B0604020202020204" pitchFamily="34" charset="0"/>
              <a:buChar char="•"/>
            </a:pPr>
            <a:r>
              <a:rPr lang="en-US" sz="2300" dirty="0"/>
              <a:t>This type of biosensor is also called an ENFET (Enzyme Field Effect Transistor) and is primarily used for </a:t>
            </a:r>
            <a:r>
              <a:rPr lang="en-US" sz="2300" b="1" dirty="0"/>
              <a:t>pH detection.</a:t>
            </a:r>
          </a:p>
        </p:txBody>
      </p:sp>
    </p:spTree>
    <p:extLst>
      <p:ext uri="{BB962C8B-B14F-4D97-AF65-F5344CB8AC3E}">
        <p14:creationId xmlns:p14="http://schemas.microsoft.com/office/powerpoint/2010/main" val="3468312834"/>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xmlns="" id="{ADC533A3-F244-4CE5-B556-C010719FEA76}"/>
              </a:ext>
            </a:extLst>
          </p:cNvPr>
          <p:cNvSpPr>
            <a:spLocks noGrp="1"/>
          </p:cNvSpPr>
          <p:nvPr>
            <p:ph type="sldNum" sz="quarter" idx="12"/>
          </p:nvPr>
        </p:nvSpPr>
        <p:spPr/>
        <p:txBody>
          <a:bodyPr/>
          <a:lstStyle/>
          <a:p>
            <a:fld id="{BDCDBBEF-AA6C-4BA6-85B2-A17D7F280E38}" type="slidenum">
              <a:rPr lang="en-US" smtClean="0"/>
              <a:pPr/>
              <a:t>17</a:t>
            </a:fld>
            <a:endParaRPr lang="en-US"/>
          </a:p>
        </p:txBody>
      </p:sp>
      <p:sp>
        <p:nvSpPr>
          <p:cNvPr id="4" name="Title 1">
            <a:extLst>
              <a:ext uri="{FF2B5EF4-FFF2-40B4-BE49-F238E27FC236}">
                <a16:creationId xmlns:a16="http://schemas.microsoft.com/office/drawing/2014/main" xmlns="" id="{1B4727B4-D2C1-42A7-B09E-30E8C0F8F355}"/>
              </a:ext>
            </a:extLst>
          </p:cNvPr>
          <p:cNvSpPr txBox="1">
            <a:spLocks/>
          </p:cNvSpPr>
          <p:nvPr/>
        </p:nvSpPr>
        <p:spPr>
          <a:xfrm>
            <a:off x="838200" y="136525"/>
            <a:ext cx="10515600" cy="67500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b="1" dirty="0">
                <a:effectLst>
                  <a:outerShdw blurRad="38100" dist="38100" dir="2700000" algn="tl">
                    <a:srgbClr val="000000">
                      <a:alpha val="43137"/>
                    </a:srgbClr>
                  </a:outerShdw>
                </a:effectLst>
              </a:rPr>
              <a:t>Calorimetric/Thermometric  Biosensor </a:t>
            </a:r>
            <a:endParaRPr lang="en-IN" sz="4000" b="1" dirty="0">
              <a:effectLst>
                <a:outerShdw blurRad="38100" dist="38100" dir="2700000" algn="tl">
                  <a:srgbClr val="000000">
                    <a:alpha val="43137"/>
                  </a:srgbClr>
                </a:outerShdw>
              </a:effectLst>
            </a:endParaRPr>
          </a:p>
        </p:txBody>
      </p:sp>
      <p:graphicFrame>
        <p:nvGraphicFramePr>
          <p:cNvPr id="6" name="Diagram 5">
            <a:extLst>
              <a:ext uri="{FF2B5EF4-FFF2-40B4-BE49-F238E27FC236}">
                <a16:creationId xmlns:a16="http://schemas.microsoft.com/office/drawing/2014/main" xmlns="" id="{1D5FB3F9-54D0-4E6F-AEBC-50AE74229D81}"/>
              </a:ext>
            </a:extLst>
          </p:cNvPr>
          <p:cNvGraphicFramePr/>
          <p:nvPr>
            <p:extLst>
              <p:ext uri="{D42A27DB-BD31-4B8C-83A1-F6EECF244321}">
                <p14:modId xmlns:p14="http://schemas.microsoft.com/office/powerpoint/2010/main" val="1008686688"/>
              </p:ext>
            </p:extLst>
          </p:nvPr>
        </p:nvGraphicFramePr>
        <p:xfrm>
          <a:off x="143688" y="1034143"/>
          <a:ext cx="11370025" cy="586150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59206779"/>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xmlns="" id="{12A8ED18-B9E2-4970-93DC-9B5C63901AC5}"/>
              </a:ext>
            </a:extLst>
          </p:cNvPr>
          <p:cNvSpPr>
            <a:spLocks noGrp="1"/>
          </p:cNvSpPr>
          <p:nvPr>
            <p:ph type="sldNum" sz="quarter" idx="12"/>
          </p:nvPr>
        </p:nvSpPr>
        <p:spPr/>
        <p:txBody>
          <a:bodyPr/>
          <a:lstStyle/>
          <a:p>
            <a:fld id="{BDCDBBEF-AA6C-4BA6-85B2-A17D7F280E38}" type="slidenum">
              <a:rPr lang="en-US" smtClean="0"/>
              <a:pPr/>
              <a:t>18</a:t>
            </a:fld>
            <a:endParaRPr lang="en-US"/>
          </a:p>
        </p:txBody>
      </p:sp>
      <p:sp>
        <p:nvSpPr>
          <p:cNvPr id="3" name="Title 1">
            <a:extLst>
              <a:ext uri="{FF2B5EF4-FFF2-40B4-BE49-F238E27FC236}">
                <a16:creationId xmlns:a16="http://schemas.microsoft.com/office/drawing/2014/main" xmlns="" id="{956F2A21-3288-448A-80B9-380E34BB3853}"/>
              </a:ext>
            </a:extLst>
          </p:cNvPr>
          <p:cNvSpPr txBox="1">
            <a:spLocks/>
          </p:cNvSpPr>
          <p:nvPr/>
        </p:nvSpPr>
        <p:spPr>
          <a:xfrm>
            <a:off x="838200" y="136525"/>
            <a:ext cx="10515600" cy="83502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effectLst>
                  <a:outerShdw blurRad="38100" dist="38100" dir="2700000" algn="tl">
                    <a:srgbClr val="000000">
                      <a:alpha val="43137"/>
                    </a:srgbClr>
                  </a:outerShdw>
                </a:effectLst>
              </a:rPr>
              <a:t>Electrochemical Biosensor</a:t>
            </a:r>
            <a:endParaRPr lang="en-IN" b="1" dirty="0">
              <a:effectLst>
                <a:outerShdw blurRad="38100" dist="38100" dir="2700000" algn="tl">
                  <a:srgbClr val="000000">
                    <a:alpha val="43137"/>
                  </a:srgbClr>
                </a:outerShdw>
              </a:effectLst>
            </a:endParaRPr>
          </a:p>
        </p:txBody>
      </p:sp>
      <p:graphicFrame>
        <p:nvGraphicFramePr>
          <p:cNvPr id="4" name="Diagram 3">
            <a:extLst>
              <a:ext uri="{FF2B5EF4-FFF2-40B4-BE49-F238E27FC236}">
                <a16:creationId xmlns:a16="http://schemas.microsoft.com/office/drawing/2014/main" xmlns="" id="{410C771D-1EE3-489E-BFF9-00DD48CF5EDF}"/>
              </a:ext>
            </a:extLst>
          </p:cNvPr>
          <p:cNvGraphicFramePr/>
          <p:nvPr>
            <p:extLst>
              <p:ext uri="{D42A27DB-BD31-4B8C-83A1-F6EECF244321}">
                <p14:modId xmlns:p14="http://schemas.microsoft.com/office/powerpoint/2010/main" val="3691064525"/>
              </p:ext>
            </p:extLst>
          </p:nvPr>
        </p:nvGraphicFramePr>
        <p:xfrm>
          <a:off x="575310" y="1017270"/>
          <a:ext cx="11311890" cy="554418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 name="Picture 4">
            <a:extLst>
              <a:ext uri="{FF2B5EF4-FFF2-40B4-BE49-F238E27FC236}">
                <a16:creationId xmlns:a16="http://schemas.microsoft.com/office/drawing/2014/main" xmlns="" id="{592F288F-7730-4875-91A2-FEE84DD4767A}"/>
              </a:ext>
            </a:extLst>
          </p:cNvPr>
          <p:cNvPicPr>
            <a:picLocks noChangeAspect="1"/>
          </p:cNvPicPr>
          <p:nvPr/>
        </p:nvPicPr>
        <p:blipFill rotWithShape="1">
          <a:blip r:embed="rId7"/>
          <a:srcRect t="6393"/>
          <a:stretch/>
        </p:blipFill>
        <p:spPr>
          <a:xfrm>
            <a:off x="5660571" y="4164977"/>
            <a:ext cx="5693229" cy="2373935"/>
          </a:xfrm>
          <a:prstGeom prst="rect">
            <a:avLst/>
          </a:prstGeom>
        </p:spPr>
      </p:pic>
    </p:spTree>
    <p:extLst>
      <p:ext uri="{BB962C8B-B14F-4D97-AF65-F5344CB8AC3E}">
        <p14:creationId xmlns:p14="http://schemas.microsoft.com/office/powerpoint/2010/main" val="2207067726"/>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xmlns="" id="{141AF41B-DADF-448B-A8DD-81AD34616761}"/>
              </a:ext>
            </a:extLst>
          </p:cNvPr>
          <p:cNvSpPr>
            <a:spLocks noGrp="1"/>
          </p:cNvSpPr>
          <p:nvPr>
            <p:ph type="sldNum" sz="quarter" idx="12"/>
          </p:nvPr>
        </p:nvSpPr>
        <p:spPr/>
        <p:txBody>
          <a:bodyPr/>
          <a:lstStyle/>
          <a:p>
            <a:fld id="{BDCDBBEF-AA6C-4BA6-85B2-A17D7F280E38}" type="slidenum">
              <a:rPr lang="en-US" smtClean="0"/>
              <a:pPr/>
              <a:t>19</a:t>
            </a:fld>
            <a:endParaRPr lang="en-US"/>
          </a:p>
        </p:txBody>
      </p:sp>
      <p:sp>
        <p:nvSpPr>
          <p:cNvPr id="3" name="Title 1">
            <a:extLst>
              <a:ext uri="{FF2B5EF4-FFF2-40B4-BE49-F238E27FC236}">
                <a16:creationId xmlns:a16="http://schemas.microsoft.com/office/drawing/2014/main" xmlns="" id="{C114F719-AC64-4CFD-81FE-AFB3118C082B}"/>
              </a:ext>
            </a:extLst>
          </p:cNvPr>
          <p:cNvSpPr txBox="1">
            <a:spLocks/>
          </p:cNvSpPr>
          <p:nvPr/>
        </p:nvSpPr>
        <p:spPr>
          <a:xfrm>
            <a:off x="838200" y="136525"/>
            <a:ext cx="10515600" cy="83502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err="1">
                <a:solidFill>
                  <a:schemeClr val="accent3"/>
                </a:solidFill>
                <a:effectLst>
                  <a:outerShdw blurRad="38100" dist="38100" dir="2700000" algn="tl">
                    <a:srgbClr val="000000">
                      <a:alpha val="43137"/>
                    </a:srgbClr>
                  </a:outerShdw>
                </a:effectLst>
              </a:rPr>
              <a:t>Amperometric</a:t>
            </a:r>
            <a:r>
              <a:rPr lang="en-US" b="1" dirty="0">
                <a:solidFill>
                  <a:schemeClr val="accent3"/>
                </a:solidFill>
                <a:effectLst>
                  <a:outerShdw blurRad="38100" dist="38100" dir="2700000" algn="tl">
                    <a:srgbClr val="000000">
                      <a:alpha val="43137"/>
                    </a:srgbClr>
                  </a:outerShdw>
                </a:effectLst>
              </a:rPr>
              <a:t> Biosensor</a:t>
            </a:r>
            <a:endParaRPr lang="en-IN" b="1" dirty="0">
              <a:solidFill>
                <a:schemeClr val="accent3"/>
              </a:solidFill>
              <a:effectLst>
                <a:outerShdw blurRad="38100" dist="38100" dir="2700000" algn="tl">
                  <a:srgbClr val="000000">
                    <a:alpha val="43137"/>
                  </a:srgbClr>
                </a:outerShdw>
              </a:effectLst>
            </a:endParaRPr>
          </a:p>
        </p:txBody>
      </p:sp>
      <p:graphicFrame>
        <p:nvGraphicFramePr>
          <p:cNvPr id="4" name="Diagram 3">
            <a:extLst>
              <a:ext uri="{FF2B5EF4-FFF2-40B4-BE49-F238E27FC236}">
                <a16:creationId xmlns:a16="http://schemas.microsoft.com/office/drawing/2014/main" xmlns="" id="{68990045-A0BE-4A2A-B861-826E363BCA2E}"/>
              </a:ext>
            </a:extLst>
          </p:cNvPr>
          <p:cNvGraphicFramePr/>
          <p:nvPr>
            <p:extLst>
              <p:ext uri="{D42A27DB-BD31-4B8C-83A1-F6EECF244321}">
                <p14:modId xmlns:p14="http://schemas.microsoft.com/office/powerpoint/2010/main" val="2902651281"/>
              </p:ext>
            </p:extLst>
          </p:nvPr>
        </p:nvGraphicFramePr>
        <p:xfrm>
          <a:off x="575309" y="1137685"/>
          <a:ext cx="10977040" cy="558379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80719575"/>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xmlns="" id="{7C36D63A-EFCB-43AC-A06E-E3B69A59FCFF}"/>
              </a:ext>
            </a:extLst>
          </p:cNvPr>
          <p:cNvSpPr>
            <a:spLocks noGrp="1"/>
          </p:cNvSpPr>
          <p:nvPr>
            <p:ph type="sldNum" sz="quarter" idx="12"/>
          </p:nvPr>
        </p:nvSpPr>
        <p:spPr/>
        <p:txBody>
          <a:bodyPr/>
          <a:lstStyle/>
          <a:p>
            <a:fld id="{BDCDBBEF-AA6C-4BA6-85B2-A17D7F280E38}" type="slidenum">
              <a:rPr lang="en-US" smtClean="0"/>
              <a:pPr/>
              <a:t>20</a:t>
            </a:fld>
            <a:endParaRPr lang="en-US"/>
          </a:p>
        </p:txBody>
      </p:sp>
      <p:sp>
        <p:nvSpPr>
          <p:cNvPr id="3" name="Title 1">
            <a:extLst>
              <a:ext uri="{FF2B5EF4-FFF2-40B4-BE49-F238E27FC236}">
                <a16:creationId xmlns:a16="http://schemas.microsoft.com/office/drawing/2014/main" xmlns="" id="{C18E6E05-D36A-4EF8-9EA4-3C8121138F84}"/>
              </a:ext>
            </a:extLst>
          </p:cNvPr>
          <p:cNvSpPr txBox="1">
            <a:spLocks/>
          </p:cNvSpPr>
          <p:nvPr/>
        </p:nvSpPr>
        <p:spPr>
          <a:xfrm>
            <a:off x="838200" y="136525"/>
            <a:ext cx="10515600" cy="83502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solidFill>
                  <a:schemeClr val="accent3"/>
                </a:solidFill>
                <a:effectLst>
                  <a:outerShdw blurRad="38100" dist="38100" dir="2700000" algn="tl">
                    <a:srgbClr val="000000">
                      <a:alpha val="43137"/>
                    </a:srgbClr>
                  </a:outerShdw>
                </a:effectLst>
              </a:rPr>
              <a:t>Potentiometric Biosensor</a:t>
            </a:r>
            <a:endParaRPr lang="en-IN" b="1" dirty="0">
              <a:solidFill>
                <a:schemeClr val="accent3"/>
              </a:solidFill>
              <a:effectLst>
                <a:outerShdw blurRad="38100" dist="38100" dir="2700000" algn="tl">
                  <a:srgbClr val="000000">
                    <a:alpha val="43137"/>
                  </a:srgbClr>
                </a:outerShdw>
              </a:effectLst>
            </a:endParaRPr>
          </a:p>
        </p:txBody>
      </p:sp>
      <p:graphicFrame>
        <p:nvGraphicFramePr>
          <p:cNvPr id="4" name="Diagram 3">
            <a:extLst>
              <a:ext uri="{FF2B5EF4-FFF2-40B4-BE49-F238E27FC236}">
                <a16:creationId xmlns:a16="http://schemas.microsoft.com/office/drawing/2014/main" xmlns="" id="{4C2149C8-C911-41A3-8010-E1B56C415D0E}"/>
              </a:ext>
            </a:extLst>
          </p:cNvPr>
          <p:cNvGraphicFramePr/>
          <p:nvPr>
            <p:extLst>
              <p:ext uri="{D42A27DB-BD31-4B8C-83A1-F6EECF244321}">
                <p14:modId xmlns:p14="http://schemas.microsoft.com/office/powerpoint/2010/main" val="2424039084"/>
              </p:ext>
            </p:extLst>
          </p:nvPr>
        </p:nvGraphicFramePr>
        <p:xfrm>
          <a:off x="767813" y="830179"/>
          <a:ext cx="10987040" cy="593581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29610948"/>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xmlns="" id="{7C36D63A-EFCB-43AC-A06E-E3B69A59FCFF}"/>
              </a:ext>
            </a:extLst>
          </p:cNvPr>
          <p:cNvSpPr>
            <a:spLocks noGrp="1"/>
          </p:cNvSpPr>
          <p:nvPr>
            <p:ph type="sldNum" sz="quarter" idx="12"/>
          </p:nvPr>
        </p:nvSpPr>
        <p:spPr/>
        <p:txBody>
          <a:bodyPr/>
          <a:lstStyle/>
          <a:p>
            <a:fld id="{BDCDBBEF-AA6C-4BA6-85B2-A17D7F280E38}" type="slidenum">
              <a:rPr lang="en-US" smtClean="0"/>
              <a:pPr/>
              <a:t>21</a:t>
            </a:fld>
            <a:endParaRPr lang="en-US"/>
          </a:p>
        </p:txBody>
      </p:sp>
      <p:sp>
        <p:nvSpPr>
          <p:cNvPr id="3" name="Title 1">
            <a:extLst>
              <a:ext uri="{FF2B5EF4-FFF2-40B4-BE49-F238E27FC236}">
                <a16:creationId xmlns:a16="http://schemas.microsoft.com/office/drawing/2014/main" xmlns="" id="{C18E6E05-D36A-4EF8-9EA4-3C8121138F84}"/>
              </a:ext>
            </a:extLst>
          </p:cNvPr>
          <p:cNvSpPr txBox="1">
            <a:spLocks/>
          </p:cNvSpPr>
          <p:nvPr/>
        </p:nvSpPr>
        <p:spPr>
          <a:xfrm>
            <a:off x="838200" y="136525"/>
            <a:ext cx="10515600" cy="83502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solidFill>
                  <a:schemeClr val="accent3"/>
                </a:solidFill>
                <a:effectLst>
                  <a:outerShdw blurRad="38100" dist="38100" dir="2700000" algn="tl">
                    <a:srgbClr val="000000">
                      <a:alpha val="43137"/>
                    </a:srgbClr>
                  </a:outerShdw>
                </a:effectLst>
              </a:rPr>
              <a:t>Impedimetric Biosensor</a:t>
            </a:r>
            <a:endParaRPr lang="en-IN" b="1" dirty="0">
              <a:solidFill>
                <a:schemeClr val="accent3"/>
              </a:solidFill>
              <a:effectLst>
                <a:outerShdw blurRad="38100" dist="38100" dir="2700000" algn="tl">
                  <a:srgbClr val="000000">
                    <a:alpha val="43137"/>
                  </a:srgbClr>
                </a:outerShdw>
              </a:effectLst>
            </a:endParaRPr>
          </a:p>
        </p:txBody>
      </p:sp>
      <p:graphicFrame>
        <p:nvGraphicFramePr>
          <p:cNvPr id="4" name="Diagram 3">
            <a:extLst>
              <a:ext uri="{FF2B5EF4-FFF2-40B4-BE49-F238E27FC236}">
                <a16:creationId xmlns:a16="http://schemas.microsoft.com/office/drawing/2014/main" xmlns="" id="{4C2149C8-C911-41A3-8010-E1B56C415D0E}"/>
              </a:ext>
            </a:extLst>
          </p:cNvPr>
          <p:cNvGraphicFramePr/>
          <p:nvPr>
            <p:extLst>
              <p:ext uri="{D42A27DB-BD31-4B8C-83A1-F6EECF244321}">
                <p14:modId xmlns:p14="http://schemas.microsoft.com/office/powerpoint/2010/main" val="3288910714"/>
              </p:ext>
            </p:extLst>
          </p:nvPr>
        </p:nvGraphicFramePr>
        <p:xfrm>
          <a:off x="118111" y="1201600"/>
          <a:ext cx="11235689" cy="54292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11516354"/>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99245"/>
            <a:ext cx="10515600" cy="6156101"/>
          </a:xfrm>
        </p:spPr>
        <p:txBody>
          <a:bodyPr>
            <a:noAutofit/>
          </a:bodyPr>
          <a:lstStyle/>
          <a:p>
            <a:pPr marL="0" indent="0" algn="ctr" fontAlgn="base">
              <a:buNone/>
            </a:pPr>
            <a:r>
              <a:rPr lang="en-US" sz="3200" b="1" dirty="0"/>
              <a:t>Wearable Biosensors </a:t>
            </a:r>
          </a:p>
          <a:p>
            <a:pPr algn="just" fontAlgn="base"/>
            <a:r>
              <a:rPr lang="en-US" sz="3200" dirty="0"/>
              <a:t>The wearable biosensor is a digital device, used to wear on the human body in different wearable systems like smart watches, smart shirts, tattoos which allows the levels of blood glucose, </a:t>
            </a:r>
            <a:r>
              <a:rPr lang="en-US" sz="3200" dirty="0" smtClean="0"/>
              <a:t>Blood Pressure, </a:t>
            </a:r>
            <a:r>
              <a:rPr lang="en-US" sz="3200" dirty="0"/>
              <a:t>the rate of heartbeat, </a:t>
            </a:r>
          </a:p>
          <a:p>
            <a:pPr algn="just" fontAlgn="base"/>
            <a:r>
              <a:rPr lang="en-US" sz="3200" dirty="0"/>
              <a:t>For the human beings, these sensors may assist in premature recognition of health actions and prevention of hospitalization. </a:t>
            </a:r>
            <a:endParaRPr lang="en-US" sz="3200" dirty="0" smtClean="0"/>
          </a:p>
          <a:p>
            <a:pPr algn="just" fontAlgn="base"/>
            <a:r>
              <a:rPr lang="en-US" sz="3200" dirty="0" smtClean="0"/>
              <a:t>The </a:t>
            </a:r>
            <a:r>
              <a:rPr lang="en-US" sz="3200" dirty="0"/>
              <a:t>possibility of these sensors to reduce hospital stays and readmissions will definitely attract positive awareness in the upcoming future. </a:t>
            </a:r>
          </a:p>
        </p:txBody>
      </p:sp>
      <p:sp>
        <p:nvSpPr>
          <p:cNvPr id="4" name="Slide Number Placeholder 3"/>
          <p:cNvSpPr>
            <a:spLocks noGrp="1"/>
          </p:cNvSpPr>
          <p:nvPr>
            <p:ph type="sldNum" sz="quarter" idx="12"/>
          </p:nvPr>
        </p:nvSpPr>
        <p:spPr/>
        <p:txBody>
          <a:bodyPr/>
          <a:lstStyle/>
          <a:p>
            <a:fld id="{BDCDBBEF-AA6C-4BA6-85B2-A17D7F280E38}" type="slidenum">
              <a:rPr lang="en-US" smtClean="0"/>
              <a:pPr/>
              <a:t>22</a:t>
            </a:fld>
            <a:endParaRPr lang="en-US"/>
          </a:p>
        </p:txBody>
      </p:sp>
    </p:spTree>
    <p:extLst>
      <p:ext uri="{BB962C8B-B14F-4D97-AF65-F5344CB8AC3E}">
        <p14:creationId xmlns:p14="http://schemas.microsoft.com/office/powerpoint/2010/main" val="2271577761"/>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xmlns="" id="{B7EFAF46-3BC6-42FB-B834-FB519F3AE3C7}"/>
              </a:ext>
            </a:extLst>
          </p:cNvPr>
          <p:cNvSpPr>
            <a:spLocks noGrp="1"/>
          </p:cNvSpPr>
          <p:nvPr>
            <p:ph type="sldNum" sz="quarter" idx="12"/>
          </p:nvPr>
        </p:nvSpPr>
        <p:spPr/>
        <p:txBody>
          <a:bodyPr/>
          <a:lstStyle/>
          <a:p>
            <a:fld id="{BDCDBBEF-AA6C-4BA6-85B2-A17D7F280E38}" type="slidenum">
              <a:rPr lang="en-US" smtClean="0"/>
              <a:pPr/>
              <a:t>23</a:t>
            </a:fld>
            <a:endParaRPr lang="en-US"/>
          </a:p>
        </p:txBody>
      </p:sp>
      <p:sp>
        <p:nvSpPr>
          <p:cNvPr id="3" name="Title 1">
            <a:extLst>
              <a:ext uri="{FF2B5EF4-FFF2-40B4-BE49-F238E27FC236}">
                <a16:creationId xmlns:a16="http://schemas.microsoft.com/office/drawing/2014/main" xmlns="" id="{6B06C627-CE3F-4CE8-857E-6BB8C3465A4E}"/>
              </a:ext>
            </a:extLst>
          </p:cNvPr>
          <p:cNvSpPr txBox="1">
            <a:spLocks/>
          </p:cNvSpPr>
          <p:nvPr/>
        </p:nvSpPr>
        <p:spPr>
          <a:xfrm>
            <a:off x="838200" y="227965"/>
            <a:ext cx="11014710" cy="80073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fr-FR" sz="4000" b="1" dirty="0">
              <a:solidFill>
                <a:schemeClr val="accent3"/>
              </a:solidFill>
              <a:effectLst>
                <a:outerShdw blurRad="38100" dist="38100" dir="2700000" algn="tl">
                  <a:srgbClr val="000000">
                    <a:alpha val="43137"/>
                  </a:srgbClr>
                </a:outerShdw>
              </a:effectLst>
            </a:endParaRPr>
          </a:p>
        </p:txBody>
      </p:sp>
      <p:graphicFrame>
        <p:nvGraphicFramePr>
          <p:cNvPr id="4" name="Diagram 3">
            <a:extLst>
              <a:ext uri="{FF2B5EF4-FFF2-40B4-BE49-F238E27FC236}">
                <a16:creationId xmlns:a16="http://schemas.microsoft.com/office/drawing/2014/main" xmlns="" id="{70966867-BDFD-4986-AFDB-9BED494BC1F8}"/>
              </a:ext>
            </a:extLst>
          </p:cNvPr>
          <p:cNvGraphicFramePr/>
          <p:nvPr>
            <p:extLst/>
          </p:nvPr>
        </p:nvGraphicFramePr>
        <p:xfrm>
          <a:off x="838200" y="136525"/>
          <a:ext cx="11140440" cy="452691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 name="Picture 4">
            <a:extLst>
              <a:ext uri="{FF2B5EF4-FFF2-40B4-BE49-F238E27FC236}">
                <a16:creationId xmlns:a16="http://schemas.microsoft.com/office/drawing/2014/main" xmlns="" id="{DEF8F28E-7D18-4FB2-826E-A3AD1B01CC00}"/>
              </a:ext>
            </a:extLst>
          </p:cNvPr>
          <p:cNvPicPr>
            <a:picLocks noChangeAspect="1"/>
          </p:cNvPicPr>
          <p:nvPr/>
        </p:nvPicPr>
        <p:blipFill>
          <a:blip r:embed="rId7"/>
          <a:stretch>
            <a:fillRect/>
          </a:stretch>
        </p:blipFill>
        <p:spPr>
          <a:xfrm>
            <a:off x="2720340" y="4657725"/>
            <a:ext cx="7395210" cy="2200275"/>
          </a:xfrm>
          <a:prstGeom prst="rect">
            <a:avLst/>
          </a:prstGeom>
        </p:spPr>
      </p:pic>
    </p:spTree>
    <p:extLst>
      <p:ext uri="{BB962C8B-B14F-4D97-AF65-F5344CB8AC3E}">
        <p14:creationId xmlns:p14="http://schemas.microsoft.com/office/powerpoint/2010/main" val="1713162639"/>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xmlns="" id="{081803DC-1B30-4473-810A-A78275827160}"/>
              </a:ext>
            </a:extLst>
          </p:cNvPr>
          <p:cNvSpPr>
            <a:spLocks noGrp="1"/>
          </p:cNvSpPr>
          <p:nvPr>
            <p:ph type="sldNum" sz="quarter" idx="12"/>
          </p:nvPr>
        </p:nvSpPr>
        <p:spPr/>
        <p:txBody>
          <a:bodyPr/>
          <a:lstStyle/>
          <a:p>
            <a:fld id="{BDCDBBEF-AA6C-4BA6-85B2-A17D7F280E38}" type="slidenum">
              <a:rPr lang="en-US" smtClean="0"/>
              <a:pPr/>
              <a:t>24</a:t>
            </a:fld>
            <a:endParaRPr lang="en-US"/>
          </a:p>
        </p:txBody>
      </p:sp>
      <p:graphicFrame>
        <p:nvGraphicFramePr>
          <p:cNvPr id="3" name="Diagram 2">
            <a:extLst>
              <a:ext uri="{FF2B5EF4-FFF2-40B4-BE49-F238E27FC236}">
                <a16:creationId xmlns:a16="http://schemas.microsoft.com/office/drawing/2014/main" xmlns="" id="{2B948740-81CC-43F3-800F-EBD6B6413379}"/>
              </a:ext>
            </a:extLst>
          </p:cNvPr>
          <p:cNvGraphicFramePr/>
          <p:nvPr>
            <p:extLst/>
          </p:nvPr>
        </p:nvGraphicFramePr>
        <p:xfrm>
          <a:off x="884274" y="136525"/>
          <a:ext cx="10833396" cy="65849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9705811"/>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IN" b="1" dirty="0"/>
              <a:t>Glucose Sensors</a:t>
            </a:r>
            <a:r>
              <a:rPr lang="en-IN" dirty="0"/>
              <a:t/>
            </a:r>
            <a:br>
              <a:rPr lang="en-IN" dirty="0"/>
            </a:br>
            <a:endParaRPr lang="en-IN" dirty="0"/>
          </a:p>
        </p:txBody>
      </p:sp>
      <p:sp>
        <p:nvSpPr>
          <p:cNvPr id="3" name="Content Placeholder 2"/>
          <p:cNvSpPr>
            <a:spLocks noGrp="1"/>
          </p:cNvSpPr>
          <p:nvPr>
            <p:ph idx="1"/>
          </p:nvPr>
        </p:nvSpPr>
        <p:spPr/>
        <p:txBody>
          <a:bodyPr>
            <a:normAutofit/>
          </a:bodyPr>
          <a:lstStyle/>
          <a:p>
            <a:pPr lvl="0" algn="just"/>
            <a:r>
              <a:rPr lang="en-IN" sz="3200" b="1" dirty="0"/>
              <a:t>Transducer: </a:t>
            </a:r>
            <a:r>
              <a:rPr lang="en-US" sz="3200" dirty="0"/>
              <a:t>Most modern-day glucose meters and continuous glucose monitors measure electrical signals, although earlier generations of glucose meters used a colorimetric process (color change) that was measured optically.</a:t>
            </a:r>
            <a:endParaRPr lang="en-IN" sz="3200" dirty="0"/>
          </a:p>
          <a:p>
            <a:pPr lvl="0" algn="just"/>
            <a:r>
              <a:rPr lang="en-IN" sz="3200" b="1" dirty="0"/>
              <a:t>Electronics and display:</a:t>
            </a:r>
            <a:r>
              <a:rPr lang="en-IN" sz="3200" dirty="0"/>
              <a:t> </a:t>
            </a:r>
            <a:r>
              <a:rPr lang="en-US" sz="3200" dirty="0"/>
              <a:t>The processed signals are then quantified and shown on either the glucose meter’s display or the receiver for a continuous glucose monitor (or compatible app).</a:t>
            </a:r>
            <a:endParaRPr lang="en-IN" sz="3200" dirty="0"/>
          </a:p>
          <a:p>
            <a:endParaRPr lang="en-IN" sz="3200"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25</a:t>
            </a:fld>
            <a:endParaRPr lang="en-US"/>
          </a:p>
        </p:txBody>
      </p:sp>
    </p:spTree>
    <p:extLst>
      <p:ext uri="{BB962C8B-B14F-4D97-AF65-F5344CB8AC3E}">
        <p14:creationId xmlns:p14="http://schemas.microsoft.com/office/powerpoint/2010/main" val="3366615830"/>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xmlns="" id="{B07BB35D-2280-41E0-9110-6907845C3968}"/>
              </a:ext>
            </a:extLst>
          </p:cNvPr>
          <p:cNvSpPr>
            <a:spLocks noGrp="1"/>
          </p:cNvSpPr>
          <p:nvPr>
            <p:ph type="sldNum" sz="quarter" idx="12"/>
          </p:nvPr>
        </p:nvSpPr>
        <p:spPr/>
        <p:txBody>
          <a:bodyPr/>
          <a:lstStyle/>
          <a:p>
            <a:fld id="{BDCDBBEF-AA6C-4BA6-85B2-A17D7F280E38}" type="slidenum">
              <a:rPr lang="en-US" smtClean="0"/>
              <a:pPr/>
              <a:t>26</a:t>
            </a:fld>
            <a:endParaRPr lang="en-US"/>
          </a:p>
        </p:txBody>
      </p:sp>
      <p:graphicFrame>
        <p:nvGraphicFramePr>
          <p:cNvPr id="3" name="Diagram 2">
            <a:extLst>
              <a:ext uri="{FF2B5EF4-FFF2-40B4-BE49-F238E27FC236}">
                <a16:creationId xmlns:a16="http://schemas.microsoft.com/office/drawing/2014/main" xmlns="" id="{1D2E7282-9388-4B08-AFF7-F2B36274F446}"/>
              </a:ext>
            </a:extLst>
          </p:cNvPr>
          <p:cNvGraphicFramePr/>
          <p:nvPr>
            <p:extLst>
              <p:ext uri="{D42A27DB-BD31-4B8C-83A1-F6EECF244321}">
                <p14:modId xmlns:p14="http://schemas.microsoft.com/office/powerpoint/2010/main" val="507886221"/>
              </p:ext>
            </p:extLst>
          </p:nvPr>
        </p:nvGraphicFramePr>
        <p:xfrm>
          <a:off x="450762" y="277794"/>
          <a:ext cx="7347694" cy="63479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4" name="Picture 2">
            <a:extLst>
              <a:ext uri="{FF2B5EF4-FFF2-40B4-BE49-F238E27FC236}">
                <a16:creationId xmlns:a16="http://schemas.microsoft.com/office/drawing/2014/main" xmlns="" id="{1B9EB5AC-869B-4272-BDDC-D5F6ADF50DB5}"/>
              </a:ext>
            </a:extLst>
          </p:cNvPr>
          <p:cNvPicPr>
            <a:picLocks noChangeAspect="1" noChangeArrowheads="1"/>
          </p:cNvPicPr>
          <p:nvPr/>
        </p:nvPicPr>
        <p:blipFill>
          <a:blip r:embed="rId7">
            <a:extLst>
              <a:ext uri="{BEBA8EAE-BF5A-486C-A8C5-ECC9F3942E4B}">
                <a14:imgProps xmlns:a14="http://schemas.microsoft.com/office/drawing/2010/main">
                  <a14:imgLayer r:embed="rId8">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7688687" y="2604977"/>
            <a:ext cx="4337176" cy="40208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4">
            <a:extLst>
              <a:ext uri="{FF2B5EF4-FFF2-40B4-BE49-F238E27FC236}">
                <a16:creationId xmlns:a16="http://schemas.microsoft.com/office/drawing/2014/main" xmlns="" id="{353C275E-2CB8-4134-A780-31A669DE25FA}"/>
              </a:ext>
            </a:extLst>
          </p:cNvPr>
          <p:cNvPicPr>
            <a:picLocks noChangeAspect="1"/>
          </p:cNvPicPr>
          <p:nvPr/>
        </p:nvPicPr>
        <p:blipFill>
          <a:blip r:embed="rId9">
            <a:extLst>
              <a:ext uri="{BEBA8EAE-BF5A-486C-A8C5-ECC9F3942E4B}">
                <a14:imgProps xmlns:a14="http://schemas.microsoft.com/office/drawing/2010/main">
                  <a14:imgLayer r:embed="rId10">
                    <a14:imgEffect>
                      <a14:sharpenSoften amount="50000"/>
                    </a14:imgEffect>
                  </a14:imgLayer>
                </a14:imgProps>
              </a:ext>
            </a:extLst>
          </a:blip>
          <a:stretch>
            <a:fillRect/>
          </a:stretch>
        </p:blipFill>
        <p:spPr>
          <a:xfrm>
            <a:off x="7688687" y="149707"/>
            <a:ext cx="4369076" cy="2455270"/>
          </a:xfrm>
          <a:prstGeom prst="rect">
            <a:avLst/>
          </a:prstGeom>
        </p:spPr>
      </p:pic>
    </p:spTree>
    <p:extLst>
      <p:ext uri="{BB962C8B-B14F-4D97-AF65-F5344CB8AC3E}">
        <p14:creationId xmlns:p14="http://schemas.microsoft.com/office/powerpoint/2010/main" val="1219714212"/>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DCDBBEF-AA6C-4BA6-85B2-A17D7F280E38}" type="slidenum">
              <a:rPr lang="en-US" smtClean="0"/>
              <a:pPr/>
              <a:t>27</a:t>
            </a:fld>
            <a:endParaRPr lang="en-US"/>
          </a:p>
        </p:txBody>
      </p:sp>
      <p:pic>
        <p:nvPicPr>
          <p:cNvPr id="3" name="Picture 2"/>
          <p:cNvPicPr>
            <a:picLocks noChangeAspect="1"/>
          </p:cNvPicPr>
          <p:nvPr/>
        </p:nvPicPr>
        <p:blipFill>
          <a:blip r:embed="rId2"/>
          <a:stretch>
            <a:fillRect/>
          </a:stretch>
        </p:blipFill>
        <p:spPr>
          <a:xfrm>
            <a:off x="2234232" y="283336"/>
            <a:ext cx="7656741" cy="5489550"/>
          </a:xfrm>
          <a:prstGeom prst="rect">
            <a:avLst/>
          </a:prstGeom>
        </p:spPr>
      </p:pic>
    </p:spTree>
    <p:extLst>
      <p:ext uri="{BB962C8B-B14F-4D97-AF65-F5344CB8AC3E}">
        <p14:creationId xmlns:p14="http://schemas.microsoft.com/office/powerpoint/2010/main" val="3004231721"/>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 xmlns:a16="http://schemas.microsoft.com/office/drawing/2014/main" id="{B074A34E-29EE-46B4-9D34-8DCC06EEDDB2}"/>
              </a:ext>
            </a:extLst>
          </p:cNvPr>
          <p:cNvSpPr>
            <a:spLocks noGrp="1"/>
          </p:cNvSpPr>
          <p:nvPr>
            <p:ph type="sldNum" sz="quarter" idx="12"/>
          </p:nvPr>
        </p:nvSpPr>
        <p:spPr/>
        <p:txBody>
          <a:bodyPr/>
          <a:lstStyle/>
          <a:p>
            <a:fld id="{BDCDBBEF-AA6C-4BA6-85B2-A17D7F280E38}" type="slidenum">
              <a:rPr lang="en-US" smtClean="0"/>
              <a:pPr/>
              <a:t>28</a:t>
            </a:fld>
            <a:endParaRPr lang="en-US"/>
          </a:p>
        </p:txBody>
      </p:sp>
      <p:graphicFrame>
        <p:nvGraphicFramePr>
          <p:cNvPr id="3" name="Diagram 2">
            <a:extLst>
              <a:ext uri="{FF2B5EF4-FFF2-40B4-BE49-F238E27FC236}">
                <a16:creationId xmlns="" xmlns:a16="http://schemas.microsoft.com/office/drawing/2014/main" id="{14AD784B-B45B-4D03-8550-D2DCAEF6EF15}"/>
              </a:ext>
            </a:extLst>
          </p:cNvPr>
          <p:cNvGraphicFramePr/>
          <p:nvPr>
            <p:extLst/>
          </p:nvPr>
        </p:nvGraphicFramePr>
        <p:xfrm>
          <a:off x="851786" y="136525"/>
          <a:ext cx="10801498" cy="65849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840216113"/>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 xmlns:a16="http://schemas.microsoft.com/office/drawing/2014/main" id="{E02E2EDC-546C-412F-9995-2EDE46D64BCF}"/>
              </a:ext>
            </a:extLst>
          </p:cNvPr>
          <p:cNvSpPr>
            <a:spLocks noGrp="1"/>
          </p:cNvSpPr>
          <p:nvPr>
            <p:ph type="sldNum" sz="quarter" idx="12"/>
          </p:nvPr>
        </p:nvSpPr>
        <p:spPr/>
        <p:txBody>
          <a:bodyPr/>
          <a:lstStyle/>
          <a:p>
            <a:fld id="{BDCDBBEF-AA6C-4BA6-85B2-A17D7F280E38}" type="slidenum">
              <a:rPr lang="en-US" smtClean="0"/>
              <a:pPr/>
              <a:t>29</a:t>
            </a:fld>
            <a:endParaRPr lang="en-US"/>
          </a:p>
        </p:txBody>
      </p:sp>
      <p:pic>
        <p:nvPicPr>
          <p:cNvPr id="3" name="Picture 2">
            <a:extLst>
              <a:ext uri="{FF2B5EF4-FFF2-40B4-BE49-F238E27FC236}">
                <a16:creationId xmlns="" xmlns:a16="http://schemas.microsoft.com/office/drawing/2014/main" id="{BD92A08F-39DE-49FC-92B8-D8D278F01B07}"/>
              </a:ext>
            </a:extLst>
          </p:cNvPr>
          <p:cNvPicPr>
            <a:picLocks noChangeAspect="1"/>
          </p:cNvPicPr>
          <p:nvPr/>
        </p:nvPicPr>
        <p:blipFill>
          <a:blip r:embed="rId2"/>
          <a:stretch>
            <a:fillRect/>
          </a:stretch>
        </p:blipFill>
        <p:spPr>
          <a:xfrm>
            <a:off x="6150429" y="180069"/>
            <a:ext cx="5910944" cy="6540295"/>
          </a:xfrm>
          <a:prstGeom prst="rect">
            <a:avLst/>
          </a:prstGeom>
        </p:spPr>
      </p:pic>
      <p:graphicFrame>
        <p:nvGraphicFramePr>
          <p:cNvPr id="4" name="Diagram 3">
            <a:extLst>
              <a:ext uri="{FF2B5EF4-FFF2-40B4-BE49-F238E27FC236}">
                <a16:creationId xmlns="" xmlns:a16="http://schemas.microsoft.com/office/drawing/2014/main" id="{A4FCF5E3-B00B-42CA-99B1-835045BFEDBD}"/>
              </a:ext>
            </a:extLst>
          </p:cNvPr>
          <p:cNvGraphicFramePr/>
          <p:nvPr>
            <p:extLst/>
          </p:nvPr>
        </p:nvGraphicFramePr>
        <p:xfrm>
          <a:off x="888999" y="261257"/>
          <a:ext cx="4630058" cy="633548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922191159"/>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5E4E87F-FA81-4D9D-A50A-15C38092A558}"/>
              </a:ext>
            </a:extLst>
          </p:cNvPr>
          <p:cNvSpPr>
            <a:spLocks noGrp="1"/>
          </p:cNvSpPr>
          <p:nvPr>
            <p:ph type="title"/>
          </p:nvPr>
        </p:nvSpPr>
        <p:spPr>
          <a:xfrm>
            <a:off x="838200" y="136525"/>
            <a:ext cx="10515600" cy="1006475"/>
          </a:xfrm>
        </p:spPr>
        <p:txBody>
          <a:bodyPr/>
          <a:lstStyle/>
          <a:p>
            <a:pPr algn="ctr"/>
            <a:r>
              <a:rPr lang="en-IN" b="1" dirty="0">
                <a:solidFill>
                  <a:schemeClr val="accent3"/>
                </a:solidFill>
                <a:effectLst>
                  <a:outerShdw blurRad="38100" dist="38100" dir="2700000" algn="tl">
                    <a:srgbClr val="000000">
                      <a:alpha val="43137"/>
                    </a:srgbClr>
                  </a:outerShdw>
                </a:effectLst>
              </a:rPr>
              <a:t>Applications of Biosensors</a:t>
            </a:r>
          </a:p>
        </p:txBody>
      </p:sp>
      <p:sp>
        <p:nvSpPr>
          <p:cNvPr id="3" name="Content Placeholder 2">
            <a:extLst>
              <a:ext uri="{FF2B5EF4-FFF2-40B4-BE49-F238E27FC236}">
                <a16:creationId xmlns="" xmlns:a16="http://schemas.microsoft.com/office/drawing/2014/main" id="{8B67A78F-28E6-41B8-9559-183254B65493}"/>
              </a:ext>
            </a:extLst>
          </p:cNvPr>
          <p:cNvSpPr>
            <a:spLocks noGrp="1"/>
          </p:cNvSpPr>
          <p:nvPr>
            <p:ph idx="1"/>
          </p:nvPr>
        </p:nvSpPr>
        <p:spPr>
          <a:xfrm>
            <a:off x="335280" y="1429384"/>
            <a:ext cx="6670900" cy="5211445"/>
          </a:xfrm>
        </p:spPr>
        <p:txBody>
          <a:bodyPr/>
          <a:lstStyle/>
          <a:p>
            <a:pPr algn="just"/>
            <a:r>
              <a:rPr lang="en-US" b="0" i="0" dirty="0">
                <a:solidFill>
                  <a:srgbClr val="666666"/>
                </a:solidFill>
                <a:effectLst/>
                <a:latin typeface="Arial" panose="020B0604020202020204" pitchFamily="34" charset="0"/>
              </a:rPr>
              <a:t>Biosensor devices include a biological element as well as a physiochemical detector and the main function of this device is to detect analytes. </a:t>
            </a:r>
          </a:p>
          <a:p>
            <a:pPr algn="just"/>
            <a:r>
              <a:rPr lang="en-US" b="0" i="0" dirty="0">
                <a:solidFill>
                  <a:srgbClr val="666666"/>
                </a:solidFill>
                <a:effectLst/>
                <a:latin typeface="Arial" panose="020B0604020202020204" pitchFamily="34" charset="0"/>
              </a:rPr>
              <a:t>So, the applications of biosensors are in a wide range. </a:t>
            </a:r>
          </a:p>
          <a:p>
            <a:pPr algn="just"/>
            <a:r>
              <a:rPr lang="en-US" b="0" i="0" dirty="0">
                <a:solidFill>
                  <a:srgbClr val="666666"/>
                </a:solidFill>
                <a:effectLst/>
                <a:latin typeface="Arial" panose="020B0604020202020204" pitchFamily="34" charset="0"/>
              </a:rPr>
              <a:t>These devices are applicable in the medical, food industry, the marine sector as they offer good sensitivity &amp; stability as compared with the usual techniques. </a:t>
            </a:r>
          </a:p>
          <a:p>
            <a:pPr algn="just"/>
            <a:r>
              <a:rPr lang="en-US" b="0" i="0" dirty="0">
                <a:solidFill>
                  <a:srgbClr val="666666"/>
                </a:solidFill>
                <a:effectLst/>
                <a:latin typeface="Arial" panose="020B0604020202020204" pitchFamily="34" charset="0"/>
              </a:rPr>
              <a:t>In recent years, these sensors have become very popular, and they are applicable in different fields.</a:t>
            </a:r>
            <a:endParaRPr lang="en-IN" dirty="0"/>
          </a:p>
        </p:txBody>
      </p:sp>
      <p:sp>
        <p:nvSpPr>
          <p:cNvPr id="4" name="Slide Number Placeholder 3">
            <a:extLst>
              <a:ext uri="{FF2B5EF4-FFF2-40B4-BE49-F238E27FC236}">
                <a16:creationId xmlns="" xmlns:a16="http://schemas.microsoft.com/office/drawing/2014/main" id="{8C152B30-8FE7-48AD-B8AC-549264FE74E0}"/>
              </a:ext>
            </a:extLst>
          </p:cNvPr>
          <p:cNvSpPr>
            <a:spLocks noGrp="1"/>
          </p:cNvSpPr>
          <p:nvPr>
            <p:ph type="sldNum" sz="quarter" idx="12"/>
          </p:nvPr>
        </p:nvSpPr>
        <p:spPr/>
        <p:txBody>
          <a:bodyPr/>
          <a:lstStyle/>
          <a:p>
            <a:fld id="{BDCDBBEF-AA6C-4BA6-85B2-A17D7F280E38}" type="slidenum">
              <a:rPr lang="en-US" smtClean="0"/>
              <a:pPr/>
              <a:t>30</a:t>
            </a:fld>
            <a:endParaRPr lang="en-US"/>
          </a:p>
        </p:txBody>
      </p:sp>
      <p:pic>
        <p:nvPicPr>
          <p:cNvPr id="5" name="Picture 4">
            <a:extLst>
              <a:ext uri="{FF2B5EF4-FFF2-40B4-BE49-F238E27FC236}">
                <a16:creationId xmlns="" xmlns:a16="http://schemas.microsoft.com/office/drawing/2014/main" id="{FB388CD1-7F8E-4E9F-85E1-85D3DA01F8EC}"/>
              </a:ext>
            </a:extLst>
          </p:cNvPr>
          <p:cNvPicPr>
            <a:picLocks noChangeAspect="1"/>
          </p:cNvPicPr>
          <p:nvPr/>
        </p:nvPicPr>
        <p:blipFill>
          <a:blip r:embed="rId2"/>
          <a:stretch>
            <a:fillRect/>
          </a:stretch>
        </p:blipFill>
        <p:spPr>
          <a:xfrm>
            <a:off x="7303770" y="1525791"/>
            <a:ext cx="4766310" cy="4521313"/>
          </a:xfrm>
          <a:prstGeom prst="rect">
            <a:avLst/>
          </a:prstGeom>
        </p:spPr>
      </p:pic>
    </p:spTree>
    <p:extLst>
      <p:ext uri="{BB962C8B-B14F-4D97-AF65-F5344CB8AC3E}">
        <p14:creationId xmlns:p14="http://schemas.microsoft.com/office/powerpoint/2010/main" val="1253794772"/>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61239FE-4E81-4919-A556-B203F31E3BB2}"/>
              </a:ext>
            </a:extLst>
          </p:cNvPr>
          <p:cNvSpPr>
            <a:spLocks noGrp="1"/>
          </p:cNvSpPr>
          <p:nvPr>
            <p:ph type="title"/>
          </p:nvPr>
        </p:nvSpPr>
        <p:spPr>
          <a:xfrm>
            <a:off x="838200" y="136525"/>
            <a:ext cx="10515600" cy="1097915"/>
          </a:xfrm>
        </p:spPr>
        <p:txBody>
          <a:bodyPr/>
          <a:lstStyle/>
          <a:p>
            <a:pPr algn="ctr"/>
            <a:r>
              <a:rPr lang="en-IN" b="1" dirty="0">
                <a:solidFill>
                  <a:schemeClr val="accent3"/>
                </a:solidFill>
                <a:effectLst>
                  <a:outerShdw blurRad="38100" dist="38100" dir="2700000" algn="tl">
                    <a:srgbClr val="000000">
                      <a:alpha val="43137"/>
                    </a:srgbClr>
                  </a:outerShdw>
                </a:effectLst>
              </a:rPr>
              <a:t>Applications of Biosensors</a:t>
            </a:r>
            <a:endParaRPr lang="en-IN" dirty="0"/>
          </a:p>
        </p:txBody>
      </p:sp>
      <p:sp>
        <p:nvSpPr>
          <p:cNvPr id="3" name="Content Placeholder 2">
            <a:extLst>
              <a:ext uri="{FF2B5EF4-FFF2-40B4-BE49-F238E27FC236}">
                <a16:creationId xmlns="" xmlns:a16="http://schemas.microsoft.com/office/drawing/2014/main" id="{78282440-6382-4FB5-AF35-64D06705AD35}"/>
              </a:ext>
            </a:extLst>
          </p:cNvPr>
          <p:cNvSpPr>
            <a:spLocks noGrp="1"/>
          </p:cNvSpPr>
          <p:nvPr>
            <p:ph idx="1"/>
          </p:nvPr>
        </p:nvSpPr>
        <p:spPr>
          <a:xfrm>
            <a:off x="838200" y="1234440"/>
            <a:ext cx="10923270" cy="5292090"/>
          </a:xfrm>
        </p:spPr>
        <p:txBody>
          <a:bodyPr>
            <a:normAutofit/>
          </a:bodyPr>
          <a:lstStyle/>
          <a:p>
            <a:r>
              <a:rPr lang="en-US" dirty="0"/>
              <a:t>Some examples of the fields that use biosensor technology include:</a:t>
            </a:r>
          </a:p>
          <a:p>
            <a:pPr lvl="1"/>
            <a:r>
              <a:rPr lang="en-US" dirty="0"/>
              <a:t>General healthcare monitoring</a:t>
            </a:r>
          </a:p>
          <a:p>
            <a:pPr lvl="1"/>
            <a:r>
              <a:rPr lang="en-IN" dirty="0"/>
              <a:t>Medical Diagnosis</a:t>
            </a:r>
          </a:p>
          <a:p>
            <a:pPr lvl="1"/>
            <a:r>
              <a:rPr lang="en-IN" dirty="0"/>
              <a:t>Metabolites Measurement</a:t>
            </a:r>
          </a:p>
          <a:p>
            <a:pPr lvl="1"/>
            <a:r>
              <a:rPr lang="en-US" dirty="0"/>
              <a:t>Screening for disease</a:t>
            </a:r>
          </a:p>
          <a:p>
            <a:pPr lvl="1"/>
            <a:r>
              <a:rPr lang="en-US" dirty="0"/>
              <a:t>Clinical analysis and diagnosis of disease</a:t>
            </a:r>
          </a:p>
          <a:p>
            <a:pPr lvl="1"/>
            <a:r>
              <a:rPr lang="en-IN" dirty="0"/>
              <a:t>Drug development and improvement</a:t>
            </a:r>
            <a:endParaRPr lang="en-US" dirty="0"/>
          </a:p>
          <a:p>
            <a:pPr lvl="1"/>
            <a:r>
              <a:rPr lang="en-US" dirty="0"/>
              <a:t>Veterinary and agricultural applications</a:t>
            </a:r>
          </a:p>
          <a:p>
            <a:pPr lvl="1"/>
            <a:r>
              <a:rPr lang="en-US" dirty="0"/>
              <a:t>Industrial processing and monitoring</a:t>
            </a:r>
          </a:p>
          <a:p>
            <a:pPr lvl="1"/>
            <a:r>
              <a:rPr lang="en-US" dirty="0"/>
              <a:t>Environmental pollution control</a:t>
            </a:r>
          </a:p>
          <a:p>
            <a:pPr lvl="1"/>
            <a:r>
              <a:rPr lang="en-IN" dirty="0"/>
              <a:t>Study &amp; Interaction of Biomolecules</a:t>
            </a:r>
          </a:p>
          <a:p>
            <a:pPr lvl="1"/>
            <a:r>
              <a:rPr lang="en-IN" dirty="0"/>
              <a:t>Detection of Crime</a:t>
            </a:r>
          </a:p>
          <a:p>
            <a:pPr lvl="1"/>
            <a:r>
              <a:rPr lang="en-IN" dirty="0"/>
              <a:t>Quality Control</a:t>
            </a:r>
          </a:p>
          <a:p>
            <a:pPr lvl="1"/>
            <a:endParaRPr lang="en-IN" dirty="0"/>
          </a:p>
          <a:p>
            <a:pPr lvl="1"/>
            <a:endParaRPr lang="en-IN" dirty="0"/>
          </a:p>
          <a:p>
            <a:pPr lvl="1"/>
            <a:endParaRPr lang="en-US" dirty="0"/>
          </a:p>
          <a:p>
            <a:pPr lvl="1"/>
            <a:endParaRPr lang="en-US" dirty="0"/>
          </a:p>
          <a:p>
            <a:endParaRPr lang="en-IN" dirty="0"/>
          </a:p>
        </p:txBody>
      </p:sp>
      <p:sp>
        <p:nvSpPr>
          <p:cNvPr id="4" name="Slide Number Placeholder 3">
            <a:extLst>
              <a:ext uri="{FF2B5EF4-FFF2-40B4-BE49-F238E27FC236}">
                <a16:creationId xmlns="" xmlns:a16="http://schemas.microsoft.com/office/drawing/2014/main" id="{8592572F-83E6-45D9-9251-1BBEB5C75038}"/>
              </a:ext>
            </a:extLst>
          </p:cNvPr>
          <p:cNvSpPr>
            <a:spLocks noGrp="1"/>
          </p:cNvSpPr>
          <p:nvPr>
            <p:ph type="sldNum" sz="quarter" idx="12"/>
          </p:nvPr>
        </p:nvSpPr>
        <p:spPr/>
        <p:txBody>
          <a:bodyPr/>
          <a:lstStyle/>
          <a:p>
            <a:fld id="{BDCDBBEF-AA6C-4BA6-85B2-A17D7F280E38}" type="slidenum">
              <a:rPr lang="en-US" smtClean="0"/>
              <a:pPr/>
              <a:t>31</a:t>
            </a:fld>
            <a:endParaRPr lang="en-US"/>
          </a:p>
        </p:txBody>
      </p:sp>
    </p:spTree>
    <p:extLst>
      <p:ext uri="{BB962C8B-B14F-4D97-AF65-F5344CB8AC3E}">
        <p14:creationId xmlns:p14="http://schemas.microsoft.com/office/powerpoint/2010/main" val="2770921276"/>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 xmlns:a16="http://schemas.microsoft.com/office/drawing/2014/main" id="{579AF39A-DA82-4327-BA2C-C7A9FB9CD068}"/>
              </a:ext>
            </a:extLst>
          </p:cNvPr>
          <p:cNvSpPr>
            <a:spLocks noGrp="1"/>
          </p:cNvSpPr>
          <p:nvPr>
            <p:ph type="sldNum" sz="quarter" idx="12"/>
          </p:nvPr>
        </p:nvSpPr>
        <p:spPr/>
        <p:txBody>
          <a:bodyPr/>
          <a:lstStyle/>
          <a:p>
            <a:fld id="{BDCDBBEF-AA6C-4BA6-85B2-A17D7F280E38}" type="slidenum">
              <a:rPr lang="en-US" smtClean="0"/>
              <a:pPr/>
              <a:t>32</a:t>
            </a:fld>
            <a:endParaRPr lang="en-US"/>
          </a:p>
        </p:txBody>
      </p:sp>
      <p:graphicFrame>
        <p:nvGraphicFramePr>
          <p:cNvPr id="3" name="Diagram 2">
            <a:extLst>
              <a:ext uri="{FF2B5EF4-FFF2-40B4-BE49-F238E27FC236}">
                <a16:creationId xmlns="" xmlns:a16="http://schemas.microsoft.com/office/drawing/2014/main" id="{0343B16D-8E40-4A56-83F4-58E62B4801D0}"/>
              </a:ext>
            </a:extLst>
          </p:cNvPr>
          <p:cNvGraphicFramePr/>
          <p:nvPr>
            <p:extLst>
              <p:ext uri="{D42A27DB-BD31-4B8C-83A1-F6EECF244321}">
                <p14:modId xmlns:p14="http://schemas.microsoft.com/office/powerpoint/2010/main" val="137174065"/>
              </p:ext>
            </p:extLst>
          </p:nvPr>
        </p:nvGraphicFramePr>
        <p:xfrm>
          <a:off x="946150" y="251460"/>
          <a:ext cx="10723880" cy="647001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01511063"/>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 xmlns:a16="http://schemas.microsoft.com/office/drawing/2014/main" id="{ED2561D9-3BBC-4011-88E0-9BB3D359594C}"/>
              </a:ext>
            </a:extLst>
          </p:cNvPr>
          <p:cNvSpPr>
            <a:spLocks noGrp="1"/>
          </p:cNvSpPr>
          <p:nvPr>
            <p:ph type="sldNum" sz="quarter" idx="12"/>
          </p:nvPr>
        </p:nvSpPr>
        <p:spPr/>
        <p:txBody>
          <a:bodyPr/>
          <a:lstStyle/>
          <a:p>
            <a:fld id="{BDCDBBEF-AA6C-4BA6-85B2-A17D7F280E38}" type="slidenum">
              <a:rPr lang="en-US" smtClean="0"/>
              <a:pPr/>
              <a:t>33</a:t>
            </a:fld>
            <a:endParaRPr lang="en-US"/>
          </a:p>
        </p:txBody>
      </p:sp>
      <p:graphicFrame>
        <p:nvGraphicFramePr>
          <p:cNvPr id="3" name="Diagram 2">
            <a:extLst>
              <a:ext uri="{FF2B5EF4-FFF2-40B4-BE49-F238E27FC236}">
                <a16:creationId xmlns="" xmlns:a16="http://schemas.microsoft.com/office/drawing/2014/main" id="{713E239F-0922-4285-8685-56CBC3F1E8BF}"/>
              </a:ext>
            </a:extLst>
          </p:cNvPr>
          <p:cNvGraphicFramePr/>
          <p:nvPr>
            <p:extLst>
              <p:ext uri="{D42A27DB-BD31-4B8C-83A1-F6EECF244321}">
                <p14:modId xmlns:p14="http://schemas.microsoft.com/office/powerpoint/2010/main" val="908639788"/>
              </p:ext>
            </p:extLst>
          </p:nvPr>
        </p:nvGraphicFramePr>
        <p:xfrm>
          <a:off x="923290" y="353906"/>
          <a:ext cx="10689590" cy="62869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50557340"/>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normAutofit/>
          </a:bodyPr>
          <a:lstStyle/>
          <a:p>
            <a:pPr algn="ctr"/>
            <a:r>
              <a:rPr lang="en-US" sz="3600" b="1" dirty="0">
                <a:latin typeface="Times New Roman" panose="02020603050405020304" pitchFamily="18" charset="0"/>
                <a:cs typeface="Times New Roman" panose="02020603050405020304" pitchFamily="18" charset="0"/>
              </a:rPr>
              <a:t>REFERENCES    </a:t>
            </a:r>
          </a:p>
        </p:txBody>
      </p:sp>
      <p:sp>
        <p:nvSpPr>
          <p:cNvPr id="3" name="Content Placeholder 2"/>
          <p:cNvSpPr>
            <a:spLocks noGrp="1"/>
          </p:cNvSpPr>
          <p:nvPr>
            <p:ph idx="1"/>
          </p:nvPr>
        </p:nvSpPr>
        <p:spPr/>
        <p:txBody>
          <a:bodyPr>
            <a:normAutofit lnSpcReduction="10000"/>
          </a:bodyPr>
          <a:lstStyle/>
          <a:p>
            <a:r>
              <a:rPr lang="en-US" dirty="0">
                <a:latin typeface="+mj-lt"/>
              </a:rPr>
              <a:t> </a:t>
            </a:r>
            <a:r>
              <a:rPr lang="en-US" dirty="0" err="1">
                <a:latin typeface="+mj-lt"/>
              </a:rPr>
              <a:t>C.B.Powar</a:t>
            </a:r>
            <a:r>
              <a:rPr lang="en-US" dirty="0">
                <a:latin typeface="+mj-lt"/>
              </a:rPr>
              <a:t>, 2010.Cell Biology.5</a:t>
            </a:r>
            <a:r>
              <a:rPr lang="en-US" baseline="30000" dirty="0">
                <a:latin typeface="+mj-lt"/>
              </a:rPr>
              <a:t>th</a:t>
            </a:r>
            <a:r>
              <a:rPr lang="en-US" dirty="0">
                <a:latin typeface="+mj-lt"/>
              </a:rPr>
              <a:t> </a:t>
            </a:r>
            <a:r>
              <a:rPr lang="en-US" dirty="0" err="1">
                <a:latin typeface="+mj-lt"/>
              </a:rPr>
              <a:t>Ed,Himalyan</a:t>
            </a:r>
            <a:r>
              <a:rPr lang="en-US" dirty="0">
                <a:latin typeface="+mj-lt"/>
              </a:rPr>
              <a:t> Publishing House.</a:t>
            </a:r>
          </a:p>
          <a:p>
            <a:r>
              <a:rPr lang="en-US" dirty="0">
                <a:latin typeface="+mj-lt"/>
              </a:rPr>
              <a:t> </a:t>
            </a:r>
            <a:r>
              <a:rPr lang="en-US" dirty="0" err="1">
                <a:latin typeface="+mj-lt"/>
              </a:rPr>
              <a:t>Leshie</a:t>
            </a:r>
            <a:r>
              <a:rPr lang="en-US" dirty="0">
                <a:latin typeface="+mj-lt"/>
              </a:rPr>
              <a:t> Cromwell, </a:t>
            </a:r>
            <a:r>
              <a:rPr lang="en-US" dirty="0" err="1">
                <a:latin typeface="+mj-lt"/>
              </a:rPr>
              <a:t>Fred.J</a:t>
            </a:r>
            <a:r>
              <a:rPr lang="en-US" dirty="0">
                <a:latin typeface="+mj-lt"/>
              </a:rPr>
              <a:t>. </a:t>
            </a:r>
            <a:r>
              <a:rPr lang="en-US" dirty="0" err="1">
                <a:latin typeface="+mj-lt"/>
              </a:rPr>
              <a:t>Weibell</a:t>
            </a:r>
            <a:r>
              <a:rPr lang="en-US" dirty="0">
                <a:latin typeface="+mj-lt"/>
              </a:rPr>
              <a:t> and </a:t>
            </a:r>
            <a:r>
              <a:rPr lang="en-US" dirty="0" err="1">
                <a:latin typeface="+mj-lt"/>
              </a:rPr>
              <a:t>Erich.A.Pfeiffer</a:t>
            </a:r>
            <a:r>
              <a:rPr lang="en-US" dirty="0">
                <a:latin typeface="+mj-lt"/>
              </a:rPr>
              <a:t>. 2003. Biomedical instrumentation and measurements. 2</a:t>
            </a:r>
            <a:r>
              <a:rPr lang="en-US" baseline="30000" dirty="0">
                <a:latin typeface="+mj-lt"/>
              </a:rPr>
              <a:t>nd</a:t>
            </a:r>
            <a:r>
              <a:rPr lang="en-US" dirty="0">
                <a:latin typeface="+mj-lt"/>
              </a:rPr>
              <a:t> edition, PHI.</a:t>
            </a:r>
          </a:p>
          <a:p>
            <a:r>
              <a:rPr lang="en-US" dirty="0">
                <a:latin typeface="+mj-lt"/>
              </a:rPr>
              <a:t> John G. Webster 1998. Medical Instrumentation: Applications and Design, 3</a:t>
            </a:r>
            <a:r>
              <a:rPr lang="en-US" baseline="30000" dirty="0">
                <a:latin typeface="+mj-lt"/>
              </a:rPr>
              <a:t>rd</a:t>
            </a:r>
            <a:r>
              <a:rPr lang="en-US" dirty="0">
                <a:latin typeface="+mj-lt"/>
              </a:rPr>
              <a:t> edition, Jon Wiley and Sons, New York.</a:t>
            </a:r>
          </a:p>
          <a:p>
            <a:r>
              <a:rPr lang="en-US" dirty="0">
                <a:latin typeface="+mj-lt"/>
              </a:rPr>
              <a:t>Jeremy M. Berg, John L. </a:t>
            </a:r>
            <a:r>
              <a:rPr lang="en-US" dirty="0" err="1">
                <a:latin typeface="+mj-lt"/>
              </a:rPr>
              <a:t>Tymoczko</a:t>
            </a:r>
            <a:r>
              <a:rPr lang="en-US" dirty="0">
                <a:latin typeface="+mj-lt"/>
              </a:rPr>
              <a:t> and </a:t>
            </a:r>
            <a:r>
              <a:rPr lang="en-US" dirty="0" err="1">
                <a:latin typeface="+mj-lt"/>
              </a:rPr>
              <a:t>Lubert</a:t>
            </a:r>
            <a:r>
              <a:rPr lang="en-US" dirty="0">
                <a:latin typeface="+mj-lt"/>
              </a:rPr>
              <a:t> </a:t>
            </a:r>
            <a:r>
              <a:rPr lang="en-US" dirty="0" err="1">
                <a:latin typeface="+mj-lt"/>
              </a:rPr>
              <a:t>Stryer</a:t>
            </a:r>
            <a:r>
              <a:rPr lang="en-US" dirty="0">
                <a:latin typeface="+mj-lt"/>
              </a:rPr>
              <a:t>. 2006. “Biochemistry,” 6th Ed. W.H. Freeman and Co.  Ltd.</a:t>
            </a:r>
          </a:p>
          <a:p>
            <a:r>
              <a:rPr lang="en-US" dirty="0">
                <a:latin typeface="+mj-lt"/>
              </a:rPr>
              <a:t>Robert Weaver. 2012 “Molecular Biology,” 5th Edition, </a:t>
            </a:r>
            <a:r>
              <a:rPr lang="en-US" dirty="0" err="1">
                <a:latin typeface="+mj-lt"/>
              </a:rPr>
              <a:t>MCGraw</a:t>
            </a:r>
            <a:r>
              <a:rPr lang="en-US" dirty="0">
                <a:latin typeface="+mj-lt"/>
              </a:rPr>
              <a:t>-Hill. </a:t>
            </a:r>
          </a:p>
          <a:p>
            <a:r>
              <a:rPr lang="en-US" dirty="0">
                <a:latin typeface="+mj-lt"/>
              </a:rPr>
              <a:t>Jon Cooper, </a:t>
            </a:r>
            <a:r>
              <a:rPr lang="en-US" b="1" dirty="0">
                <a:latin typeface="+mj-lt"/>
              </a:rPr>
              <a:t>, 2</a:t>
            </a:r>
            <a:r>
              <a:rPr lang="en-US" dirty="0">
                <a:latin typeface="+mj-lt"/>
              </a:rPr>
              <a:t>004. “Biosensors A Practical Approach” Bellwether Books. </a:t>
            </a:r>
          </a:p>
          <a:p>
            <a:r>
              <a:rPr lang="en-US" dirty="0">
                <a:latin typeface="+mj-lt"/>
              </a:rPr>
              <a:t> Martin Alexander, 1994 “Biodegradation and Bioremediation,” Academic Press. </a:t>
            </a:r>
          </a:p>
          <a:p>
            <a:endParaRPr lang="en-US" dirty="0">
              <a:latin typeface="+mj-lt"/>
            </a:endParaRPr>
          </a:p>
          <a:p>
            <a:endParaRPr lang="en-IN" sz="2400" dirty="0">
              <a:latin typeface="+mj-lt"/>
              <a:ea typeface="Cambria"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34</a:t>
            </a:fld>
            <a:endParaRPr lang="en-US"/>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49549309"/>
      </p:ext>
    </p:extLst>
  </p:cSld>
  <p:clrMapOvr>
    <a:masterClrMapping/>
  </p:clrMapOvr>
  <mc:AlternateContent xmlns:mc="http://schemas.openxmlformats.org/markup-compatibility/2006" xmlns:p14="http://schemas.microsoft.com/office/powerpoint/2010/main">
    <mc:Choice Requires="p14">
      <p:transition spd="med" p14:dur="700" advTm="24312">
        <p:fade/>
      </p:transition>
    </mc:Choice>
    <mc:Fallback xmlns="">
      <p:transition spd="med" advTm="24312">
        <p:fade/>
      </p:transitio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 xmlns:a16="http://schemas.microsoft.com/office/drawing/2014/main" id="{2C813A83-4CF3-4942-8C24-169E11C40466}"/>
              </a:ext>
            </a:extLst>
          </p:cNvPr>
          <p:cNvSpPr/>
          <p:nvPr/>
        </p:nvSpPr>
        <p:spPr>
          <a:xfrm>
            <a:off x="0" y="0"/>
            <a:ext cx="12192000" cy="4686918"/>
          </a:xfrm>
          <a:prstGeom prst="rect">
            <a:avLst/>
          </a:prstGeom>
          <a:solidFill>
            <a:schemeClr val="accent6">
              <a:lumMod val="50000"/>
              <a:alpha val="6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Light"/>
              </a:rPr>
              <a:t> </a:t>
            </a:r>
          </a:p>
        </p:txBody>
      </p:sp>
      <p:cxnSp>
        <p:nvCxnSpPr>
          <p:cNvPr id="18" name="Straight Connector 17">
            <a:extLst>
              <a:ext uri="{FF2B5EF4-FFF2-40B4-BE49-F238E27FC236}">
                <a16:creationId xmlns="" xmlns:a16="http://schemas.microsoft.com/office/drawing/2014/main" id="{8C6F3F28-25A8-4E20-83C7-12F88E7C28D0}"/>
              </a:ext>
            </a:extLst>
          </p:cNvPr>
          <p:cNvCxnSpPr>
            <a:cxnSpLocks/>
          </p:cNvCxnSpPr>
          <p:nvPr/>
        </p:nvCxnSpPr>
        <p:spPr>
          <a:xfrm>
            <a:off x="9347200" y="0"/>
            <a:ext cx="1828800" cy="182880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 xmlns:a16="http://schemas.microsoft.com/office/drawing/2014/main" id="{8E1879BF-80CB-413D-9BC1-C05963A116D7}"/>
              </a:ext>
            </a:extLst>
          </p:cNvPr>
          <p:cNvCxnSpPr>
            <a:cxnSpLocks/>
          </p:cNvCxnSpPr>
          <p:nvPr/>
        </p:nvCxnSpPr>
        <p:spPr>
          <a:xfrm>
            <a:off x="10169128" y="0"/>
            <a:ext cx="663972" cy="66397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 xmlns:a16="http://schemas.microsoft.com/office/drawing/2014/main" id="{ED354CBC-26FA-4C5C-B91C-AD6F2AE53BC2}"/>
              </a:ext>
            </a:extLst>
          </p:cNvPr>
          <p:cNvCxnSpPr>
            <a:cxnSpLocks/>
          </p:cNvCxnSpPr>
          <p:nvPr/>
        </p:nvCxnSpPr>
        <p:spPr>
          <a:xfrm>
            <a:off x="733426" y="6294597"/>
            <a:ext cx="558345" cy="558345"/>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 xmlns:a16="http://schemas.microsoft.com/office/drawing/2014/main" id="{B6F6E02B-7F30-40ED-9667-2C98864546BE}"/>
              </a:ext>
            </a:extLst>
          </p:cNvPr>
          <p:cNvCxnSpPr>
            <a:cxnSpLocks/>
          </p:cNvCxnSpPr>
          <p:nvPr/>
        </p:nvCxnSpPr>
        <p:spPr>
          <a:xfrm>
            <a:off x="390526" y="5129689"/>
            <a:ext cx="1728311" cy="172831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Title 1"/>
          <p:cNvSpPr txBox="1">
            <a:spLocks/>
          </p:cNvSpPr>
          <p:nvPr/>
        </p:nvSpPr>
        <p:spPr>
          <a:xfrm>
            <a:off x="1485902" y="2249080"/>
            <a:ext cx="10725148" cy="1231106"/>
          </a:xfrm>
          <a:prstGeom prst="rect">
            <a:avLst/>
          </a:prstGeom>
        </p:spPr>
        <p:txBody>
          <a:bodyPr wrap="square" lIns="0" tIns="0" rIns="0" bIns="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8000" b="0" i="0" u="none" strike="noStrike" kern="1200" cap="none" spc="0" normalizeH="0" baseline="0" noProof="0" dirty="0">
                <a:ln>
                  <a:noFill/>
                </a:ln>
                <a:solidFill>
                  <a:prstClr val="white"/>
                </a:solidFill>
                <a:effectLst/>
                <a:uLnTx/>
                <a:uFillTx/>
                <a:latin typeface="Times New Roman" panose="02020603050405020304" pitchFamily="18" charset="0"/>
                <a:ea typeface="Segoe UI" panose="020B0502040204020203" pitchFamily="34" charset="0"/>
                <a:cs typeface="Times New Roman" panose="02020603050405020304" pitchFamily="18" charset="0"/>
              </a:rPr>
              <a:t>THANK YOU</a:t>
            </a:r>
          </a:p>
        </p:txBody>
      </p:sp>
      <p:sp>
        <p:nvSpPr>
          <p:cNvPr id="22" name="Diamond 6">
            <a:extLst>
              <a:ext uri="{FF2B5EF4-FFF2-40B4-BE49-F238E27FC236}">
                <a16:creationId xmlns="" xmlns:a16="http://schemas.microsoft.com/office/drawing/2014/main" id="{AFBA4B1A-59E0-42F9-8062-FE9B4E00A99F}"/>
              </a:ext>
            </a:extLst>
          </p:cNvPr>
          <p:cNvSpPr/>
          <p:nvPr/>
        </p:nvSpPr>
        <p:spPr>
          <a:xfrm>
            <a:off x="2641599"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chemeClr val="bg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sp>
        <p:nvSpPr>
          <p:cNvPr id="23" name="Diamond 6">
            <a:extLst>
              <a:ext uri="{FF2B5EF4-FFF2-40B4-BE49-F238E27FC236}">
                <a16:creationId xmlns="" xmlns:a16="http://schemas.microsoft.com/office/drawing/2014/main" id="{4F0CA98B-3337-4AC3-8305-ED6C9C731FFB}"/>
              </a:ext>
            </a:extLst>
          </p:cNvPr>
          <p:cNvSpPr/>
          <p:nvPr/>
        </p:nvSpPr>
        <p:spPr>
          <a:xfrm>
            <a:off x="2898774"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grpSp>
        <p:nvGrpSpPr>
          <p:cNvPr id="29" name="Group 28"/>
          <p:cNvGrpSpPr/>
          <p:nvPr/>
        </p:nvGrpSpPr>
        <p:grpSpPr>
          <a:xfrm>
            <a:off x="237520" y="152400"/>
            <a:ext cx="410563" cy="1612900"/>
            <a:chOff x="83821" y="0"/>
            <a:chExt cx="219636" cy="903079"/>
          </a:xfrm>
        </p:grpSpPr>
        <p:sp>
          <p:nvSpPr>
            <p:cNvPr id="30" name="Rectangle 29"/>
            <p:cNvSpPr/>
            <p:nvPr/>
          </p:nvSpPr>
          <p:spPr>
            <a:xfrm>
              <a:off x="84026" y="0"/>
              <a:ext cx="219431" cy="21095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p:cNvSpPr/>
            <p:nvPr/>
          </p:nvSpPr>
          <p:spPr>
            <a:xfrm>
              <a:off x="84262" y="408599"/>
              <a:ext cx="219194" cy="49448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83821" y="210952"/>
              <a:ext cx="217937" cy="2209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3" name="Object 32">
              <a:extLst>
                <a:ext uri="{FF2B5EF4-FFF2-40B4-BE49-F238E27FC236}">
                  <a16:creationId xmlns="" xmlns:a16="http://schemas.microsoft.com/office/drawing/2014/main" id="{CAD0D7B8-E462-453C-B296-CA0154FA54AE}"/>
                </a:ext>
              </a:extLst>
            </p:cNvPr>
            <p:cNvGraphicFramePr>
              <a:graphicFrameLocks noChangeAspect="1"/>
            </p:cNvGraphicFramePr>
            <p:nvPr>
              <p:extLst>
                <p:ext uri="{D42A27DB-BD31-4B8C-83A1-F6EECF244321}">
                  <p14:modId xmlns:p14="http://schemas.microsoft.com/office/powerpoint/2010/main" val="4059142145"/>
                </p:ext>
              </p:extLst>
            </p:nvPr>
          </p:nvGraphicFramePr>
          <p:xfrm>
            <a:off x="100420" y="236973"/>
            <a:ext cx="183878" cy="183422"/>
          </p:xfrm>
          <a:graphic>
            <a:graphicData uri="http://schemas.openxmlformats.org/presentationml/2006/ole">
              <mc:AlternateContent xmlns:mc="http://schemas.openxmlformats.org/markup-compatibility/2006">
                <mc:Choice xmlns:v="urn:schemas-microsoft-com:vml" Requires="v">
                  <p:oleObj spid="_x0000_s2075" name="CorelDRAW" r:id="rId4" imgW="2169000" imgH="2169360" progId="">
                    <p:embed/>
                  </p:oleObj>
                </mc:Choice>
                <mc:Fallback>
                  <p:oleObj name="CorelDRAW" r:id="rId4" imgW="2169000" imgH="2169360" progId="">
                    <p:embed/>
                    <p:pic>
                      <p:nvPicPr>
                        <p:cNvPr id="33" name="Object 32">
                          <a:extLst>
                            <a:ext uri="{FF2B5EF4-FFF2-40B4-BE49-F238E27FC236}">
                              <a16:creationId xmlns="" xmlns:a16="http://schemas.microsoft.com/office/drawing/2014/main" id="{CAD0D7B8-E462-453C-B296-CA0154FA54A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0420" y="236973"/>
                          <a:ext cx="183878" cy="1834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extLst>
      <p:ext uri="{BB962C8B-B14F-4D97-AF65-F5344CB8AC3E}">
        <p14:creationId xmlns:p14="http://schemas.microsoft.com/office/powerpoint/2010/main" val="2656501266"/>
      </p:ext>
    </p:extLst>
  </p:cSld>
  <p:clrMapOvr>
    <a:masterClrMapping/>
  </p:clrMapOvr>
  <mc:AlternateContent xmlns:mc="http://schemas.openxmlformats.org/markup-compatibility/2006" xmlns:p14="http://schemas.microsoft.com/office/powerpoint/2010/main">
    <mc:Choice Requires="p14">
      <p:transition spd="med" p14:dur="700" advTm="1626">
        <p:fade/>
      </p:transition>
    </mc:Choice>
    <mc:Fallback xmlns="">
      <p:transition spd="med" advTm="1626">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PRING_LMS_API_VERSION" val="SCORM 2004 (2nd edition)"/>
  <p:tag name="ISPRING_ULTRA_SCORM_COURSE_ID" val="FBF8B2CB-3EEA-4916-8710-B037C4D7A582"/>
  <p:tag name="ISPRING_CMI5_LAUNCH_METHOD" val="any window"/>
  <p:tag name="ISPRING_SCORM_ENDPOINT" val="&lt;endpoint&gt;&lt;enable&gt;0&lt;/enable&gt;&lt;lrs&gt;http://&lt;/lrs&gt;&lt;auth&gt;0&lt;/auth&gt;&lt;login&gt;&lt;/login&gt;&lt;password&gt;&lt;/password&gt;&lt;key&gt;&lt;/key&gt;&lt;name&gt;&lt;/name&gt;&lt;email&gt;&lt;/email&gt;&lt;/endpoint&gt;&#10;"/>
  <p:tag name="ISPRINGCLOUDFOLDERID" val="1"/>
  <p:tag name="ISPRINGONLINEFOLDERID" val="1"/>
  <p:tag name="ISPRING_OUTPUT_FOLDER" val="[[&quot;\uFFFD\uFFFD\u0016*{50290AD1-BC77-4456-97D3-AFD2A2658E91}&quot;,&quot;C:\\Users\\dell\\Desktop\\unit 2 content BB\\ppts&quot;]]"/>
  <p:tag name="ISPRING_PUBLISH_SETTINGS" val="{&quot;commonSettings&quot;:{&quot;webSettings&quot;:{&quot;useMobileViewer&quot;:&quot;T_FALSE&quot;},&quot;lmsSettings&quot;:{&quot;useMobileViewer&quot;:&quot;T_FALSE&quot;},&quot;cloudSettings&quot;:{&quot;useMobileViewer&quot;:&quot;T_FALSE&quot;},&quot;ispringLmsSettings&quot;:{&quot;useMobileViewer&quot;:&quot;T_FALSE&quot;},&quot;playerId&quot;:&quot;universal&quot;},&quot;advancedSettings&quot;:{&quot;enableTextAllocation&quot;:&quot;T_TRUE&quot;,&quot;viewingFromLocalDrive&quot;:&quot;T_TRUE&quot;,&quot;contentScale&quot;:75,&quot;contentScaleMode&quot;:&quot;SCALE&quot;},&quot;accessibilitySettings&quot;:{&quot;enabled&quot;:&quot;T_FALSE&quot;},&quot;compressionSettings&quot;:{&quot;imageSettings&quot;:{&quot;jpegQuality&quot;:70,&quot;optimizeImageForResolution&quot;:&quot;T_FALSE&quot;},&quot;audioQuality&quot;:70,&quot;videoQuality&quot;:65},&quot;protectionSettings&quot;:{&quot;watermarkEnabled&quot;:&quot;T_FALSE&quot;,&quot;watermarkPosition&quot;:&quot;MIDDLE_CENTER&quot;,&quot;openWatermarkUrl&quot;:&quot;T_FALSE&quot;,&quot;openWatermarkWebPageInNewWindow&quot;:&quot;T_FALSE&quot;,&quot;displayAfterEnabled&quot;:&quot;T_FALSE&quot;,&quot;displayUntilEnabled&quot;:&quot;T_FALSE&quot;,&quot;domainRestrictionEnabled&quot;:&quot;T_FALSE&quot;,&quot;enablePassword&quot;:&quot;T_FALSE&quot;},&quot;videoSettings&quot;:{&quot;videoCompressionSettings&quot;:{&quot;audioQuality&quot;:70,&quot;videoQuality&quot;:75},&quot;secondsOnEachSlide&quot;:5,&quot;hostingSettings&quot;:{}},&quot;ispringOnlineSettings&quot;:{&quot;onlineDestinationFolderId&quot;:&quot;1&quot;},&quot;cloudSettings&quot;:{&quot;onlineDestinationFolderId&quot;:&quot;1&quot;},&quot;publishDestination&quot;:&quot;LMS&quot;,&quot;wordSettings&quot;:{&quot;printCopies&quot;:1}}"/>
  <p:tag name="ISPRING_SCORM_RATE_SLIDES" val="0"/>
  <p:tag name="ISPRING_SCORM_RATE_QUIZZES" val="0"/>
  <p:tag name="ISPRING_SCORM_PASSING_SCORE" val="0.000000"/>
  <p:tag name="ISPRING_CURRENT_PLAYER_ID" val="universal"/>
  <p:tag name="ISPRING_PRESENTATION_TITLE" val="Lecure 20 transducers"/>
  <p:tag name="ISPRING_FIRST_PUBLISH" val="1"/>
</p:tagLst>
</file>

<file path=ppt/theme/theme1.xml><?xml version="1.0" encoding="utf-8"?>
<a:theme xmlns:a="http://schemas.openxmlformats.org/drawingml/2006/main" name="1_Office Theme">
  <a:themeElements>
    <a:clrScheme name="Blue Green">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Cambria">
      <a:majorFont>
        <a:latin typeface="Cambria" panose="02040503050406030204"/>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mbria" panose="02040503050406030204"/>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ALLPPT-COLOR-A33">
      <a:dk1>
        <a:sysClr val="windowText" lastClr="000000"/>
      </a:dk1>
      <a:lt1>
        <a:sysClr val="window" lastClr="FFFFFF"/>
      </a:lt1>
      <a:dk2>
        <a:srgbClr val="1F497D"/>
      </a:dk2>
      <a:lt2>
        <a:srgbClr val="EEECE1"/>
      </a:lt2>
      <a:accent1>
        <a:srgbClr val="EF4A4A"/>
      </a:accent1>
      <a:accent2>
        <a:srgbClr val="262626"/>
      </a:accent2>
      <a:accent3>
        <a:srgbClr val="EF4A4A"/>
      </a:accent3>
      <a:accent4>
        <a:srgbClr val="262626"/>
      </a:accent4>
      <a:accent5>
        <a:srgbClr val="EF4A4A"/>
      </a:accent5>
      <a:accent6>
        <a:srgbClr val="262626"/>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smaple</Template>
  <TotalTime>10365</TotalTime>
  <Words>2387</Words>
  <Application>Microsoft Office PowerPoint</Application>
  <PresentationFormat>Widescreen</PresentationFormat>
  <Paragraphs>286</Paragraphs>
  <Slides>35</Slides>
  <Notes>3</Notes>
  <HiddenSlides>0</HiddenSlides>
  <MMClips>0</MMClips>
  <ScaleCrop>false</ScaleCrop>
  <HeadingPairs>
    <vt:vector size="10" baseType="variant">
      <vt:variant>
        <vt:lpstr>Fonts Used</vt:lpstr>
      </vt:variant>
      <vt:variant>
        <vt:i4>13</vt:i4>
      </vt:variant>
      <vt:variant>
        <vt:lpstr>Theme</vt:lpstr>
      </vt:variant>
      <vt:variant>
        <vt:i4>2</vt:i4>
      </vt:variant>
      <vt:variant>
        <vt:lpstr>Embedded OLE Servers</vt:lpstr>
      </vt:variant>
      <vt:variant>
        <vt:i4>1</vt:i4>
      </vt:variant>
      <vt:variant>
        <vt:lpstr>Slide Titles</vt:lpstr>
      </vt:variant>
      <vt:variant>
        <vt:i4>35</vt:i4>
      </vt:variant>
      <vt:variant>
        <vt:lpstr>Custom Shows</vt:lpstr>
      </vt:variant>
      <vt:variant>
        <vt:i4>1</vt:i4>
      </vt:variant>
    </vt:vector>
  </HeadingPairs>
  <TitlesOfParts>
    <vt:vector size="52" baseType="lpstr">
      <vt:lpstr>Arial Unicode MS</vt:lpstr>
      <vt:lpstr>SimSun</vt:lpstr>
      <vt:lpstr>Arial</vt:lpstr>
      <vt:lpstr>Arial</vt:lpstr>
      <vt:lpstr>Calibri</vt:lpstr>
      <vt:lpstr>Calibri Light</vt:lpstr>
      <vt:lpstr>Cambria</vt:lpstr>
      <vt:lpstr>Casper</vt:lpstr>
      <vt:lpstr>HelveticaNeue-Light</vt:lpstr>
      <vt:lpstr>Karla</vt:lpstr>
      <vt:lpstr>Raleway ExtraBold</vt:lpstr>
      <vt:lpstr>Segoe UI</vt:lpstr>
      <vt:lpstr>Times New Roman</vt:lpstr>
      <vt:lpstr>1_Office Theme</vt:lpstr>
      <vt:lpstr>Contents Slide Master</vt:lpstr>
      <vt:lpstr>CorelDRAW</vt:lpstr>
      <vt:lpstr>PowerPoint Presentation</vt:lpstr>
      <vt:lpstr>Course Outcome </vt:lpstr>
      <vt:lpstr>SYLLABUS</vt:lpstr>
      <vt:lpstr>Introduction of  Biosensors</vt:lpstr>
      <vt:lpstr>PowerPoint Presentation</vt:lpstr>
      <vt:lpstr>Biosensor</vt:lpstr>
      <vt:lpstr>PowerPoint Presentation</vt:lpstr>
      <vt:lpstr>GENERAL FEATURES OF BIOSENSOR</vt:lpstr>
      <vt:lpstr>PowerPoint Presentation</vt:lpstr>
      <vt:lpstr>Basic Principle of Biosensor</vt:lpstr>
      <vt:lpstr>Working Principle of Biosensor</vt:lpstr>
      <vt:lpstr>PowerPoint Presentation</vt:lpstr>
      <vt:lpstr>PowerPoint Presentation</vt:lpstr>
      <vt:lpstr>PowerPoint Presentation</vt:lpstr>
      <vt:lpstr>Types of biosensors</vt:lpstr>
      <vt:lpstr>Ion Sensitive Biosensor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Glucose Sensors </vt:lpstr>
      <vt:lpstr>PowerPoint Presentation</vt:lpstr>
      <vt:lpstr>PowerPoint Presentation</vt:lpstr>
      <vt:lpstr>PowerPoint Presentation</vt:lpstr>
      <vt:lpstr>PowerPoint Presentation</vt:lpstr>
      <vt:lpstr>Applications of Biosensors</vt:lpstr>
      <vt:lpstr>Applications of Biosensors</vt:lpstr>
      <vt:lpstr>PowerPoint Presentation</vt:lpstr>
      <vt:lpstr>PowerPoint Presentation</vt:lpstr>
      <vt:lpstr>REFERENCES    </vt:lpstr>
      <vt:lpstr>PowerPoint Presentation</vt:lpstr>
      <vt:lpstr>Custom Show 1</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Lecure 20 transducers</dc:title>
  <dc:creator>Branding</dc:creator>
  <cp:lastModifiedBy>Microsoft account</cp:lastModifiedBy>
  <cp:revision>773</cp:revision>
  <dcterms:created xsi:type="dcterms:W3CDTF">2019-01-09T10:33:58Z</dcterms:created>
  <dcterms:modified xsi:type="dcterms:W3CDTF">2023-07-05T15:01:59Z</dcterms:modified>
</cp:coreProperties>
</file>