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02" r:id="rId2"/>
  </p:sldMasterIdLst>
  <p:notesMasterIdLst>
    <p:notesMasterId r:id="rId36"/>
  </p:notesMasterIdLst>
  <p:handoutMasterIdLst>
    <p:handoutMasterId r:id="rId37"/>
  </p:handoutMasterIdLst>
  <p:sldIdLst>
    <p:sldId id="295" r:id="rId3"/>
    <p:sldId id="303" r:id="rId4"/>
    <p:sldId id="363" r:id="rId5"/>
    <p:sldId id="311" r:id="rId6"/>
    <p:sldId id="368" r:id="rId7"/>
    <p:sldId id="408" r:id="rId8"/>
    <p:sldId id="369" r:id="rId9"/>
    <p:sldId id="370" r:id="rId10"/>
    <p:sldId id="371" r:id="rId11"/>
    <p:sldId id="372" r:id="rId12"/>
    <p:sldId id="374" r:id="rId13"/>
    <p:sldId id="412" r:id="rId14"/>
    <p:sldId id="413" r:id="rId15"/>
    <p:sldId id="414" r:id="rId16"/>
    <p:sldId id="415" r:id="rId17"/>
    <p:sldId id="416" r:id="rId18"/>
    <p:sldId id="417" r:id="rId19"/>
    <p:sldId id="418" r:id="rId20"/>
    <p:sldId id="419" r:id="rId21"/>
    <p:sldId id="420" r:id="rId22"/>
    <p:sldId id="421" r:id="rId23"/>
    <p:sldId id="422" r:id="rId24"/>
    <p:sldId id="373" r:id="rId25"/>
    <p:sldId id="382" r:id="rId26"/>
    <p:sldId id="409" r:id="rId27"/>
    <p:sldId id="399" r:id="rId28"/>
    <p:sldId id="410" r:id="rId29"/>
    <p:sldId id="400" r:id="rId30"/>
    <p:sldId id="403" r:id="rId31"/>
    <p:sldId id="402" r:id="rId32"/>
    <p:sldId id="407" r:id="rId33"/>
    <p:sldId id="284" r:id="rId34"/>
    <p:sldId id="27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4" autoAdjust="0"/>
    <p:restoredTop sz="88755" autoAdjust="0"/>
  </p:normalViewPr>
  <p:slideViewPr>
    <p:cSldViewPr snapToGrid="0">
      <p:cViewPr varScale="1">
        <p:scale>
          <a:sx n="66" d="100"/>
          <a:sy n="66" d="100"/>
        </p:scale>
        <p:origin x="68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46"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26A1B98F-582E-4205-973E-D99F2D4BC411}"/>
    <pc:docChg chg="undo redo custSel delSld modSld">
      <pc:chgData name="Devinder Kaur" userId="89161a673412ba18" providerId="LiveId" clId="{26A1B98F-582E-4205-973E-D99F2D4BC411}" dt="2022-02-25T13:16:54.150" v="35" actId="113"/>
      <pc:docMkLst>
        <pc:docMk/>
      </pc:docMkLst>
      <pc:sldChg chg="modSp mod">
        <pc:chgData name="Devinder Kaur" userId="89161a673412ba18" providerId="LiveId" clId="{26A1B98F-582E-4205-973E-D99F2D4BC411}" dt="2022-02-25T04:58:51.339" v="1" actId="403"/>
        <pc:sldMkLst>
          <pc:docMk/>
          <pc:sldMk cId="2162987340" sldId="366"/>
        </pc:sldMkLst>
        <pc:spChg chg="mod">
          <ac:chgData name="Devinder Kaur" userId="89161a673412ba18" providerId="LiveId" clId="{26A1B98F-582E-4205-973E-D99F2D4BC411}" dt="2022-02-25T04:58:51.339" v="1" actId="403"/>
          <ac:spMkLst>
            <pc:docMk/>
            <pc:sldMk cId="2162987340" sldId="366"/>
            <ac:spMk id="3" creationId="{3CCF1883-CC5F-445E-8BDC-3B19EAD5519A}"/>
          </ac:spMkLst>
        </pc:spChg>
      </pc:sldChg>
      <pc:sldChg chg="modSp mod">
        <pc:chgData name="Devinder Kaur" userId="89161a673412ba18" providerId="LiveId" clId="{26A1B98F-582E-4205-973E-D99F2D4BC411}" dt="2022-02-25T04:59:56.554" v="2" actId="14100"/>
        <pc:sldMkLst>
          <pc:docMk/>
          <pc:sldMk cId="3519745377" sldId="372"/>
        </pc:sldMkLst>
        <pc:picChg chg="mod">
          <ac:chgData name="Devinder Kaur" userId="89161a673412ba18" providerId="LiveId" clId="{26A1B98F-582E-4205-973E-D99F2D4BC411}" dt="2022-02-25T04:59:56.554" v="2" actId="14100"/>
          <ac:picMkLst>
            <pc:docMk/>
            <pc:sldMk cId="3519745377" sldId="372"/>
            <ac:picMk id="6" creationId="{F90ED6AB-8AFA-4D9D-8E9D-7B931471C181}"/>
          </ac:picMkLst>
        </pc:picChg>
      </pc:sldChg>
      <pc:sldChg chg="modSp mod">
        <pc:chgData name="Devinder Kaur" userId="89161a673412ba18" providerId="LiveId" clId="{26A1B98F-582E-4205-973E-D99F2D4BC411}" dt="2022-02-25T13:16:54.150" v="35" actId="113"/>
        <pc:sldMkLst>
          <pc:docMk/>
          <pc:sldMk cId="2372984191" sldId="373"/>
        </pc:sldMkLst>
        <pc:spChg chg="mod">
          <ac:chgData name="Devinder Kaur" userId="89161a673412ba18" providerId="LiveId" clId="{26A1B98F-582E-4205-973E-D99F2D4BC411}" dt="2022-02-25T13:16:54.150" v="35" actId="113"/>
          <ac:spMkLst>
            <pc:docMk/>
            <pc:sldMk cId="2372984191" sldId="373"/>
            <ac:spMk id="3" creationId="{EC6C2FD7-6C5D-465B-B774-D90443649B18}"/>
          </ac:spMkLst>
        </pc:spChg>
      </pc:sldChg>
      <pc:sldChg chg="del">
        <pc:chgData name="Devinder Kaur" userId="89161a673412ba18" providerId="LiveId" clId="{26A1B98F-582E-4205-973E-D99F2D4BC411}" dt="2022-02-25T13:10:57.812" v="3" actId="47"/>
        <pc:sldMkLst>
          <pc:docMk/>
          <pc:sldMk cId="3431189056" sldId="390"/>
        </pc:sldMkLst>
      </pc:sldChg>
      <pc:sldChg chg="del">
        <pc:chgData name="Devinder Kaur" userId="89161a673412ba18" providerId="LiveId" clId="{26A1B98F-582E-4205-973E-D99F2D4BC411}" dt="2022-02-25T13:10:57.812" v="3" actId="47"/>
        <pc:sldMkLst>
          <pc:docMk/>
          <pc:sldMk cId="967364472" sldId="391"/>
        </pc:sldMkLst>
      </pc:sldChg>
    </pc:docChg>
  </pc:docChgLst>
  <pc:docChgLst>
    <pc:chgData name="Devinder Kaur" userId="89161a673412ba18" providerId="LiveId" clId="{9FBD484C-5E78-4A9F-8407-77F54B71F664}"/>
    <pc:docChg chg="custSel modSld">
      <pc:chgData name="Devinder Kaur" userId="89161a673412ba18" providerId="LiveId" clId="{9FBD484C-5E78-4A9F-8407-77F54B71F664}" dt="2022-09-29T06:39:33.262" v="5" actId="14100"/>
      <pc:docMkLst>
        <pc:docMk/>
      </pc:docMkLst>
      <pc:sldChg chg="addSp delSp modSp mod">
        <pc:chgData name="Devinder Kaur" userId="89161a673412ba18" providerId="LiveId" clId="{9FBD484C-5E78-4A9F-8407-77F54B71F664}" dt="2022-09-29T06:39:33.262" v="5" actId="14100"/>
        <pc:sldMkLst>
          <pc:docMk/>
          <pc:sldMk cId="3519745377" sldId="372"/>
        </pc:sldMkLst>
        <pc:picChg chg="del">
          <ac:chgData name="Devinder Kaur" userId="89161a673412ba18" providerId="LiveId" clId="{9FBD484C-5E78-4A9F-8407-77F54B71F664}" dt="2022-09-29T06:39:20.006" v="0" actId="478"/>
          <ac:picMkLst>
            <pc:docMk/>
            <pc:sldMk cId="3519745377" sldId="372"/>
            <ac:picMk id="5" creationId="{B413F9AC-7228-4F93-AECE-430794CD8135}"/>
          </ac:picMkLst>
        </pc:picChg>
        <pc:picChg chg="add mod">
          <ac:chgData name="Devinder Kaur" userId="89161a673412ba18" providerId="LiveId" clId="{9FBD484C-5E78-4A9F-8407-77F54B71F664}" dt="2022-09-29T06:39:33.262" v="5" actId="14100"/>
          <ac:picMkLst>
            <pc:docMk/>
            <pc:sldMk cId="3519745377" sldId="372"/>
            <ac:picMk id="1026" creationId="{016E9E60-0ED1-4DAE-7CBD-82198E65A4A7}"/>
          </ac:picMkLst>
        </pc:picChg>
      </pc:sldChg>
    </pc:docChg>
  </pc:docChgLst>
  <pc:docChgLst>
    <pc:chgData name="Devinder Kaur" userId="89161a673412ba18" providerId="LiveId" clId="{EDFD3AAE-754A-4AEA-8902-40C984BE7542}"/>
    <pc:docChg chg="custSel addSld delSld modSld">
      <pc:chgData name="Devinder Kaur" userId="89161a673412ba18" providerId="LiveId" clId="{EDFD3AAE-754A-4AEA-8902-40C984BE7542}" dt="2022-03-04T10:21:58.261" v="373" actId="14100"/>
      <pc:docMkLst>
        <pc:docMk/>
      </pc:docMkLst>
      <pc:sldChg chg="modSp mod">
        <pc:chgData name="Devinder Kaur" userId="89161a673412ba18" providerId="LiveId" clId="{EDFD3AAE-754A-4AEA-8902-40C984BE7542}" dt="2022-03-03T07:53:16.210" v="178" actId="14100"/>
        <pc:sldMkLst>
          <pc:docMk/>
          <pc:sldMk cId="0" sldId="256"/>
        </pc:sldMkLst>
        <pc:spChg chg="mod">
          <ac:chgData name="Devinder Kaur" userId="89161a673412ba18" providerId="LiveId" clId="{EDFD3AAE-754A-4AEA-8902-40C984BE7542}" dt="2022-03-03T07:53:05.087" v="176" actId="27636"/>
          <ac:spMkLst>
            <pc:docMk/>
            <pc:sldMk cId="0" sldId="256"/>
            <ac:spMk id="2" creationId="{26798197-3D87-4D23-9F7E-43EB0CA8BE8A}"/>
          </ac:spMkLst>
        </pc:spChg>
        <pc:spChg chg="mod">
          <ac:chgData name="Devinder Kaur" userId="89161a673412ba18" providerId="LiveId" clId="{EDFD3AAE-754A-4AEA-8902-40C984BE7542}" dt="2022-03-03T07:53:16.210" v="178" actId="14100"/>
          <ac:spMkLst>
            <pc:docMk/>
            <pc:sldMk cId="0" sldId="256"/>
            <ac:spMk id="3" creationId="{86A47891-9DBC-4D1B-9237-766D45B2A717}"/>
          </ac:spMkLst>
        </pc:spChg>
      </pc:sldChg>
      <pc:sldChg chg="modSp mod">
        <pc:chgData name="Devinder Kaur" userId="89161a673412ba18" providerId="LiveId" clId="{EDFD3AAE-754A-4AEA-8902-40C984BE7542}" dt="2022-03-03T07:55:13.435" v="187" actId="403"/>
        <pc:sldMkLst>
          <pc:docMk/>
          <pc:sldMk cId="0" sldId="257"/>
        </pc:sldMkLst>
        <pc:spChg chg="mod">
          <ac:chgData name="Devinder Kaur" userId="89161a673412ba18" providerId="LiveId" clId="{EDFD3AAE-754A-4AEA-8902-40C984BE7542}" dt="2022-03-03T07:55:13.435" v="187" actId="403"/>
          <ac:spMkLst>
            <pc:docMk/>
            <pc:sldMk cId="0" sldId="257"/>
            <ac:spMk id="3" creationId="{DB3BB65F-E36A-4A8D-94C0-57FA2393A98B}"/>
          </ac:spMkLst>
        </pc:spChg>
      </pc:sldChg>
      <pc:sldChg chg="del">
        <pc:chgData name="Devinder Kaur" userId="89161a673412ba18" providerId="LiveId" clId="{EDFD3AAE-754A-4AEA-8902-40C984BE7542}" dt="2022-02-25T13:52:24.351" v="120" actId="47"/>
        <pc:sldMkLst>
          <pc:docMk/>
          <pc:sldMk cId="0" sldId="265"/>
        </pc:sldMkLst>
      </pc:sldChg>
      <pc:sldChg chg="del">
        <pc:chgData name="Devinder Kaur" userId="89161a673412ba18" providerId="LiveId" clId="{EDFD3AAE-754A-4AEA-8902-40C984BE7542}" dt="2022-02-25T13:52:24.351" v="120" actId="47"/>
        <pc:sldMkLst>
          <pc:docMk/>
          <pc:sldMk cId="3780467633" sldId="282"/>
        </pc:sldMkLst>
      </pc:sldChg>
      <pc:sldChg chg="del">
        <pc:chgData name="Devinder Kaur" userId="89161a673412ba18" providerId="LiveId" clId="{EDFD3AAE-754A-4AEA-8902-40C984BE7542}" dt="2022-02-25T13:52:24.351" v="120" actId="47"/>
        <pc:sldMkLst>
          <pc:docMk/>
          <pc:sldMk cId="0" sldId="299"/>
        </pc:sldMkLst>
      </pc:sldChg>
      <pc:sldChg chg="modSp mod">
        <pc:chgData name="Devinder Kaur" userId="89161a673412ba18" providerId="LiveId" clId="{EDFD3AAE-754A-4AEA-8902-40C984BE7542}" dt="2022-03-03T07:55:31.536" v="192" actId="14100"/>
        <pc:sldMkLst>
          <pc:docMk/>
          <pc:sldMk cId="0" sldId="312"/>
        </pc:sldMkLst>
        <pc:spChg chg="mod">
          <ac:chgData name="Devinder Kaur" userId="89161a673412ba18" providerId="LiveId" clId="{EDFD3AAE-754A-4AEA-8902-40C984BE7542}" dt="2022-03-03T07:55:31.536" v="192" actId="14100"/>
          <ac:spMkLst>
            <pc:docMk/>
            <pc:sldMk cId="0" sldId="312"/>
            <ac:spMk id="3" creationId="{9BFECE51-56C4-41AD-B4A4-1E6C8539E338}"/>
          </ac:spMkLst>
        </pc:spChg>
      </pc:sldChg>
      <pc:sldChg chg="modSp del mod">
        <pc:chgData name="Devinder Kaur" userId="89161a673412ba18" providerId="LiveId" clId="{EDFD3AAE-754A-4AEA-8902-40C984BE7542}" dt="2022-02-25T13:47:59.157" v="59" actId="47"/>
        <pc:sldMkLst>
          <pc:docMk/>
          <pc:sldMk cId="2162987340" sldId="366"/>
        </pc:sldMkLst>
        <pc:spChg chg="mod">
          <ac:chgData name="Devinder Kaur" userId="89161a673412ba18" providerId="LiveId" clId="{EDFD3AAE-754A-4AEA-8902-40C984BE7542}" dt="2022-02-25T13:47:50.595" v="56" actId="21"/>
          <ac:spMkLst>
            <pc:docMk/>
            <pc:sldMk cId="2162987340" sldId="366"/>
            <ac:spMk id="3" creationId="{3CCF1883-CC5F-445E-8BDC-3B19EAD5519A}"/>
          </ac:spMkLst>
        </pc:spChg>
      </pc:sldChg>
      <pc:sldChg chg="modSp mod">
        <pc:chgData name="Devinder Kaur" userId="89161a673412ba18" providerId="LiveId" clId="{EDFD3AAE-754A-4AEA-8902-40C984BE7542}" dt="2022-02-25T13:54:22.350" v="136" actId="27636"/>
        <pc:sldMkLst>
          <pc:docMk/>
          <pc:sldMk cId="2837700395" sldId="369"/>
        </pc:sldMkLst>
        <pc:spChg chg="mod">
          <ac:chgData name="Devinder Kaur" userId="89161a673412ba18" providerId="LiveId" clId="{EDFD3AAE-754A-4AEA-8902-40C984BE7542}" dt="2022-02-25T13:54:22.350" v="136" actId="27636"/>
          <ac:spMkLst>
            <pc:docMk/>
            <pc:sldMk cId="2837700395" sldId="369"/>
            <ac:spMk id="3" creationId="{EB07C7C6-5459-41B1-B473-B1D0FB4B1690}"/>
          </ac:spMkLst>
        </pc:spChg>
      </pc:sldChg>
      <pc:sldChg chg="modSp mod">
        <pc:chgData name="Devinder Kaur" userId="89161a673412ba18" providerId="LiveId" clId="{EDFD3AAE-754A-4AEA-8902-40C984BE7542}" dt="2022-02-25T13:47:55.846" v="58"/>
        <pc:sldMkLst>
          <pc:docMk/>
          <pc:sldMk cId="1745916977" sldId="370"/>
        </pc:sldMkLst>
        <pc:spChg chg="mod">
          <ac:chgData name="Devinder Kaur" userId="89161a673412ba18" providerId="LiveId" clId="{EDFD3AAE-754A-4AEA-8902-40C984BE7542}" dt="2022-02-25T13:46:22.901" v="53" actId="14100"/>
          <ac:spMkLst>
            <pc:docMk/>
            <pc:sldMk cId="1745916977" sldId="370"/>
            <ac:spMk id="2" creationId="{B304109E-1A5E-4458-80F9-9151630EDC2B}"/>
          </ac:spMkLst>
        </pc:spChg>
        <pc:spChg chg="mod">
          <ac:chgData name="Devinder Kaur" userId="89161a673412ba18" providerId="LiveId" clId="{EDFD3AAE-754A-4AEA-8902-40C984BE7542}" dt="2022-02-25T13:47:55.846" v="58"/>
          <ac:spMkLst>
            <pc:docMk/>
            <pc:sldMk cId="1745916977" sldId="370"/>
            <ac:spMk id="3" creationId="{C7212DE9-C07F-4F33-BDFC-37D945BED629}"/>
          </ac:spMkLst>
        </pc:spChg>
      </pc:sldChg>
      <pc:sldChg chg="addSp modSp mod">
        <pc:chgData name="Devinder Kaur" userId="89161a673412ba18" providerId="LiveId" clId="{EDFD3AAE-754A-4AEA-8902-40C984BE7542}" dt="2022-03-04T10:21:58.261" v="373" actId="14100"/>
        <pc:sldMkLst>
          <pc:docMk/>
          <pc:sldMk cId="3519745377" sldId="372"/>
        </pc:sldMkLst>
        <pc:picChg chg="add mod">
          <ac:chgData name="Devinder Kaur" userId="89161a673412ba18" providerId="LiveId" clId="{EDFD3AAE-754A-4AEA-8902-40C984BE7542}" dt="2022-03-04T10:21:58.261" v="373" actId="14100"/>
          <ac:picMkLst>
            <pc:docMk/>
            <pc:sldMk cId="3519745377" sldId="372"/>
            <ac:picMk id="5" creationId="{B413F9AC-7228-4F93-AECE-430794CD8135}"/>
          </ac:picMkLst>
        </pc:picChg>
      </pc:sldChg>
      <pc:sldChg chg="modSp mod">
        <pc:chgData name="Devinder Kaur" userId="89161a673412ba18" providerId="LiveId" clId="{EDFD3AAE-754A-4AEA-8902-40C984BE7542}" dt="2022-02-25T13:50:14.772" v="91" actId="27636"/>
        <pc:sldMkLst>
          <pc:docMk/>
          <pc:sldMk cId="2372984191" sldId="373"/>
        </pc:sldMkLst>
        <pc:spChg chg="mod">
          <ac:chgData name="Devinder Kaur" userId="89161a673412ba18" providerId="LiveId" clId="{EDFD3AAE-754A-4AEA-8902-40C984BE7542}" dt="2022-02-25T13:49:36.379" v="82" actId="14100"/>
          <ac:spMkLst>
            <pc:docMk/>
            <pc:sldMk cId="2372984191" sldId="373"/>
            <ac:spMk id="2" creationId="{BE992E09-6593-408A-AABA-5CDF0DC6678A}"/>
          </ac:spMkLst>
        </pc:spChg>
        <pc:spChg chg="mod">
          <ac:chgData name="Devinder Kaur" userId="89161a673412ba18" providerId="LiveId" clId="{EDFD3AAE-754A-4AEA-8902-40C984BE7542}" dt="2022-02-25T13:50:14.772" v="91" actId="27636"/>
          <ac:spMkLst>
            <pc:docMk/>
            <pc:sldMk cId="2372984191" sldId="373"/>
            <ac:spMk id="3" creationId="{EC6C2FD7-6C5D-465B-B774-D90443649B18}"/>
          </ac:spMkLst>
        </pc:spChg>
      </pc:sldChg>
      <pc:sldChg chg="modSp mod">
        <pc:chgData name="Devinder Kaur" userId="89161a673412ba18" providerId="LiveId" clId="{EDFD3AAE-754A-4AEA-8902-40C984BE7542}" dt="2022-02-25T13:49:17.960" v="81" actId="403"/>
        <pc:sldMkLst>
          <pc:docMk/>
          <pc:sldMk cId="977925182" sldId="374"/>
        </pc:sldMkLst>
        <pc:spChg chg="mod">
          <ac:chgData name="Devinder Kaur" userId="89161a673412ba18" providerId="LiveId" clId="{EDFD3AAE-754A-4AEA-8902-40C984BE7542}" dt="2022-02-25T13:49:17.960" v="81" actId="403"/>
          <ac:spMkLst>
            <pc:docMk/>
            <pc:sldMk cId="977925182" sldId="374"/>
            <ac:spMk id="3" creationId="{E012FF1E-B161-4B03-A56A-15025E97F178}"/>
          </ac:spMkLst>
        </pc:spChg>
      </pc:sldChg>
      <pc:sldChg chg="modSp mod">
        <pc:chgData name="Devinder Kaur" userId="89161a673412ba18" providerId="LiveId" clId="{EDFD3AAE-754A-4AEA-8902-40C984BE7542}" dt="2022-03-03T07:56:05.247" v="203" actId="14100"/>
        <pc:sldMkLst>
          <pc:docMk/>
          <pc:sldMk cId="0" sldId="375"/>
        </pc:sldMkLst>
        <pc:spChg chg="mod">
          <ac:chgData name="Devinder Kaur" userId="89161a673412ba18" providerId="LiveId" clId="{EDFD3AAE-754A-4AEA-8902-40C984BE7542}" dt="2022-03-03T07:56:05.247" v="203" actId="14100"/>
          <ac:spMkLst>
            <pc:docMk/>
            <pc:sldMk cId="0" sldId="375"/>
            <ac:spMk id="2" creationId="{191EB587-1915-4AE9-B578-E1054AA65327}"/>
          </ac:spMkLst>
        </pc:spChg>
        <pc:spChg chg="mod">
          <ac:chgData name="Devinder Kaur" userId="89161a673412ba18" providerId="LiveId" clId="{EDFD3AAE-754A-4AEA-8902-40C984BE7542}" dt="2022-03-03T07:55:55.960" v="201" actId="27636"/>
          <ac:spMkLst>
            <pc:docMk/>
            <pc:sldMk cId="0" sldId="375"/>
            <ac:spMk id="18435" creationId="{128F182B-4F41-492C-B981-3AF28F475FC2}"/>
          </ac:spMkLst>
        </pc:spChg>
      </pc:sldChg>
      <pc:sldChg chg="modSp mod">
        <pc:chgData name="Devinder Kaur" userId="89161a673412ba18" providerId="LiveId" clId="{EDFD3AAE-754A-4AEA-8902-40C984BE7542}" dt="2022-03-03T07:56:34.564" v="211" actId="403"/>
        <pc:sldMkLst>
          <pc:docMk/>
          <pc:sldMk cId="0" sldId="377"/>
        </pc:sldMkLst>
        <pc:spChg chg="mod">
          <ac:chgData name="Devinder Kaur" userId="89161a673412ba18" providerId="LiveId" clId="{EDFD3AAE-754A-4AEA-8902-40C984BE7542}" dt="2022-03-03T07:56:18.896" v="205" actId="14100"/>
          <ac:spMkLst>
            <pc:docMk/>
            <pc:sldMk cId="0" sldId="377"/>
            <ac:spMk id="2" creationId="{6317B31E-66B7-47A8-A9DB-B1E29C0763B6}"/>
          </ac:spMkLst>
        </pc:spChg>
        <pc:spChg chg="mod">
          <ac:chgData name="Devinder Kaur" userId="89161a673412ba18" providerId="LiveId" clId="{EDFD3AAE-754A-4AEA-8902-40C984BE7542}" dt="2022-03-03T07:56:34.564" v="211" actId="403"/>
          <ac:spMkLst>
            <pc:docMk/>
            <pc:sldMk cId="0" sldId="377"/>
            <ac:spMk id="20483" creationId="{C9BCB057-D07C-419F-B0C6-6FA377D30E7D}"/>
          </ac:spMkLst>
        </pc:spChg>
      </pc:sldChg>
      <pc:sldChg chg="del">
        <pc:chgData name="Devinder Kaur" userId="89161a673412ba18" providerId="LiveId" clId="{EDFD3AAE-754A-4AEA-8902-40C984BE7542}" dt="2022-02-25T13:52:24.351" v="120" actId="47"/>
        <pc:sldMkLst>
          <pc:docMk/>
          <pc:sldMk cId="3331931051" sldId="377"/>
        </pc:sldMkLst>
      </pc:sldChg>
      <pc:sldChg chg="modSp del mod">
        <pc:chgData name="Devinder Kaur" userId="89161a673412ba18" providerId="LiveId" clId="{EDFD3AAE-754A-4AEA-8902-40C984BE7542}" dt="2022-02-25T13:50:21.877" v="92" actId="47"/>
        <pc:sldMkLst>
          <pc:docMk/>
          <pc:sldMk cId="1356807282" sldId="380"/>
        </pc:sldMkLst>
        <pc:spChg chg="mod">
          <ac:chgData name="Devinder Kaur" userId="89161a673412ba18" providerId="LiveId" clId="{EDFD3AAE-754A-4AEA-8902-40C984BE7542}" dt="2022-02-25T13:50:06.279" v="86" actId="21"/>
          <ac:spMkLst>
            <pc:docMk/>
            <pc:sldMk cId="1356807282" sldId="380"/>
            <ac:spMk id="3" creationId="{BF270321-5404-4DD1-A518-9EEB0CE1BD75}"/>
          </ac:spMkLst>
        </pc:spChg>
      </pc:sldChg>
      <pc:sldChg chg="del">
        <pc:chgData name="Devinder Kaur" userId="89161a673412ba18" providerId="LiveId" clId="{EDFD3AAE-754A-4AEA-8902-40C984BE7542}" dt="2022-02-25T13:52:24.351" v="120" actId="47"/>
        <pc:sldMkLst>
          <pc:docMk/>
          <pc:sldMk cId="568401923" sldId="381"/>
        </pc:sldMkLst>
      </pc:sldChg>
      <pc:sldChg chg="modSp mod">
        <pc:chgData name="Devinder Kaur" userId="89161a673412ba18" providerId="LiveId" clId="{EDFD3AAE-754A-4AEA-8902-40C984BE7542}" dt="2022-02-25T13:55:19.484" v="140" actId="2711"/>
        <pc:sldMkLst>
          <pc:docMk/>
          <pc:sldMk cId="1898853014" sldId="382"/>
        </pc:sldMkLst>
        <pc:spChg chg="mod">
          <ac:chgData name="Devinder Kaur" userId="89161a673412ba18" providerId="LiveId" clId="{EDFD3AAE-754A-4AEA-8902-40C984BE7542}" dt="2022-02-25T13:51:21.766" v="112" actId="1035"/>
          <ac:spMkLst>
            <pc:docMk/>
            <pc:sldMk cId="1898853014" sldId="382"/>
            <ac:spMk id="2" creationId="{0856D4E3-60A1-4769-9EAE-25400053B776}"/>
          </ac:spMkLst>
        </pc:spChg>
        <pc:spChg chg="mod">
          <ac:chgData name="Devinder Kaur" userId="89161a673412ba18" providerId="LiveId" clId="{EDFD3AAE-754A-4AEA-8902-40C984BE7542}" dt="2022-02-25T13:55:19.484" v="140" actId="2711"/>
          <ac:spMkLst>
            <pc:docMk/>
            <pc:sldMk cId="1898853014" sldId="382"/>
            <ac:spMk id="3" creationId="{6E14AD09-3C6C-400E-983A-CB850164D4E1}"/>
          </ac:spMkLst>
        </pc:spChg>
      </pc:sldChg>
      <pc:sldChg chg="del">
        <pc:chgData name="Devinder Kaur" userId="89161a673412ba18" providerId="LiveId" clId="{EDFD3AAE-754A-4AEA-8902-40C984BE7542}" dt="2022-02-25T13:52:24.351" v="120" actId="47"/>
        <pc:sldMkLst>
          <pc:docMk/>
          <pc:sldMk cId="1036852502" sldId="383"/>
        </pc:sldMkLst>
      </pc:sldChg>
      <pc:sldChg chg="del">
        <pc:chgData name="Devinder Kaur" userId="89161a673412ba18" providerId="LiveId" clId="{EDFD3AAE-754A-4AEA-8902-40C984BE7542}" dt="2022-02-25T13:52:24.351" v="120" actId="47"/>
        <pc:sldMkLst>
          <pc:docMk/>
          <pc:sldMk cId="888649824" sldId="384"/>
        </pc:sldMkLst>
      </pc:sldChg>
      <pc:sldChg chg="del">
        <pc:chgData name="Devinder Kaur" userId="89161a673412ba18" providerId="LiveId" clId="{EDFD3AAE-754A-4AEA-8902-40C984BE7542}" dt="2022-02-25T13:52:24.351" v="120" actId="47"/>
        <pc:sldMkLst>
          <pc:docMk/>
          <pc:sldMk cId="1642941603" sldId="385"/>
        </pc:sldMkLst>
      </pc:sldChg>
      <pc:sldChg chg="modSp mod">
        <pc:chgData name="Devinder Kaur" userId="89161a673412ba18" providerId="LiveId" clId="{EDFD3AAE-754A-4AEA-8902-40C984BE7542}" dt="2022-03-03T07:58:36.335" v="332" actId="1076"/>
        <pc:sldMkLst>
          <pc:docMk/>
          <pc:sldMk cId="0" sldId="386"/>
        </pc:sldMkLst>
        <pc:spChg chg="mod">
          <ac:chgData name="Devinder Kaur" userId="89161a673412ba18" providerId="LiveId" clId="{EDFD3AAE-754A-4AEA-8902-40C984BE7542}" dt="2022-03-03T07:56:49.406" v="214" actId="14100"/>
          <ac:spMkLst>
            <pc:docMk/>
            <pc:sldMk cId="0" sldId="386"/>
            <ac:spMk id="2" creationId="{2C5DB000-7262-4358-8E1B-54CB26BCD26C}"/>
          </ac:spMkLst>
        </pc:spChg>
        <pc:spChg chg="mod">
          <ac:chgData name="Devinder Kaur" userId="89161a673412ba18" providerId="LiveId" clId="{EDFD3AAE-754A-4AEA-8902-40C984BE7542}" dt="2022-03-03T07:57:36.762" v="294" actId="20577"/>
          <ac:spMkLst>
            <pc:docMk/>
            <pc:sldMk cId="0" sldId="386"/>
            <ac:spMk id="3" creationId="{91A3D4D3-3FC9-4D3B-AB48-9F79C53578C5}"/>
          </ac:spMkLst>
        </pc:spChg>
        <pc:picChg chg="mod">
          <ac:chgData name="Devinder Kaur" userId="89161a673412ba18" providerId="LiveId" clId="{EDFD3AAE-754A-4AEA-8902-40C984BE7542}" dt="2022-03-03T07:58:36.335" v="332" actId="1076"/>
          <ac:picMkLst>
            <pc:docMk/>
            <pc:sldMk cId="0" sldId="386"/>
            <ac:picMk id="21511" creationId="{AC80A485-A00F-4EBF-AF3D-1D11373681E7}"/>
          </ac:picMkLst>
        </pc:picChg>
        <pc:cxnChg chg="mod">
          <ac:chgData name="Devinder Kaur" userId="89161a673412ba18" providerId="LiveId" clId="{EDFD3AAE-754A-4AEA-8902-40C984BE7542}" dt="2022-03-03T07:58:18.630" v="329" actId="553"/>
          <ac:cxnSpMkLst>
            <pc:docMk/>
            <pc:sldMk cId="0" sldId="386"/>
            <ac:cxnSpMk id="6" creationId="{07357BC3-9F0A-41BF-9BFD-1A5C013184A4}"/>
          </ac:cxnSpMkLst>
        </pc:cxnChg>
        <pc:cxnChg chg="mod">
          <ac:chgData name="Devinder Kaur" userId="89161a673412ba18" providerId="LiveId" clId="{EDFD3AAE-754A-4AEA-8902-40C984BE7542}" dt="2022-03-03T07:58:18.630" v="329" actId="553"/>
          <ac:cxnSpMkLst>
            <pc:docMk/>
            <pc:sldMk cId="0" sldId="386"/>
            <ac:cxnSpMk id="7" creationId="{1B40B77F-B9C8-46C7-AE58-DA923E435D19}"/>
          </ac:cxnSpMkLst>
        </pc:cxnChg>
      </pc:sldChg>
      <pc:sldChg chg="del">
        <pc:chgData name="Devinder Kaur" userId="89161a673412ba18" providerId="LiveId" clId="{EDFD3AAE-754A-4AEA-8902-40C984BE7542}" dt="2022-02-25T13:52:24.351" v="120" actId="47"/>
        <pc:sldMkLst>
          <pc:docMk/>
          <pc:sldMk cId="2062129734" sldId="386"/>
        </pc:sldMkLst>
      </pc:sldChg>
      <pc:sldChg chg="modSp mod">
        <pc:chgData name="Devinder Kaur" userId="89161a673412ba18" providerId="LiveId" clId="{EDFD3AAE-754A-4AEA-8902-40C984BE7542}" dt="2022-03-03T07:59:04.679" v="338" actId="14100"/>
        <pc:sldMkLst>
          <pc:docMk/>
          <pc:sldMk cId="0" sldId="387"/>
        </pc:sldMkLst>
        <pc:spChg chg="mod">
          <ac:chgData name="Devinder Kaur" userId="89161a673412ba18" providerId="LiveId" clId="{EDFD3AAE-754A-4AEA-8902-40C984BE7542}" dt="2022-03-03T07:58:51.159" v="335" actId="14100"/>
          <ac:spMkLst>
            <pc:docMk/>
            <pc:sldMk cId="0" sldId="387"/>
            <ac:spMk id="2" creationId="{2B01E790-BCC4-4F20-A98C-2E80703120BB}"/>
          </ac:spMkLst>
        </pc:spChg>
        <pc:picChg chg="mod">
          <ac:chgData name="Devinder Kaur" userId="89161a673412ba18" providerId="LiveId" clId="{EDFD3AAE-754A-4AEA-8902-40C984BE7542}" dt="2022-03-03T07:59:04.679" v="338" actId="14100"/>
          <ac:picMkLst>
            <pc:docMk/>
            <pc:sldMk cId="0" sldId="387"/>
            <ac:picMk id="22533" creationId="{8762BAC0-6F01-4E84-9055-764B87D42E18}"/>
          </ac:picMkLst>
        </pc:picChg>
      </pc:sldChg>
      <pc:sldChg chg="del">
        <pc:chgData name="Devinder Kaur" userId="89161a673412ba18" providerId="LiveId" clId="{EDFD3AAE-754A-4AEA-8902-40C984BE7542}" dt="2022-02-25T13:52:24.351" v="120" actId="47"/>
        <pc:sldMkLst>
          <pc:docMk/>
          <pc:sldMk cId="3556963112" sldId="387"/>
        </pc:sldMkLst>
      </pc:sldChg>
      <pc:sldChg chg="delSp modSp mod">
        <pc:chgData name="Devinder Kaur" userId="89161a673412ba18" providerId="LiveId" clId="{EDFD3AAE-754A-4AEA-8902-40C984BE7542}" dt="2022-03-03T08:00:00.679" v="346" actId="14100"/>
        <pc:sldMkLst>
          <pc:docMk/>
          <pc:sldMk cId="0" sldId="388"/>
        </pc:sldMkLst>
        <pc:spChg chg="mod">
          <ac:chgData name="Devinder Kaur" userId="89161a673412ba18" providerId="LiveId" clId="{EDFD3AAE-754A-4AEA-8902-40C984BE7542}" dt="2022-03-03T07:59:44.879" v="341" actId="14100"/>
          <ac:spMkLst>
            <pc:docMk/>
            <pc:sldMk cId="0" sldId="388"/>
            <ac:spMk id="2" creationId="{952EA6BE-F992-4C24-8D79-A091CFC72170}"/>
          </ac:spMkLst>
        </pc:spChg>
        <pc:spChg chg="del">
          <ac:chgData name="Devinder Kaur" userId="89161a673412ba18" providerId="LiveId" clId="{EDFD3AAE-754A-4AEA-8902-40C984BE7542}" dt="2022-03-03T07:59:49.996" v="342" actId="478"/>
          <ac:spMkLst>
            <pc:docMk/>
            <pc:sldMk cId="0" sldId="388"/>
            <ac:spMk id="23555" creationId="{04C7B510-FBF9-4525-8688-EC2D2A839148}"/>
          </ac:spMkLst>
        </pc:spChg>
        <pc:picChg chg="mod">
          <ac:chgData name="Devinder Kaur" userId="89161a673412ba18" providerId="LiveId" clId="{EDFD3AAE-754A-4AEA-8902-40C984BE7542}" dt="2022-03-03T08:00:00.679" v="346" actId="14100"/>
          <ac:picMkLst>
            <pc:docMk/>
            <pc:sldMk cId="0" sldId="388"/>
            <ac:picMk id="23557" creationId="{03B49BD7-EE24-406A-BCD3-332A8482F430}"/>
          </ac:picMkLst>
        </pc:picChg>
      </pc:sldChg>
      <pc:sldChg chg="del">
        <pc:chgData name="Devinder Kaur" userId="89161a673412ba18" providerId="LiveId" clId="{EDFD3AAE-754A-4AEA-8902-40C984BE7542}" dt="2022-02-25T13:52:24.351" v="120" actId="47"/>
        <pc:sldMkLst>
          <pc:docMk/>
          <pc:sldMk cId="2890175649" sldId="388"/>
        </pc:sldMkLst>
      </pc:sldChg>
      <pc:sldChg chg="modSp mod">
        <pc:chgData name="Devinder Kaur" userId="89161a673412ba18" providerId="LiveId" clId="{EDFD3AAE-754A-4AEA-8902-40C984BE7542}" dt="2022-03-03T08:00:41.471" v="360" actId="14100"/>
        <pc:sldMkLst>
          <pc:docMk/>
          <pc:sldMk cId="0" sldId="389"/>
        </pc:sldMkLst>
        <pc:spChg chg="mod">
          <ac:chgData name="Devinder Kaur" userId="89161a673412ba18" providerId="LiveId" clId="{EDFD3AAE-754A-4AEA-8902-40C984BE7542}" dt="2022-03-03T08:00:16.327" v="350" actId="14100"/>
          <ac:spMkLst>
            <pc:docMk/>
            <pc:sldMk cId="0" sldId="389"/>
            <ac:spMk id="2" creationId="{206D152B-7801-4667-9BEF-660ABACD6977}"/>
          </ac:spMkLst>
        </pc:spChg>
        <pc:spChg chg="mod">
          <ac:chgData name="Devinder Kaur" userId="89161a673412ba18" providerId="LiveId" clId="{EDFD3AAE-754A-4AEA-8902-40C984BE7542}" dt="2022-03-03T08:00:29.378" v="356" actId="27636"/>
          <ac:spMkLst>
            <pc:docMk/>
            <pc:sldMk cId="0" sldId="389"/>
            <ac:spMk id="3" creationId="{FE4614AB-445C-4740-98A4-D193E0E97197}"/>
          </ac:spMkLst>
        </pc:spChg>
        <pc:picChg chg="mod">
          <ac:chgData name="Devinder Kaur" userId="89161a673412ba18" providerId="LiveId" clId="{EDFD3AAE-754A-4AEA-8902-40C984BE7542}" dt="2022-03-03T08:00:41.471" v="360" actId="14100"/>
          <ac:picMkLst>
            <pc:docMk/>
            <pc:sldMk cId="0" sldId="389"/>
            <ac:picMk id="24581" creationId="{441338D3-D285-4D9B-85CE-163A19F7E2EF}"/>
          </ac:picMkLst>
        </pc:picChg>
      </pc:sldChg>
      <pc:sldChg chg="del">
        <pc:chgData name="Devinder Kaur" userId="89161a673412ba18" providerId="LiveId" clId="{EDFD3AAE-754A-4AEA-8902-40C984BE7542}" dt="2022-02-25T13:52:24.351" v="120" actId="47"/>
        <pc:sldMkLst>
          <pc:docMk/>
          <pc:sldMk cId="4231149278" sldId="389"/>
        </pc:sldMkLst>
      </pc:sldChg>
      <pc:sldChg chg="modSp mod">
        <pc:chgData name="Devinder Kaur" userId="89161a673412ba18" providerId="LiveId" clId="{EDFD3AAE-754A-4AEA-8902-40C984BE7542}" dt="2022-02-25T13:50:55.791" v="98" actId="403"/>
        <pc:sldMkLst>
          <pc:docMk/>
          <pc:sldMk cId="2148593735" sldId="392"/>
        </pc:sldMkLst>
        <pc:spChg chg="mod">
          <ac:chgData name="Devinder Kaur" userId="89161a673412ba18" providerId="LiveId" clId="{EDFD3AAE-754A-4AEA-8902-40C984BE7542}" dt="2022-02-25T13:50:38.819" v="94" actId="14100"/>
          <ac:spMkLst>
            <pc:docMk/>
            <pc:sldMk cId="2148593735" sldId="392"/>
            <ac:spMk id="2" creationId="{BAC01538-82D6-4226-9234-5F6525D5B497}"/>
          </ac:spMkLst>
        </pc:spChg>
        <pc:spChg chg="mod">
          <ac:chgData name="Devinder Kaur" userId="89161a673412ba18" providerId="LiveId" clId="{EDFD3AAE-754A-4AEA-8902-40C984BE7542}" dt="2022-02-25T13:50:55.791" v="98" actId="403"/>
          <ac:spMkLst>
            <pc:docMk/>
            <pc:sldMk cId="2148593735" sldId="392"/>
            <ac:spMk id="3" creationId="{7D6C0151-2B20-4321-A5DF-70E11CCCA8E6}"/>
          </ac:spMkLst>
        </pc:spChg>
      </pc:sldChg>
      <pc:sldChg chg="modSp mod">
        <pc:chgData name="Devinder Kaur" userId="89161a673412ba18" providerId="LiveId" clId="{EDFD3AAE-754A-4AEA-8902-40C984BE7542}" dt="2022-03-03T08:01:21.919" v="367" actId="207"/>
        <pc:sldMkLst>
          <pc:docMk/>
          <pc:sldMk cId="0" sldId="394"/>
        </pc:sldMkLst>
        <pc:spChg chg="mod">
          <ac:chgData name="Devinder Kaur" userId="89161a673412ba18" providerId="LiveId" clId="{EDFD3AAE-754A-4AEA-8902-40C984BE7542}" dt="2022-03-03T08:01:21.919" v="367" actId="207"/>
          <ac:spMkLst>
            <pc:docMk/>
            <pc:sldMk cId="0" sldId="394"/>
            <ac:spMk id="2" creationId="{DEC099B6-F0BA-4768-84F2-9687957C470F}"/>
          </ac:spMkLst>
        </pc:spChg>
        <pc:spChg chg="mod">
          <ac:chgData name="Devinder Kaur" userId="89161a673412ba18" providerId="LiveId" clId="{EDFD3AAE-754A-4AEA-8902-40C984BE7542}" dt="2022-03-03T08:01:15.087" v="365" actId="14100"/>
          <ac:spMkLst>
            <pc:docMk/>
            <pc:sldMk cId="0" sldId="394"/>
            <ac:spMk id="3" creationId="{C1DF35CA-71F9-41F4-B709-8E8E42B325DF}"/>
          </ac:spMkLst>
        </pc:spChg>
      </pc:sldChg>
      <pc:sldChg chg="del">
        <pc:chgData name="Devinder Kaur" userId="89161a673412ba18" providerId="LiveId" clId="{EDFD3AAE-754A-4AEA-8902-40C984BE7542}" dt="2022-02-25T13:52:24.351" v="120" actId="47"/>
        <pc:sldMkLst>
          <pc:docMk/>
          <pc:sldMk cId="194253058" sldId="395"/>
        </pc:sldMkLst>
      </pc:sldChg>
      <pc:sldChg chg="modSp mod">
        <pc:chgData name="Devinder Kaur" userId="89161a673412ba18" providerId="LiveId" clId="{EDFD3AAE-754A-4AEA-8902-40C984BE7542}" dt="2022-02-25T13:53:13.220" v="126" actId="2711"/>
        <pc:sldMkLst>
          <pc:docMk/>
          <pc:sldMk cId="3106783151" sldId="399"/>
        </pc:sldMkLst>
        <pc:spChg chg="mod">
          <ac:chgData name="Devinder Kaur" userId="89161a673412ba18" providerId="LiveId" clId="{EDFD3AAE-754A-4AEA-8902-40C984BE7542}" dt="2022-02-25T13:53:13.220" v="126" actId="2711"/>
          <ac:spMkLst>
            <pc:docMk/>
            <pc:sldMk cId="3106783151" sldId="399"/>
            <ac:spMk id="3" creationId="{60715946-E072-4472-8B1F-B1099D5B55A5}"/>
          </ac:spMkLst>
        </pc:spChg>
      </pc:sldChg>
      <pc:sldChg chg="modSp mod">
        <pc:chgData name="Devinder Kaur" userId="89161a673412ba18" providerId="LiveId" clId="{EDFD3AAE-754A-4AEA-8902-40C984BE7542}" dt="2022-02-25T13:56:20.786" v="147" actId="27636"/>
        <pc:sldMkLst>
          <pc:docMk/>
          <pc:sldMk cId="1433485915" sldId="400"/>
        </pc:sldMkLst>
        <pc:spChg chg="mod">
          <ac:chgData name="Devinder Kaur" userId="89161a673412ba18" providerId="LiveId" clId="{EDFD3AAE-754A-4AEA-8902-40C984BE7542}" dt="2022-02-25T13:56:20.786" v="147" actId="27636"/>
          <ac:spMkLst>
            <pc:docMk/>
            <pc:sldMk cId="1433485915" sldId="400"/>
            <ac:spMk id="3" creationId="{153A623B-7DFD-46F8-A5D8-866DDFB4BA16}"/>
          </ac:spMkLst>
        </pc:spChg>
      </pc:sldChg>
      <pc:sldChg chg="modSp del mod">
        <pc:chgData name="Devinder Kaur" userId="89161a673412ba18" providerId="LiveId" clId="{EDFD3AAE-754A-4AEA-8902-40C984BE7542}" dt="2022-02-25T14:00:57.869" v="168" actId="47"/>
        <pc:sldMkLst>
          <pc:docMk/>
          <pc:sldMk cId="3542722731" sldId="401"/>
        </pc:sldMkLst>
        <pc:spChg chg="mod">
          <ac:chgData name="Devinder Kaur" userId="89161a673412ba18" providerId="LiveId" clId="{EDFD3AAE-754A-4AEA-8902-40C984BE7542}" dt="2022-02-25T14:00:33.471" v="163" actId="21"/>
          <ac:spMkLst>
            <pc:docMk/>
            <pc:sldMk cId="3542722731" sldId="401"/>
            <ac:spMk id="3" creationId="{E5021EBE-72B2-40B4-B9E0-B742BEF2F561}"/>
          </ac:spMkLst>
        </pc:spChg>
      </pc:sldChg>
      <pc:sldChg chg="modSp mod">
        <pc:chgData name="Devinder Kaur" userId="89161a673412ba18" providerId="LiveId" clId="{EDFD3AAE-754A-4AEA-8902-40C984BE7542}" dt="2022-02-25T14:03:28.406" v="173" actId="113"/>
        <pc:sldMkLst>
          <pc:docMk/>
          <pc:sldMk cId="3854839735" sldId="402"/>
        </pc:sldMkLst>
        <pc:spChg chg="mod">
          <ac:chgData name="Devinder Kaur" userId="89161a673412ba18" providerId="LiveId" clId="{EDFD3AAE-754A-4AEA-8902-40C984BE7542}" dt="2022-02-25T13:58:11.819" v="156" actId="14100"/>
          <ac:spMkLst>
            <pc:docMk/>
            <pc:sldMk cId="3854839735" sldId="402"/>
            <ac:spMk id="2" creationId="{E209D1A0-E8FF-4D07-8020-84F4ECE3A109}"/>
          </ac:spMkLst>
        </pc:spChg>
        <pc:spChg chg="mod">
          <ac:chgData name="Devinder Kaur" userId="89161a673412ba18" providerId="LiveId" clId="{EDFD3AAE-754A-4AEA-8902-40C984BE7542}" dt="2022-02-25T14:03:28.406" v="173" actId="113"/>
          <ac:spMkLst>
            <pc:docMk/>
            <pc:sldMk cId="3854839735" sldId="402"/>
            <ac:spMk id="3" creationId="{2430ADDA-A0CF-4657-8E7A-E3646D58FEBC}"/>
          </ac:spMkLst>
        </pc:spChg>
      </pc:sldChg>
      <pc:sldChg chg="modSp mod">
        <pc:chgData name="Devinder Kaur" userId="89161a673412ba18" providerId="LiveId" clId="{EDFD3AAE-754A-4AEA-8902-40C984BE7542}" dt="2022-02-25T14:01:03.131" v="170" actId="27636"/>
        <pc:sldMkLst>
          <pc:docMk/>
          <pc:sldMk cId="3412193871" sldId="403"/>
        </pc:sldMkLst>
        <pc:spChg chg="mod">
          <ac:chgData name="Devinder Kaur" userId="89161a673412ba18" providerId="LiveId" clId="{EDFD3AAE-754A-4AEA-8902-40C984BE7542}" dt="2022-02-25T13:57:40.108" v="153" actId="14100"/>
          <ac:spMkLst>
            <pc:docMk/>
            <pc:sldMk cId="3412193871" sldId="403"/>
            <ac:spMk id="2" creationId="{9E2E940A-6442-47C7-86CF-1CB23A0B3303}"/>
          </ac:spMkLst>
        </pc:spChg>
        <pc:spChg chg="mod">
          <ac:chgData name="Devinder Kaur" userId="89161a673412ba18" providerId="LiveId" clId="{EDFD3AAE-754A-4AEA-8902-40C984BE7542}" dt="2022-02-25T14:01:03.131" v="170" actId="27636"/>
          <ac:spMkLst>
            <pc:docMk/>
            <pc:sldMk cId="3412193871" sldId="403"/>
            <ac:spMk id="3" creationId="{0B00D500-4743-4633-AC15-4C702587EFAB}"/>
          </ac:spMkLst>
        </pc:spChg>
      </pc:sldChg>
      <pc:sldChg chg="modSp mod">
        <pc:chgData name="Devinder Kaur" userId="89161a673412ba18" providerId="LiveId" clId="{EDFD3AAE-754A-4AEA-8902-40C984BE7542}" dt="2022-02-25T13:52:34.147" v="121" actId="14100"/>
        <pc:sldMkLst>
          <pc:docMk/>
          <pc:sldMk cId="1656698744" sldId="409"/>
        </pc:sldMkLst>
        <pc:spChg chg="mod">
          <ac:chgData name="Devinder Kaur" userId="89161a673412ba18" providerId="LiveId" clId="{EDFD3AAE-754A-4AEA-8902-40C984BE7542}" dt="2022-02-25T13:52:34.147" v="121" actId="14100"/>
          <ac:spMkLst>
            <pc:docMk/>
            <pc:sldMk cId="1656698744" sldId="409"/>
            <ac:spMk id="2" creationId="{1B3C7776-C5B5-45DF-98B2-2ECC6EB02D58}"/>
          </ac:spMkLst>
        </pc:spChg>
      </pc:sldChg>
      <pc:sldChg chg="modSp mod">
        <pc:chgData name="Devinder Kaur" userId="89161a673412ba18" providerId="LiveId" clId="{EDFD3AAE-754A-4AEA-8902-40C984BE7542}" dt="2022-02-25T13:55:44.623" v="142" actId="113"/>
        <pc:sldMkLst>
          <pc:docMk/>
          <pc:sldMk cId="2827848967" sldId="410"/>
        </pc:sldMkLst>
        <pc:spChg chg="mod">
          <ac:chgData name="Devinder Kaur" userId="89161a673412ba18" providerId="LiveId" clId="{EDFD3AAE-754A-4AEA-8902-40C984BE7542}" dt="2022-02-25T13:54:48.558" v="138" actId="16037"/>
          <ac:spMkLst>
            <pc:docMk/>
            <pc:sldMk cId="2827848967" sldId="410"/>
            <ac:spMk id="2" creationId="{6FE7B733-9EAA-41DE-979D-67D9764E7662}"/>
          </ac:spMkLst>
        </pc:spChg>
        <pc:spChg chg="mod">
          <ac:chgData name="Devinder Kaur" userId="89161a673412ba18" providerId="LiveId" clId="{EDFD3AAE-754A-4AEA-8902-40C984BE7542}" dt="2022-02-25T13:55:44.623" v="142" actId="113"/>
          <ac:spMkLst>
            <pc:docMk/>
            <pc:sldMk cId="2827848967" sldId="410"/>
            <ac:spMk id="3" creationId="{743760E3-2CE5-4FDD-A25D-D507E5B828B0}"/>
          </ac:spMkLst>
        </pc:spChg>
      </pc:sldChg>
      <pc:sldChg chg="new del">
        <pc:chgData name="Devinder Kaur" userId="89161a673412ba18" providerId="LiveId" clId="{EDFD3AAE-754A-4AEA-8902-40C984BE7542}" dt="2022-02-25T13:36:40.200" v="1" actId="47"/>
        <pc:sldMkLst>
          <pc:docMk/>
          <pc:sldMk cId="2117830165" sldId="411"/>
        </pc:sldMkLst>
      </pc:sldChg>
      <pc:sldChg chg="addSp modSp new del mod">
        <pc:chgData name="Devinder Kaur" userId="89161a673412ba18" providerId="LiveId" clId="{EDFD3AAE-754A-4AEA-8902-40C984BE7542}" dt="2022-02-25T13:44:01.103" v="19" actId="47"/>
        <pc:sldMkLst>
          <pc:docMk/>
          <pc:sldMk cId="3864389216" sldId="411"/>
        </pc:sldMkLst>
        <pc:graphicFrameChg chg="add mod modGraphic">
          <ac:chgData name="Devinder Kaur" userId="89161a673412ba18" providerId="LiveId" clId="{EDFD3AAE-754A-4AEA-8902-40C984BE7542}" dt="2022-02-25T13:43:06.398" v="18" actId="20577"/>
          <ac:graphicFrameMkLst>
            <pc:docMk/>
            <pc:sldMk cId="3864389216" sldId="411"/>
            <ac:graphicFrameMk id="3" creationId="{D50E2088-B3A4-4F6C-A44A-EB2CF7B181CE}"/>
          </ac:graphicFrameMkLst>
        </pc:graphicFrameChg>
      </pc:sldChg>
    </pc:docChg>
  </pc:docChgLst>
  <pc:docChgLst>
    <pc:chgData name="Devinder Kaur" userId="89161a673412ba18" providerId="LiveId" clId="{5C5E40E7-878E-4A98-8B36-707978A399DF}"/>
    <pc:docChg chg="undo redo custSel addSld delSld modSld sldOrd">
      <pc:chgData name="Devinder Kaur" userId="89161a673412ba18" providerId="LiveId" clId="{5C5E40E7-878E-4A98-8B36-707978A399DF}" dt="2021-09-27T06:35:43.095" v="5270" actId="1035"/>
      <pc:docMkLst>
        <pc:docMk/>
      </pc:docMkLst>
      <pc:sldChg chg="addSp delSp modSp mod">
        <pc:chgData name="Devinder Kaur" userId="89161a673412ba18" providerId="LiveId" clId="{5C5E40E7-878E-4A98-8B36-707978A399DF}" dt="2021-09-21T18:00:11.502" v="3465" actId="122"/>
        <pc:sldMkLst>
          <pc:docMk/>
          <pc:sldMk cId="0" sldId="265"/>
        </pc:sldMkLst>
        <pc:spChg chg="mod">
          <ac:chgData name="Devinder Kaur" userId="89161a673412ba18" providerId="LiveId" clId="{5C5E40E7-878E-4A98-8B36-707978A399DF}" dt="2021-09-21T18:00:11.502" v="3465" actId="122"/>
          <ac:spMkLst>
            <pc:docMk/>
            <pc:sldMk cId="0" sldId="265"/>
            <ac:spMk id="14375" creationId="{3782B378-A26A-4969-8626-3054D52FBE84}"/>
          </ac:spMkLst>
        </pc:spChg>
        <pc:graphicFrameChg chg="add del mod modGraphic">
          <ac:chgData name="Devinder Kaur" userId="89161a673412ba18" providerId="LiveId" clId="{5C5E40E7-878E-4A98-8B36-707978A399DF}" dt="2021-09-21T17:59:46.204" v="3429" actId="2711"/>
          <ac:graphicFrameMkLst>
            <pc:docMk/>
            <pc:sldMk cId="0" sldId="265"/>
            <ac:graphicFrameMk id="2" creationId="{CAC9FC9C-31D4-42E2-A791-A2AC772A9647}"/>
          </ac:graphicFrameMkLst>
        </pc:graphicFrameChg>
      </pc:sldChg>
      <pc:sldChg chg="del">
        <pc:chgData name="Devinder Kaur" userId="89161a673412ba18" providerId="LiveId" clId="{5C5E40E7-878E-4A98-8B36-707978A399DF}" dt="2021-09-22T09:41:36.990" v="5038" actId="47"/>
        <pc:sldMkLst>
          <pc:docMk/>
          <pc:sldMk cId="456502190" sldId="277"/>
        </pc:sldMkLst>
      </pc:sldChg>
      <pc:sldChg chg="modSp mod">
        <pc:chgData name="Devinder Kaur" userId="89161a673412ba18" providerId="LiveId" clId="{5C5E40E7-878E-4A98-8B36-707978A399DF}" dt="2021-09-22T09:24:12.356" v="4972" actId="20577"/>
        <pc:sldMkLst>
          <pc:docMk/>
          <pc:sldMk cId="2656501266" sldId="279"/>
        </pc:sldMkLst>
        <pc:spChg chg="mod">
          <ac:chgData name="Devinder Kaur" userId="89161a673412ba18" providerId="LiveId" clId="{5C5E40E7-878E-4A98-8B36-707978A399DF}" dt="2021-09-22T09:24:12.356" v="4972" actId="20577"/>
          <ac:spMkLst>
            <pc:docMk/>
            <pc:sldMk cId="2656501266" sldId="279"/>
            <ac:spMk id="2" creationId="{00000000-0000-0000-0000-000000000000}"/>
          </ac:spMkLst>
        </pc:spChg>
      </pc:sldChg>
      <pc:sldChg chg="addSp delSp modSp mod">
        <pc:chgData name="Devinder Kaur" userId="89161a673412ba18" providerId="LiveId" clId="{5C5E40E7-878E-4A98-8B36-707978A399DF}" dt="2021-09-21T16:45:48.243" v="2413" actId="20577"/>
        <pc:sldMkLst>
          <pc:docMk/>
          <pc:sldMk cId="3780467633" sldId="282"/>
        </pc:sldMkLst>
        <pc:spChg chg="mod">
          <ac:chgData name="Devinder Kaur" userId="89161a673412ba18" providerId="LiveId" clId="{5C5E40E7-878E-4A98-8B36-707978A399DF}" dt="2021-09-21T16:44:13.410" v="2354" actId="403"/>
          <ac:spMkLst>
            <pc:docMk/>
            <pc:sldMk cId="3780467633" sldId="282"/>
            <ac:spMk id="2" creationId="{00000000-0000-0000-0000-000000000000}"/>
          </ac:spMkLst>
        </pc:spChg>
        <pc:spChg chg="del mod">
          <ac:chgData name="Devinder Kaur" userId="89161a673412ba18" providerId="LiveId" clId="{5C5E40E7-878E-4A98-8B36-707978A399DF}" dt="2021-09-21T16:42:37.711" v="2287" actId="478"/>
          <ac:spMkLst>
            <pc:docMk/>
            <pc:sldMk cId="3780467633" sldId="282"/>
            <ac:spMk id="7" creationId="{00000000-0000-0000-0000-000000000000}"/>
          </ac:spMkLst>
        </pc:spChg>
        <pc:spChg chg="mod">
          <ac:chgData name="Devinder Kaur" userId="89161a673412ba18" providerId="LiveId" clId="{5C5E40E7-878E-4A98-8B36-707978A399DF}" dt="2021-09-21T16:44:02.091" v="2339" actId="2711"/>
          <ac:spMkLst>
            <pc:docMk/>
            <pc:sldMk cId="3780467633" sldId="282"/>
            <ac:spMk id="15" creationId="{00000000-0000-0000-0000-000000000000}"/>
          </ac:spMkLst>
        </pc:spChg>
        <pc:spChg chg="mod">
          <ac:chgData name="Devinder Kaur" userId="89161a673412ba18" providerId="LiveId" clId="{5C5E40E7-878E-4A98-8B36-707978A399DF}" dt="2021-09-21T16:44:02.091" v="2339" actId="2711"/>
          <ac:spMkLst>
            <pc:docMk/>
            <pc:sldMk cId="3780467633" sldId="282"/>
            <ac:spMk id="16" creationId="{00000000-0000-0000-0000-000000000000}"/>
          </ac:spMkLst>
        </pc:spChg>
        <pc:spChg chg="mod">
          <ac:chgData name="Devinder Kaur" userId="89161a673412ba18" providerId="LiveId" clId="{5C5E40E7-878E-4A98-8B36-707978A399DF}" dt="2021-09-21T16:44:02.091" v="2339" actId="2711"/>
          <ac:spMkLst>
            <pc:docMk/>
            <pc:sldMk cId="3780467633" sldId="282"/>
            <ac:spMk id="17" creationId="{00000000-0000-0000-0000-000000000000}"/>
          </ac:spMkLst>
        </pc:spChg>
        <pc:spChg chg="mod">
          <ac:chgData name="Devinder Kaur" userId="89161a673412ba18" providerId="LiveId" clId="{5C5E40E7-878E-4A98-8B36-707978A399DF}" dt="2021-09-21T16:45:48.243" v="2413" actId="20577"/>
          <ac:spMkLst>
            <pc:docMk/>
            <pc:sldMk cId="3780467633" sldId="282"/>
            <ac:spMk id="18" creationId="{00000000-0000-0000-0000-000000000000}"/>
          </ac:spMkLst>
        </pc:spChg>
        <pc:spChg chg="mod">
          <ac:chgData name="Devinder Kaur" userId="89161a673412ba18" providerId="LiveId" clId="{5C5E40E7-878E-4A98-8B36-707978A399DF}" dt="2021-09-21T16:44:02.091" v="2339" actId="2711"/>
          <ac:spMkLst>
            <pc:docMk/>
            <pc:sldMk cId="3780467633" sldId="282"/>
            <ac:spMk id="20" creationId="{00000000-0000-0000-0000-000000000000}"/>
          </ac:spMkLst>
        </pc:spChg>
        <pc:spChg chg="mod">
          <ac:chgData name="Devinder Kaur" userId="89161a673412ba18" providerId="LiveId" clId="{5C5E40E7-878E-4A98-8B36-707978A399DF}" dt="2021-09-21T16:44:02.091" v="2339" actId="2711"/>
          <ac:spMkLst>
            <pc:docMk/>
            <pc:sldMk cId="3780467633" sldId="282"/>
            <ac:spMk id="21" creationId="{00000000-0000-0000-0000-000000000000}"/>
          </ac:spMkLst>
        </pc:spChg>
        <pc:spChg chg="mod">
          <ac:chgData name="Devinder Kaur" userId="89161a673412ba18" providerId="LiveId" clId="{5C5E40E7-878E-4A98-8B36-707978A399DF}" dt="2021-09-21T16:44:02.091" v="2339" actId="2711"/>
          <ac:spMkLst>
            <pc:docMk/>
            <pc:sldMk cId="3780467633" sldId="282"/>
            <ac:spMk id="22" creationId="{00000000-0000-0000-0000-000000000000}"/>
          </ac:spMkLst>
        </pc:spChg>
        <pc:spChg chg="mod">
          <ac:chgData name="Devinder Kaur" userId="89161a673412ba18" providerId="LiveId" clId="{5C5E40E7-878E-4A98-8B36-707978A399DF}" dt="2021-09-21T16:44:02.091" v="2339" actId="2711"/>
          <ac:spMkLst>
            <pc:docMk/>
            <pc:sldMk cId="3780467633" sldId="282"/>
            <ac:spMk id="23" creationId="{00000000-0000-0000-0000-000000000000}"/>
          </ac:spMkLst>
        </pc:spChg>
        <pc:spChg chg="mod">
          <ac:chgData name="Devinder Kaur" userId="89161a673412ba18" providerId="LiveId" clId="{5C5E40E7-878E-4A98-8B36-707978A399DF}" dt="2021-09-21T16:44:02.091" v="2339" actId="2711"/>
          <ac:spMkLst>
            <pc:docMk/>
            <pc:sldMk cId="3780467633" sldId="282"/>
            <ac:spMk id="24" creationId="{00000000-0000-0000-0000-000000000000}"/>
          </ac:spMkLst>
        </pc:spChg>
        <pc:spChg chg="add mod">
          <ac:chgData name="Devinder Kaur" userId="89161a673412ba18" providerId="LiveId" clId="{5C5E40E7-878E-4A98-8B36-707978A399DF}" dt="2021-09-21T16:45:14.122" v="2406" actId="1036"/>
          <ac:spMkLst>
            <pc:docMk/>
            <pc:sldMk cId="3780467633" sldId="282"/>
            <ac:spMk id="26" creationId="{35843246-83DD-4F40-A812-43F8BF952B2F}"/>
          </ac:spMkLst>
        </pc:spChg>
        <pc:spChg chg="mod">
          <ac:chgData name="Devinder Kaur" userId="89161a673412ba18" providerId="LiveId" clId="{5C5E40E7-878E-4A98-8B36-707978A399DF}" dt="2021-09-21T16:44:59.556" v="2391" actId="1036"/>
          <ac:spMkLst>
            <pc:docMk/>
            <pc:sldMk cId="3780467633" sldId="282"/>
            <ac:spMk id="35" creationId="{00000000-0000-0000-0000-000000000000}"/>
          </ac:spMkLst>
        </pc:spChg>
      </pc:sldChg>
      <pc:sldChg chg="modSp">
        <pc:chgData name="Devinder Kaur" userId="89161a673412ba18" providerId="LiveId" clId="{5C5E40E7-878E-4A98-8B36-707978A399DF}" dt="2021-09-22T09:41:48.808" v="5049" actId="1036"/>
        <pc:sldMkLst>
          <pc:docMk/>
          <pc:sldMk cId="53837314" sldId="295"/>
        </pc:sldMkLst>
        <pc:spChg chg="mod">
          <ac:chgData name="Devinder Kaur" userId="89161a673412ba18" providerId="LiveId" clId="{5C5E40E7-878E-4A98-8B36-707978A399DF}" dt="2021-09-22T09:41:48.808" v="5049" actId="1036"/>
          <ac:spMkLst>
            <pc:docMk/>
            <pc:sldMk cId="53837314" sldId="295"/>
            <ac:spMk id="26" creationId="{00000000-0000-0000-0000-000000000000}"/>
          </ac:spMkLst>
        </pc:spChg>
      </pc:sldChg>
      <pc:sldChg chg="modSp mod ord">
        <pc:chgData name="Devinder Kaur" userId="89161a673412ba18" providerId="LiveId" clId="{5C5E40E7-878E-4A98-8B36-707978A399DF}" dt="2021-09-21T17:48:29.424" v="3307" actId="1036"/>
        <pc:sldMkLst>
          <pc:docMk/>
          <pc:sldMk cId="0" sldId="299"/>
        </pc:sldMkLst>
        <pc:spChg chg="mod">
          <ac:chgData name="Devinder Kaur" userId="89161a673412ba18" providerId="LiveId" clId="{5C5E40E7-878E-4A98-8B36-707978A399DF}" dt="2021-09-21T17:48:29.424" v="3307" actId="1036"/>
          <ac:spMkLst>
            <pc:docMk/>
            <pc:sldMk cId="0" sldId="299"/>
            <ac:spMk id="30723" creationId="{836E250F-8E10-40FC-952E-F56205AC04B8}"/>
          </ac:spMkLst>
        </pc:spChg>
        <pc:picChg chg="mod">
          <ac:chgData name="Devinder Kaur" userId="89161a673412ba18" providerId="LiveId" clId="{5C5E40E7-878E-4A98-8B36-707978A399DF}" dt="2021-09-21T17:48:21.909" v="3272" actId="14100"/>
          <ac:picMkLst>
            <pc:docMk/>
            <pc:sldMk cId="0" sldId="299"/>
            <ac:picMk id="30722" creationId="{BBE73735-4FA6-42BC-9FB5-AE11C79981B2}"/>
          </ac:picMkLst>
        </pc:picChg>
      </pc:sldChg>
      <pc:sldChg chg="del">
        <pc:chgData name="Devinder Kaur" userId="89161a673412ba18" providerId="LiveId" clId="{5C5E40E7-878E-4A98-8B36-707978A399DF}" dt="2021-09-22T09:23:26.598" v="4950" actId="47"/>
        <pc:sldMkLst>
          <pc:docMk/>
          <pc:sldMk cId="2514515662" sldId="301"/>
        </pc:sldMkLst>
      </pc:sldChg>
      <pc:sldChg chg="del">
        <pc:chgData name="Devinder Kaur" userId="89161a673412ba18" providerId="LiveId" clId="{5C5E40E7-878E-4A98-8B36-707978A399DF}" dt="2021-09-22T09:23:27.765" v="4951" actId="47"/>
        <pc:sldMkLst>
          <pc:docMk/>
          <pc:sldMk cId="75664439" sldId="317"/>
        </pc:sldMkLst>
      </pc:sldChg>
      <pc:sldChg chg="delSp modSp del ord">
        <pc:chgData name="Devinder Kaur" userId="89161a673412ba18" providerId="LiveId" clId="{5C5E40E7-878E-4A98-8B36-707978A399DF}" dt="2021-09-22T08:53:29.955" v="3784" actId="47"/>
        <pc:sldMkLst>
          <pc:docMk/>
          <pc:sldMk cId="984897799" sldId="323"/>
        </pc:sldMkLst>
        <pc:picChg chg="del mod">
          <ac:chgData name="Devinder Kaur" userId="89161a673412ba18" providerId="LiveId" clId="{5C5E40E7-878E-4A98-8B36-707978A399DF}" dt="2021-09-22T08:47:32.097" v="3521" actId="21"/>
          <ac:picMkLst>
            <pc:docMk/>
            <pc:sldMk cId="984897799" sldId="323"/>
            <ac:picMk id="10242" creationId="{00000000-0000-0000-0000-000000000000}"/>
          </ac:picMkLst>
        </pc:picChg>
      </pc:sldChg>
      <pc:sldChg chg="del">
        <pc:chgData name="Devinder Kaur" userId="89161a673412ba18" providerId="LiveId" clId="{5C5E40E7-878E-4A98-8B36-707978A399DF}" dt="2021-09-22T09:23:23.497" v="4947" actId="47"/>
        <pc:sldMkLst>
          <pc:docMk/>
          <pc:sldMk cId="3029822574" sldId="325"/>
        </pc:sldMkLst>
      </pc:sldChg>
      <pc:sldChg chg="del">
        <pc:chgData name="Devinder Kaur" userId="89161a673412ba18" providerId="LiveId" clId="{5C5E40E7-878E-4A98-8B36-707978A399DF}" dt="2021-09-22T09:23:24.360" v="4948" actId="47"/>
        <pc:sldMkLst>
          <pc:docMk/>
          <pc:sldMk cId="3924064526" sldId="326"/>
        </pc:sldMkLst>
      </pc:sldChg>
      <pc:sldChg chg="delSp del">
        <pc:chgData name="Devinder Kaur" userId="89161a673412ba18" providerId="LiveId" clId="{5C5E40E7-878E-4A98-8B36-707978A399DF}" dt="2021-09-22T08:58:27.940" v="3971" actId="47"/>
        <pc:sldMkLst>
          <pc:docMk/>
          <pc:sldMk cId="1979678941" sldId="342"/>
        </pc:sldMkLst>
        <pc:picChg chg="del">
          <ac:chgData name="Devinder Kaur" userId="89161a673412ba18" providerId="LiveId" clId="{5C5E40E7-878E-4A98-8B36-707978A399DF}" dt="2021-09-22T08:54:43.263" v="3850" actId="21"/>
          <ac:picMkLst>
            <pc:docMk/>
            <pc:sldMk cId="1979678941" sldId="342"/>
            <ac:picMk id="11266" creationId="{00000000-0000-0000-0000-000000000000}"/>
          </ac:picMkLst>
        </pc:picChg>
      </pc:sldChg>
      <pc:sldChg chg="delSp del">
        <pc:chgData name="Devinder Kaur" userId="89161a673412ba18" providerId="LiveId" clId="{5C5E40E7-878E-4A98-8B36-707978A399DF}" dt="2021-09-22T09:05:03.704" v="4461" actId="47"/>
        <pc:sldMkLst>
          <pc:docMk/>
          <pc:sldMk cId="3042752412" sldId="343"/>
        </pc:sldMkLst>
        <pc:picChg chg="del">
          <ac:chgData name="Devinder Kaur" userId="89161a673412ba18" providerId="LiveId" clId="{5C5E40E7-878E-4A98-8B36-707978A399DF}" dt="2021-09-22T08:58:32.249" v="3972" actId="21"/>
          <ac:picMkLst>
            <pc:docMk/>
            <pc:sldMk cId="3042752412" sldId="343"/>
            <ac:picMk id="12290" creationId="{00000000-0000-0000-0000-000000000000}"/>
          </ac:picMkLst>
        </pc:picChg>
      </pc:sldChg>
      <pc:sldChg chg="delSp add del">
        <pc:chgData name="Devinder Kaur" userId="89161a673412ba18" providerId="LiveId" clId="{5C5E40E7-878E-4A98-8B36-707978A399DF}" dt="2021-09-22T09:11:12.912" v="4791" actId="47"/>
        <pc:sldMkLst>
          <pc:docMk/>
          <pc:sldMk cId="72673342" sldId="344"/>
        </pc:sldMkLst>
        <pc:picChg chg="del">
          <ac:chgData name="Devinder Kaur" userId="89161a673412ba18" providerId="LiveId" clId="{5C5E40E7-878E-4A98-8B36-707978A399DF}" dt="2021-09-22T09:05:09.176" v="4462" actId="21"/>
          <ac:picMkLst>
            <pc:docMk/>
            <pc:sldMk cId="72673342" sldId="344"/>
            <ac:picMk id="13314" creationId="{00000000-0000-0000-0000-000000000000}"/>
          </ac:picMkLst>
        </pc:picChg>
      </pc:sldChg>
      <pc:sldChg chg="del">
        <pc:chgData name="Devinder Kaur" userId="89161a673412ba18" providerId="LiveId" clId="{5C5E40E7-878E-4A98-8B36-707978A399DF}" dt="2021-09-22T09:23:05.773" v="4930" actId="47"/>
        <pc:sldMkLst>
          <pc:docMk/>
          <pc:sldMk cId="1476067651" sldId="345"/>
        </pc:sldMkLst>
      </pc:sldChg>
      <pc:sldChg chg="del">
        <pc:chgData name="Devinder Kaur" userId="89161a673412ba18" providerId="LiveId" clId="{5C5E40E7-878E-4A98-8B36-707978A399DF}" dt="2021-09-22T09:23:07.179" v="4931" actId="47"/>
        <pc:sldMkLst>
          <pc:docMk/>
          <pc:sldMk cId="598193223" sldId="346"/>
        </pc:sldMkLst>
      </pc:sldChg>
      <pc:sldChg chg="delSp del">
        <pc:chgData name="Devinder Kaur" userId="89161a673412ba18" providerId="LiveId" clId="{5C5E40E7-878E-4A98-8B36-707978A399DF}" dt="2021-09-22T09:23:09.481" v="4932" actId="47"/>
        <pc:sldMkLst>
          <pc:docMk/>
          <pc:sldMk cId="672800449" sldId="347"/>
        </pc:sldMkLst>
        <pc:picChg chg="del">
          <ac:chgData name="Devinder Kaur" userId="89161a673412ba18" providerId="LiveId" clId="{5C5E40E7-878E-4A98-8B36-707978A399DF}" dt="2021-09-22T09:11:24.111" v="4792" actId="21"/>
          <ac:picMkLst>
            <pc:docMk/>
            <pc:sldMk cId="672800449" sldId="347"/>
            <ac:picMk id="16386" creationId="{00000000-0000-0000-0000-000000000000}"/>
          </ac:picMkLst>
        </pc:picChg>
      </pc:sldChg>
      <pc:sldChg chg="del">
        <pc:chgData name="Devinder Kaur" userId="89161a673412ba18" providerId="LiveId" clId="{5C5E40E7-878E-4A98-8B36-707978A399DF}" dt="2021-09-22T09:23:10.731" v="4933" actId="47"/>
        <pc:sldMkLst>
          <pc:docMk/>
          <pc:sldMk cId="2086494381" sldId="348"/>
        </pc:sldMkLst>
      </pc:sldChg>
      <pc:sldChg chg="modSp del">
        <pc:chgData name="Devinder Kaur" userId="89161a673412ba18" providerId="LiveId" clId="{5C5E40E7-878E-4A98-8B36-707978A399DF}" dt="2021-09-22T09:23:11.886" v="4934" actId="47"/>
        <pc:sldMkLst>
          <pc:docMk/>
          <pc:sldMk cId="1483847154" sldId="349"/>
        </pc:sldMkLst>
        <pc:picChg chg="mod">
          <ac:chgData name="Devinder Kaur" userId="89161a673412ba18" providerId="LiveId" clId="{5C5E40E7-878E-4A98-8B36-707978A399DF}" dt="2021-09-18T08:30:26.830" v="90" actId="14100"/>
          <ac:picMkLst>
            <pc:docMk/>
            <pc:sldMk cId="1483847154" sldId="349"/>
            <ac:picMk id="11266" creationId="{00000000-0000-0000-0000-000000000000}"/>
          </ac:picMkLst>
        </pc:picChg>
      </pc:sldChg>
      <pc:sldChg chg="del">
        <pc:chgData name="Devinder Kaur" userId="89161a673412ba18" providerId="LiveId" clId="{5C5E40E7-878E-4A98-8B36-707978A399DF}" dt="2021-09-22T09:23:12.963" v="4935" actId="47"/>
        <pc:sldMkLst>
          <pc:docMk/>
          <pc:sldMk cId="3933697189" sldId="350"/>
        </pc:sldMkLst>
      </pc:sldChg>
      <pc:sldChg chg="del">
        <pc:chgData name="Devinder Kaur" userId="89161a673412ba18" providerId="LiveId" clId="{5C5E40E7-878E-4A98-8B36-707978A399DF}" dt="2021-09-22T09:23:14.556" v="4936" actId="47"/>
        <pc:sldMkLst>
          <pc:docMk/>
          <pc:sldMk cId="3231649619" sldId="351"/>
        </pc:sldMkLst>
      </pc:sldChg>
      <pc:sldChg chg="del">
        <pc:chgData name="Devinder Kaur" userId="89161a673412ba18" providerId="LiveId" clId="{5C5E40E7-878E-4A98-8B36-707978A399DF}" dt="2021-09-22T09:23:15.245" v="4937" actId="47"/>
        <pc:sldMkLst>
          <pc:docMk/>
          <pc:sldMk cId="3902934486" sldId="352"/>
        </pc:sldMkLst>
      </pc:sldChg>
      <pc:sldChg chg="del">
        <pc:chgData name="Devinder Kaur" userId="89161a673412ba18" providerId="LiveId" clId="{5C5E40E7-878E-4A98-8B36-707978A399DF}" dt="2021-09-22T09:23:16.068" v="4938" actId="47"/>
        <pc:sldMkLst>
          <pc:docMk/>
          <pc:sldMk cId="3377491743" sldId="353"/>
        </pc:sldMkLst>
      </pc:sldChg>
      <pc:sldChg chg="del">
        <pc:chgData name="Devinder Kaur" userId="89161a673412ba18" providerId="LiveId" clId="{5C5E40E7-878E-4A98-8B36-707978A399DF}" dt="2021-09-22T09:23:17.164" v="4939" actId="47"/>
        <pc:sldMkLst>
          <pc:docMk/>
          <pc:sldMk cId="15316468" sldId="354"/>
        </pc:sldMkLst>
      </pc:sldChg>
      <pc:sldChg chg="del">
        <pc:chgData name="Devinder Kaur" userId="89161a673412ba18" providerId="LiveId" clId="{5C5E40E7-878E-4A98-8B36-707978A399DF}" dt="2021-09-22T09:23:17.845" v="4940" actId="47"/>
        <pc:sldMkLst>
          <pc:docMk/>
          <pc:sldMk cId="337569911" sldId="355"/>
        </pc:sldMkLst>
      </pc:sldChg>
      <pc:sldChg chg="addSp modSp del">
        <pc:chgData name="Devinder Kaur" userId="89161a673412ba18" providerId="LiveId" clId="{5C5E40E7-878E-4A98-8B36-707978A399DF}" dt="2021-09-22T09:23:18.434" v="4941" actId="47"/>
        <pc:sldMkLst>
          <pc:docMk/>
          <pc:sldMk cId="3941472704" sldId="356"/>
        </pc:sldMkLst>
        <pc:picChg chg="add mod">
          <ac:chgData name="Devinder Kaur" userId="89161a673412ba18" providerId="LiveId" clId="{5C5E40E7-878E-4A98-8B36-707978A399DF}" dt="2021-09-18T10:09:03.559" v="1177" actId="1076"/>
          <ac:picMkLst>
            <pc:docMk/>
            <pc:sldMk cId="3941472704" sldId="356"/>
            <ac:picMk id="7" creationId="{12AE41D5-26D2-40FE-98FB-5EA6A5FB3DEB}"/>
          </ac:picMkLst>
        </pc:picChg>
        <pc:picChg chg="mod">
          <ac:chgData name="Devinder Kaur" userId="89161a673412ba18" providerId="LiveId" clId="{5C5E40E7-878E-4A98-8B36-707978A399DF}" dt="2021-09-18T10:10:24.763" v="1232" actId="1076"/>
          <ac:picMkLst>
            <pc:docMk/>
            <pc:sldMk cId="3941472704" sldId="356"/>
            <ac:picMk id="18434" creationId="{00000000-0000-0000-0000-000000000000}"/>
          </ac:picMkLst>
        </pc:picChg>
      </pc:sldChg>
      <pc:sldChg chg="del">
        <pc:chgData name="Devinder Kaur" userId="89161a673412ba18" providerId="LiveId" clId="{5C5E40E7-878E-4A98-8B36-707978A399DF}" dt="2021-09-22T09:23:19.219" v="4942" actId="47"/>
        <pc:sldMkLst>
          <pc:docMk/>
          <pc:sldMk cId="490100094" sldId="357"/>
        </pc:sldMkLst>
      </pc:sldChg>
      <pc:sldChg chg="del">
        <pc:chgData name="Devinder Kaur" userId="89161a673412ba18" providerId="LiveId" clId="{5C5E40E7-878E-4A98-8B36-707978A399DF}" dt="2021-09-22T09:23:19.728" v="4943" actId="47"/>
        <pc:sldMkLst>
          <pc:docMk/>
          <pc:sldMk cId="807920426" sldId="358"/>
        </pc:sldMkLst>
      </pc:sldChg>
      <pc:sldChg chg="del">
        <pc:chgData name="Devinder Kaur" userId="89161a673412ba18" providerId="LiveId" clId="{5C5E40E7-878E-4A98-8B36-707978A399DF}" dt="2021-09-22T09:23:20.306" v="4944" actId="47"/>
        <pc:sldMkLst>
          <pc:docMk/>
          <pc:sldMk cId="3921502902" sldId="359"/>
        </pc:sldMkLst>
      </pc:sldChg>
      <pc:sldChg chg="del">
        <pc:chgData name="Devinder Kaur" userId="89161a673412ba18" providerId="LiveId" clId="{5C5E40E7-878E-4A98-8B36-707978A399DF}" dt="2021-09-22T09:23:20.932" v="4945" actId="47"/>
        <pc:sldMkLst>
          <pc:docMk/>
          <pc:sldMk cId="1305932515" sldId="360"/>
        </pc:sldMkLst>
      </pc:sldChg>
      <pc:sldChg chg="del">
        <pc:chgData name="Devinder Kaur" userId="89161a673412ba18" providerId="LiveId" clId="{5C5E40E7-878E-4A98-8B36-707978A399DF}" dt="2021-09-22T09:23:22.429" v="4946" actId="47"/>
        <pc:sldMkLst>
          <pc:docMk/>
          <pc:sldMk cId="2693462933" sldId="361"/>
        </pc:sldMkLst>
      </pc:sldChg>
      <pc:sldChg chg="del">
        <pc:chgData name="Devinder Kaur" userId="89161a673412ba18" providerId="LiveId" clId="{5C5E40E7-878E-4A98-8B36-707978A399DF}" dt="2021-09-22T09:23:25.562" v="4949" actId="47"/>
        <pc:sldMkLst>
          <pc:docMk/>
          <pc:sldMk cId="3943608960" sldId="362"/>
        </pc:sldMkLst>
      </pc:sldChg>
      <pc:sldChg chg="addSp delSp modSp mod ord">
        <pc:chgData name="Devinder Kaur" userId="89161a673412ba18" providerId="LiveId" clId="{5C5E40E7-878E-4A98-8B36-707978A399DF}" dt="2021-09-21T10:20:21.063" v="1963" actId="20577"/>
        <pc:sldMkLst>
          <pc:docMk/>
          <pc:sldMk cId="2162987340" sldId="366"/>
        </pc:sldMkLst>
        <pc:spChg chg="mod">
          <ac:chgData name="Devinder Kaur" userId="89161a673412ba18" providerId="LiveId" clId="{5C5E40E7-878E-4A98-8B36-707978A399DF}" dt="2021-09-18T08:40:49.133" v="433" actId="14100"/>
          <ac:spMkLst>
            <pc:docMk/>
            <pc:sldMk cId="2162987340" sldId="366"/>
            <ac:spMk id="2" creationId="{966B8FD2-A17B-4AB3-B4D8-DA0D1CCDC8D6}"/>
          </ac:spMkLst>
        </pc:spChg>
        <pc:spChg chg="mod">
          <ac:chgData name="Devinder Kaur" userId="89161a673412ba18" providerId="LiveId" clId="{5C5E40E7-878E-4A98-8B36-707978A399DF}" dt="2021-09-21T10:20:21.063" v="1963" actId="20577"/>
          <ac:spMkLst>
            <pc:docMk/>
            <pc:sldMk cId="2162987340" sldId="366"/>
            <ac:spMk id="3" creationId="{3CCF1883-CC5F-445E-8BDC-3B19EAD5519A}"/>
          </ac:spMkLst>
        </pc:spChg>
        <pc:picChg chg="add del mod">
          <ac:chgData name="Devinder Kaur" userId="89161a673412ba18" providerId="LiveId" clId="{5C5E40E7-878E-4A98-8B36-707978A399DF}" dt="2021-09-18T08:43:46.072" v="557" actId="478"/>
          <ac:picMkLst>
            <pc:docMk/>
            <pc:sldMk cId="2162987340" sldId="366"/>
            <ac:picMk id="5" creationId="{9E67EBB3-8C38-43BA-9A74-CDB7C4CEE45C}"/>
          </ac:picMkLst>
        </pc:picChg>
      </pc:sldChg>
      <pc:sldChg chg="addSp delSp modSp del mod">
        <pc:chgData name="Devinder Kaur" userId="89161a673412ba18" providerId="LiveId" clId="{5C5E40E7-878E-4A98-8B36-707978A399DF}" dt="2021-09-18T10:16:30.382" v="1338" actId="47"/>
        <pc:sldMkLst>
          <pc:docMk/>
          <pc:sldMk cId="3525728519" sldId="367"/>
        </pc:sldMkLst>
        <pc:spChg chg="del">
          <ac:chgData name="Devinder Kaur" userId="89161a673412ba18" providerId="LiveId" clId="{5C5E40E7-878E-4A98-8B36-707978A399DF}" dt="2021-09-18T10:12:58.257" v="1235" actId="931"/>
          <ac:spMkLst>
            <pc:docMk/>
            <pc:sldMk cId="3525728519" sldId="367"/>
            <ac:spMk id="3" creationId="{8F16599D-660D-4B3D-9A7C-D21F0B24407A}"/>
          </ac:spMkLst>
        </pc:spChg>
        <pc:picChg chg="add mod modCrop">
          <ac:chgData name="Devinder Kaur" userId="89161a673412ba18" providerId="LiveId" clId="{5C5E40E7-878E-4A98-8B36-707978A399DF}" dt="2021-09-18T10:13:30.435" v="1243" actId="1076"/>
          <ac:picMkLst>
            <pc:docMk/>
            <pc:sldMk cId="3525728519" sldId="367"/>
            <ac:picMk id="6" creationId="{53AC74BA-08BE-4611-B255-0AB0D08CADEC}"/>
          </ac:picMkLst>
        </pc:picChg>
      </pc:sldChg>
      <pc:sldChg chg="delSp modSp mod">
        <pc:chgData name="Devinder Kaur" userId="89161a673412ba18" providerId="LiveId" clId="{5C5E40E7-878E-4A98-8B36-707978A399DF}" dt="2021-09-21T16:09:56.400" v="2049" actId="12789"/>
        <pc:sldMkLst>
          <pc:docMk/>
          <pc:sldMk cId="79932034" sldId="368"/>
        </pc:sldMkLst>
        <pc:spChg chg="mod">
          <ac:chgData name="Devinder Kaur" userId="89161a673412ba18" providerId="LiveId" clId="{5C5E40E7-878E-4A98-8B36-707978A399DF}" dt="2021-09-21T16:09:56.400" v="2049" actId="12789"/>
          <ac:spMkLst>
            <pc:docMk/>
            <pc:sldMk cId="79932034" sldId="368"/>
            <ac:spMk id="2" creationId="{18A6401A-8FC2-448A-9312-12C3B9DF2B64}"/>
          </ac:spMkLst>
        </pc:spChg>
        <pc:spChg chg="del">
          <ac:chgData name="Devinder Kaur" userId="89161a673412ba18" providerId="LiveId" clId="{5C5E40E7-878E-4A98-8B36-707978A399DF}" dt="2021-09-21T16:09:47.877" v="2048" actId="478"/>
          <ac:spMkLst>
            <pc:docMk/>
            <pc:sldMk cId="79932034" sldId="368"/>
            <ac:spMk id="3" creationId="{46CDA7C9-3688-4AF6-B0F3-B89B2EBAB172}"/>
          </ac:spMkLst>
        </pc:spChg>
      </pc:sldChg>
      <pc:sldChg chg="delSp modSp new mod">
        <pc:chgData name="Devinder Kaur" userId="89161a673412ba18" providerId="LiveId" clId="{5C5E40E7-878E-4A98-8B36-707978A399DF}" dt="2021-09-21T10:13:45.300" v="1915" actId="6549"/>
        <pc:sldMkLst>
          <pc:docMk/>
          <pc:sldMk cId="2837700395" sldId="369"/>
        </pc:sldMkLst>
        <pc:spChg chg="del">
          <ac:chgData name="Devinder Kaur" userId="89161a673412ba18" providerId="LiveId" clId="{5C5E40E7-878E-4A98-8B36-707978A399DF}" dt="2021-09-18T08:04:09.948" v="9" actId="478"/>
          <ac:spMkLst>
            <pc:docMk/>
            <pc:sldMk cId="2837700395" sldId="369"/>
            <ac:spMk id="2" creationId="{C479C35E-3AFF-4DBE-98E2-2785D1A5916D}"/>
          </ac:spMkLst>
        </pc:spChg>
        <pc:spChg chg="mod">
          <ac:chgData name="Devinder Kaur" userId="89161a673412ba18" providerId="LiveId" clId="{5C5E40E7-878E-4A98-8B36-707978A399DF}" dt="2021-09-21T10:13:45.300" v="1915" actId="6549"/>
          <ac:spMkLst>
            <pc:docMk/>
            <pc:sldMk cId="2837700395" sldId="369"/>
            <ac:spMk id="3" creationId="{EB07C7C6-5459-41B1-B473-B1D0FB4B1690}"/>
          </ac:spMkLst>
        </pc:spChg>
      </pc:sldChg>
      <pc:sldChg chg="addSp delSp modSp new mod">
        <pc:chgData name="Devinder Kaur" userId="89161a673412ba18" providerId="LiveId" clId="{5C5E40E7-878E-4A98-8B36-707978A399DF}" dt="2021-09-21T10:16:13.090" v="1928"/>
        <pc:sldMkLst>
          <pc:docMk/>
          <pc:sldMk cId="1745916977" sldId="370"/>
        </pc:sldMkLst>
        <pc:spChg chg="mod">
          <ac:chgData name="Devinder Kaur" userId="89161a673412ba18" providerId="LiveId" clId="{5C5E40E7-878E-4A98-8B36-707978A399DF}" dt="2021-09-18T08:07:09.366" v="41" actId="122"/>
          <ac:spMkLst>
            <pc:docMk/>
            <pc:sldMk cId="1745916977" sldId="370"/>
            <ac:spMk id="2" creationId="{B304109E-1A5E-4458-80F9-9151630EDC2B}"/>
          </ac:spMkLst>
        </pc:spChg>
        <pc:spChg chg="mod">
          <ac:chgData name="Devinder Kaur" userId="89161a673412ba18" providerId="LiveId" clId="{5C5E40E7-878E-4A98-8B36-707978A399DF}" dt="2021-09-21T10:16:13.090" v="1928"/>
          <ac:spMkLst>
            <pc:docMk/>
            <pc:sldMk cId="1745916977" sldId="370"/>
            <ac:spMk id="3" creationId="{C7212DE9-C07F-4F33-BDFC-37D945BED629}"/>
          </ac:spMkLst>
        </pc:spChg>
        <pc:picChg chg="add del mod">
          <ac:chgData name="Devinder Kaur" userId="89161a673412ba18" providerId="LiveId" clId="{5C5E40E7-878E-4A98-8B36-707978A399DF}" dt="2021-09-18T08:39:10.868" v="401" actId="478"/>
          <ac:picMkLst>
            <pc:docMk/>
            <pc:sldMk cId="1745916977" sldId="370"/>
            <ac:picMk id="5" creationId="{2B9BDEDA-48AA-4C28-9105-2218D02D9358}"/>
          </ac:picMkLst>
        </pc:picChg>
      </pc:sldChg>
      <pc:sldChg chg="addSp delSp modSp new mod">
        <pc:chgData name="Devinder Kaur" userId="89161a673412ba18" providerId="LiveId" clId="{5C5E40E7-878E-4A98-8B36-707978A399DF}" dt="2021-09-18T09:59:17.806" v="793" actId="21"/>
        <pc:sldMkLst>
          <pc:docMk/>
          <pc:sldMk cId="2075811921" sldId="371"/>
        </pc:sldMkLst>
        <pc:spChg chg="del">
          <ac:chgData name="Devinder Kaur" userId="89161a673412ba18" providerId="LiveId" clId="{5C5E40E7-878E-4A98-8B36-707978A399DF}" dt="2021-09-18T08:24:14.607" v="55" actId="931"/>
          <ac:spMkLst>
            <pc:docMk/>
            <pc:sldMk cId="2075811921" sldId="371"/>
            <ac:spMk id="3" creationId="{CE929AAB-2F1D-4902-8A5C-10B5783942AA}"/>
          </ac:spMkLst>
        </pc:spChg>
        <pc:picChg chg="add mod">
          <ac:chgData name="Devinder Kaur" userId="89161a673412ba18" providerId="LiveId" clId="{5C5E40E7-878E-4A98-8B36-707978A399DF}" dt="2021-09-18T09:59:11.422" v="791" actId="14100"/>
          <ac:picMkLst>
            <pc:docMk/>
            <pc:sldMk cId="2075811921" sldId="371"/>
            <ac:picMk id="6" creationId="{770BD25A-571F-49F2-98F1-9E5992694C02}"/>
          </ac:picMkLst>
        </pc:picChg>
        <pc:picChg chg="add del mod">
          <ac:chgData name="Devinder Kaur" userId="89161a673412ba18" providerId="LiveId" clId="{5C5E40E7-878E-4A98-8B36-707978A399DF}" dt="2021-09-18T09:59:17.806" v="793" actId="21"/>
          <ac:picMkLst>
            <pc:docMk/>
            <pc:sldMk cId="2075811921" sldId="371"/>
            <ac:picMk id="7" creationId="{2BD29995-1750-4E71-BA47-9EA5B6DFCC2D}"/>
          </ac:picMkLst>
        </pc:picChg>
      </pc:sldChg>
      <pc:sldChg chg="addSp delSp modSp new mod">
        <pc:chgData name="Devinder Kaur" userId="89161a673412ba18" providerId="LiveId" clId="{5C5E40E7-878E-4A98-8B36-707978A399DF}" dt="2021-09-18T08:26:12.563" v="80" actId="171"/>
        <pc:sldMkLst>
          <pc:docMk/>
          <pc:sldMk cId="3519745377" sldId="372"/>
        </pc:sldMkLst>
        <pc:spChg chg="del">
          <ac:chgData name="Devinder Kaur" userId="89161a673412ba18" providerId="LiveId" clId="{5C5E40E7-878E-4A98-8B36-707978A399DF}" dt="2021-09-18T08:25:40.642" v="72" actId="931"/>
          <ac:spMkLst>
            <pc:docMk/>
            <pc:sldMk cId="3519745377" sldId="372"/>
            <ac:spMk id="3" creationId="{B2E73315-EACA-407E-81A5-CD383ABE8034}"/>
          </ac:spMkLst>
        </pc:spChg>
        <pc:picChg chg="add mod ord modCrop">
          <ac:chgData name="Devinder Kaur" userId="89161a673412ba18" providerId="LiveId" clId="{5C5E40E7-878E-4A98-8B36-707978A399DF}" dt="2021-09-18T08:26:12.563" v="80" actId="171"/>
          <ac:picMkLst>
            <pc:docMk/>
            <pc:sldMk cId="3519745377" sldId="372"/>
            <ac:picMk id="6" creationId="{F90ED6AB-8AFA-4D9D-8E9D-7B931471C181}"/>
          </ac:picMkLst>
        </pc:picChg>
      </pc:sldChg>
      <pc:sldChg chg="addSp delSp modSp new mod">
        <pc:chgData name="Devinder Kaur" userId="89161a673412ba18" providerId="LiveId" clId="{5C5E40E7-878E-4A98-8B36-707978A399DF}" dt="2021-09-21T10:26:34.841" v="1975" actId="27636"/>
        <pc:sldMkLst>
          <pc:docMk/>
          <pc:sldMk cId="2372984191" sldId="373"/>
        </pc:sldMkLst>
        <pc:spChg chg="mod">
          <ac:chgData name="Devinder Kaur" userId="89161a673412ba18" providerId="LiveId" clId="{5C5E40E7-878E-4A98-8B36-707978A399DF}" dt="2021-09-18T10:02:02.299" v="867" actId="20577"/>
          <ac:spMkLst>
            <pc:docMk/>
            <pc:sldMk cId="2372984191" sldId="373"/>
            <ac:spMk id="2" creationId="{BE992E09-6593-408A-AABA-5CDF0DC6678A}"/>
          </ac:spMkLst>
        </pc:spChg>
        <pc:spChg chg="mod">
          <ac:chgData name="Devinder Kaur" userId="89161a673412ba18" providerId="LiveId" clId="{5C5E40E7-878E-4A98-8B36-707978A399DF}" dt="2021-09-21T10:26:34.841" v="1975" actId="27636"/>
          <ac:spMkLst>
            <pc:docMk/>
            <pc:sldMk cId="2372984191" sldId="373"/>
            <ac:spMk id="3" creationId="{EC6C2FD7-6C5D-465B-B774-D90443649B18}"/>
          </ac:spMkLst>
        </pc:spChg>
        <pc:picChg chg="add del mod">
          <ac:chgData name="Devinder Kaur" userId="89161a673412ba18" providerId="LiveId" clId="{5C5E40E7-878E-4A98-8B36-707978A399DF}" dt="2021-09-18T10:06:49.503" v="1170" actId="478"/>
          <ac:picMkLst>
            <pc:docMk/>
            <pc:sldMk cId="2372984191" sldId="373"/>
            <ac:picMk id="5" creationId="{E96A15C3-3161-4DE7-A1AC-034FEDBA1B4B}"/>
          </ac:picMkLst>
        </pc:picChg>
      </pc:sldChg>
      <pc:sldChg chg="addSp delSp modSp new mod">
        <pc:chgData name="Devinder Kaur" userId="89161a673412ba18" providerId="LiveId" clId="{5C5E40E7-878E-4A98-8B36-707978A399DF}" dt="2021-09-21T10:11:09.401" v="1904" actId="948"/>
        <pc:sldMkLst>
          <pc:docMk/>
          <pc:sldMk cId="977925182" sldId="374"/>
        </pc:sldMkLst>
        <pc:spChg chg="mod">
          <ac:chgData name="Devinder Kaur" userId="89161a673412ba18" providerId="LiveId" clId="{5C5E40E7-878E-4A98-8B36-707978A399DF}" dt="2021-09-21T09:36:59.603" v="1653" actId="14100"/>
          <ac:spMkLst>
            <pc:docMk/>
            <pc:sldMk cId="977925182" sldId="374"/>
            <ac:spMk id="2" creationId="{90FD028B-EFD4-4B47-AA55-FEF43A9086CB}"/>
          </ac:spMkLst>
        </pc:spChg>
        <pc:spChg chg="mod">
          <ac:chgData name="Devinder Kaur" userId="89161a673412ba18" providerId="LiveId" clId="{5C5E40E7-878E-4A98-8B36-707978A399DF}" dt="2021-09-21T10:11:09.401" v="1904" actId="948"/>
          <ac:spMkLst>
            <pc:docMk/>
            <pc:sldMk cId="977925182" sldId="374"/>
            <ac:spMk id="3" creationId="{E012FF1E-B161-4B03-A56A-15025E97F178}"/>
          </ac:spMkLst>
        </pc:spChg>
        <pc:picChg chg="add del mod">
          <ac:chgData name="Devinder Kaur" userId="89161a673412ba18" providerId="LiveId" clId="{5C5E40E7-878E-4A98-8B36-707978A399DF}" dt="2021-09-21T09:36:19.767" v="1624" actId="478"/>
          <ac:picMkLst>
            <pc:docMk/>
            <pc:sldMk cId="977925182" sldId="374"/>
            <ac:picMk id="5" creationId="{5A1A0631-46F0-4E60-83EE-7C6A0E8501C7}"/>
          </ac:picMkLst>
        </pc:picChg>
        <pc:picChg chg="add del mod">
          <ac:chgData name="Devinder Kaur" userId="89161a673412ba18" providerId="LiveId" clId="{5C5E40E7-878E-4A98-8B36-707978A399DF}" dt="2021-09-21T10:07:40.831" v="1863" actId="478"/>
          <ac:picMkLst>
            <pc:docMk/>
            <pc:sldMk cId="977925182" sldId="374"/>
            <ac:picMk id="6" creationId="{43EE4E9B-6A36-4766-A8E0-379B9CD192BF}"/>
          </ac:picMkLst>
        </pc:picChg>
        <pc:picChg chg="add del mod">
          <ac:chgData name="Devinder Kaur" userId="89161a673412ba18" providerId="LiveId" clId="{5C5E40E7-878E-4A98-8B36-707978A399DF}" dt="2021-09-21T10:10:31.199" v="1898" actId="478"/>
          <ac:picMkLst>
            <pc:docMk/>
            <pc:sldMk cId="977925182" sldId="374"/>
            <ac:picMk id="7" creationId="{ED022C09-35C8-49E1-8D76-1E956D136210}"/>
          </ac:picMkLst>
        </pc:picChg>
        <pc:picChg chg="add del mod">
          <ac:chgData name="Devinder Kaur" userId="89161a673412ba18" providerId="LiveId" clId="{5C5E40E7-878E-4A98-8B36-707978A399DF}" dt="2021-09-21T09:43:59.051" v="1817" actId="478"/>
          <ac:picMkLst>
            <pc:docMk/>
            <pc:sldMk cId="977925182" sldId="374"/>
            <ac:picMk id="8" creationId="{9EF8903D-6C4D-4A39-ADC4-074B40ED3634}"/>
          </ac:picMkLst>
        </pc:picChg>
        <pc:picChg chg="add del mod">
          <ac:chgData name="Devinder Kaur" userId="89161a673412ba18" providerId="LiveId" clId="{5C5E40E7-878E-4A98-8B36-707978A399DF}" dt="2021-09-21T10:07:36.795" v="1862" actId="478"/>
          <ac:picMkLst>
            <pc:docMk/>
            <pc:sldMk cId="977925182" sldId="374"/>
            <ac:picMk id="9" creationId="{EC0E8993-A927-4315-AACD-9BE98CFECF7F}"/>
          </ac:picMkLst>
        </pc:picChg>
      </pc:sldChg>
      <pc:sldChg chg="addSp delSp modSp new del">
        <pc:chgData name="Devinder Kaur" userId="89161a673412ba18" providerId="LiveId" clId="{5C5E40E7-878E-4A98-8B36-707978A399DF}" dt="2021-09-18T08:40:30.471" v="410" actId="47"/>
        <pc:sldMkLst>
          <pc:docMk/>
          <pc:sldMk cId="594176273" sldId="375"/>
        </pc:sldMkLst>
        <pc:picChg chg="add del mod">
          <ac:chgData name="Devinder Kaur" userId="89161a673412ba18" providerId="LiveId" clId="{5C5E40E7-878E-4A98-8B36-707978A399DF}" dt="2021-09-18T08:40:28.536" v="409" actId="21"/>
          <ac:picMkLst>
            <pc:docMk/>
            <pc:sldMk cId="594176273" sldId="375"/>
            <ac:picMk id="5" creationId="{49003A55-80CE-4DDE-AEB0-D1D668B735A6}"/>
          </ac:picMkLst>
        </pc:picChg>
      </pc:sldChg>
      <pc:sldChg chg="addSp delSp modSp new del mod">
        <pc:chgData name="Devinder Kaur" userId="89161a673412ba18" providerId="LiveId" clId="{5C5E40E7-878E-4A98-8B36-707978A399DF}" dt="2021-09-21T10:19:49.717" v="1953" actId="47"/>
        <pc:sldMkLst>
          <pc:docMk/>
          <pc:sldMk cId="3613270344" sldId="375"/>
        </pc:sldMkLst>
        <pc:spChg chg="mod">
          <ac:chgData name="Devinder Kaur" userId="89161a673412ba18" providerId="LiveId" clId="{5C5E40E7-878E-4A98-8B36-707978A399DF}" dt="2021-09-18T08:45:18.382" v="571" actId="122"/>
          <ac:spMkLst>
            <pc:docMk/>
            <pc:sldMk cId="3613270344" sldId="375"/>
            <ac:spMk id="2" creationId="{AEB3B61F-979C-464F-910F-7D237E17B96E}"/>
          </ac:spMkLst>
        </pc:spChg>
        <pc:spChg chg="mod">
          <ac:chgData name="Devinder Kaur" userId="89161a673412ba18" providerId="LiveId" clId="{5C5E40E7-878E-4A98-8B36-707978A399DF}" dt="2021-09-21T10:19:37.718" v="1947" actId="21"/>
          <ac:spMkLst>
            <pc:docMk/>
            <pc:sldMk cId="3613270344" sldId="375"/>
            <ac:spMk id="3" creationId="{48B767A2-BEEA-41E7-B90F-43D7CED95345}"/>
          </ac:spMkLst>
        </pc:spChg>
        <pc:picChg chg="add del mod">
          <ac:chgData name="Devinder Kaur" userId="89161a673412ba18" providerId="LiveId" clId="{5C5E40E7-878E-4A98-8B36-707978A399DF}" dt="2021-09-18T09:54:39.040" v="771" actId="478"/>
          <ac:picMkLst>
            <pc:docMk/>
            <pc:sldMk cId="3613270344" sldId="375"/>
            <ac:picMk id="5" creationId="{FDB91A38-2740-4522-8665-44DF9B62013A}"/>
          </ac:picMkLst>
        </pc:picChg>
      </pc:sldChg>
      <pc:sldChg chg="addSp delSp modSp new del mod">
        <pc:chgData name="Devinder Kaur" userId="89161a673412ba18" providerId="LiveId" clId="{5C5E40E7-878E-4A98-8B36-707978A399DF}" dt="2021-09-21T17:35:55.125" v="3174" actId="47"/>
        <pc:sldMkLst>
          <pc:docMk/>
          <pc:sldMk cId="798363464" sldId="376"/>
        </pc:sldMkLst>
        <pc:spChg chg="mod">
          <ac:chgData name="Devinder Kaur" userId="89161a673412ba18" providerId="LiveId" clId="{5C5E40E7-878E-4A98-8B36-707978A399DF}" dt="2021-09-18T10:15:53.640" v="1286" actId="1036"/>
          <ac:spMkLst>
            <pc:docMk/>
            <pc:sldMk cId="798363464" sldId="376"/>
            <ac:spMk id="2" creationId="{732108E5-2143-4A62-9FF7-E9AA205F0D38}"/>
          </ac:spMkLst>
        </pc:spChg>
        <pc:spChg chg="mod">
          <ac:chgData name="Devinder Kaur" userId="89161a673412ba18" providerId="LiveId" clId="{5C5E40E7-878E-4A98-8B36-707978A399DF}" dt="2021-09-21T17:33:56.058" v="3168" actId="20577"/>
          <ac:spMkLst>
            <pc:docMk/>
            <pc:sldMk cId="798363464" sldId="376"/>
            <ac:spMk id="3" creationId="{B21AA344-332A-480B-95B9-2E79F30F0919}"/>
          </ac:spMkLst>
        </pc:spChg>
        <pc:spChg chg="add del">
          <ac:chgData name="Devinder Kaur" userId="89161a673412ba18" providerId="LiveId" clId="{5C5E40E7-878E-4A98-8B36-707978A399DF}" dt="2021-09-21T17:23:58.876" v="2824" actId="478"/>
          <ac:spMkLst>
            <pc:docMk/>
            <pc:sldMk cId="798363464" sldId="376"/>
            <ac:spMk id="6" creationId="{3B945875-425C-4E10-A1BB-697559DDFB74}"/>
          </ac:spMkLst>
        </pc:spChg>
        <pc:picChg chg="add mod modCrop">
          <ac:chgData name="Devinder Kaur" userId="89161a673412ba18" providerId="LiveId" clId="{5C5E40E7-878E-4A98-8B36-707978A399DF}" dt="2021-09-18T10:16:09.941" v="1337" actId="1076"/>
          <ac:picMkLst>
            <pc:docMk/>
            <pc:sldMk cId="798363464" sldId="376"/>
            <ac:picMk id="5" creationId="{DEEEB38E-7A0D-4FA1-807F-2D0080F342CD}"/>
          </ac:picMkLst>
        </pc:picChg>
        <pc:picChg chg="add del mod">
          <ac:chgData name="Devinder Kaur" userId="89161a673412ba18" providerId="LiveId" clId="{5C5E40E7-878E-4A98-8B36-707978A399DF}" dt="2021-09-21T17:33:37.198" v="3165" actId="478"/>
          <ac:picMkLst>
            <pc:docMk/>
            <pc:sldMk cId="798363464" sldId="376"/>
            <ac:picMk id="7" creationId="{2B98AF1E-99B0-4302-804B-213749FB8A1C}"/>
          </ac:picMkLst>
        </pc:picChg>
      </pc:sldChg>
      <pc:sldChg chg="new del">
        <pc:chgData name="Devinder Kaur" userId="89161a673412ba18" providerId="LiveId" clId="{5C5E40E7-878E-4A98-8B36-707978A399DF}" dt="2021-09-18T10:12:24.526" v="1234" actId="47"/>
        <pc:sldMkLst>
          <pc:docMk/>
          <pc:sldMk cId="834575154" sldId="376"/>
        </pc:sldMkLst>
      </pc:sldChg>
      <pc:sldChg chg="addSp delSp modSp new mod">
        <pc:chgData name="Devinder Kaur" userId="89161a673412ba18" providerId="LiveId" clId="{5C5E40E7-878E-4A98-8B36-707978A399DF}" dt="2021-09-21T17:36:15.185" v="3175" actId="113"/>
        <pc:sldMkLst>
          <pc:docMk/>
          <pc:sldMk cId="3331931051" sldId="377"/>
        </pc:sldMkLst>
        <pc:spChg chg="add del mod">
          <ac:chgData name="Devinder Kaur" userId="89161a673412ba18" providerId="LiveId" clId="{5C5E40E7-878E-4A98-8B36-707978A399DF}" dt="2021-09-21T17:36:15.185" v="3175" actId="113"/>
          <ac:spMkLst>
            <pc:docMk/>
            <pc:sldMk cId="3331931051" sldId="377"/>
            <ac:spMk id="2" creationId="{DEB55B34-7FBE-4876-8C32-C05FA68711CB}"/>
          </ac:spMkLst>
        </pc:spChg>
        <pc:spChg chg="mod">
          <ac:chgData name="Devinder Kaur" userId="89161a673412ba18" providerId="LiveId" clId="{5C5E40E7-878E-4A98-8B36-707978A399DF}" dt="2021-09-21T16:20:53.650" v="2185" actId="27636"/>
          <ac:spMkLst>
            <pc:docMk/>
            <pc:sldMk cId="3331931051" sldId="377"/>
            <ac:spMk id="3" creationId="{3D3B7DE2-20F8-479B-A3FC-D346033A4CEE}"/>
          </ac:spMkLst>
        </pc:spChg>
      </pc:sldChg>
      <pc:sldChg chg="addSp delSp modSp new del mod">
        <pc:chgData name="Devinder Kaur" userId="89161a673412ba18" providerId="LiveId" clId="{5C5E40E7-878E-4A98-8B36-707978A399DF}" dt="2021-09-21T17:35:55.125" v="3174" actId="47"/>
        <pc:sldMkLst>
          <pc:docMk/>
          <pc:sldMk cId="3280016719" sldId="378"/>
        </pc:sldMkLst>
        <pc:spChg chg="del">
          <ac:chgData name="Devinder Kaur" userId="89161a673412ba18" providerId="LiveId" clId="{5C5E40E7-878E-4A98-8B36-707978A399DF}" dt="2021-09-18T10:19:34.977" v="1351" actId="478"/>
          <ac:spMkLst>
            <pc:docMk/>
            <pc:sldMk cId="3280016719" sldId="378"/>
            <ac:spMk id="2" creationId="{B0470517-4FE2-4234-BB27-C40FE3DCE563}"/>
          </ac:spMkLst>
        </pc:spChg>
        <pc:spChg chg="mod">
          <ac:chgData name="Devinder Kaur" userId="89161a673412ba18" providerId="LiveId" clId="{5C5E40E7-878E-4A98-8B36-707978A399DF}" dt="2021-09-18T10:26:07.427" v="1415" actId="27636"/>
          <ac:spMkLst>
            <pc:docMk/>
            <pc:sldMk cId="3280016719" sldId="378"/>
            <ac:spMk id="3" creationId="{500E7962-6202-428A-93FD-0325A1F7D1FA}"/>
          </ac:spMkLst>
        </pc:spChg>
        <pc:picChg chg="add mod">
          <ac:chgData name="Devinder Kaur" userId="89161a673412ba18" providerId="LiveId" clId="{5C5E40E7-878E-4A98-8B36-707978A399DF}" dt="2021-09-18T10:30:05.997" v="1428"/>
          <ac:picMkLst>
            <pc:docMk/>
            <pc:sldMk cId="3280016719" sldId="378"/>
            <ac:picMk id="6" creationId="{9C928E42-2E74-4895-B7CD-F17394AD2D23}"/>
          </ac:picMkLst>
        </pc:picChg>
        <pc:picChg chg="add mod modCrop">
          <ac:chgData name="Devinder Kaur" userId="89161a673412ba18" providerId="LiveId" clId="{5C5E40E7-878E-4A98-8B36-707978A399DF}" dt="2021-09-18T10:30:12.980" v="1438" actId="1035"/>
          <ac:picMkLst>
            <pc:docMk/>
            <pc:sldMk cId="3280016719" sldId="378"/>
            <ac:picMk id="8" creationId="{4FD6A31F-0C9E-412E-8D23-276C2E51D213}"/>
          </ac:picMkLst>
        </pc:picChg>
        <pc:picChg chg="add mod">
          <ac:chgData name="Devinder Kaur" userId="89161a673412ba18" providerId="LiveId" clId="{5C5E40E7-878E-4A98-8B36-707978A399DF}" dt="2021-09-18T10:30:00.923" v="1427"/>
          <ac:picMkLst>
            <pc:docMk/>
            <pc:sldMk cId="3280016719" sldId="378"/>
            <ac:picMk id="10" creationId="{80B509D9-516E-41C7-85F3-0353BD0FF55D}"/>
          </ac:picMkLst>
        </pc:picChg>
      </pc:sldChg>
      <pc:sldChg chg="delSp modSp new del mod">
        <pc:chgData name="Devinder Kaur" userId="89161a673412ba18" providerId="LiveId" clId="{5C5E40E7-878E-4A98-8B36-707978A399DF}" dt="2021-09-21T17:35:55.125" v="3174" actId="47"/>
        <pc:sldMkLst>
          <pc:docMk/>
          <pc:sldMk cId="2819608480" sldId="379"/>
        </pc:sldMkLst>
        <pc:spChg chg="del">
          <ac:chgData name="Devinder Kaur" userId="89161a673412ba18" providerId="LiveId" clId="{5C5E40E7-878E-4A98-8B36-707978A399DF}" dt="2021-09-18T10:31:56.399" v="1443" actId="478"/>
          <ac:spMkLst>
            <pc:docMk/>
            <pc:sldMk cId="2819608480" sldId="379"/>
            <ac:spMk id="2" creationId="{3A30D370-C827-4EDF-9237-27C54624B425}"/>
          </ac:spMkLst>
        </pc:spChg>
        <pc:spChg chg="mod">
          <ac:chgData name="Devinder Kaur" userId="89161a673412ba18" providerId="LiveId" clId="{5C5E40E7-878E-4A98-8B36-707978A399DF}" dt="2021-09-18T10:35:51.672" v="1480" actId="14100"/>
          <ac:spMkLst>
            <pc:docMk/>
            <pc:sldMk cId="2819608480" sldId="379"/>
            <ac:spMk id="3" creationId="{45AA78EF-F239-47D8-836D-866521228FAB}"/>
          </ac:spMkLst>
        </pc:spChg>
      </pc:sldChg>
      <pc:sldChg chg="delSp modSp new mod">
        <pc:chgData name="Devinder Kaur" userId="89161a673412ba18" providerId="LiveId" clId="{5C5E40E7-878E-4A98-8B36-707978A399DF}" dt="2021-09-21T17:23:43.017" v="2822" actId="478"/>
        <pc:sldMkLst>
          <pc:docMk/>
          <pc:sldMk cId="1356807282" sldId="380"/>
        </pc:sldMkLst>
        <pc:spChg chg="mod">
          <ac:chgData name="Devinder Kaur" userId="89161a673412ba18" providerId="LiveId" clId="{5C5E40E7-878E-4A98-8B36-707978A399DF}" dt="2021-09-21T10:28:16.981" v="1984" actId="122"/>
          <ac:spMkLst>
            <pc:docMk/>
            <pc:sldMk cId="1356807282" sldId="380"/>
            <ac:spMk id="2" creationId="{A9136B1D-DA4E-4CBF-8F99-D96D1F844252}"/>
          </ac:spMkLst>
        </pc:spChg>
        <pc:spChg chg="mod">
          <ac:chgData name="Devinder Kaur" userId="89161a673412ba18" providerId="LiveId" clId="{5C5E40E7-878E-4A98-8B36-707978A399DF}" dt="2021-09-21T10:28:03.410" v="1982" actId="113"/>
          <ac:spMkLst>
            <pc:docMk/>
            <pc:sldMk cId="1356807282" sldId="380"/>
            <ac:spMk id="3" creationId="{BF270321-5404-4DD1-A518-9EEB0CE1BD75}"/>
          </ac:spMkLst>
        </pc:spChg>
        <pc:spChg chg="del">
          <ac:chgData name="Devinder Kaur" userId="89161a673412ba18" providerId="LiveId" clId="{5C5E40E7-878E-4A98-8B36-707978A399DF}" dt="2021-09-21T17:23:43.017" v="2822" actId="478"/>
          <ac:spMkLst>
            <pc:docMk/>
            <pc:sldMk cId="1356807282" sldId="380"/>
            <ac:spMk id="5" creationId="{833D0E74-211B-46A4-818D-4C8F11D50A0A}"/>
          </ac:spMkLst>
        </pc:spChg>
      </pc:sldChg>
      <pc:sldChg chg="new del">
        <pc:chgData name="Devinder Kaur" userId="89161a673412ba18" providerId="LiveId" clId="{5C5E40E7-878E-4A98-8B36-707978A399DF}" dt="2021-09-21T10:16:27.795" v="1929" actId="47"/>
        <pc:sldMkLst>
          <pc:docMk/>
          <pc:sldMk cId="3481014393" sldId="380"/>
        </pc:sldMkLst>
      </pc:sldChg>
      <pc:sldChg chg="modSp new del mod">
        <pc:chgData name="Devinder Kaur" userId="89161a673412ba18" providerId="LiveId" clId="{5C5E40E7-878E-4A98-8B36-707978A399DF}" dt="2021-09-21T10:32:55.781" v="2025" actId="2696"/>
        <pc:sldMkLst>
          <pc:docMk/>
          <pc:sldMk cId="2339370952" sldId="381"/>
        </pc:sldMkLst>
        <pc:spChg chg="mod">
          <ac:chgData name="Devinder Kaur" userId="89161a673412ba18" providerId="LiveId" clId="{5C5E40E7-878E-4A98-8B36-707978A399DF}" dt="2021-09-21T10:32:09.673" v="2017" actId="1036"/>
          <ac:spMkLst>
            <pc:docMk/>
            <pc:sldMk cId="2339370952" sldId="381"/>
            <ac:spMk id="2" creationId="{CCFACC8A-83A3-4114-B0C8-8C0C4D74CA3F}"/>
          </ac:spMkLst>
        </pc:spChg>
        <pc:spChg chg="mod">
          <ac:chgData name="Devinder Kaur" userId="89161a673412ba18" providerId="LiveId" clId="{5C5E40E7-878E-4A98-8B36-707978A399DF}" dt="2021-09-21T10:32:41.286" v="2024" actId="27636"/>
          <ac:spMkLst>
            <pc:docMk/>
            <pc:sldMk cId="2339370952" sldId="381"/>
            <ac:spMk id="3" creationId="{D8E25F56-B42B-430C-A014-BF7D2B364F8F}"/>
          </ac:spMkLst>
        </pc:spChg>
      </pc:sldChg>
      <pc:sldChg chg="modSp new mod">
        <pc:chgData name="Devinder Kaur" userId="89161a673412ba18" providerId="LiveId" clId="{5C5E40E7-878E-4A98-8B36-707978A399DF}" dt="2021-09-21T17:35:35.343" v="3173"/>
        <pc:sldMkLst>
          <pc:docMk/>
          <pc:sldMk cId="1898853014" sldId="382"/>
        </pc:sldMkLst>
        <pc:spChg chg="mod">
          <ac:chgData name="Devinder Kaur" userId="89161a673412ba18" providerId="LiveId" clId="{5C5E40E7-878E-4A98-8B36-707978A399DF}" dt="2021-09-21T16:16:26.226" v="2132" actId="1036"/>
          <ac:spMkLst>
            <pc:docMk/>
            <pc:sldMk cId="1898853014" sldId="382"/>
            <ac:spMk id="2" creationId="{0856D4E3-60A1-4769-9EAE-25400053B776}"/>
          </ac:spMkLst>
        </pc:spChg>
        <pc:spChg chg="mod">
          <ac:chgData name="Devinder Kaur" userId="89161a673412ba18" providerId="LiveId" clId="{5C5E40E7-878E-4A98-8B36-707978A399DF}" dt="2021-09-21T17:35:35.343" v="3173"/>
          <ac:spMkLst>
            <pc:docMk/>
            <pc:sldMk cId="1898853014" sldId="382"/>
            <ac:spMk id="3" creationId="{6E14AD09-3C6C-400E-983A-CB850164D4E1}"/>
          </ac:spMkLst>
        </pc:spChg>
      </pc:sldChg>
      <pc:sldChg chg="addSp delSp modSp new mod">
        <pc:chgData name="Devinder Kaur" userId="89161a673412ba18" providerId="LiveId" clId="{5C5E40E7-878E-4A98-8B36-707978A399DF}" dt="2021-09-21T17:08:51.304" v="2599"/>
        <pc:sldMkLst>
          <pc:docMk/>
          <pc:sldMk cId="1036852502" sldId="383"/>
        </pc:sldMkLst>
        <pc:spChg chg="del">
          <ac:chgData name="Devinder Kaur" userId="89161a673412ba18" providerId="LiveId" clId="{5C5E40E7-878E-4A98-8B36-707978A399DF}" dt="2021-09-21T16:21:38.024" v="2202" actId="931"/>
          <ac:spMkLst>
            <pc:docMk/>
            <pc:sldMk cId="1036852502" sldId="383"/>
            <ac:spMk id="3" creationId="{FD9ACCE0-EF52-41B6-B153-1DAA54C53240}"/>
          </ac:spMkLst>
        </pc:spChg>
        <pc:picChg chg="add mod">
          <ac:chgData name="Devinder Kaur" userId="89161a673412ba18" providerId="LiveId" clId="{5C5E40E7-878E-4A98-8B36-707978A399DF}" dt="2021-09-21T17:08:51.304" v="2599"/>
          <ac:picMkLst>
            <pc:docMk/>
            <pc:sldMk cId="1036852502" sldId="383"/>
            <ac:picMk id="6" creationId="{7BAF65E8-D23B-4028-A7C0-04E0A12440F2}"/>
          </ac:picMkLst>
        </pc:picChg>
      </pc:sldChg>
      <pc:sldChg chg="addSp modSp new mod">
        <pc:chgData name="Devinder Kaur" userId="89161a673412ba18" providerId="LiveId" clId="{5C5E40E7-878E-4A98-8B36-707978A399DF}" dt="2021-09-21T16:41:40.807" v="2283" actId="948"/>
        <pc:sldMkLst>
          <pc:docMk/>
          <pc:sldMk cId="888649824" sldId="384"/>
        </pc:sldMkLst>
        <pc:spChg chg="mod">
          <ac:chgData name="Devinder Kaur" userId="89161a673412ba18" providerId="LiveId" clId="{5C5E40E7-878E-4A98-8B36-707978A399DF}" dt="2021-09-21T16:37:59.672" v="2242" actId="14100"/>
          <ac:spMkLst>
            <pc:docMk/>
            <pc:sldMk cId="888649824" sldId="384"/>
            <ac:spMk id="2" creationId="{62E2E3A8-4E32-4959-8177-5F5B97AA0F8E}"/>
          </ac:spMkLst>
        </pc:spChg>
        <pc:spChg chg="mod">
          <ac:chgData name="Devinder Kaur" userId="89161a673412ba18" providerId="LiveId" clId="{5C5E40E7-878E-4A98-8B36-707978A399DF}" dt="2021-09-21T16:41:40.807" v="2283" actId="948"/>
          <ac:spMkLst>
            <pc:docMk/>
            <pc:sldMk cId="888649824" sldId="384"/>
            <ac:spMk id="3" creationId="{8E468A05-5A5D-4E82-80F4-6C55AF12936A}"/>
          </ac:spMkLst>
        </pc:spChg>
        <pc:picChg chg="add mod">
          <ac:chgData name="Devinder Kaur" userId="89161a673412ba18" providerId="LiveId" clId="{5C5E40E7-878E-4A98-8B36-707978A399DF}" dt="2021-09-21T16:41:13.569" v="2279" actId="14100"/>
          <ac:picMkLst>
            <pc:docMk/>
            <pc:sldMk cId="888649824" sldId="384"/>
            <ac:picMk id="5" creationId="{8EADC882-EECB-4A05-A721-90D45EF676C7}"/>
          </ac:picMkLst>
        </pc:picChg>
        <pc:picChg chg="add mod">
          <ac:chgData name="Devinder Kaur" userId="89161a673412ba18" providerId="LiveId" clId="{5C5E40E7-878E-4A98-8B36-707978A399DF}" dt="2021-09-21T16:40:42.700" v="2271" actId="1076"/>
          <ac:picMkLst>
            <pc:docMk/>
            <pc:sldMk cId="888649824" sldId="384"/>
            <ac:picMk id="6" creationId="{A64B0503-14D8-4402-A15D-21D81DA8632D}"/>
          </ac:picMkLst>
        </pc:picChg>
        <pc:picChg chg="add mod">
          <ac:chgData name="Devinder Kaur" userId="89161a673412ba18" providerId="LiveId" clId="{5C5E40E7-878E-4A98-8B36-707978A399DF}" dt="2021-09-21T16:40:58.163" v="2275" actId="14100"/>
          <ac:picMkLst>
            <pc:docMk/>
            <pc:sldMk cId="888649824" sldId="384"/>
            <ac:picMk id="7" creationId="{5891F776-AB30-48B2-8BFE-ED9A7B03702B}"/>
          </ac:picMkLst>
        </pc:picChg>
      </pc:sldChg>
      <pc:sldChg chg="addSp modSp new mod">
        <pc:chgData name="Devinder Kaur" userId="89161a673412ba18" providerId="LiveId" clId="{5C5E40E7-878E-4A98-8B36-707978A399DF}" dt="2021-09-21T17:08:31.502" v="2598"/>
        <pc:sldMkLst>
          <pc:docMk/>
          <pc:sldMk cId="1642941603" sldId="385"/>
        </pc:sldMkLst>
        <pc:spChg chg="mod">
          <ac:chgData name="Devinder Kaur" userId="89161a673412ba18" providerId="LiveId" clId="{5C5E40E7-878E-4A98-8B36-707978A399DF}" dt="2021-09-21T16:48:01.667" v="2443" actId="20577"/>
          <ac:spMkLst>
            <pc:docMk/>
            <pc:sldMk cId="1642941603" sldId="385"/>
            <ac:spMk id="2" creationId="{A3BB2A6C-F67C-4C7F-8C7E-063A76F6A219}"/>
          </ac:spMkLst>
        </pc:spChg>
        <pc:spChg chg="mod">
          <ac:chgData name="Devinder Kaur" userId="89161a673412ba18" providerId="LiveId" clId="{5C5E40E7-878E-4A98-8B36-707978A399DF}" dt="2021-09-21T16:58:13.162" v="2486" actId="1035"/>
          <ac:spMkLst>
            <pc:docMk/>
            <pc:sldMk cId="1642941603" sldId="385"/>
            <ac:spMk id="3" creationId="{5A51CD9F-F5F6-4D1F-A067-DDE2E8C65292}"/>
          </ac:spMkLst>
        </pc:spChg>
        <pc:picChg chg="add mod">
          <ac:chgData name="Devinder Kaur" userId="89161a673412ba18" providerId="LiveId" clId="{5C5E40E7-878E-4A98-8B36-707978A399DF}" dt="2021-09-21T17:08:31.502" v="2598"/>
          <ac:picMkLst>
            <pc:docMk/>
            <pc:sldMk cId="1642941603" sldId="385"/>
            <ac:picMk id="6" creationId="{6C4D7FEC-A8C3-4C4B-BDF3-7DCD18E641E1}"/>
          </ac:picMkLst>
        </pc:picChg>
      </pc:sldChg>
      <pc:sldChg chg="modSp new mod">
        <pc:chgData name="Devinder Kaur" userId="89161a673412ba18" providerId="LiveId" clId="{5C5E40E7-878E-4A98-8B36-707978A399DF}" dt="2021-09-21T17:53:26.774" v="3357" actId="1036"/>
        <pc:sldMkLst>
          <pc:docMk/>
          <pc:sldMk cId="2062129734" sldId="386"/>
        </pc:sldMkLst>
        <pc:spChg chg="mod">
          <ac:chgData name="Devinder Kaur" userId="89161a673412ba18" providerId="LiveId" clId="{5C5E40E7-878E-4A98-8B36-707978A399DF}" dt="2021-09-21T17:00:19.813" v="2517" actId="1035"/>
          <ac:spMkLst>
            <pc:docMk/>
            <pc:sldMk cId="2062129734" sldId="386"/>
            <ac:spMk id="2" creationId="{417AEA4B-72B7-4631-9AD2-1CEDABBBFC26}"/>
          </ac:spMkLst>
        </pc:spChg>
        <pc:spChg chg="mod">
          <ac:chgData name="Devinder Kaur" userId="89161a673412ba18" providerId="LiveId" clId="{5C5E40E7-878E-4A98-8B36-707978A399DF}" dt="2021-09-21T17:53:26.774" v="3357" actId="1036"/>
          <ac:spMkLst>
            <pc:docMk/>
            <pc:sldMk cId="2062129734" sldId="386"/>
            <ac:spMk id="3" creationId="{876FDBBB-904A-4C5D-B1AA-5A5297554643}"/>
          </ac:spMkLst>
        </pc:spChg>
      </pc:sldChg>
      <pc:sldChg chg="addSp delSp modSp new mod">
        <pc:chgData name="Devinder Kaur" userId="89161a673412ba18" providerId="LiveId" clId="{5C5E40E7-878E-4A98-8B36-707978A399DF}" dt="2021-09-21T17:03:09.487" v="2566"/>
        <pc:sldMkLst>
          <pc:docMk/>
          <pc:sldMk cId="3556963112" sldId="387"/>
        </pc:sldMkLst>
        <pc:spChg chg="del">
          <ac:chgData name="Devinder Kaur" userId="89161a673412ba18" providerId="LiveId" clId="{5C5E40E7-878E-4A98-8B36-707978A399DF}" dt="2021-09-21T17:02:15.718" v="2532" actId="931"/>
          <ac:spMkLst>
            <pc:docMk/>
            <pc:sldMk cId="3556963112" sldId="387"/>
            <ac:spMk id="3" creationId="{2D88259B-172B-484E-8805-98CED5967846}"/>
          </ac:spMkLst>
        </pc:spChg>
        <pc:picChg chg="add mod">
          <ac:chgData name="Devinder Kaur" userId="89161a673412ba18" providerId="LiveId" clId="{5C5E40E7-878E-4A98-8B36-707978A399DF}" dt="2021-09-21T17:03:09.487" v="2566"/>
          <ac:picMkLst>
            <pc:docMk/>
            <pc:sldMk cId="3556963112" sldId="387"/>
            <ac:picMk id="6" creationId="{6D8DF2DD-F90D-4C5C-8B2D-34DF0167B447}"/>
          </ac:picMkLst>
        </pc:picChg>
      </pc:sldChg>
      <pc:sldChg chg="modSp new mod">
        <pc:chgData name="Devinder Kaur" userId="89161a673412ba18" providerId="LiveId" clId="{5C5E40E7-878E-4A98-8B36-707978A399DF}" dt="2021-09-21T17:51:05.146" v="3322" actId="20577"/>
        <pc:sldMkLst>
          <pc:docMk/>
          <pc:sldMk cId="2890175649" sldId="388"/>
        </pc:sldMkLst>
        <pc:spChg chg="mod">
          <ac:chgData name="Devinder Kaur" userId="89161a673412ba18" providerId="LiveId" clId="{5C5E40E7-878E-4A98-8B36-707978A399DF}" dt="2021-09-21T17:51:05.146" v="3322" actId="20577"/>
          <ac:spMkLst>
            <pc:docMk/>
            <pc:sldMk cId="2890175649" sldId="388"/>
            <ac:spMk id="2" creationId="{364C2C08-91BF-4D66-94A6-A66449D3E01D}"/>
          </ac:spMkLst>
        </pc:spChg>
        <pc:spChg chg="mod">
          <ac:chgData name="Devinder Kaur" userId="89161a673412ba18" providerId="LiveId" clId="{5C5E40E7-878E-4A98-8B36-707978A399DF}" dt="2021-09-21T17:50:40.246" v="3321" actId="27636"/>
          <ac:spMkLst>
            <pc:docMk/>
            <pc:sldMk cId="2890175649" sldId="388"/>
            <ac:spMk id="3" creationId="{618882AD-5E2F-465C-85F1-6526B5EE8194}"/>
          </ac:spMkLst>
        </pc:spChg>
      </pc:sldChg>
      <pc:sldChg chg="addSp delSp modSp new mod ord">
        <pc:chgData name="Devinder Kaur" userId="89161a673412ba18" providerId="LiveId" clId="{5C5E40E7-878E-4A98-8B36-707978A399DF}" dt="2021-09-21T17:46:25.241" v="3193"/>
        <pc:sldMkLst>
          <pc:docMk/>
          <pc:sldMk cId="4231149278" sldId="389"/>
        </pc:sldMkLst>
        <pc:spChg chg="del">
          <ac:chgData name="Devinder Kaur" userId="89161a673412ba18" providerId="LiveId" clId="{5C5E40E7-878E-4A98-8B36-707978A399DF}" dt="2021-09-21T17:07:55.886" v="2592" actId="931"/>
          <ac:spMkLst>
            <pc:docMk/>
            <pc:sldMk cId="4231149278" sldId="389"/>
            <ac:spMk id="3" creationId="{452197EC-FDFD-49C7-AC52-BC45533747E5}"/>
          </ac:spMkLst>
        </pc:spChg>
        <pc:picChg chg="add mod">
          <ac:chgData name="Devinder Kaur" userId="89161a673412ba18" providerId="LiveId" clId="{5C5E40E7-878E-4A98-8B36-707978A399DF}" dt="2021-09-21T17:08:16.488" v="2597"/>
          <ac:picMkLst>
            <pc:docMk/>
            <pc:sldMk cId="4231149278" sldId="389"/>
            <ac:picMk id="6" creationId="{5CE99D6A-3D9D-46F7-B0C7-90C05F2B7B3E}"/>
          </ac:picMkLst>
        </pc:picChg>
      </pc:sldChg>
      <pc:sldChg chg="modSp new mod">
        <pc:chgData name="Devinder Kaur" userId="89161a673412ba18" providerId="LiveId" clId="{5C5E40E7-878E-4A98-8B36-707978A399DF}" dt="2021-09-21T17:52:11.114" v="3343" actId="20577"/>
        <pc:sldMkLst>
          <pc:docMk/>
          <pc:sldMk cId="3431189056" sldId="390"/>
        </pc:sldMkLst>
        <pc:spChg chg="mod">
          <ac:chgData name="Devinder Kaur" userId="89161a673412ba18" providerId="LiveId" clId="{5C5E40E7-878E-4A98-8B36-707978A399DF}" dt="2021-09-21T17:52:11.114" v="3343" actId="20577"/>
          <ac:spMkLst>
            <pc:docMk/>
            <pc:sldMk cId="3431189056" sldId="390"/>
            <ac:spMk id="2" creationId="{B079839A-174C-4B9C-BB31-73C5DE6E9390}"/>
          </ac:spMkLst>
        </pc:spChg>
        <pc:spChg chg="mod">
          <ac:chgData name="Devinder Kaur" userId="89161a673412ba18" providerId="LiveId" clId="{5C5E40E7-878E-4A98-8B36-707978A399DF}" dt="2021-09-21T17:51:54.516" v="3332" actId="27636"/>
          <ac:spMkLst>
            <pc:docMk/>
            <pc:sldMk cId="3431189056" sldId="390"/>
            <ac:spMk id="3" creationId="{DFD9562F-6879-4E3F-9A79-38EE84715F96}"/>
          </ac:spMkLst>
        </pc:spChg>
      </pc:sldChg>
      <pc:sldChg chg="addSp delSp modSp new mod">
        <pc:chgData name="Devinder Kaur" userId="89161a673412ba18" providerId="LiveId" clId="{5C5E40E7-878E-4A98-8B36-707978A399DF}" dt="2021-09-21T17:15:57.930" v="2802" actId="1035"/>
        <pc:sldMkLst>
          <pc:docMk/>
          <pc:sldMk cId="967364472" sldId="391"/>
        </pc:sldMkLst>
        <pc:spChg chg="del">
          <ac:chgData name="Devinder Kaur" userId="89161a673412ba18" providerId="LiveId" clId="{5C5E40E7-878E-4A98-8B36-707978A399DF}" dt="2021-09-21T17:15:21.764" v="2788" actId="931"/>
          <ac:spMkLst>
            <pc:docMk/>
            <pc:sldMk cId="967364472" sldId="391"/>
            <ac:spMk id="3" creationId="{42C69185-FBBD-497D-9326-47AC3E5692AB}"/>
          </ac:spMkLst>
        </pc:spChg>
        <pc:picChg chg="add mod">
          <ac:chgData name="Devinder Kaur" userId="89161a673412ba18" providerId="LiveId" clId="{5C5E40E7-878E-4A98-8B36-707978A399DF}" dt="2021-09-21T17:15:57.930" v="2802" actId="1035"/>
          <ac:picMkLst>
            <pc:docMk/>
            <pc:sldMk cId="967364472" sldId="391"/>
            <ac:picMk id="6" creationId="{20D6A97F-C64E-4BAD-BAE4-B0555F9F0199}"/>
          </ac:picMkLst>
        </pc:picChg>
      </pc:sldChg>
      <pc:sldChg chg="modSp new mod">
        <pc:chgData name="Devinder Kaur" userId="89161a673412ba18" providerId="LiveId" clId="{5C5E40E7-878E-4A98-8B36-707978A399DF}" dt="2021-09-24T05:47:24.578" v="5067" actId="20577"/>
        <pc:sldMkLst>
          <pc:docMk/>
          <pc:sldMk cId="2148593735" sldId="392"/>
        </pc:sldMkLst>
        <pc:spChg chg="mod">
          <ac:chgData name="Devinder Kaur" userId="89161a673412ba18" providerId="LiveId" clId="{5C5E40E7-878E-4A98-8B36-707978A399DF}" dt="2021-09-21T17:31:53.073" v="3154" actId="122"/>
          <ac:spMkLst>
            <pc:docMk/>
            <pc:sldMk cId="2148593735" sldId="392"/>
            <ac:spMk id="2" creationId="{BAC01538-82D6-4226-9234-5F6525D5B497}"/>
          </ac:spMkLst>
        </pc:spChg>
        <pc:spChg chg="mod">
          <ac:chgData name="Devinder Kaur" userId="89161a673412ba18" providerId="LiveId" clId="{5C5E40E7-878E-4A98-8B36-707978A399DF}" dt="2021-09-24T05:47:24.578" v="5067" actId="20577"/>
          <ac:spMkLst>
            <pc:docMk/>
            <pc:sldMk cId="2148593735" sldId="392"/>
            <ac:spMk id="3" creationId="{7D6C0151-2B20-4321-A5DF-70E11CCCA8E6}"/>
          </ac:spMkLst>
        </pc:spChg>
      </pc:sldChg>
      <pc:sldChg chg="addSp delSp modSp new mod">
        <pc:chgData name="Devinder Kaur" userId="89161a673412ba18" providerId="LiveId" clId="{5C5E40E7-878E-4A98-8B36-707978A399DF}" dt="2021-09-24T05:51:32.422" v="5224" actId="1036"/>
        <pc:sldMkLst>
          <pc:docMk/>
          <pc:sldMk cId="3350799226" sldId="393"/>
        </pc:sldMkLst>
        <pc:spChg chg="del">
          <ac:chgData name="Devinder Kaur" userId="89161a673412ba18" providerId="LiveId" clId="{5C5E40E7-878E-4A98-8B36-707978A399DF}" dt="2021-09-21T17:32:39.851" v="3157"/>
          <ac:spMkLst>
            <pc:docMk/>
            <pc:sldMk cId="3350799226" sldId="393"/>
            <ac:spMk id="3" creationId="{C2A09E9C-9DE7-4D4E-A1CB-AB58FF59E86E}"/>
          </ac:spMkLst>
        </pc:spChg>
        <pc:picChg chg="add mod">
          <ac:chgData name="Devinder Kaur" userId="89161a673412ba18" providerId="LiveId" clId="{5C5E40E7-878E-4A98-8B36-707978A399DF}" dt="2021-09-24T05:50:44.933" v="5125" actId="1037"/>
          <ac:picMkLst>
            <pc:docMk/>
            <pc:sldMk cId="3350799226" sldId="393"/>
            <ac:picMk id="5" creationId="{57FF42D1-9A63-410D-A46A-E442CB380246}"/>
          </ac:picMkLst>
        </pc:picChg>
        <pc:picChg chg="add del">
          <ac:chgData name="Devinder Kaur" userId="89161a673412ba18" providerId="LiveId" clId="{5C5E40E7-878E-4A98-8B36-707978A399DF}" dt="2021-09-21T17:39:49.316" v="3184" actId="478"/>
          <ac:picMkLst>
            <pc:docMk/>
            <pc:sldMk cId="3350799226" sldId="393"/>
            <ac:picMk id="6" creationId="{0B867FC7-50FE-4168-A6E8-533870795142}"/>
          </ac:picMkLst>
        </pc:picChg>
        <pc:picChg chg="add mod modCrop">
          <ac:chgData name="Devinder Kaur" userId="89161a673412ba18" providerId="LiveId" clId="{5C5E40E7-878E-4A98-8B36-707978A399DF}" dt="2021-09-24T05:51:17.115" v="5214" actId="1038"/>
          <ac:picMkLst>
            <pc:docMk/>
            <pc:sldMk cId="3350799226" sldId="393"/>
            <ac:picMk id="6" creationId="{E78E3851-DCA7-4CF8-97E5-19649EA52249}"/>
          </ac:picMkLst>
        </pc:picChg>
        <pc:picChg chg="add mod modCrop">
          <ac:chgData name="Devinder Kaur" userId="89161a673412ba18" providerId="LiveId" clId="{5C5E40E7-878E-4A98-8B36-707978A399DF}" dt="2021-09-24T05:51:28.437" v="5217" actId="14100"/>
          <ac:picMkLst>
            <pc:docMk/>
            <pc:sldMk cId="3350799226" sldId="393"/>
            <ac:picMk id="7" creationId="{5CEFB4B6-E76C-42D7-855C-D79F25F747C1}"/>
          </ac:picMkLst>
        </pc:picChg>
        <pc:picChg chg="add mod modCrop">
          <ac:chgData name="Devinder Kaur" userId="89161a673412ba18" providerId="LiveId" clId="{5C5E40E7-878E-4A98-8B36-707978A399DF}" dt="2021-09-24T05:51:32.422" v="5224" actId="1036"/>
          <ac:picMkLst>
            <pc:docMk/>
            <pc:sldMk cId="3350799226" sldId="393"/>
            <ac:picMk id="8" creationId="{8A12EF87-0861-431E-9541-4DBDB69C2352}"/>
          </ac:picMkLst>
        </pc:picChg>
      </pc:sldChg>
      <pc:sldChg chg="addSp delSp modSp new del mod">
        <pc:chgData name="Devinder Kaur" userId="89161a673412ba18" providerId="LiveId" clId="{5C5E40E7-878E-4A98-8B36-707978A399DF}" dt="2021-09-24T05:51:35.266" v="5225" actId="47"/>
        <pc:sldMkLst>
          <pc:docMk/>
          <pc:sldMk cId="3748619324" sldId="394"/>
        </pc:sldMkLst>
        <pc:spChg chg="del">
          <ac:chgData name="Devinder Kaur" userId="89161a673412ba18" providerId="LiveId" clId="{5C5E40E7-878E-4A98-8B36-707978A399DF}" dt="2021-09-21T17:37:57.736" v="3179"/>
          <ac:spMkLst>
            <pc:docMk/>
            <pc:sldMk cId="3748619324" sldId="394"/>
            <ac:spMk id="3" creationId="{4F1D3213-130D-4F7F-AFB1-A818A3B5F51F}"/>
          </ac:spMkLst>
        </pc:spChg>
        <pc:spChg chg="add mod">
          <ac:chgData name="Devinder Kaur" userId="89161a673412ba18" providerId="LiveId" clId="{5C5E40E7-878E-4A98-8B36-707978A399DF}" dt="2021-09-24T05:48:11.293" v="5070" actId="21"/>
          <ac:spMkLst>
            <pc:docMk/>
            <pc:sldMk cId="3748619324" sldId="394"/>
            <ac:spMk id="5" creationId="{307E4165-9DD6-4F15-A98E-FB08E5E800C2}"/>
          </ac:spMkLst>
        </pc:spChg>
        <pc:spChg chg="add del">
          <ac:chgData name="Devinder Kaur" userId="89161a673412ba18" providerId="LiveId" clId="{5C5E40E7-878E-4A98-8B36-707978A399DF}" dt="2021-09-21T17:37:54.911" v="3178" actId="478"/>
          <ac:spMkLst>
            <pc:docMk/>
            <pc:sldMk cId="3748619324" sldId="394"/>
            <ac:spMk id="5" creationId="{A5C50BE6-E698-4606-A87F-CED948C49E2A}"/>
          </ac:spMkLst>
        </pc:spChg>
        <pc:picChg chg="add del mod modCrop">
          <ac:chgData name="Devinder Kaur" userId="89161a673412ba18" providerId="LiveId" clId="{5C5E40E7-878E-4A98-8B36-707978A399DF}" dt="2021-09-24T05:48:11.293" v="5070" actId="21"/>
          <ac:picMkLst>
            <pc:docMk/>
            <pc:sldMk cId="3748619324" sldId="394"/>
            <ac:picMk id="6" creationId="{F1292AF6-D583-48A6-A65D-D816B1DDB042}"/>
          </ac:picMkLst>
        </pc:picChg>
      </pc:sldChg>
      <pc:sldChg chg="addSp modSp new mod">
        <pc:chgData name="Devinder Kaur" userId="89161a673412ba18" providerId="LiveId" clId="{5C5E40E7-878E-4A98-8B36-707978A399DF}" dt="2021-09-21T17:43:40.516" v="3191" actId="12789"/>
        <pc:sldMkLst>
          <pc:docMk/>
          <pc:sldMk cId="194253058" sldId="395"/>
        </pc:sldMkLst>
        <pc:picChg chg="add mod modCrop">
          <ac:chgData name="Devinder Kaur" userId="89161a673412ba18" providerId="LiveId" clId="{5C5E40E7-878E-4A98-8B36-707978A399DF}" dt="2021-09-21T17:43:40.516" v="3191" actId="12789"/>
          <ac:picMkLst>
            <pc:docMk/>
            <pc:sldMk cId="194253058" sldId="395"/>
            <ac:picMk id="5" creationId="{ED9CF5C2-2E07-4DE4-B8B7-C537773685F0}"/>
          </ac:picMkLst>
        </pc:picChg>
      </pc:sldChg>
      <pc:sldChg chg="new del">
        <pc:chgData name="Devinder Kaur" userId="89161a673412ba18" providerId="LiveId" clId="{5C5E40E7-878E-4A98-8B36-707978A399DF}" dt="2021-09-22T08:45:18.742" v="3502" actId="47"/>
        <pc:sldMkLst>
          <pc:docMk/>
          <pc:sldMk cId="384098100" sldId="396"/>
        </pc:sldMkLst>
      </pc:sldChg>
      <pc:sldChg chg="modSp new del mod ord">
        <pc:chgData name="Devinder Kaur" userId="89161a673412ba18" providerId="LiveId" clId="{5C5E40E7-878E-4A98-8B36-707978A399DF}" dt="2021-09-22T09:49:56.250" v="5056" actId="47"/>
        <pc:sldMkLst>
          <pc:docMk/>
          <pc:sldMk cId="2066075171" sldId="397"/>
        </pc:sldMkLst>
        <pc:spChg chg="mod">
          <ac:chgData name="Devinder Kaur" userId="89161a673412ba18" providerId="LiveId" clId="{5C5E40E7-878E-4A98-8B36-707978A399DF}" dt="2021-09-22T08:49:00.522" v="3555" actId="1035"/>
          <ac:spMkLst>
            <pc:docMk/>
            <pc:sldMk cId="2066075171" sldId="397"/>
            <ac:spMk id="2" creationId="{D33E3E6E-8E19-4CFD-BD4C-49C57E570CD9}"/>
          </ac:spMkLst>
        </pc:spChg>
        <pc:spChg chg="mod">
          <ac:chgData name="Devinder Kaur" userId="89161a673412ba18" providerId="LiveId" clId="{5C5E40E7-878E-4A98-8B36-707978A399DF}" dt="2021-09-22T08:48:50.202" v="3531" actId="20577"/>
          <ac:spMkLst>
            <pc:docMk/>
            <pc:sldMk cId="2066075171" sldId="397"/>
            <ac:spMk id="3" creationId="{1DB79861-A257-48A8-91CA-E8C61E0F1CC5}"/>
          </ac:spMkLst>
        </pc:spChg>
      </pc:sldChg>
      <pc:sldChg chg="modSp new del mod ord">
        <pc:chgData name="Devinder Kaur" userId="89161a673412ba18" providerId="LiveId" clId="{5C5E40E7-878E-4A98-8B36-707978A399DF}" dt="2021-09-22T09:50:00.947" v="5057" actId="47"/>
        <pc:sldMkLst>
          <pc:docMk/>
          <pc:sldMk cId="3001601643" sldId="398"/>
        </pc:sldMkLst>
        <pc:spChg chg="mod">
          <ac:chgData name="Devinder Kaur" userId="89161a673412ba18" providerId="LiveId" clId="{5C5E40E7-878E-4A98-8B36-707978A399DF}" dt="2021-09-22T08:45:32.595" v="3505" actId="122"/>
          <ac:spMkLst>
            <pc:docMk/>
            <pc:sldMk cId="3001601643" sldId="398"/>
            <ac:spMk id="2" creationId="{56D5EC06-5058-4C1A-935B-911DBDC6533C}"/>
          </ac:spMkLst>
        </pc:spChg>
        <pc:spChg chg="mod">
          <ac:chgData name="Devinder Kaur" userId="89161a673412ba18" providerId="LiveId" clId="{5C5E40E7-878E-4A98-8B36-707978A399DF}" dt="2021-09-22T08:46:46.502" v="3514" actId="313"/>
          <ac:spMkLst>
            <pc:docMk/>
            <pc:sldMk cId="3001601643" sldId="398"/>
            <ac:spMk id="3" creationId="{F7680A98-E29E-457B-B28A-F1AD8E82C61F}"/>
          </ac:spMkLst>
        </pc:spChg>
      </pc:sldChg>
      <pc:sldChg chg="addSp delSp modSp new mod">
        <pc:chgData name="Devinder Kaur" userId="89161a673412ba18" providerId="LiveId" clId="{5C5E40E7-878E-4A98-8B36-707978A399DF}" dt="2021-09-24T05:52:24.441" v="5226" actId="948"/>
        <pc:sldMkLst>
          <pc:docMk/>
          <pc:sldMk cId="3106783151" sldId="399"/>
        </pc:sldMkLst>
        <pc:spChg chg="mod">
          <ac:chgData name="Devinder Kaur" userId="89161a673412ba18" providerId="LiveId" clId="{5C5E40E7-878E-4A98-8B36-707978A399DF}" dt="2021-09-22T09:14:16.790" v="4849" actId="1035"/>
          <ac:spMkLst>
            <pc:docMk/>
            <pc:sldMk cId="3106783151" sldId="399"/>
            <ac:spMk id="2" creationId="{ACF9477D-CD5B-44C2-8B76-D41C8BFE3F09}"/>
          </ac:spMkLst>
        </pc:spChg>
        <pc:spChg chg="mod">
          <ac:chgData name="Devinder Kaur" userId="89161a673412ba18" providerId="LiveId" clId="{5C5E40E7-878E-4A98-8B36-707978A399DF}" dt="2021-09-24T05:52:24.441" v="5226" actId="948"/>
          <ac:spMkLst>
            <pc:docMk/>
            <pc:sldMk cId="3106783151" sldId="399"/>
            <ac:spMk id="3" creationId="{60715946-E072-4472-8B1F-B1099D5B55A5}"/>
          </ac:spMkLst>
        </pc:spChg>
        <pc:picChg chg="add del mod">
          <ac:chgData name="Devinder Kaur" userId="89161a673412ba18" providerId="LiveId" clId="{5C5E40E7-878E-4A98-8B36-707978A399DF}" dt="2021-09-22T08:54:39.261" v="3849" actId="478"/>
          <ac:picMkLst>
            <pc:docMk/>
            <pc:sldMk cId="3106783151" sldId="399"/>
            <ac:picMk id="5" creationId="{95F3B0EC-7485-4AE1-82EA-B2DEFFC32C71}"/>
          </ac:picMkLst>
        </pc:picChg>
        <pc:picChg chg="add del mod">
          <ac:chgData name="Devinder Kaur" userId="89161a673412ba18" providerId="LiveId" clId="{5C5E40E7-878E-4A98-8B36-707978A399DF}" dt="2021-09-22T08:57:54.597" v="3945" actId="478"/>
          <ac:picMkLst>
            <pc:docMk/>
            <pc:sldMk cId="3106783151" sldId="399"/>
            <ac:picMk id="6" creationId="{108191E8-6170-4C60-8D5E-D5CC218A60C6}"/>
          </ac:picMkLst>
        </pc:picChg>
      </pc:sldChg>
      <pc:sldChg chg="addSp delSp modSp new mod">
        <pc:chgData name="Devinder Kaur" userId="89161a673412ba18" providerId="LiveId" clId="{5C5E40E7-878E-4A98-8B36-707978A399DF}" dt="2021-09-22T09:04:53.893" v="4460" actId="14100"/>
        <pc:sldMkLst>
          <pc:docMk/>
          <pc:sldMk cId="1433485915" sldId="400"/>
        </pc:sldMkLst>
        <pc:spChg chg="mod">
          <ac:chgData name="Devinder Kaur" userId="89161a673412ba18" providerId="LiveId" clId="{5C5E40E7-878E-4A98-8B36-707978A399DF}" dt="2021-09-22T09:04:41.535" v="4458" actId="1035"/>
          <ac:spMkLst>
            <pc:docMk/>
            <pc:sldMk cId="1433485915" sldId="400"/>
            <ac:spMk id="2" creationId="{4C71D2A6-78F2-426F-8D01-068029DEDE30}"/>
          </ac:spMkLst>
        </pc:spChg>
        <pc:spChg chg="mod">
          <ac:chgData name="Devinder Kaur" userId="89161a673412ba18" providerId="LiveId" clId="{5C5E40E7-878E-4A98-8B36-707978A399DF}" dt="2021-09-22T09:04:53.893" v="4460" actId="14100"/>
          <ac:spMkLst>
            <pc:docMk/>
            <pc:sldMk cId="1433485915" sldId="400"/>
            <ac:spMk id="3" creationId="{153A623B-7DFD-46F8-A5D8-866DDFB4BA16}"/>
          </ac:spMkLst>
        </pc:spChg>
        <pc:picChg chg="add del mod">
          <ac:chgData name="Devinder Kaur" userId="89161a673412ba18" providerId="LiveId" clId="{5C5E40E7-878E-4A98-8B36-707978A399DF}" dt="2021-09-22T09:04:27.863" v="4445" actId="478"/>
          <ac:picMkLst>
            <pc:docMk/>
            <pc:sldMk cId="1433485915" sldId="400"/>
            <ac:picMk id="5" creationId="{AADE532A-C928-474C-B7B1-95FDD56C809D}"/>
          </ac:picMkLst>
        </pc:picChg>
      </pc:sldChg>
      <pc:sldChg chg="addSp delSp modSp new mod">
        <pc:chgData name="Devinder Kaur" userId="89161a673412ba18" providerId="LiveId" clId="{5C5E40E7-878E-4A98-8B36-707978A399DF}" dt="2021-09-22T09:09:37.410" v="4775" actId="478"/>
        <pc:sldMkLst>
          <pc:docMk/>
          <pc:sldMk cId="3542722731" sldId="401"/>
        </pc:sldMkLst>
        <pc:spChg chg="mod">
          <ac:chgData name="Devinder Kaur" userId="89161a673412ba18" providerId="LiveId" clId="{5C5E40E7-878E-4A98-8B36-707978A399DF}" dt="2021-09-22T09:05:30.359" v="4481" actId="20577"/>
          <ac:spMkLst>
            <pc:docMk/>
            <pc:sldMk cId="3542722731" sldId="401"/>
            <ac:spMk id="2" creationId="{3F65B287-B33E-4AC9-AFA2-1506CBEA29FB}"/>
          </ac:spMkLst>
        </pc:spChg>
        <pc:spChg chg="mod">
          <ac:chgData name="Devinder Kaur" userId="89161a673412ba18" providerId="LiveId" clId="{5C5E40E7-878E-4A98-8B36-707978A399DF}" dt="2021-09-22T09:09:33.811" v="4774" actId="403"/>
          <ac:spMkLst>
            <pc:docMk/>
            <pc:sldMk cId="3542722731" sldId="401"/>
            <ac:spMk id="3" creationId="{E5021EBE-72B2-40B4-B9E0-B742BEF2F561}"/>
          </ac:spMkLst>
        </pc:spChg>
        <pc:picChg chg="add del mod">
          <ac:chgData name="Devinder Kaur" userId="89161a673412ba18" providerId="LiveId" clId="{5C5E40E7-878E-4A98-8B36-707978A399DF}" dt="2021-09-22T09:09:37.410" v="4775" actId="478"/>
          <ac:picMkLst>
            <pc:docMk/>
            <pc:sldMk cId="3542722731" sldId="401"/>
            <ac:picMk id="5" creationId="{83387F0B-E4CE-471B-8D24-6012D38847E8}"/>
          </ac:picMkLst>
        </pc:picChg>
      </pc:sldChg>
      <pc:sldChg chg="new add del ord">
        <pc:chgData name="Devinder Kaur" userId="89161a673412ba18" providerId="LiveId" clId="{5C5E40E7-878E-4A98-8B36-707978A399DF}" dt="2021-09-22T09:11:01.528" v="4790" actId="680"/>
        <pc:sldMkLst>
          <pc:docMk/>
          <pc:sldMk cId="423889680" sldId="402"/>
        </pc:sldMkLst>
      </pc:sldChg>
      <pc:sldChg chg="addSp delSp modSp new mod ord">
        <pc:chgData name="Devinder Kaur" userId="89161a673412ba18" providerId="LiveId" clId="{5C5E40E7-878E-4A98-8B36-707978A399DF}" dt="2021-09-22T09:27:56.645" v="4976"/>
        <pc:sldMkLst>
          <pc:docMk/>
          <pc:sldMk cId="3854839735" sldId="402"/>
        </pc:sldMkLst>
        <pc:spChg chg="mod">
          <ac:chgData name="Devinder Kaur" userId="89161a673412ba18" providerId="LiveId" clId="{5C5E40E7-878E-4A98-8B36-707978A399DF}" dt="2021-09-22T09:22:13.299" v="4924" actId="1035"/>
          <ac:spMkLst>
            <pc:docMk/>
            <pc:sldMk cId="3854839735" sldId="402"/>
            <ac:spMk id="2" creationId="{E209D1A0-E8FF-4D07-8020-84F4ECE3A109}"/>
          </ac:spMkLst>
        </pc:spChg>
        <pc:spChg chg="mod">
          <ac:chgData name="Devinder Kaur" userId="89161a673412ba18" providerId="LiveId" clId="{5C5E40E7-878E-4A98-8B36-707978A399DF}" dt="2021-09-22T09:22:25.261" v="4928" actId="948"/>
          <ac:spMkLst>
            <pc:docMk/>
            <pc:sldMk cId="3854839735" sldId="402"/>
            <ac:spMk id="3" creationId="{2430ADDA-A0CF-4657-8E7A-E3646D58FEBC}"/>
          </ac:spMkLst>
        </pc:spChg>
        <pc:picChg chg="add del mod">
          <ac:chgData name="Devinder Kaur" userId="89161a673412ba18" providerId="LiveId" clId="{5C5E40E7-878E-4A98-8B36-707978A399DF}" dt="2021-09-22T09:22:29.888" v="4929" actId="478"/>
          <ac:picMkLst>
            <pc:docMk/>
            <pc:sldMk cId="3854839735" sldId="402"/>
            <ac:picMk id="5" creationId="{4DA4151E-1306-410A-9BF8-54625A9F2181}"/>
          </ac:picMkLst>
        </pc:picChg>
      </pc:sldChg>
      <pc:sldChg chg="new del">
        <pc:chgData name="Devinder Kaur" userId="89161a673412ba18" providerId="LiveId" clId="{5C5E40E7-878E-4A98-8B36-707978A399DF}" dt="2021-09-22T09:14:49.710" v="4852" actId="47"/>
        <pc:sldMkLst>
          <pc:docMk/>
          <pc:sldMk cId="3093873109" sldId="403"/>
        </pc:sldMkLst>
      </pc:sldChg>
      <pc:sldChg chg="modSp new mod">
        <pc:chgData name="Devinder Kaur" userId="89161a673412ba18" providerId="LiveId" clId="{5C5E40E7-878E-4A98-8B36-707978A399DF}" dt="2021-09-22T09:15:13.474" v="4857" actId="122"/>
        <pc:sldMkLst>
          <pc:docMk/>
          <pc:sldMk cId="3412193871" sldId="403"/>
        </pc:sldMkLst>
        <pc:spChg chg="mod">
          <ac:chgData name="Devinder Kaur" userId="89161a673412ba18" providerId="LiveId" clId="{5C5E40E7-878E-4A98-8B36-707978A399DF}" dt="2021-09-22T09:15:13.474" v="4857" actId="122"/>
          <ac:spMkLst>
            <pc:docMk/>
            <pc:sldMk cId="3412193871" sldId="403"/>
            <ac:spMk id="2" creationId="{9E2E940A-6442-47C7-86CF-1CB23A0B3303}"/>
          </ac:spMkLst>
        </pc:spChg>
        <pc:spChg chg="mod">
          <ac:chgData name="Devinder Kaur" userId="89161a673412ba18" providerId="LiveId" clId="{5C5E40E7-878E-4A98-8B36-707978A399DF}" dt="2021-09-22T09:15:03.498" v="4855" actId="123"/>
          <ac:spMkLst>
            <pc:docMk/>
            <pc:sldMk cId="3412193871" sldId="403"/>
            <ac:spMk id="3" creationId="{0B00D500-4743-4633-AC15-4C702587EFAB}"/>
          </ac:spMkLst>
        </pc:spChg>
      </pc:sldChg>
      <pc:sldChg chg="modSp new del mod">
        <pc:chgData name="Devinder Kaur" userId="89161a673412ba18" providerId="LiveId" clId="{5C5E40E7-878E-4A98-8B36-707978A399DF}" dt="2021-09-27T06:35:22.696" v="5243" actId="47"/>
        <pc:sldMkLst>
          <pc:docMk/>
          <pc:sldMk cId="2486308176" sldId="404"/>
        </pc:sldMkLst>
        <pc:spChg chg="mod">
          <ac:chgData name="Devinder Kaur" userId="89161a673412ba18" providerId="LiveId" clId="{5C5E40E7-878E-4A98-8B36-707978A399DF}" dt="2021-09-22T09:16:53.253" v="4883" actId="1035"/>
          <ac:spMkLst>
            <pc:docMk/>
            <pc:sldMk cId="2486308176" sldId="404"/>
            <ac:spMk id="2" creationId="{77F50BEE-1147-465C-81D5-3FB63E597B1E}"/>
          </ac:spMkLst>
        </pc:spChg>
        <pc:spChg chg="mod">
          <ac:chgData name="Devinder Kaur" userId="89161a673412ba18" providerId="LiveId" clId="{5C5E40E7-878E-4A98-8B36-707978A399DF}" dt="2021-09-27T04:59:51.194" v="5230" actId="14100"/>
          <ac:spMkLst>
            <pc:docMk/>
            <pc:sldMk cId="2486308176" sldId="404"/>
            <ac:spMk id="3" creationId="{982F65DB-9021-4700-8924-CAEDE782600B}"/>
          </ac:spMkLst>
        </pc:spChg>
      </pc:sldChg>
      <pc:sldChg chg="addSp delSp modSp new mod">
        <pc:chgData name="Devinder Kaur" userId="89161a673412ba18" providerId="LiveId" clId="{5C5E40E7-878E-4A98-8B36-707978A399DF}" dt="2021-09-22T09:28:40.140" v="4985" actId="14100"/>
        <pc:sldMkLst>
          <pc:docMk/>
          <pc:sldMk cId="2939968499" sldId="405"/>
        </pc:sldMkLst>
        <pc:spChg chg="del">
          <ac:chgData name="Devinder Kaur" userId="89161a673412ba18" providerId="LiveId" clId="{5C5E40E7-878E-4A98-8B36-707978A399DF}" dt="2021-09-22T09:27:53.811" v="4974" actId="931"/>
          <ac:spMkLst>
            <pc:docMk/>
            <pc:sldMk cId="2939968499" sldId="405"/>
            <ac:spMk id="3" creationId="{937E107B-3C4B-4941-AD25-B8803D20FAAC}"/>
          </ac:spMkLst>
        </pc:spChg>
        <pc:picChg chg="add mod modCrop">
          <ac:chgData name="Devinder Kaur" userId="89161a673412ba18" providerId="LiveId" clId="{5C5E40E7-878E-4A98-8B36-707978A399DF}" dt="2021-09-22T09:28:40.140" v="4985" actId="14100"/>
          <ac:picMkLst>
            <pc:docMk/>
            <pc:sldMk cId="2939968499" sldId="405"/>
            <ac:picMk id="6" creationId="{789EE4ED-8420-4F36-8226-40378B22258D}"/>
          </ac:picMkLst>
        </pc:picChg>
      </pc:sldChg>
      <pc:sldChg chg="addSp delSp modSp new mod">
        <pc:chgData name="Devinder Kaur" userId="89161a673412ba18" providerId="LiveId" clId="{5C5E40E7-878E-4A98-8B36-707978A399DF}" dt="2021-09-22T09:30:10.098" v="5010" actId="1038"/>
        <pc:sldMkLst>
          <pc:docMk/>
          <pc:sldMk cId="2854360190" sldId="406"/>
        </pc:sldMkLst>
        <pc:spChg chg="del">
          <ac:chgData name="Devinder Kaur" userId="89161a673412ba18" providerId="LiveId" clId="{5C5E40E7-878E-4A98-8B36-707978A399DF}" dt="2021-09-22T09:29:36.926" v="4987" actId="931"/>
          <ac:spMkLst>
            <pc:docMk/>
            <pc:sldMk cId="2854360190" sldId="406"/>
            <ac:spMk id="3" creationId="{608E8727-63BC-4D88-ACE4-876C93096098}"/>
          </ac:spMkLst>
        </pc:spChg>
        <pc:picChg chg="add mod">
          <ac:chgData name="Devinder Kaur" userId="89161a673412ba18" providerId="LiveId" clId="{5C5E40E7-878E-4A98-8B36-707978A399DF}" dt="2021-09-22T09:30:10.098" v="5010" actId="1038"/>
          <ac:picMkLst>
            <pc:docMk/>
            <pc:sldMk cId="2854360190" sldId="406"/>
            <ac:picMk id="6" creationId="{159DB508-73B4-42C8-9C10-DA9BDA64C73A}"/>
          </ac:picMkLst>
        </pc:picChg>
      </pc:sldChg>
      <pc:sldChg chg="modSp new mod">
        <pc:chgData name="Devinder Kaur" userId="89161a673412ba18" providerId="LiveId" clId="{5C5E40E7-878E-4A98-8B36-707978A399DF}" dt="2021-09-22T09:32:23.848" v="5037" actId="20577"/>
        <pc:sldMkLst>
          <pc:docMk/>
          <pc:sldMk cId="3474766162" sldId="407"/>
        </pc:sldMkLst>
        <pc:spChg chg="mod">
          <ac:chgData name="Devinder Kaur" userId="89161a673412ba18" providerId="LiveId" clId="{5C5E40E7-878E-4A98-8B36-707978A399DF}" dt="2021-09-22T09:31:10.666" v="5015" actId="122"/>
          <ac:spMkLst>
            <pc:docMk/>
            <pc:sldMk cId="3474766162" sldId="407"/>
            <ac:spMk id="2" creationId="{AF20E556-5744-4442-BDB7-3BCB141EF484}"/>
          </ac:spMkLst>
        </pc:spChg>
        <pc:spChg chg="mod">
          <ac:chgData name="Devinder Kaur" userId="89161a673412ba18" providerId="LiveId" clId="{5C5E40E7-878E-4A98-8B36-707978A399DF}" dt="2021-09-22T09:32:23.848" v="5037" actId="20577"/>
          <ac:spMkLst>
            <pc:docMk/>
            <pc:sldMk cId="3474766162" sldId="407"/>
            <ac:spMk id="3" creationId="{BCDF941D-A6AC-4377-A3A9-2A637B1C6604}"/>
          </ac:spMkLst>
        </pc:spChg>
      </pc:sldChg>
      <pc:sldChg chg="modSp new mod">
        <pc:chgData name="Devinder Kaur" userId="89161a673412ba18" providerId="LiveId" clId="{5C5E40E7-878E-4A98-8B36-707978A399DF}" dt="2021-09-22T09:48:27.498" v="5055" actId="14100"/>
        <pc:sldMkLst>
          <pc:docMk/>
          <pc:sldMk cId="3809054139" sldId="408"/>
        </pc:sldMkLst>
        <pc:spChg chg="mod">
          <ac:chgData name="Devinder Kaur" userId="89161a673412ba18" providerId="LiveId" clId="{5C5E40E7-878E-4A98-8B36-707978A399DF}" dt="2021-09-22T09:48:27.498" v="5055" actId="14100"/>
          <ac:spMkLst>
            <pc:docMk/>
            <pc:sldMk cId="3809054139" sldId="408"/>
            <ac:spMk id="2" creationId="{871EA793-BD1F-4DA8-B073-155B1BC181E7}"/>
          </ac:spMkLst>
        </pc:spChg>
      </pc:sldChg>
      <pc:sldChg chg="modSp new mod">
        <pc:chgData name="Devinder Kaur" userId="89161a673412ba18" providerId="LiveId" clId="{5C5E40E7-878E-4A98-8B36-707978A399DF}" dt="2021-09-27T04:59:30.461" v="5229" actId="122"/>
        <pc:sldMkLst>
          <pc:docMk/>
          <pc:sldMk cId="1656698744" sldId="409"/>
        </pc:sldMkLst>
        <pc:spChg chg="mod">
          <ac:chgData name="Devinder Kaur" userId="89161a673412ba18" providerId="LiveId" clId="{5C5E40E7-878E-4A98-8B36-707978A399DF}" dt="2021-09-27T04:59:30.461" v="5229" actId="122"/>
          <ac:spMkLst>
            <pc:docMk/>
            <pc:sldMk cId="1656698744" sldId="409"/>
            <ac:spMk id="2" creationId="{1B3C7776-C5B5-45DF-98B2-2ECC6EB02D58}"/>
          </ac:spMkLst>
        </pc:spChg>
      </pc:sldChg>
      <pc:sldChg chg="modSp new mod">
        <pc:chgData name="Devinder Kaur" userId="89161a673412ba18" providerId="LiveId" clId="{5C5E40E7-878E-4A98-8B36-707978A399DF}" dt="2021-09-27T06:35:43.095" v="5270" actId="1035"/>
        <pc:sldMkLst>
          <pc:docMk/>
          <pc:sldMk cId="2827848967" sldId="410"/>
        </pc:sldMkLst>
        <pc:spChg chg="mod">
          <ac:chgData name="Devinder Kaur" userId="89161a673412ba18" providerId="LiveId" clId="{5C5E40E7-878E-4A98-8B36-707978A399DF}" dt="2021-09-27T06:35:37.959" v="5255" actId="1035"/>
          <ac:spMkLst>
            <pc:docMk/>
            <pc:sldMk cId="2827848967" sldId="410"/>
            <ac:spMk id="2" creationId="{6FE7B733-9EAA-41DE-979D-67D9764E7662}"/>
          </ac:spMkLst>
        </pc:spChg>
        <pc:spChg chg="mod">
          <ac:chgData name="Devinder Kaur" userId="89161a673412ba18" providerId="LiveId" clId="{5C5E40E7-878E-4A98-8B36-707978A399DF}" dt="2021-09-27T06:35:43.095" v="5270" actId="1035"/>
          <ac:spMkLst>
            <pc:docMk/>
            <pc:sldMk cId="2827848967" sldId="410"/>
            <ac:spMk id="3" creationId="{743760E3-2CE5-4FDD-A25D-D507E5B828B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768409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28986308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9076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68878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2157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0480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6801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6268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0746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1178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76270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09809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17887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6228153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9851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287562066"/>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565192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5.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351819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817" r:id="rId14"/>
    <p:sldLayoutId id="2147483816" r:id="rId15"/>
    <p:sldLayoutId id="2147483660"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6.xml"/><Relationship Id="rId5" Type="http://schemas.openxmlformats.org/officeDocument/2006/relationships/hyperlink" Target="https://image1.slideserve.com/2926921/slide1-l.jpg" TargetMode="Externa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hyperlink" Target="https://image1.slideserve.com/2926921/slide1-l.jpg" TargetMode="Externa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hyperlink" Target="https://image1.slideserve.com/2926921/slide2-l.jpg" TargetMode="Externa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hyperlink" Target="https://image1.slideserve.com/2926921/slide3-l.jpg" TargetMode="Externa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tmp"/><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hyperlink" Target="http://www.pennmedicine.org/health_info/images/19450.jpg" TargetMode="External"/><Relationship Id="rId2" Type="http://schemas.openxmlformats.org/officeDocument/2006/relationships/image" Target="../media/image20.jpe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hyperlink" Target="https://www.utoledo.edu/engineering/bioengineering/undergrad/prospective/whatisbioe.html#:~:text=Bioengineering%20is%20the%20application%20of,health%20care%20and%20other%20fields."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16.xml"/><Relationship Id="rId5" Type="http://schemas.openxmlformats.org/officeDocument/2006/relationships/hyperlink" Target="https://youtu.be/FBUpnG1G4yQ" TargetMode="External"/><Relationship Id="rId4" Type="http://schemas.openxmlformats.org/officeDocument/2006/relationships/hyperlink" Target="https://i.pinimg.com/originals/68/c9/30/68c930e95113ceb2e3dfc9de2f164680.png" TargetMode="Externa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7.xml"/><Relationship Id="rId1" Type="http://schemas.openxmlformats.org/officeDocument/2006/relationships/vmlDrawing" Target="../drawings/vmlDrawing1.vml"/><Relationship Id="rId4" Type="http://schemas.openxmlformats.org/officeDocument/2006/relationships/image" Target="../media/image2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2104" y="5355322"/>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a:endParaRPr lang="en-US" dirty="0"/>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2">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410789" y="1463039"/>
            <a:ext cx="9780386" cy="317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ENGINEERING</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23SZT-148</a:t>
            </a:r>
            <a:endParaRPr lang="en-US" sz="1600" dirty="0">
              <a:latin typeface="Raleway ExtraBold" pitchFamily="34" charset="-52"/>
            </a:endParaRPr>
          </a:p>
        </p:txBody>
      </p:sp>
      <p:pic>
        <p:nvPicPr>
          <p:cNvPr id="3" name="Picture 2">
            <a:extLst>
              <a:ext uri="{FF2B5EF4-FFF2-40B4-BE49-F238E27FC236}">
                <a16:creationId xmlns="" xmlns:a16="http://schemas.microsoft.com/office/drawing/2014/main" id="{6539A683-78CB-4761-B8CD-B49FA74FBE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063644"/>
            <a:ext cx="2996253" cy="2794356"/>
          </a:xfrm>
          <a:prstGeom prst="rect">
            <a:avLst/>
          </a:prstGeom>
        </p:spPr>
      </p:pic>
      <p:sp>
        <p:nvSpPr>
          <p:cNvPr id="2" name="Rectangle 1"/>
          <p:cNvSpPr/>
          <p:nvPr/>
        </p:nvSpPr>
        <p:spPr>
          <a:xfrm>
            <a:off x="1560486" y="5626268"/>
            <a:ext cx="5371013" cy="1015663"/>
          </a:xfrm>
          <a:prstGeom prst="rect">
            <a:avLst/>
          </a:prstGeom>
        </p:spPr>
        <p:txBody>
          <a:bodyPr wrap="square">
            <a:spAutoFit/>
          </a:bodyPr>
          <a:lstStyle/>
          <a:p>
            <a:pPr algn="ctr"/>
            <a:r>
              <a:rPr lang="en-IN" sz="2000" b="1" dirty="0">
                <a:solidFill>
                  <a:srgbClr val="2B2A2A"/>
                </a:solidFill>
                <a:latin typeface="Open Sans" panose="020B0606030504020204" pitchFamily="34" charset="0"/>
                <a:hlinkClick r:id="rId5" tooltip="slide1"/>
              </a:rPr>
              <a:t>Gene Interaction </a:t>
            </a:r>
            <a:br>
              <a:rPr lang="en-IN" sz="2000" b="1" dirty="0">
                <a:solidFill>
                  <a:srgbClr val="2B2A2A"/>
                </a:solidFill>
                <a:latin typeface="Open Sans" panose="020B0606030504020204" pitchFamily="34" charset="0"/>
                <a:hlinkClick r:id="rId5" tooltip="slide1"/>
              </a:rPr>
            </a:br>
            <a:r>
              <a:rPr lang="en-IN" sz="2000" b="1" dirty="0">
                <a:solidFill>
                  <a:srgbClr val="2B2A2A"/>
                </a:solidFill>
                <a:latin typeface="Open Sans" panose="020B0606030504020204" pitchFamily="34" charset="0"/>
                <a:hlinkClick r:id="rId5" tooltip="slide1"/>
              </a:rPr>
              <a:t>and </a:t>
            </a:r>
            <a:br>
              <a:rPr lang="en-IN" sz="2000" b="1" dirty="0">
                <a:solidFill>
                  <a:srgbClr val="2B2A2A"/>
                </a:solidFill>
                <a:latin typeface="Open Sans" panose="020B0606030504020204" pitchFamily="34" charset="0"/>
                <a:hlinkClick r:id="rId5" tooltip="slide1"/>
              </a:rPr>
            </a:br>
            <a:r>
              <a:rPr lang="en-IN" sz="2000" b="1" dirty="0">
                <a:solidFill>
                  <a:srgbClr val="2B2A2A"/>
                </a:solidFill>
                <a:latin typeface="Open Sans" panose="020B0606030504020204" pitchFamily="34" charset="0"/>
                <a:hlinkClick r:id="rId5" tooltip="slide1"/>
              </a:rPr>
              <a:t>Gene Mapping </a:t>
            </a:r>
            <a:endParaRPr lang="en-US" sz="2000" dirty="0"/>
          </a:p>
        </p:txBody>
      </p:sp>
    </p:spTree>
    <p:extLst>
      <p:ext uri="{BB962C8B-B14F-4D97-AF65-F5344CB8AC3E}">
        <p14:creationId xmlns:p14="http://schemas.microsoft.com/office/powerpoint/2010/main" val="53837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DCDBBEF-AA6C-4BA6-85B2-A17D7F280E38}" type="slidenum">
              <a:rPr lang="en-US" smtClean="0">
                <a:solidFill>
                  <a:prstClr val="black">
                    <a:tint val="75000"/>
                  </a:prstClr>
                </a:solidFill>
              </a:rPr>
              <a:pPr/>
              <a:t>2</a:t>
            </a:fld>
            <a:endParaRPr lang="en-US" dirty="0">
              <a:solidFill>
                <a:prstClr val="black">
                  <a:tint val="75000"/>
                </a:prstClr>
              </a:solidFill>
            </a:endParaRPr>
          </a:p>
        </p:txBody>
      </p:sp>
      <p:sp>
        <p:nvSpPr>
          <p:cNvPr id="5" name="TextBox 4"/>
          <p:cNvSpPr txBox="1"/>
          <p:nvPr/>
        </p:nvSpPr>
        <p:spPr>
          <a:xfrm>
            <a:off x="899651" y="1725561"/>
            <a:ext cx="2465740" cy="461665"/>
          </a:xfrm>
          <a:prstGeom prst="rect">
            <a:avLst/>
          </a:prstGeom>
          <a:noFill/>
        </p:spPr>
        <p:txBody>
          <a:bodyPr wrap="none" rtlCol="0">
            <a:spAutoFit/>
          </a:bodyPr>
          <a:lstStyle/>
          <a:p>
            <a:r>
              <a:rPr lang="en-IN" sz="2400" b="1" dirty="0">
                <a:solidFill>
                  <a:prstClr val="black"/>
                </a:solidFill>
                <a:latin typeface="Times New Roman" panose="02020603050405020304" pitchFamily="18" charset="0"/>
                <a:cs typeface="Times New Roman" panose="02020603050405020304" pitchFamily="18" charset="0"/>
              </a:rPr>
              <a:t>Course Objective</a:t>
            </a:r>
          </a:p>
        </p:txBody>
      </p:sp>
      <p:sp>
        <p:nvSpPr>
          <p:cNvPr id="11" name="TextBox 10"/>
          <p:cNvSpPr txBox="1"/>
          <p:nvPr/>
        </p:nvSpPr>
        <p:spPr>
          <a:xfrm>
            <a:off x="408340" y="2482533"/>
            <a:ext cx="5358280" cy="3416320"/>
          </a:xfrm>
          <a:prstGeom prst="rect">
            <a:avLst/>
          </a:prstGeom>
          <a:noFill/>
          <a:ln>
            <a:solidFill>
              <a:schemeClr val="tx1"/>
            </a:solidFill>
          </a:ln>
        </p:spPr>
        <p:txBody>
          <a:bodyPr wrap="square" rtlCol="0">
            <a:spAutoFit/>
          </a:bodyPr>
          <a:lstStyle/>
          <a:p>
            <a:pPr marL="342900" lvl="0" indent="-342900" hangingPunct="0">
              <a:buFont typeface="Arial" pitchFamily="34" charset="0"/>
              <a:buChar char="•"/>
            </a:pPr>
            <a:r>
              <a:rPr lang="en-US" sz="2400" dirty="0">
                <a:latin typeface="Times New Roman" pitchFamily="18" charset="0"/>
                <a:cs typeface="Times New Roman" pitchFamily="18" charset="0"/>
              </a:rPr>
              <a:t>This subject is designed to impart fundamental knowledge on basic of genetics and emerging fields of biology like biomedical recording system and medical instrumentation.</a:t>
            </a:r>
            <a:endParaRPr lang="en-IN" sz="2400" dirty="0">
              <a:latin typeface="Times New Roman" pitchFamily="18" charset="0"/>
              <a:cs typeface="Times New Roman" pitchFamily="18" charset="0"/>
            </a:endParaRPr>
          </a:p>
          <a:p>
            <a:pPr marL="342900" lvl="0" indent="-342900" hangingPunct="0">
              <a:buFont typeface="Arial" pitchFamily="34" charset="0"/>
              <a:buChar char="•"/>
            </a:pPr>
            <a:r>
              <a:rPr lang="en-US" sz="2400" dirty="0">
                <a:latin typeface="Times New Roman" pitchFamily="18" charset="0"/>
                <a:cs typeface="Times New Roman" pitchFamily="18" charset="0"/>
              </a:rPr>
              <a:t>It is designed to impart knowledge that how to apply basics of biology in engineering.</a:t>
            </a:r>
            <a:endParaRPr lang="en-IN" sz="2400" dirty="0">
              <a:latin typeface="Times New Roman" pitchFamily="18" charset="0"/>
              <a:cs typeface="Times New Roman" pitchFamily="18" charset="0"/>
            </a:endParaRPr>
          </a:p>
          <a:p>
            <a:pPr marL="285750" indent="-285750" algn="just">
              <a:buFont typeface="Arial" panose="020B0604020202020204" pitchFamily="34" charset="0"/>
              <a:buChar cha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6064888" y="1575436"/>
            <a:ext cx="5489481" cy="4700555"/>
          </a:xfrm>
          <a:prstGeom prst="rect">
            <a:avLst/>
          </a:prstGeom>
          <a:noFill/>
          <a:ln>
            <a:solidFill>
              <a:schemeClr val="tx1"/>
            </a:solidFill>
          </a:ln>
        </p:spPr>
        <p:txBody>
          <a:bodyPr wrap="square" rtlCol="0">
            <a:spAutoFit/>
          </a:bodyPr>
          <a:lstStyle/>
          <a:p>
            <a:endParaRPr lang="en-IN" sz="1600" dirty="0">
              <a:solidFill>
                <a:prstClr val="black"/>
              </a:solidFill>
              <a:latin typeface="Times New Roman" pitchFamily="18" charset="0"/>
              <a:cs typeface="Times New Roman" pitchFamily="18" charset="0"/>
            </a:endParaRPr>
          </a:p>
        </p:txBody>
      </p:sp>
      <p:sp>
        <p:nvSpPr>
          <p:cNvPr id="10" name="Title 7"/>
          <p:cNvSpPr txBox="1">
            <a:spLocks noGrp="1" noChangeArrowheads="1"/>
          </p:cNvSpPr>
          <p:nvPr>
            <p:ph type="title"/>
          </p:nvPr>
        </p:nvSpPr>
        <p:spPr bwMode="auto">
          <a:xfrm>
            <a:off x="670611" y="326946"/>
            <a:ext cx="10515600"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r>
              <a:rPr lang="en-US" sz="3600" b="1" dirty="0">
                <a:latin typeface="Times New Roman" pitchFamily="18" charset="0"/>
                <a:ea typeface="Karla" pitchFamily="2" charset="0"/>
                <a:cs typeface="Times New Roman" pitchFamily="18" charset="0"/>
              </a:rPr>
              <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pic>
        <p:nvPicPr>
          <p:cNvPr id="11266" name="Picture 2" descr="Bachelor's Degree in Bioengineering | UIC Barcel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675" y="1595027"/>
            <a:ext cx="5117910" cy="35651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250675" y="5486628"/>
            <a:ext cx="5410896" cy="646331"/>
          </a:xfrm>
          <a:prstGeom prst="rect">
            <a:avLst/>
          </a:prstGeom>
        </p:spPr>
        <p:txBody>
          <a:bodyPr wrap="square">
            <a:spAutoFit/>
          </a:bodyPr>
          <a:lstStyle/>
          <a:p>
            <a:r>
              <a:rPr lang="en-IN" dirty="0">
                <a:latin typeface="Times New Roman" pitchFamily="18" charset="0"/>
                <a:cs typeface="Times New Roman" pitchFamily="18" charset="0"/>
              </a:rPr>
              <a:t>https://www.uic.es/sites/default/files/uic-grau-bioenginyeria-hero-header_1.jpg</a:t>
            </a:r>
          </a:p>
        </p:txBody>
      </p:sp>
    </p:spTree>
    <p:extLst>
      <p:ext uri="{BB962C8B-B14F-4D97-AF65-F5344CB8AC3E}">
        <p14:creationId xmlns:p14="http://schemas.microsoft.com/office/powerpoint/2010/main" val="276249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72398" y="1028700"/>
            <a:ext cx="4890901"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2" name="Rectangle 1"/>
          <p:cNvSpPr/>
          <p:nvPr/>
        </p:nvSpPr>
        <p:spPr>
          <a:xfrm>
            <a:off x="6313317" y="838199"/>
            <a:ext cx="4849982" cy="45964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327795" y="2025158"/>
          <a:ext cx="5667488" cy="4070588"/>
        </p:xfrm>
        <a:graphic>
          <a:graphicData uri="http://schemas.openxmlformats.org/drawingml/2006/table">
            <a:tbl>
              <a:tblPr firstRow="1" firstCol="1" bandRow="1">
                <a:tableStyleId>{5940675A-B579-460E-94D1-54222C63F5DA}</a:tableStyleId>
              </a:tblPr>
              <a:tblGrid>
                <a:gridCol w="849939">
                  <a:extLst>
                    <a:ext uri="{9D8B030D-6E8A-4147-A177-3AD203B41FA5}">
                      <a16:colId xmlns="" xmlns:a16="http://schemas.microsoft.com/office/drawing/2014/main" val="20000"/>
                    </a:ext>
                  </a:extLst>
                </a:gridCol>
                <a:gridCol w="3670166">
                  <a:extLst>
                    <a:ext uri="{9D8B030D-6E8A-4147-A177-3AD203B41FA5}">
                      <a16:colId xmlns="" xmlns:a16="http://schemas.microsoft.com/office/drawing/2014/main" val="20001"/>
                    </a:ext>
                  </a:extLst>
                </a:gridCol>
                <a:gridCol w="1147383">
                  <a:extLst>
                    <a:ext uri="{9D8B030D-6E8A-4147-A177-3AD203B41FA5}">
                      <a16:colId xmlns="" xmlns:a16="http://schemas.microsoft.com/office/drawing/2014/main" val="20002"/>
                    </a:ext>
                  </a:extLst>
                </a:gridCol>
              </a:tblGrid>
              <a:tr h="593462">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CO Number</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Title </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Level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0"/>
                  </a:ext>
                </a:extLst>
              </a:tr>
              <a:tr h="574069">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CO1</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R="53975" algn="just">
                        <a:lnSpc>
                          <a:spcPct val="115000"/>
                        </a:lnSpc>
                        <a:spcAft>
                          <a:spcPts val="1000"/>
                        </a:spcAft>
                      </a:pPr>
                      <a:r>
                        <a:rPr lang="en-US" sz="1400" dirty="0">
                          <a:solidFill>
                            <a:schemeClr val="tx1"/>
                          </a:solidFill>
                          <a:effectLst/>
                          <a:latin typeface="Times New Roman" pitchFamily="18" charset="0"/>
                          <a:ea typeface="Times New Roman"/>
                          <a:cs typeface="Times New Roman" pitchFamily="18" charset="0"/>
                        </a:rPr>
                        <a:t>Identify the biological concepts from an engineering perspective.</a:t>
                      </a:r>
                      <a:endParaRPr lang="en-IN" sz="1400" dirty="0">
                        <a:solidFill>
                          <a:schemeClr val="tx1"/>
                        </a:solidFill>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Knowledge</a:t>
                      </a:r>
                    </a:p>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 </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1"/>
                  </a:ext>
                </a:extLst>
              </a:tr>
              <a:tr h="508556">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CO2</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0" dirty="0">
                          <a:solidFill>
                            <a:schemeClr val="tx1"/>
                          </a:solidFill>
                          <a:effectLst/>
                          <a:latin typeface="Times New Roman" pitchFamily="18" charset="0"/>
                          <a:ea typeface="Times New Roman" panose="02020603050405020304" pitchFamily="18" charset="0"/>
                          <a:cs typeface="Times New Roman" pitchFamily="18" charset="0"/>
                        </a:rPr>
                        <a:t>Development of artificial systems mimicking human action.</a:t>
                      </a:r>
                    </a:p>
                  </a:txBody>
                  <a:tcPr marL="68580" marR="68580" marT="0" marB="0"/>
                </a:tc>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Understand </a:t>
                      </a:r>
                    </a:p>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 </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2"/>
                  </a:ext>
                </a:extLst>
              </a:tr>
              <a:tr h="585005">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CO3</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algn="just" hangingPunct="0">
                        <a:lnSpc>
                          <a:spcPct val="93000"/>
                        </a:lnSpc>
                        <a:spcAft>
                          <a:spcPts val="1000"/>
                        </a:spcAft>
                      </a:pPr>
                      <a:r>
                        <a:rPr lang="en-US" sz="1400" dirty="0">
                          <a:solidFill>
                            <a:srgbClr val="222222"/>
                          </a:solidFill>
                          <a:effectLst/>
                          <a:latin typeface="Times New Roman" pitchFamily="18" charset="0"/>
                          <a:ea typeface="Times New Roman"/>
                          <a:cs typeface="Times New Roman" pitchFamily="18" charset="0"/>
                        </a:rPr>
                        <a:t>Explain the basic of genetics that helps to identify and formulate problems</a:t>
                      </a:r>
                      <a:endParaRPr lang="en-IN" sz="1400" dirty="0">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solidFill>
                            <a:srgbClr val="FF0000"/>
                          </a:solidFill>
                          <a:effectLst/>
                          <a:latin typeface="Times New Roman" pitchFamily="18" charset="0"/>
                          <a:ea typeface="+mn-ea"/>
                          <a:cs typeface="Times New Roman" pitchFamily="18" charset="0"/>
                        </a:rPr>
                        <a:t>Analyze</a:t>
                      </a:r>
                      <a:endParaRPr lang="en-US" sz="1400"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3"/>
                  </a:ext>
                </a:extLst>
              </a:tr>
              <a:tr h="883221">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CO4</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kern="1200" dirty="0">
                          <a:solidFill>
                            <a:schemeClr val="tx1"/>
                          </a:solidFill>
                          <a:effectLst/>
                          <a:latin typeface="Times New Roman" pitchFamily="18" charset="0"/>
                          <a:ea typeface="+mn-ea"/>
                          <a:cs typeface="Times New Roman" pitchFamily="18" charset="0"/>
                        </a:rPr>
                        <a:t>Apply knowledge of measurement system, biomedical recording system and biosensors to excel in areas such as entrepreneurship, medicine, government, and education.</a:t>
                      </a:r>
                    </a:p>
                    <a:p>
                      <a:pPr marL="0" marR="0" indent="0" algn="l" defTabSz="914400" rtl="0" eaLnBrk="1" fontAlgn="auto" latinLnBrk="0" hangingPunct="1">
                        <a:lnSpc>
                          <a:spcPct val="115000"/>
                        </a:lnSpc>
                        <a:spcBef>
                          <a:spcPts val="0"/>
                        </a:spcBef>
                        <a:spcAft>
                          <a:spcPts val="1000"/>
                        </a:spcAft>
                        <a:buClrTx/>
                        <a:buSzTx/>
                        <a:buFontTx/>
                        <a:buNone/>
                        <a:tabLst/>
                        <a:defRPr/>
                      </a:pPr>
                      <a:endParaRPr lang="en-IN" sz="1200" kern="1200" dirty="0">
                        <a:solidFill>
                          <a:schemeClr val="tx1"/>
                        </a:solidFill>
                        <a:effectLst/>
                        <a:latin typeface="Times New Roman" pitchFamily="18" charset="0"/>
                        <a:ea typeface="+mn-ea"/>
                        <a:cs typeface="Times New Roman" pitchFamily="18" charset="0"/>
                      </a:endParaRP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Apply</a:t>
                      </a:r>
                    </a:p>
                    <a:p>
                      <a:pPr marL="0" marR="0">
                        <a:lnSpc>
                          <a:spcPct val="115000"/>
                        </a:lnSpc>
                        <a:spcBef>
                          <a:spcPts val="0"/>
                        </a:spcBef>
                        <a:spcAft>
                          <a:spcPts val="0"/>
                        </a:spcAft>
                      </a:pPr>
                      <a:r>
                        <a:rPr lang="en-US" sz="1400" dirty="0">
                          <a:effectLst/>
                          <a:latin typeface="Times New Roman" pitchFamily="18" charset="0"/>
                          <a:cs typeface="Times New Roman" pitchFamily="18" charset="0"/>
                        </a:rPr>
                        <a:t>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4"/>
                  </a:ext>
                </a:extLst>
              </a:tr>
              <a:tr h="488222">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CO5</a:t>
                      </a:r>
                    </a:p>
                  </a:txBody>
                  <a:tcPr marL="68580" marR="68580" marT="0" marB="0"/>
                </a:tc>
                <a:tc>
                  <a:txBody>
                    <a:bodyPr/>
                    <a:lstStyle/>
                    <a:p>
                      <a:pPr marL="0" marR="0" algn="l">
                        <a:lnSpc>
                          <a:spcPct val="115000"/>
                        </a:lnSpc>
                        <a:spcBef>
                          <a:spcPts val="0"/>
                        </a:spcBef>
                        <a:spcAft>
                          <a:spcPts val="1000"/>
                        </a:spcAft>
                      </a:pPr>
                      <a:r>
                        <a:rPr lang="en-US" sz="1400" dirty="0">
                          <a:latin typeface="Times New Roman" pitchFamily="18" charset="0"/>
                          <a:ea typeface="Times New Roman"/>
                          <a:cs typeface="Times New Roman" pitchFamily="18" charset="0"/>
                        </a:rPr>
                        <a:t>Integrate biological principles for developing next generation technologies,</a:t>
                      </a: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Create</a:t>
                      </a:r>
                    </a:p>
                  </a:txBody>
                  <a:tcPr marL="68580" marR="68580" marT="0" marB="0"/>
                </a:tc>
                <a:extLst>
                  <a:ext uri="{0D108BD9-81ED-4DB2-BD59-A6C34878D82A}">
                    <a16:rowId xmlns="" xmlns:a16="http://schemas.microsoft.com/office/drawing/2014/main" val="10005"/>
                  </a:ext>
                </a:extLst>
              </a:tr>
            </a:tbl>
          </a:graphicData>
        </a:graphic>
      </p:graphicFrame>
      <p:sp>
        <p:nvSpPr>
          <p:cNvPr id="11" name="Rectangle 10"/>
          <p:cNvSpPr/>
          <p:nvPr/>
        </p:nvSpPr>
        <p:spPr>
          <a:xfrm>
            <a:off x="2037684" y="1472999"/>
            <a:ext cx="2475358" cy="461665"/>
          </a:xfrm>
          <a:prstGeom prst="rect">
            <a:avLst/>
          </a:prstGeom>
        </p:spPr>
        <p:txBody>
          <a:bodyPr wrap="none">
            <a:spAutoFit/>
          </a:bodyPr>
          <a:lstStyle/>
          <a:p>
            <a:r>
              <a:rPr lang="en-US" sz="2400" b="1" dirty="0">
                <a:latin typeface="Times New Roman" pitchFamily="18" charset="0"/>
                <a:cs typeface="Times New Roman" pitchFamily="18" charset="0"/>
              </a:rPr>
              <a:t>Course Outcome </a:t>
            </a:r>
          </a:p>
        </p:txBody>
      </p:sp>
      <p:cxnSp>
        <p:nvCxnSpPr>
          <p:cNvPr id="14" name="Straight Arrow Connector 13"/>
          <p:cNvCxnSpPr>
            <a:cxnSpLocks/>
          </p:cNvCxnSpPr>
          <p:nvPr/>
        </p:nvCxnSpPr>
        <p:spPr>
          <a:xfrm>
            <a:off x="5604981" y="3895964"/>
            <a:ext cx="1927534" cy="828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7628619" y="4252607"/>
            <a:ext cx="2689411" cy="94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Will be covered in this lecture</a:t>
            </a:r>
          </a:p>
        </p:txBody>
      </p:sp>
      <p:pic>
        <p:nvPicPr>
          <p:cNvPr id="10242" name="Picture 2" descr="Meet Five Synthetic Biology Companies Using AI To Engineer B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1293" y="838199"/>
            <a:ext cx="4832006" cy="322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313317" y="5481356"/>
            <a:ext cx="4946086" cy="923330"/>
          </a:xfrm>
          <a:prstGeom prst="rect">
            <a:avLst/>
          </a:prstGeom>
        </p:spPr>
        <p:txBody>
          <a:bodyPr wrap="square">
            <a:spAutoFit/>
          </a:bodyPr>
          <a:lstStyle/>
          <a:p>
            <a:r>
              <a:rPr lang="en-IN" dirty="0">
                <a:latin typeface="Times New Roman" pitchFamily="18" charset="0"/>
                <a:cs typeface="Times New Roman" pitchFamily="18" charset="0"/>
              </a:rPr>
              <a:t>https://specials-images.forbesimg.com/imageserve/1034901762/960x0.jpg?fit=scale</a:t>
            </a:r>
          </a:p>
        </p:txBody>
      </p:sp>
      <p:sp>
        <p:nvSpPr>
          <p:cNvPr id="16" name="Title 7"/>
          <p:cNvSpPr txBox="1">
            <a:spLocks noGrp="1" noChangeArrowheads="1"/>
          </p:cNvSpPr>
          <p:nvPr>
            <p:ph type="title"/>
          </p:nvPr>
        </p:nvSpPr>
        <p:spPr bwMode="auto">
          <a:xfrm>
            <a:off x="586854" y="470855"/>
            <a:ext cx="6018662"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r>
              <a:rPr lang="en-US" sz="3600" b="1" dirty="0">
                <a:latin typeface="Times New Roman" pitchFamily="18" charset="0"/>
                <a:ea typeface="Karla" pitchFamily="2" charset="0"/>
                <a:cs typeface="Times New Roman" pitchFamily="18" charset="0"/>
              </a:rPr>
              <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val="2789362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SYLLABUS </a:t>
            </a:r>
            <a:r>
              <a:rPr lang="en-US" sz="3600" b="1" dirty="0">
                <a:latin typeface="Casper Bold"/>
              </a:rPr>
              <a:t>  </a:t>
            </a: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4056818480"/>
              </p:ext>
            </p:extLst>
          </p:nvPr>
        </p:nvGraphicFramePr>
        <p:xfrm>
          <a:off x="838200" y="1804947"/>
          <a:ext cx="10515598" cy="4619707"/>
        </p:xfrm>
        <a:graphic>
          <a:graphicData uri="http://schemas.openxmlformats.org/drawingml/2006/table">
            <a:tbl>
              <a:tblPr firstRow="1" firstCol="1" bandRow="1">
                <a:tableStyleId>{5C22544A-7EE6-4342-B048-85BDC9FD1C3A}</a:tableStyleId>
              </a:tblPr>
              <a:tblGrid>
                <a:gridCol w="2331976">
                  <a:extLst>
                    <a:ext uri="{9D8B030D-6E8A-4147-A177-3AD203B41FA5}">
                      <a16:colId xmlns="" xmlns:a16="http://schemas.microsoft.com/office/drawing/2014/main" val="20000"/>
                    </a:ext>
                  </a:extLst>
                </a:gridCol>
                <a:gridCol w="5839242">
                  <a:extLst>
                    <a:ext uri="{9D8B030D-6E8A-4147-A177-3AD203B41FA5}">
                      <a16:colId xmlns="" xmlns:a16="http://schemas.microsoft.com/office/drawing/2014/main" val="20001"/>
                    </a:ext>
                  </a:extLst>
                </a:gridCol>
                <a:gridCol w="2344380">
                  <a:extLst>
                    <a:ext uri="{9D8B030D-6E8A-4147-A177-3AD203B41FA5}">
                      <a16:colId xmlns="" xmlns:a16="http://schemas.microsoft.com/office/drawing/2014/main" val="20002"/>
                    </a:ext>
                  </a:extLst>
                </a:gridCol>
              </a:tblGrid>
              <a:tr h="479645">
                <a:tc>
                  <a:txBody>
                    <a:bodyPr/>
                    <a:lstStyle/>
                    <a:p>
                      <a:pPr marR="53975" algn="just">
                        <a:lnSpc>
                          <a:spcPct val="115000"/>
                        </a:lnSpc>
                        <a:spcAft>
                          <a:spcPts val="1000"/>
                        </a:spcAft>
                      </a:pPr>
                      <a:r>
                        <a:rPr lang="en-US" sz="1800" dirty="0"/>
                        <a:t>Unit-1</a:t>
                      </a:r>
                      <a:endParaRPr lang="en-IN" sz="1800" dirty="0"/>
                    </a:p>
                  </a:txBody>
                  <a:tcPr marL="68580" marR="68580" marT="0" marB="0" anchor="ctr"/>
                </a:tc>
                <a:tc>
                  <a:txBody>
                    <a:bodyPr/>
                    <a:lstStyle/>
                    <a:p>
                      <a:pPr marR="53975" algn="just">
                        <a:lnSpc>
                          <a:spcPct val="115000"/>
                        </a:lnSpc>
                        <a:spcAft>
                          <a:spcPts val="1000"/>
                        </a:spcAft>
                      </a:pPr>
                      <a:r>
                        <a:rPr lang="en-US" sz="1800"/>
                        <a:t>        Importance of Biology In Engineering</a:t>
                      </a:r>
                      <a:endParaRPr lang="en-IN" sz="1800"/>
                    </a:p>
                  </a:txBody>
                  <a:tcPr marL="68580" marR="68580" marT="0" marB="0" anchor="ctr"/>
                </a:tc>
                <a:tc>
                  <a:txBody>
                    <a:bodyPr/>
                    <a:lstStyle/>
                    <a:p>
                      <a:pPr marR="53975" algn="just">
                        <a:lnSpc>
                          <a:spcPct val="115000"/>
                        </a:lnSpc>
                        <a:spcAft>
                          <a:spcPts val="1000"/>
                        </a:spcAft>
                      </a:pPr>
                      <a:r>
                        <a:rPr lang="en-US" sz="1800"/>
                        <a:t>Contact Hours: 15</a:t>
                      </a:r>
                      <a:endParaRPr lang="en-IN" sz="1800"/>
                    </a:p>
                  </a:txBody>
                  <a:tcPr marL="68580" marR="68580" marT="0" marB="0" anchor="ctr"/>
                </a:tc>
                <a:extLst>
                  <a:ext uri="{0D108BD9-81ED-4DB2-BD59-A6C34878D82A}">
                    <a16:rowId xmlns="" xmlns:a16="http://schemas.microsoft.com/office/drawing/2014/main" val="10000"/>
                  </a:ext>
                </a:extLst>
              </a:tr>
              <a:tr h="4140062">
                <a:tc>
                  <a:txBody>
                    <a:bodyPr/>
                    <a:lstStyle/>
                    <a:p>
                      <a:pPr marR="53975" algn="just">
                        <a:lnSpc>
                          <a:spcPct val="115000"/>
                        </a:lnSpc>
                        <a:spcAft>
                          <a:spcPts val="1000"/>
                        </a:spcAft>
                      </a:pPr>
                      <a:r>
                        <a:rPr lang="en-US" sz="1800" dirty="0"/>
                        <a:t>Chapter 1</a:t>
                      </a:r>
                      <a:endParaRPr lang="en-IN" sz="1800" dirty="0"/>
                    </a:p>
                    <a:p>
                      <a:pPr marR="53975" algn="l">
                        <a:lnSpc>
                          <a:spcPct val="115000"/>
                        </a:lnSpc>
                        <a:spcAft>
                          <a:spcPts val="1000"/>
                        </a:spcAft>
                      </a:pPr>
                      <a:r>
                        <a:rPr lang="en-US" sz="1800" dirty="0"/>
                        <a:t>Significance of Biology in Engineering</a:t>
                      </a:r>
                      <a:endParaRPr lang="en-IN" sz="1800" dirty="0"/>
                    </a:p>
                    <a:p>
                      <a:pPr marR="53975" algn="just">
                        <a:lnSpc>
                          <a:spcPct val="115000"/>
                        </a:lnSpc>
                        <a:spcAft>
                          <a:spcPts val="1000"/>
                        </a:spcAft>
                      </a:pPr>
                      <a:r>
                        <a:rPr lang="en-US" sz="1800" dirty="0"/>
                        <a:t> </a:t>
                      </a:r>
                      <a:endParaRPr lang="en-IN" sz="1800" dirty="0"/>
                    </a:p>
                    <a:p>
                      <a:pPr marR="53975" algn="just">
                        <a:lnSpc>
                          <a:spcPct val="115000"/>
                        </a:lnSpc>
                        <a:spcAft>
                          <a:spcPts val="1000"/>
                        </a:spcAft>
                      </a:pPr>
                      <a:r>
                        <a:rPr lang="en-US" sz="1800" dirty="0"/>
                        <a:t>Chapter 2</a:t>
                      </a:r>
                      <a:endParaRPr lang="en-IN" sz="1800" dirty="0"/>
                    </a:p>
                    <a:p>
                      <a:pPr marR="53975" algn="just">
                        <a:lnSpc>
                          <a:spcPct val="115000"/>
                        </a:lnSpc>
                        <a:spcAft>
                          <a:spcPts val="1000"/>
                        </a:spcAft>
                      </a:pPr>
                      <a:r>
                        <a:rPr lang="en-US" sz="1800" dirty="0"/>
                        <a:t>Genetics </a:t>
                      </a:r>
                      <a:endParaRPr lang="en-IN" sz="1800" dirty="0"/>
                    </a:p>
                    <a:p>
                      <a:pPr marR="53975" algn="just">
                        <a:lnSpc>
                          <a:spcPct val="115000"/>
                        </a:lnSpc>
                        <a:spcAft>
                          <a:spcPts val="1000"/>
                        </a:spcAft>
                      </a:pPr>
                      <a:r>
                        <a:rPr lang="en-US" sz="1800" dirty="0"/>
                        <a:t> </a:t>
                      </a:r>
                      <a:endParaRPr lang="en-IN" sz="1800" dirty="0"/>
                    </a:p>
                    <a:p>
                      <a:pPr marR="53975" algn="just">
                        <a:lnSpc>
                          <a:spcPct val="115000"/>
                        </a:lnSpc>
                        <a:spcAft>
                          <a:spcPts val="1000"/>
                        </a:spcAft>
                      </a:pPr>
                      <a:r>
                        <a:rPr lang="en-US" sz="1800" dirty="0"/>
                        <a:t> </a:t>
                      </a:r>
                      <a:endParaRPr lang="en-IN" sz="1800" dirty="0"/>
                    </a:p>
                  </a:txBody>
                  <a:tcPr marL="68580" marR="68580" marT="0" marB="0" anchor="ctr"/>
                </a:tc>
                <a:tc gridSpan="2">
                  <a:txBody>
                    <a:bodyPr/>
                    <a:lstStyle/>
                    <a:p>
                      <a:pPr algn="just">
                        <a:lnSpc>
                          <a:spcPct val="115000"/>
                        </a:lnSpc>
                        <a:spcAft>
                          <a:spcPts val="1000"/>
                        </a:spcAft>
                      </a:pPr>
                      <a:r>
                        <a:rPr lang="en-US" sz="1800" dirty="0"/>
                        <a:t>Introduction: Fundamental Differences between Science and engineering by drawing a comparison between eye and camera, Bird flying and aircraft. Significance of Biology in Engineering, Discuss how biological observations of 18th Century that lead to major discoveries, Examples from Brownian motion and the origin of thermodynamics by referring to the original observation of Robert and Julius Mayor. </a:t>
                      </a:r>
                      <a:endParaRPr lang="en-IN" sz="1800" dirty="0"/>
                    </a:p>
                    <a:p>
                      <a:pPr algn="just">
                        <a:lnSpc>
                          <a:spcPct val="115000"/>
                        </a:lnSpc>
                        <a:spcAft>
                          <a:spcPts val="1000"/>
                        </a:spcAft>
                      </a:pPr>
                      <a:r>
                        <a:rPr lang="en-US" sz="1800" dirty="0"/>
                        <a:t>Genetics: Mendel’s laws, Concept of segregation and independent assortment, concept of allele, gene mapping, Gene interaction, Epitasis, Meiosis and Mitosis as a part of genetics. Mechanism of how genetic material passes from parent to offspring. Concepts of </a:t>
                      </a:r>
                      <a:r>
                        <a:rPr lang="en-US" sz="1800" dirty="0" err="1"/>
                        <a:t>recessiveness</a:t>
                      </a:r>
                      <a:r>
                        <a:rPr lang="en-US" sz="1800" dirty="0"/>
                        <a:t> and dominance. Concept of mapping of phenotype to Genes, single gene disorders in humans, concept of complementation using human genetics.</a:t>
                      </a:r>
                      <a:endParaRPr lang="en-IN" sz="1800" dirty="0"/>
                    </a:p>
                  </a:txBody>
                  <a:tcPr marL="68580" marR="68580" marT="0" marB="0"/>
                </a:tc>
                <a:tc hMerge="1">
                  <a:txBody>
                    <a:bodyPr/>
                    <a:lstStyle/>
                    <a:p>
                      <a:endParaRPr lang="en-IN"/>
                    </a:p>
                  </a:txBody>
                  <a:tcPr/>
                </a:tc>
                <a:extLst>
                  <a:ext uri="{0D108BD9-81ED-4DB2-BD59-A6C34878D82A}">
                    <a16:rowId xmlns=""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62125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4493288"/>
      </p:ext>
    </p:extLst>
  </p:cSld>
  <p:clrMapOvr>
    <a:masterClrMapping/>
  </p:clrMapOvr>
  <mc:AlternateContent xmlns:mc="http://schemas.openxmlformats.org/markup-compatibility/2006" xmlns:p14="http://schemas.microsoft.com/office/powerpoint/2010/main">
    <mc:Choice Requires="p14">
      <p:transition spd="slow" p14:dur="2000" advTm="74866"/>
    </mc:Choice>
    <mc:Fallback xmlns="">
      <p:transition spd="slow" advTm="748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A6401A-8FC2-448A-9312-12C3B9DF2B64}"/>
              </a:ext>
            </a:extLst>
          </p:cNvPr>
          <p:cNvSpPr>
            <a:spLocks noGrp="1"/>
          </p:cNvSpPr>
          <p:nvPr>
            <p:ph type="ctrTitle"/>
          </p:nvPr>
        </p:nvSpPr>
        <p:spPr>
          <a:xfrm>
            <a:off x="1524000" y="2235200"/>
            <a:ext cx="9144000" cy="2387600"/>
          </a:xfrm>
        </p:spPr>
        <p:txBody>
          <a:bodyPr>
            <a:normAutofit fontScale="90000"/>
          </a:bodyPr>
          <a:lstStyle/>
          <a:p>
            <a:r>
              <a:rPr lang="en-IN" b="1" i="0" u="none" strike="noStrike" dirty="0">
                <a:solidFill>
                  <a:srgbClr val="2B2A2A"/>
                </a:solidFill>
                <a:effectLst/>
                <a:latin typeface="Open Sans" panose="020B0606030504020204" pitchFamily="34" charset="0"/>
                <a:hlinkClick r:id="rId2" tooltip="slide1"/>
              </a:rPr>
              <a:t>Gene Interaction </a:t>
            </a:r>
            <a:br>
              <a:rPr lang="en-IN" b="1" i="0" u="none" strike="noStrike" dirty="0">
                <a:solidFill>
                  <a:srgbClr val="2B2A2A"/>
                </a:solidFill>
                <a:effectLst/>
                <a:latin typeface="Open Sans" panose="020B0606030504020204" pitchFamily="34" charset="0"/>
                <a:hlinkClick r:id="rId2" tooltip="slide1"/>
              </a:rPr>
            </a:br>
            <a:r>
              <a:rPr lang="en-IN" b="1" i="0" u="none" strike="noStrike" dirty="0">
                <a:solidFill>
                  <a:srgbClr val="2B2A2A"/>
                </a:solidFill>
                <a:effectLst/>
                <a:latin typeface="Open Sans" panose="020B0606030504020204" pitchFamily="34" charset="0"/>
                <a:hlinkClick r:id="rId2" tooltip="slide1"/>
              </a:rPr>
              <a:t>and </a:t>
            </a:r>
            <a:br>
              <a:rPr lang="en-IN" b="1" i="0" u="none" strike="noStrike" dirty="0">
                <a:solidFill>
                  <a:srgbClr val="2B2A2A"/>
                </a:solidFill>
                <a:effectLst/>
                <a:latin typeface="Open Sans" panose="020B0606030504020204" pitchFamily="34" charset="0"/>
                <a:hlinkClick r:id="rId2" tooltip="slide1"/>
              </a:rPr>
            </a:br>
            <a:r>
              <a:rPr lang="en-IN" b="1" i="0" u="none" strike="noStrike" dirty="0">
                <a:solidFill>
                  <a:srgbClr val="2B2A2A"/>
                </a:solidFill>
                <a:effectLst/>
                <a:latin typeface="Open Sans" panose="020B0606030504020204" pitchFamily="34" charset="0"/>
                <a:hlinkClick r:id="rId2" tooltip="slide1"/>
              </a:rPr>
              <a:t>Gene </a:t>
            </a:r>
            <a:r>
              <a:rPr lang="en-IN" b="1" dirty="0">
                <a:solidFill>
                  <a:srgbClr val="2B2A2A"/>
                </a:solidFill>
                <a:latin typeface="Open Sans" panose="020B0606030504020204" pitchFamily="34" charset="0"/>
                <a:hlinkClick r:id="rId2" tooltip="slide1"/>
              </a:rPr>
              <a:t>M</a:t>
            </a:r>
            <a:r>
              <a:rPr lang="en-IN" b="1" i="0" u="none" strike="noStrike" dirty="0">
                <a:solidFill>
                  <a:srgbClr val="2B2A2A"/>
                </a:solidFill>
                <a:effectLst/>
                <a:latin typeface="Open Sans" panose="020B0606030504020204" pitchFamily="34" charset="0"/>
                <a:hlinkClick r:id="rId2" tooltip="slide1"/>
              </a:rPr>
              <a:t>apping </a:t>
            </a:r>
            <a:endParaRPr lang="en-IN" b="0" i="0" dirty="0">
              <a:solidFill>
                <a:srgbClr val="2B2A2A"/>
              </a:solidFill>
              <a:effectLst/>
              <a:latin typeface="Open Sans" panose="020B0606030504020204" pitchFamily="34" charset="0"/>
            </a:endParaRPr>
          </a:p>
        </p:txBody>
      </p:sp>
      <p:sp>
        <p:nvSpPr>
          <p:cNvPr id="4" name="Slide Number Placeholder 3">
            <a:extLst>
              <a:ext uri="{FF2B5EF4-FFF2-40B4-BE49-F238E27FC236}">
                <a16:creationId xmlns="" xmlns:a16="http://schemas.microsoft.com/office/drawing/2014/main" id="{EEBC0CD2-764F-42AC-BDFA-09AA957E4D8D}"/>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5</a:t>
            </a:fld>
            <a:endParaRPr lang="en-US">
              <a:solidFill>
                <a:prstClr val="black">
                  <a:tint val="75000"/>
                </a:prstClr>
              </a:solidFill>
            </a:endParaRPr>
          </a:p>
        </p:txBody>
      </p:sp>
    </p:spTree>
    <p:extLst>
      <p:ext uri="{BB962C8B-B14F-4D97-AF65-F5344CB8AC3E}">
        <p14:creationId xmlns:p14="http://schemas.microsoft.com/office/powerpoint/2010/main" val="79932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1EA793-BD1F-4DA8-B073-155B1BC181E7}"/>
              </a:ext>
            </a:extLst>
          </p:cNvPr>
          <p:cNvSpPr>
            <a:spLocks noGrp="1"/>
          </p:cNvSpPr>
          <p:nvPr>
            <p:ph type="title"/>
          </p:nvPr>
        </p:nvSpPr>
        <p:spPr>
          <a:xfrm>
            <a:off x="831850" y="1709739"/>
            <a:ext cx="10515600" cy="1810702"/>
          </a:xfrm>
        </p:spPr>
        <p:txBody>
          <a:bodyPr/>
          <a:lstStyle/>
          <a:p>
            <a:pPr algn="ctr"/>
            <a:r>
              <a:rPr lang="en-IN" dirty="0"/>
              <a:t>Gene Interaction </a:t>
            </a:r>
          </a:p>
        </p:txBody>
      </p:sp>
      <p:sp>
        <p:nvSpPr>
          <p:cNvPr id="4" name="Slide Number Placeholder 3">
            <a:extLst>
              <a:ext uri="{FF2B5EF4-FFF2-40B4-BE49-F238E27FC236}">
                <a16:creationId xmlns="" xmlns:a16="http://schemas.microsoft.com/office/drawing/2014/main" id="{5C493FC2-56C4-4B54-AFA6-9201643723C4}"/>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6</a:t>
            </a:fld>
            <a:endParaRPr lang="en-US">
              <a:solidFill>
                <a:prstClr val="black">
                  <a:tint val="75000"/>
                </a:prstClr>
              </a:solidFill>
            </a:endParaRPr>
          </a:p>
        </p:txBody>
      </p:sp>
    </p:spTree>
    <p:extLst>
      <p:ext uri="{BB962C8B-B14F-4D97-AF65-F5344CB8AC3E}">
        <p14:creationId xmlns:p14="http://schemas.microsoft.com/office/powerpoint/2010/main" val="3809054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B07C7C6-5459-41B1-B473-B1D0FB4B1690}"/>
              </a:ext>
            </a:extLst>
          </p:cNvPr>
          <p:cNvSpPr>
            <a:spLocks noGrp="1"/>
          </p:cNvSpPr>
          <p:nvPr>
            <p:ph idx="1"/>
          </p:nvPr>
        </p:nvSpPr>
        <p:spPr>
          <a:xfrm>
            <a:off x="838199" y="381966"/>
            <a:ext cx="10863805" cy="5794998"/>
          </a:xfrm>
        </p:spPr>
        <p:txBody>
          <a:bodyPr>
            <a:normAutofit/>
          </a:bodyPr>
          <a:lstStyle/>
          <a:p>
            <a:pPr algn="just">
              <a:spcAft>
                <a:spcPts val="1800"/>
              </a:spcAft>
            </a:pPr>
            <a:r>
              <a:rPr lang="en-US" sz="3200" b="1" i="0" u="sng" dirty="0">
                <a:solidFill>
                  <a:srgbClr val="1271A5"/>
                </a:solidFill>
                <a:effectLst/>
                <a:hlinkClick r:id="rId2" tooltip="slide2"/>
              </a:rPr>
              <a:t>We know that many characteristics are passed on through</a:t>
            </a:r>
            <a:r>
              <a:rPr lang="en-US" sz="3200" b="0" i="0" dirty="0">
                <a:solidFill>
                  <a:srgbClr val="2B2A2A"/>
                </a:solidFill>
                <a:effectLst/>
              </a:rPr>
              <a:t> </a:t>
            </a:r>
            <a:r>
              <a:rPr lang="en-US" sz="3200" b="1" i="0" dirty="0">
                <a:solidFill>
                  <a:srgbClr val="2B2A2A"/>
                </a:solidFill>
                <a:effectLst/>
              </a:rPr>
              <a:t>genes</a:t>
            </a:r>
            <a:r>
              <a:rPr lang="en-US" sz="3200" b="0" i="0" dirty="0">
                <a:solidFill>
                  <a:srgbClr val="2B2A2A"/>
                </a:solidFill>
                <a:effectLst/>
              </a:rPr>
              <a:t>.</a:t>
            </a:r>
          </a:p>
          <a:p>
            <a:pPr algn="just">
              <a:spcAft>
                <a:spcPts val="1800"/>
              </a:spcAft>
            </a:pPr>
            <a:r>
              <a:rPr lang="en-US" sz="3200" b="0" i="0" dirty="0">
                <a:solidFill>
                  <a:srgbClr val="2B2A2A"/>
                </a:solidFill>
                <a:effectLst/>
              </a:rPr>
              <a:t>Mendel and other workers assumed that characters are governed by single genes but later it was discovered that </a:t>
            </a:r>
            <a:r>
              <a:rPr lang="en-US" sz="3200" b="0" i="0" dirty="0" smtClean="0">
                <a:solidFill>
                  <a:srgbClr val="2B2A2A"/>
                </a:solidFill>
                <a:effectLst/>
              </a:rPr>
              <a:t>one </a:t>
            </a:r>
            <a:r>
              <a:rPr lang="en-US" sz="3200" b="0" i="0" dirty="0">
                <a:solidFill>
                  <a:srgbClr val="2B2A2A"/>
                </a:solidFill>
                <a:effectLst/>
              </a:rPr>
              <a:t>characters are governed by two or more genes (polygenic traits).</a:t>
            </a:r>
          </a:p>
          <a:p>
            <a:pPr algn="just">
              <a:spcAft>
                <a:spcPts val="1800"/>
              </a:spcAft>
            </a:pPr>
            <a:r>
              <a:rPr lang="en-US" sz="3200" b="0" i="0" dirty="0">
                <a:solidFill>
                  <a:srgbClr val="2B2A2A"/>
                </a:solidFill>
                <a:effectLst/>
              </a:rPr>
              <a:t>Most of the characteristics are not passed on through one gene with only two alleles o</a:t>
            </a:r>
            <a:r>
              <a:rPr lang="en-US" sz="3200" dirty="0">
                <a:solidFill>
                  <a:srgbClr val="2B2A2A"/>
                </a:solidFill>
              </a:rPr>
              <a:t>r they are caused by multiple alleles where a single gene has more than two possible alleles.</a:t>
            </a:r>
          </a:p>
          <a:p>
            <a:pPr algn="just">
              <a:spcAft>
                <a:spcPts val="1800"/>
              </a:spcAft>
            </a:pPr>
            <a:r>
              <a:rPr lang="en-US" sz="3200" b="0" i="0" dirty="0">
                <a:solidFill>
                  <a:srgbClr val="2B2A2A"/>
                </a:solidFill>
                <a:effectLst/>
              </a:rPr>
              <a:t>This can make inheritance very complicated.</a:t>
            </a:r>
          </a:p>
          <a:p>
            <a:pPr marL="0" indent="0" algn="just">
              <a:spcAft>
                <a:spcPts val="1800"/>
              </a:spcAft>
              <a:buNone/>
            </a:pPr>
            <a:endParaRPr lang="en-IN" sz="3200" dirty="0"/>
          </a:p>
        </p:txBody>
      </p:sp>
      <p:sp>
        <p:nvSpPr>
          <p:cNvPr id="4" name="Slide Number Placeholder 3">
            <a:extLst>
              <a:ext uri="{FF2B5EF4-FFF2-40B4-BE49-F238E27FC236}">
                <a16:creationId xmlns="" xmlns:a16="http://schemas.microsoft.com/office/drawing/2014/main" id="{70EFCF58-9700-464C-A8DE-2371182506ED}"/>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7</a:t>
            </a:fld>
            <a:endParaRPr lang="en-US" dirty="0">
              <a:solidFill>
                <a:prstClr val="black">
                  <a:tint val="75000"/>
                </a:prstClr>
              </a:solidFill>
            </a:endParaRPr>
          </a:p>
        </p:txBody>
      </p:sp>
    </p:spTree>
    <p:extLst>
      <p:ext uri="{BB962C8B-B14F-4D97-AF65-F5344CB8AC3E}">
        <p14:creationId xmlns:p14="http://schemas.microsoft.com/office/powerpoint/2010/main" val="2837700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04109E-1A5E-4458-80F9-9151630EDC2B}"/>
              </a:ext>
            </a:extLst>
          </p:cNvPr>
          <p:cNvSpPr>
            <a:spLocks noGrp="1"/>
          </p:cNvSpPr>
          <p:nvPr>
            <p:ph type="title"/>
          </p:nvPr>
        </p:nvSpPr>
        <p:spPr>
          <a:xfrm>
            <a:off x="838200" y="136525"/>
            <a:ext cx="10515600" cy="1009369"/>
          </a:xfrm>
        </p:spPr>
        <p:txBody>
          <a:bodyPr/>
          <a:lstStyle/>
          <a:p>
            <a:pPr algn="ctr"/>
            <a:r>
              <a:rPr lang="en-IN" b="1" i="0" u="none" strike="noStrike" dirty="0">
                <a:solidFill>
                  <a:srgbClr val="2B2A2A"/>
                </a:solidFill>
                <a:effectLst/>
                <a:latin typeface="Open Sans" panose="020B0606030504020204" pitchFamily="34" charset="0"/>
                <a:hlinkClick r:id="rId2" tooltip="slide3"/>
              </a:rPr>
              <a:t>Gene Interaction</a:t>
            </a:r>
            <a:r>
              <a:rPr lang="en-IN" b="0" i="0" dirty="0">
                <a:solidFill>
                  <a:srgbClr val="2B2A2A"/>
                </a:solidFill>
                <a:effectLst/>
                <a:latin typeface="Open Sans" panose="020B0606030504020204" pitchFamily="34" charset="0"/>
              </a:rPr>
              <a:t> </a:t>
            </a:r>
            <a:endParaRPr lang="en-IN" dirty="0"/>
          </a:p>
        </p:txBody>
      </p:sp>
      <p:sp>
        <p:nvSpPr>
          <p:cNvPr id="3" name="Content Placeholder 2">
            <a:extLst>
              <a:ext uri="{FF2B5EF4-FFF2-40B4-BE49-F238E27FC236}">
                <a16:creationId xmlns="" xmlns:a16="http://schemas.microsoft.com/office/drawing/2014/main" id="{C7212DE9-C07F-4F33-BDFC-37D945BED629}"/>
              </a:ext>
            </a:extLst>
          </p:cNvPr>
          <p:cNvSpPr>
            <a:spLocks noGrp="1"/>
          </p:cNvSpPr>
          <p:nvPr>
            <p:ph idx="1"/>
          </p:nvPr>
        </p:nvSpPr>
        <p:spPr>
          <a:xfrm>
            <a:off x="838200" y="1325281"/>
            <a:ext cx="10805932" cy="5031069"/>
          </a:xfrm>
        </p:spPr>
        <p:txBody>
          <a:bodyPr>
            <a:normAutofit/>
          </a:bodyPr>
          <a:lstStyle/>
          <a:p>
            <a:pPr algn="just"/>
            <a:r>
              <a:rPr lang="en-US" sz="3200" b="0" i="0" dirty="0">
                <a:solidFill>
                  <a:srgbClr val="2B2A2A"/>
                </a:solidFill>
                <a:effectLst/>
              </a:rPr>
              <a:t>The term genetic interaction (GI) covers a group of functional relationships between genes. </a:t>
            </a:r>
          </a:p>
          <a:p>
            <a:pPr algn="just"/>
            <a:r>
              <a:rPr lang="en-US" sz="3200" b="0" i="0" dirty="0">
                <a:solidFill>
                  <a:srgbClr val="2B2A2A"/>
                </a:solidFill>
                <a:effectLst/>
              </a:rPr>
              <a:t>Most of the characters of living organisms are controlled/influenced/governed by a collaboration of several different genes.</a:t>
            </a:r>
          </a:p>
          <a:p>
            <a:pPr algn="just"/>
            <a:r>
              <a:rPr lang="en-US" sz="3200" b="0" i="0" dirty="0">
                <a:solidFill>
                  <a:srgbClr val="2B2A2A"/>
                </a:solidFill>
                <a:effectLst/>
              </a:rPr>
              <a:t>The phenomenon of two or more genes affecting the expression of each other in various ways in the development of a single character of an organism is known as </a:t>
            </a:r>
            <a:r>
              <a:rPr lang="en-US" sz="3200" b="1" dirty="0">
                <a:solidFill>
                  <a:srgbClr val="2B2A2A"/>
                </a:solidFill>
              </a:rPr>
              <a:t>gene/genetic interaction.</a:t>
            </a:r>
          </a:p>
          <a:p>
            <a:pPr algn="just"/>
            <a:r>
              <a:rPr lang="en-US" sz="3200" dirty="0"/>
              <a:t>Gene interaction produces novel phenotypes.</a:t>
            </a:r>
            <a:endParaRPr lang="en-US" altLang="en-US" sz="3200" dirty="0">
              <a:cs typeface="Arial" panose="020B0604020202020204" pitchFamily="34" charset="0"/>
            </a:endParaRPr>
          </a:p>
          <a:p>
            <a:pPr algn="just"/>
            <a:endParaRPr lang="en-US" sz="3200" b="0" i="0" dirty="0">
              <a:solidFill>
                <a:srgbClr val="2B2A2A"/>
              </a:solidFill>
              <a:effectLst/>
            </a:endParaRPr>
          </a:p>
        </p:txBody>
      </p:sp>
      <p:sp>
        <p:nvSpPr>
          <p:cNvPr id="4" name="Slide Number Placeholder 3">
            <a:extLst>
              <a:ext uri="{FF2B5EF4-FFF2-40B4-BE49-F238E27FC236}">
                <a16:creationId xmlns="" xmlns:a16="http://schemas.microsoft.com/office/drawing/2014/main" id="{9FF51CDD-91AB-4935-BDC2-8F9CA7B9B0E8}"/>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8</a:t>
            </a:fld>
            <a:endParaRPr lang="en-US">
              <a:solidFill>
                <a:prstClr val="black">
                  <a:tint val="75000"/>
                </a:prstClr>
              </a:solidFill>
            </a:endParaRPr>
          </a:p>
        </p:txBody>
      </p:sp>
    </p:spTree>
    <p:extLst>
      <p:ext uri="{BB962C8B-B14F-4D97-AF65-F5344CB8AC3E}">
        <p14:creationId xmlns:p14="http://schemas.microsoft.com/office/powerpoint/2010/main" val="17459169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DBC13A-05F5-46B7-999F-D306BD5099A9}"/>
              </a:ext>
            </a:extLst>
          </p:cNvPr>
          <p:cNvSpPr>
            <a:spLocks noGrp="1"/>
          </p:cNvSpPr>
          <p:nvPr>
            <p:ph type="title"/>
          </p:nvPr>
        </p:nvSpPr>
        <p:spPr/>
        <p:txBody>
          <a:bodyPr/>
          <a:lstStyle/>
          <a:p>
            <a:endParaRPr lang="en-IN"/>
          </a:p>
        </p:txBody>
      </p:sp>
      <p:pic>
        <p:nvPicPr>
          <p:cNvPr id="6" name="Content Placeholder 5">
            <a:extLst>
              <a:ext uri="{FF2B5EF4-FFF2-40B4-BE49-F238E27FC236}">
                <a16:creationId xmlns="" xmlns:a16="http://schemas.microsoft.com/office/drawing/2014/main" id="{770BD25A-571F-49F2-98F1-9E5992694C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5810" y="346443"/>
            <a:ext cx="10690860" cy="6123572"/>
          </a:xfrm>
        </p:spPr>
      </p:pic>
      <p:sp>
        <p:nvSpPr>
          <p:cNvPr id="4" name="Slide Number Placeholder 3">
            <a:extLst>
              <a:ext uri="{FF2B5EF4-FFF2-40B4-BE49-F238E27FC236}">
                <a16:creationId xmlns="" xmlns:a16="http://schemas.microsoft.com/office/drawing/2014/main" id="{40000A48-C049-4AEC-B6E2-F06AB4A17D5B}"/>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9</a:t>
            </a:fld>
            <a:endParaRPr lang="en-US">
              <a:solidFill>
                <a:prstClr val="black">
                  <a:tint val="75000"/>
                </a:prstClr>
              </a:solidFill>
            </a:endParaRPr>
          </a:p>
        </p:txBody>
      </p:sp>
    </p:spTree>
    <p:extLst>
      <p:ext uri="{BB962C8B-B14F-4D97-AF65-F5344CB8AC3E}">
        <p14:creationId xmlns:p14="http://schemas.microsoft.com/office/powerpoint/2010/main" val="20758119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2F4426-2A09-4439-A0C3-23062519E3FF}"/>
              </a:ext>
            </a:extLst>
          </p:cNvPr>
          <p:cNvSpPr>
            <a:spLocks noGrp="1"/>
          </p:cNvSpPr>
          <p:nvPr>
            <p:ph type="title"/>
          </p:nvPr>
        </p:nvSpPr>
        <p:spPr/>
        <p:txBody>
          <a:bodyPr/>
          <a:lstStyle/>
          <a:p>
            <a:endParaRPr lang="en-IN"/>
          </a:p>
        </p:txBody>
      </p:sp>
      <p:pic>
        <p:nvPicPr>
          <p:cNvPr id="6" name="Content Placeholder 5">
            <a:extLst>
              <a:ext uri="{FF2B5EF4-FFF2-40B4-BE49-F238E27FC236}">
                <a16:creationId xmlns="" xmlns:a16="http://schemas.microsoft.com/office/drawing/2014/main" id="{F90ED6AB-8AFA-4D9D-8E9D-7B931471C18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482"/>
          <a:stretch/>
        </p:blipFill>
        <p:spPr>
          <a:xfrm>
            <a:off x="838200" y="365125"/>
            <a:ext cx="10886954" cy="5991225"/>
          </a:xfrm>
        </p:spPr>
      </p:pic>
      <p:sp>
        <p:nvSpPr>
          <p:cNvPr id="4" name="Slide Number Placeholder 3">
            <a:extLst>
              <a:ext uri="{FF2B5EF4-FFF2-40B4-BE49-F238E27FC236}">
                <a16:creationId xmlns="" xmlns:a16="http://schemas.microsoft.com/office/drawing/2014/main" id="{9B17FDCD-D24F-46DB-8A8A-F8314C523372}"/>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10</a:t>
            </a:fld>
            <a:endParaRPr lang="en-US">
              <a:solidFill>
                <a:prstClr val="black">
                  <a:tint val="75000"/>
                </a:prstClr>
              </a:solidFill>
            </a:endParaRPr>
          </a:p>
        </p:txBody>
      </p:sp>
      <p:pic>
        <p:nvPicPr>
          <p:cNvPr id="1026" name="Picture 2" descr="POULTRY GENETICS: AN INTRODUCTION – Small and backyard poultry">
            <a:extLst>
              <a:ext uri="{FF2B5EF4-FFF2-40B4-BE49-F238E27FC236}">
                <a16:creationId xmlns="" xmlns:a16="http://schemas.microsoft.com/office/drawing/2014/main" id="{016E9E60-0ED1-4DAE-7CBD-82198E65A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7392" y="3943027"/>
            <a:ext cx="3217762" cy="2413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7453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FD028B-EFD4-4B47-AA55-FEF43A9086CB}"/>
              </a:ext>
            </a:extLst>
          </p:cNvPr>
          <p:cNvSpPr>
            <a:spLocks noGrp="1"/>
          </p:cNvSpPr>
          <p:nvPr>
            <p:ph type="title"/>
          </p:nvPr>
        </p:nvSpPr>
        <p:spPr>
          <a:xfrm>
            <a:off x="838200" y="103875"/>
            <a:ext cx="10515600" cy="1048031"/>
          </a:xfrm>
        </p:spPr>
        <p:txBody>
          <a:bodyPr/>
          <a:lstStyle/>
          <a:p>
            <a:pPr algn="ctr"/>
            <a:r>
              <a:rPr lang="en-US" dirty="0"/>
              <a:t>Types of Gene Interaction</a:t>
            </a:r>
            <a:endParaRPr lang="en-IN" dirty="0"/>
          </a:p>
        </p:txBody>
      </p:sp>
      <p:sp>
        <p:nvSpPr>
          <p:cNvPr id="3" name="Content Placeholder 2">
            <a:extLst>
              <a:ext uri="{FF2B5EF4-FFF2-40B4-BE49-F238E27FC236}">
                <a16:creationId xmlns="" xmlns:a16="http://schemas.microsoft.com/office/drawing/2014/main" id="{E012FF1E-B161-4B03-A56A-15025E97F178}"/>
              </a:ext>
            </a:extLst>
          </p:cNvPr>
          <p:cNvSpPr>
            <a:spLocks noGrp="1"/>
          </p:cNvSpPr>
          <p:nvPr>
            <p:ph idx="1"/>
          </p:nvPr>
        </p:nvSpPr>
        <p:spPr>
          <a:xfrm>
            <a:off x="370394" y="1099595"/>
            <a:ext cx="11427251" cy="5621879"/>
          </a:xfrm>
        </p:spPr>
        <p:txBody>
          <a:bodyPr>
            <a:normAutofit/>
          </a:bodyPr>
          <a:lstStyle/>
          <a:p>
            <a:pPr algn="just">
              <a:spcAft>
                <a:spcPts val="1200"/>
              </a:spcAft>
            </a:pPr>
            <a:r>
              <a:rPr lang="en-US" sz="3200" dirty="0"/>
              <a:t>Gene interactions can be classified as:</a:t>
            </a:r>
          </a:p>
          <a:p>
            <a:pPr lvl="1" algn="just"/>
            <a:r>
              <a:rPr lang="en-US" sz="2800" b="1" dirty="0"/>
              <a:t>Allelic gene interaction (</a:t>
            </a:r>
            <a:r>
              <a:rPr lang="en-US" sz="2800" dirty="0"/>
              <a:t>non epistatic gene </a:t>
            </a:r>
            <a:r>
              <a:rPr lang="en-US" sz="2800" dirty="0" smtClean="0"/>
              <a:t>interaction/intra-allelic interaction/Intra-genic interaction</a:t>
            </a:r>
            <a:r>
              <a:rPr lang="en-US" sz="2800" b="1" dirty="0" smtClean="0"/>
              <a:t>): </a:t>
            </a:r>
            <a:endParaRPr lang="en-US" sz="2800" b="1" dirty="0"/>
          </a:p>
          <a:p>
            <a:pPr lvl="2" algn="just"/>
            <a:r>
              <a:rPr lang="en-US" sz="2400" dirty="0" smtClean="0"/>
              <a:t>The alleles of the same gene interact in such a way to produce the new character.</a:t>
            </a:r>
            <a:endParaRPr lang="en-US" sz="2400" dirty="0" smtClean="0">
              <a:solidFill>
                <a:srgbClr val="C00000"/>
              </a:solidFill>
            </a:endParaRPr>
          </a:p>
          <a:p>
            <a:pPr lvl="3" algn="just"/>
            <a:r>
              <a:rPr lang="en-US" sz="2400" dirty="0" smtClean="0">
                <a:solidFill>
                  <a:srgbClr val="C00000"/>
                </a:solidFill>
              </a:rPr>
              <a:t>Incomplete </a:t>
            </a:r>
            <a:r>
              <a:rPr lang="en-US" sz="2400" dirty="0">
                <a:solidFill>
                  <a:srgbClr val="C00000"/>
                </a:solidFill>
              </a:rPr>
              <a:t>dominance</a:t>
            </a:r>
          </a:p>
          <a:p>
            <a:pPr lvl="3" algn="just"/>
            <a:r>
              <a:rPr lang="en-US" sz="2400" dirty="0" smtClean="0">
                <a:solidFill>
                  <a:srgbClr val="C00000"/>
                </a:solidFill>
              </a:rPr>
              <a:t>Co-dominance</a:t>
            </a:r>
          </a:p>
          <a:p>
            <a:pPr lvl="1" algn="just">
              <a:spcBef>
                <a:spcPts val="1200"/>
              </a:spcBef>
            </a:pPr>
            <a:r>
              <a:rPr lang="en-US" sz="2800" b="1" dirty="0" smtClean="0"/>
              <a:t>Non-allelic </a:t>
            </a:r>
            <a:r>
              <a:rPr lang="en-US" sz="2800" b="1" dirty="0"/>
              <a:t>(</a:t>
            </a:r>
            <a:r>
              <a:rPr lang="en-US" sz="2800" b="1" dirty="0" smtClean="0"/>
              <a:t>Inter-allelic/Inter-genic interaction) </a:t>
            </a:r>
            <a:r>
              <a:rPr lang="en-US" sz="2800" b="1" dirty="0"/>
              <a:t>gene interaction or epistatic gene interaction</a:t>
            </a:r>
          </a:p>
          <a:p>
            <a:pPr lvl="2" algn="just"/>
            <a:r>
              <a:rPr lang="en-US" sz="2400" dirty="0" smtClean="0"/>
              <a:t>The independent gene located on same or different chromosomes interact with one another for expression of single phenotypic trait.</a:t>
            </a:r>
            <a:endParaRPr lang="en-US" sz="2400" dirty="0"/>
          </a:p>
          <a:p>
            <a:pPr lvl="3" algn="just"/>
            <a:r>
              <a:rPr lang="en-US" sz="2400" dirty="0">
                <a:solidFill>
                  <a:srgbClr val="C00000"/>
                </a:solidFill>
              </a:rPr>
              <a:t>Epistasis</a:t>
            </a:r>
          </a:p>
          <a:p>
            <a:pPr marL="457200" lvl="1" indent="0" algn="just">
              <a:buNone/>
            </a:pPr>
            <a:endParaRPr lang="en-IN" sz="2800" b="1" dirty="0"/>
          </a:p>
        </p:txBody>
      </p:sp>
      <p:sp>
        <p:nvSpPr>
          <p:cNvPr id="4" name="Slide Number Placeholder 3">
            <a:extLst>
              <a:ext uri="{FF2B5EF4-FFF2-40B4-BE49-F238E27FC236}">
                <a16:creationId xmlns="" xmlns:a16="http://schemas.microsoft.com/office/drawing/2014/main" id="{F6DEBBDD-5D2E-4B2D-BCEB-0B79E1E49AAC}"/>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11</a:t>
            </a:fld>
            <a:endParaRPr lang="en-US">
              <a:solidFill>
                <a:prstClr val="black">
                  <a:tint val="75000"/>
                </a:prstClr>
              </a:solidFill>
            </a:endParaRPr>
          </a:p>
        </p:txBody>
      </p:sp>
    </p:spTree>
    <p:extLst>
      <p:ext uri="{BB962C8B-B14F-4D97-AF65-F5344CB8AC3E}">
        <p14:creationId xmlns:p14="http://schemas.microsoft.com/office/powerpoint/2010/main" val="9779251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E78390-6CC1-4257-B7DE-C7CE973E55F9}"/>
              </a:ext>
            </a:extLst>
          </p:cNvPr>
          <p:cNvSpPr>
            <a:spLocks noGrp="1"/>
          </p:cNvSpPr>
          <p:nvPr>
            <p:ph type="title"/>
          </p:nvPr>
        </p:nvSpPr>
        <p:spPr>
          <a:xfrm>
            <a:off x="838200" y="138896"/>
            <a:ext cx="6031230" cy="1064872"/>
          </a:xfrm>
        </p:spPr>
        <p:txBody>
          <a:bodyPr>
            <a:normAutofit fontScale="90000"/>
          </a:bodyPr>
          <a:lstStyle/>
          <a:p>
            <a:pPr algn="ctr"/>
            <a:r>
              <a:rPr lang="en-IN" sz="4800" b="1" dirty="0"/>
              <a:t>Incomplete Dominance</a:t>
            </a:r>
            <a:endParaRPr lang="en-IN" sz="4800" dirty="0"/>
          </a:p>
        </p:txBody>
      </p:sp>
      <p:sp>
        <p:nvSpPr>
          <p:cNvPr id="3" name="Content Placeholder 2">
            <a:extLst>
              <a:ext uri="{FF2B5EF4-FFF2-40B4-BE49-F238E27FC236}">
                <a16:creationId xmlns="" xmlns:a16="http://schemas.microsoft.com/office/drawing/2014/main" id="{9C481432-5393-4CF4-A22E-269C260C220E}"/>
              </a:ext>
            </a:extLst>
          </p:cNvPr>
          <p:cNvSpPr>
            <a:spLocks noGrp="1"/>
          </p:cNvSpPr>
          <p:nvPr>
            <p:ph idx="1"/>
          </p:nvPr>
        </p:nvSpPr>
        <p:spPr>
          <a:xfrm>
            <a:off x="590309" y="1203768"/>
            <a:ext cx="6279121" cy="5515336"/>
          </a:xfrm>
        </p:spPr>
        <p:txBody>
          <a:bodyPr>
            <a:normAutofit/>
          </a:bodyPr>
          <a:lstStyle/>
          <a:p>
            <a:pPr algn="just"/>
            <a:r>
              <a:rPr lang="en-US" sz="3200" dirty="0"/>
              <a:t>Incomplete dominance is a partial expression of alleles in heterozygous condition</a:t>
            </a:r>
          </a:p>
          <a:p>
            <a:pPr algn="just"/>
            <a:r>
              <a:rPr lang="en-US" sz="3200" dirty="0"/>
              <a:t>Hybrid show a intermediate phenotype instead of one of the parents</a:t>
            </a:r>
          </a:p>
          <a:p>
            <a:pPr algn="just"/>
            <a:r>
              <a:rPr lang="en-US" sz="3200" dirty="0"/>
              <a:t>In F2 generation genotypic ratio is 1:2:1 but phenotypic ratio is also 1:2:1</a:t>
            </a:r>
          </a:p>
          <a:p>
            <a:pPr algn="just"/>
            <a:endParaRPr lang="en-US" sz="3200" dirty="0"/>
          </a:p>
          <a:p>
            <a:pPr algn="just"/>
            <a:endParaRPr lang="en-IN" sz="3200" dirty="0"/>
          </a:p>
        </p:txBody>
      </p:sp>
      <p:sp>
        <p:nvSpPr>
          <p:cNvPr id="4" name="Slide Number Placeholder 3">
            <a:extLst>
              <a:ext uri="{FF2B5EF4-FFF2-40B4-BE49-F238E27FC236}">
                <a16:creationId xmlns="" xmlns:a16="http://schemas.microsoft.com/office/drawing/2014/main" id="{71576DC3-D222-4145-9E53-5414F2151005}"/>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4" descr="incompdominance">
            <a:extLst>
              <a:ext uri="{FF2B5EF4-FFF2-40B4-BE49-F238E27FC236}">
                <a16:creationId xmlns="" xmlns:a16="http://schemas.microsoft.com/office/drawing/2014/main" id="{84032E8C-849C-4E00-B8F5-FDA2BD6089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4171" y="312738"/>
            <a:ext cx="4989798"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 xmlns:a16="http://schemas.microsoft.com/office/drawing/2014/main" id="{EC60674D-E1F8-4FDE-A33B-B5A4BBE1DBB9}"/>
              </a:ext>
            </a:extLst>
          </p:cNvPr>
          <p:cNvSpPr txBox="1"/>
          <p:nvPr/>
        </p:nvSpPr>
        <p:spPr>
          <a:xfrm>
            <a:off x="8741093" y="-56594"/>
            <a:ext cx="2083117" cy="369332"/>
          </a:xfrm>
          <a:prstGeom prst="rect">
            <a:avLst/>
          </a:prstGeom>
          <a:noFill/>
        </p:spPr>
        <p:txBody>
          <a:bodyPr wrap="square">
            <a:spAutoFit/>
          </a:bodyPr>
          <a:lstStyle/>
          <a:p>
            <a:pPr algn="ctr"/>
            <a:r>
              <a:rPr lang="en-US" sz="1800" i="1" dirty="0"/>
              <a:t>Antirrhinum majus </a:t>
            </a:r>
            <a:endParaRPr lang="en-IN" dirty="0"/>
          </a:p>
        </p:txBody>
      </p:sp>
    </p:spTree>
    <p:extLst>
      <p:ext uri="{BB962C8B-B14F-4D97-AF65-F5344CB8AC3E}">
        <p14:creationId xmlns:p14="http://schemas.microsoft.com/office/powerpoint/2010/main" val="3263448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B04878-9F72-47D3-B9DE-75B6B981A9C7}"/>
              </a:ext>
            </a:extLst>
          </p:cNvPr>
          <p:cNvSpPr>
            <a:spLocks noGrp="1"/>
          </p:cNvSpPr>
          <p:nvPr>
            <p:ph type="title"/>
          </p:nvPr>
        </p:nvSpPr>
        <p:spPr>
          <a:xfrm>
            <a:off x="838200" y="113665"/>
            <a:ext cx="10515600" cy="1069977"/>
          </a:xfrm>
        </p:spPr>
        <p:txBody>
          <a:bodyPr>
            <a:normAutofit/>
          </a:bodyPr>
          <a:lstStyle/>
          <a:p>
            <a:pPr algn="ctr"/>
            <a:r>
              <a:rPr lang="en-IN" sz="4800" b="1" dirty="0"/>
              <a:t>Incomplete Dominance</a:t>
            </a:r>
          </a:p>
        </p:txBody>
      </p:sp>
      <p:sp>
        <p:nvSpPr>
          <p:cNvPr id="3" name="Content Placeholder 2">
            <a:extLst>
              <a:ext uri="{FF2B5EF4-FFF2-40B4-BE49-F238E27FC236}">
                <a16:creationId xmlns="" xmlns:a16="http://schemas.microsoft.com/office/drawing/2014/main" id="{29457E0A-8FF9-4790-9192-CDDD8EB8852D}"/>
              </a:ext>
            </a:extLst>
          </p:cNvPr>
          <p:cNvSpPr>
            <a:spLocks noGrp="1"/>
          </p:cNvSpPr>
          <p:nvPr>
            <p:ph idx="1"/>
          </p:nvPr>
        </p:nvSpPr>
        <p:spPr>
          <a:xfrm>
            <a:off x="838200" y="1274130"/>
            <a:ext cx="10706100" cy="2989261"/>
          </a:xfrm>
        </p:spPr>
        <p:txBody>
          <a:bodyPr>
            <a:normAutofit/>
          </a:bodyPr>
          <a:lstStyle/>
          <a:p>
            <a:pPr algn="just" eaLnBrk="1" hangingPunct="1">
              <a:lnSpc>
                <a:spcPct val="90000"/>
              </a:lnSpc>
              <a:defRPr/>
            </a:pPr>
            <a:r>
              <a:rPr lang="en-US" altLang="en-US" sz="3200" b="1" dirty="0">
                <a:effectLst>
                  <a:outerShdw blurRad="38100" dist="38100" dir="2700000" algn="tl">
                    <a:srgbClr val="FFFFFF"/>
                  </a:outerShdw>
                </a:effectLst>
              </a:rPr>
              <a:t>Incomplete dominance</a:t>
            </a:r>
            <a:r>
              <a:rPr lang="en-US" altLang="en-US" sz="3200" dirty="0"/>
              <a:t> is when neither gene that determines a trait dominates, so the recessive trait is not fully hidden.</a:t>
            </a:r>
          </a:p>
          <a:p>
            <a:pPr algn="just" eaLnBrk="1" hangingPunct="1">
              <a:lnSpc>
                <a:spcPct val="90000"/>
              </a:lnSpc>
              <a:defRPr/>
            </a:pPr>
            <a:r>
              <a:rPr lang="en-US" altLang="en-US" sz="3200" dirty="0"/>
              <a:t>The result is a “mixed” genetic trait that is neither dominant nor recessive.</a:t>
            </a:r>
          </a:p>
          <a:p>
            <a:pPr lvl="1" algn="just" eaLnBrk="1" hangingPunct="1">
              <a:lnSpc>
                <a:spcPct val="90000"/>
              </a:lnSpc>
              <a:defRPr/>
            </a:pPr>
            <a:r>
              <a:rPr lang="en-US" altLang="en-US" sz="2800" dirty="0"/>
              <a:t>Example: Red (</a:t>
            </a:r>
            <a:r>
              <a:rPr lang="en-US" altLang="en-US" sz="2800" dirty="0">
                <a:solidFill>
                  <a:srgbClr val="FF0000"/>
                </a:solidFill>
                <a:effectLst>
                  <a:outerShdw blurRad="38100" dist="38100" dir="2700000" algn="tl">
                    <a:srgbClr val="000000"/>
                  </a:outerShdw>
                </a:effectLst>
              </a:rPr>
              <a:t>RR</a:t>
            </a:r>
            <a:r>
              <a:rPr lang="en-US" altLang="en-US" sz="2800" dirty="0"/>
              <a:t>) x White (</a:t>
            </a:r>
            <a:r>
              <a:rPr lang="en-US" altLang="en-US" sz="2800" dirty="0">
                <a:solidFill>
                  <a:schemeClr val="bg1"/>
                </a:solidFill>
                <a:effectLst>
                  <a:outerShdw blurRad="38100" dist="38100" dir="2700000" algn="tl">
                    <a:srgbClr val="000000"/>
                  </a:outerShdw>
                </a:effectLst>
              </a:rPr>
              <a:t>WW</a:t>
            </a:r>
            <a:r>
              <a:rPr lang="en-US" altLang="en-US" sz="2800" dirty="0"/>
              <a:t>) flowers yield Pink (</a:t>
            </a:r>
            <a:r>
              <a:rPr lang="en-US" altLang="en-US" sz="2800" dirty="0">
                <a:solidFill>
                  <a:srgbClr val="FF99FF"/>
                </a:solidFill>
                <a:effectLst>
                  <a:outerShdw blurRad="38100" dist="38100" dir="2700000" algn="tl">
                    <a:srgbClr val="000000"/>
                  </a:outerShdw>
                </a:effectLst>
              </a:rPr>
              <a:t>RW</a:t>
            </a:r>
            <a:r>
              <a:rPr lang="en-US" altLang="en-US" sz="2800" dirty="0"/>
              <a:t>)</a:t>
            </a:r>
          </a:p>
          <a:p>
            <a:pPr algn="just"/>
            <a:endParaRPr lang="en-IN" sz="3200" dirty="0"/>
          </a:p>
        </p:txBody>
      </p:sp>
      <p:sp>
        <p:nvSpPr>
          <p:cNvPr id="4" name="Slide Number Placeholder 3">
            <a:extLst>
              <a:ext uri="{FF2B5EF4-FFF2-40B4-BE49-F238E27FC236}">
                <a16:creationId xmlns="" xmlns:a16="http://schemas.microsoft.com/office/drawing/2014/main" id="{78532530-C5D5-4A0C-A28E-4E0F315153D8}"/>
              </a:ext>
            </a:extLst>
          </p:cNvPr>
          <p:cNvSpPr>
            <a:spLocks noGrp="1"/>
          </p:cNvSpPr>
          <p:nvPr>
            <p:ph type="sldNum" sz="quarter" idx="12"/>
          </p:nvPr>
        </p:nvSpPr>
        <p:spPr/>
        <p:txBody>
          <a:bodyPr/>
          <a:lstStyle/>
          <a:p>
            <a:fld id="{BDCDBBEF-AA6C-4BA6-85B2-A17D7F280E38}" type="slidenum">
              <a:rPr lang="en-US" smtClean="0"/>
              <a:pPr/>
              <a:t>13</a:t>
            </a:fld>
            <a:endParaRPr lang="en-US"/>
          </a:p>
        </p:txBody>
      </p:sp>
      <p:grpSp>
        <p:nvGrpSpPr>
          <p:cNvPr id="5" name="Group 5">
            <a:extLst>
              <a:ext uri="{FF2B5EF4-FFF2-40B4-BE49-F238E27FC236}">
                <a16:creationId xmlns="" xmlns:a16="http://schemas.microsoft.com/office/drawing/2014/main" id="{C65BE07D-A281-4AE8-A799-446F506EC1FC}"/>
              </a:ext>
            </a:extLst>
          </p:cNvPr>
          <p:cNvGrpSpPr>
            <a:grpSpLocks/>
          </p:cNvGrpSpPr>
          <p:nvPr/>
        </p:nvGrpSpPr>
        <p:grpSpPr bwMode="auto">
          <a:xfrm>
            <a:off x="2263140" y="4114800"/>
            <a:ext cx="1828800" cy="2438400"/>
            <a:chOff x="432" y="2016"/>
            <a:chExt cx="1152" cy="1536"/>
          </a:xfrm>
        </p:grpSpPr>
        <p:sp>
          <p:nvSpPr>
            <p:cNvPr id="6" name="Text Box 6">
              <a:extLst>
                <a:ext uri="{FF2B5EF4-FFF2-40B4-BE49-F238E27FC236}">
                  <a16:creationId xmlns="" xmlns:a16="http://schemas.microsoft.com/office/drawing/2014/main" id="{8E5916D2-76BF-48C3-BECF-5D6C3F9E18B7}"/>
                </a:ext>
              </a:extLst>
            </p:cNvPr>
            <p:cNvSpPr txBox="1">
              <a:spLocks noChangeArrowheads="1"/>
            </p:cNvSpPr>
            <p:nvPr/>
          </p:nvSpPr>
          <p:spPr bwMode="auto">
            <a:xfrm>
              <a:off x="432" y="2016"/>
              <a:ext cx="10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a:latin typeface="Times New Roman" panose="02020603050405020304" pitchFamily="18" charset="0"/>
                </a:rPr>
                <a:t>RR = red</a:t>
              </a:r>
            </a:p>
          </p:txBody>
        </p:sp>
        <p:grpSp>
          <p:nvGrpSpPr>
            <p:cNvPr id="7" name="Group 7">
              <a:extLst>
                <a:ext uri="{FF2B5EF4-FFF2-40B4-BE49-F238E27FC236}">
                  <a16:creationId xmlns="" xmlns:a16="http://schemas.microsoft.com/office/drawing/2014/main" id="{5CC5A8B3-E8F9-423A-9E34-2897C8E2FB3B}"/>
                </a:ext>
              </a:extLst>
            </p:cNvPr>
            <p:cNvGrpSpPr>
              <a:grpSpLocks/>
            </p:cNvGrpSpPr>
            <p:nvPr/>
          </p:nvGrpSpPr>
          <p:grpSpPr bwMode="auto">
            <a:xfrm>
              <a:off x="528" y="2640"/>
              <a:ext cx="1056" cy="912"/>
              <a:chOff x="4560" y="1056"/>
              <a:chExt cx="864" cy="768"/>
            </a:xfrm>
          </p:grpSpPr>
          <p:grpSp>
            <p:nvGrpSpPr>
              <p:cNvPr id="8" name="Group 8">
                <a:extLst>
                  <a:ext uri="{FF2B5EF4-FFF2-40B4-BE49-F238E27FC236}">
                    <a16:creationId xmlns="" xmlns:a16="http://schemas.microsoft.com/office/drawing/2014/main" id="{8DCAF7E8-C0DE-4C35-86A4-4B70C8009BF7}"/>
                  </a:ext>
                </a:extLst>
              </p:cNvPr>
              <p:cNvGrpSpPr>
                <a:grpSpLocks/>
              </p:cNvGrpSpPr>
              <p:nvPr/>
            </p:nvGrpSpPr>
            <p:grpSpPr bwMode="auto">
              <a:xfrm>
                <a:off x="4848" y="1056"/>
                <a:ext cx="288" cy="768"/>
                <a:chOff x="4848" y="1056"/>
                <a:chExt cx="240" cy="768"/>
              </a:xfrm>
            </p:grpSpPr>
            <p:sp>
              <p:nvSpPr>
                <p:cNvPr id="13" name="Oval 9">
                  <a:extLst>
                    <a:ext uri="{FF2B5EF4-FFF2-40B4-BE49-F238E27FC236}">
                      <a16:creationId xmlns="" xmlns:a16="http://schemas.microsoft.com/office/drawing/2014/main" id="{6B4F4DE6-CB1D-4767-833F-574559710E29}"/>
                    </a:ext>
                  </a:extLst>
                </p:cNvPr>
                <p:cNvSpPr>
                  <a:spLocks noChangeArrowheads="1"/>
                </p:cNvSpPr>
                <p:nvPr/>
              </p:nvSpPr>
              <p:spPr bwMode="auto">
                <a:xfrm>
                  <a:off x="4848" y="1056"/>
                  <a:ext cx="240" cy="336"/>
                </a:xfrm>
                <a:prstGeom prst="ellipse">
                  <a:avLst/>
                </a:pr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Times New Roman" panose="02020603050405020304" pitchFamily="18" charset="0"/>
                  </a:endParaRPr>
                </a:p>
              </p:txBody>
            </p:sp>
            <p:sp>
              <p:nvSpPr>
                <p:cNvPr id="14" name="Oval 10">
                  <a:extLst>
                    <a:ext uri="{FF2B5EF4-FFF2-40B4-BE49-F238E27FC236}">
                      <a16:creationId xmlns="" xmlns:a16="http://schemas.microsoft.com/office/drawing/2014/main" id="{224A2D3C-93DE-48C4-97E7-482D3E264B60}"/>
                    </a:ext>
                  </a:extLst>
                </p:cNvPr>
                <p:cNvSpPr>
                  <a:spLocks noChangeArrowheads="1"/>
                </p:cNvSpPr>
                <p:nvPr/>
              </p:nvSpPr>
              <p:spPr bwMode="auto">
                <a:xfrm>
                  <a:off x="4848" y="1488"/>
                  <a:ext cx="240" cy="336"/>
                </a:xfrm>
                <a:prstGeom prst="ellipse">
                  <a:avLst/>
                </a:pr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9" name="Group 11">
                <a:extLst>
                  <a:ext uri="{FF2B5EF4-FFF2-40B4-BE49-F238E27FC236}">
                    <a16:creationId xmlns="" xmlns:a16="http://schemas.microsoft.com/office/drawing/2014/main" id="{B8970079-987D-47D8-9A4E-FD88FDB81F1A}"/>
                  </a:ext>
                </a:extLst>
              </p:cNvPr>
              <p:cNvGrpSpPr>
                <a:grpSpLocks/>
              </p:cNvGrpSpPr>
              <p:nvPr/>
            </p:nvGrpSpPr>
            <p:grpSpPr bwMode="auto">
              <a:xfrm rot="-5400000">
                <a:off x="4872" y="984"/>
                <a:ext cx="240" cy="864"/>
                <a:chOff x="4848" y="1056"/>
                <a:chExt cx="240" cy="768"/>
              </a:xfrm>
            </p:grpSpPr>
            <p:sp>
              <p:nvSpPr>
                <p:cNvPr id="11" name="Oval 12">
                  <a:extLst>
                    <a:ext uri="{FF2B5EF4-FFF2-40B4-BE49-F238E27FC236}">
                      <a16:creationId xmlns="" xmlns:a16="http://schemas.microsoft.com/office/drawing/2014/main" id="{DD0C835E-5D68-4341-B1CB-3DDD11EA5ABE}"/>
                    </a:ext>
                  </a:extLst>
                </p:cNvPr>
                <p:cNvSpPr>
                  <a:spLocks noChangeArrowheads="1"/>
                </p:cNvSpPr>
                <p:nvPr/>
              </p:nvSpPr>
              <p:spPr bwMode="auto">
                <a:xfrm>
                  <a:off x="4848" y="1056"/>
                  <a:ext cx="240" cy="336"/>
                </a:xfrm>
                <a:prstGeom prst="ellipse">
                  <a:avLst/>
                </a:pr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Times New Roman" panose="02020603050405020304" pitchFamily="18" charset="0"/>
                  </a:endParaRPr>
                </a:p>
              </p:txBody>
            </p:sp>
            <p:sp>
              <p:nvSpPr>
                <p:cNvPr id="12" name="Oval 13">
                  <a:extLst>
                    <a:ext uri="{FF2B5EF4-FFF2-40B4-BE49-F238E27FC236}">
                      <a16:creationId xmlns="" xmlns:a16="http://schemas.microsoft.com/office/drawing/2014/main" id="{F34DAE07-EEF0-4259-8907-34E4E0F1DF82}"/>
                    </a:ext>
                  </a:extLst>
                </p:cNvPr>
                <p:cNvSpPr>
                  <a:spLocks noChangeArrowheads="1"/>
                </p:cNvSpPr>
                <p:nvPr/>
              </p:nvSpPr>
              <p:spPr bwMode="auto">
                <a:xfrm>
                  <a:off x="4848" y="1488"/>
                  <a:ext cx="240" cy="336"/>
                </a:xfrm>
                <a:prstGeom prst="ellipse">
                  <a:avLst/>
                </a:pr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10" name="Oval 14">
                <a:extLst>
                  <a:ext uri="{FF2B5EF4-FFF2-40B4-BE49-F238E27FC236}">
                    <a16:creationId xmlns="" xmlns:a16="http://schemas.microsoft.com/office/drawing/2014/main" id="{58E4F90E-880B-4996-A7CA-8DBAE7150188}"/>
                  </a:ext>
                </a:extLst>
              </p:cNvPr>
              <p:cNvSpPr>
                <a:spLocks noChangeArrowheads="1"/>
              </p:cNvSpPr>
              <p:nvPr/>
            </p:nvSpPr>
            <p:spPr bwMode="auto">
              <a:xfrm>
                <a:off x="4896" y="1344"/>
                <a:ext cx="144" cy="192"/>
              </a:xfrm>
              <a:prstGeom prst="ellipse">
                <a:avLst/>
              </a:prstGeom>
              <a:solidFill>
                <a:srgbClr val="CC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grpSp>
        <p:nvGrpSpPr>
          <p:cNvPr id="15" name="Group 15">
            <a:extLst>
              <a:ext uri="{FF2B5EF4-FFF2-40B4-BE49-F238E27FC236}">
                <a16:creationId xmlns="" xmlns:a16="http://schemas.microsoft.com/office/drawing/2014/main" id="{66DB5E4C-850F-4891-86C3-211F8D2F9747}"/>
              </a:ext>
            </a:extLst>
          </p:cNvPr>
          <p:cNvGrpSpPr>
            <a:grpSpLocks/>
          </p:cNvGrpSpPr>
          <p:nvPr/>
        </p:nvGrpSpPr>
        <p:grpSpPr bwMode="auto">
          <a:xfrm>
            <a:off x="4930141" y="4114800"/>
            <a:ext cx="2119313" cy="2438400"/>
            <a:chOff x="2112" y="2016"/>
            <a:chExt cx="1335" cy="1536"/>
          </a:xfrm>
        </p:grpSpPr>
        <p:sp>
          <p:nvSpPr>
            <p:cNvPr id="16" name="Text Box 16">
              <a:extLst>
                <a:ext uri="{FF2B5EF4-FFF2-40B4-BE49-F238E27FC236}">
                  <a16:creationId xmlns="" xmlns:a16="http://schemas.microsoft.com/office/drawing/2014/main" id="{4782DF61-3015-4A06-B5A6-85A5181AFA5C}"/>
                </a:ext>
              </a:extLst>
            </p:cNvPr>
            <p:cNvSpPr txBox="1">
              <a:spLocks noChangeArrowheads="1"/>
            </p:cNvSpPr>
            <p:nvPr/>
          </p:nvSpPr>
          <p:spPr bwMode="auto">
            <a:xfrm>
              <a:off x="2112" y="2016"/>
              <a:ext cx="133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dirty="0">
                  <a:latin typeface="Times New Roman" panose="02020603050405020304" pitchFamily="18" charset="0"/>
                </a:rPr>
                <a:t>WW = white</a:t>
              </a:r>
            </a:p>
          </p:txBody>
        </p:sp>
        <p:grpSp>
          <p:nvGrpSpPr>
            <p:cNvPr id="17" name="Group 17">
              <a:extLst>
                <a:ext uri="{FF2B5EF4-FFF2-40B4-BE49-F238E27FC236}">
                  <a16:creationId xmlns="" xmlns:a16="http://schemas.microsoft.com/office/drawing/2014/main" id="{E2ECEDAA-F9F8-4A90-8D97-807793D79EDD}"/>
                </a:ext>
              </a:extLst>
            </p:cNvPr>
            <p:cNvGrpSpPr>
              <a:grpSpLocks/>
            </p:cNvGrpSpPr>
            <p:nvPr/>
          </p:nvGrpSpPr>
          <p:grpSpPr bwMode="auto">
            <a:xfrm>
              <a:off x="2304" y="2640"/>
              <a:ext cx="1056" cy="912"/>
              <a:chOff x="4560" y="1056"/>
              <a:chExt cx="864" cy="768"/>
            </a:xfrm>
          </p:grpSpPr>
          <p:grpSp>
            <p:nvGrpSpPr>
              <p:cNvPr id="18" name="Group 18">
                <a:extLst>
                  <a:ext uri="{FF2B5EF4-FFF2-40B4-BE49-F238E27FC236}">
                    <a16:creationId xmlns="" xmlns:a16="http://schemas.microsoft.com/office/drawing/2014/main" id="{5B4C66A8-6014-46B6-8CFA-C892C8C8BF91}"/>
                  </a:ext>
                </a:extLst>
              </p:cNvPr>
              <p:cNvGrpSpPr>
                <a:grpSpLocks/>
              </p:cNvGrpSpPr>
              <p:nvPr/>
            </p:nvGrpSpPr>
            <p:grpSpPr bwMode="auto">
              <a:xfrm>
                <a:off x="4848" y="1056"/>
                <a:ext cx="288" cy="768"/>
                <a:chOff x="4848" y="1056"/>
                <a:chExt cx="240" cy="768"/>
              </a:xfrm>
            </p:grpSpPr>
            <p:sp>
              <p:nvSpPr>
                <p:cNvPr id="23" name="Oval 19">
                  <a:extLst>
                    <a:ext uri="{FF2B5EF4-FFF2-40B4-BE49-F238E27FC236}">
                      <a16:creationId xmlns="" xmlns:a16="http://schemas.microsoft.com/office/drawing/2014/main" id="{A4EF807E-87B6-42C2-8877-D8D4C346063A}"/>
                    </a:ext>
                  </a:extLst>
                </p:cNvPr>
                <p:cNvSpPr>
                  <a:spLocks noChangeArrowheads="1"/>
                </p:cNvSpPr>
                <p:nvPr/>
              </p:nvSpPr>
              <p:spPr bwMode="auto">
                <a:xfrm>
                  <a:off x="4848" y="1056"/>
                  <a:ext cx="240"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Times New Roman" panose="02020603050405020304" pitchFamily="18" charset="0"/>
                  </a:endParaRPr>
                </a:p>
              </p:txBody>
            </p:sp>
            <p:sp>
              <p:nvSpPr>
                <p:cNvPr id="24" name="Oval 20">
                  <a:extLst>
                    <a:ext uri="{FF2B5EF4-FFF2-40B4-BE49-F238E27FC236}">
                      <a16:creationId xmlns="" xmlns:a16="http://schemas.microsoft.com/office/drawing/2014/main" id="{17AA78A1-44A0-4719-B71E-C0396C4C080C}"/>
                    </a:ext>
                  </a:extLst>
                </p:cNvPr>
                <p:cNvSpPr>
                  <a:spLocks noChangeArrowheads="1"/>
                </p:cNvSpPr>
                <p:nvPr/>
              </p:nvSpPr>
              <p:spPr bwMode="auto">
                <a:xfrm>
                  <a:off x="4848" y="1488"/>
                  <a:ext cx="240"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19" name="Group 21">
                <a:extLst>
                  <a:ext uri="{FF2B5EF4-FFF2-40B4-BE49-F238E27FC236}">
                    <a16:creationId xmlns="" xmlns:a16="http://schemas.microsoft.com/office/drawing/2014/main" id="{B7761629-72A1-4C15-A24B-DAC333B5390B}"/>
                  </a:ext>
                </a:extLst>
              </p:cNvPr>
              <p:cNvGrpSpPr>
                <a:grpSpLocks/>
              </p:cNvGrpSpPr>
              <p:nvPr/>
            </p:nvGrpSpPr>
            <p:grpSpPr bwMode="auto">
              <a:xfrm rot="-5400000">
                <a:off x="4872" y="984"/>
                <a:ext cx="240" cy="864"/>
                <a:chOff x="4848" y="1056"/>
                <a:chExt cx="240" cy="768"/>
              </a:xfrm>
            </p:grpSpPr>
            <p:sp>
              <p:nvSpPr>
                <p:cNvPr id="21" name="Oval 22">
                  <a:extLst>
                    <a:ext uri="{FF2B5EF4-FFF2-40B4-BE49-F238E27FC236}">
                      <a16:creationId xmlns="" xmlns:a16="http://schemas.microsoft.com/office/drawing/2014/main" id="{EDCE13E1-47EF-4C48-8DC7-B90A0246C96C}"/>
                    </a:ext>
                  </a:extLst>
                </p:cNvPr>
                <p:cNvSpPr>
                  <a:spLocks noChangeArrowheads="1"/>
                </p:cNvSpPr>
                <p:nvPr/>
              </p:nvSpPr>
              <p:spPr bwMode="auto">
                <a:xfrm>
                  <a:off x="4848" y="1056"/>
                  <a:ext cx="240"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Times New Roman" panose="02020603050405020304" pitchFamily="18" charset="0"/>
                  </a:endParaRPr>
                </a:p>
              </p:txBody>
            </p:sp>
            <p:sp>
              <p:nvSpPr>
                <p:cNvPr id="22" name="Oval 23">
                  <a:extLst>
                    <a:ext uri="{FF2B5EF4-FFF2-40B4-BE49-F238E27FC236}">
                      <a16:creationId xmlns="" xmlns:a16="http://schemas.microsoft.com/office/drawing/2014/main" id="{A8CC8458-4849-4290-A686-BEE1412D12A8}"/>
                    </a:ext>
                  </a:extLst>
                </p:cNvPr>
                <p:cNvSpPr>
                  <a:spLocks noChangeArrowheads="1"/>
                </p:cNvSpPr>
                <p:nvPr/>
              </p:nvSpPr>
              <p:spPr bwMode="auto">
                <a:xfrm>
                  <a:off x="4848" y="1488"/>
                  <a:ext cx="240"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20" name="Oval 24">
                <a:extLst>
                  <a:ext uri="{FF2B5EF4-FFF2-40B4-BE49-F238E27FC236}">
                    <a16:creationId xmlns="" xmlns:a16="http://schemas.microsoft.com/office/drawing/2014/main" id="{AE4C0BA9-A784-4383-8E2B-A65A62D32BE8}"/>
                  </a:ext>
                </a:extLst>
              </p:cNvPr>
              <p:cNvSpPr>
                <a:spLocks noChangeArrowheads="1"/>
              </p:cNvSpPr>
              <p:nvPr/>
            </p:nvSpPr>
            <p:spPr bwMode="auto">
              <a:xfrm>
                <a:off x="4896" y="1344"/>
                <a:ext cx="144"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grpSp>
        <p:nvGrpSpPr>
          <p:cNvPr id="25" name="Group 25">
            <a:extLst>
              <a:ext uri="{FF2B5EF4-FFF2-40B4-BE49-F238E27FC236}">
                <a16:creationId xmlns="" xmlns:a16="http://schemas.microsoft.com/office/drawing/2014/main" id="{1A351135-FA85-4CB4-8913-C0FEDEB54B61}"/>
              </a:ext>
            </a:extLst>
          </p:cNvPr>
          <p:cNvGrpSpPr>
            <a:grpSpLocks/>
          </p:cNvGrpSpPr>
          <p:nvPr/>
        </p:nvGrpSpPr>
        <p:grpSpPr bwMode="auto">
          <a:xfrm>
            <a:off x="7825740" y="4114800"/>
            <a:ext cx="1905000" cy="2438400"/>
            <a:chOff x="3936" y="2016"/>
            <a:chExt cx="1200" cy="1536"/>
          </a:xfrm>
        </p:grpSpPr>
        <p:sp>
          <p:nvSpPr>
            <p:cNvPr id="26" name="Text Box 26">
              <a:extLst>
                <a:ext uri="{FF2B5EF4-FFF2-40B4-BE49-F238E27FC236}">
                  <a16:creationId xmlns="" xmlns:a16="http://schemas.microsoft.com/office/drawing/2014/main" id="{3BC74BAC-F49C-4784-B55E-22773AE00A19}"/>
                </a:ext>
              </a:extLst>
            </p:cNvPr>
            <p:cNvSpPr txBox="1">
              <a:spLocks noChangeArrowheads="1"/>
            </p:cNvSpPr>
            <p:nvPr/>
          </p:nvSpPr>
          <p:spPr bwMode="auto">
            <a:xfrm>
              <a:off x="3936" y="2016"/>
              <a:ext cx="117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dirty="0">
                  <a:latin typeface="Times New Roman" panose="02020603050405020304" pitchFamily="18" charset="0"/>
                </a:rPr>
                <a:t>RW = pink</a:t>
              </a:r>
            </a:p>
          </p:txBody>
        </p:sp>
        <p:grpSp>
          <p:nvGrpSpPr>
            <p:cNvPr id="27" name="Group 27">
              <a:extLst>
                <a:ext uri="{FF2B5EF4-FFF2-40B4-BE49-F238E27FC236}">
                  <a16:creationId xmlns="" xmlns:a16="http://schemas.microsoft.com/office/drawing/2014/main" id="{6464E99A-21D1-42FB-B438-CE369A520882}"/>
                </a:ext>
              </a:extLst>
            </p:cNvPr>
            <p:cNvGrpSpPr>
              <a:grpSpLocks/>
            </p:cNvGrpSpPr>
            <p:nvPr/>
          </p:nvGrpSpPr>
          <p:grpSpPr bwMode="auto">
            <a:xfrm>
              <a:off x="4080" y="2640"/>
              <a:ext cx="1056" cy="912"/>
              <a:chOff x="4560" y="1056"/>
              <a:chExt cx="864" cy="768"/>
            </a:xfrm>
          </p:grpSpPr>
          <p:grpSp>
            <p:nvGrpSpPr>
              <p:cNvPr id="28" name="Group 28">
                <a:extLst>
                  <a:ext uri="{FF2B5EF4-FFF2-40B4-BE49-F238E27FC236}">
                    <a16:creationId xmlns="" xmlns:a16="http://schemas.microsoft.com/office/drawing/2014/main" id="{0ECFA2FC-B4F1-41D2-88CC-39FF228D715D}"/>
                  </a:ext>
                </a:extLst>
              </p:cNvPr>
              <p:cNvGrpSpPr>
                <a:grpSpLocks/>
              </p:cNvGrpSpPr>
              <p:nvPr/>
            </p:nvGrpSpPr>
            <p:grpSpPr bwMode="auto">
              <a:xfrm>
                <a:off x="4848" y="1056"/>
                <a:ext cx="288" cy="768"/>
                <a:chOff x="4848" y="1056"/>
                <a:chExt cx="240" cy="768"/>
              </a:xfrm>
            </p:grpSpPr>
            <p:sp>
              <p:nvSpPr>
                <p:cNvPr id="33" name="Oval 29">
                  <a:extLst>
                    <a:ext uri="{FF2B5EF4-FFF2-40B4-BE49-F238E27FC236}">
                      <a16:creationId xmlns="" xmlns:a16="http://schemas.microsoft.com/office/drawing/2014/main" id="{03C78CB1-BFB9-46E7-A2C3-D45ADAB5AB70}"/>
                    </a:ext>
                  </a:extLst>
                </p:cNvPr>
                <p:cNvSpPr>
                  <a:spLocks noChangeArrowheads="1"/>
                </p:cNvSpPr>
                <p:nvPr/>
              </p:nvSpPr>
              <p:spPr bwMode="auto">
                <a:xfrm>
                  <a:off x="4848" y="1056"/>
                  <a:ext cx="240" cy="336"/>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Times New Roman" panose="02020603050405020304" pitchFamily="18" charset="0"/>
                  </a:endParaRPr>
                </a:p>
              </p:txBody>
            </p:sp>
            <p:sp>
              <p:nvSpPr>
                <p:cNvPr id="34" name="Oval 30">
                  <a:extLst>
                    <a:ext uri="{FF2B5EF4-FFF2-40B4-BE49-F238E27FC236}">
                      <a16:creationId xmlns="" xmlns:a16="http://schemas.microsoft.com/office/drawing/2014/main" id="{8BDBFE3D-31C0-44B1-8047-CECD03519CBA}"/>
                    </a:ext>
                  </a:extLst>
                </p:cNvPr>
                <p:cNvSpPr>
                  <a:spLocks noChangeArrowheads="1"/>
                </p:cNvSpPr>
                <p:nvPr/>
              </p:nvSpPr>
              <p:spPr bwMode="auto">
                <a:xfrm>
                  <a:off x="4848" y="1488"/>
                  <a:ext cx="240" cy="336"/>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29" name="Group 31">
                <a:extLst>
                  <a:ext uri="{FF2B5EF4-FFF2-40B4-BE49-F238E27FC236}">
                    <a16:creationId xmlns="" xmlns:a16="http://schemas.microsoft.com/office/drawing/2014/main" id="{1D0B6F32-051D-4970-AF42-E8E50EA97D28}"/>
                  </a:ext>
                </a:extLst>
              </p:cNvPr>
              <p:cNvGrpSpPr>
                <a:grpSpLocks/>
              </p:cNvGrpSpPr>
              <p:nvPr/>
            </p:nvGrpSpPr>
            <p:grpSpPr bwMode="auto">
              <a:xfrm rot="-5400000">
                <a:off x="4872" y="984"/>
                <a:ext cx="240" cy="864"/>
                <a:chOff x="4848" y="1056"/>
                <a:chExt cx="240" cy="768"/>
              </a:xfrm>
            </p:grpSpPr>
            <p:sp>
              <p:nvSpPr>
                <p:cNvPr id="31" name="Oval 32">
                  <a:extLst>
                    <a:ext uri="{FF2B5EF4-FFF2-40B4-BE49-F238E27FC236}">
                      <a16:creationId xmlns="" xmlns:a16="http://schemas.microsoft.com/office/drawing/2014/main" id="{6F659BFA-5528-42CA-8AFE-63F6FE019851}"/>
                    </a:ext>
                  </a:extLst>
                </p:cNvPr>
                <p:cNvSpPr>
                  <a:spLocks noChangeArrowheads="1"/>
                </p:cNvSpPr>
                <p:nvPr/>
              </p:nvSpPr>
              <p:spPr bwMode="auto">
                <a:xfrm>
                  <a:off x="4848" y="1056"/>
                  <a:ext cx="240" cy="336"/>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Times New Roman" panose="02020603050405020304" pitchFamily="18" charset="0"/>
                  </a:endParaRPr>
                </a:p>
              </p:txBody>
            </p:sp>
            <p:sp>
              <p:nvSpPr>
                <p:cNvPr id="32" name="Oval 33">
                  <a:extLst>
                    <a:ext uri="{FF2B5EF4-FFF2-40B4-BE49-F238E27FC236}">
                      <a16:creationId xmlns="" xmlns:a16="http://schemas.microsoft.com/office/drawing/2014/main" id="{8739BAE5-CC21-4E4D-84C9-E0B0745F2E3A}"/>
                    </a:ext>
                  </a:extLst>
                </p:cNvPr>
                <p:cNvSpPr>
                  <a:spLocks noChangeArrowheads="1"/>
                </p:cNvSpPr>
                <p:nvPr/>
              </p:nvSpPr>
              <p:spPr bwMode="auto">
                <a:xfrm>
                  <a:off x="4848" y="1488"/>
                  <a:ext cx="240" cy="336"/>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30" name="Oval 34">
                <a:extLst>
                  <a:ext uri="{FF2B5EF4-FFF2-40B4-BE49-F238E27FC236}">
                    <a16:creationId xmlns="" xmlns:a16="http://schemas.microsoft.com/office/drawing/2014/main" id="{AD1E0489-AF36-4C0B-B19E-42CBFB08CEA4}"/>
                  </a:ext>
                </a:extLst>
              </p:cNvPr>
              <p:cNvSpPr>
                <a:spLocks noChangeArrowheads="1"/>
              </p:cNvSpPr>
              <p:nvPr/>
            </p:nvSpPr>
            <p:spPr bwMode="auto">
              <a:xfrm>
                <a:off x="4896" y="1344"/>
                <a:ext cx="144" cy="192"/>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spTree>
    <p:extLst>
      <p:ext uri="{BB962C8B-B14F-4D97-AF65-F5344CB8AC3E}">
        <p14:creationId xmlns:p14="http://schemas.microsoft.com/office/powerpoint/2010/main" val="189457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9DF517-3C05-4064-9650-573C9CF12BBA}"/>
              </a:ext>
            </a:extLst>
          </p:cNvPr>
          <p:cNvSpPr>
            <a:spLocks noGrp="1"/>
          </p:cNvSpPr>
          <p:nvPr>
            <p:ph type="title"/>
          </p:nvPr>
        </p:nvSpPr>
        <p:spPr>
          <a:xfrm>
            <a:off x="838200" y="102235"/>
            <a:ext cx="10515600" cy="1055233"/>
          </a:xfrm>
        </p:spPr>
        <p:txBody>
          <a:bodyPr>
            <a:normAutofit/>
          </a:bodyPr>
          <a:lstStyle/>
          <a:p>
            <a:pPr algn="ctr"/>
            <a:r>
              <a:rPr lang="en-US" altLang="en-US" sz="4800" b="1" dirty="0"/>
              <a:t>CODOMINANCE</a:t>
            </a:r>
          </a:p>
        </p:txBody>
      </p:sp>
      <p:sp>
        <p:nvSpPr>
          <p:cNvPr id="3" name="Content Placeholder 2">
            <a:extLst>
              <a:ext uri="{FF2B5EF4-FFF2-40B4-BE49-F238E27FC236}">
                <a16:creationId xmlns="" xmlns:a16="http://schemas.microsoft.com/office/drawing/2014/main" id="{4175F5B1-C43E-4FB7-AE8F-55D69C48BD81}"/>
              </a:ext>
            </a:extLst>
          </p:cNvPr>
          <p:cNvSpPr>
            <a:spLocks noGrp="1"/>
          </p:cNvSpPr>
          <p:nvPr>
            <p:ph idx="1"/>
          </p:nvPr>
        </p:nvSpPr>
        <p:spPr>
          <a:xfrm>
            <a:off x="358815" y="1273215"/>
            <a:ext cx="6293445" cy="4814531"/>
          </a:xfrm>
        </p:spPr>
        <p:txBody>
          <a:bodyPr>
            <a:normAutofit lnSpcReduction="10000"/>
          </a:bodyPr>
          <a:lstStyle/>
          <a:p>
            <a:pPr algn="just"/>
            <a:r>
              <a:rPr lang="en-US" sz="3200" dirty="0"/>
              <a:t>It is simultaneous and equal expression of alleles in heterozygous condition, so that hybrids have phenotype different from homozygous parents.</a:t>
            </a:r>
          </a:p>
          <a:p>
            <a:pPr algn="just"/>
            <a:r>
              <a:rPr lang="en-US" altLang="en-US" sz="3200" dirty="0"/>
              <a:t>Both the dominant alleles are expressed in the heterozygous individual </a:t>
            </a:r>
          </a:p>
          <a:p>
            <a:pPr algn="just"/>
            <a:r>
              <a:rPr lang="en-US" sz="3200" dirty="0"/>
              <a:t>Both traits are dominant, and show up in the phenotype together. </a:t>
            </a:r>
            <a:r>
              <a:rPr lang="en-US" sz="3200" b="1" i="1" dirty="0"/>
              <a:t>Co</a:t>
            </a:r>
            <a:r>
              <a:rPr lang="en-US" sz="3200" dirty="0"/>
              <a:t> means “together”</a:t>
            </a:r>
          </a:p>
          <a:p>
            <a:pPr algn="just"/>
            <a:endParaRPr lang="en-IN" sz="3200" dirty="0"/>
          </a:p>
        </p:txBody>
      </p:sp>
      <p:sp>
        <p:nvSpPr>
          <p:cNvPr id="4" name="Slide Number Placeholder 3">
            <a:extLst>
              <a:ext uri="{FF2B5EF4-FFF2-40B4-BE49-F238E27FC236}">
                <a16:creationId xmlns="" xmlns:a16="http://schemas.microsoft.com/office/drawing/2014/main" id="{72AD3D11-E6EB-4CF8-924C-6423583025E6}"/>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5" name="Picture 4">
            <a:extLst>
              <a:ext uri="{FF2B5EF4-FFF2-40B4-BE49-F238E27FC236}">
                <a16:creationId xmlns="" xmlns:a16="http://schemas.microsoft.com/office/drawing/2014/main" id="{F67FC31F-7C15-4D9A-9201-21DED400F511}"/>
              </a:ext>
            </a:extLst>
          </p:cNvPr>
          <p:cNvPicPr>
            <a:picLocks noChangeAspect="1"/>
          </p:cNvPicPr>
          <p:nvPr/>
        </p:nvPicPr>
        <p:blipFill>
          <a:blip r:embed="rId2"/>
          <a:stretch>
            <a:fillRect/>
          </a:stretch>
        </p:blipFill>
        <p:spPr>
          <a:xfrm>
            <a:off x="6652260" y="2279542"/>
            <a:ext cx="5298486" cy="3225064"/>
          </a:xfrm>
          <a:prstGeom prst="rect">
            <a:avLst/>
          </a:prstGeom>
        </p:spPr>
      </p:pic>
    </p:spTree>
    <p:extLst>
      <p:ext uri="{BB962C8B-B14F-4D97-AF65-F5344CB8AC3E}">
        <p14:creationId xmlns:p14="http://schemas.microsoft.com/office/powerpoint/2010/main" val="3755616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 xmlns:a16="http://schemas.microsoft.com/office/drawing/2014/main" id="{EDF98942-5AC6-4DC4-AEF7-40C09B37BCCE}"/>
              </a:ext>
            </a:extLst>
          </p:cNvPr>
          <p:cNvSpPr>
            <a:spLocks noGrp="1" noChangeArrowheads="1"/>
          </p:cNvSpPr>
          <p:nvPr>
            <p:ph type="title"/>
          </p:nvPr>
        </p:nvSpPr>
        <p:spPr>
          <a:xfrm>
            <a:off x="1594485" y="207645"/>
            <a:ext cx="9003030" cy="838200"/>
          </a:xfrm>
        </p:spPr>
        <p:txBody>
          <a:bodyPr>
            <a:normAutofit/>
          </a:bodyPr>
          <a:lstStyle/>
          <a:p>
            <a:pPr algn="ctr" eaLnBrk="1" hangingPunct="1"/>
            <a:r>
              <a:rPr lang="en-US" altLang="en-US" dirty="0">
                <a:latin typeface="Times New Roman" panose="02020603050405020304" pitchFamily="18" charset="0"/>
              </a:rPr>
              <a:t>Codominance Example: </a:t>
            </a:r>
            <a:r>
              <a:rPr lang="en-US" altLang="en-US" dirty="0" err="1">
                <a:latin typeface="Times New Roman" panose="02020603050405020304" pitchFamily="18" charset="0"/>
              </a:rPr>
              <a:t>Rhodedendron</a:t>
            </a:r>
            <a:endParaRPr lang="en-US" altLang="en-US" dirty="0">
              <a:latin typeface="Times New Roman" panose="02020603050405020304" pitchFamily="18" charset="0"/>
            </a:endParaRPr>
          </a:p>
        </p:txBody>
      </p:sp>
      <p:sp>
        <p:nvSpPr>
          <p:cNvPr id="13315" name="Rectangle 5">
            <a:extLst>
              <a:ext uri="{FF2B5EF4-FFF2-40B4-BE49-F238E27FC236}">
                <a16:creationId xmlns="" xmlns:a16="http://schemas.microsoft.com/office/drawing/2014/main" id="{F210D117-F6BC-4EDE-B34A-A28EBCDC842A}"/>
              </a:ext>
            </a:extLst>
          </p:cNvPr>
          <p:cNvSpPr>
            <a:spLocks noGrp="1" noChangeArrowheads="1"/>
          </p:cNvSpPr>
          <p:nvPr>
            <p:ph idx="1"/>
          </p:nvPr>
        </p:nvSpPr>
        <p:spPr>
          <a:xfrm>
            <a:off x="5562600" y="1417320"/>
            <a:ext cx="6000750" cy="1870710"/>
          </a:xfrm>
        </p:spPr>
        <p:txBody>
          <a:bodyPr rtlCol="0">
            <a:normAutofit lnSpcReduction="10000"/>
          </a:bodyPr>
          <a:lstStyle/>
          <a:p>
            <a:pPr eaLnBrk="1" hangingPunct="1">
              <a:buFont typeface="Wingdings" panose="05000000000000000000" pitchFamily="2" charset="2"/>
              <a:buChar char="v"/>
              <a:defRPr/>
            </a:pPr>
            <a:r>
              <a:rPr lang="en-US" altLang="en-US" dirty="0">
                <a:latin typeface="Times New Roman" panose="02020603050405020304" pitchFamily="18" charset="0"/>
              </a:rPr>
              <a:t>R = allele for red flowers</a:t>
            </a:r>
          </a:p>
          <a:p>
            <a:pPr eaLnBrk="1" hangingPunct="1">
              <a:buFont typeface="Wingdings" panose="05000000000000000000" pitchFamily="2" charset="2"/>
              <a:buChar char="v"/>
              <a:defRPr/>
            </a:pPr>
            <a:r>
              <a:rPr lang="en-US" altLang="en-US" dirty="0">
                <a:latin typeface="Times New Roman" panose="02020603050405020304" pitchFamily="18" charset="0"/>
              </a:rPr>
              <a:t>W = allele for white flowers</a:t>
            </a:r>
          </a:p>
          <a:p>
            <a:pPr eaLnBrk="1" hangingPunct="1">
              <a:buFont typeface="Wingdings" panose="05000000000000000000" pitchFamily="2" charset="2"/>
              <a:buChar char="v"/>
              <a:defRPr/>
            </a:pPr>
            <a:r>
              <a:rPr lang="en-US" altLang="en-US" dirty="0">
                <a:latin typeface="Times New Roman" panose="02020603050405020304" pitchFamily="18" charset="0"/>
              </a:rPr>
              <a:t>Cross a homozygous red flower with a homozygous white flower.</a:t>
            </a:r>
          </a:p>
        </p:txBody>
      </p:sp>
      <p:pic>
        <p:nvPicPr>
          <p:cNvPr id="12292" name="Picture 3">
            <a:extLst>
              <a:ext uri="{FF2B5EF4-FFF2-40B4-BE49-F238E27FC236}">
                <a16:creationId xmlns="" xmlns:a16="http://schemas.microsoft.com/office/drawing/2014/main" id="{0F4C2E24-D254-4BCC-AFBD-071FEFB00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671" y="2472691"/>
            <a:ext cx="3681413"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4">
            <a:extLst>
              <a:ext uri="{FF2B5EF4-FFF2-40B4-BE49-F238E27FC236}">
                <a16:creationId xmlns="" xmlns:a16="http://schemas.microsoft.com/office/drawing/2014/main" id="{FA842772-618F-475D-875C-96E3E93088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3614" y="3288030"/>
            <a:ext cx="4760595" cy="3341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822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D79F08-B880-45D6-83EB-304EC40F5464}"/>
              </a:ext>
            </a:extLst>
          </p:cNvPr>
          <p:cNvSpPr>
            <a:spLocks noGrp="1"/>
          </p:cNvSpPr>
          <p:nvPr>
            <p:ph type="title"/>
          </p:nvPr>
        </p:nvSpPr>
        <p:spPr>
          <a:xfrm>
            <a:off x="838200" y="113665"/>
            <a:ext cx="10515600" cy="1325563"/>
          </a:xfrm>
        </p:spPr>
        <p:txBody>
          <a:bodyPr/>
          <a:lstStyle/>
          <a:p>
            <a:pPr algn="ctr"/>
            <a:r>
              <a:rPr lang="en-CA" altLang="en-US" b="1" dirty="0"/>
              <a:t>MULTIPLE ALLELES</a:t>
            </a:r>
            <a:endParaRPr lang="en-IN" b="1" dirty="0"/>
          </a:p>
        </p:txBody>
      </p:sp>
      <p:sp>
        <p:nvSpPr>
          <p:cNvPr id="3" name="Content Placeholder 2">
            <a:extLst>
              <a:ext uri="{FF2B5EF4-FFF2-40B4-BE49-F238E27FC236}">
                <a16:creationId xmlns="" xmlns:a16="http://schemas.microsoft.com/office/drawing/2014/main" id="{2D0AFC00-684F-412D-9D5D-744D767FE5C5}"/>
              </a:ext>
            </a:extLst>
          </p:cNvPr>
          <p:cNvSpPr>
            <a:spLocks noGrp="1"/>
          </p:cNvSpPr>
          <p:nvPr>
            <p:ph idx="1"/>
          </p:nvPr>
        </p:nvSpPr>
        <p:spPr>
          <a:xfrm>
            <a:off x="374650" y="1439228"/>
            <a:ext cx="5020310" cy="4737735"/>
          </a:xfrm>
        </p:spPr>
        <p:txBody>
          <a:bodyPr>
            <a:normAutofit fontScale="92500" lnSpcReduction="20000"/>
          </a:bodyPr>
          <a:lstStyle/>
          <a:p>
            <a:pPr algn="just"/>
            <a:r>
              <a:rPr lang="en-US" dirty="0"/>
              <a:t>When there is more than 2 alleles possible for a given gene.</a:t>
            </a:r>
          </a:p>
          <a:p>
            <a:pPr algn="just"/>
            <a:r>
              <a:rPr lang="en-US" dirty="0"/>
              <a:t>Allows for a larger number of genetic and phenotypic possibilities.</a:t>
            </a:r>
          </a:p>
          <a:p>
            <a:pPr algn="just"/>
            <a:r>
              <a:rPr lang="en-US" dirty="0"/>
              <a:t>Several dominant alleles and/or recessive alleles can be combined to create multiple phenotypes. </a:t>
            </a:r>
            <a:endParaRPr lang="en-US" dirty="0" smtClean="0"/>
          </a:p>
          <a:p>
            <a:pPr algn="just"/>
            <a:r>
              <a:rPr lang="en-US" dirty="0" smtClean="0"/>
              <a:t>There may be many alleles of gene in a particular population but in diploid individual only two allele of a gene are present on same location of homologous chromosome.</a:t>
            </a:r>
            <a:endParaRPr lang="en-US" dirty="0"/>
          </a:p>
          <a:p>
            <a:pPr algn="just"/>
            <a:endParaRPr lang="en-US" dirty="0"/>
          </a:p>
          <a:p>
            <a:pPr algn="just"/>
            <a:endParaRPr lang="en-IN" dirty="0"/>
          </a:p>
        </p:txBody>
      </p:sp>
      <p:sp>
        <p:nvSpPr>
          <p:cNvPr id="4" name="Slide Number Placeholder 3">
            <a:extLst>
              <a:ext uri="{FF2B5EF4-FFF2-40B4-BE49-F238E27FC236}">
                <a16:creationId xmlns="" xmlns:a16="http://schemas.microsoft.com/office/drawing/2014/main" id="{203741A9-934C-40D3-96FA-0CA70599ED15}"/>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5" name="Picture 5" descr="http://cnx.org/content/m44478/latest/Figure_12_02_05.jpg">
            <a:extLst>
              <a:ext uri="{FF2B5EF4-FFF2-40B4-BE49-F238E27FC236}">
                <a16:creationId xmlns="" xmlns:a16="http://schemas.microsoft.com/office/drawing/2014/main" id="{B9DAB46D-F403-4F9A-A96C-9B36D29EE7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9270" y="1245870"/>
            <a:ext cx="6228080" cy="511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049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79641A-0E5D-4052-8D5B-DFC1B5FDFB39}"/>
              </a:ext>
            </a:extLst>
          </p:cNvPr>
          <p:cNvSpPr>
            <a:spLocks noGrp="1"/>
          </p:cNvSpPr>
          <p:nvPr>
            <p:ph type="title"/>
          </p:nvPr>
        </p:nvSpPr>
        <p:spPr>
          <a:xfrm>
            <a:off x="838200" y="113665"/>
            <a:ext cx="10515600" cy="1063625"/>
          </a:xfrm>
        </p:spPr>
        <p:txBody>
          <a:bodyPr>
            <a:normAutofit/>
          </a:bodyPr>
          <a:lstStyle/>
          <a:p>
            <a:pPr algn="ctr"/>
            <a:r>
              <a:rPr lang="en-US" altLang="en-US" sz="4800" b="1" dirty="0"/>
              <a:t>Blood Type</a:t>
            </a:r>
            <a:endParaRPr lang="en-IN" sz="4800" b="1" dirty="0"/>
          </a:p>
        </p:txBody>
      </p:sp>
      <p:sp>
        <p:nvSpPr>
          <p:cNvPr id="3" name="Content Placeholder 2">
            <a:extLst>
              <a:ext uri="{FF2B5EF4-FFF2-40B4-BE49-F238E27FC236}">
                <a16:creationId xmlns="" xmlns:a16="http://schemas.microsoft.com/office/drawing/2014/main" id="{25EFED13-E916-47E3-BF38-93FFB6369E32}"/>
              </a:ext>
            </a:extLst>
          </p:cNvPr>
          <p:cNvSpPr>
            <a:spLocks noGrp="1"/>
          </p:cNvSpPr>
          <p:nvPr>
            <p:ph idx="1"/>
          </p:nvPr>
        </p:nvSpPr>
        <p:spPr>
          <a:xfrm>
            <a:off x="358815" y="1291590"/>
            <a:ext cx="6704925" cy="5349240"/>
          </a:xfrm>
        </p:spPr>
        <p:txBody>
          <a:bodyPr>
            <a:normAutofit/>
          </a:bodyPr>
          <a:lstStyle/>
          <a:p>
            <a:pPr algn="just"/>
            <a:r>
              <a:rPr lang="en-US" sz="3200" dirty="0"/>
              <a:t>Blood type consists of two dominant and one recessive allele in humans</a:t>
            </a:r>
          </a:p>
          <a:p>
            <a:pPr lvl="1" algn="just"/>
            <a:r>
              <a:rPr lang="en-US" sz="2800" kern="1200" dirty="0"/>
              <a:t>Blood types are A, B, O, and AB.</a:t>
            </a:r>
          </a:p>
          <a:p>
            <a:pPr lvl="1" algn="just"/>
            <a:r>
              <a:rPr lang="en-US" sz="2800" kern="1200" dirty="0"/>
              <a:t>AB blood is a co-dominant trait.</a:t>
            </a:r>
          </a:p>
          <a:p>
            <a:pPr lvl="1" algn="just"/>
            <a:r>
              <a:rPr lang="en-US" sz="2800" dirty="0"/>
              <a:t>There is a recessive allele for type O.</a:t>
            </a:r>
            <a:r>
              <a:rPr lang="en-US" sz="2800" kern="1200" dirty="0"/>
              <a:t> </a:t>
            </a:r>
          </a:p>
          <a:p>
            <a:pPr algn="just"/>
            <a:r>
              <a:rPr lang="en-US" sz="3200" dirty="0"/>
              <a:t>Type A and B show regular dominance over this recessive allele.  </a:t>
            </a:r>
          </a:p>
          <a:p>
            <a:pPr algn="just"/>
            <a:r>
              <a:rPr lang="en-US" sz="3200" dirty="0"/>
              <a:t>Thus, the only way to be type O is to be homozygous recessive.</a:t>
            </a:r>
          </a:p>
          <a:p>
            <a:pPr marL="0" indent="0" algn="just">
              <a:buNone/>
            </a:pPr>
            <a:endParaRPr lang="en-US" sz="3200" kern="1200" dirty="0"/>
          </a:p>
          <a:p>
            <a:pPr algn="just"/>
            <a:endParaRPr lang="en-US" sz="3200" dirty="0"/>
          </a:p>
          <a:p>
            <a:pPr algn="just"/>
            <a:endParaRPr lang="en-IN" sz="3200" dirty="0"/>
          </a:p>
        </p:txBody>
      </p:sp>
      <p:sp>
        <p:nvSpPr>
          <p:cNvPr id="4" name="Slide Number Placeholder 3">
            <a:extLst>
              <a:ext uri="{FF2B5EF4-FFF2-40B4-BE49-F238E27FC236}">
                <a16:creationId xmlns="" xmlns:a16="http://schemas.microsoft.com/office/drawing/2014/main" id="{E83DB1D8-EEEF-4512-9B69-4684B6611EE3}"/>
              </a:ext>
            </a:extLst>
          </p:cNvPr>
          <p:cNvSpPr>
            <a:spLocks noGrp="1"/>
          </p:cNvSpPr>
          <p:nvPr>
            <p:ph type="sldNum" sz="quarter" idx="12"/>
          </p:nvPr>
        </p:nvSpPr>
        <p:spPr/>
        <p:txBody>
          <a:bodyPr/>
          <a:lstStyle/>
          <a:p>
            <a:fld id="{BDCDBBEF-AA6C-4BA6-85B2-A17D7F280E38}" type="slidenum">
              <a:rPr lang="en-US" smtClean="0"/>
              <a:pPr/>
              <a:t>17</a:t>
            </a:fld>
            <a:endParaRPr lang="en-US"/>
          </a:p>
        </p:txBody>
      </p:sp>
      <p:pic>
        <p:nvPicPr>
          <p:cNvPr id="5" name="Picture 3">
            <a:extLst>
              <a:ext uri="{FF2B5EF4-FFF2-40B4-BE49-F238E27FC236}">
                <a16:creationId xmlns="" xmlns:a16="http://schemas.microsoft.com/office/drawing/2014/main" id="{AD579D32-A562-4475-8046-36859A0A5E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2321" y="1520190"/>
            <a:ext cx="4913312" cy="3930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5476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 xmlns:a16="http://schemas.microsoft.com/office/drawing/2014/main" id="{66A9C4AD-0729-4E1E-940D-A935717BA9AF}"/>
              </a:ext>
            </a:extLst>
          </p:cNvPr>
          <p:cNvSpPr>
            <a:spLocks noGrp="1" noChangeArrowheads="1"/>
          </p:cNvSpPr>
          <p:nvPr>
            <p:ph type="title"/>
          </p:nvPr>
        </p:nvSpPr>
        <p:spPr>
          <a:xfrm>
            <a:off x="838200" y="113665"/>
            <a:ext cx="11151870" cy="1325563"/>
          </a:xfrm>
        </p:spPr>
        <p:txBody>
          <a:bodyPr>
            <a:normAutofit fontScale="90000"/>
          </a:bodyPr>
          <a:lstStyle/>
          <a:p>
            <a:pPr algn="ctr" eaLnBrk="1" hangingPunct="1">
              <a:defRPr/>
            </a:pPr>
            <a:r>
              <a:rPr lang="en-US" sz="4800" b="1" dirty="0"/>
              <a:t>Blood type displays both Co-dominance and Complete dominance</a:t>
            </a:r>
          </a:p>
        </p:txBody>
      </p:sp>
      <p:sp>
        <p:nvSpPr>
          <p:cNvPr id="136195" name="Rectangle 3">
            <a:extLst>
              <a:ext uri="{FF2B5EF4-FFF2-40B4-BE49-F238E27FC236}">
                <a16:creationId xmlns="" xmlns:a16="http://schemas.microsoft.com/office/drawing/2014/main" id="{35F15F08-832C-4209-9ABD-50E54B5A3525}"/>
              </a:ext>
            </a:extLst>
          </p:cNvPr>
          <p:cNvSpPr>
            <a:spLocks noGrp="1" noChangeArrowheads="1"/>
          </p:cNvSpPr>
          <p:nvPr>
            <p:ph type="body" idx="1"/>
          </p:nvPr>
        </p:nvSpPr>
        <p:spPr>
          <a:xfrm>
            <a:off x="277791" y="1565910"/>
            <a:ext cx="10301469" cy="5043233"/>
          </a:xfrm>
        </p:spPr>
        <p:txBody>
          <a:bodyPr>
            <a:noAutofit/>
          </a:bodyPr>
          <a:lstStyle/>
          <a:p>
            <a:pPr algn="just">
              <a:buFont typeface="Wingdings" pitchFamily="-65" charset="2"/>
              <a:buChar char="l"/>
              <a:defRPr/>
            </a:pPr>
            <a:r>
              <a:rPr lang="en-US" sz="3600" dirty="0"/>
              <a:t>Red Blood cells can either have a carbohydrate on their surface or not. </a:t>
            </a:r>
          </a:p>
          <a:p>
            <a:pPr lvl="1" algn="just">
              <a:buFont typeface="Wingdings" pitchFamily="-65" charset="2"/>
              <a:buChar char="l"/>
              <a:defRPr/>
            </a:pPr>
            <a:r>
              <a:rPr lang="en-US" sz="3200" dirty="0"/>
              <a:t>The presence of a carbohydrate </a:t>
            </a:r>
            <a:r>
              <a:rPr lang="en-US" sz="3200" b="1" dirty="0"/>
              <a:t>(</a:t>
            </a:r>
            <a:r>
              <a:rPr lang="en-US" sz="3200" b="1" dirty="0">
                <a:cs typeface="Times New Roman" pitchFamily="18" charset="0"/>
              </a:rPr>
              <a:t>I</a:t>
            </a:r>
            <a:r>
              <a:rPr lang="en-US" sz="3200" b="1" dirty="0"/>
              <a:t>)</a:t>
            </a:r>
            <a:r>
              <a:rPr lang="en-US" sz="3200" dirty="0"/>
              <a:t> is dominant to the absence of a carbohydrate </a:t>
            </a:r>
            <a:r>
              <a:rPr lang="en-US" sz="3200" b="1" dirty="0"/>
              <a:t>(</a:t>
            </a:r>
            <a:r>
              <a:rPr lang="en-US" sz="3200" b="1" dirty="0" err="1"/>
              <a:t>i</a:t>
            </a:r>
            <a:r>
              <a:rPr lang="en-US" sz="3200" b="1" dirty="0"/>
              <a:t>)</a:t>
            </a:r>
            <a:r>
              <a:rPr lang="en-US" sz="3200" dirty="0"/>
              <a:t>. </a:t>
            </a:r>
          </a:p>
          <a:p>
            <a:pPr algn="just">
              <a:buFont typeface="Wingdings" pitchFamily="-65" charset="2"/>
              <a:buChar char="l"/>
              <a:defRPr/>
            </a:pPr>
            <a:r>
              <a:rPr lang="en-US" sz="3600" dirty="0"/>
              <a:t>Additionally, there are two types of </a:t>
            </a:r>
            <a:r>
              <a:rPr lang="en-US" sz="3600" dirty="0" err="1"/>
              <a:t>carbs</a:t>
            </a:r>
            <a:r>
              <a:rPr lang="en-US" sz="3600" dirty="0"/>
              <a:t> that may exist on the surface of RBCs called A </a:t>
            </a:r>
            <a:r>
              <a:rPr lang="en-US" sz="3600" i="1" dirty="0"/>
              <a:t>(</a:t>
            </a:r>
            <a:r>
              <a:rPr lang="en-US" sz="3600" i="1" dirty="0">
                <a:cs typeface="Times New Roman" pitchFamily="18" charset="0"/>
              </a:rPr>
              <a:t>I</a:t>
            </a:r>
            <a:r>
              <a:rPr lang="en-US" sz="3600" i="1" baseline="30000" dirty="0"/>
              <a:t>A</a:t>
            </a:r>
            <a:r>
              <a:rPr lang="en-US" sz="3600" i="1" dirty="0"/>
              <a:t>) </a:t>
            </a:r>
            <a:r>
              <a:rPr lang="en-US" sz="3600" dirty="0"/>
              <a:t>and B </a:t>
            </a:r>
            <a:r>
              <a:rPr lang="en-US" sz="3600" i="1" dirty="0"/>
              <a:t>(</a:t>
            </a:r>
            <a:r>
              <a:rPr lang="en-US" sz="3600" i="1" dirty="0">
                <a:cs typeface="Times New Roman" pitchFamily="18" charset="0"/>
              </a:rPr>
              <a:t>I</a:t>
            </a:r>
            <a:r>
              <a:rPr lang="en-US" sz="3600" i="1" baseline="30000" dirty="0"/>
              <a:t>B</a:t>
            </a:r>
            <a:r>
              <a:rPr lang="en-US" sz="3600" i="1" dirty="0"/>
              <a:t>)</a:t>
            </a:r>
            <a:r>
              <a:rPr lang="en-US" sz="3600" dirty="0"/>
              <a:t>.  </a:t>
            </a:r>
          </a:p>
          <a:p>
            <a:pPr lvl="1" algn="just">
              <a:buFont typeface="Wingdings" pitchFamily="-65" charset="2"/>
              <a:buChar char="l"/>
              <a:defRPr/>
            </a:pPr>
            <a:r>
              <a:rPr lang="en-US" sz="3200" dirty="0"/>
              <a:t>Cell surface carbs A and B are codominant, which means they could also show up at the same time on a RBC.  </a:t>
            </a:r>
          </a:p>
          <a:p>
            <a:pPr algn="just" eaLnBrk="1" hangingPunct="1">
              <a:buFont typeface="Wingdings" pitchFamily="-65" charset="2"/>
              <a:buNone/>
              <a:defRPr/>
            </a:pPr>
            <a:r>
              <a:rPr lang="en-US" sz="3600" dirty="0"/>
              <a:t>     </a:t>
            </a:r>
          </a:p>
          <a:p>
            <a:pPr algn="just" eaLnBrk="1" hangingPunct="1">
              <a:buFont typeface="Wingdings" pitchFamily="-65" charset="2"/>
              <a:buNone/>
              <a:defRPr/>
            </a:pPr>
            <a:endParaRPr lang="en-US" sz="3600" dirty="0"/>
          </a:p>
        </p:txBody>
      </p:sp>
      <p:pic>
        <p:nvPicPr>
          <p:cNvPr id="14340" name="Picture 8">
            <a:extLst>
              <a:ext uri="{FF2B5EF4-FFF2-40B4-BE49-F238E27FC236}">
                <a16:creationId xmlns="" xmlns:a16="http://schemas.microsoft.com/office/drawing/2014/main" id="{84A6C55D-7455-47A4-8E27-E297C47D02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21340" y="4446270"/>
            <a:ext cx="10287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520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wipe(left)">
                                      <p:cBhvr>
                                        <p:cTn id="7" dur="2000"/>
                                        <p:tgtEl>
                                          <p:spTgt spid="13619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36195">
                                            <p:txEl>
                                              <p:pRg st="1" end="1"/>
                                            </p:txEl>
                                          </p:spTgt>
                                        </p:tgtEl>
                                        <p:attrNameLst>
                                          <p:attrName>style.visibility</p:attrName>
                                        </p:attrNameLst>
                                      </p:cBhvr>
                                      <p:to>
                                        <p:strVal val="visible"/>
                                      </p:to>
                                    </p:set>
                                    <p:animEffect transition="in" filter="wipe(left)">
                                      <p:cBhvr>
                                        <p:cTn id="10" dur="2000"/>
                                        <p:tgtEl>
                                          <p:spTgt spid="13619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36195">
                                            <p:txEl>
                                              <p:pRg st="2" end="2"/>
                                            </p:txEl>
                                          </p:spTgt>
                                        </p:tgtEl>
                                        <p:attrNameLst>
                                          <p:attrName>style.visibility</p:attrName>
                                        </p:attrNameLst>
                                      </p:cBhvr>
                                      <p:to>
                                        <p:strVal val="visible"/>
                                      </p:to>
                                    </p:set>
                                    <p:animEffect transition="in" filter="wipe(left)">
                                      <p:cBhvr>
                                        <p:cTn id="15" dur="2000"/>
                                        <p:tgtEl>
                                          <p:spTgt spid="136195">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36195">
                                            <p:txEl>
                                              <p:pRg st="3" end="3"/>
                                            </p:txEl>
                                          </p:spTgt>
                                        </p:tgtEl>
                                        <p:attrNameLst>
                                          <p:attrName>style.visibility</p:attrName>
                                        </p:attrNameLst>
                                      </p:cBhvr>
                                      <p:to>
                                        <p:strVal val="visible"/>
                                      </p:to>
                                    </p:set>
                                    <p:animEffect transition="in" filter="wipe(left)">
                                      <p:cBhvr>
                                        <p:cTn id="18" dur="2000"/>
                                        <p:tgtEl>
                                          <p:spTgt spid="136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5" descr="19450">
            <a:extLst>
              <a:ext uri="{FF2B5EF4-FFF2-40B4-BE49-F238E27FC236}">
                <a16:creationId xmlns="" xmlns:a16="http://schemas.microsoft.com/office/drawing/2014/main" id="{D4285E4B-A762-4571-B7B0-F8A65321E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9904" y="188913"/>
            <a:ext cx="8634714" cy="6109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ext Box 6">
            <a:extLst>
              <a:ext uri="{FF2B5EF4-FFF2-40B4-BE49-F238E27FC236}">
                <a16:creationId xmlns="" xmlns:a16="http://schemas.microsoft.com/office/drawing/2014/main" id="{A1422C22-EC5D-499F-976B-56BB53A54760}"/>
              </a:ext>
            </a:extLst>
          </p:cNvPr>
          <p:cNvSpPr txBox="1">
            <a:spLocks noChangeArrowheads="1"/>
          </p:cNvSpPr>
          <p:nvPr/>
        </p:nvSpPr>
        <p:spPr bwMode="auto">
          <a:xfrm>
            <a:off x="1919288" y="6381750"/>
            <a:ext cx="42100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CA" altLang="en-US" sz="1200">
                <a:hlinkClick r:id="rId3"/>
              </a:rPr>
              <a:t>http://www.pennmedicine.org/health_info/images/19450.jpg</a:t>
            </a:r>
            <a:r>
              <a:rPr lang="en-CA" altLang="en-US" sz="1200"/>
              <a:t> </a:t>
            </a:r>
          </a:p>
        </p:txBody>
      </p:sp>
    </p:spTree>
    <p:extLst>
      <p:ext uri="{BB962C8B-B14F-4D97-AF65-F5344CB8AC3E}">
        <p14:creationId xmlns:p14="http://schemas.microsoft.com/office/powerpoint/2010/main" val="4091956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 xmlns:a16="http://schemas.microsoft.com/office/drawing/2014/main" id="{FA5E20BB-92D9-4E43-811E-F68E2B850501}"/>
              </a:ext>
            </a:extLst>
          </p:cNvPr>
          <p:cNvSpPr>
            <a:spLocks noGrp="1"/>
          </p:cNvSpPr>
          <p:nvPr>
            <p:ph type="title"/>
          </p:nvPr>
        </p:nvSpPr>
        <p:spPr>
          <a:xfrm>
            <a:off x="838200" y="150471"/>
            <a:ext cx="10515600" cy="1064871"/>
          </a:xfrm>
        </p:spPr>
        <p:txBody>
          <a:bodyPr>
            <a:normAutofit/>
          </a:bodyPr>
          <a:lstStyle/>
          <a:p>
            <a:pPr algn="ctr">
              <a:defRPr/>
            </a:pPr>
            <a:r>
              <a:rPr lang="en-US" altLang="en-US" sz="4800" b="1" dirty="0"/>
              <a:t>Blood Type Inheritance Rules:</a:t>
            </a:r>
          </a:p>
        </p:txBody>
      </p:sp>
      <p:sp>
        <p:nvSpPr>
          <p:cNvPr id="3" name="Content Placeholder 2">
            <a:extLst>
              <a:ext uri="{FF2B5EF4-FFF2-40B4-BE49-F238E27FC236}">
                <a16:creationId xmlns="" xmlns:a16="http://schemas.microsoft.com/office/drawing/2014/main" id="{ED39B7FE-2B6C-4EB7-BCA9-F4AC3320006B}"/>
              </a:ext>
            </a:extLst>
          </p:cNvPr>
          <p:cNvSpPr>
            <a:spLocks noGrp="1"/>
          </p:cNvSpPr>
          <p:nvPr>
            <p:ph idx="1"/>
          </p:nvPr>
        </p:nvSpPr>
        <p:spPr>
          <a:xfrm>
            <a:off x="277792" y="1458411"/>
            <a:ext cx="6250008" cy="5011838"/>
          </a:xfrm>
        </p:spPr>
        <p:txBody>
          <a:bodyPr>
            <a:normAutofit/>
          </a:bodyPr>
          <a:lstStyle/>
          <a:p>
            <a:pPr marL="457200" indent="-457200" algn="just">
              <a:buFont typeface="Arial" panose="020B0604020202020204" pitchFamily="34" charset="0"/>
              <a:buAutoNum type="arabicPeriod"/>
              <a:defRPr/>
            </a:pPr>
            <a:r>
              <a:rPr lang="en-US" altLang="en-US" sz="3200" dirty="0"/>
              <a:t>A person with the </a:t>
            </a:r>
            <a:r>
              <a:rPr lang="en-US" altLang="en-US" sz="3200" u="sng" dirty="0"/>
              <a:t>I</a:t>
            </a:r>
            <a:r>
              <a:rPr lang="en-US" altLang="en-US" sz="3200" u="sng" baseline="30000" dirty="0"/>
              <a:t>A</a:t>
            </a:r>
            <a:r>
              <a:rPr lang="en-US" altLang="en-US" sz="3200" u="sng" dirty="0"/>
              <a:t> allele will have A </a:t>
            </a:r>
            <a:r>
              <a:rPr lang="en-US" altLang="en-US" sz="3200" dirty="0"/>
              <a:t>carbohydrates.  </a:t>
            </a:r>
          </a:p>
          <a:p>
            <a:pPr marL="457200" indent="-457200" algn="just">
              <a:buFont typeface="Arial" panose="020B0604020202020204" pitchFamily="34" charset="0"/>
              <a:buAutoNum type="arabicPeriod"/>
              <a:defRPr/>
            </a:pPr>
            <a:r>
              <a:rPr lang="en-US" altLang="en-US" sz="3200" dirty="0"/>
              <a:t>A person with the </a:t>
            </a:r>
            <a:r>
              <a:rPr lang="en-US" altLang="en-US" sz="3200" u="sng" dirty="0"/>
              <a:t>I</a:t>
            </a:r>
            <a:r>
              <a:rPr lang="en-US" altLang="en-US" sz="3200" u="sng" baseline="30000" dirty="0"/>
              <a:t>B</a:t>
            </a:r>
            <a:r>
              <a:rPr lang="en-US" altLang="en-US" sz="3200" u="sng" dirty="0"/>
              <a:t> allele will have B </a:t>
            </a:r>
            <a:r>
              <a:rPr lang="en-US" altLang="en-US" sz="3200" dirty="0"/>
              <a:t>carbohydrates.</a:t>
            </a:r>
          </a:p>
          <a:p>
            <a:pPr marL="457200" indent="-457200" algn="just">
              <a:buFont typeface="Arial" panose="020B0604020202020204" pitchFamily="34" charset="0"/>
              <a:buAutoNum type="arabicPeriod"/>
              <a:defRPr/>
            </a:pPr>
            <a:r>
              <a:rPr lang="en-US" altLang="en-US" sz="3200" dirty="0"/>
              <a:t>A person with the </a:t>
            </a:r>
            <a:r>
              <a:rPr lang="en-US" altLang="en-US" sz="3200" u="sng" dirty="0"/>
              <a:t>recessive  </a:t>
            </a:r>
            <a:r>
              <a:rPr lang="en-US" altLang="en-US" sz="3200" u="sng" dirty="0" err="1"/>
              <a:t>i</a:t>
            </a:r>
            <a:r>
              <a:rPr lang="en-US" altLang="en-US" sz="3200" u="sng" dirty="0"/>
              <a:t> allele will have no carbohydrates</a:t>
            </a:r>
            <a:r>
              <a:rPr lang="en-US" altLang="en-US" sz="3200" dirty="0"/>
              <a:t>.</a:t>
            </a:r>
          </a:p>
          <a:p>
            <a:pPr marL="457200" indent="-457200" algn="just">
              <a:buFont typeface="Arial" panose="020B0604020202020204" pitchFamily="34" charset="0"/>
              <a:buAutoNum type="arabicPeriod"/>
              <a:defRPr/>
            </a:pPr>
            <a:r>
              <a:rPr lang="en-US" altLang="en-US" sz="3200" dirty="0"/>
              <a:t>Or a person with </a:t>
            </a:r>
            <a:r>
              <a:rPr lang="en-US" altLang="en-US" sz="3200" u="sng" dirty="0"/>
              <a:t>both I</a:t>
            </a:r>
            <a:r>
              <a:rPr lang="en-US" altLang="en-US" sz="3200" u="sng" baseline="30000" dirty="0"/>
              <a:t>A</a:t>
            </a:r>
            <a:r>
              <a:rPr lang="en-US" altLang="en-US" sz="3200" u="sng" dirty="0"/>
              <a:t> and I</a:t>
            </a:r>
            <a:r>
              <a:rPr lang="en-US" altLang="en-US" sz="3200" u="sng" baseline="30000" dirty="0"/>
              <a:t>B</a:t>
            </a:r>
            <a:r>
              <a:rPr lang="en-US" altLang="en-US" sz="3200" u="sng" dirty="0"/>
              <a:t> alleles will have both A and B carbohydrates </a:t>
            </a:r>
            <a:r>
              <a:rPr lang="en-US" altLang="en-US" sz="3200" dirty="0"/>
              <a:t>on their cells.</a:t>
            </a:r>
          </a:p>
          <a:p>
            <a:pPr marL="457200" indent="-457200" algn="just">
              <a:buFont typeface="Arial" panose="020B0604020202020204" pitchFamily="34" charset="0"/>
              <a:buAutoNum type="arabicPeriod"/>
              <a:defRPr/>
            </a:pPr>
            <a:endParaRPr lang="en-US" altLang="en-US" dirty="0"/>
          </a:p>
          <a:p>
            <a:pPr marL="457200" indent="-457200" algn="just">
              <a:buFont typeface="Arial" panose="020B0604020202020204" pitchFamily="34" charset="0"/>
              <a:buAutoNum type="arabicPeriod"/>
              <a:defRPr/>
            </a:pPr>
            <a:endParaRPr lang="en-US" altLang="en-US" dirty="0"/>
          </a:p>
        </p:txBody>
      </p:sp>
      <p:graphicFrame>
        <p:nvGraphicFramePr>
          <p:cNvPr id="4" name="Table 3">
            <a:extLst>
              <a:ext uri="{FF2B5EF4-FFF2-40B4-BE49-F238E27FC236}">
                <a16:creationId xmlns="" xmlns:a16="http://schemas.microsoft.com/office/drawing/2014/main" id="{9305C045-B99F-4614-B224-85D39DE3A810}"/>
              </a:ext>
            </a:extLst>
          </p:cNvPr>
          <p:cNvGraphicFramePr>
            <a:graphicFrameLocks noGrp="1"/>
          </p:cNvGraphicFramePr>
          <p:nvPr>
            <p:extLst/>
          </p:nvPr>
        </p:nvGraphicFramePr>
        <p:xfrm>
          <a:off x="6620400" y="1458411"/>
          <a:ext cx="5162631" cy="4758238"/>
        </p:xfrm>
        <a:graphic>
          <a:graphicData uri="http://schemas.openxmlformats.org/drawingml/2006/table">
            <a:tbl>
              <a:tblPr/>
              <a:tblGrid>
                <a:gridCol w="1334477">
                  <a:extLst>
                    <a:ext uri="{9D8B030D-6E8A-4147-A177-3AD203B41FA5}">
                      <a16:colId xmlns="" xmlns:a16="http://schemas.microsoft.com/office/drawing/2014/main" val="20000"/>
                    </a:ext>
                  </a:extLst>
                </a:gridCol>
                <a:gridCol w="2107277">
                  <a:extLst>
                    <a:ext uri="{9D8B030D-6E8A-4147-A177-3AD203B41FA5}">
                      <a16:colId xmlns="" xmlns:a16="http://schemas.microsoft.com/office/drawing/2014/main" val="20001"/>
                    </a:ext>
                  </a:extLst>
                </a:gridCol>
                <a:gridCol w="1720877">
                  <a:extLst>
                    <a:ext uri="{9D8B030D-6E8A-4147-A177-3AD203B41FA5}">
                      <a16:colId xmlns="" xmlns:a16="http://schemas.microsoft.com/office/drawing/2014/main" val="20002"/>
                    </a:ext>
                  </a:extLst>
                </a:gridCol>
              </a:tblGrid>
              <a:tr h="477150">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FFFF"/>
                          </a:solidFill>
                          <a:effectLst/>
                          <a:latin typeface="Calibri" panose="020F0502020204030204" pitchFamily="34" charset="0"/>
                          <a:cs typeface="Arial" panose="020B0604020202020204" pitchFamily="34" charset="0"/>
                        </a:rPr>
                        <a:t>Cells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FFFF"/>
                          </a:solidFill>
                          <a:effectLst/>
                          <a:latin typeface="Calibri" panose="020F0502020204030204" pitchFamily="34" charset="0"/>
                          <a:cs typeface="Arial" panose="020B0604020202020204" pitchFamily="34" charset="0"/>
                        </a:rPr>
                        <a:t>Genotypes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FFFF"/>
                          </a:solidFill>
                          <a:effectLst/>
                          <a:latin typeface="Calibri" panose="020F0502020204030204" pitchFamily="34" charset="0"/>
                          <a:cs typeface="Arial" panose="020B0604020202020204" pitchFamily="34" charset="0"/>
                        </a:rPr>
                        <a:t>Blood types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1070272">
                <a:tc rowSpan="4">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000000"/>
                        </a:solidFill>
                        <a:effectLst/>
                        <a:latin typeface="Calibri" panose="020F0502020204030204" pitchFamily="34" charset="0"/>
                        <a:cs typeface="Arial" panose="020B0604020202020204"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4400" b="0" i="0" u="none" strike="noStrike" cap="none" normalizeH="0" baseline="0" dirty="0" err="1">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30000" dirty="0" err="1">
                          <a:ln>
                            <a:noFill/>
                          </a:ln>
                          <a:solidFill>
                            <a:srgbClr val="000000"/>
                          </a:solidFill>
                          <a:effectLst/>
                          <a:latin typeface="Calibri" panose="020F0502020204030204" pitchFamily="34" charset="0"/>
                          <a:cs typeface="Arial" panose="020B0604020202020204" pitchFamily="34" charset="0"/>
                        </a:rPr>
                        <a:t>A</a:t>
                      </a:r>
                      <a:r>
                        <a:rPr kumimoji="0" lang="en-US" altLang="en-US" sz="4400" b="0" i="0" u="none" strike="noStrike" cap="none" normalizeH="0" baseline="0" dirty="0" err="1">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 I</a:t>
                      </a:r>
                      <a:r>
                        <a:rPr kumimoji="0" lang="en-US" altLang="en-US" sz="4400" b="0" i="0" u="none" strike="noStrike" cap="none" normalizeH="0" baseline="30000" dirty="0">
                          <a:ln>
                            <a:noFill/>
                          </a:ln>
                          <a:solidFill>
                            <a:srgbClr val="000000"/>
                          </a:solidFill>
                          <a:effectLst/>
                          <a:latin typeface="Calibri" panose="020F0502020204030204" pitchFamily="34" charset="0"/>
                          <a:cs typeface="Arial" panose="020B0604020202020204" pitchFamily="34" charset="0"/>
                        </a:rPr>
                        <a:t>A</a:t>
                      </a:r>
                      <a:r>
                        <a:rPr kumimoji="0" lang="en-US" altLang="en-US" sz="4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30000" dirty="0">
                          <a:ln>
                            <a:noFill/>
                          </a:ln>
                          <a:solidFill>
                            <a:srgbClr val="000000"/>
                          </a:solidFill>
                          <a:effectLst/>
                          <a:latin typeface="Calibri" panose="020F0502020204030204" pitchFamily="34" charset="0"/>
                          <a:cs typeface="Arial" panose="020B0604020202020204" pitchFamily="34" charset="0"/>
                        </a:rPr>
                        <a:t>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Type A blood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 xmlns:a16="http://schemas.microsoft.com/office/drawing/2014/main" val="10001"/>
                  </a:ext>
                </a:extLst>
              </a:tr>
              <a:tr h="1070272">
                <a:tc vMerge="1">
                  <a:txBody>
                    <a:bodyPr/>
                    <a:lstStyle/>
                    <a:p>
                      <a:endParaRPr lang="en-US"/>
                    </a:p>
                  </a:txBody>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4400" b="0" i="0" u="none" strike="noStrike" cap="none" normalizeH="0" baseline="0" dirty="0" err="1">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30000" dirty="0" err="1">
                          <a:ln>
                            <a:noFill/>
                          </a:ln>
                          <a:solidFill>
                            <a:srgbClr val="000000"/>
                          </a:solidFill>
                          <a:effectLst/>
                          <a:latin typeface="Calibri" panose="020F0502020204030204" pitchFamily="34" charset="0"/>
                          <a:cs typeface="Arial" panose="020B0604020202020204" pitchFamily="34" charset="0"/>
                        </a:rPr>
                        <a:t>B</a:t>
                      </a:r>
                      <a:r>
                        <a:rPr kumimoji="0" lang="en-US" altLang="en-US" sz="4400" b="0" i="0" u="none" strike="noStrike" cap="none" normalizeH="0" baseline="0" dirty="0" err="1">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 I</a:t>
                      </a:r>
                      <a:r>
                        <a:rPr kumimoji="0" lang="en-US" altLang="en-US" sz="4400" b="0" i="0" u="none" strike="noStrike" cap="none" normalizeH="0" baseline="30000" dirty="0">
                          <a:ln>
                            <a:noFill/>
                          </a:ln>
                          <a:solidFill>
                            <a:srgbClr val="000000"/>
                          </a:solidFill>
                          <a:effectLst/>
                          <a:latin typeface="Calibri" panose="020F0502020204030204" pitchFamily="34" charset="0"/>
                          <a:cs typeface="Arial" panose="020B0604020202020204" pitchFamily="34" charset="0"/>
                        </a:rPr>
                        <a:t>B</a:t>
                      </a:r>
                      <a:r>
                        <a:rPr kumimoji="0" lang="en-US" altLang="en-US" sz="4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30000" dirty="0">
                          <a:ln>
                            <a:noFill/>
                          </a:ln>
                          <a:solidFill>
                            <a:srgbClr val="000000"/>
                          </a:solidFill>
                          <a:effectLst/>
                          <a:latin typeface="Calibri" panose="020F0502020204030204" pitchFamily="34" charset="0"/>
                          <a:cs typeface="Arial" panose="020B0604020202020204" pitchFamily="34" charset="0"/>
                        </a:rPr>
                        <a:t>B</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Type B blood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 xmlns:a16="http://schemas.microsoft.com/office/drawing/2014/main" val="10002"/>
                  </a:ext>
                </a:extLst>
              </a:tr>
              <a:tr h="1070272">
                <a:tc vMerge="1">
                  <a:txBody>
                    <a:bodyPr/>
                    <a:lstStyle/>
                    <a:p>
                      <a:endParaRPr lang="en-US"/>
                    </a:p>
                  </a:txBody>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4400" b="0" i="0" u="none" strike="noStrike" cap="none" normalizeH="0" baseline="0">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30000">
                          <a:ln>
                            <a:noFill/>
                          </a:ln>
                          <a:solidFill>
                            <a:srgbClr val="000000"/>
                          </a:solidFill>
                          <a:effectLst/>
                          <a:latin typeface="Calibri" panose="020F0502020204030204" pitchFamily="34" charset="0"/>
                          <a:cs typeface="Arial" panose="020B0604020202020204" pitchFamily="34" charset="0"/>
                        </a:rPr>
                        <a:t>A</a:t>
                      </a:r>
                      <a:r>
                        <a:rPr kumimoji="0" lang="en-US" altLang="en-US" sz="4400" b="0" i="0" u="none" strike="noStrike" cap="none" normalizeH="0" baseline="0">
                          <a:ln>
                            <a:noFill/>
                          </a:ln>
                          <a:solidFill>
                            <a:srgbClr val="000000"/>
                          </a:solidFill>
                          <a:effectLst/>
                          <a:latin typeface="Calibri" panose="020F0502020204030204" pitchFamily="34" charset="0"/>
                          <a:cs typeface="Arial" panose="020B0604020202020204" pitchFamily="34" charset="0"/>
                        </a:rPr>
                        <a:t>I</a:t>
                      </a:r>
                      <a:r>
                        <a:rPr kumimoji="0" lang="en-US" altLang="en-US" sz="4400" b="0" i="0" u="none" strike="noStrike" cap="none" normalizeH="0" baseline="30000">
                          <a:ln>
                            <a:noFill/>
                          </a:ln>
                          <a:solidFill>
                            <a:srgbClr val="000000"/>
                          </a:solidFill>
                          <a:effectLst/>
                          <a:latin typeface="Calibri" panose="020F0502020204030204" pitchFamily="34" charset="0"/>
                          <a:cs typeface="Arial" panose="020B0604020202020204" pitchFamily="34" charset="0"/>
                        </a:rPr>
                        <a:t>B</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anose="020F0502020204030204" pitchFamily="34" charset="0"/>
                          <a:cs typeface="Arial" panose="020B0604020202020204" pitchFamily="34" charset="0"/>
                        </a:rPr>
                        <a:t>Type AB blood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 xmlns:a16="http://schemas.microsoft.com/office/drawing/2014/main" val="10003"/>
                  </a:ext>
                </a:extLst>
              </a:tr>
              <a:tr h="1070272">
                <a:tc vMerge="1">
                  <a:txBody>
                    <a:bodyPr/>
                    <a:lstStyle/>
                    <a:p>
                      <a:endParaRPr lang="en-US"/>
                    </a:p>
                  </a:txBody>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4400" b="0" i="0" u="none" strike="noStrike" cap="none" normalizeH="0" baseline="0">
                          <a:ln>
                            <a:noFill/>
                          </a:ln>
                          <a:solidFill>
                            <a:srgbClr val="000000"/>
                          </a:solidFill>
                          <a:effectLst/>
                          <a:latin typeface="Calibri" panose="020F0502020204030204" pitchFamily="34" charset="0"/>
                          <a:cs typeface="Arial" panose="020B0604020202020204" pitchFamily="34" charset="0"/>
                        </a:rPr>
                        <a:t>ii</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defTabSz="457200">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37931725" indent="-37474525" defTabSz="45720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a:spcBef>
                          <a:spcPct val="20000"/>
                        </a:spcBef>
                        <a:defRPr sz="2000">
                          <a:solidFill>
                            <a:schemeClr val="tx1"/>
                          </a:solidFill>
                          <a:latin typeface="Calibri" panose="020F0502020204030204" pitchFamily="34" charset="0"/>
                          <a:ea typeface="ＭＳ Ｐゴシック" panose="020B0600070205080204" pitchFamily="34" charset="-128"/>
                        </a:defRPr>
                      </a:lvl3pPr>
                      <a:lvl4pPr>
                        <a:spcBef>
                          <a:spcPct val="20000"/>
                        </a:spcBef>
                        <a:defRPr>
                          <a:solidFill>
                            <a:schemeClr val="tx1"/>
                          </a:solidFill>
                          <a:latin typeface="Calibri" panose="020F0502020204030204" pitchFamily="34" charset="0"/>
                          <a:ea typeface="ＭＳ Ｐゴシック" panose="020B0600070205080204" pitchFamily="34" charset="-128"/>
                        </a:defRPr>
                      </a:lvl4pPr>
                      <a:lvl5pPr>
                        <a:spcBef>
                          <a:spcPct val="20000"/>
                        </a:spcBef>
                        <a:defRPr>
                          <a:solidFill>
                            <a:schemeClr val="tx1"/>
                          </a:solidFill>
                          <a:latin typeface="Calibri" panose="020F0502020204030204" pitchFamily="34" charset="0"/>
                          <a:ea typeface="ＭＳ Ｐゴシック" panose="020B0600070205080204" pitchFamily="34" charset="-128"/>
                        </a:defRPr>
                      </a:lvl5pPr>
                      <a:lvl6pPr marL="4572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9144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13716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1828800" fontAlgn="base">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alibri" panose="020F0502020204030204" pitchFamily="34" charset="0"/>
                          <a:cs typeface="Arial" panose="020B0604020202020204" pitchFamily="34" charset="0"/>
                        </a:rPr>
                        <a:t>Type O blood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 xmlns:a16="http://schemas.microsoft.com/office/drawing/2014/main" val="10004"/>
                  </a:ext>
                </a:extLst>
              </a:tr>
            </a:tbl>
          </a:graphicData>
        </a:graphic>
      </p:graphicFrame>
      <p:pic>
        <p:nvPicPr>
          <p:cNvPr id="15387" name="Picture 40">
            <a:extLst>
              <a:ext uri="{FF2B5EF4-FFF2-40B4-BE49-F238E27FC236}">
                <a16:creationId xmlns="" xmlns:a16="http://schemas.microsoft.com/office/drawing/2014/main" id="{E184AA50-33B5-409C-BB08-A05563B4D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625"/>
          <a:stretch>
            <a:fillRect/>
          </a:stretch>
        </p:blipFill>
        <p:spPr bwMode="auto">
          <a:xfrm>
            <a:off x="6713000" y="2020764"/>
            <a:ext cx="1134638"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3640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AC2E2-FD48-4FCD-B134-592DBD7FE0EF}"/>
              </a:ext>
            </a:extLst>
          </p:cNvPr>
          <p:cNvSpPr>
            <a:spLocks noGrp="1"/>
          </p:cNvSpPr>
          <p:nvPr>
            <p:ph type="title"/>
          </p:nvPr>
        </p:nvSpPr>
        <p:spPr>
          <a:xfrm>
            <a:off x="2748756" y="106364"/>
            <a:ext cx="6694488" cy="1139825"/>
          </a:xfrm>
        </p:spPr>
        <p:txBody>
          <a:bodyPr>
            <a:normAutofit/>
          </a:bodyPr>
          <a:lstStyle/>
          <a:p>
            <a:pPr algn="ctr">
              <a:defRPr/>
            </a:pPr>
            <a:r>
              <a:rPr lang="en-US" sz="4800" b="1" dirty="0"/>
              <a:t>Blood Type Problems</a:t>
            </a:r>
          </a:p>
        </p:txBody>
      </p:sp>
      <p:sp>
        <p:nvSpPr>
          <p:cNvPr id="16387" name="TextBox 10">
            <a:extLst>
              <a:ext uri="{FF2B5EF4-FFF2-40B4-BE49-F238E27FC236}">
                <a16:creationId xmlns="" xmlns:a16="http://schemas.microsoft.com/office/drawing/2014/main" id="{146A7D20-54E9-428D-AD94-31700424FDD8}"/>
              </a:ext>
            </a:extLst>
          </p:cNvPr>
          <p:cNvSpPr txBox="1">
            <a:spLocks noChangeArrowheads="1"/>
          </p:cNvSpPr>
          <p:nvPr/>
        </p:nvSpPr>
        <p:spPr bwMode="auto">
          <a:xfrm>
            <a:off x="5074920" y="1350376"/>
            <a:ext cx="669448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2800" dirty="0"/>
              <a:t>If a woman with AB blood has children with a man who has type O, what will be the possible genotypes of their children?  </a:t>
            </a:r>
          </a:p>
          <a:p>
            <a:pPr algn="just" eaLnBrk="1" hangingPunct="1">
              <a:spcBef>
                <a:spcPct val="0"/>
              </a:spcBef>
              <a:buClrTx/>
              <a:buSzTx/>
              <a:buFontTx/>
              <a:buNone/>
            </a:pPr>
            <a:endParaRPr lang="en-US" altLang="en-US" sz="2800" dirty="0"/>
          </a:p>
          <a:p>
            <a:pPr algn="just" eaLnBrk="1" hangingPunct="1">
              <a:spcBef>
                <a:spcPct val="0"/>
              </a:spcBef>
              <a:buClrTx/>
              <a:buSzTx/>
              <a:buFontTx/>
              <a:buNone/>
            </a:pPr>
            <a:r>
              <a:rPr lang="en-US" altLang="en-US" sz="2800" dirty="0"/>
              <a:t>What will be their blood types? </a:t>
            </a:r>
          </a:p>
        </p:txBody>
      </p:sp>
      <p:graphicFrame>
        <p:nvGraphicFramePr>
          <p:cNvPr id="12" name="Table 11">
            <a:extLst>
              <a:ext uri="{FF2B5EF4-FFF2-40B4-BE49-F238E27FC236}">
                <a16:creationId xmlns="" xmlns:a16="http://schemas.microsoft.com/office/drawing/2014/main" id="{86F3A538-CF57-4C08-B414-DB3A5E59CBE8}"/>
              </a:ext>
            </a:extLst>
          </p:cNvPr>
          <p:cNvGraphicFramePr>
            <a:graphicFrameLocks noGrp="1"/>
          </p:cNvGraphicFramePr>
          <p:nvPr>
            <p:extLst/>
          </p:nvPr>
        </p:nvGraphicFramePr>
        <p:xfrm>
          <a:off x="5692140" y="3764340"/>
          <a:ext cx="5120640" cy="2482474"/>
        </p:xfrm>
        <a:graphic>
          <a:graphicData uri="http://schemas.openxmlformats.org/drawingml/2006/table">
            <a:tbl>
              <a:tblPr/>
              <a:tblGrid>
                <a:gridCol w="1706880">
                  <a:extLst>
                    <a:ext uri="{9D8B030D-6E8A-4147-A177-3AD203B41FA5}">
                      <a16:colId xmlns="" xmlns:a16="http://schemas.microsoft.com/office/drawing/2014/main" val="20000"/>
                    </a:ext>
                  </a:extLst>
                </a:gridCol>
                <a:gridCol w="1706880">
                  <a:extLst>
                    <a:ext uri="{9D8B030D-6E8A-4147-A177-3AD203B41FA5}">
                      <a16:colId xmlns="" xmlns:a16="http://schemas.microsoft.com/office/drawing/2014/main" val="20001"/>
                    </a:ext>
                  </a:extLst>
                </a:gridCol>
                <a:gridCol w="1706880">
                  <a:extLst>
                    <a:ext uri="{9D8B030D-6E8A-4147-A177-3AD203B41FA5}">
                      <a16:colId xmlns="" xmlns:a16="http://schemas.microsoft.com/office/drawing/2014/main" val="20002"/>
                    </a:ext>
                  </a:extLst>
                </a:gridCol>
              </a:tblGrid>
              <a:tr h="88314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799667">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EFF"/>
                    </a:solidFill>
                  </a:tcPr>
                </a:tc>
                <a:extLst>
                  <a:ext uri="{0D108BD9-81ED-4DB2-BD59-A6C34878D82A}">
                    <a16:rowId xmlns="" xmlns:a16="http://schemas.microsoft.com/office/drawing/2014/main" val="10001"/>
                  </a:ext>
                </a:extLst>
              </a:tr>
              <a:tr h="799667">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0B0F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FFF"/>
                    </a:solidFill>
                  </a:tcPr>
                </a:tc>
                <a:extLst>
                  <a:ext uri="{0D108BD9-81ED-4DB2-BD59-A6C34878D82A}">
                    <a16:rowId xmlns="" xmlns:a16="http://schemas.microsoft.com/office/drawing/2014/main" val="10002"/>
                  </a:ext>
                </a:extLst>
              </a:tr>
            </a:tbl>
          </a:graphicData>
        </a:graphic>
      </p:graphicFrame>
      <p:sp>
        <p:nvSpPr>
          <p:cNvPr id="17" name="TextBox 16">
            <a:extLst>
              <a:ext uri="{FF2B5EF4-FFF2-40B4-BE49-F238E27FC236}">
                <a16:creationId xmlns="" xmlns:a16="http://schemas.microsoft.com/office/drawing/2014/main" id="{1E0E54C2-49DA-4C14-855C-EB74FB7F9490}"/>
              </a:ext>
            </a:extLst>
          </p:cNvPr>
          <p:cNvSpPr txBox="1">
            <a:spLocks noChangeArrowheads="1"/>
          </p:cNvSpPr>
          <p:nvPr/>
        </p:nvSpPr>
        <p:spPr bwMode="auto">
          <a:xfrm>
            <a:off x="8001000" y="3886200"/>
            <a:ext cx="6746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dirty="0">
                <a:solidFill>
                  <a:schemeClr val="accent1">
                    <a:lumMod val="20000"/>
                    <a:lumOff val="80000"/>
                  </a:schemeClr>
                </a:solidFill>
                <a:latin typeface="Times New Roman" panose="02020603050405020304" pitchFamily="18" charset="0"/>
                <a:cs typeface="Times New Roman" panose="02020603050405020304" pitchFamily="18" charset="0"/>
              </a:rPr>
              <a:t>I</a:t>
            </a:r>
            <a:r>
              <a:rPr lang="en-US" altLang="en-US" sz="4400" b="1" baseline="30000" dirty="0">
                <a:solidFill>
                  <a:schemeClr val="accent1">
                    <a:lumMod val="20000"/>
                    <a:lumOff val="80000"/>
                  </a:schemeClr>
                </a:solidFill>
                <a:latin typeface="Times New Roman" panose="02020603050405020304" pitchFamily="18" charset="0"/>
                <a:cs typeface="Times New Roman" panose="02020603050405020304" pitchFamily="18" charset="0"/>
              </a:rPr>
              <a:t>A</a:t>
            </a:r>
            <a:endParaRPr lang="en-US" altLang="en-US" sz="4400" b="1" dirty="0">
              <a:solidFill>
                <a:schemeClr val="accent1">
                  <a:lumMod val="20000"/>
                  <a:lumOff val="80000"/>
                </a:schemeClr>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 xmlns:a16="http://schemas.microsoft.com/office/drawing/2014/main" id="{014CC972-48F8-40D5-8174-2319B5FAB5D5}"/>
              </a:ext>
            </a:extLst>
          </p:cNvPr>
          <p:cNvSpPr txBox="1">
            <a:spLocks noChangeArrowheads="1"/>
          </p:cNvSpPr>
          <p:nvPr/>
        </p:nvSpPr>
        <p:spPr bwMode="auto">
          <a:xfrm>
            <a:off x="9296400" y="3886200"/>
            <a:ext cx="6556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a:solidFill>
                  <a:schemeClr val="accent1">
                    <a:lumMod val="20000"/>
                    <a:lumOff val="80000"/>
                  </a:schemeClr>
                </a:solidFill>
                <a:latin typeface="Times New Roman" panose="02020603050405020304" pitchFamily="18" charset="0"/>
                <a:cs typeface="Times New Roman" panose="02020603050405020304" pitchFamily="18" charset="0"/>
              </a:rPr>
              <a:t>I</a:t>
            </a:r>
            <a:r>
              <a:rPr lang="en-US" altLang="en-US" sz="4400" b="1" baseline="30000">
                <a:solidFill>
                  <a:schemeClr val="accent1">
                    <a:lumMod val="20000"/>
                    <a:lumOff val="80000"/>
                  </a:schemeClr>
                </a:solidFill>
                <a:latin typeface="Times New Roman" panose="02020603050405020304" pitchFamily="18" charset="0"/>
                <a:cs typeface="Times New Roman" panose="02020603050405020304" pitchFamily="18" charset="0"/>
              </a:rPr>
              <a:t>B</a:t>
            </a:r>
            <a:endParaRPr lang="en-US" altLang="en-US" sz="4400" b="1">
              <a:solidFill>
                <a:schemeClr val="accent1">
                  <a:lumMod val="20000"/>
                  <a:lumOff val="80000"/>
                </a:schemeClr>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 xmlns:a16="http://schemas.microsoft.com/office/drawing/2014/main" id="{13147D2E-9733-4A57-BFFF-B125E314C3DF}"/>
              </a:ext>
            </a:extLst>
          </p:cNvPr>
          <p:cNvSpPr txBox="1">
            <a:spLocks noChangeArrowheads="1"/>
          </p:cNvSpPr>
          <p:nvPr/>
        </p:nvSpPr>
        <p:spPr bwMode="auto">
          <a:xfrm>
            <a:off x="6934201" y="4724400"/>
            <a:ext cx="3413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dirty="0" err="1">
                <a:solidFill>
                  <a:schemeClr val="tx2">
                    <a:lumMod val="60000"/>
                    <a:lumOff val="40000"/>
                  </a:schemeClr>
                </a:solidFill>
                <a:latin typeface="Times New Roman" panose="02020603050405020304" pitchFamily="18" charset="0"/>
                <a:cs typeface="Times New Roman" panose="02020603050405020304" pitchFamily="18" charset="0"/>
              </a:rPr>
              <a:t>i</a:t>
            </a:r>
            <a:endParaRPr lang="en-US" altLang="en-US" sz="4400"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 xmlns:a16="http://schemas.microsoft.com/office/drawing/2014/main" id="{69B8F85E-ADCC-408C-A0E9-F5EB9B16881F}"/>
              </a:ext>
            </a:extLst>
          </p:cNvPr>
          <p:cNvSpPr txBox="1">
            <a:spLocks noChangeArrowheads="1"/>
          </p:cNvSpPr>
          <p:nvPr/>
        </p:nvSpPr>
        <p:spPr bwMode="auto">
          <a:xfrm>
            <a:off x="6934201" y="5486400"/>
            <a:ext cx="3413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a:solidFill>
                  <a:schemeClr val="tx2">
                    <a:lumMod val="60000"/>
                    <a:lumOff val="40000"/>
                  </a:schemeClr>
                </a:solidFill>
                <a:latin typeface="Times New Roman" panose="02020603050405020304" pitchFamily="18" charset="0"/>
                <a:cs typeface="Times New Roman" panose="02020603050405020304" pitchFamily="18" charset="0"/>
              </a:rPr>
              <a:t>i</a:t>
            </a:r>
          </a:p>
        </p:txBody>
      </p:sp>
      <p:sp>
        <p:nvSpPr>
          <p:cNvPr id="21" name="TextBox 20">
            <a:extLst>
              <a:ext uri="{FF2B5EF4-FFF2-40B4-BE49-F238E27FC236}">
                <a16:creationId xmlns="" xmlns:a16="http://schemas.microsoft.com/office/drawing/2014/main" id="{08C4DEA3-F6F4-48AA-B354-460229EC7745}"/>
              </a:ext>
            </a:extLst>
          </p:cNvPr>
          <p:cNvSpPr txBox="1">
            <a:spLocks noChangeArrowheads="1"/>
          </p:cNvSpPr>
          <p:nvPr/>
        </p:nvSpPr>
        <p:spPr bwMode="auto">
          <a:xfrm>
            <a:off x="7924801" y="4724400"/>
            <a:ext cx="9064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r>
              <a:rPr lang="en-US" altLang="en-US" sz="4400" b="1" baseline="30000">
                <a:solidFill>
                  <a:schemeClr val="tx2">
                    <a:lumMod val="75000"/>
                  </a:schemeClr>
                </a:solidFill>
                <a:latin typeface="Times New Roman" panose="02020603050405020304" pitchFamily="18" charset="0"/>
                <a:cs typeface="Times New Roman" panose="02020603050405020304" pitchFamily="18" charset="0"/>
              </a:rPr>
              <a:t>A </a:t>
            </a: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p>
        </p:txBody>
      </p:sp>
      <p:sp>
        <p:nvSpPr>
          <p:cNvPr id="22" name="TextBox 21">
            <a:extLst>
              <a:ext uri="{FF2B5EF4-FFF2-40B4-BE49-F238E27FC236}">
                <a16:creationId xmlns="" xmlns:a16="http://schemas.microsoft.com/office/drawing/2014/main" id="{1CB4E18C-9FC4-4D44-AA99-990EC1C9607D}"/>
              </a:ext>
            </a:extLst>
          </p:cNvPr>
          <p:cNvSpPr txBox="1">
            <a:spLocks noChangeArrowheads="1"/>
          </p:cNvSpPr>
          <p:nvPr/>
        </p:nvSpPr>
        <p:spPr bwMode="auto">
          <a:xfrm>
            <a:off x="7924801" y="5486400"/>
            <a:ext cx="9064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r>
              <a:rPr lang="en-US" altLang="en-US" sz="4400" b="1" baseline="30000">
                <a:solidFill>
                  <a:schemeClr val="tx2">
                    <a:lumMod val="75000"/>
                  </a:schemeClr>
                </a:solidFill>
                <a:latin typeface="Times New Roman" panose="02020603050405020304" pitchFamily="18" charset="0"/>
                <a:cs typeface="Times New Roman" panose="02020603050405020304" pitchFamily="18" charset="0"/>
              </a:rPr>
              <a:t>A </a:t>
            </a: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p>
        </p:txBody>
      </p:sp>
      <p:sp>
        <p:nvSpPr>
          <p:cNvPr id="23" name="TextBox 22">
            <a:extLst>
              <a:ext uri="{FF2B5EF4-FFF2-40B4-BE49-F238E27FC236}">
                <a16:creationId xmlns="" xmlns:a16="http://schemas.microsoft.com/office/drawing/2014/main" id="{11D9673E-B16A-4A00-A1A6-E0AD80E1D69E}"/>
              </a:ext>
            </a:extLst>
          </p:cNvPr>
          <p:cNvSpPr txBox="1">
            <a:spLocks noChangeArrowheads="1"/>
          </p:cNvSpPr>
          <p:nvPr/>
        </p:nvSpPr>
        <p:spPr bwMode="auto">
          <a:xfrm>
            <a:off x="9144000" y="4724400"/>
            <a:ext cx="90805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r>
              <a:rPr lang="en-US" altLang="en-US" sz="4400" b="1" baseline="30000">
                <a:solidFill>
                  <a:schemeClr val="tx2">
                    <a:lumMod val="75000"/>
                  </a:schemeClr>
                </a:solidFill>
                <a:latin typeface="Times New Roman" panose="02020603050405020304" pitchFamily="18" charset="0"/>
                <a:cs typeface="Times New Roman" panose="02020603050405020304" pitchFamily="18" charset="0"/>
              </a:rPr>
              <a:t>B </a:t>
            </a: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p>
        </p:txBody>
      </p:sp>
      <p:sp>
        <p:nvSpPr>
          <p:cNvPr id="24" name="TextBox 23">
            <a:extLst>
              <a:ext uri="{FF2B5EF4-FFF2-40B4-BE49-F238E27FC236}">
                <a16:creationId xmlns="" xmlns:a16="http://schemas.microsoft.com/office/drawing/2014/main" id="{8D99E910-EBAB-4841-8C3A-956851EE7189}"/>
              </a:ext>
            </a:extLst>
          </p:cNvPr>
          <p:cNvSpPr txBox="1">
            <a:spLocks noChangeArrowheads="1"/>
          </p:cNvSpPr>
          <p:nvPr/>
        </p:nvSpPr>
        <p:spPr bwMode="auto">
          <a:xfrm>
            <a:off x="9144000" y="5486400"/>
            <a:ext cx="90805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r>
              <a:rPr lang="en-US" altLang="en-US" sz="4400" b="1" baseline="30000">
                <a:solidFill>
                  <a:schemeClr val="tx2">
                    <a:lumMod val="75000"/>
                  </a:schemeClr>
                </a:solidFill>
                <a:latin typeface="Times New Roman" panose="02020603050405020304" pitchFamily="18" charset="0"/>
                <a:cs typeface="Times New Roman" panose="02020603050405020304" pitchFamily="18" charset="0"/>
              </a:rPr>
              <a:t>B </a:t>
            </a:r>
            <a:r>
              <a:rPr lang="en-US" altLang="en-US" sz="4400" b="1">
                <a:solidFill>
                  <a:schemeClr val="tx2">
                    <a:lumMod val="75000"/>
                  </a:schemeClr>
                </a:solidFill>
                <a:latin typeface="Times New Roman" panose="02020603050405020304" pitchFamily="18" charset="0"/>
                <a:cs typeface="Times New Roman" panose="02020603050405020304" pitchFamily="18" charset="0"/>
              </a:rPr>
              <a:t>i</a:t>
            </a:r>
          </a:p>
        </p:txBody>
      </p:sp>
      <p:pic>
        <p:nvPicPr>
          <p:cNvPr id="16414" name="Picture 2" descr="Picture 1">
            <a:extLst>
              <a:ext uri="{FF2B5EF4-FFF2-40B4-BE49-F238E27FC236}">
                <a16:creationId xmlns="" xmlns:a16="http://schemas.microsoft.com/office/drawing/2014/main" id="{CA08B13E-DF91-4C6E-8A87-BD63EA528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3936"/>
          <a:stretch>
            <a:fillRect/>
          </a:stretch>
        </p:blipFill>
        <p:spPr bwMode="auto">
          <a:xfrm>
            <a:off x="822960" y="1530350"/>
            <a:ext cx="3886200"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8310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47" presetClass="entr" presetSubtype="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anim calcmode="lin" valueType="num">
                                      <p:cBhvr>
                                        <p:cTn id="14" dur="500" fill="hold"/>
                                        <p:tgtEl>
                                          <p:spTgt spid="18"/>
                                        </p:tgtEl>
                                        <p:attrNameLst>
                                          <p:attrName>ppt_x</p:attrName>
                                        </p:attrNameLst>
                                      </p:cBhvr>
                                      <p:tavLst>
                                        <p:tav tm="0">
                                          <p:val>
                                            <p:strVal val="#ppt_x"/>
                                          </p:val>
                                        </p:tav>
                                        <p:tav tm="100000">
                                          <p:val>
                                            <p:strVal val="#ppt_x"/>
                                          </p:val>
                                        </p:tav>
                                      </p:tavLst>
                                    </p:anim>
                                    <p:anim calcmode="lin" valueType="num">
                                      <p:cBhvr>
                                        <p:cTn id="15" dur="500" fill="hold"/>
                                        <p:tgtEl>
                                          <p:spTgt spid="18"/>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1000"/>
                            </p:stCondLst>
                            <p:childTnLst>
                              <p:par>
                                <p:cTn id="17" presetID="47" presetClass="entr" presetSubtype="0"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anim calcmode="lin" valueType="num">
                                      <p:cBhvr>
                                        <p:cTn id="20" dur="500" fill="hold"/>
                                        <p:tgtEl>
                                          <p:spTgt spid="19"/>
                                        </p:tgtEl>
                                        <p:attrNameLst>
                                          <p:attrName>ppt_x</p:attrName>
                                        </p:attrNameLst>
                                      </p:cBhvr>
                                      <p:tavLst>
                                        <p:tav tm="0">
                                          <p:val>
                                            <p:strVal val="#ppt_x"/>
                                          </p:val>
                                        </p:tav>
                                        <p:tav tm="100000">
                                          <p:val>
                                            <p:strVal val="#ppt_x"/>
                                          </p:val>
                                        </p:tav>
                                      </p:tavLst>
                                    </p:anim>
                                    <p:anim calcmode="lin" valueType="num">
                                      <p:cBhvr>
                                        <p:cTn id="21" dur="500" fill="hold"/>
                                        <p:tgtEl>
                                          <p:spTgt spid="19"/>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1500"/>
                            </p:stCondLst>
                            <p:childTnLst>
                              <p:par>
                                <p:cTn id="23" presetID="47" presetClass="entr" presetSubtype="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strVal val="#ppt_x"/>
                                          </p:val>
                                        </p:tav>
                                        <p:tav tm="100000">
                                          <p:val>
                                            <p:strVal val="#ppt_x"/>
                                          </p:val>
                                        </p:tav>
                                      </p:tavLst>
                                    </p:anim>
                                    <p:anim calcmode="lin" valueType="num">
                                      <p:cBhvr>
                                        <p:cTn id="27"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7" presetClass="entr" presetSubtype="0" fill="hold" grpId="0" nodeType="clickEffect">
                                  <p:stCondLst>
                                    <p:cond delay="0"/>
                                  </p:stCondLst>
                                  <p:iterate type="lt">
                                    <p:tmPct val="50000"/>
                                  </p:iterate>
                                  <p:childTnLst>
                                    <p:set>
                                      <p:cBhvr>
                                        <p:cTn id="31" dur="1" fill="hold">
                                          <p:stCondLst>
                                            <p:cond delay="0"/>
                                          </p:stCondLst>
                                        </p:cTn>
                                        <p:tgtEl>
                                          <p:spTgt spid="21"/>
                                        </p:tgtEl>
                                        <p:attrNameLst>
                                          <p:attrName>style.visibility</p:attrName>
                                        </p:attrNameLst>
                                      </p:cBhvr>
                                      <p:to>
                                        <p:strVal val="visible"/>
                                      </p:to>
                                    </p:set>
                                    <p:anim calcmode="discrete" valueType="clr">
                                      <p:cBhvr override="childStyle">
                                        <p:cTn id="32" dur="80"/>
                                        <p:tgtEl>
                                          <p:spTgt spid="21"/>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21"/>
                                        </p:tgtEl>
                                        <p:attrNameLst>
                                          <p:attrName>fillcolor</p:attrName>
                                        </p:attrNameLst>
                                      </p:cBhvr>
                                      <p:tavLst>
                                        <p:tav tm="0">
                                          <p:val>
                                            <p:clrVal>
                                              <a:schemeClr val="accent2"/>
                                            </p:clrVal>
                                          </p:val>
                                        </p:tav>
                                        <p:tav tm="50000">
                                          <p:val>
                                            <p:clrVal>
                                              <a:schemeClr val="hlink"/>
                                            </p:clrVal>
                                          </p:val>
                                        </p:tav>
                                      </p:tavLst>
                                    </p:anim>
                                    <p:set>
                                      <p:cBhvr>
                                        <p:cTn id="34" dur="80"/>
                                        <p:tgtEl>
                                          <p:spTgt spid="21"/>
                                        </p:tgtEl>
                                        <p:attrNameLst>
                                          <p:attrName>fill.type</p:attrName>
                                        </p:attrNameLst>
                                      </p:cBhvr>
                                      <p:to>
                                        <p:strVal val="solid"/>
                                      </p:to>
                                    </p:set>
                                  </p:childTnLst>
                                </p:cTn>
                              </p:par>
                              <p:par>
                                <p:cTn id="35" presetID="27" presetClass="entr" presetSubtype="0" fill="hold" grpId="0" nodeType="withEffect">
                                  <p:stCondLst>
                                    <p:cond delay="0"/>
                                  </p:stCondLst>
                                  <p:iterate type="lt">
                                    <p:tmPct val="50000"/>
                                  </p:iterate>
                                  <p:childTnLst>
                                    <p:set>
                                      <p:cBhvr>
                                        <p:cTn id="36" dur="1" fill="hold">
                                          <p:stCondLst>
                                            <p:cond delay="0"/>
                                          </p:stCondLst>
                                        </p:cTn>
                                        <p:tgtEl>
                                          <p:spTgt spid="23"/>
                                        </p:tgtEl>
                                        <p:attrNameLst>
                                          <p:attrName>style.visibility</p:attrName>
                                        </p:attrNameLst>
                                      </p:cBhvr>
                                      <p:to>
                                        <p:strVal val="visible"/>
                                      </p:to>
                                    </p:set>
                                    <p:anim calcmode="discrete" valueType="clr">
                                      <p:cBhvr override="childStyle">
                                        <p:cTn id="37" dur="80"/>
                                        <p:tgtEl>
                                          <p:spTgt spid="23"/>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23"/>
                                        </p:tgtEl>
                                        <p:attrNameLst>
                                          <p:attrName>fillcolor</p:attrName>
                                        </p:attrNameLst>
                                      </p:cBhvr>
                                      <p:tavLst>
                                        <p:tav tm="0">
                                          <p:val>
                                            <p:clrVal>
                                              <a:schemeClr val="accent2"/>
                                            </p:clrVal>
                                          </p:val>
                                        </p:tav>
                                        <p:tav tm="50000">
                                          <p:val>
                                            <p:clrVal>
                                              <a:schemeClr val="hlink"/>
                                            </p:clrVal>
                                          </p:val>
                                        </p:tav>
                                      </p:tavLst>
                                    </p:anim>
                                    <p:set>
                                      <p:cBhvr>
                                        <p:cTn id="39" dur="80"/>
                                        <p:tgtEl>
                                          <p:spTgt spid="23"/>
                                        </p:tgtEl>
                                        <p:attrNameLst>
                                          <p:attrName>fill.type</p:attrName>
                                        </p:attrNameLst>
                                      </p:cBhvr>
                                      <p:to>
                                        <p:strVal val="solid"/>
                                      </p:to>
                                    </p:set>
                                  </p:childTnLst>
                                </p:cTn>
                              </p:par>
                              <p:par>
                                <p:cTn id="40" presetID="27" presetClass="entr" presetSubtype="0" fill="hold" grpId="0" nodeType="withEffect">
                                  <p:stCondLst>
                                    <p:cond delay="0"/>
                                  </p:stCondLst>
                                  <p:iterate type="lt">
                                    <p:tmPct val="50000"/>
                                  </p:iterate>
                                  <p:childTnLst>
                                    <p:set>
                                      <p:cBhvr>
                                        <p:cTn id="41" dur="1" fill="hold">
                                          <p:stCondLst>
                                            <p:cond delay="0"/>
                                          </p:stCondLst>
                                        </p:cTn>
                                        <p:tgtEl>
                                          <p:spTgt spid="22"/>
                                        </p:tgtEl>
                                        <p:attrNameLst>
                                          <p:attrName>style.visibility</p:attrName>
                                        </p:attrNameLst>
                                      </p:cBhvr>
                                      <p:to>
                                        <p:strVal val="visible"/>
                                      </p:to>
                                    </p:set>
                                    <p:anim calcmode="discrete" valueType="clr">
                                      <p:cBhvr override="childStyle">
                                        <p:cTn id="42" dur="80"/>
                                        <p:tgtEl>
                                          <p:spTgt spid="22"/>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22"/>
                                        </p:tgtEl>
                                        <p:attrNameLst>
                                          <p:attrName>fillcolor</p:attrName>
                                        </p:attrNameLst>
                                      </p:cBhvr>
                                      <p:tavLst>
                                        <p:tav tm="0">
                                          <p:val>
                                            <p:clrVal>
                                              <a:schemeClr val="accent2"/>
                                            </p:clrVal>
                                          </p:val>
                                        </p:tav>
                                        <p:tav tm="50000">
                                          <p:val>
                                            <p:clrVal>
                                              <a:schemeClr val="hlink"/>
                                            </p:clrVal>
                                          </p:val>
                                        </p:tav>
                                      </p:tavLst>
                                    </p:anim>
                                    <p:set>
                                      <p:cBhvr>
                                        <p:cTn id="44" dur="80"/>
                                        <p:tgtEl>
                                          <p:spTgt spid="22"/>
                                        </p:tgtEl>
                                        <p:attrNameLst>
                                          <p:attrName>fill.type</p:attrName>
                                        </p:attrNameLst>
                                      </p:cBhvr>
                                      <p:to>
                                        <p:strVal val="solid"/>
                                      </p:to>
                                    </p:set>
                                  </p:childTnLst>
                                </p:cTn>
                              </p:par>
                              <p:par>
                                <p:cTn id="45" presetID="27" presetClass="entr" presetSubtype="0" fill="hold" grpId="0" nodeType="withEffect">
                                  <p:stCondLst>
                                    <p:cond delay="0"/>
                                  </p:stCondLst>
                                  <p:iterate type="lt">
                                    <p:tmPct val="50000"/>
                                  </p:iterate>
                                  <p:childTnLst>
                                    <p:set>
                                      <p:cBhvr>
                                        <p:cTn id="46" dur="1" fill="hold">
                                          <p:stCondLst>
                                            <p:cond delay="0"/>
                                          </p:stCondLst>
                                        </p:cTn>
                                        <p:tgtEl>
                                          <p:spTgt spid="24"/>
                                        </p:tgtEl>
                                        <p:attrNameLst>
                                          <p:attrName>style.visibility</p:attrName>
                                        </p:attrNameLst>
                                      </p:cBhvr>
                                      <p:to>
                                        <p:strVal val="visible"/>
                                      </p:to>
                                    </p:set>
                                    <p:anim calcmode="discrete" valueType="clr">
                                      <p:cBhvr override="childStyle">
                                        <p:cTn id="47" dur="80"/>
                                        <p:tgtEl>
                                          <p:spTgt spid="24"/>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24"/>
                                        </p:tgtEl>
                                        <p:attrNameLst>
                                          <p:attrName>fillcolor</p:attrName>
                                        </p:attrNameLst>
                                      </p:cBhvr>
                                      <p:tavLst>
                                        <p:tav tm="0">
                                          <p:val>
                                            <p:clrVal>
                                              <a:schemeClr val="accent2"/>
                                            </p:clrVal>
                                          </p:val>
                                        </p:tav>
                                        <p:tav tm="50000">
                                          <p:val>
                                            <p:clrVal>
                                              <a:schemeClr val="hlink"/>
                                            </p:clrVal>
                                          </p:val>
                                        </p:tav>
                                      </p:tavLst>
                                    </p:anim>
                                    <p:set>
                                      <p:cBhvr>
                                        <p:cTn id="49" dur="80"/>
                                        <p:tgtEl>
                                          <p:spTgt spid="2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A53285-EB64-4724-81C8-3334264C36FC}"/>
              </a:ext>
            </a:extLst>
          </p:cNvPr>
          <p:cNvSpPr>
            <a:spLocks noGrp="1"/>
          </p:cNvSpPr>
          <p:nvPr>
            <p:ph type="title"/>
          </p:nvPr>
        </p:nvSpPr>
        <p:spPr>
          <a:xfrm>
            <a:off x="2714625" y="277815"/>
            <a:ext cx="6762750" cy="808036"/>
          </a:xfrm>
        </p:spPr>
        <p:txBody>
          <a:bodyPr>
            <a:normAutofit/>
          </a:bodyPr>
          <a:lstStyle/>
          <a:p>
            <a:pPr algn="ctr">
              <a:defRPr/>
            </a:pPr>
            <a:r>
              <a:rPr lang="en-US" sz="4800" b="1" dirty="0"/>
              <a:t>Blood Type Problems</a:t>
            </a:r>
          </a:p>
        </p:txBody>
      </p:sp>
      <p:sp>
        <p:nvSpPr>
          <p:cNvPr id="17411" name="TextBox 10">
            <a:extLst>
              <a:ext uri="{FF2B5EF4-FFF2-40B4-BE49-F238E27FC236}">
                <a16:creationId xmlns="" xmlns:a16="http://schemas.microsoft.com/office/drawing/2014/main" id="{87A14A29-7419-4B6D-B872-F8FE0CEC1C62}"/>
              </a:ext>
            </a:extLst>
          </p:cNvPr>
          <p:cNvSpPr txBox="1">
            <a:spLocks noChangeArrowheads="1"/>
          </p:cNvSpPr>
          <p:nvPr/>
        </p:nvSpPr>
        <p:spPr bwMode="auto">
          <a:xfrm>
            <a:off x="5429250" y="1408251"/>
            <a:ext cx="633222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2800" i="1" dirty="0"/>
              <a:t>Blood Type Problem 2</a:t>
            </a:r>
            <a:r>
              <a:rPr lang="en-US" altLang="en-US" sz="2800" dirty="0"/>
              <a:t>:  A woman with type B blood has a child with type O blood.  How is this possible if her husband has type A blood? </a:t>
            </a:r>
          </a:p>
          <a:p>
            <a:pPr algn="just" eaLnBrk="1" hangingPunct="1">
              <a:spcBef>
                <a:spcPct val="0"/>
              </a:spcBef>
              <a:buClrTx/>
              <a:buSzTx/>
              <a:buFontTx/>
              <a:buNone/>
            </a:pPr>
            <a:endParaRPr lang="en-US" altLang="en-US" sz="2800" dirty="0"/>
          </a:p>
        </p:txBody>
      </p:sp>
      <p:graphicFrame>
        <p:nvGraphicFramePr>
          <p:cNvPr id="12" name="Table 11">
            <a:extLst>
              <a:ext uri="{FF2B5EF4-FFF2-40B4-BE49-F238E27FC236}">
                <a16:creationId xmlns="" xmlns:a16="http://schemas.microsoft.com/office/drawing/2014/main" id="{E4CE7B9C-92B1-45A0-A603-85E82AD7CF02}"/>
              </a:ext>
            </a:extLst>
          </p:cNvPr>
          <p:cNvGraphicFramePr>
            <a:graphicFrameLocks noGrp="1"/>
          </p:cNvGraphicFramePr>
          <p:nvPr>
            <p:extLst/>
          </p:nvPr>
        </p:nvGraphicFramePr>
        <p:xfrm>
          <a:off x="5694743" y="3646025"/>
          <a:ext cx="5706318" cy="2877013"/>
        </p:xfrm>
        <a:graphic>
          <a:graphicData uri="http://schemas.openxmlformats.org/drawingml/2006/table">
            <a:tbl>
              <a:tblPr/>
              <a:tblGrid>
                <a:gridCol w="1902106">
                  <a:extLst>
                    <a:ext uri="{9D8B030D-6E8A-4147-A177-3AD203B41FA5}">
                      <a16:colId xmlns="" xmlns:a16="http://schemas.microsoft.com/office/drawing/2014/main" val="20000"/>
                    </a:ext>
                  </a:extLst>
                </a:gridCol>
                <a:gridCol w="1902106">
                  <a:extLst>
                    <a:ext uri="{9D8B030D-6E8A-4147-A177-3AD203B41FA5}">
                      <a16:colId xmlns="" xmlns:a16="http://schemas.microsoft.com/office/drawing/2014/main" val="20001"/>
                    </a:ext>
                  </a:extLst>
                </a:gridCol>
                <a:gridCol w="1902106">
                  <a:extLst>
                    <a:ext uri="{9D8B030D-6E8A-4147-A177-3AD203B41FA5}">
                      <a16:colId xmlns="" xmlns:a16="http://schemas.microsoft.com/office/drawing/2014/main" val="20002"/>
                    </a:ext>
                  </a:extLst>
                </a:gridCol>
              </a:tblGrid>
              <a:tr h="1023497">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rgbClr val="FFFFFF"/>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a:ln>
                          <a:noFill/>
                        </a:ln>
                        <a:solidFill>
                          <a:srgbClr val="FFFFFF"/>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rgbClr val="FFFFFF"/>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92675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10199"/>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10199"/>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E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10199"/>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DDEFF"/>
                    </a:solidFill>
                  </a:tcPr>
                </a:tc>
                <a:extLst>
                  <a:ext uri="{0D108BD9-81ED-4DB2-BD59-A6C34878D82A}">
                    <a16:rowId xmlns="" xmlns:a16="http://schemas.microsoft.com/office/drawing/2014/main" val="10001"/>
                  </a:ext>
                </a:extLst>
              </a:tr>
              <a:tr h="92675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10199"/>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rgbClr val="010199"/>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010199"/>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FFF"/>
                    </a:solidFill>
                  </a:tcPr>
                </a:tc>
                <a:extLst>
                  <a:ext uri="{0D108BD9-81ED-4DB2-BD59-A6C34878D82A}">
                    <a16:rowId xmlns="" xmlns:a16="http://schemas.microsoft.com/office/drawing/2014/main" val="10002"/>
                  </a:ext>
                </a:extLst>
              </a:tr>
            </a:tbl>
          </a:graphicData>
        </a:graphic>
      </p:graphicFrame>
      <p:pic>
        <p:nvPicPr>
          <p:cNvPr id="17430" name="Picture 2" descr="Picture 1">
            <a:extLst>
              <a:ext uri="{FF2B5EF4-FFF2-40B4-BE49-F238E27FC236}">
                <a16:creationId xmlns="" xmlns:a16="http://schemas.microsoft.com/office/drawing/2014/main" id="{44C54083-324E-4D65-B770-D3B8F7016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3936"/>
          <a:stretch>
            <a:fillRect/>
          </a:stretch>
        </p:blipFill>
        <p:spPr bwMode="auto">
          <a:xfrm>
            <a:off x="1051561" y="1530350"/>
            <a:ext cx="4034790"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1912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992E09-6593-408A-AABA-5CDF0DC6678A}"/>
              </a:ext>
            </a:extLst>
          </p:cNvPr>
          <p:cNvSpPr>
            <a:spLocks noGrp="1"/>
          </p:cNvSpPr>
          <p:nvPr>
            <p:ph type="title"/>
          </p:nvPr>
        </p:nvSpPr>
        <p:spPr>
          <a:xfrm>
            <a:off x="838200" y="136525"/>
            <a:ext cx="10515600" cy="1055667"/>
          </a:xfrm>
        </p:spPr>
        <p:txBody>
          <a:bodyPr>
            <a:normAutofit/>
          </a:bodyPr>
          <a:lstStyle/>
          <a:p>
            <a:pPr algn="ctr"/>
            <a:r>
              <a:rPr lang="en-US" dirty="0"/>
              <a:t>Epistasis</a:t>
            </a:r>
            <a:endParaRPr lang="en-IN" dirty="0"/>
          </a:p>
        </p:txBody>
      </p:sp>
      <p:sp>
        <p:nvSpPr>
          <p:cNvPr id="3" name="Content Placeholder 2">
            <a:extLst>
              <a:ext uri="{FF2B5EF4-FFF2-40B4-BE49-F238E27FC236}">
                <a16:creationId xmlns="" xmlns:a16="http://schemas.microsoft.com/office/drawing/2014/main" id="{EC6C2FD7-6C5D-465B-B774-D90443649B18}"/>
              </a:ext>
            </a:extLst>
          </p:cNvPr>
          <p:cNvSpPr>
            <a:spLocks noGrp="1"/>
          </p:cNvSpPr>
          <p:nvPr>
            <p:ph idx="1"/>
          </p:nvPr>
        </p:nvSpPr>
        <p:spPr>
          <a:xfrm>
            <a:off x="838200" y="1192192"/>
            <a:ext cx="10706100" cy="5164158"/>
          </a:xfrm>
        </p:spPr>
        <p:txBody>
          <a:bodyPr>
            <a:normAutofit fontScale="92500" lnSpcReduction="10000"/>
          </a:bodyPr>
          <a:lstStyle/>
          <a:p>
            <a:pPr algn="just">
              <a:spcAft>
                <a:spcPts val="1200"/>
              </a:spcAft>
            </a:pPr>
            <a:r>
              <a:rPr lang="en-US" sz="3200" dirty="0" smtClean="0"/>
              <a:t>Phenomenon of masking or suppressing the expression of gene by another non-allelic gene.</a:t>
            </a:r>
            <a:endParaRPr lang="en-US" sz="3200" b="0" i="0" dirty="0">
              <a:solidFill>
                <a:srgbClr val="2B2A2A"/>
              </a:solidFill>
              <a:effectLst/>
            </a:endParaRPr>
          </a:p>
          <a:p>
            <a:pPr algn="just">
              <a:spcAft>
                <a:spcPts val="1200"/>
              </a:spcAft>
            </a:pPr>
            <a:r>
              <a:rPr lang="en-US" sz="3200" b="0" i="0" dirty="0">
                <a:solidFill>
                  <a:srgbClr val="2B2A2A"/>
                </a:solidFill>
                <a:effectLst/>
              </a:rPr>
              <a:t>This kind of gene interaction is called </a:t>
            </a:r>
            <a:r>
              <a:rPr lang="en-US" sz="3200" b="1" i="0" dirty="0">
                <a:solidFill>
                  <a:srgbClr val="2B2A2A"/>
                </a:solidFill>
                <a:effectLst/>
              </a:rPr>
              <a:t>epistasis</a:t>
            </a:r>
            <a:r>
              <a:rPr lang="en-US" sz="3200" b="0" i="0" dirty="0">
                <a:solidFill>
                  <a:srgbClr val="2B2A2A"/>
                </a:solidFill>
                <a:effectLst/>
              </a:rPr>
              <a:t>, it was first defined by </a:t>
            </a:r>
            <a:r>
              <a:rPr lang="en-US" sz="3200" b="1" i="0" dirty="0">
                <a:solidFill>
                  <a:srgbClr val="2B2A2A"/>
                </a:solidFill>
                <a:effectLst/>
              </a:rPr>
              <a:t>William Bateson </a:t>
            </a:r>
            <a:r>
              <a:rPr lang="en-US" sz="3200" b="0" i="0" dirty="0">
                <a:solidFill>
                  <a:srgbClr val="2B2A2A"/>
                </a:solidFill>
                <a:effectLst/>
              </a:rPr>
              <a:t>in 1909.</a:t>
            </a:r>
          </a:p>
          <a:p>
            <a:pPr algn="just">
              <a:spcAft>
                <a:spcPts val="1200"/>
              </a:spcAft>
            </a:pPr>
            <a:r>
              <a:rPr lang="en-US" sz="3200" dirty="0">
                <a:solidFill>
                  <a:srgbClr val="2B2A2A"/>
                </a:solidFill>
              </a:rPr>
              <a:t>In epistasis, one gene’s alleles mask the effects of another gene’s alleles to result either in the suppression of the effect or they both combine to produce a new trait (character).</a:t>
            </a:r>
          </a:p>
          <a:p>
            <a:pPr algn="just"/>
            <a:r>
              <a:rPr lang="en-US" sz="3200" dirty="0"/>
              <a:t>A gene or locus which suppressed or masked the action of a gene at another locus was termed suppressor or </a:t>
            </a:r>
            <a:r>
              <a:rPr lang="en-US" sz="3200" b="1" dirty="0"/>
              <a:t>epistatic gene</a:t>
            </a:r>
            <a:r>
              <a:rPr lang="en-US" sz="3200" dirty="0"/>
              <a:t>.</a:t>
            </a:r>
          </a:p>
          <a:p>
            <a:pPr algn="just"/>
            <a:r>
              <a:rPr lang="en-US" sz="3200" dirty="0"/>
              <a:t>The gene or locus which was suppressed by an epistatic gene was called </a:t>
            </a:r>
            <a:r>
              <a:rPr lang="en-US" sz="3200" b="1" dirty="0"/>
              <a:t>hypostatic gene</a:t>
            </a:r>
            <a:r>
              <a:rPr lang="en-US" sz="3200" dirty="0"/>
              <a:t>.</a:t>
            </a:r>
          </a:p>
          <a:p>
            <a:pPr algn="just">
              <a:spcAft>
                <a:spcPts val="1200"/>
              </a:spcAft>
            </a:pPr>
            <a:endParaRPr lang="en-US" sz="3200" dirty="0">
              <a:solidFill>
                <a:srgbClr val="2B2A2A"/>
              </a:solidFill>
            </a:endParaRPr>
          </a:p>
          <a:p>
            <a:pPr algn="just">
              <a:spcAft>
                <a:spcPts val="1200"/>
              </a:spcAft>
            </a:pPr>
            <a:endParaRPr lang="en-IN" sz="3200" dirty="0"/>
          </a:p>
        </p:txBody>
      </p:sp>
      <p:sp>
        <p:nvSpPr>
          <p:cNvPr id="4" name="Slide Number Placeholder 3">
            <a:extLst>
              <a:ext uri="{FF2B5EF4-FFF2-40B4-BE49-F238E27FC236}">
                <a16:creationId xmlns="" xmlns:a16="http://schemas.microsoft.com/office/drawing/2014/main" id="{F8F6C4F4-8AAB-4056-A345-13A13E40D633}"/>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23</a:t>
            </a:fld>
            <a:endParaRPr lang="en-US">
              <a:solidFill>
                <a:prstClr val="black">
                  <a:tint val="75000"/>
                </a:prstClr>
              </a:solidFill>
            </a:endParaRPr>
          </a:p>
        </p:txBody>
      </p:sp>
    </p:spTree>
    <p:extLst>
      <p:ext uri="{BB962C8B-B14F-4D97-AF65-F5344CB8AC3E}">
        <p14:creationId xmlns:p14="http://schemas.microsoft.com/office/powerpoint/2010/main" val="23729841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56D4E3-60A1-4769-9EAE-25400053B776}"/>
              </a:ext>
            </a:extLst>
          </p:cNvPr>
          <p:cNvSpPr>
            <a:spLocks noGrp="1"/>
          </p:cNvSpPr>
          <p:nvPr>
            <p:ph type="title"/>
          </p:nvPr>
        </p:nvSpPr>
        <p:spPr>
          <a:xfrm>
            <a:off x="838200" y="201198"/>
            <a:ext cx="10515600" cy="1017905"/>
          </a:xfrm>
        </p:spPr>
        <p:txBody>
          <a:bodyPr>
            <a:normAutofit/>
          </a:bodyPr>
          <a:lstStyle/>
          <a:p>
            <a:pPr algn="ctr"/>
            <a:r>
              <a:rPr lang="en-US" sz="4000" dirty="0"/>
              <a:t>Difference between Dominance and Epistasis</a:t>
            </a:r>
            <a:endParaRPr lang="en-IN" sz="4000" dirty="0"/>
          </a:p>
        </p:txBody>
      </p:sp>
      <p:sp>
        <p:nvSpPr>
          <p:cNvPr id="3" name="Content Placeholder 2">
            <a:extLst>
              <a:ext uri="{FF2B5EF4-FFF2-40B4-BE49-F238E27FC236}">
                <a16:creationId xmlns="" xmlns:a16="http://schemas.microsoft.com/office/drawing/2014/main" id="{6E14AD09-3C6C-400E-983A-CB850164D4E1}"/>
              </a:ext>
            </a:extLst>
          </p:cNvPr>
          <p:cNvSpPr>
            <a:spLocks noGrp="1"/>
          </p:cNvSpPr>
          <p:nvPr>
            <p:ph sz="quarter" idx="13"/>
          </p:nvPr>
        </p:nvSpPr>
        <p:spPr>
          <a:xfrm>
            <a:off x="902825" y="1481558"/>
            <a:ext cx="10868627" cy="4874791"/>
          </a:xfrm>
        </p:spPr>
        <p:txBody>
          <a:bodyPr>
            <a:normAutofit/>
          </a:bodyPr>
          <a:lstStyle/>
          <a:p>
            <a:pPr algn="just"/>
            <a:r>
              <a:rPr lang="en-IN" sz="3200" b="1" i="0" dirty="0">
                <a:solidFill>
                  <a:srgbClr val="3B3835"/>
                </a:solidFill>
                <a:effectLst/>
              </a:rPr>
              <a:t>Dominance</a:t>
            </a:r>
          </a:p>
          <a:p>
            <a:pPr lvl="1" algn="just"/>
            <a:r>
              <a:rPr lang="en-US" sz="2800" b="1" dirty="0"/>
              <a:t>Dominance occurs between two alleles of the same gene</a:t>
            </a:r>
            <a:endParaRPr lang="en-US" sz="2800" b="0" i="0" dirty="0">
              <a:solidFill>
                <a:srgbClr val="3B3835"/>
              </a:solidFill>
              <a:effectLst/>
            </a:endParaRPr>
          </a:p>
          <a:p>
            <a:pPr lvl="1" algn="just"/>
            <a:r>
              <a:rPr lang="en-US" sz="2800" b="0" i="0" dirty="0">
                <a:solidFill>
                  <a:srgbClr val="3B3835"/>
                </a:solidFill>
                <a:effectLst/>
              </a:rPr>
              <a:t>Involves intra-allelic gene interaction. </a:t>
            </a:r>
          </a:p>
          <a:p>
            <a:pPr lvl="1" algn="just"/>
            <a:r>
              <a:rPr lang="en-US" sz="2800" b="0" i="0" dirty="0">
                <a:solidFill>
                  <a:srgbClr val="3B3835"/>
                </a:solidFill>
                <a:effectLst/>
              </a:rPr>
              <a:t>One allele hides the effect of other allele at the same gene pair.</a:t>
            </a:r>
            <a:endParaRPr lang="en-IN" sz="2800" b="0" i="0" dirty="0">
              <a:solidFill>
                <a:srgbClr val="3B3835"/>
              </a:solidFill>
              <a:effectLst/>
            </a:endParaRPr>
          </a:p>
          <a:p>
            <a:pPr algn="just"/>
            <a:endParaRPr lang="en-IN" sz="3200" b="1" i="0" dirty="0">
              <a:solidFill>
                <a:srgbClr val="3B3835"/>
              </a:solidFill>
              <a:effectLst/>
            </a:endParaRPr>
          </a:p>
          <a:p>
            <a:pPr algn="just"/>
            <a:r>
              <a:rPr lang="en-IN" sz="3200" b="1" i="0" dirty="0">
                <a:solidFill>
                  <a:srgbClr val="3B3835"/>
                </a:solidFill>
                <a:effectLst/>
              </a:rPr>
              <a:t>Epistasis</a:t>
            </a:r>
          </a:p>
          <a:p>
            <a:pPr lvl="1" algn="just"/>
            <a:r>
              <a:rPr lang="en-US" sz="2800" b="1" dirty="0"/>
              <a:t>Epistasis occurs between two genes coding for different characteristics</a:t>
            </a:r>
            <a:endParaRPr lang="en-US" sz="2800" b="0" i="0" dirty="0">
              <a:solidFill>
                <a:srgbClr val="3B3835"/>
              </a:solidFill>
              <a:effectLst/>
            </a:endParaRPr>
          </a:p>
          <a:p>
            <a:pPr lvl="1" algn="just"/>
            <a:r>
              <a:rPr lang="en-US" sz="2800" b="0" i="0" dirty="0">
                <a:solidFill>
                  <a:srgbClr val="3B3835"/>
                </a:solidFill>
                <a:effectLst/>
              </a:rPr>
              <a:t>Involves inter-allelic gene interaction.</a:t>
            </a:r>
          </a:p>
          <a:p>
            <a:pPr lvl="1" algn="just"/>
            <a:r>
              <a:rPr lang="en-US" sz="2800" b="0" i="0" dirty="0">
                <a:solidFill>
                  <a:srgbClr val="3B3835"/>
                </a:solidFill>
                <a:effectLst/>
              </a:rPr>
              <a:t>One gene hides the effect of other gene at different gene loci.</a:t>
            </a:r>
            <a:endParaRPr lang="en-IN" sz="2800" dirty="0"/>
          </a:p>
        </p:txBody>
      </p:sp>
      <p:sp>
        <p:nvSpPr>
          <p:cNvPr id="4" name="Slide Number Placeholder 3">
            <a:extLst>
              <a:ext uri="{FF2B5EF4-FFF2-40B4-BE49-F238E27FC236}">
                <a16:creationId xmlns="" xmlns:a16="http://schemas.microsoft.com/office/drawing/2014/main" id="{9FBDA49C-41A9-4052-9488-B73720128891}"/>
              </a:ext>
            </a:extLst>
          </p:cNvPr>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18988530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3C7776-C5B5-45DF-98B2-2ECC6EB02D58}"/>
              </a:ext>
            </a:extLst>
          </p:cNvPr>
          <p:cNvSpPr>
            <a:spLocks noGrp="1"/>
          </p:cNvSpPr>
          <p:nvPr>
            <p:ph type="title"/>
          </p:nvPr>
        </p:nvSpPr>
        <p:spPr>
          <a:xfrm>
            <a:off x="831850" y="1709738"/>
            <a:ext cx="10515600" cy="2028885"/>
          </a:xfrm>
        </p:spPr>
        <p:txBody>
          <a:bodyPr/>
          <a:lstStyle/>
          <a:p>
            <a:pPr algn="ctr"/>
            <a:r>
              <a:rPr lang="en-US" sz="6000" b="1" dirty="0">
                <a:latin typeface="Times New Roman" pitchFamily="18" charset="0"/>
                <a:cs typeface="Times New Roman" pitchFamily="18" charset="0"/>
              </a:rPr>
              <a:t>GENE MAPPING</a:t>
            </a:r>
            <a:endParaRPr lang="en-IN" dirty="0"/>
          </a:p>
        </p:txBody>
      </p:sp>
      <p:sp>
        <p:nvSpPr>
          <p:cNvPr id="4" name="Slide Number Placeholder 3">
            <a:extLst>
              <a:ext uri="{FF2B5EF4-FFF2-40B4-BE49-F238E27FC236}">
                <a16:creationId xmlns="" xmlns:a16="http://schemas.microsoft.com/office/drawing/2014/main" id="{343A25B6-9283-45FE-B23E-1FB26FB8C316}"/>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25</a:t>
            </a:fld>
            <a:endParaRPr lang="en-US">
              <a:solidFill>
                <a:prstClr val="black">
                  <a:tint val="75000"/>
                </a:prstClr>
              </a:solidFill>
            </a:endParaRPr>
          </a:p>
        </p:txBody>
      </p:sp>
    </p:spTree>
    <p:extLst>
      <p:ext uri="{BB962C8B-B14F-4D97-AF65-F5344CB8AC3E}">
        <p14:creationId xmlns:p14="http://schemas.microsoft.com/office/powerpoint/2010/main" val="16566987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F9477D-CD5B-44C2-8B76-D41C8BFE3F09}"/>
              </a:ext>
            </a:extLst>
          </p:cNvPr>
          <p:cNvSpPr>
            <a:spLocks noGrp="1"/>
          </p:cNvSpPr>
          <p:nvPr>
            <p:ph type="title"/>
          </p:nvPr>
        </p:nvSpPr>
        <p:spPr>
          <a:xfrm>
            <a:off x="838200" y="193675"/>
            <a:ext cx="10515600" cy="1325563"/>
          </a:xfrm>
        </p:spPr>
        <p:txBody>
          <a:bodyPr/>
          <a:lstStyle/>
          <a:p>
            <a:pPr algn="ctr"/>
            <a:r>
              <a:rPr lang="en-US" sz="4400" b="1" dirty="0">
                <a:latin typeface="Times New Roman" pitchFamily="18" charset="0"/>
                <a:cs typeface="Times New Roman" pitchFamily="18" charset="0"/>
              </a:rPr>
              <a:t>GENE MAPPING</a:t>
            </a:r>
            <a:endParaRPr lang="en-IN" dirty="0"/>
          </a:p>
        </p:txBody>
      </p:sp>
      <p:sp>
        <p:nvSpPr>
          <p:cNvPr id="3" name="Content Placeholder 2">
            <a:extLst>
              <a:ext uri="{FF2B5EF4-FFF2-40B4-BE49-F238E27FC236}">
                <a16:creationId xmlns="" xmlns:a16="http://schemas.microsoft.com/office/drawing/2014/main" id="{60715946-E072-4472-8B1F-B1099D5B55A5}"/>
              </a:ext>
            </a:extLst>
          </p:cNvPr>
          <p:cNvSpPr>
            <a:spLocks noGrp="1"/>
          </p:cNvSpPr>
          <p:nvPr>
            <p:ph idx="1"/>
          </p:nvPr>
        </p:nvSpPr>
        <p:spPr>
          <a:xfrm>
            <a:off x="838200" y="1597024"/>
            <a:ext cx="10877550" cy="4759325"/>
          </a:xfrm>
        </p:spPr>
        <p:txBody>
          <a:bodyPr>
            <a:normAutofit/>
          </a:bodyPr>
          <a:lstStyle/>
          <a:p>
            <a:pPr algn="just">
              <a:spcAft>
                <a:spcPts val="1200"/>
              </a:spcAft>
            </a:pPr>
            <a:r>
              <a:rPr lang="en-US" sz="3600" dirty="0"/>
              <a:t>Gene mapping means the mapping of genes to specific locations on chromosomes</a:t>
            </a:r>
          </a:p>
          <a:p>
            <a:pPr algn="just">
              <a:spcAft>
                <a:spcPts val="1200"/>
              </a:spcAft>
            </a:pPr>
            <a:r>
              <a:rPr lang="en-US" sz="3600" dirty="0"/>
              <a:t>Such maps indicates the positions of genes in the genome and also distance between them</a:t>
            </a:r>
          </a:p>
          <a:p>
            <a:pPr lvl="1" algn="just">
              <a:spcAft>
                <a:spcPts val="1200"/>
              </a:spcAft>
            </a:pPr>
            <a:r>
              <a:rPr lang="en-US" sz="3200" dirty="0"/>
              <a:t>It is very important in the understanding of genetic diseases</a:t>
            </a:r>
          </a:p>
          <a:p>
            <a:pPr lvl="2" algn="just">
              <a:spcAft>
                <a:spcPts val="1200"/>
              </a:spcAft>
            </a:pPr>
            <a:r>
              <a:rPr lang="en-US" sz="2800" dirty="0"/>
              <a:t>Example: sex-linked genes responsible for color-blindness and hemophilia in human beings</a:t>
            </a:r>
          </a:p>
        </p:txBody>
      </p:sp>
      <p:sp>
        <p:nvSpPr>
          <p:cNvPr id="4" name="Slide Number Placeholder 3">
            <a:extLst>
              <a:ext uri="{FF2B5EF4-FFF2-40B4-BE49-F238E27FC236}">
                <a16:creationId xmlns="" xmlns:a16="http://schemas.microsoft.com/office/drawing/2014/main" id="{55385442-DABB-4351-9958-2F6BECF5C49E}"/>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26</a:t>
            </a:fld>
            <a:endParaRPr lang="en-US">
              <a:solidFill>
                <a:prstClr val="black">
                  <a:tint val="75000"/>
                </a:prstClr>
              </a:solidFill>
            </a:endParaRPr>
          </a:p>
        </p:txBody>
      </p:sp>
    </p:spTree>
    <p:extLst>
      <p:ext uri="{BB962C8B-B14F-4D97-AF65-F5344CB8AC3E}">
        <p14:creationId xmlns:p14="http://schemas.microsoft.com/office/powerpoint/2010/main" val="31067831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E7B733-9EAA-41DE-979D-67D9764E7662}"/>
              </a:ext>
            </a:extLst>
          </p:cNvPr>
          <p:cNvSpPr>
            <a:spLocks noGrp="1"/>
          </p:cNvSpPr>
          <p:nvPr>
            <p:ph type="title"/>
          </p:nvPr>
        </p:nvSpPr>
        <p:spPr>
          <a:xfrm>
            <a:off x="838200" y="136526"/>
            <a:ext cx="10515600" cy="963070"/>
          </a:xfrm>
        </p:spPr>
        <p:txBody>
          <a:bodyPr/>
          <a:lstStyle/>
          <a:p>
            <a:pPr algn="ctr"/>
            <a:r>
              <a:rPr lang="en-IN" dirty="0"/>
              <a:t>GENETIC MAPPING</a:t>
            </a:r>
          </a:p>
        </p:txBody>
      </p:sp>
      <p:sp>
        <p:nvSpPr>
          <p:cNvPr id="3" name="Content Placeholder 2">
            <a:extLst>
              <a:ext uri="{FF2B5EF4-FFF2-40B4-BE49-F238E27FC236}">
                <a16:creationId xmlns="" xmlns:a16="http://schemas.microsoft.com/office/drawing/2014/main" id="{743760E3-2CE5-4FDD-A25D-D507E5B828B0}"/>
              </a:ext>
            </a:extLst>
          </p:cNvPr>
          <p:cNvSpPr>
            <a:spLocks noGrp="1"/>
          </p:cNvSpPr>
          <p:nvPr>
            <p:ph idx="1"/>
          </p:nvPr>
        </p:nvSpPr>
        <p:spPr>
          <a:xfrm>
            <a:off x="838200" y="1180618"/>
            <a:ext cx="10910104" cy="5312779"/>
          </a:xfrm>
        </p:spPr>
        <p:txBody>
          <a:bodyPr>
            <a:normAutofit/>
          </a:bodyPr>
          <a:lstStyle/>
          <a:p>
            <a:pPr algn="just"/>
            <a:r>
              <a:rPr lang="en-US" sz="3200" dirty="0"/>
              <a:t>The first steps of building a genetic map are the development of </a:t>
            </a:r>
            <a:r>
              <a:rPr lang="en-US" sz="3200" b="1" dirty="0"/>
              <a:t>genetic markers </a:t>
            </a:r>
            <a:r>
              <a:rPr lang="en-US" sz="3200" dirty="0"/>
              <a:t>and a </a:t>
            </a:r>
            <a:r>
              <a:rPr lang="en-US" sz="3200" b="1" dirty="0"/>
              <a:t>mapping population</a:t>
            </a:r>
            <a:r>
              <a:rPr lang="en-US" sz="3200" dirty="0"/>
              <a:t>.</a:t>
            </a:r>
          </a:p>
          <a:p>
            <a:pPr algn="just"/>
            <a:r>
              <a:rPr lang="en-US" sz="3200" dirty="0"/>
              <a:t>Since the closer the two markers are on the chromosome, the more likely they are to be passed on to the next generation together, therefore the "co-segregation" patterns of all markers can be used to reconstruct their order.</a:t>
            </a:r>
          </a:p>
          <a:p>
            <a:pPr algn="just"/>
            <a:r>
              <a:rPr lang="en-US" sz="3200" dirty="0"/>
              <a:t>The genotypes of each genetic marker are recorded for both parents, and in each individual in the following generations.</a:t>
            </a:r>
          </a:p>
          <a:p>
            <a:pPr algn="just"/>
            <a:r>
              <a:rPr lang="en-US" sz="3200" dirty="0"/>
              <a:t>The quality of the genetic maps is largely dependent upon these two factors: the number of genetic markers on the map and the size of the mapping population.</a:t>
            </a:r>
          </a:p>
        </p:txBody>
      </p:sp>
      <p:sp>
        <p:nvSpPr>
          <p:cNvPr id="4" name="Slide Number Placeholder 3">
            <a:extLst>
              <a:ext uri="{FF2B5EF4-FFF2-40B4-BE49-F238E27FC236}">
                <a16:creationId xmlns="" xmlns:a16="http://schemas.microsoft.com/office/drawing/2014/main" id="{69AA2A8F-925D-44B5-841F-9A4C137DEAB3}"/>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27</a:t>
            </a:fld>
            <a:endParaRPr lang="en-US">
              <a:solidFill>
                <a:prstClr val="black">
                  <a:tint val="75000"/>
                </a:prstClr>
              </a:solidFill>
            </a:endParaRPr>
          </a:p>
        </p:txBody>
      </p:sp>
    </p:spTree>
    <p:extLst>
      <p:ext uri="{BB962C8B-B14F-4D97-AF65-F5344CB8AC3E}">
        <p14:creationId xmlns:p14="http://schemas.microsoft.com/office/powerpoint/2010/main" val="2827848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71D2A6-78F2-426F-8D01-068029DEDE30}"/>
              </a:ext>
            </a:extLst>
          </p:cNvPr>
          <p:cNvSpPr>
            <a:spLocks noGrp="1"/>
          </p:cNvSpPr>
          <p:nvPr>
            <p:ph type="title"/>
          </p:nvPr>
        </p:nvSpPr>
        <p:spPr>
          <a:xfrm>
            <a:off x="838200" y="147955"/>
            <a:ext cx="10515600" cy="1325563"/>
          </a:xfrm>
        </p:spPr>
        <p:txBody>
          <a:bodyPr/>
          <a:lstStyle/>
          <a:p>
            <a:pPr algn="ctr"/>
            <a:r>
              <a:rPr lang="en-US" dirty="0"/>
              <a:t>Types of Gene Mapping</a:t>
            </a:r>
            <a:endParaRPr lang="en-IN" dirty="0"/>
          </a:p>
        </p:txBody>
      </p:sp>
      <p:sp>
        <p:nvSpPr>
          <p:cNvPr id="3" name="Content Placeholder 2">
            <a:extLst>
              <a:ext uri="{FF2B5EF4-FFF2-40B4-BE49-F238E27FC236}">
                <a16:creationId xmlns="" xmlns:a16="http://schemas.microsoft.com/office/drawing/2014/main" id="{153A623B-7DFD-46F8-A5D8-866DDFB4BA16}"/>
              </a:ext>
            </a:extLst>
          </p:cNvPr>
          <p:cNvSpPr>
            <a:spLocks noGrp="1"/>
          </p:cNvSpPr>
          <p:nvPr>
            <p:ph idx="1"/>
          </p:nvPr>
        </p:nvSpPr>
        <p:spPr>
          <a:xfrm>
            <a:off x="838199" y="1473518"/>
            <a:ext cx="10898529" cy="4882832"/>
          </a:xfrm>
        </p:spPr>
        <p:txBody>
          <a:bodyPr>
            <a:normAutofit lnSpcReduction="10000"/>
          </a:bodyPr>
          <a:lstStyle/>
          <a:p>
            <a:pPr algn="just"/>
            <a:r>
              <a:rPr lang="en-US" sz="3200" dirty="0"/>
              <a:t>Genetic Mapping</a:t>
            </a:r>
          </a:p>
          <a:p>
            <a:pPr lvl="1" algn="just"/>
            <a:r>
              <a:rPr lang="en-US" sz="2800" dirty="0"/>
              <a:t>Based on the use of genetic techniques to construct maps</a:t>
            </a:r>
          </a:p>
          <a:p>
            <a:pPr lvl="1" algn="just"/>
            <a:r>
              <a:rPr lang="en-US" sz="2800" dirty="0"/>
              <a:t>These maps show the positions of genes and other sequence features on a genome</a:t>
            </a:r>
          </a:p>
          <a:p>
            <a:pPr lvl="1" algn="just"/>
            <a:r>
              <a:rPr lang="en-US" sz="2800" dirty="0"/>
              <a:t>Also helps to determine the relative position between two genes on a chromosome</a:t>
            </a:r>
          </a:p>
          <a:p>
            <a:pPr algn="just"/>
            <a:r>
              <a:rPr lang="en-US" sz="3200" dirty="0"/>
              <a:t>Physical Mapping</a:t>
            </a:r>
          </a:p>
          <a:p>
            <a:pPr lvl="1" algn="just"/>
            <a:r>
              <a:rPr lang="en-US" sz="2800" dirty="0"/>
              <a:t>Uses molecular biology techniques to examine DNA molecules directly</a:t>
            </a:r>
          </a:p>
          <a:p>
            <a:pPr lvl="1" algn="just"/>
            <a:r>
              <a:rPr lang="en-US" sz="2800" dirty="0"/>
              <a:t>Based on these techniques map construction is done</a:t>
            </a:r>
          </a:p>
          <a:p>
            <a:pPr lvl="1" algn="just"/>
            <a:r>
              <a:rPr lang="en-US" sz="2800" dirty="0"/>
              <a:t>These maps show the positions of sequence features, including genes</a:t>
            </a:r>
            <a:endParaRPr lang="en-IN" sz="2800" dirty="0"/>
          </a:p>
        </p:txBody>
      </p:sp>
      <p:sp>
        <p:nvSpPr>
          <p:cNvPr id="4" name="Slide Number Placeholder 3">
            <a:extLst>
              <a:ext uri="{FF2B5EF4-FFF2-40B4-BE49-F238E27FC236}">
                <a16:creationId xmlns="" xmlns:a16="http://schemas.microsoft.com/office/drawing/2014/main" id="{3FCCDDEB-8F8F-4D13-8CEA-38B5E8E005C7}"/>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28</a:t>
            </a:fld>
            <a:endParaRPr lang="en-US">
              <a:solidFill>
                <a:prstClr val="black">
                  <a:tint val="75000"/>
                </a:prstClr>
              </a:solidFill>
            </a:endParaRPr>
          </a:p>
        </p:txBody>
      </p:sp>
    </p:spTree>
    <p:extLst>
      <p:ext uri="{BB962C8B-B14F-4D97-AF65-F5344CB8AC3E}">
        <p14:creationId xmlns:p14="http://schemas.microsoft.com/office/powerpoint/2010/main" val="1433485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2E940A-6442-47C7-86CF-1CB23A0B3303}"/>
              </a:ext>
            </a:extLst>
          </p:cNvPr>
          <p:cNvSpPr>
            <a:spLocks noGrp="1"/>
          </p:cNvSpPr>
          <p:nvPr>
            <p:ph type="title"/>
          </p:nvPr>
        </p:nvSpPr>
        <p:spPr>
          <a:xfrm>
            <a:off x="838200" y="365126"/>
            <a:ext cx="10515600" cy="931240"/>
          </a:xfrm>
        </p:spPr>
        <p:txBody>
          <a:bodyPr/>
          <a:lstStyle/>
          <a:p>
            <a:pPr algn="ctr"/>
            <a:r>
              <a:rPr lang="en-US" dirty="0"/>
              <a:t>Genetic Mapping</a:t>
            </a:r>
            <a:endParaRPr lang="en-IN" dirty="0"/>
          </a:p>
        </p:txBody>
      </p:sp>
      <p:sp>
        <p:nvSpPr>
          <p:cNvPr id="3" name="Content Placeholder 2">
            <a:extLst>
              <a:ext uri="{FF2B5EF4-FFF2-40B4-BE49-F238E27FC236}">
                <a16:creationId xmlns="" xmlns:a16="http://schemas.microsoft.com/office/drawing/2014/main" id="{0B00D500-4743-4633-AC15-4C702587EFAB}"/>
              </a:ext>
            </a:extLst>
          </p:cNvPr>
          <p:cNvSpPr>
            <a:spLocks noGrp="1"/>
          </p:cNvSpPr>
          <p:nvPr>
            <p:ph idx="1"/>
          </p:nvPr>
        </p:nvSpPr>
        <p:spPr>
          <a:xfrm>
            <a:off x="838199" y="1527858"/>
            <a:ext cx="10863805" cy="5193617"/>
          </a:xfrm>
        </p:spPr>
        <p:txBody>
          <a:bodyPr>
            <a:normAutofit/>
          </a:bodyPr>
          <a:lstStyle/>
          <a:p>
            <a:pPr algn="just"/>
            <a:r>
              <a:rPr lang="en-US" sz="3200" dirty="0"/>
              <a:t>Genetic mapping is based on the use of genetic techniques to construct maps showing the positions of genes and other sequence features on a genome. </a:t>
            </a:r>
          </a:p>
          <a:p>
            <a:pPr lvl="1" algn="just"/>
            <a:r>
              <a:rPr lang="en-US" sz="2800" dirty="0"/>
              <a:t>Genetic techniques include cross-breeding experiments or, </a:t>
            </a:r>
          </a:p>
          <a:p>
            <a:pPr lvl="1" algn="just"/>
            <a:r>
              <a:rPr lang="en-US" sz="2800" dirty="0"/>
              <a:t>Case of humans, the examination of family histories (pedigrees)</a:t>
            </a:r>
          </a:p>
          <a:p>
            <a:pPr algn="just"/>
            <a:r>
              <a:rPr lang="en-US" sz="2800" dirty="0"/>
              <a:t>Requires informative markers- polymorphic and a population with known relationships</a:t>
            </a:r>
          </a:p>
          <a:p>
            <a:pPr algn="just"/>
            <a:r>
              <a:rPr lang="en-US" sz="2800" dirty="0"/>
              <a:t>Best if measured between ‘close’ markers</a:t>
            </a:r>
          </a:p>
          <a:p>
            <a:pPr algn="just"/>
            <a:r>
              <a:rPr lang="en-US" sz="2800" dirty="0"/>
              <a:t>Unit of distance in genetic maps= </a:t>
            </a:r>
            <a:r>
              <a:rPr lang="en-US" sz="2800" dirty="0" err="1"/>
              <a:t>centiMorgans</a:t>
            </a:r>
            <a:r>
              <a:rPr lang="en-US" sz="2800" dirty="0"/>
              <a:t>, </a:t>
            </a:r>
            <a:r>
              <a:rPr lang="en-US" sz="2800" dirty="0" err="1"/>
              <a:t>cM</a:t>
            </a:r>
            <a:endParaRPr lang="en-US" sz="2800" dirty="0"/>
          </a:p>
          <a:p>
            <a:pPr algn="just"/>
            <a:r>
              <a:rPr lang="en-US" sz="2800" dirty="0"/>
              <a:t>1cM=% chance of recombination between markers</a:t>
            </a:r>
            <a:endParaRPr lang="en-IN" sz="2800" dirty="0"/>
          </a:p>
        </p:txBody>
      </p:sp>
      <p:sp>
        <p:nvSpPr>
          <p:cNvPr id="4" name="Slide Number Placeholder 3">
            <a:extLst>
              <a:ext uri="{FF2B5EF4-FFF2-40B4-BE49-F238E27FC236}">
                <a16:creationId xmlns="" xmlns:a16="http://schemas.microsoft.com/office/drawing/2014/main" id="{C892CE76-4B7A-49F2-A318-9781DFC38850}"/>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29</a:t>
            </a:fld>
            <a:endParaRPr lang="en-US">
              <a:solidFill>
                <a:prstClr val="black">
                  <a:tint val="75000"/>
                </a:prstClr>
              </a:solidFill>
            </a:endParaRPr>
          </a:p>
        </p:txBody>
      </p:sp>
    </p:spTree>
    <p:extLst>
      <p:ext uri="{BB962C8B-B14F-4D97-AF65-F5344CB8AC3E}">
        <p14:creationId xmlns:p14="http://schemas.microsoft.com/office/powerpoint/2010/main" val="3412193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09D1A0-E8FF-4D07-8020-84F4ECE3A109}"/>
              </a:ext>
            </a:extLst>
          </p:cNvPr>
          <p:cNvSpPr>
            <a:spLocks noGrp="1"/>
          </p:cNvSpPr>
          <p:nvPr>
            <p:ph type="title"/>
          </p:nvPr>
        </p:nvSpPr>
        <p:spPr>
          <a:xfrm>
            <a:off x="838200" y="159386"/>
            <a:ext cx="10515600" cy="960438"/>
          </a:xfrm>
        </p:spPr>
        <p:txBody>
          <a:bodyPr/>
          <a:lstStyle/>
          <a:p>
            <a:pPr algn="ctr"/>
            <a:r>
              <a:rPr lang="en-US" dirty="0"/>
              <a:t>Physical Mapping</a:t>
            </a:r>
            <a:endParaRPr lang="en-IN" dirty="0"/>
          </a:p>
        </p:txBody>
      </p:sp>
      <p:sp>
        <p:nvSpPr>
          <p:cNvPr id="3" name="Content Placeholder 2">
            <a:extLst>
              <a:ext uri="{FF2B5EF4-FFF2-40B4-BE49-F238E27FC236}">
                <a16:creationId xmlns="" xmlns:a16="http://schemas.microsoft.com/office/drawing/2014/main" id="{2430ADDA-A0CF-4657-8E7A-E3646D58FEBC}"/>
              </a:ext>
            </a:extLst>
          </p:cNvPr>
          <p:cNvSpPr>
            <a:spLocks noGrp="1"/>
          </p:cNvSpPr>
          <p:nvPr>
            <p:ph idx="1"/>
          </p:nvPr>
        </p:nvSpPr>
        <p:spPr>
          <a:xfrm>
            <a:off x="706057" y="1226916"/>
            <a:ext cx="10995948" cy="5129434"/>
          </a:xfrm>
        </p:spPr>
        <p:txBody>
          <a:bodyPr>
            <a:normAutofit/>
          </a:bodyPr>
          <a:lstStyle/>
          <a:p>
            <a:pPr algn="just">
              <a:spcAft>
                <a:spcPts val="600"/>
              </a:spcAft>
            </a:pPr>
            <a:r>
              <a:rPr lang="en-US" b="0" i="0" dirty="0">
                <a:solidFill>
                  <a:srgbClr val="3B3835"/>
                </a:solidFill>
                <a:effectLst/>
                <a:latin typeface="HelveticaNeue-Light"/>
              </a:rPr>
              <a:t>Physical mapping uses molecular biology techniques to examine DNA molecules directly in order to construct maps showing the positions of sequence features, including genes.</a:t>
            </a:r>
          </a:p>
          <a:p>
            <a:pPr algn="just">
              <a:spcAft>
                <a:spcPts val="600"/>
              </a:spcAft>
            </a:pPr>
            <a:r>
              <a:rPr lang="en-US" b="1" i="0" dirty="0">
                <a:solidFill>
                  <a:srgbClr val="3B3835"/>
                </a:solidFill>
                <a:effectLst/>
                <a:latin typeface="HelveticaNeue-Light"/>
              </a:rPr>
              <a:t>Restriction mapping</a:t>
            </a:r>
            <a:r>
              <a:rPr lang="en-US" b="0" i="0" dirty="0">
                <a:solidFill>
                  <a:srgbClr val="3B3835"/>
                </a:solidFill>
                <a:effectLst/>
                <a:latin typeface="HelveticaNeue-Light"/>
              </a:rPr>
              <a:t>: </a:t>
            </a:r>
            <a:r>
              <a:rPr lang="en-US" sz="2600" b="0" i="0" dirty="0">
                <a:solidFill>
                  <a:srgbClr val="3B3835"/>
                </a:solidFill>
                <a:effectLst/>
                <a:latin typeface="HelveticaNeue-Light"/>
              </a:rPr>
              <a:t>which locates the relative positions on a DNA molecule of the recognition sequences for restriction endonucleases</a:t>
            </a:r>
            <a:endParaRPr lang="en-US" b="0" i="0" dirty="0">
              <a:solidFill>
                <a:srgbClr val="3B3835"/>
              </a:solidFill>
              <a:effectLst/>
              <a:latin typeface="HelveticaNeue-Light"/>
            </a:endParaRPr>
          </a:p>
          <a:p>
            <a:pPr algn="just">
              <a:spcAft>
                <a:spcPts val="600"/>
              </a:spcAft>
            </a:pPr>
            <a:r>
              <a:rPr lang="en-US" b="1" i="0" dirty="0">
                <a:solidFill>
                  <a:srgbClr val="3B3835"/>
                </a:solidFill>
                <a:effectLst/>
                <a:latin typeface="HelveticaNeue-Light"/>
              </a:rPr>
              <a:t>Fluorescent in situ hybridization (FISH): </a:t>
            </a:r>
            <a:r>
              <a:rPr lang="en-US" sz="2600" b="0" i="0" dirty="0">
                <a:solidFill>
                  <a:srgbClr val="3B3835"/>
                </a:solidFill>
                <a:effectLst/>
                <a:latin typeface="HelveticaNeue-Light"/>
              </a:rPr>
              <a:t>in which marker locations are mapped by hybridizing a probe containing the marker to intact chromosomes</a:t>
            </a:r>
          </a:p>
          <a:p>
            <a:pPr algn="just">
              <a:spcAft>
                <a:spcPts val="600"/>
              </a:spcAft>
            </a:pPr>
            <a:r>
              <a:rPr lang="en-US" b="1" i="0" dirty="0">
                <a:solidFill>
                  <a:srgbClr val="3B3835"/>
                </a:solidFill>
                <a:effectLst/>
                <a:latin typeface="HelveticaNeue-Light"/>
              </a:rPr>
              <a:t>Sequence tagged site (STS) mapping: </a:t>
            </a:r>
            <a:r>
              <a:rPr lang="en-US" sz="2400" b="0" i="0" dirty="0">
                <a:solidFill>
                  <a:srgbClr val="3B3835"/>
                </a:solidFill>
                <a:effectLst/>
                <a:latin typeface="HelveticaNeue-Light"/>
              </a:rPr>
              <a:t>in which the positions of short sequences are mapped by PCR and/or hybridization analysis of genome fragments</a:t>
            </a:r>
            <a:endParaRPr lang="en-IN" dirty="0"/>
          </a:p>
        </p:txBody>
      </p:sp>
      <p:sp>
        <p:nvSpPr>
          <p:cNvPr id="4" name="Slide Number Placeholder 3">
            <a:extLst>
              <a:ext uri="{FF2B5EF4-FFF2-40B4-BE49-F238E27FC236}">
                <a16:creationId xmlns="" xmlns:a16="http://schemas.microsoft.com/office/drawing/2014/main" id="{ADE20749-8FD7-4BF7-882F-A7E2414E81FF}"/>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30</a:t>
            </a:fld>
            <a:endParaRPr lang="en-US">
              <a:solidFill>
                <a:prstClr val="black">
                  <a:tint val="75000"/>
                </a:prstClr>
              </a:solidFill>
            </a:endParaRPr>
          </a:p>
        </p:txBody>
      </p:sp>
    </p:spTree>
    <p:extLst>
      <p:ext uri="{BB962C8B-B14F-4D97-AF65-F5344CB8AC3E}">
        <p14:creationId xmlns:p14="http://schemas.microsoft.com/office/powerpoint/2010/main" val="38548397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20E556-5744-4442-BDB7-3BCB141EF484}"/>
              </a:ext>
            </a:extLst>
          </p:cNvPr>
          <p:cNvSpPr>
            <a:spLocks noGrp="1"/>
          </p:cNvSpPr>
          <p:nvPr>
            <p:ph type="title"/>
          </p:nvPr>
        </p:nvSpPr>
        <p:spPr/>
        <p:txBody>
          <a:bodyPr/>
          <a:lstStyle/>
          <a:p>
            <a:pPr algn="ctr"/>
            <a:r>
              <a:rPr lang="en-IN" dirty="0"/>
              <a:t>Uses of Gene Mapping</a:t>
            </a:r>
          </a:p>
        </p:txBody>
      </p:sp>
      <p:sp>
        <p:nvSpPr>
          <p:cNvPr id="3" name="Content Placeholder 2">
            <a:extLst>
              <a:ext uri="{FF2B5EF4-FFF2-40B4-BE49-F238E27FC236}">
                <a16:creationId xmlns="" xmlns:a16="http://schemas.microsoft.com/office/drawing/2014/main" id="{BCDF941D-A6AC-4377-A3A9-2A637B1C6604}"/>
              </a:ext>
            </a:extLst>
          </p:cNvPr>
          <p:cNvSpPr>
            <a:spLocks noGrp="1"/>
          </p:cNvSpPr>
          <p:nvPr>
            <p:ph idx="1"/>
          </p:nvPr>
        </p:nvSpPr>
        <p:spPr/>
        <p:txBody>
          <a:bodyPr/>
          <a:lstStyle/>
          <a:p>
            <a:r>
              <a:rPr lang="en-IN" b="0" i="0" dirty="0">
                <a:solidFill>
                  <a:srgbClr val="3B3835"/>
                </a:solidFill>
                <a:effectLst/>
                <a:latin typeface="HelveticaNeue-Light"/>
              </a:rPr>
              <a:t>Identify genes responsible for diseases. </a:t>
            </a:r>
          </a:p>
          <a:p>
            <a:pPr lvl="1"/>
            <a:r>
              <a:rPr lang="en-IN" b="0" i="0" dirty="0">
                <a:solidFill>
                  <a:srgbClr val="3B3835"/>
                </a:solidFill>
                <a:effectLst/>
                <a:latin typeface="HelveticaNeue-Light"/>
              </a:rPr>
              <a:t>Heritable diseases</a:t>
            </a:r>
          </a:p>
          <a:p>
            <a:pPr lvl="1"/>
            <a:r>
              <a:rPr lang="en-IN" b="0" i="0" dirty="0">
                <a:solidFill>
                  <a:srgbClr val="3B3835"/>
                </a:solidFill>
                <a:effectLst/>
                <a:latin typeface="HelveticaNeue-Light"/>
              </a:rPr>
              <a:t>Cancer</a:t>
            </a:r>
          </a:p>
          <a:p>
            <a:endParaRPr lang="en-IN" b="0" i="0" dirty="0">
              <a:solidFill>
                <a:srgbClr val="3B3835"/>
              </a:solidFill>
              <a:effectLst/>
              <a:latin typeface="HelveticaNeue-Light"/>
            </a:endParaRPr>
          </a:p>
          <a:p>
            <a:r>
              <a:rPr lang="en-IN" b="0" i="0" dirty="0">
                <a:solidFill>
                  <a:srgbClr val="3B3835"/>
                </a:solidFill>
                <a:effectLst/>
                <a:latin typeface="HelveticaNeue-Light"/>
              </a:rPr>
              <a:t>Identify genes responsible for traits. </a:t>
            </a:r>
          </a:p>
          <a:p>
            <a:pPr lvl="1"/>
            <a:r>
              <a:rPr lang="en-IN" b="0" i="0" dirty="0">
                <a:solidFill>
                  <a:srgbClr val="3B3835"/>
                </a:solidFill>
                <a:effectLst/>
                <a:latin typeface="HelveticaNeue-Light"/>
              </a:rPr>
              <a:t>Plants or Animals </a:t>
            </a:r>
          </a:p>
          <a:p>
            <a:pPr lvl="1"/>
            <a:r>
              <a:rPr lang="en-IN" b="0" i="0" dirty="0">
                <a:solidFill>
                  <a:srgbClr val="3B3835"/>
                </a:solidFill>
                <a:effectLst/>
                <a:latin typeface="HelveticaNeue-Light"/>
              </a:rPr>
              <a:t>Disease resistance </a:t>
            </a:r>
          </a:p>
          <a:p>
            <a:pPr lvl="1"/>
            <a:r>
              <a:rPr lang="en-IN" b="0" i="0" dirty="0">
                <a:solidFill>
                  <a:srgbClr val="3B3835"/>
                </a:solidFill>
                <a:effectLst/>
                <a:latin typeface="HelveticaNeue-Light"/>
              </a:rPr>
              <a:t>Meat or Milk Production</a:t>
            </a:r>
            <a:endParaRPr lang="en-IN" dirty="0"/>
          </a:p>
        </p:txBody>
      </p:sp>
      <p:sp>
        <p:nvSpPr>
          <p:cNvPr id="4" name="Slide Number Placeholder 3">
            <a:extLst>
              <a:ext uri="{FF2B5EF4-FFF2-40B4-BE49-F238E27FC236}">
                <a16:creationId xmlns="" xmlns:a16="http://schemas.microsoft.com/office/drawing/2014/main" id="{9177D2C6-2FB3-42C5-890A-C820ABFBF8A8}"/>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3474766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r>
              <a:rPr lang="en-US" sz="3600" dirty="0">
                <a:latin typeface="Casper Bold"/>
              </a:rPr>
              <a:t> </a:t>
            </a:r>
          </a:p>
        </p:txBody>
      </p:sp>
      <p:sp>
        <p:nvSpPr>
          <p:cNvPr id="3" name="Content Placeholder 2"/>
          <p:cNvSpPr>
            <a:spLocks noGrp="1"/>
          </p:cNvSpPr>
          <p:nvPr>
            <p:ph idx="1"/>
          </p:nvPr>
        </p:nvSpPr>
        <p:spPr/>
        <p:txBody>
          <a:bodyPr>
            <a:normAutofit/>
          </a:bodyPr>
          <a:lstStyle/>
          <a:p>
            <a:pPr lvl="0"/>
            <a:endParaRPr lang="en-IN" sz="1800" dirty="0">
              <a:latin typeface="Times New Roman" pitchFamily="18" charset="0"/>
              <a:cs typeface="Times New Roman" pitchFamily="18" charset="0"/>
            </a:endParaRPr>
          </a:p>
          <a:p>
            <a:pPr lvl="0"/>
            <a:r>
              <a:rPr lang="en-IN" sz="1800" dirty="0">
                <a:latin typeface="Times New Roman" pitchFamily="18" charset="0"/>
                <a:cs typeface="Times New Roman" pitchFamily="18" charset="0"/>
              </a:rPr>
              <a:t>Gupta, P.K.. Cytology, Genetics and Molecular Biology,</a:t>
            </a:r>
            <a:r>
              <a:rPr lang="en-IN" sz="1800" i="1" dirty="0">
                <a:latin typeface="Times New Roman" pitchFamily="18" charset="0"/>
                <a:cs typeface="Times New Roman" pitchFamily="18" charset="0"/>
              </a:rPr>
              <a:t> </a:t>
            </a:r>
            <a:r>
              <a:rPr lang="en-IN" sz="1800" dirty="0" err="1">
                <a:latin typeface="Times New Roman" pitchFamily="18" charset="0"/>
                <a:cs typeface="Times New Roman" pitchFamily="18" charset="0"/>
              </a:rPr>
              <a:t>Rastogi</a:t>
            </a:r>
            <a:r>
              <a:rPr lang="en-IN" sz="1800" dirty="0">
                <a:latin typeface="Times New Roman" pitchFamily="18" charset="0"/>
                <a:cs typeface="Times New Roman" pitchFamily="18" charset="0"/>
              </a:rPr>
              <a:t> Publishers, Meerut, 1993.</a:t>
            </a:r>
          </a:p>
          <a:p>
            <a:pPr lvl="0"/>
            <a:r>
              <a:rPr lang="en-IN" sz="1800" dirty="0" err="1">
                <a:latin typeface="Times New Roman" pitchFamily="18" charset="0"/>
                <a:cs typeface="Times New Roman" pitchFamily="18" charset="0"/>
              </a:rPr>
              <a:t>Roit</a:t>
            </a:r>
            <a:r>
              <a:rPr lang="en-IN" sz="1800" dirty="0">
                <a:latin typeface="Times New Roman" pitchFamily="18" charset="0"/>
                <a:cs typeface="Times New Roman" pitchFamily="18" charset="0"/>
              </a:rPr>
              <a:t> I.M., </a:t>
            </a:r>
            <a:r>
              <a:rPr lang="en-IN" sz="1800" dirty="0" err="1">
                <a:latin typeface="Times New Roman" pitchFamily="18" charset="0"/>
                <a:cs typeface="Times New Roman" pitchFamily="18" charset="0"/>
              </a:rPr>
              <a:t>Brostoff</a:t>
            </a:r>
            <a:r>
              <a:rPr lang="en-IN" sz="1800" dirty="0">
                <a:latin typeface="Times New Roman" pitchFamily="18" charset="0"/>
                <a:cs typeface="Times New Roman" pitchFamily="18" charset="0"/>
              </a:rPr>
              <a:t> J. and Male D. Mosby .Immunology (6 </a:t>
            </a:r>
            <a:r>
              <a:rPr lang="en-IN" sz="1800" dirty="0" err="1">
                <a:latin typeface="Times New Roman" pitchFamily="18" charset="0"/>
                <a:cs typeface="Times New Roman" pitchFamily="18" charset="0"/>
              </a:rPr>
              <a:t>th</a:t>
            </a:r>
            <a:r>
              <a:rPr lang="en-IN" sz="1800" dirty="0">
                <a:latin typeface="Times New Roman" pitchFamily="18" charset="0"/>
                <a:cs typeface="Times New Roman" pitchFamily="18" charset="0"/>
              </a:rPr>
              <a:t> Edition) by, An imprint of Elsevier </a:t>
            </a:r>
            <a:r>
              <a:rPr lang="en-IN" sz="1800" dirty="0" err="1">
                <a:latin typeface="Times New Roman" pitchFamily="18" charset="0"/>
                <a:cs typeface="Times New Roman" pitchFamily="18" charset="0"/>
              </a:rPr>
              <a:t>Sci</a:t>
            </a:r>
            <a:r>
              <a:rPr lang="en-IN" sz="1800" dirty="0">
                <a:latin typeface="Times New Roman" pitchFamily="18" charset="0"/>
                <a:cs typeface="Times New Roman" pitchFamily="18" charset="0"/>
              </a:rPr>
              <a:t> Ltd., 2002.</a:t>
            </a:r>
          </a:p>
          <a:p>
            <a:pPr lvl="0"/>
            <a:r>
              <a:rPr lang="en-IN" sz="1800" u="sng" dirty="0">
                <a:latin typeface="Times New Roman" pitchFamily="18" charset="0"/>
                <a:cs typeface="Times New Roman" pitchFamily="18" charset="0"/>
                <a:hlinkClick r:id="rId2"/>
              </a:rPr>
              <a:t>https://nptel.ac.in/courses/121/106/121106008/</a:t>
            </a:r>
            <a:endParaRPr lang="en-IN" sz="1800" dirty="0">
              <a:latin typeface="Times New Roman" pitchFamily="18" charset="0"/>
              <a:cs typeface="Times New Roman" pitchFamily="18" charset="0"/>
            </a:endParaRPr>
          </a:p>
          <a:p>
            <a:pPr lvl="0"/>
            <a:r>
              <a:rPr lang="en-IN" sz="1800" u="sng" dirty="0">
                <a:latin typeface="Times New Roman" pitchFamily="18" charset="0"/>
                <a:cs typeface="Times New Roman" pitchFamily="18" charset="0"/>
                <a:hlinkClick r:id="rId3"/>
              </a:rPr>
              <a:t>https://www.utoledo.edu/engineering/bioengineering/undergrad/prospective/whatisbioe.html#:~:text=Bioengineering%20is%20the%20application%20of,health%20care%20and%20other%20fields.</a:t>
            </a:r>
            <a:endParaRPr lang="en-IN" sz="1800" dirty="0">
              <a:latin typeface="Times New Roman" pitchFamily="18" charset="0"/>
              <a:cs typeface="Times New Roman" pitchFamily="18" charset="0"/>
            </a:endParaRPr>
          </a:p>
          <a:p>
            <a:pPr lvl="0"/>
            <a:r>
              <a:rPr lang="en-US" sz="1800" u="sng" dirty="0">
                <a:latin typeface="Times New Roman" pitchFamily="18" charset="0"/>
                <a:cs typeface="Times New Roman" pitchFamily="18" charset="0"/>
                <a:hlinkClick r:id="rId4"/>
              </a:rPr>
              <a:t>https://i.pinimg.com/originals/68/c9/30/68c930e95113ceb2e3dfc9de2f164680.png</a:t>
            </a:r>
            <a:endParaRPr lang="en-US" sz="1800" u="sng" dirty="0">
              <a:latin typeface="Times New Roman" pitchFamily="18" charset="0"/>
              <a:cs typeface="Times New Roman" pitchFamily="18" charset="0"/>
            </a:endParaRPr>
          </a:p>
          <a:p>
            <a:pPr lvl="0"/>
            <a:r>
              <a:rPr lang="en-IN" sz="1800" dirty="0">
                <a:latin typeface="Times New Roman" pitchFamily="18" charset="0"/>
                <a:cs typeface="Times New Roman" pitchFamily="18" charset="0"/>
                <a:hlinkClick r:id="rId5"/>
              </a:rPr>
              <a:t>https://youtu.be/FBUpnG1G4yQ</a:t>
            </a:r>
            <a:endParaRPr lang="en-IN" sz="1800" dirty="0">
              <a:latin typeface="Times New Roman" pitchFamily="18" charset="0"/>
              <a:cs typeface="Times New Roman" pitchFamily="18" charset="0"/>
            </a:endParaRPr>
          </a:p>
          <a:p>
            <a:pPr marL="0" lvl="0" indent="0">
              <a:buNone/>
            </a:pPr>
            <a:endParaRPr lang="en-IN" sz="18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srgbClr val="FF0000"/>
                </a:solidFill>
              </a:rPr>
              <a:pPr/>
              <a:t>32</a:t>
            </a:fld>
            <a:r>
              <a:rPr lang="en-US" dirty="0">
                <a:solidFill>
                  <a:srgbClr val="FF0000"/>
                </a:solidFill>
              </a:rPr>
              <a:t>/10</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050" name="CorelDRAW" r:id="rId3" imgW="2169000" imgH="2169360" progId="">
                    <p:embed/>
                  </p:oleObj>
                </mc:Choice>
                <mc:Fallback>
                  <p:oleObj name="CorelDRAW" r:id="rId3" imgW="2169000" imgH="2169360" progId="">
                    <p:embed/>
                    <p:pic>
                      <p:nvPicPr>
                        <p:cNvPr id="33" name="Object 32">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2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3805</TotalTime>
  <Words>1772</Words>
  <Application>Microsoft Office PowerPoint</Application>
  <PresentationFormat>Widescreen</PresentationFormat>
  <Paragraphs>236</Paragraphs>
  <Slides>33</Slides>
  <Notes>2</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52" baseType="lpstr">
      <vt:lpstr>Arial Unicode MS</vt:lpstr>
      <vt:lpstr>MS PGothic</vt:lpstr>
      <vt:lpstr>SimSun</vt:lpstr>
      <vt:lpstr>Arial</vt:lpstr>
      <vt:lpstr>Calibri</vt:lpstr>
      <vt:lpstr>Calibri Light</vt:lpstr>
      <vt:lpstr>Cambria</vt:lpstr>
      <vt:lpstr>Casper</vt:lpstr>
      <vt:lpstr>Casper Bold</vt:lpstr>
      <vt:lpstr>HelveticaNeue-Light</vt:lpstr>
      <vt:lpstr>Karla</vt:lpstr>
      <vt:lpstr>Open Sans</vt:lpstr>
      <vt:lpstr>Raleway ExtraBold</vt:lpstr>
      <vt:lpstr>Segoe UI</vt:lpstr>
      <vt:lpstr>Times New Roman</vt:lpstr>
      <vt:lpstr>Wingdings</vt:lpstr>
      <vt:lpstr>Contents Slide Master</vt:lpstr>
      <vt:lpstr>2_Office Theme</vt:lpstr>
      <vt:lpstr>CorelDRAW</vt:lpstr>
      <vt:lpstr>PowerPoint Presentation</vt:lpstr>
      <vt:lpstr>INTRODUCTION </vt:lpstr>
      <vt:lpstr>INTRODUCTION </vt:lpstr>
      <vt:lpstr>SYLLABUS   </vt:lpstr>
      <vt:lpstr>Gene Interaction  and  Gene Mapping </vt:lpstr>
      <vt:lpstr>Gene Interaction </vt:lpstr>
      <vt:lpstr>PowerPoint Presentation</vt:lpstr>
      <vt:lpstr>Gene Interaction </vt:lpstr>
      <vt:lpstr>PowerPoint Presentation</vt:lpstr>
      <vt:lpstr>PowerPoint Presentation</vt:lpstr>
      <vt:lpstr>Types of Gene Interaction</vt:lpstr>
      <vt:lpstr>Incomplete Dominance</vt:lpstr>
      <vt:lpstr>Incomplete Dominance</vt:lpstr>
      <vt:lpstr>CODOMINANCE</vt:lpstr>
      <vt:lpstr>Codominance Example: Rhodedendron</vt:lpstr>
      <vt:lpstr>MULTIPLE ALLELES</vt:lpstr>
      <vt:lpstr>Blood Type</vt:lpstr>
      <vt:lpstr>Blood type displays both Co-dominance and Complete dominance</vt:lpstr>
      <vt:lpstr>PowerPoint Presentation</vt:lpstr>
      <vt:lpstr>Blood Type Inheritance Rules:</vt:lpstr>
      <vt:lpstr>Blood Type Problems</vt:lpstr>
      <vt:lpstr>Blood Type Problems</vt:lpstr>
      <vt:lpstr>Epistasis</vt:lpstr>
      <vt:lpstr>Difference between Dominance and Epistasis</vt:lpstr>
      <vt:lpstr>GENE MAPPING</vt:lpstr>
      <vt:lpstr>GENE MAPPING</vt:lpstr>
      <vt:lpstr>GENETIC MAPPING</vt:lpstr>
      <vt:lpstr>Types of Gene Mapping</vt:lpstr>
      <vt:lpstr>Genetic Mapping</vt:lpstr>
      <vt:lpstr>Physical Mapping</vt:lpstr>
      <vt:lpstr>Uses of Gene Mapping</vt:lpstr>
      <vt:lpstr>REFERENCES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293</cp:revision>
  <dcterms:created xsi:type="dcterms:W3CDTF">2019-01-09T10:33:58Z</dcterms:created>
  <dcterms:modified xsi:type="dcterms:W3CDTF">2023-06-14T14:11:36Z</dcterms:modified>
</cp:coreProperties>
</file>