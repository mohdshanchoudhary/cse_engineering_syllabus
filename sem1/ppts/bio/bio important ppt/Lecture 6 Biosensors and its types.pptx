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7"/>
  </p:notesMasterIdLst>
  <p:handoutMasterIdLst>
    <p:handoutMasterId r:id="rId38"/>
  </p:handoutMasterIdLst>
  <p:sldIdLst>
    <p:sldId id="375" r:id="rId3"/>
    <p:sldId id="381" r:id="rId4"/>
    <p:sldId id="494" r:id="rId5"/>
    <p:sldId id="444" r:id="rId6"/>
    <p:sldId id="446" r:id="rId7"/>
    <p:sldId id="445" r:id="rId8"/>
    <p:sldId id="450" r:id="rId9"/>
    <p:sldId id="453" r:id="rId10"/>
    <p:sldId id="506" r:id="rId11"/>
    <p:sldId id="456" r:id="rId12"/>
    <p:sldId id="457" r:id="rId13"/>
    <p:sldId id="449" r:id="rId14"/>
    <p:sldId id="459" r:id="rId15"/>
    <p:sldId id="458" r:id="rId16"/>
    <p:sldId id="517" r:id="rId17"/>
    <p:sldId id="507" r:id="rId18"/>
    <p:sldId id="509" r:id="rId19"/>
    <p:sldId id="510" r:id="rId20"/>
    <p:sldId id="503" r:id="rId21"/>
    <p:sldId id="519" r:id="rId22"/>
    <p:sldId id="525" r:id="rId23"/>
    <p:sldId id="526" r:id="rId24"/>
    <p:sldId id="520" r:id="rId25"/>
    <p:sldId id="521" r:id="rId26"/>
    <p:sldId id="432" r:id="rId27"/>
    <p:sldId id="522" r:id="rId28"/>
    <p:sldId id="523" r:id="rId29"/>
    <p:sldId id="524" r:id="rId30"/>
    <p:sldId id="486" r:id="rId31"/>
    <p:sldId id="528" r:id="rId32"/>
    <p:sldId id="487" r:id="rId33"/>
    <p:sldId id="492" r:id="rId34"/>
    <p:sldId id="518" r:id="rId35"/>
    <p:sldId id="279" r:id="rId36"/>
  </p:sldIdLst>
  <p:sldSz cx="12192000" cy="6858000"/>
  <p:notesSz cx="6858000" cy="9144000"/>
  <p:custShowLst>
    <p:custShow name="Custom Show 1" id="0">
      <p:sldLst/>
    </p:custShow>
  </p:custShowLst>
  <p:custDataLst>
    <p:tags r:id="rId3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842" autoAdjust="0"/>
  </p:normalViewPr>
  <p:slideViewPr>
    <p:cSldViewPr snapToGrid="0">
      <p:cViewPr>
        <p:scale>
          <a:sx n="66" d="100"/>
          <a:sy n="66" d="100"/>
        </p:scale>
        <p:origin x="1330" y="499"/>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gs" Target="tags/tag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inder Kaur" userId="89161a673412ba18" providerId="LiveId" clId="{C45FDB52-254C-4C2A-9581-41EEB7331BB5}"/>
    <pc:docChg chg="undo redo custSel addSld delSld modSld sldOrd modShowInfo">
      <pc:chgData name="Devinder Kaur" userId="89161a673412ba18" providerId="LiveId" clId="{C45FDB52-254C-4C2A-9581-41EEB7331BB5}" dt="2021-12-08T09:43:03.301" v="3373"/>
      <pc:docMkLst>
        <pc:docMk/>
      </pc:docMkLst>
      <pc:sldChg chg="addSp delSp modSp del mod">
        <pc:chgData name="Devinder Kaur" userId="89161a673412ba18" providerId="LiveId" clId="{C45FDB52-254C-4C2A-9581-41EEB7331BB5}" dt="2021-12-08T06:14:18.657" v="2253" actId="47"/>
        <pc:sldMkLst>
          <pc:docMk/>
          <pc:sldMk cId="0" sldId="268"/>
        </pc:sldMkLst>
        <pc:spChg chg="add mod">
          <ac:chgData name="Devinder Kaur" userId="89161a673412ba18" providerId="LiveId" clId="{C45FDB52-254C-4C2A-9581-41EEB7331BB5}" dt="2021-12-01T06:52:10.109" v="1051" actId="1037"/>
          <ac:spMkLst>
            <pc:docMk/>
            <pc:sldMk cId="0" sldId="268"/>
            <ac:spMk id="4" creationId="{8430C957-160C-47D9-94C4-BB28EB4CD3A7}"/>
          </ac:spMkLst>
        </pc:spChg>
        <pc:spChg chg="add mod">
          <ac:chgData name="Devinder Kaur" userId="89161a673412ba18" providerId="LiveId" clId="{C45FDB52-254C-4C2A-9581-41EEB7331BB5}" dt="2021-12-01T06:51:04.627" v="1024" actId="27636"/>
          <ac:spMkLst>
            <pc:docMk/>
            <pc:sldMk cId="0" sldId="268"/>
            <ac:spMk id="5" creationId="{C3DCCC13-44D7-4DD7-AC62-3C2ECBC25F9E}"/>
          </ac:spMkLst>
        </pc:spChg>
        <pc:spChg chg="add mod">
          <ac:chgData name="Devinder Kaur" userId="89161a673412ba18" providerId="LiveId" clId="{C45FDB52-254C-4C2A-9581-41EEB7331BB5}" dt="2021-12-01T06:51:49.162" v="1045" actId="20577"/>
          <ac:spMkLst>
            <pc:docMk/>
            <pc:sldMk cId="0" sldId="268"/>
            <ac:spMk id="8" creationId="{29187BBA-5C80-40C8-B2AA-057CDDE1003F}"/>
          </ac:spMkLst>
        </pc:spChg>
        <pc:spChg chg="mod">
          <ac:chgData name="Devinder Kaur" userId="89161a673412ba18" providerId="LiveId" clId="{C45FDB52-254C-4C2A-9581-41EEB7331BB5}" dt="2021-12-01T06:51:27.808" v="1036" actId="1036"/>
          <ac:spMkLst>
            <pc:docMk/>
            <pc:sldMk cId="0" sldId="268"/>
            <ac:spMk id="17410" creationId="{8C5E6002-D80E-48FA-9CDF-94D0F53F89C9}"/>
          </ac:spMkLst>
        </pc:spChg>
        <pc:picChg chg="add del mod">
          <ac:chgData name="Devinder Kaur" userId="89161a673412ba18" providerId="LiveId" clId="{C45FDB52-254C-4C2A-9581-41EEB7331BB5}" dt="2021-12-01T05:34:16.525" v="659" actId="21"/>
          <ac:picMkLst>
            <pc:docMk/>
            <pc:sldMk cId="0" sldId="268"/>
            <ac:picMk id="6" creationId="{B9CF3786-CBA8-4CD8-A47D-3FDF9663A5BA}"/>
          </ac:picMkLst>
        </pc:picChg>
      </pc:sldChg>
      <pc:sldChg chg="modSp del mod">
        <pc:chgData name="Devinder Kaur" userId="89161a673412ba18" providerId="LiveId" clId="{C45FDB52-254C-4C2A-9581-41EEB7331BB5}" dt="2021-12-08T06:14:18.657" v="2253" actId="47"/>
        <pc:sldMkLst>
          <pc:docMk/>
          <pc:sldMk cId="0" sldId="273"/>
        </pc:sldMkLst>
        <pc:spChg chg="mod">
          <ac:chgData name="Devinder Kaur" userId="89161a673412ba18" providerId="LiveId" clId="{C45FDB52-254C-4C2A-9581-41EEB7331BB5}" dt="2021-12-01T09:24:39.447" v="2103" actId="207"/>
          <ac:spMkLst>
            <pc:docMk/>
            <pc:sldMk cId="0" sldId="273"/>
            <ac:spMk id="28678" creationId="{EF798E31-CEF4-4165-8984-F0CF03E0679B}"/>
          </ac:spMkLst>
        </pc:spChg>
        <pc:spChg chg="mod">
          <ac:chgData name="Devinder Kaur" userId="89161a673412ba18" providerId="LiveId" clId="{C45FDB52-254C-4C2A-9581-41EEB7331BB5}" dt="2021-12-01T09:24:14.274" v="2100" actId="404"/>
          <ac:spMkLst>
            <pc:docMk/>
            <pc:sldMk cId="0" sldId="273"/>
            <ac:spMk id="28684" creationId="{0BF5DE61-0D9B-49C6-B2DA-AD959EDB6F19}"/>
          </ac:spMkLst>
        </pc:spChg>
        <pc:spChg chg="mod">
          <ac:chgData name="Devinder Kaur" userId="89161a673412ba18" providerId="LiveId" clId="{C45FDB52-254C-4C2A-9581-41EEB7331BB5}" dt="2021-12-01T09:23:18.190" v="2055" actId="1037"/>
          <ac:spMkLst>
            <pc:docMk/>
            <pc:sldMk cId="0" sldId="273"/>
            <ac:spMk id="28685" creationId="{666F4D68-0558-4770-8AC2-D8EE20881C4C}"/>
          </ac:spMkLst>
        </pc:spChg>
        <pc:spChg chg="mod">
          <ac:chgData name="Devinder Kaur" userId="89161a673412ba18" providerId="LiveId" clId="{C45FDB52-254C-4C2A-9581-41EEB7331BB5}" dt="2021-12-01T09:23:38.826" v="2061" actId="1036"/>
          <ac:spMkLst>
            <pc:docMk/>
            <pc:sldMk cId="0" sldId="273"/>
            <ac:spMk id="28686" creationId="{31CBCAF9-EE59-4550-83A3-E0FEB188FC9A}"/>
          </ac:spMkLst>
        </pc:spChg>
        <pc:spChg chg="mod">
          <ac:chgData name="Devinder Kaur" userId="89161a673412ba18" providerId="LiveId" clId="{C45FDB52-254C-4C2A-9581-41EEB7331BB5}" dt="2021-12-01T09:23:50.267" v="2071" actId="1038"/>
          <ac:spMkLst>
            <pc:docMk/>
            <pc:sldMk cId="0" sldId="273"/>
            <ac:spMk id="28687" creationId="{672EB2B4-DA86-4E93-A780-44BC74FAA536}"/>
          </ac:spMkLst>
        </pc:spChg>
        <pc:spChg chg="mod">
          <ac:chgData name="Devinder Kaur" userId="89161a673412ba18" providerId="LiveId" clId="{C45FDB52-254C-4C2A-9581-41EEB7331BB5}" dt="2021-12-01T09:24:05.781" v="2097" actId="1035"/>
          <ac:spMkLst>
            <pc:docMk/>
            <pc:sldMk cId="0" sldId="273"/>
            <ac:spMk id="28688" creationId="{ECF6759C-2B13-4C58-A66C-44A1D76117B2}"/>
          </ac:spMkLst>
        </pc:spChg>
      </pc:sldChg>
      <pc:sldChg chg="modSp mod">
        <pc:chgData name="Devinder Kaur" userId="89161a673412ba18" providerId="LiveId" clId="{C45FDB52-254C-4C2A-9581-41EEB7331BB5}" dt="2021-11-30T09:24:19.306" v="60" actId="20577"/>
        <pc:sldMkLst>
          <pc:docMk/>
          <pc:sldMk cId="2656501266" sldId="279"/>
        </pc:sldMkLst>
        <pc:spChg chg="mod">
          <ac:chgData name="Devinder Kaur" userId="89161a673412ba18" providerId="LiveId" clId="{C45FDB52-254C-4C2A-9581-41EEB7331BB5}" dt="2021-11-30T09:24:19.306" v="60" actId="20577"/>
          <ac:spMkLst>
            <pc:docMk/>
            <pc:sldMk cId="2656501266" sldId="279"/>
            <ac:spMk id="2" creationId="{00000000-0000-0000-0000-000000000000}"/>
          </ac:spMkLst>
        </pc:spChg>
      </pc:sldChg>
      <pc:sldChg chg="del ord">
        <pc:chgData name="Devinder Kaur" userId="89161a673412ba18" providerId="LiveId" clId="{C45FDB52-254C-4C2A-9581-41EEB7331BB5}" dt="2021-11-30T09:24:47.014" v="62" actId="47"/>
        <pc:sldMkLst>
          <pc:docMk/>
          <pc:sldMk cId="404884544" sldId="309"/>
        </pc:sldMkLst>
      </pc:sldChg>
      <pc:sldChg chg="del">
        <pc:chgData name="Devinder Kaur" userId="89161a673412ba18" providerId="LiveId" clId="{C45FDB52-254C-4C2A-9581-41EEB7331BB5}" dt="2021-11-30T09:24:47.014" v="62" actId="47"/>
        <pc:sldMkLst>
          <pc:docMk/>
          <pc:sldMk cId="3534053751" sldId="351"/>
        </pc:sldMkLst>
      </pc:sldChg>
      <pc:sldChg chg="del">
        <pc:chgData name="Devinder Kaur" userId="89161a673412ba18" providerId="LiveId" clId="{C45FDB52-254C-4C2A-9581-41EEB7331BB5}" dt="2021-11-30T09:24:47.014" v="62" actId="47"/>
        <pc:sldMkLst>
          <pc:docMk/>
          <pc:sldMk cId="3334034980" sldId="352"/>
        </pc:sldMkLst>
      </pc:sldChg>
      <pc:sldChg chg="del">
        <pc:chgData name="Devinder Kaur" userId="89161a673412ba18" providerId="LiveId" clId="{C45FDB52-254C-4C2A-9581-41EEB7331BB5}" dt="2021-11-30T09:24:47.014" v="62" actId="47"/>
        <pc:sldMkLst>
          <pc:docMk/>
          <pc:sldMk cId="3138179749" sldId="353"/>
        </pc:sldMkLst>
      </pc:sldChg>
      <pc:sldChg chg="del">
        <pc:chgData name="Devinder Kaur" userId="89161a673412ba18" providerId="LiveId" clId="{C45FDB52-254C-4C2A-9581-41EEB7331BB5}" dt="2021-11-30T09:24:47.014" v="62" actId="47"/>
        <pc:sldMkLst>
          <pc:docMk/>
          <pc:sldMk cId="1237097244" sldId="354"/>
        </pc:sldMkLst>
      </pc:sldChg>
      <pc:sldChg chg="del">
        <pc:chgData name="Devinder Kaur" userId="89161a673412ba18" providerId="LiveId" clId="{C45FDB52-254C-4C2A-9581-41EEB7331BB5}" dt="2021-11-30T09:24:47.014" v="62" actId="47"/>
        <pc:sldMkLst>
          <pc:docMk/>
          <pc:sldMk cId="4283765276" sldId="355"/>
        </pc:sldMkLst>
      </pc:sldChg>
      <pc:sldChg chg="del">
        <pc:chgData name="Devinder Kaur" userId="89161a673412ba18" providerId="LiveId" clId="{C45FDB52-254C-4C2A-9581-41EEB7331BB5}" dt="2021-11-30T09:24:47.014" v="62" actId="47"/>
        <pc:sldMkLst>
          <pc:docMk/>
          <pc:sldMk cId="3018643434" sldId="356"/>
        </pc:sldMkLst>
      </pc:sldChg>
      <pc:sldChg chg="del">
        <pc:chgData name="Devinder Kaur" userId="89161a673412ba18" providerId="LiveId" clId="{C45FDB52-254C-4C2A-9581-41EEB7331BB5}" dt="2021-11-30T09:24:47.014" v="62" actId="47"/>
        <pc:sldMkLst>
          <pc:docMk/>
          <pc:sldMk cId="2744335753" sldId="357"/>
        </pc:sldMkLst>
      </pc:sldChg>
      <pc:sldChg chg="del">
        <pc:chgData name="Devinder Kaur" userId="89161a673412ba18" providerId="LiveId" clId="{C45FDB52-254C-4C2A-9581-41EEB7331BB5}" dt="2021-11-30T09:24:47.014" v="62" actId="47"/>
        <pc:sldMkLst>
          <pc:docMk/>
          <pc:sldMk cId="805093627" sldId="358"/>
        </pc:sldMkLst>
      </pc:sldChg>
      <pc:sldChg chg="del">
        <pc:chgData name="Devinder Kaur" userId="89161a673412ba18" providerId="LiveId" clId="{C45FDB52-254C-4C2A-9581-41EEB7331BB5}" dt="2021-11-30T09:24:47.014" v="62" actId="47"/>
        <pc:sldMkLst>
          <pc:docMk/>
          <pc:sldMk cId="3647725317" sldId="359"/>
        </pc:sldMkLst>
      </pc:sldChg>
      <pc:sldChg chg="del">
        <pc:chgData name="Devinder Kaur" userId="89161a673412ba18" providerId="LiveId" clId="{C45FDB52-254C-4C2A-9581-41EEB7331BB5}" dt="2021-11-30T09:24:47.014" v="62" actId="47"/>
        <pc:sldMkLst>
          <pc:docMk/>
          <pc:sldMk cId="2719181194" sldId="360"/>
        </pc:sldMkLst>
      </pc:sldChg>
      <pc:sldChg chg="del">
        <pc:chgData name="Devinder Kaur" userId="89161a673412ba18" providerId="LiveId" clId="{C45FDB52-254C-4C2A-9581-41EEB7331BB5}" dt="2021-11-30T09:24:47.014" v="62" actId="47"/>
        <pc:sldMkLst>
          <pc:docMk/>
          <pc:sldMk cId="1893918163" sldId="361"/>
        </pc:sldMkLst>
      </pc:sldChg>
      <pc:sldChg chg="del">
        <pc:chgData name="Devinder Kaur" userId="89161a673412ba18" providerId="LiveId" clId="{C45FDB52-254C-4C2A-9581-41EEB7331BB5}" dt="2021-11-30T09:24:47.014" v="62" actId="47"/>
        <pc:sldMkLst>
          <pc:docMk/>
          <pc:sldMk cId="2782398734" sldId="362"/>
        </pc:sldMkLst>
      </pc:sldChg>
      <pc:sldChg chg="del">
        <pc:chgData name="Devinder Kaur" userId="89161a673412ba18" providerId="LiveId" clId="{C45FDB52-254C-4C2A-9581-41EEB7331BB5}" dt="2021-11-30T09:24:47.014" v="62" actId="47"/>
        <pc:sldMkLst>
          <pc:docMk/>
          <pc:sldMk cId="2418395820" sldId="363"/>
        </pc:sldMkLst>
      </pc:sldChg>
      <pc:sldChg chg="del">
        <pc:chgData name="Devinder Kaur" userId="89161a673412ba18" providerId="LiveId" clId="{C45FDB52-254C-4C2A-9581-41EEB7331BB5}" dt="2021-11-30T09:24:47.014" v="62" actId="47"/>
        <pc:sldMkLst>
          <pc:docMk/>
          <pc:sldMk cId="2322538186" sldId="364"/>
        </pc:sldMkLst>
      </pc:sldChg>
      <pc:sldChg chg="del">
        <pc:chgData name="Devinder Kaur" userId="89161a673412ba18" providerId="LiveId" clId="{C45FDB52-254C-4C2A-9581-41EEB7331BB5}" dt="2021-11-30T09:24:47.014" v="62" actId="47"/>
        <pc:sldMkLst>
          <pc:docMk/>
          <pc:sldMk cId="1651238722" sldId="365"/>
        </pc:sldMkLst>
      </pc:sldChg>
      <pc:sldChg chg="del">
        <pc:chgData name="Devinder Kaur" userId="89161a673412ba18" providerId="LiveId" clId="{C45FDB52-254C-4C2A-9581-41EEB7331BB5}" dt="2021-11-30T09:24:47.014" v="62" actId="47"/>
        <pc:sldMkLst>
          <pc:docMk/>
          <pc:sldMk cId="4275656088" sldId="366"/>
        </pc:sldMkLst>
      </pc:sldChg>
      <pc:sldChg chg="del">
        <pc:chgData name="Devinder Kaur" userId="89161a673412ba18" providerId="LiveId" clId="{C45FDB52-254C-4C2A-9581-41EEB7331BB5}" dt="2021-11-30T09:24:47.014" v="62" actId="47"/>
        <pc:sldMkLst>
          <pc:docMk/>
          <pc:sldMk cId="2331036608" sldId="367"/>
        </pc:sldMkLst>
      </pc:sldChg>
      <pc:sldChg chg="del">
        <pc:chgData name="Devinder Kaur" userId="89161a673412ba18" providerId="LiveId" clId="{C45FDB52-254C-4C2A-9581-41EEB7331BB5}" dt="2021-11-30T09:24:47.014" v="62" actId="47"/>
        <pc:sldMkLst>
          <pc:docMk/>
          <pc:sldMk cId="3905390402" sldId="368"/>
        </pc:sldMkLst>
      </pc:sldChg>
      <pc:sldChg chg="del">
        <pc:chgData name="Devinder Kaur" userId="89161a673412ba18" providerId="LiveId" clId="{C45FDB52-254C-4C2A-9581-41EEB7331BB5}" dt="2021-11-30T09:24:47.014" v="62" actId="47"/>
        <pc:sldMkLst>
          <pc:docMk/>
          <pc:sldMk cId="2771065630" sldId="369"/>
        </pc:sldMkLst>
      </pc:sldChg>
      <pc:sldChg chg="del">
        <pc:chgData name="Devinder Kaur" userId="89161a673412ba18" providerId="LiveId" clId="{C45FDB52-254C-4C2A-9581-41EEB7331BB5}" dt="2021-11-30T09:24:47.014" v="62" actId="47"/>
        <pc:sldMkLst>
          <pc:docMk/>
          <pc:sldMk cId="1147662509" sldId="370"/>
        </pc:sldMkLst>
      </pc:sldChg>
      <pc:sldChg chg="modSp del mod">
        <pc:chgData name="Devinder Kaur" userId="89161a673412ba18" providerId="LiveId" clId="{C45FDB52-254C-4C2A-9581-41EEB7331BB5}" dt="2021-11-30T09:24:47.014" v="62" actId="47"/>
        <pc:sldMkLst>
          <pc:docMk/>
          <pc:sldMk cId="2851930866" sldId="371"/>
        </pc:sldMkLst>
        <pc:picChg chg="mod">
          <ac:chgData name="Devinder Kaur" userId="89161a673412ba18" providerId="LiveId" clId="{C45FDB52-254C-4C2A-9581-41EEB7331BB5}" dt="2021-11-30T09:21:14.425" v="4" actId="1076"/>
          <ac:picMkLst>
            <pc:docMk/>
            <pc:sldMk cId="2851930866" sldId="371"/>
            <ac:picMk id="3" creationId="{B184D7BF-9834-4588-AF8B-E02D49483658}"/>
          </ac:picMkLst>
        </pc:picChg>
      </pc:sldChg>
      <pc:sldChg chg="modSp del mod">
        <pc:chgData name="Devinder Kaur" userId="89161a673412ba18" providerId="LiveId" clId="{C45FDB52-254C-4C2A-9581-41EEB7331BB5}" dt="2021-11-30T09:24:47.014" v="62" actId="47"/>
        <pc:sldMkLst>
          <pc:docMk/>
          <pc:sldMk cId="3861555644" sldId="372"/>
        </pc:sldMkLst>
        <pc:picChg chg="mod">
          <ac:chgData name="Devinder Kaur" userId="89161a673412ba18" providerId="LiveId" clId="{C45FDB52-254C-4C2A-9581-41EEB7331BB5}" dt="2021-11-30T09:21:52.394" v="5" actId="1076"/>
          <ac:picMkLst>
            <pc:docMk/>
            <pc:sldMk cId="3861555644" sldId="372"/>
            <ac:picMk id="6" creationId="{40822ABB-9785-4404-94B9-9DAAAF604E4A}"/>
          </ac:picMkLst>
        </pc:picChg>
      </pc:sldChg>
      <pc:sldChg chg="del">
        <pc:chgData name="Devinder Kaur" userId="89161a673412ba18" providerId="LiveId" clId="{C45FDB52-254C-4C2A-9581-41EEB7331BB5}" dt="2021-11-30T09:24:47.014" v="62" actId="47"/>
        <pc:sldMkLst>
          <pc:docMk/>
          <pc:sldMk cId="4022052406" sldId="373"/>
        </pc:sldMkLst>
      </pc:sldChg>
      <pc:sldChg chg="del">
        <pc:chgData name="Devinder Kaur" userId="89161a673412ba18" providerId="LiveId" clId="{C45FDB52-254C-4C2A-9581-41EEB7331BB5}" dt="2021-11-30T09:24:47.014" v="62" actId="47"/>
        <pc:sldMkLst>
          <pc:docMk/>
          <pc:sldMk cId="3851023988" sldId="374"/>
        </pc:sldMkLst>
      </pc:sldChg>
      <pc:sldChg chg="modSp mod">
        <pc:chgData name="Devinder Kaur" userId="89161a673412ba18" providerId="LiveId" clId="{C45FDB52-254C-4C2A-9581-41EEB7331BB5}" dt="2021-12-08T07:11:17.897" v="2275" actId="27636"/>
        <pc:sldMkLst>
          <pc:docMk/>
          <pc:sldMk cId="3276869159" sldId="444"/>
        </pc:sldMkLst>
        <pc:spChg chg="mod">
          <ac:chgData name="Devinder Kaur" userId="89161a673412ba18" providerId="LiveId" clId="{C45FDB52-254C-4C2A-9581-41EEB7331BB5}" dt="2021-12-01T04:42:13.607" v="407" actId="12788"/>
          <ac:spMkLst>
            <pc:docMk/>
            <pc:sldMk cId="3276869159" sldId="444"/>
            <ac:spMk id="2" creationId="{D83DCB64-D207-409A-BB4E-2608F684CECA}"/>
          </ac:spMkLst>
        </pc:spChg>
        <pc:spChg chg="mod">
          <ac:chgData name="Devinder Kaur" userId="89161a673412ba18" providerId="LiveId" clId="{C45FDB52-254C-4C2A-9581-41EEB7331BB5}" dt="2021-12-08T07:11:17.897" v="2275" actId="27636"/>
          <ac:spMkLst>
            <pc:docMk/>
            <pc:sldMk cId="3276869159" sldId="444"/>
            <ac:spMk id="3" creationId="{212F9F60-F08D-47FE-8E25-F2A6A08F1F0E}"/>
          </ac:spMkLst>
        </pc:spChg>
      </pc:sldChg>
      <pc:sldChg chg="del">
        <pc:chgData name="Devinder Kaur" userId="89161a673412ba18" providerId="LiveId" clId="{C45FDB52-254C-4C2A-9581-41EEB7331BB5}" dt="2021-12-01T04:31:21.652" v="212" actId="47"/>
        <pc:sldMkLst>
          <pc:docMk/>
          <pc:sldMk cId="1442662565" sldId="445"/>
        </pc:sldMkLst>
      </pc:sldChg>
      <pc:sldChg chg="addSp delSp modSp new mod">
        <pc:chgData name="Devinder Kaur" userId="89161a673412ba18" providerId="LiveId" clId="{C45FDB52-254C-4C2A-9581-41EEB7331BB5}" dt="2021-12-08T09:27:58.993" v="3083" actId="2085"/>
        <pc:sldMkLst>
          <pc:docMk/>
          <pc:sldMk cId="3285200060" sldId="445"/>
        </pc:sldMkLst>
        <pc:spChg chg="mod">
          <ac:chgData name="Devinder Kaur" userId="89161a673412ba18" providerId="LiveId" clId="{C45FDB52-254C-4C2A-9581-41EEB7331BB5}" dt="2021-12-08T09:27:45.688" v="3081" actId="14100"/>
          <ac:spMkLst>
            <pc:docMk/>
            <pc:sldMk cId="3285200060" sldId="445"/>
            <ac:spMk id="2" creationId="{9FCF79BC-EA6E-42E9-BCF3-2CB0EDC98E0A}"/>
          </ac:spMkLst>
        </pc:spChg>
        <pc:spChg chg="mod">
          <ac:chgData name="Devinder Kaur" userId="89161a673412ba18" providerId="LiveId" clId="{C45FDB52-254C-4C2A-9581-41EEB7331BB5}" dt="2021-12-08T07:50:52.642" v="2885" actId="113"/>
          <ac:spMkLst>
            <pc:docMk/>
            <pc:sldMk cId="3285200060" sldId="445"/>
            <ac:spMk id="3" creationId="{3939C5FB-D76D-410D-A6BB-9A748F7636B2}"/>
          </ac:spMkLst>
        </pc:spChg>
        <pc:picChg chg="add del">
          <ac:chgData name="Devinder Kaur" userId="89161a673412ba18" providerId="LiveId" clId="{C45FDB52-254C-4C2A-9581-41EEB7331BB5}" dt="2021-12-08T07:14:03.635" v="2280" actId="21"/>
          <ac:picMkLst>
            <pc:docMk/>
            <pc:sldMk cId="3285200060" sldId="445"/>
            <ac:picMk id="5" creationId="{984200DF-98A8-4547-80C1-EF9A6B4F5BF3}"/>
          </ac:picMkLst>
        </pc:picChg>
        <pc:picChg chg="add mod">
          <ac:chgData name="Devinder Kaur" userId="89161a673412ba18" providerId="LiveId" clId="{C45FDB52-254C-4C2A-9581-41EEB7331BB5}" dt="2021-12-08T09:27:58.993" v="3083" actId="2085"/>
          <ac:picMkLst>
            <pc:docMk/>
            <pc:sldMk cId="3285200060" sldId="445"/>
            <ac:picMk id="6" creationId="{727587B8-268B-4E0B-881E-FCE1F5A3BDD0}"/>
          </ac:picMkLst>
        </pc:picChg>
        <pc:picChg chg="add mod">
          <ac:chgData name="Devinder Kaur" userId="89161a673412ba18" providerId="LiveId" clId="{C45FDB52-254C-4C2A-9581-41EEB7331BB5}" dt="2021-12-08T09:27:32.627" v="3077" actId="1076"/>
          <ac:picMkLst>
            <pc:docMk/>
            <pc:sldMk cId="3285200060" sldId="445"/>
            <ac:picMk id="7" creationId="{A03B2674-7E08-400D-8935-DB957D8ACEE0}"/>
          </ac:picMkLst>
        </pc:picChg>
      </pc:sldChg>
      <pc:sldChg chg="addSp delSp modSp new mod">
        <pc:chgData name="Devinder Kaur" userId="89161a673412ba18" providerId="LiveId" clId="{C45FDB52-254C-4C2A-9581-41EEB7331BB5}" dt="2021-12-08T07:36:00.480" v="2778" actId="12100"/>
        <pc:sldMkLst>
          <pc:docMk/>
          <pc:sldMk cId="884380213" sldId="446"/>
        </pc:sldMkLst>
        <pc:graphicFrameChg chg="add mod modGraphic">
          <ac:chgData name="Devinder Kaur" userId="89161a673412ba18" providerId="LiveId" clId="{C45FDB52-254C-4C2A-9581-41EEB7331BB5}" dt="2021-12-08T07:36:00.480" v="2778" actId="12100"/>
          <ac:graphicFrameMkLst>
            <pc:docMk/>
            <pc:sldMk cId="884380213" sldId="446"/>
            <ac:graphicFrameMk id="3" creationId="{104680D8-E1BA-49DE-88E8-7688BE5F03B0}"/>
          </ac:graphicFrameMkLst>
        </pc:graphicFrameChg>
        <pc:picChg chg="add del mod">
          <ac:chgData name="Devinder Kaur" userId="89161a673412ba18" providerId="LiveId" clId="{C45FDB52-254C-4C2A-9581-41EEB7331BB5}" dt="2021-12-08T07:19:24.121" v="2452" actId="478"/>
          <ac:picMkLst>
            <pc:docMk/>
            <pc:sldMk cId="884380213" sldId="446"/>
            <ac:picMk id="4" creationId="{639FB6F9-8474-4581-BA1F-E23F9AD7C5DD}"/>
          </ac:picMkLst>
        </pc:picChg>
        <pc:picChg chg="add del mod">
          <ac:chgData name="Devinder Kaur" userId="89161a673412ba18" providerId="LiveId" clId="{C45FDB52-254C-4C2A-9581-41EEB7331BB5}" dt="2021-12-08T07:33:56.911" v="2758" actId="478"/>
          <ac:picMkLst>
            <pc:docMk/>
            <pc:sldMk cId="884380213" sldId="446"/>
            <ac:picMk id="5" creationId="{4BB42D5A-0CB9-4C33-A34F-0B9348A800B3}"/>
          </ac:picMkLst>
        </pc:picChg>
      </pc:sldChg>
      <pc:sldChg chg="modSp del mod">
        <pc:chgData name="Devinder Kaur" userId="89161a673412ba18" providerId="LiveId" clId="{C45FDB52-254C-4C2A-9581-41EEB7331BB5}" dt="2021-12-08T06:14:18.657" v="2253" actId="47"/>
        <pc:sldMkLst>
          <pc:docMk/>
          <pc:sldMk cId="1567523935" sldId="446"/>
        </pc:sldMkLst>
        <pc:spChg chg="mod">
          <ac:chgData name="Devinder Kaur" userId="89161a673412ba18" providerId="LiveId" clId="{C45FDB52-254C-4C2A-9581-41EEB7331BB5}" dt="2021-12-01T07:53:05.644" v="1230" actId="403"/>
          <ac:spMkLst>
            <pc:docMk/>
            <pc:sldMk cId="1567523935" sldId="446"/>
            <ac:spMk id="2" creationId="{7ECED763-03B0-43E4-A540-443AEDE1D08D}"/>
          </ac:spMkLst>
        </pc:spChg>
        <pc:spChg chg="mod">
          <ac:chgData name="Devinder Kaur" userId="89161a673412ba18" providerId="LiveId" clId="{C45FDB52-254C-4C2A-9581-41EEB7331BB5}" dt="2021-12-01T04:40:07.088" v="355" actId="20577"/>
          <ac:spMkLst>
            <pc:docMk/>
            <pc:sldMk cId="1567523935" sldId="446"/>
            <ac:spMk id="3" creationId="{6F8A583F-46C5-4930-B5C4-A1230DBA1825}"/>
          </ac:spMkLst>
        </pc:spChg>
      </pc:sldChg>
      <pc:sldChg chg="modSp new mod">
        <pc:chgData name="Devinder Kaur" userId="89161a673412ba18" providerId="LiveId" clId="{C45FDB52-254C-4C2A-9581-41EEB7331BB5}" dt="2021-12-08T09:41:49.252" v="3370" actId="20577"/>
        <pc:sldMkLst>
          <pc:docMk/>
          <pc:sldMk cId="2893464812" sldId="447"/>
        </pc:sldMkLst>
        <pc:spChg chg="mod">
          <ac:chgData name="Devinder Kaur" userId="89161a673412ba18" providerId="LiveId" clId="{C45FDB52-254C-4C2A-9581-41EEB7331BB5}" dt="2021-12-08T09:41:49.252" v="3370" actId="20577"/>
          <ac:spMkLst>
            <pc:docMk/>
            <pc:sldMk cId="2893464812" sldId="447"/>
            <ac:spMk id="3" creationId="{2D4513CC-AB87-44D6-AEC5-FC4FA96FE0F2}"/>
          </ac:spMkLst>
        </pc:spChg>
      </pc:sldChg>
      <pc:sldChg chg="addSp delSp modSp new del ord modNotesTx">
        <pc:chgData name="Devinder Kaur" userId="89161a673412ba18" providerId="LiveId" clId="{C45FDB52-254C-4C2A-9581-41EEB7331BB5}" dt="2021-12-08T06:14:18.657" v="2253" actId="47"/>
        <pc:sldMkLst>
          <pc:docMk/>
          <pc:sldMk cId="3076220560" sldId="447"/>
        </pc:sldMkLst>
        <pc:spChg chg="mod">
          <ac:chgData name="Devinder Kaur" userId="89161a673412ba18" providerId="LiveId" clId="{C45FDB52-254C-4C2A-9581-41EEB7331BB5}" dt="2021-11-30T09:30:19.392" v="71" actId="12789"/>
          <ac:spMkLst>
            <pc:docMk/>
            <pc:sldMk cId="3076220560" sldId="447"/>
            <ac:spMk id="6" creationId="{376A84CD-FA8F-4E80-BDB4-E24DE8846A32}"/>
          </ac:spMkLst>
        </pc:spChg>
        <pc:spChg chg="mod">
          <ac:chgData name="Devinder Kaur" userId="89161a673412ba18" providerId="LiveId" clId="{C45FDB52-254C-4C2A-9581-41EEB7331BB5}" dt="2021-11-30T09:30:19.392" v="71" actId="12789"/>
          <ac:spMkLst>
            <pc:docMk/>
            <pc:sldMk cId="3076220560" sldId="447"/>
            <ac:spMk id="7" creationId="{8A9ADE31-FAEB-4F22-AFB3-0164261BA31F}"/>
          </ac:spMkLst>
        </pc:spChg>
        <pc:spChg chg="mod">
          <ac:chgData name="Devinder Kaur" userId="89161a673412ba18" providerId="LiveId" clId="{C45FDB52-254C-4C2A-9581-41EEB7331BB5}" dt="2021-11-30T09:30:19.392" v="71" actId="12789"/>
          <ac:spMkLst>
            <pc:docMk/>
            <pc:sldMk cId="3076220560" sldId="447"/>
            <ac:spMk id="8" creationId="{49E9B1C8-C00D-4A76-8A50-2F188267D38D}"/>
          </ac:spMkLst>
        </pc:spChg>
        <pc:spChg chg="mod">
          <ac:chgData name="Devinder Kaur" userId="89161a673412ba18" providerId="LiveId" clId="{C45FDB52-254C-4C2A-9581-41EEB7331BB5}" dt="2021-11-30T09:30:19.392" v="71" actId="12789"/>
          <ac:spMkLst>
            <pc:docMk/>
            <pc:sldMk cId="3076220560" sldId="447"/>
            <ac:spMk id="9" creationId="{FA86B484-E040-4947-9D27-6D5302C8175C}"/>
          </ac:spMkLst>
        </pc:spChg>
        <pc:spChg chg="mod">
          <ac:chgData name="Devinder Kaur" userId="89161a673412ba18" providerId="LiveId" clId="{C45FDB52-254C-4C2A-9581-41EEB7331BB5}" dt="2021-11-30T09:30:19.392" v="71" actId="12789"/>
          <ac:spMkLst>
            <pc:docMk/>
            <pc:sldMk cId="3076220560" sldId="447"/>
            <ac:spMk id="10" creationId="{43191726-1F82-4C87-8FF7-B8A3AEFC2436}"/>
          </ac:spMkLst>
        </pc:spChg>
        <pc:spChg chg="mod">
          <ac:chgData name="Devinder Kaur" userId="89161a673412ba18" providerId="LiveId" clId="{C45FDB52-254C-4C2A-9581-41EEB7331BB5}" dt="2021-11-30T09:30:19.392" v="71" actId="12789"/>
          <ac:spMkLst>
            <pc:docMk/>
            <pc:sldMk cId="3076220560" sldId="447"/>
            <ac:spMk id="11" creationId="{99FEBB23-739D-423E-8028-200EB949ECE3}"/>
          </ac:spMkLst>
        </pc:spChg>
        <pc:spChg chg="mod">
          <ac:chgData name="Devinder Kaur" userId="89161a673412ba18" providerId="LiveId" clId="{C45FDB52-254C-4C2A-9581-41EEB7331BB5}" dt="2021-11-30T09:30:19.392" v="71" actId="12789"/>
          <ac:spMkLst>
            <pc:docMk/>
            <pc:sldMk cId="3076220560" sldId="447"/>
            <ac:spMk id="12" creationId="{7D0763B7-E72D-4A65-AC76-C280EA79300F}"/>
          </ac:spMkLst>
        </pc:spChg>
        <pc:spChg chg="mod">
          <ac:chgData name="Devinder Kaur" userId="89161a673412ba18" providerId="LiveId" clId="{C45FDB52-254C-4C2A-9581-41EEB7331BB5}" dt="2021-11-30T09:30:19.392" v="71" actId="12789"/>
          <ac:spMkLst>
            <pc:docMk/>
            <pc:sldMk cId="3076220560" sldId="447"/>
            <ac:spMk id="13" creationId="{43CCF0FA-1E4C-4426-AF2D-6F4B644707FC}"/>
          </ac:spMkLst>
        </pc:spChg>
        <pc:spChg chg="mod">
          <ac:chgData name="Devinder Kaur" userId="89161a673412ba18" providerId="LiveId" clId="{C45FDB52-254C-4C2A-9581-41EEB7331BB5}" dt="2021-11-30T09:30:19.392" v="71" actId="12789"/>
          <ac:spMkLst>
            <pc:docMk/>
            <pc:sldMk cId="3076220560" sldId="447"/>
            <ac:spMk id="14" creationId="{F3437231-B8DD-4504-8842-D06026E7595F}"/>
          </ac:spMkLst>
        </pc:spChg>
        <pc:grpChg chg="add mod">
          <ac:chgData name="Devinder Kaur" userId="89161a673412ba18" providerId="LiveId" clId="{C45FDB52-254C-4C2A-9581-41EEB7331BB5}" dt="2021-11-30T09:30:19.392" v="71" actId="12789"/>
          <ac:grpSpMkLst>
            <pc:docMk/>
            <pc:sldMk cId="3076220560" sldId="447"/>
            <ac:grpSpMk id="4" creationId="{ACB8E43A-1C1D-4889-81EF-50D2EB466DCD}"/>
          </ac:grpSpMkLst>
        </pc:grpChg>
        <pc:picChg chg="add del mod">
          <ac:chgData name="Devinder Kaur" userId="89161a673412ba18" providerId="LiveId" clId="{C45FDB52-254C-4C2A-9581-41EEB7331BB5}" dt="2021-11-30T09:29:09.802" v="65"/>
          <ac:picMkLst>
            <pc:docMk/>
            <pc:sldMk cId="3076220560" sldId="447"/>
            <ac:picMk id="3" creationId="{08995C8F-E078-44BF-893D-CBA54FD60492}"/>
          </ac:picMkLst>
        </pc:picChg>
        <pc:picChg chg="mod">
          <ac:chgData name="Devinder Kaur" userId="89161a673412ba18" providerId="LiveId" clId="{C45FDB52-254C-4C2A-9581-41EEB7331BB5}" dt="2021-11-30T09:30:19.392" v="71" actId="12789"/>
          <ac:picMkLst>
            <pc:docMk/>
            <pc:sldMk cId="3076220560" sldId="447"/>
            <ac:picMk id="5" creationId="{433FE8B1-2A9E-4595-A73D-460B5B37FB1C}"/>
          </ac:picMkLst>
        </pc:picChg>
      </pc:sldChg>
      <pc:sldChg chg="modSp new del mod">
        <pc:chgData name="Devinder Kaur" userId="89161a673412ba18" providerId="LiveId" clId="{C45FDB52-254C-4C2A-9581-41EEB7331BB5}" dt="2021-12-08T06:14:18.657" v="2253" actId="47"/>
        <pc:sldMkLst>
          <pc:docMk/>
          <pc:sldMk cId="1218887647" sldId="448"/>
        </pc:sldMkLst>
        <pc:spChg chg="mod">
          <ac:chgData name="Devinder Kaur" userId="89161a673412ba18" providerId="LiveId" clId="{C45FDB52-254C-4C2A-9581-41EEB7331BB5}" dt="2021-12-01T04:25:49.319" v="106" actId="403"/>
          <ac:spMkLst>
            <pc:docMk/>
            <pc:sldMk cId="1218887647" sldId="448"/>
            <ac:spMk id="2" creationId="{B0EDAC69-35B1-436B-8424-8303610EF6FC}"/>
          </ac:spMkLst>
        </pc:spChg>
        <pc:spChg chg="mod">
          <ac:chgData name="Devinder Kaur" userId="89161a673412ba18" providerId="LiveId" clId="{C45FDB52-254C-4C2A-9581-41EEB7331BB5}" dt="2021-12-01T04:27:22.164" v="120" actId="20577"/>
          <ac:spMkLst>
            <pc:docMk/>
            <pc:sldMk cId="1218887647" sldId="448"/>
            <ac:spMk id="3" creationId="{FA658CD6-9BBE-4A86-A770-3958CB83D0EB}"/>
          </ac:spMkLst>
        </pc:spChg>
      </pc:sldChg>
      <pc:sldChg chg="addSp modSp new del mod">
        <pc:chgData name="Devinder Kaur" userId="89161a673412ba18" providerId="LiveId" clId="{C45FDB52-254C-4C2A-9581-41EEB7331BB5}" dt="2021-12-08T08:04:42.703" v="2983" actId="47"/>
        <pc:sldMkLst>
          <pc:docMk/>
          <pc:sldMk cId="1578733675" sldId="448"/>
        </pc:sldMkLst>
        <pc:picChg chg="add mod modCrop">
          <ac:chgData name="Devinder Kaur" userId="89161a673412ba18" providerId="LiveId" clId="{C45FDB52-254C-4C2A-9581-41EEB7331BB5}" dt="2021-12-08T08:02:54.670" v="2948" actId="14100"/>
          <ac:picMkLst>
            <pc:docMk/>
            <pc:sldMk cId="1578733675" sldId="448"/>
            <ac:picMk id="3" creationId="{30C4AD4F-53BF-4CBC-8B56-A88BAE58DC81}"/>
          </ac:picMkLst>
        </pc:picChg>
        <pc:picChg chg="add mod">
          <ac:chgData name="Devinder Kaur" userId="89161a673412ba18" providerId="LiveId" clId="{C45FDB52-254C-4C2A-9581-41EEB7331BB5}" dt="2021-12-08T08:03:10.706" v="2966" actId="1037"/>
          <ac:picMkLst>
            <pc:docMk/>
            <pc:sldMk cId="1578733675" sldId="448"/>
            <ac:picMk id="4" creationId="{7B953F96-7DE0-4228-AAE2-CA89098519FB}"/>
          </ac:picMkLst>
        </pc:picChg>
      </pc:sldChg>
      <pc:sldChg chg="addSp delSp modSp new mod">
        <pc:chgData name="Devinder Kaur" userId="89161a673412ba18" providerId="LiveId" clId="{C45FDB52-254C-4C2A-9581-41EEB7331BB5}" dt="2021-12-08T09:28:27.730" v="3090" actId="12788"/>
        <pc:sldMkLst>
          <pc:docMk/>
          <pc:sldMk cId="2548075309" sldId="449"/>
        </pc:sldMkLst>
        <pc:spChg chg="add mod">
          <ac:chgData name="Devinder Kaur" userId="89161a673412ba18" providerId="LiveId" clId="{C45FDB52-254C-4C2A-9581-41EEB7331BB5}" dt="2021-12-08T09:28:13.286" v="3085" actId="403"/>
          <ac:spMkLst>
            <pc:docMk/>
            <pc:sldMk cId="2548075309" sldId="449"/>
            <ac:spMk id="7" creationId="{DDF3D950-54D2-4EFE-BEA8-268953115654}"/>
          </ac:spMkLst>
        </pc:spChg>
        <pc:picChg chg="add del mod modCrop">
          <ac:chgData name="Devinder Kaur" userId="89161a673412ba18" providerId="LiveId" clId="{C45FDB52-254C-4C2A-9581-41EEB7331BB5}" dt="2021-12-08T07:57:17.745" v="2914" actId="478"/>
          <ac:picMkLst>
            <pc:docMk/>
            <pc:sldMk cId="2548075309" sldId="449"/>
            <ac:picMk id="3" creationId="{56217611-7C12-4E10-91FA-EDCEE990C3BA}"/>
          </ac:picMkLst>
        </pc:picChg>
        <pc:picChg chg="add del mod">
          <ac:chgData name="Devinder Kaur" userId="89161a673412ba18" providerId="LiveId" clId="{C45FDB52-254C-4C2A-9581-41EEB7331BB5}" dt="2021-12-08T09:27:10.487" v="3072" actId="21"/>
          <ac:picMkLst>
            <pc:docMk/>
            <pc:sldMk cId="2548075309" sldId="449"/>
            <ac:picMk id="5" creationId="{4C9F5BF8-6BAE-4C52-BCE5-E7E8FF248727}"/>
          </ac:picMkLst>
        </pc:picChg>
        <pc:picChg chg="add mod">
          <ac:chgData name="Devinder Kaur" userId="89161a673412ba18" providerId="LiveId" clId="{C45FDB52-254C-4C2A-9581-41EEB7331BB5}" dt="2021-12-08T09:28:27.730" v="3090" actId="12788"/>
          <ac:picMkLst>
            <pc:docMk/>
            <pc:sldMk cId="2548075309" sldId="449"/>
            <ac:picMk id="4098" creationId="{5786D899-4D79-4018-B1D5-6AFEDDF19BD5}"/>
          </ac:picMkLst>
        </pc:picChg>
      </pc:sldChg>
      <pc:sldChg chg="new del">
        <pc:chgData name="Devinder Kaur" userId="89161a673412ba18" providerId="LiveId" clId="{C45FDB52-254C-4C2A-9581-41EEB7331BB5}" dt="2021-12-01T04:31:16.068" v="211" actId="47"/>
        <pc:sldMkLst>
          <pc:docMk/>
          <pc:sldMk cId="2977214630" sldId="449"/>
        </pc:sldMkLst>
      </pc:sldChg>
      <pc:sldChg chg="addSp modSp new mod ord">
        <pc:chgData name="Devinder Kaur" userId="89161a673412ba18" providerId="LiveId" clId="{C45FDB52-254C-4C2A-9581-41EEB7331BB5}" dt="2021-12-08T09:26:04.071" v="3071" actId="14100"/>
        <pc:sldMkLst>
          <pc:docMk/>
          <pc:sldMk cId="1450193014" sldId="450"/>
        </pc:sldMkLst>
        <pc:spChg chg="add mod">
          <ac:chgData name="Devinder Kaur" userId="89161a673412ba18" providerId="LiveId" clId="{C45FDB52-254C-4C2A-9581-41EEB7331BB5}" dt="2021-12-08T09:25:48.506" v="3068" actId="14100"/>
          <ac:spMkLst>
            <pc:docMk/>
            <pc:sldMk cId="1450193014" sldId="450"/>
            <ac:spMk id="4" creationId="{B21DA30B-A613-4D81-83B7-179D73D6490F}"/>
          </ac:spMkLst>
        </pc:spChg>
        <pc:grpChg chg="add mod">
          <ac:chgData name="Devinder Kaur" userId="89161a673412ba18" providerId="LiveId" clId="{C45FDB52-254C-4C2A-9581-41EEB7331BB5}" dt="2021-12-08T09:26:04.071" v="3071" actId="14100"/>
          <ac:grpSpMkLst>
            <pc:docMk/>
            <pc:sldMk cId="1450193014" sldId="450"/>
            <ac:grpSpMk id="5" creationId="{8FAFEDF1-A071-4CC4-9B02-D59390C55176}"/>
          </ac:grpSpMkLst>
        </pc:grpChg>
        <pc:picChg chg="add mod modCrop">
          <ac:chgData name="Devinder Kaur" userId="89161a673412ba18" providerId="LiveId" clId="{C45FDB52-254C-4C2A-9581-41EEB7331BB5}" dt="2021-12-08T09:25:33.491" v="3064" actId="164"/>
          <ac:picMkLst>
            <pc:docMk/>
            <pc:sldMk cId="1450193014" sldId="450"/>
            <ac:picMk id="3" creationId="{6A79CC62-D707-4193-84DF-F994832D00E7}"/>
          </ac:picMkLst>
        </pc:picChg>
      </pc:sldChg>
      <pc:sldChg chg="modSp new del mod">
        <pc:chgData name="Devinder Kaur" userId="89161a673412ba18" providerId="LiveId" clId="{C45FDB52-254C-4C2A-9581-41EEB7331BB5}" dt="2021-12-08T06:14:18.657" v="2253" actId="47"/>
        <pc:sldMkLst>
          <pc:docMk/>
          <pc:sldMk cId="1899886567" sldId="450"/>
        </pc:sldMkLst>
        <pc:spChg chg="mod">
          <ac:chgData name="Devinder Kaur" userId="89161a673412ba18" providerId="LiveId" clId="{C45FDB52-254C-4C2A-9581-41EEB7331BB5}" dt="2021-12-01T04:32:43.197" v="220" actId="20577"/>
          <ac:spMkLst>
            <pc:docMk/>
            <pc:sldMk cId="1899886567" sldId="450"/>
            <ac:spMk id="2" creationId="{A2F90763-CBC7-421C-A09C-BFE5E3FF3944}"/>
          </ac:spMkLst>
        </pc:spChg>
        <pc:spChg chg="mod">
          <ac:chgData name="Devinder Kaur" userId="89161a673412ba18" providerId="LiveId" clId="{C45FDB52-254C-4C2A-9581-41EEB7331BB5}" dt="2021-12-01T04:33:11.055" v="234" actId="14100"/>
          <ac:spMkLst>
            <pc:docMk/>
            <pc:sldMk cId="1899886567" sldId="450"/>
            <ac:spMk id="3" creationId="{0C917BEC-2929-49D3-BCD9-A84E28C9C343}"/>
          </ac:spMkLst>
        </pc:spChg>
        <pc:spChg chg="mod">
          <ac:chgData name="Devinder Kaur" userId="89161a673412ba18" providerId="LiveId" clId="{C45FDB52-254C-4C2A-9581-41EEB7331BB5}" dt="2021-12-01T04:32:57.081" v="223" actId="27636"/>
          <ac:spMkLst>
            <pc:docMk/>
            <pc:sldMk cId="1899886567" sldId="450"/>
            <ac:spMk id="4" creationId="{EA6DFD7A-B988-4CFB-B24F-F79D5061F513}"/>
          </ac:spMkLst>
        </pc:spChg>
        <pc:spChg chg="mod">
          <ac:chgData name="Devinder Kaur" userId="89161a673412ba18" providerId="LiveId" clId="{C45FDB52-254C-4C2A-9581-41EEB7331BB5}" dt="2021-12-01T04:33:07.444" v="232" actId="27636"/>
          <ac:spMkLst>
            <pc:docMk/>
            <pc:sldMk cId="1899886567" sldId="450"/>
            <ac:spMk id="5" creationId="{FED09C72-EB4A-41D9-8410-A183AFFE5E07}"/>
          </ac:spMkLst>
        </pc:spChg>
        <pc:spChg chg="mod">
          <ac:chgData name="Devinder Kaur" userId="89161a673412ba18" providerId="LiveId" clId="{C45FDB52-254C-4C2A-9581-41EEB7331BB5}" dt="2021-12-01T04:32:57.081" v="222" actId="27636"/>
          <ac:spMkLst>
            <pc:docMk/>
            <pc:sldMk cId="1899886567" sldId="450"/>
            <ac:spMk id="6" creationId="{6D384AF8-AB4D-4A2D-ADBC-BD2F1BD02E7F}"/>
          </ac:spMkLst>
        </pc:spChg>
      </pc:sldChg>
      <pc:sldChg chg="addSp modSp new del mod">
        <pc:chgData name="Devinder Kaur" userId="89161a673412ba18" providerId="LiveId" clId="{C45FDB52-254C-4C2A-9581-41EEB7331BB5}" dt="2021-12-08T06:14:18.657" v="2253" actId="47"/>
        <pc:sldMkLst>
          <pc:docMk/>
          <pc:sldMk cId="1150963543" sldId="451"/>
        </pc:sldMkLst>
        <pc:graphicFrameChg chg="add mod modGraphic">
          <ac:chgData name="Devinder Kaur" userId="89161a673412ba18" providerId="LiveId" clId="{C45FDB52-254C-4C2A-9581-41EEB7331BB5}" dt="2021-12-01T07:54:33.352" v="1240" actId="2710"/>
          <ac:graphicFrameMkLst>
            <pc:docMk/>
            <pc:sldMk cId="1150963543" sldId="451"/>
            <ac:graphicFrameMk id="3" creationId="{5FE5094A-B2B0-4603-8055-745D979DD24D}"/>
          </ac:graphicFrameMkLst>
        </pc:graphicFrameChg>
      </pc:sldChg>
      <pc:sldChg chg="addSp delSp modSp new del mod">
        <pc:chgData name="Devinder Kaur" userId="89161a673412ba18" providerId="LiveId" clId="{C45FDB52-254C-4C2A-9581-41EEB7331BB5}" dt="2021-12-08T09:41:08.847" v="3366" actId="47"/>
        <pc:sldMkLst>
          <pc:docMk/>
          <pc:sldMk cId="2665585911" sldId="451"/>
        </pc:sldMkLst>
        <pc:picChg chg="add del mod modCrop">
          <ac:chgData name="Devinder Kaur" userId="89161a673412ba18" providerId="LiveId" clId="{C45FDB52-254C-4C2A-9581-41EEB7331BB5}" dt="2021-12-08T09:32:49.385" v="3106" actId="21"/>
          <ac:picMkLst>
            <pc:docMk/>
            <pc:sldMk cId="2665585911" sldId="451"/>
            <ac:picMk id="3" creationId="{0AC275EE-D5C8-45F8-9475-BFC3E69FD3C7}"/>
          </ac:picMkLst>
        </pc:picChg>
      </pc:sldChg>
      <pc:sldChg chg="addSp modSp new mod">
        <pc:chgData name="Devinder Kaur" userId="89161a673412ba18" providerId="LiveId" clId="{C45FDB52-254C-4C2A-9581-41EEB7331BB5}" dt="2021-12-08T09:43:03.301" v="3373"/>
        <pc:sldMkLst>
          <pc:docMk/>
          <pc:sldMk cId="2350034338" sldId="452"/>
        </pc:sldMkLst>
        <pc:spChg chg="mod">
          <ac:chgData name="Devinder Kaur" userId="89161a673412ba18" providerId="LiveId" clId="{C45FDB52-254C-4C2A-9581-41EEB7331BB5}" dt="2021-12-08T09:43:03.301" v="3373"/>
          <ac:spMkLst>
            <pc:docMk/>
            <pc:sldMk cId="2350034338" sldId="452"/>
            <ac:spMk id="2" creationId="{0379D36C-95DA-418F-89E3-C3D9478D9215}"/>
          </ac:spMkLst>
        </pc:spChg>
        <pc:spChg chg="add mod">
          <ac:chgData name="Devinder Kaur" userId="89161a673412ba18" providerId="LiveId" clId="{C45FDB52-254C-4C2A-9581-41EEB7331BB5}" dt="2021-12-08T09:36:43.094" v="3201" actId="20577"/>
          <ac:spMkLst>
            <pc:docMk/>
            <pc:sldMk cId="2350034338" sldId="452"/>
            <ac:spMk id="6" creationId="{E0C42CD1-B7A4-4A57-AAA9-F245E5C8D608}"/>
          </ac:spMkLst>
        </pc:spChg>
        <pc:spChg chg="add mod">
          <ac:chgData name="Devinder Kaur" userId="89161a673412ba18" providerId="LiveId" clId="{C45FDB52-254C-4C2A-9581-41EEB7331BB5}" dt="2021-12-08T09:39:31.186" v="3363" actId="207"/>
          <ac:spMkLst>
            <pc:docMk/>
            <pc:sldMk cId="2350034338" sldId="452"/>
            <ac:spMk id="8" creationId="{61546C6A-26BC-4346-8C8E-D8CBEC85F826}"/>
          </ac:spMkLst>
        </pc:spChg>
        <pc:picChg chg="add mod">
          <ac:chgData name="Devinder Kaur" userId="89161a673412ba18" providerId="LiveId" clId="{C45FDB52-254C-4C2A-9581-41EEB7331BB5}" dt="2021-12-08T09:37:59.732" v="3204" actId="1076"/>
          <ac:picMkLst>
            <pc:docMk/>
            <pc:sldMk cId="2350034338" sldId="452"/>
            <ac:picMk id="4" creationId="{8085B83E-02A0-45E3-A4E1-8CACF0B2CF35}"/>
          </ac:picMkLst>
        </pc:picChg>
      </pc:sldChg>
      <pc:sldChg chg="addSp delSp modSp new del mod">
        <pc:chgData name="Devinder Kaur" userId="89161a673412ba18" providerId="LiveId" clId="{C45FDB52-254C-4C2A-9581-41EEB7331BB5}" dt="2021-12-08T06:14:18.657" v="2253" actId="47"/>
        <pc:sldMkLst>
          <pc:docMk/>
          <pc:sldMk cId="3614524674" sldId="452"/>
        </pc:sldMkLst>
        <pc:spChg chg="mod">
          <ac:chgData name="Devinder Kaur" userId="89161a673412ba18" providerId="LiveId" clId="{C45FDB52-254C-4C2A-9581-41EEB7331BB5}" dt="2021-12-01T06:10:55.258" v="725" actId="27636"/>
          <ac:spMkLst>
            <pc:docMk/>
            <pc:sldMk cId="3614524674" sldId="452"/>
            <ac:spMk id="2" creationId="{1FBA1DD5-5A6B-4D29-B684-09343956247F}"/>
          </ac:spMkLst>
        </pc:spChg>
        <pc:spChg chg="mod">
          <ac:chgData name="Devinder Kaur" userId="89161a673412ba18" providerId="LiveId" clId="{C45FDB52-254C-4C2A-9581-41EEB7331BB5}" dt="2021-12-01T06:56:05.803" v="1064" actId="20577"/>
          <ac:spMkLst>
            <pc:docMk/>
            <pc:sldMk cId="3614524674" sldId="452"/>
            <ac:spMk id="3" creationId="{7AA09F6A-00EB-477D-934B-5FC87F0A5B5A}"/>
          </ac:spMkLst>
        </pc:spChg>
        <pc:spChg chg="add mod">
          <ac:chgData name="Devinder Kaur" userId="89161a673412ba18" providerId="LiveId" clId="{C45FDB52-254C-4C2A-9581-41EEB7331BB5}" dt="2021-12-01T06:26:47.993" v="910" actId="164"/>
          <ac:spMkLst>
            <pc:docMk/>
            <pc:sldMk cId="3614524674" sldId="452"/>
            <ac:spMk id="8" creationId="{4B8AF9DB-B1B8-4AB2-A97C-15BBFA12B00E}"/>
          </ac:spMkLst>
        </pc:spChg>
        <pc:grpChg chg="add mod">
          <ac:chgData name="Devinder Kaur" userId="89161a673412ba18" providerId="LiveId" clId="{C45FDB52-254C-4C2A-9581-41EEB7331BB5}" dt="2021-12-01T06:28:42.961" v="926" actId="14100"/>
          <ac:grpSpMkLst>
            <pc:docMk/>
            <pc:sldMk cId="3614524674" sldId="452"/>
            <ac:grpSpMk id="9" creationId="{CD6B4637-6049-4CDA-829F-F2253DAC72B8}"/>
          </ac:grpSpMkLst>
        </pc:grpChg>
        <pc:picChg chg="add del mod modCrop">
          <ac:chgData name="Devinder Kaur" userId="89161a673412ba18" providerId="LiveId" clId="{C45FDB52-254C-4C2A-9581-41EEB7331BB5}" dt="2021-12-01T06:09:15.034" v="705" actId="478"/>
          <ac:picMkLst>
            <pc:docMk/>
            <pc:sldMk cId="3614524674" sldId="452"/>
            <ac:picMk id="5" creationId="{0A670A3C-FA47-43A2-82C2-87AE3D2A35CA}"/>
          </ac:picMkLst>
        </pc:picChg>
        <pc:picChg chg="del">
          <ac:chgData name="Devinder Kaur" userId="89161a673412ba18" providerId="LiveId" clId="{C45FDB52-254C-4C2A-9581-41EEB7331BB5}" dt="2021-12-01T05:29:54.805" v="461"/>
          <ac:picMkLst>
            <pc:docMk/>
            <pc:sldMk cId="3614524674" sldId="452"/>
            <ac:picMk id="6" creationId="{8F362CF7-1EA3-4622-9682-4501E4872B6F}"/>
          </ac:picMkLst>
        </pc:picChg>
        <pc:picChg chg="add mod modCrop">
          <ac:chgData name="Devinder Kaur" userId="89161a673412ba18" providerId="LiveId" clId="{C45FDB52-254C-4C2A-9581-41EEB7331BB5}" dt="2021-12-01T06:26:47.993" v="910" actId="164"/>
          <ac:picMkLst>
            <pc:docMk/>
            <pc:sldMk cId="3614524674" sldId="452"/>
            <ac:picMk id="7" creationId="{02C38FA9-974A-4DE8-BDC9-FB26CE85FCA0}"/>
          </ac:picMkLst>
        </pc:picChg>
      </pc:sldChg>
      <pc:sldChg chg="addSp delSp modSp new del mod">
        <pc:chgData name="Devinder Kaur" userId="89161a673412ba18" providerId="LiveId" clId="{C45FDB52-254C-4C2A-9581-41EEB7331BB5}" dt="2021-12-08T06:14:18.657" v="2253" actId="47"/>
        <pc:sldMkLst>
          <pc:docMk/>
          <pc:sldMk cId="3030977826" sldId="453"/>
        </pc:sldMkLst>
        <pc:spChg chg="mod">
          <ac:chgData name="Devinder Kaur" userId="89161a673412ba18" providerId="LiveId" clId="{C45FDB52-254C-4C2A-9581-41EEB7331BB5}" dt="2021-12-01T07:48:09.750" v="1202" actId="14100"/>
          <ac:spMkLst>
            <pc:docMk/>
            <pc:sldMk cId="3030977826" sldId="453"/>
            <ac:spMk id="2" creationId="{1200D281-29A6-44CB-90AC-664B5DFDCC3D}"/>
          </ac:spMkLst>
        </pc:spChg>
        <pc:spChg chg="mod">
          <ac:chgData name="Devinder Kaur" userId="89161a673412ba18" providerId="LiveId" clId="{C45FDB52-254C-4C2A-9581-41EEB7331BB5}" dt="2021-12-07T06:59:43.950" v="2245" actId="20577"/>
          <ac:spMkLst>
            <pc:docMk/>
            <pc:sldMk cId="3030977826" sldId="453"/>
            <ac:spMk id="3" creationId="{FA708446-8FF7-44E6-A0E4-0094D1596994}"/>
          </ac:spMkLst>
        </pc:spChg>
        <pc:graphicFrameChg chg="add mod modGraphic">
          <ac:chgData name="Devinder Kaur" userId="89161a673412ba18" providerId="LiveId" clId="{C45FDB52-254C-4C2A-9581-41EEB7331BB5}" dt="2021-12-01T07:52:41.827" v="1229" actId="20577"/>
          <ac:graphicFrameMkLst>
            <pc:docMk/>
            <pc:sldMk cId="3030977826" sldId="453"/>
            <ac:graphicFrameMk id="5" creationId="{7D521F6B-FCA7-4E08-85FC-FE5168D0C46F}"/>
          </ac:graphicFrameMkLst>
        </pc:graphicFrameChg>
        <pc:picChg chg="add mod">
          <ac:chgData name="Devinder Kaur" userId="89161a673412ba18" providerId="LiveId" clId="{C45FDB52-254C-4C2A-9581-41EEB7331BB5}" dt="2021-12-01T07:48:36.234" v="1209" actId="14100"/>
          <ac:picMkLst>
            <pc:docMk/>
            <pc:sldMk cId="3030977826" sldId="453"/>
            <ac:picMk id="6" creationId="{BF373090-CA2B-4129-8D4C-0AEA28EE8BAD}"/>
          </ac:picMkLst>
        </pc:picChg>
        <pc:picChg chg="del">
          <ac:chgData name="Devinder Kaur" userId="89161a673412ba18" providerId="LiveId" clId="{C45FDB52-254C-4C2A-9581-41EEB7331BB5}" dt="2021-12-01T07:53:19.765" v="1231"/>
          <ac:picMkLst>
            <pc:docMk/>
            <pc:sldMk cId="3030977826" sldId="453"/>
            <ac:picMk id="7" creationId="{CCAEC1FE-5C38-4E52-8804-0C44C09244B8}"/>
          </ac:picMkLst>
        </pc:picChg>
      </pc:sldChg>
      <pc:sldChg chg="addSp modSp new del mod ord">
        <pc:chgData name="Devinder Kaur" userId="89161a673412ba18" providerId="LiveId" clId="{C45FDB52-254C-4C2A-9581-41EEB7331BB5}" dt="2021-12-01T06:11:55.992" v="731" actId="47"/>
        <pc:sldMkLst>
          <pc:docMk/>
          <pc:sldMk cId="601833578" sldId="454"/>
        </pc:sldMkLst>
        <pc:picChg chg="add mod">
          <ac:chgData name="Devinder Kaur" userId="89161a673412ba18" providerId="LiveId" clId="{C45FDB52-254C-4C2A-9581-41EEB7331BB5}" dt="2021-12-01T05:34:41.808" v="667" actId="14100"/>
          <ac:picMkLst>
            <pc:docMk/>
            <pc:sldMk cId="601833578" sldId="454"/>
            <ac:picMk id="3" creationId="{59DE2FA0-C64E-45F4-A1CB-B1B62055B040}"/>
          </ac:picMkLst>
        </pc:picChg>
      </pc:sldChg>
      <pc:sldChg chg="modSp del mod">
        <pc:chgData name="Devinder Kaur" userId="89161a673412ba18" providerId="LiveId" clId="{C45FDB52-254C-4C2A-9581-41EEB7331BB5}" dt="2021-12-08T06:14:18.657" v="2253" actId="47"/>
        <pc:sldMkLst>
          <pc:docMk/>
          <pc:sldMk cId="3247445141" sldId="454"/>
        </pc:sldMkLst>
        <pc:spChg chg="mod">
          <ac:chgData name="Devinder Kaur" userId="89161a673412ba18" providerId="LiveId" clId="{C45FDB52-254C-4C2A-9581-41EEB7331BB5}" dt="2021-12-01T07:56:02.869" v="1254" actId="14100"/>
          <ac:spMkLst>
            <pc:docMk/>
            <pc:sldMk cId="3247445141" sldId="454"/>
            <ac:spMk id="2" creationId="{7ECED763-03B0-43E4-A540-443AEDE1D08D}"/>
          </ac:spMkLst>
        </pc:spChg>
        <pc:spChg chg="mod">
          <ac:chgData name="Devinder Kaur" userId="89161a673412ba18" providerId="LiveId" clId="{C45FDB52-254C-4C2A-9581-41EEB7331BB5}" dt="2021-12-01T08:02:55.214" v="1320" actId="14100"/>
          <ac:spMkLst>
            <pc:docMk/>
            <pc:sldMk cId="3247445141" sldId="454"/>
            <ac:spMk id="3" creationId="{6F8A583F-46C5-4930-B5C4-A1230DBA1825}"/>
          </ac:spMkLst>
        </pc:spChg>
      </pc:sldChg>
      <pc:sldChg chg="addSp modSp new del mod">
        <pc:chgData name="Devinder Kaur" userId="89161a673412ba18" providerId="LiveId" clId="{C45FDB52-254C-4C2A-9581-41EEB7331BB5}" dt="2021-12-08T06:14:18.657" v="2253" actId="47"/>
        <pc:sldMkLst>
          <pc:docMk/>
          <pc:sldMk cId="1080002282" sldId="455"/>
        </pc:sldMkLst>
        <pc:picChg chg="add mod">
          <ac:chgData name="Devinder Kaur" userId="89161a673412ba18" providerId="LiveId" clId="{C45FDB52-254C-4C2A-9581-41EEB7331BB5}" dt="2021-12-01T08:03:45.453" v="1326" actId="14100"/>
          <ac:picMkLst>
            <pc:docMk/>
            <pc:sldMk cId="1080002282" sldId="455"/>
            <ac:picMk id="3" creationId="{9E7226F4-DEF9-4E8A-A114-9BE0858C2B7D}"/>
          </ac:picMkLst>
        </pc:picChg>
      </pc:sldChg>
      <pc:sldChg chg="modSp new del mod">
        <pc:chgData name="Devinder Kaur" userId="89161a673412ba18" providerId="LiveId" clId="{C45FDB52-254C-4C2A-9581-41EEB7331BB5}" dt="2021-12-01T06:08:58.610" v="702" actId="47"/>
        <pc:sldMkLst>
          <pc:docMk/>
          <pc:sldMk cId="2001664384" sldId="455"/>
        </pc:sldMkLst>
        <pc:spChg chg="mod">
          <ac:chgData name="Devinder Kaur" userId="89161a673412ba18" providerId="LiveId" clId="{C45FDB52-254C-4C2A-9581-41EEB7331BB5}" dt="2021-12-01T05:36:21.911" v="677" actId="207"/>
          <ac:spMkLst>
            <pc:docMk/>
            <pc:sldMk cId="2001664384" sldId="455"/>
            <ac:spMk id="2" creationId="{C40A7E4F-3CCF-48D1-A0BC-EB93BDEA051C}"/>
          </ac:spMkLst>
        </pc:spChg>
        <pc:spChg chg="mod">
          <ac:chgData name="Devinder Kaur" userId="89161a673412ba18" providerId="LiveId" clId="{C45FDB52-254C-4C2A-9581-41EEB7331BB5}" dt="2021-12-01T05:37:09.639" v="685" actId="20577"/>
          <ac:spMkLst>
            <pc:docMk/>
            <pc:sldMk cId="2001664384" sldId="455"/>
            <ac:spMk id="3" creationId="{1F243D9E-6B52-441B-B746-182C197CBB23}"/>
          </ac:spMkLst>
        </pc:spChg>
      </pc:sldChg>
      <pc:sldChg chg="modSp del mod">
        <pc:chgData name="Devinder Kaur" userId="89161a673412ba18" providerId="LiveId" clId="{C45FDB52-254C-4C2A-9581-41EEB7331BB5}" dt="2021-12-08T06:14:18.657" v="2253" actId="47"/>
        <pc:sldMkLst>
          <pc:docMk/>
          <pc:sldMk cId="2143142585" sldId="456"/>
        </pc:sldMkLst>
        <pc:spChg chg="mod">
          <ac:chgData name="Devinder Kaur" userId="89161a673412ba18" providerId="LiveId" clId="{C45FDB52-254C-4C2A-9581-41EEB7331BB5}" dt="2021-12-01T08:09:40.454" v="1337" actId="27636"/>
          <ac:spMkLst>
            <pc:docMk/>
            <pc:sldMk cId="2143142585" sldId="456"/>
            <ac:spMk id="2" creationId="{7ECED763-03B0-43E4-A540-443AEDE1D08D}"/>
          </ac:spMkLst>
        </pc:spChg>
        <pc:spChg chg="mod">
          <ac:chgData name="Devinder Kaur" userId="89161a673412ba18" providerId="LiveId" clId="{C45FDB52-254C-4C2A-9581-41EEB7331BB5}" dt="2021-12-01T08:12:01.484" v="1352" actId="14100"/>
          <ac:spMkLst>
            <pc:docMk/>
            <pc:sldMk cId="2143142585" sldId="456"/>
            <ac:spMk id="3" creationId="{6F8A583F-46C5-4930-B5C4-A1230DBA1825}"/>
          </ac:spMkLst>
        </pc:spChg>
      </pc:sldChg>
      <pc:sldChg chg="addSp delSp modSp new del mod ord">
        <pc:chgData name="Devinder Kaur" userId="89161a673412ba18" providerId="LiveId" clId="{C45FDB52-254C-4C2A-9581-41EEB7331BB5}" dt="2021-12-08T06:14:18.657" v="2253" actId="47"/>
        <pc:sldMkLst>
          <pc:docMk/>
          <pc:sldMk cId="2346958233" sldId="457"/>
        </pc:sldMkLst>
        <pc:spChg chg="mod">
          <ac:chgData name="Devinder Kaur" userId="89161a673412ba18" providerId="LiveId" clId="{C45FDB52-254C-4C2A-9581-41EEB7331BB5}" dt="2021-12-01T08:13:50.694" v="1364" actId="403"/>
          <ac:spMkLst>
            <pc:docMk/>
            <pc:sldMk cId="2346958233" sldId="457"/>
            <ac:spMk id="2" creationId="{1E7AE4F9-20A8-4CD2-BC80-FE1140997250}"/>
          </ac:spMkLst>
        </pc:spChg>
        <pc:spChg chg="mod">
          <ac:chgData name="Devinder Kaur" userId="89161a673412ba18" providerId="LiveId" clId="{C45FDB52-254C-4C2A-9581-41EEB7331BB5}" dt="2021-12-01T08:22:26.888" v="1722" actId="27636"/>
          <ac:spMkLst>
            <pc:docMk/>
            <pc:sldMk cId="2346958233" sldId="457"/>
            <ac:spMk id="3" creationId="{1B7B69A5-2607-4C7C-ADBD-10D055288709}"/>
          </ac:spMkLst>
        </pc:spChg>
        <pc:picChg chg="add mod">
          <ac:chgData name="Devinder Kaur" userId="89161a673412ba18" providerId="LiveId" clId="{C45FDB52-254C-4C2A-9581-41EEB7331BB5}" dt="2021-12-01T08:19:53.635" v="1538" actId="1035"/>
          <ac:picMkLst>
            <pc:docMk/>
            <pc:sldMk cId="2346958233" sldId="457"/>
            <ac:picMk id="5" creationId="{BE4A8E97-50B0-46F2-8C40-C56F91758225}"/>
          </ac:picMkLst>
        </pc:picChg>
        <pc:picChg chg="add mod">
          <ac:chgData name="Devinder Kaur" userId="89161a673412ba18" providerId="LiveId" clId="{C45FDB52-254C-4C2A-9581-41EEB7331BB5}" dt="2021-12-01T08:19:53.635" v="1538" actId="1035"/>
          <ac:picMkLst>
            <pc:docMk/>
            <pc:sldMk cId="2346958233" sldId="457"/>
            <ac:picMk id="6" creationId="{FBBB5AEA-2E1E-4437-B770-662935E1DE16}"/>
          </ac:picMkLst>
        </pc:picChg>
        <pc:picChg chg="add del">
          <ac:chgData name="Devinder Kaur" userId="89161a673412ba18" providerId="LiveId" clId="{C45FDB52-254C-4C2A-9581-41EEB7331BB5}" dt="2021-12-01T08:20:21.043" v="1540"/>
          <ac:picMkLst>
            <pc:docMk/>
            <pc:sldMk cId="2346958233" sldId="457"/>
            <ac:picMk id="7" creationId="{372ECE2F-CD7A-45E2-82EA-11E9AD7F0BA2}"/>
          </ac:picMkLst>
        </pc:picChg>
        <pc:picChg chg="add mod">
          <ac:chgData name="Devinder Kaur" userId="89161a673412ba18" providerId="LiveId" clId="{C45FDB52-254C-4C2A-9581-41EEB7331BB5}" dt="2021-12-01T08:21:23.838" v="1693" actId="12789"/>
          <ac:picMkLst>
            <pc:docMk/>
            <pc:sldMk cId="2346958233" sldId="457"/>
            <ac:picMk id="8" creationId="{28BA1A7D-F9A7-42CF-B21A-196675C450F7}"/>
          </ac:picMkLst>
        </pc:picChg>
        <pc:picChg chg="add mod">
          <ac:chgData name="Devinder Kaur" userId="89161a673412ba18" providerId="LiveId" clId="{C45FDB52-254C-4C2A-9581-41EEB7331BB5}" dt="2021-12-01T08:21:23.838" v="1693" actId="12789"/>
          <ac:picMkLst>
            <pc:docMk/>
            <pc:sldMk cId="2346958233" sldId="457"/>
            <ac:picMk id="9" creationId="{9865CA6E-34D7-4BB3-9545-084BB2AEC81A}"/>
          </ac:picMkLst>
        </pc:picChg>
        <pc:picChg chg="add mod">
          <ac:chgData name="Devinder Kaur" userId="89161a673412ba18" providerId="LiveId" clId="{C45FDB52-254C-4C2A-9581-41EEB7331BB5}" dt="2021-12-01T08:21:52.589" v="1716" actId="1037"/>
          <ac:picMkLst>
            <pc:docMk/>
            <pc:sldMk cId="2346958233" sldId="457"/>
            <ac:picMk id="10" creationId="{DA78A761-0B46-4E2F-AF7F-78C71D748B01}"/>
          </ac:picMkLst>
        </pc:picChg>
      </pc:sldChg>
      <pc:sldChg chg="modSp new del mod modNotesTx">
        <pc:chgData name="Devinder Kaur" userId="89161a673412ba18" providerId="LiveId" clId="{C45FDB52-254C-4C2A-9581-41EEB7331BB5}" dt="2021-12-08T06:14:18.657" v="2253" actId="47"/>
        <pc:sldMkLst>
          <pc:docMk/>
          <pc:sldMk cId="1824992622" sldId="458"/>
        </pc:sldMkLst>
        <pc:spChg chg="mod">
          <ac:chgData name="Devinder Kaur" userId="89161a673412ba18" providerId="LiveId" clId="{C45FDB52-254C-4C2A-9581-41EEB7331BB5}" dt="2021-12-01T08:24:32.871" v="1739"/>
          <ac:spMkLst>
            <pc:docMk/>
            <pc:sldMk cId="1824992622" sldId="458"/>
            <ac:spMk id="2" creationId="{99668AF6-DA19-4AC0-9F85-12AB52D85EFF}"/>
          </ac:spMkLst>
        </pc:spChg>
        <pc:spChg chg="mod">
          <ac:chgData name="Devinder Kaur" userId="89161a673412ba18" providerId="LiveId" clId="{C45FDB52-254C-4C2A-9581-41EEB7331BB5}" dt="2021-12-01T08:41:50.521" v="1838" actId="14100"/>
          <ac:spMkLst>
            <pc:docMk/>
            <pc:sldMk cId="1824992622" sldId="458"/>
            <ac:spMk id="3" creationId="{42A76371-E8A3-46E0-AF71-51F8414322FF}"/>
          </ac:spMkLst>
        </pc:spChg>
      </pc:sldChg>
      <pc:sldChg chg="addSp modSp new del mod ord">
        <pc:chgData name="Devinder Kaur" userId="89161a673412ba18" providerId="LiveId" clId="{C45FDB52-254C-4C2A-9581-41EEB7331BB5}" dt="2021-12-08T06:14:18.657" v="2253" actId="47"/>
        <pc:sldMkLst>
          <pc:docMk/>
          <pc:sldMk cId="2469847588" sldId="459"/>
        </pc:sldMkLst>
        <pc:spChg chg="mod">
          <ac:chgData name="Devinder Kaur" userId="89161a673412ba18" providerId="LiveId" clId="{C45FDB52-254C-4C2A-9581-41EEB7331BB5}" dt="2021-12-01T08:29:04.247" v="1769"/>
          <ac:spMkLst>
            <pc:docMk/>
            <pc:sldMk cId="2469847588" sldId="459"/>
            <ac:spMk id="2" creationId="{7B5103B7-922D-4133-9BAD-3692E645E1F5}"/>
          </ac:spMkLst>
        </pc:spChg>
        <pc:spChg chg="mod">
          <ac:chgData name="Devinder Kaur" userId="89161a673412ba18" providerId="LiveId" clId="{C45FDB52-254C-4C2A-9581-41EEB7331BB5}" dt="2021-12-01T08:32:49.547" v="1824" actId="14100"/>
          <ac:spMkLst>
            <pc:docMk/>
            <pc:sldMk cId="2469847588" sldId="459"/>
            <ac:spMk id="3" creationId="{EF533144-EA26-4FBE-B9EE-3E1524FE2AD9}"/>
          </ac:spMkLst>
        </pc:spChg>
        <pc:picChg chg="add mod">
          <ac:chgData name="Devinder Kaur" userId="89161a673412ba18" providerId="LiveId" clId="{C45FDB52-254C-4C2A-9581-41EEB7331BB5}" dt="2021-12-01T08:32:45.332" v="1823" actId="14100"/>
          <ac:picMkLst>
            <pc:docMk/>
            <pc:sldMk cId="2469847588" sldId="459"/>
            <ac:picMk id="5" creationId="{F3D86359-4AE0-490A-9643-14884C51437A}"/>
          </ac:picMkLst>
        </pc:picChg>
      </pc:sldChg>
      <pc:sldChg chg="addSp modSp new del mod">
        <pc:chgData name="Devinder Kaur" userId="89161a673412ba18" providerId="LiveId" clId="{C45FDB52-254C-4C2A-9581-41EEB7331BB5}" dt="2021-12-08T06:14:18.657" v="2253" actId="47"/>
        <pc:sldMkLst>
          <pc:docMk/>
          <pc:sldMk cId="1708513419" sldId="460"/>
        </pc:sldMkLst>
        <pc:spChg chg="mod">
          <ac:chgData name="Devinder Kaur" userId="89161a673412ba18" providerId="LiveId" clId="{C45FDB52-254C-4C2A-9581-41EEB7331BB5}" dt="2021-12-01T08:43:52.310" v="1863" actId="403"/>
          <ac:spMkLst>
            <pc:docMk/>
            <pc:sldMk cId="1708513419" sldId="460"/>
            <ac:spMk id="2" creationId="{B1B70BDA-1F8E-47E9-AE57-CDAC60FBF3A4}"/>
          </ac:spMkLst>
        </pc:spChg>
        <pc:spChg chg="mod">
          <ac:chgData name="Devinder Kaur" userId="89161a673412ba18" providerId="LiveId" clId="{C45FDB52-254C-4C2A-9581-41EEB7331BB5}" dt="2021-12-01T08:46:47.065" v="1893" actId="14100"/>
          <ac:spMkLst>
            <pc:docMk/>
            <pc:sldMk cId="1708513419" sldId="460"/>
            <ac:spMk id="3" creationId="{3CB73029-3CFD-4980-B2CC-42B99D060F95}"/>
          </ac:spMkLst>
        </pc:spChg>
        <pc:picChg chg="add mod">
          <ac:chgData name="Devinder Kaur" userId="89161a673412ba18" providerId="LiveId" clId="{C45FDB52-254C-4C2A-9581-41EEB7331BB5}" dt="2021-12-01T08:46:55.223" v="1896" actId="14100"/>
          <ac:picMkLst>
            <pc:docMk/>
            <pc:sldMk cId="1708513419" sldId="460"/>
            <ac:picMk id="5" creationId="{B6C53843-94D9-4EE4-B0A3-6D28A66D9C52}"/>
          </ac:picMkLst>
        </pc:picChg>
      </pc:sldChg>
      <pc:sldChg chg="addSp modSp new del mod">
        <pc:chgData name="Devinder Kaur" userId="89161a673412ba18" providerId="LiveId" clId="{C45FDB52-254C-4C2A-9581-41EEB7331BB5}" dt="2021-12-08T06:14:18.657" v="2253" actId="47"/>
        <pc:sldMkLst>
          <pc:docMk/>
          <pc:sldMk cId="3664076648" sldId="461"/>
        </pc:sldMkLst>
        <pc:spChg chg="mod">
          <ac:chgData name="Devinder Kaur" userId="89161a673412ba18" providerId="LiveId" clId="{C45FDB52-254C-4C2A-9581-41EEB7331BB5}" dt="2021-12-01T08:48:08.188" v="1915" actId="403"/>
          <ac:spMkLst>
            <pc:docMk/>
            <pc:sldMk cId="3664076648" sldId="461"/>
            <ac:spMk id="2" creationId="{26CDECEE-4B9F-4298-B079-CA154387AF14}"/>
          </ac:spMkLst>
        </pc:spChg>
        <pc:spChg chg="mod">
          <ac:chgData name="Devinder Kaur" userId="89161a673412ba18" providerId="LiveId" clId="{C45FDB52-254C-4C2A-9581-41EEB7331BB5}" dt="2021-12-01T09:16:25.330" v="2006" actId="27636"/>
          <ac:spMkLst>
            <pc:docMk/>
            <pc:sldMk cId="3664076648" sldId="461"/>
            <ac:spMk id="3" creationId="{7B0BE113-B178-4C28-8CE4-9973B18A636D}"/>
          </ac:spMkLst>
        </pc:spChg>
        <pc:spChg chg="add mod">
          <ac:chgData name="Devinder Kaur" userId="89161a673412ba18" providerId="LiveId" clId="{C45FDB52-254C-4C2A-9581-41EEB7331BB5}" dt="2021-12-01T08:51:16.811" v="1971" actId="1038"/>
          <ac:spMkLst>
            <pc:docMk/>
            <pc:sldMk cId="3664076648" sldId="461"/>
            <ac:spMk id="6" creationId="{0D0972AD-536B-41AD-9CEF-79A5936AD062}"/>
          </ac:spMkLst>
        </pc:spChg>
      </pc:sldChg>
      <pc:sldChg chg="modSp new del mod">
        <pc:chgData name="Devinder Kaur" userId="89161a673412ba18" providerId="LiveId" clId="{C45FDB52-254C-4C2A-9581-41EEB7331BB5}" dt="2021-12-08T06:14:18.657" v="2253" actId="47"/>
        <pc:sldMkLst>
          <pc:docMk/>
          <pc:sldMk cId="216894798" sldId="462"/>
        </pc:sldMkLst>
        <pc:spChg chg="mod">
          <ac:chgData name="Devinder Kaur" userId="89161a673412ba18" providerId="LiveId" clId="{C45FDB52-254C-4C2A-9581-41EEB7331BB5}" dt="2021-12-01T09:27:17.606" v="2121" actId="14100"/>
          <ac:spMkLst>
            <pc:docMk/>
            <pc:sldMk cId="216894798" sldId="462"/>
            <ac:spMk id="2" creationId="{5CF8CC02-F5D5-47B5-96E4-18178DAE318C}"/>
          </ac:spMkLst>
        </pc:spChg>
        <pc:spChg chg="mod">
          <ac:chgData name="Devinder Kaur" userId="89161a673412ba18" providerId="LiveId" clId="{C45FDB52-254C-4C2A-9581-41EEB7331BB5}" dt="2021-12-01T09:30:22.561" v="2163" actId="313"/>
          <ac:spMkLst>
            <pc:docMk/>
            <pc:sldMk cId="216894798" sldId="462"/>
            <ac:spMk id="3" creationId="{4C4161DD-5656-4A7A-815F-A0D0F2FEB1DB}"/>
          </ac:spMkLst>
        </pc:spChg>
      </pc:sldChg>
    </pc:docChg>
  </pc:docChgLst>
  <pc:docChgLst>
    <pc:chgData name="Devinder Kaur" userId="89161a673412ba18" providerId="LiveId" clId="{24E40392-7C56-4C71-953A-5D00556B85FD}"/>
    <pc:docChg chg="undo custSel delSld modSld">
      <pc:chgData name="Devinder Kaur" userId="89161a673412ba18" providerId="LiveId" clId="{24E40392-7C56-4C71-953A-5D00556B85FD}" dt="2022-11-29T06:26:59.844" v="218" actId="20577"/>
      <pc:docMkLst>
        <pc:docMk/>
      </pc:docMkLst>
      <pc:sldChg chg="del">
        <pc:chgData name="Devinder Kaur" userId="89161a673412ba18" providerId="LiveId" clId="{24E40392-7C56-4C71-953A-5D00556B85FD}" dt="2022-11-24T06:21:59.034" v="0" actId="47"/>
        <pc:sldMkLst>
          <pc:docMk/>
          <pc:sldMk cId="0" sldId="382"/>
        </pc:sldMkLst>
      </pc:sldChg>
      <pc:sldChg chg="modSp">
        <pc:chgData name="Devinder Kaur" userId="89161a673412ba18" providerId="LiveId" clId="{24E40392-7C56-4C71-953A-5D00556B85FD}" dt="2022-11-29T04:44:06.940" v="194" actId="113"/>
        <pc:sldMkLst>
          <pc:docMk/>
          <pc:sldMk cId="2117980969" sldId="461"/>
        </pc:sldMkLst>
        <pc:graphicFrameChg chg="mod">
          <ac:chgData name="Devinder Kaur" userId="89161a673412ba18" providerId="LiveId" clId="{24E40392-7C56-4C71-953A-5D00556B85FD}" dt="2022-11-29T04:44:06.940" v="194" actId="113"/>
          <ac:graphicFrameMkLst>
            <pc:docMk/>
            <pc:sldMk cId="2117980969" sldId="461"/>
            <ac:graphicFrameMk id="6" creationId="{A9FAE3E4-8E41-44DD-8CD5-1C363A16B42C}"/>
          </ac:graphicFrameMkLst>
        </pc:graphicFrameChg>
      </pc:sldChg>
      <pc:sldChg chg="del">
        <pc:chgData name="Devinder Kaur" userId="89161a673412ba18" providerId="LiveId" clId="{24E40392-7C56-4C71-953A-5D00556B85FD}" dt="2022-11-26T04:37:37.615" v="1" actId="47"/>
        <pc:sldMkLst>
          <pc:docMk/>
          <pc:sldMk cId="3293028744" sldId="467"/>
        </pc:sldMkLst>
      </pc:sldChg>
      <pc:sldChg chg="del">
        <pc:chgData name="Devinder Kaur" userId="89161a673412ba18" providerId="LiveId" clId="{24E40392-7C56-4C71-953A-5D00556B85FD}" dt="2022-11-26T04:37:43.531" v="2" actId="47"/>
        <pc:sldMkLst>
          <pc:docMk/>
          <pc:sldMk cId="3570131095" sldId="469"/>
        </pc:sldMkLst>
      </pc:sldChg>
      <pc:sldChg chg="modSp mod">
        <pc:chgData name="Devinder Kaur" userId="89161a673412ba18" providerId="LiveId" clId="{24E40392-7C56-4C71-953A-5D00556B85FD}" dt="2022-11-26T05:32:40.620" v="98" actId="14100"/>
        <pc:sldMkLst>
          <pc:docMk/>
          <pc:sldMk cId="1967718560" sldId="473"/>
        </pc:sldMkLst>
        <pc:spChg chg="mod">
          <ac:chgData name="Devinder Kaur" userId="89161a673412ba18" providerId="LiveId" clId="{24E40392-7C56-4C71-953A-5D00556B85FD}" dt="2022-11-26T05:31:41.306" v="59" actId="1035"/>
          <ac:spMkLst>
            <pc:docMk/>
            <pc:sldMk cId="1967718560" sldId="473"/>
            <ac:spMk id="3" creationId="{6DFD388C-01A7-4452-95F9-3D58DC64E04A}"/>
          </ac:spMkLst>
        </pc:spChg>
        <pc:spChg chg="mod">
          <ac:chgData name="Devinder Kaur" userId="89161a673412ba18" providerId="LiveId" clId="{24E40392-7C56-4C71-953A-5D00556B85FD}" dt="2022-11-26T05:32:40.620" v="98" actId="14100"/>
          <ac:spMkLst>
            <pc:docMk/>
            <pc:sldMk cId="1967718560" sldId="473"/>
            <ac:spMk id="8" creationId="{EA90ECD4-29F2-4175-816F-BE5D127B254B}"/>
          </ac:spMkLst>
        </pc:spChg>
        <pc:picChg chg="mod">
          <ac:chgData name="Devinder Kaur" userId="89161a673412ba18" providerId="LiveId" clId="{24E40392-7C56-4C71-953A-5D00556B85FD}" dt="2022-11-26T05:32:25.072" v="88" actId="554"/>
          <ac:picMkLst>
            <pc:docMk/>
            <pc:sldMk cId="1967718560" sldId="473"/>
            <ac:picMk id="6" creationId="{983A6658-7AAA-4552-98BC-1504BFE3361B}"/>
          </ac:picMkLst>
        </pc:picChg>
      </pc:sldChg>
      <pc:sldChg chg="modSp mod">
        <pc:chgData name="Devinder Kaur" userId="89161a673412ba18" providerId="LiveId" clId="{24E40392-7C56-4C71-953A-5D00556B85FD}" dt="2022-11-26T05:36:09.549" v="192" actId="14100"/>
        <pc:sldMkLst>
          <pc:docMk/>
          <pc:sldMk cId="2027282769" sldId="476"/>
        </pc:sldMkLst>
        <pc:graphicFrameChg chg="mod">
          <ac:chgData name="Devinder Kaur" userId="89161a673412ba18" providerId="LiveId" clId="{24E40392-7C56-4C71-953A-5D00556B85FD}" dt="2022-11-26T05:36:09.549" v="192" actId="14100"/>
          <ac:graphicFrameMkLst>
            <pc:docMk/>
            <pc:sldMk cId="2027282769" sldId="476"/>
            <ac:graphicFrameMk id="6" creationId="{1D5FB3F9-54D0-4E6F-AEBC-50AE74229D81}"/>
          </ac:graphicFrameMkLst>
        </pc:graphicFrameChg>
        <pc:picChg chg="mod">
          <ac:chgData name="Devinder Kaur" userId="89161a673412ba18" providerId="LiveId" clId="{24E40392-7C56-4C71-953A-5D00556B85FD}" dt="2022-11-26T05:35:37.419" v="187" actId="14100"/>
          <ac:picMkLst>
            <pc:docMk/>
            <pc:sldMk cId="2027282769" sldId="476"/>
            <ac:picMk id="7" creationId="{B98C1643-8242-4640-8927-51C3AEB31937}"/>
          </ac:picMkLst>
        </pc:picChg>
      </pc:sldChg>
      <pc:sldChg chg="del">
        <pc:chgData name="Devinder Kaur" userId="89161a673412ba18" providerId="LiveId" clId="{24E40392-7C56-4C71-953A-5D00556B85FD}" dt="2022-11-26T05:07:32.768" v="11" actId="47"/>
        <pc:sldMkLst>
          <pc:docMk/>
          <pc:sldMk cId="3085445058" sldId="477"/>
        </pc:sldMkLst>
      </pc:sldChg>
      <pc:sldChg chg="del">
        <pc:chgData name="Devinder Kaur" userId="89161a673412ba18" providerId="LiveId" clId="{24E40392-7C56-4C71-953A-5D00556B85FD}" dt="2022-11-26T05:07:42.276" v="12" actId="47"/>
        <pc:sldMkLst>
          <pc:docMk/>
          <pc:sldMk cId="2206060403" sldId="478"/>
        </pc:sldMkLst>
      </pc:sldChg>
      <pc:sldChg chg="modSp mod">
        <pc:chgData name="Devinder Kaur" userId="89161a673412ba18" providerId="LiveId" clId="{24E40392-7C56-4C71-953A-5D00556B85FD}" dt="2022-11-29T06:26:59.844" v="218" actId="20577"/>
        <pc:sldMkLst>
          <pc:docMk/>
          <pc:sldMk cId="2542140807" sldId="479"/>
        </pc:sldMkLst>
        <pc:graphicFrameChg chg="mod">
          <ac:chgData name="Devinder Kaur" userId="89161a673412ba18" providerId="LiveId" clId="{24E40392-7C56-4C71-953A-5D00556B85FD}" dt="2022-11-29T06:26:59.844" v="218" actId="20577"/>
          <ac:graphicFrameMkLst>
            <pc:docMk/>
            <pc:sldMk cId="2542140807" sldId="479"/>
            <ac:graphicFrameMk id="4" creationId="{410C771D-1EE3-489E-BFF9-00DD48CF5EDF}"/>
          </ac:graphicFrameMkLst>
        </pc:graphicFrameChg>
        <pc:picChg chg="mod">
          <ac:chgData name="Devinder Kaur" userId="89161a673412ba18" providerId="LiveId" clId="{24E40392-7C56-4C71-953A-5D00556B85FD}" dt="2022-11-29T06:26:36.232" v="196" actId="14100"/>
          <ac:picMkLst>
            <pc:docMk/>
            <pc:sldMk cId="2542140807" sldId="479"/>
            <ac:picMk id="5" creationId="{592F288F-7730-4875-91A2-FEE84DD4767A}"/>
          </ac:picMkLst>
        </pc:picChg>
      </pc:sldChg>
      <pc:sldChg chg="modSp del mod">
        <pc:chgData name="Devinder Kaur" userId="89161a673412ba18" providerId="LiveId" clId="{24E40392-7C56-4C71-953A-5D00556B85FD}" dt="2022-11-26T05:36:15.863" v="193" actId="47"/>
        <pc:sldMkLst>
          <pc:docMk/>
          <pc:sldMk cId="4235126482" sldId="485"/>
        </pc:sldMkLst>
        <pc:graphicFrameChg chg="mod modGraphic">
          <ac:chgData name="Devinder Kaur" userId="89161a673412ba18" providerId="LiveId" clId="{24E40392-7C56-4C71-953A-5D00556B85FD}" dt="2022-11-26T05:29:51.291" v="17"/>
          <ac:graphicFrameMkLst>
            <pc:docMk/>
            <pc:sldMk cId="4235126482" sldId="485"/>
            <ac:graphicFrameMk id="3" creationId="{FE18F0C9-7B07-4604-89C1-185B15A849D5}"/>
          </ac:graphicFrameMkLst>
        </pc:graphicFrameChg>
      </pc:sldChg>
      <pc:sldChg chg="del">
        <pc:chgData name="Devinder Kaur" userId="89161a673412ba18" providerId="LiveId" clId="{24E40392-7C56-4C71-953A-5D00556B85FD}" dt="2022-11-26T05:28:18.409" v="13" actId="47"/>
        <pc:sldMkLst>
          <pc:docMk/>
          <pc:sldMk cId="2638670324" sldId="490"/>
        </pc:sldMkLst>
      </pc:sldChg>
    </pc:docChg>
  </pc:docChgLst>
  <pc:docChgLst>
    <pc:chgData name="Devinder Kaur" userId="89161a673412ba18" providerId="LiveId" clId="{EC2264C8-861A-4A37-ABCC-5E6CB0F0F8BF}"/>
    <pc:docChg chg="undo custSel addSld modSld">
      <pc:chgData name="Devinder Kaur" userId="89161a673412ba18" providerId="LiveId" clId="{EC2264C8-861A-4A37-ABCC-5E6CB0F0F8BF}" dt="2021-12-13T10:07:40.064" v="191"/>
      <pc:docMkLst>
        <pc:docMk/>
      </pc:docMkLst>
      <pc:sldChg chg="modSp mod">
        <pc:chgData name="Devinder Kaur" userId="89161a673412ba18" providerId="LiveId" clId="{EC2264C8-861A-4A37-ABCC-5E6CB0F0F8BF}" dt="2021-12-13T10:07:40.064" v="191"/>
        <pc:sldMkLst>
          <pc:docMk/>
          <pc:sldMk cId="2354221434" sldId="462"/>
        </pc:sldMkLst>
        <pc:spChg chg="mod">
          <ac:chgData name="Devinder Kaur" userId="89161a673412ba18" providerId="LiveId" clId="{EC2264C8-861A-4A37-ABCC-5E6CB0F0F8BF}" dt="2021-12-13T07:22:00.273" v="73"/>
          <ac:spMkLst>
            <pc:docMk/>
            <pc:sldMk cId="2354221434" sldId="462"/>
            <ac:spMk id="4" creationId="{1F85AF78-078A-4B10-8DAA-72D0BAE16059}"/>
          </ac:spMkLst>
        </pc:spChg>
        <pc:graphicFrameChg chg="mod modGraphic">
          <ac:chgData name="Devinder Kaur" userId="89161a673412ba18" providerId="LiveId" clId="{EC2264C8-861A-4A37-ABCC-5E6CB0F0F8BF}" dt="2021-12-13T10:07:40.064" v="191"/>
          <ac:graphicFrameMkLst>
            <pc:docMk/>
            <pc:sldMk cId="2354221434" sldId="462"/>
            <ac:graphicFrameMk id="5" creationId="{844963C3-A4B3-4BF8-A25D-D86E6A8660A0}"/>
          </ac:graphicFrameMkLst>
        </pc:graphicFrameChg>
      </pc:sldChg>
      <pc:sldChg chg="addSp delSp modSp new mod">
        <pc:chgData name="Devinder Kaur" userId="89161a673412ba18" providerId="LiveId" clId="{EC2264C8-861A-4A37-ABCC-5E6CB0F0F8BF}" dt="2021-12-13T07:26:07.537" v="151" actId="1035"/>
        <pc:sldMkLst>
          <pc:docMk/>
          <pc:sldMk cId="3217816182" sldId="493"/>
        </pc:sldMkLst>
        <pc:spChg chg="add del mod">
          <ac:chgData name="Devinder Kaur" userId="89161a673412ba18" providerId="LiveId" clId="{EC2264C8-861A-4A37-ABCC-5E6CB0F0F8BF}" dt="2021-12-13T07:21:59.782" v="72" actId="22"/>
          <ac:spMkLst>
            <pc:docMk/>
            <pc:sldMk cId="3217816182" sldId="493"/>
            <ac:spMk id="5" creationId="{C7E4C4A0-C82F-48EC-AF4E-C7C6919314F3}"/>
          </ac:spMkLst>
        </pc:spChg>
        <pc:spChg chg="add mod">
          <ac:chgData name="Devinder Kaur" userId="89161a673412ba18" providerId="LiveId" clId="{EC2264C8-861A-4A37-ABCC-5E6CB0F0F8BF}" dt="2021-12-13T07:26:07.537" v="151" actId="1035"/>
          <ac:spMkLst>
            <pc:docMk/>
            <pc:sldMk cId="3217816182" sldId="493"/>
            <ac:spMk id="6" creationId="{F9433679-E5B4-451C-9B11-576B2922B551}"/>
          </ac:spMkLst>
        </pc:spChg>
        <pc:graphicFrameChg chg="add mod modGraphic">
          <ac:chgData name="Devinder Kaur" userId="89161a673412ba18" providerId="LiveId" clId="{EC2264C8-861A-4A37-ABCC-5E6CB0F0F8BF}" dt="2021-12-13T07:25:54.607" v="143"/>
          <ac:graphicFrameMkLst>
            <pc:docMk/>
            <pc:sldMk cId="3217816182" sldId="493"/>
            <ac:graphicFrameMk id="3" creationId="{D96BE27C-6618-439F-94FE-7C0B5510BF1A}"/>
          </ac:graphicFrameMkLst>
        </pc:graphicFrameChg>
      </pc:sldChg>
    </pc:docChg>
  </pc:docChgLst>
  <pc:docChgLst>
    <pc:chgData name="Devinder Kaur" userId="89161a673412ba18" providerId="LiveId" clId="{078A226D-0AB0-4875-9DA2-7091B492FD08}"/>
    <pc:docChg chg="undo custSel modSld">
      <pc:chgData name="Devinder Kaur" userId="89161a673412ba18" providerId="LiveId" clId="{078A226D-0AB0-4875-9DA2-7091B492FD08}" dt="2022-03-11T08:42:46.490" v="4" actId="404"/>
      <pc:docMkLst>
        <pc:docMk/>
      </pc:docMkLst>
      <pc:sldChg chg="modSp mod">
        <pc:chgData name="Devinder Kaur" userId="89161a673412ba18" providerId="LiveId" clId="{078A226D-0AB0-4875-9DA2-7091B492FD08}" dt="2022-03-11T08:42:46.490" v="4" actId="404"/>
        <pc:sldMkLst>
          <pc:docMk/>
          <pc:sldMk cId="2206060403" sldId="478"/>
        </pc:sldMkLst>
        <pc:graphicFrameChg chg="mod modGraphic">
          <ac:chgData name="Devinder Kaur" userId="89161a673412ba18" providerId="LiveId" clId="{078A226D-0AB0-4875-9DA2-7091B492FD08}" dt="2022-03-11T08:42:46.490" v="4" actId="404"/>
          <ac:graphicFrameMkLst>
            <pc:docMk/>
            <pc:sldMk cId="2206060403" sldId="478"/>
            <ac:graphicFrameMk id="4" creationId="{0047273C-2969-42BF-9D1A-95C3BC66D7EA}"/>
          </ac:graphicFrameMkLst>
        </pc:graphicFrameChg>
      </pc:sldChg>
    </pc:docChg>
  </pc:docChgLst>
  <pc:docChgLst>
    <pc:chgData name="Devinder Kaur" userId="89161a673412ba18" providerId="LiveId" clId="{9DC730C8-1395-4933-88D3-2EC0CE87EBF9}"/>
    <pc:docChg chg="undo redo custSel addSld delSld modSld sldOrd">
      <pc:chgData name="Devinder Kaur" userId="89161a673412ba18" providerId="LiveId" clId="{9DC730C8-1395-4933-88D3-2EC0CE87EBF9}" dt="2021-12-13T06:37:08.638" v="9155" actId="47"/>
      <pc:docMkLst>
        <pc:docMk/>
      </pc:docMkLst>
      <pc:sldChg chg="modSp mod">
        <pc:chgData name="Devinder Kaur" userId="89161a673412ba18" providerId="LiveId" clId="{9DC730C8-1395-4933-88D3-2EC0CE87EBF9}" dt="2021-12-11T10:41:59.606" v="8778" actId="20577"/>
        <pc:sldMkLst>
          <pc:docMk/>
          <pc:sldMk cId="2656501266" sldId="279"/>
        </pc:sldMkLst>
        <pc:spChg chg="mod">
          <ac:chgData name="Devinder Kaur" userId="89161a673412ba18" providerId="LiveId" clId="{9DC730C8-1395-4933-88D3-2EC0CE87EBF9}" dt="2021-12-11T10:41:59.606" v="8778" actId="20577"/>
          <ac:spMkLst>
            <pc:docMk/>
            <pc:sldMk cId="2656501266" sldId="279"/>
            <ac:spMk id="2" creationId="{00000000-0000-0000-0000-000000000000}"/>
          </ac:spMkLst>
        </pc:spChg>
      </pc:sldChg>
      <pc:sldChg chg="del">
        <pc:chgData name="Devinder Kaur" userId="89161a673412ba18" providerId="LiveId" clId="{9DC730C8-1395-4933-88D3-2EC0CE87EBF9}" dt="2021-12-11T09:48:08.089" v="7983" actId="47"/>
        <pc:sldMkLst>
          <pc:docMk/>
          <pc:sldMk cId="3534053751" sldId="363"/>
        </pc:sldMkLst>
      </pc:sldChg>
      <pc:sldChg chg="addSp delSp modSp mod">
        <pc:chgData name="Devinder Kaur" userId="89161a673412ba18" providerId="LiveId" clId="{9DC730C8-1395-4933-88D3-2EC0CE87EBF9}" dt="2021-12-09T05:29:43.337" v="174" actId="14100"/>
        <pc:sldMkLst>
          <pc:docMk/>
          <pc:sldMk cId="0" sldId="381"/>
        </pc:sldMkLst>
        <pc:picChg chg="add mod">
          <ac:chgData name="Devinder Kaur" userId="89161a673412ba18" providerId="LiveId" clId="{9DC730C8-1395-4933-88D3-2EC0CE87EBF9}" dt="2021-12-09T05:29:17.121" v="170" actId="171"/>
          <ac:picMkLst>
            <pc:docMk/>
            <pc:sldMk cId="0" sldId="381"/>
            <ac:picMk id="4098" creationId="{00CF0F45-5267-46AB-8964-85D8E434B424}"/>
          </ac:picMkLst>
        </pc:picChg>
        <pc:picChg chg="del">
          <ac:chgData name="Devinder Kaur" userId="89161a673412ba18" providerId="LiveId" clId="{9DC730C8-1395-4933-88D3-2EC0CE87EBF9}" dt="2021-12-09T05:28:21.800" v="160" actId="478"/>
          <ac:picMkLst>
            <pc:docMk/>
            <pc:sldMk cId="0" sldId="381"/>
            <ac:picMk id="10272" creationId="{1185B659-D744-4388-BAE3-B680E0F01E29}"/>
          </ac:picMkLst>
        </pc:picChg>
        <pc:cxnChg chg="mod ord">
          <ac:chgData name="Devinder Kaur" userId="89161a673412ba18" providerId="LiveId" clId="{9DC730C8-1395-4933-88D3-2EC0CE87EBF9}" dt="2021-12-09T05:29:43.337" v="174" actId="14100"/>
          <ac:cxnSpMkLst>
            <pc:docMk/>
            <pc:sldMk cId="0" sldId="381"/>
            <ac:cxnSpMk id="8" creationId="{65EE6DA7-3F8E-46CE-A5B7-337A4278EAE8}"/>
          </ac:cxnSpMkLst>
        </pc:cxnChg>
      </pc:sldChg>
      <pc:sldChg chg="delSp modSp mod">
        <pc:chgData name="Devinder Kaur" userId="89161a673412ba18" providerId="LiveId" clId="{9DC730C8-1395-4933-88D3-2EC0CE87EBF9}" dt="2021-12-13T06:32:06.597" v="9153" actId="14100"/>
        <pc:sldMkLst>
          <pc:docMk/>
          <pc:sldMk cId="3276869159" sldId="444"/>
        </pc:sldMkLst>
        <pc:spChg chg="mod">
          <ac:chgData name="Devinder Kaur" userId="89161a673412ba18" providerId="LiveId" clId="{9DC730C8-1395-4933-88D3-2EC0CE87EBF9}" dt="2021-12-13T06:32:06.597" v="9153" actId="14100"/>
          <ac:spMkLst>
            <pc:docMk/>
            <pc:sldMk cId="3276869159" sldId="444"/>
            <ac:spMk id="2" creationId="{D83DCB64-D207-409A-BB4E-2608F684CECA}"/>
          </ac:spMkLst>
        </pc:spChg>
        <pc:spChg chg="del mod">
          <ac:chgData name="Devinder Kaur" userId="89161a673412ba18" providerId="LiveId" clId="{9DC730C8-1395-4933-88D3-2EC0CE87EBF9}" dt="2021-12-13T06:31:50.647" v="9149" actId="478"/>
          <ac:spMkLst>
            <pc:docMk/>
            <pc:sldMk cId="3276869159" sldId="444"/>
            <ac:spMk id="3" creationId="{212F9F60-F08D-47FE-8E25-F2A6A08F1F0E}"/>
          </ac:spMkLst>
        </pc:spChg>
      </pc:sldChg>
      <pc:sldChg chg="addSp delSp modSp mod">
        <pc:chgData name="Devinder Kaur" userId="89161a673412ba18" providerId="LiveId" clId="{9DC730C8-1395-4933-88D3-2EC0CE87EBF9}" dt="2021-12-09T17:42:05.961" v="4045" actId="1038"/>
        <pc:sldMkLst>
          <pc:docMk/>
          <pc:sldMk cId="3285200060" sldId="445"/>
        </pc:sldMkLst>
        <pc:spChg chg="mod">
          <ac:chgData name="Devinder Kaur" userId="89161a673412ba18" providerId="LiveId" clId="{9DC730C8-1395-4933-88D3-2EC0CE87EBF9}" dt="2021-12-09T07:43:30.419" v="655" actId="14100"/>
          <ac:spMkLst>
            <pc:docMk/>
            <pc:sldMk cId="3285200060" sldId="445"/>
            <ac:spMk id="3" creationId="{3939C5FB-D76D-410D-A6BB-9A748F7636B2}"/>
          </ac:spMkLst>
        </pc:spChg>
        <pc:picChg chg="mod modCrop">
          <ac:chgData name="Devinder Kaur" userId="89161a673412ba18" providerId="LiveId" clId="{9DC730C8-1395-4933-88D3-2EC0CE87EBF9}" dt="2021-12-09T17:42:05.961" v="4045" actId="1038"/>
          <ac:picMkLst>
            <pc:docMk/>
            <pc:sldMk cId="3285200060" sldId="445"/>
            <ac:picMk id="6" creationId="{727587B8-268B-4E0B-881E-FCE1F5A3BDD0}"/>
          </ac:picMkLst>
        </pc:picChg>
        <pc:picChg chg="del mod">
          <ac:chgData name="Devinder Kaur" userId="89161a673412ba18" providerId="LiveId" clId="{9DC730C8-1395-4933-88D3-2EC0CE87EBF9}" dt="2021-12-09T07:21:05.123" v="539" actId="21"/>
          <ac:picMkLst>
            <pc:docMk/>
            <pc:sldMk cId="3285200060" sldId="445"/>
            <ac:picMk id="7" creationId="{A03B2674-7E08-400D-8935-DB957D8ACEE0}"/>
          </ac:picMkLst>
        </pc:picChg>
        <pc:picChg chg="add del mod">
          <ac:chgData name="Devinder Kaur" userId="89161a673412ba18" providerId="LiveId" clId="{9DC730C8-1395-4933-88D3-2EC0CE87EBF9}" dt="2021-12-09T07:43:18.661" v="653" actId="21"/>
          <ac:picMkLst>
            <pc:docMk/>
            <pc:sldMk cId="3285200060" sldId="445"/>
            <ac:picMk id="8" creationId="{198E907A-9D0A-481C-AB81-04B0D10B22B3}"/>
          </ac:picMkLst>
        </pc:picChg>
      </pc:sldChg>
      <pc:sldChg chg="modSp del mod">
        <pc:chgData name="Devinder Kaur" userId="89161a673412ba18" providerId="LiveId" clId="{9DC730C8-1395-4933-88D3-2EC0CE87EBF9}" dt="2021-12-11T10:41:51.006" v="8777" actId="47"/>
        <pc:sldMkLst>
          <pc:docMk/>
          <pc:sldMk cId="2893464812" sldId="447"/>
        </pc:sldMkLst>
        <pc:spChg chg="mod">
          <ac:chgData name="Devinder Kaur" userId="89161a673412ba18" providerId="LiveId" clId="{9DC730C8-1395-4933-88D3-2EC0CE87EBF9}" dt="2021-12-11T10:00:53.122" v="8161" actId="1035"/>
          <ac:spMkLst>
            <pc:docMk/>
            <pc:sldMk cId="2893464812" sldId="447"/>
            <ac:spMk id="2" creationId="{A78EADF6-C060-4414-9022-52E3B87781B5}"/>
          </ac:spMkLst>
        </pc:spChg>
        <pc:spChg chg="mod">
          <ac:chgData name="Devinder Kaur" userId="89161a673412ba18" providerId="LiveId" clId="{9DC730C8-1395-4933-88D3-2EC0CE87EBF9}" dt="2021-12-11T10:40:57.253" v="8754" actId="21"/>
          <ac:spMkLst>
            <pc:docMk/>
            <pc:sldMk cId="2893464812" sldId="447"/>
            <ac:spMk id="3" creationId="{2D4513CC-AB87-44D6-AEC5-FC4FA96FE0F2}"/>
          </ac:spMkLst>
        </pc:spChg>
      </pc:sldChg>
      <pc:sldChg chg="addSp delSp modSp mod">
        <pc:chgData name="Devinder Kaur" userId="89161a673412ba18" providerId="LiveId" clId="{9DC730C8-1395-4933-88D3-2EC0CE87EBF9}" dt="2021-12-09T17:42:46.656" v="4046"/>
        <pc:sldMkLst>
          <pc:docMk/>
          <pc:sldMk cId="2548075309" sldId="449"/>
        </pc:sldMkLst>
        <pc:spChg chg="del">
          <ac:chgData name="Devinder Kaur" userId="89161a673412ba18" providerId="LiveId" clId="{9DC730C8-1395-4933-88D3-2EC0CE87EBF9}" dt="2021-12-09T07:51:35.988" v="726" actId="478"/>
          <ac:spMkLst>
            <pc:docMk/>
            <pc:sldMk cId="2548075309" sldId="449"/>
            <ac:spMk id="7" creationId="{DDF3D950-54D2-4EFE-BEA8-268953115654}"/>
          </ac:spMkLst>
        </pc:spChg>
        <pc:picChg chg="add mod modCrop">
          <ac:chgData name="Devinder Kaur" userId="89161a673412ba18" providerId="LiveId" clId="{9DC730C8-1395-4933-88D3-2EC0CE87EBF9}" dt="2021-12-09T17:42:46.656" v="4046"/>
          <ac:picMkLst>
            <pc:docMk/>
            <pc:sldMk cId="2548075309" sldId="449"/>
            <ac:picMk id="3" creationId="{C3ADE92F-3007-4D14-97AB-C0B4206625B5}"/>
          </ac:picMkLst>
        </pc:picChg>
        <pc:picChg chg="del">
          <ac:chgData name="Devinder Kaur" userId="89161a673412ba18" providerId="LiveId" clId="{9DC730C8-1395-4933-88D3-2EC0CE87EBF9}" dt="2021-12-09T05:55:27.756" v="343" actId="478"/>
          <ac:picMkLst>
            <pc:docMk/>
            <pc:sldMk cId="2548075309" sldId="449"/>
            <ac:picMk id="4098" creationId="{5786D899-4D79-4018-B1D5-6AFEDDF19BD5}"/>
          </ac:picMkLst>
        </pc:picChg>
      </pc:sldChg>
      <pc:sldChg chg="addSp delSp modSp mod">
        <pc:chgData name="Devinder Kaur" userId="89161a673412ba18" providerId="LiveId" clId="{9DC730C8-1395-4933-88D3-2EC0CE87EBF9}" dt="2021-12-09T07:22:30.298" v="590" actId="14100"/>
        <pc:sldMkLst>
          <pc:docMk/>
          <pc:sldMk cId="1450193014" sldId="450"/>
        </pc:sldMkLst>
        <pc:spChg chg="add mod">
          <ac:chgData name="Devinder Kaur" userId="89161a673412ba18" providerId="LiveId" clId="{9DC730C8-1395-4933-88D3-2EC0CE87EBF9}" dt="2021-12-09T07:22:09.287" v="556" actId="1035"/>
          <ac:spMkLst>
            <pc:docMk/>
            <pc:sldMk cId="1450193014" sldId="450"/>
            <ac:spMk id="6" creationId="{01E55FEA-3843-43B8-8586-F896E05D549D}"/>
          </ac:spMkLst>
        </pc:spChg>
        <pc:spChg chg="add mod">
          <ac:chgData name="Devinder Kaur" userId="89161a673412ba18" providerId="LiveId" clId="{9DC730C8-1395-4933-88D3-2EC0CE87EBF9}" dt="2021-12-09T07:19:45.302" v="532" actId="1037"/>
          <ac:spMkLst>
            <pc:docMk/>
            <pc:sldMk cId="1450193014" sldId="450"/>
            <ac:spMk id="9" creationId="{EF2CBFEC-79AE-4481-915E-4761D9D99C32}"/>
          </ac:spMkLst>
        </pc:spChg>
        <pc:grpChg chg="mod">
          <ac:chgData name="Devinder Kaur" userId="89161a673412ba18" providerId="LiveId" clId="{9DC730C8-1395-4933-88D3-2EC0CE87EBF9}" dt="2021-12-09T07:22:18.001" v="558" actId="14100"/>
          <ac:grpSpMkLst>
            <pc:docMk/>
            <pc:sldMk cId="1450193014" sldId="450"/>
            <ac:grpSpMk id="5" creationId="{8FAFEDF1-A071-4CC4-9B02-D59390C55176}"/>
          </ac:grpSpMkLst>
        </pc:grpChg>
        <pc:picChg chg="add del mod modCrop">
          <ac:chgData name="Devinder Kaur" userId="89161a673412ba18" providerId="LiveId" clId="{9DC730C8-1395-4933-88D3-2EC0CE87EBF9}" dt="2021-12-09T07:20:46.357" v="534" actId="21"/>
          <ac:picMkLst>
            <pc:docMk/>
            <pc:sldMk cId="1450193014" sldId="450"/>
            <ac:picMk id="7" creationId="{07BFEED3-64EB-4571-ADD7-43CA69905DAE}"/>
          </ac:picMkLst>
        </pc:picChg>
        <pc:picChg chg="add mod">
          <ac:chgData name="Devinder Kaur" userId="89161a673412ba18" providerId="LiveId" clId="{9DC730C8-1395-4933-88D3-2EC0CE87EBF9}" dt="2021-12-09T07:22:30.298" v="590" actId="14100"/>
          <ac:picMkLst>
            <pc:docMk/>
            <pc:sldMk cId="1450193014" sldId="450"/>
            <ac:picMk id="10" creationId="{7C329A74-6B8C-47B6-BB06-1639995A77FA}"/>
          </ac:picMkLst>
        </pc:picChg>
      </pc:sldChg>
      <pc:sldChg chg="addSp delSp modSp del mod">
        <pc:chgData name="Devinder Kaur" userId="89161a673412ba18" providerId="LiveId" clId="{9DC730C8-1395-4933-88D3-2EC0CE87EBF9}" dt="2021-12-09T05:38:18.175" v="289" actId="47"/>
        <pc:sldMkLst>
          <pc:docMk/>
          <pc:sldMk cId="2350034338" sldId="452"/>
        </pc:sldMkLst>
        <pc:spChg chg="del mod">
          <ac:chgData name="Devinder Kaur" userId="89161a673412ba18" providerId="LiveId" clId="{9DC730C8-1395-4933-88D3-2EC0CE87EBF9}" dt="2021-12-09T05:18:19.411" v="80" actId="21"/>
          <ac:spMkLst>
            <pc:docMk/>
            <pc:sldMk cId="2350034338" sldId="452"/>
            <ac:spMk id="6" creationId="{E0C42CD1-B7A4-4A57-AAA9-F245E5C8D608}"/>
          </ac:spMkLst>
        </pc:spChg>
        <pc:spChg chg="add del mod">
          <ac:chgData name="Devinder Kaur" userId="89161a673412ba18" providerId="LiveId" clId="{9DC730C8-1395-4933-88D3-2EC0CE87EBF9}" dt="2021-12-09T05:32:15.542" v="184"/>
          <ac:spMkLst>
            <pc:docMk/>
            <pc:sldMk cId="2350034338" sldId="452"/>
            <ac:spMk id="7" creationId="{61CD6EED-C68E-4675-B6B5-31C07861AA89}"/>
          </ac:spMkLst>
        </pc:spChg>
        <pc:spChg chg="del">
          <ac:chgData name="Devinder Kaur" userId="89161a673412ba18" providerId="LiveId" clId="{9DC730C8-1395-4933-88D3-2EC0CE87EBF9}" dt="2021-12-09T05:16:39.523" v="11" actId="478"/>
          <ac:spMkLst>
            <pc:docMk/>
            <pc:sldMk cId="2350034338" sldId="452"/>
            <ac:spMk id="8" creationId="{61546C6A-26BC-4346-8C8E-D8CBEC85F826}"/>
          </ac:spMkLst>
        </pc:spChg>
        <pc:spChg chg="add">
          <ac:chgData name="Devinder Kaur" userId="89161a673412ba18" providerId="LiveId" clId="{9DC730C8-1395-4933-88D3-2EC0CE87EBF9}" dt="2021-12-09T05:31:25.023" v="177" actId="22"/>
          <ac:spMkLst>
            <pc:docMk/>
            <pc:sldMk cId="2350034338" sldId="452"/>
            <ac:spMk id="9" creationId="{CFF72874-C8A6-4385-A1C7-E32C254432D5}"/>
          </ac:spMkLst>
        </pc:spChg>
        <pc:picChg chg="mod">
          <ac:chgData name="Devinder Kaur" userId="89161a673412ba18" providerId="LiveId" clId="{9DC730C8-1395-4933-88D3-2EC0CE87EBF9}" dt="2021-12-09T05:31:20.531" v="176" actId="14100"/>
          <ac:picMkLst>
            <pc:docMk/>
            <pc:sldMk cId="2350034338" sldId="452"/>
            <ac:picMk id="4" creationId="{8085B83E-02A0-45E3-A4E1-8CACF0B2CF35}"/>
          </ac:picMkLst>
        </pc:picChg>
      </pc:sldChg>
      <pc:sldChg chg="addSp delSp modSp new mod ord">
        <pc:chgData name="Devinder Kaur" userId="89161a673412ba18" providerId="LiveId" clId="{9DC730C8-1395-4933-88D3-2EC0CE87EBF9}" dt="2021-12-09T07:25:41.315" v="597" actId="1035"/>
        <pc:sldMkLst>
          <pc:docMk/>
          <pc:sldMk cId="1210849245" sldId="453"/>
        </pc:sldMkLst>
        <pc:spChg chg="mod">
          <ac:chgData name="Devinder Kaur" userId="89161a673412ba18" providerId="LiveId" clId="{9DC730C8-1395-4933-88D3-2EC0CE87EBF9}" dt="2021-12-09T05:37:30.523" v="285" actId="14100"/>
          <ac:spMkLst>
            <pc:docMk/>
            <pc:sldMk cId="1210849245" sldId="453"/>
            <ac:spMk id="2" creationId="{BAFC033F-5838-4C00-9355-E50C1C3BC53A}"/>
          </ac:spMkLst>
        </pc:spChg>
        <pc:spChg chg="del">
          <ac:chgData name="Devinder Kaur" userId="89161a673412ba18" providerId="LiveId" clId="{9DC730C8-1395-4933-88D3-2EC0CE87EBF9}" dt="2021-12-09T05:31:47.428" v="179"/>
          <ac:spMkLst>
            <pc:docMk/>
            <pc:sldMk cId="1210849245" sldId="453"/>
            <ac:spMk id="3" creationId="{BDEDA412-F004-491B-AC78-8890112FE21B}"/>
          </ac:spMkLst>
        </pc:spChg>
        <pc:spChg chg="mod">
          <ac:chgData name="Devinder Kaur" userId="89161a673412ba18" providerId="LiveId" clId="{9DC730C8-1395-4933-88D3-2EC0CE87EBF9}" dt="2021-12-09T05:37:44.861" v="288" actId="27636"/>
          <ac:spMkLst>
            <pc:docMk/>
            <pc:sldMk cId="1210849245" sldId="453"/>
            <ac:spMk id="4" creationId="{B0BAD93B-18DC-4F51-9089-60267380712F}"/>
          </ac:spMkLst>
        </pc:spChg>
        <pc:picChg chg="add mod">
          <ac:chgData name="Devinder Kaur" userId="89161a673412ba18" providerId="LiveId" clId="{9DC730C8-1395-4933-88D3-2EC0CE87EBF9}" dt="2021-12-09T07:25:41.315" v="597" actId="1035"/>
          <ac:picMkLst>
            <pc:docMk/>
            <pc:sldMk cId="1210849245" sldId="453"/>
            <ac:picMk id="6" creationId="{36E23D0D-FCC3-4DBA-8870-577B51CD8CF5}"/>
          </ac:picMkLst>
        </pc:picChg>
        <pc:picChg chg="add mod modCrop">
          <ac:chgData name="Devinder Kaur" userId="89161a673412ba18" providerId="LiveId" clId="{9DC730C8-1395-4933-88D3-2EC0CE87EBF9}" dt="2021-12-09T05:36:39.181" v="282" actId="553"/>
          <ac:picMkLst>
            <pc:docMk/>
            <pc:sldMk cId="1210849245" sldId="453"/>
            <ac:picMk id="7" creationId="{886E4DF5-33CC-42A7-BC32-A3088E51F5F4}"/>
          </ac:picMkLst>
        </pc:picChg>
      </pc:sldChg>
      <pc:sldChg chg="addSp delSp modSp new del mod ord">
        <pc:chgData name="Devinder Kaur" userId="89161a673412ba18" providerId="LiveId" clId="{9DC730C8-1395-4933-88D3-2EC0CE87EBF9}" dt="2021-12-09T17:46:23.257" v="4057" actId="47"/>
        <pc:sldMkLst>
          <pc:docMk/>
          <pc:sldMk cId="2851768447" sldId="454"/>
        </pc:sldMkLst>
        <pc:spChg chg="del">
          <ac:chgData name="Devinder Kaur" userId="89161a673412ba18" providerId="LiveId" clId="{9DC730C8-1395-4933-88D3-2EC0CE87EBF9}" dt="2021-12-09T16:57:32.531" v="3748" actId="478"/>
          <ac:spMkLst>
            <pc:docMk/>
            <pc:sldMk cId="2851768447" sldId="454"/>
            <ac:spMk id="2" creationId="{CB239DB9-B542-4FD8-9570-857A3AEF79E9}"/>
          </ac:spMkLst>
        </pc:spChg>
        <pc:spChg chg="del">
          <ac:chgData name="Devinder Kaur" userId="89161a673412ba18" providerId="LiveId" clId="{9DC730C8-1395-4933-88D3-2EC0CE87EBF9}" dt="2021-12-09T05:41:53.931" v="324"/>
          <ac:spMkLst>
            <pc:docMk/>
            <pc:sldMk cId="2851768447" sldId="454"/>
            <ac:spMk id="3" creationId="{4982AF20-343F-4845-962B-C3A7098344AF}"/>
          </ac:spMkLst>
        </pc:spChg>
        <pc:spChg chg="add mod">
          <ac:chgData name="Devinder Kaur" userId="89161a673412ba18" providerId="LiveId" clId="{9DC730C8-1395-4933-88D3-2EC0CE87EBF9}" dt="2021-12-09T17:20:37.454" v="3866" actId="21"/>
          <ac:spMkLst>
            <pc:docMk/>
            <pc:sldMk cId="2851768447" sldId="454"/>
            <ac:spMk id="12" creationId="{317F529B-A445-456A-9B11-9BDA0744B8BB}"/>
          </ac:spMkLst>
        </pc:spChg>
        <pc:picChg chg="add del mod modCrop">
          <ac:chgData name="Devinder Kaur" userId="89161a673412ba18" providerId="LiveId" clId="{9DC730C8-1395-4933-88D3-2EC0CE87EBF9}" dt="2021-12-09T05:43:06.874" v="331" actId="478"/>
          <ac:picMkLst>
            <pc:docMk/>
            <pc:sldMk cId="2851768447" sldId="454"/>
            <ac:picMk id="5" creationId="{CFFB4388-4C53-4348-9926-5A44D9A1B4CA}"/>
          </ac:picMkLst>
        </pc:picChg>
        <pc:picChg chg="add del mod ord modCrop">
          <ac:chgData name="Devinder Kaur" userId="89161a673412ba18" providerId="LiveId" clId="{9DC730C8-1395-4933-88D3-2EC0CE87EBF9}" dt="2021-12-09T17:20:37.454" v="3866" actId="21"/>
          <ac:picMkLst>
            <pc:docMk/>
            <pc:sldMk cId="2851768447" sldId="454"/>
            <ac:picMk id="6" creationId="{59580C47-283A-45D4-8C23-5CEEB634489E}"/>
          </ac:picMkLst>
        </pc:picChg>
        <pc:picChg chg="add del mod modCrop">
          <ac:chgData name="Devinder Kaur" userId="89161a673412ba18" providerId="LiveId" clId="{9DC730C8-1395-4933-88D3-2EC0CE87EBF9}" dt="2021-12-09T17:21:09.829" v="3966" actId="21"/>
          <ac:picMkLst>
            <pc:docMk/>
            <pc:sldMk cId="2851768447" sldId="454"/>
            <ac:picMk id="7" creationId="{FACF88B2-4487-4423-A4F9-94B152D9001A}"/>
          </ac:picMkLst>
        </pc:picChg>
        <pc:picChg chg="add del mod">
          <ac:chgData name="Devinder Kaur" userId="89161a673412ba18" providerId="LiveId" clId="{9DC730C8-1395-4933-88D3-2EC0CE87EBF9}" dt="2021-12-09T16:50:55.658" v="3634" actId="21"/>
          <ac:picMkLst>
            <pc:docMk/>
            <pc:sldMk cId="2851768447" sldId="454"/>
            <ac:picMk id="8" creationId="{0D2C73BF-6DE2-4B91-A1B4-4847A36068A6}"/>
          </ac:picMkLst>
        </pc:picChg>
        <pc:picChg chg="add del mod modCrop">
          <ac:chgData name="Devinder Kaur" userId="89161a673412ba18" providerId="LiveId" clId="{9DC730C8-1395-4933-88D3-2EC0CE87EBF9}" dt="2021-12-09T17:20:37.454" v="3866" actId="21"/>
          <ac:picMkLst>
            <pc:docMk/>
            <pc:sldMk cId="2851768447" sldId="454"/>
            <ac:picMk id="9" creationId="{E726B63F-0A75-4640-AFC1-E54CB6447B7A}"/>
          </ac:picMkLst>
        </pc:picChg>
        <pc:picChg chg="add del mod modCrop">
          <ac:chgData name="Devinder Kaur" userId="89161a673412ba18" providerId="LiveId" clId="{9DC730C8-1395-4933-88D3-2EC0CE87EBF9}" dt="2021-12-09T17:21:36.596" v="3980" actId="21"/>
          <ac:picMkLst>
            <pc:docMk/>
            <pc:sldMk cId="2851768447" sldId="454"/>
            <ac:picMk id="10" creationId="{5571B1A0-A7CA-4383-86A4-813E6E862C74}"/>
          </ac:picMkLst>
        </pc:picChg>
      </pc:sldChg>
      <pc:sldChg chg="addSp delSp modSp new mod">
        <pc:chgData name="Devinder Kaur" userId="89161a673412ba18" providerId="LiveId" clId="{9DC730C8-1395-4933-88D3-2EC0CE87EBF9}" dt="2021-12-09T17:14:03.990" v="3840" actId="14100"/>
        <pc:sldMkLst>
          <pc:docMk/>
          <pc:sldMk cId="1031675676" sldId="455"/>
        </pc:sldMkLst>
        <pc:spChg chg="add mod">
          <ac:chgData name="Devinder Kaur" userId="89161a673412ba18" providerId="LiveId" clId="{9DC730C8-1395-4933-88D3-2EC0CE87EBF9}" dt="2021-12-09T16:36:53.489" v="3577" actId="14100"/>
          <ac:spMkLst>
            <pc:docMk/>
            <pc:sldMk cId="1031675676" sldId="455"/>
            <ac:spMk id="6" creationId="{E95B70B2-D7D2-4AD5-B852-88CFBC21323D}"/>
          </ac:spMkLst>
        </pc:spChg>
        <pc:graphicFrameChg chg="add mod modGraphic">
          <ac:chgData name="Devinder Kaur" userId="89161a673412ba18" providerId="LiveId" clId="{9DC730C8-1395-4933-88D3-2EC0CE87EBF9}" dt="2021-12-09T17:14:03.990" v="3840" actId="14100"/>
          <ac:graphicFrameMkLst>
            <pc:docMk/>
            <pc:sldMk cId="1031675676" sldId="455"/>
            <ac:graphicFrameMk id="7" creationId="{6484BD84-51FC-40E1-BE08-6A34D6D671FC}"/>
          </ac:graphicFrameMkLst>
        </pc:graphicFrameChg>
        <pc:picChg chg="add del mod modCrop">
          <ac:chgData name="Devinder Kaur" userId="89161a673412ba18" providerId="LiveId" clId="{9DC730C8-1395-4933-88D3-2EC0CE87EBF9}" dt="2021-12-09T16:39:13.731" v="3583" actId="21"/>
          <ac:picMkLst>
            <pc:docMk/>
            <pc:sldMk cId="1031675676" sldId="455"/>
            <ac:picMk id="3" creationId="{BD835231-FEA5-4F0A-A9BC-08BD9B462BBB}"/>
          </ac:picMkLst>
        </pc:picChg>
        <pc:picChg chg="add del mod">
          <ac:chgData name="Devinder Kaur" userId="89161a673412ba18" providerId="LiveId" clId="{9DC730C8-1395-4933-88D3-2EC0CE87EBF9}" dt="2021-12-09T07:46:08.460" v="682" actId="21"/>
          <ac:picMkLst>
            <pc:docMk/>
            <pc:sldMk cId="1031675676" sldId="455"/>
            <ac:picMk id="4" creationId="{47910B3D-30FF-49FC-B365-D820BB6CF51F}"/>
          </ac:picMkLst>
        </pc:picChg>
        <pc:picChg chg="add del mod">
          <ac:chgData name="Devinder Kaur" userId="89161a673412ba18" providerId="LiveId" clId="{9DC730C8-1395-4933-88D3-2EC0CE87EBF9}" dt="2021-12-09T16:36:03.651" v="3553" actId="478"/>
          <ac:picMkLst>
            <pc:docMk/>
            <pc:sldMk cId="1031675676" sldId="455"/>
            <ac:picMk id="5" creationId="{DC2CEDFC-4B8A-4C0E-B371-4FB18237E86A}"/>
          </ac:picMkLst>
        </pc:picChg>
        <pc:picChg chg="add del mod modCrop">
          <ac:chgData name="Devinder Kaur" userId="89161a673412ba18" providerId="LiveId" clId="{9DC730C8-1395-4933-88D3-2EC0CE87EBF9}" dt="2021-12-09T16:43:49.305" v="3615" actId="21"/>
          <ac:picMkLst>
            <pc:docMk/>
            <pc:sldMk cId="1031675676" sldId="455"/>
            <ac:picMk id="8" creationId="{AC460992-AE68-4847-B7E8-0478180F511E}"/>
          </ac:picMkLst>
        </pc:picChg>
        <pc:picChg chg="add mod">
          <ac:chgData name="Devinder Kaur" userId="89161a673412ba18" providerId="LiveId" clId="{9DC730C8-1395-4933-88D3-2EC0CE87EBF9}" dt="2021-12-09T17:13:25.477" v="3825" actId="208"/>
          <ac:picMkLst>
            <pc:docMk/>
            <pc:sldMk cId="1031675676" sldId="455"/>
            <ac:picMk id="9" creationId="{DD4CFAE6-8A8F-4EA2-BB2F-5FD9D9EA6B7E}"/>
          </ac:picMkLst>
        </pc:picChg>
      </pc:sldChg>
      <pc:sldChg chg="addSp delSp modSp new mod">
        <pc:chgData name="Devinder Kaur" userId="89161a673412ba18" providerId="LiveId" clId="{9DC730C8-1395-4933-88D3-2EC0CE87EBF9}" dt="2021-12-09T07:45:34.513" v="680" actId="113"/>
        <pc:sldMkLst>
          <pc:docMk/>
          <pc:sldMk cId="126967285" sldId="456"/>
        </pc:sldMkLst>
        <pc:spChg chg="mod">
          <ac:chgData name="Devinder Kaur" userId="89161a673412ba18" providerId="LiveId" clId="{9DC730C8-1395-4933-88D3-2EC0CE87EBF9}" dt="2021-12-09T07:40:22.770" v="627" actId="20577"/>
          <ac:spMkLst>
            <pc:docMk/>
            <pc:sldMk cId="126967285" sldId="456"/>
            <ac:spMk id="2" creationId="{7A7AD5A9-D6CD-433B-BC14-12FB16DA1579}"/>
          </ac:spMkLst>
        </pc:spChg>
        <pc:spChg chg="mod">
          <ac:chgData name="Devinder Kaur" userId="89161a673412ba18" providerId="LiveId" clId="{9DC730C8-1395-4933-88D3-2EC0CE87EBF9}" dt="2021-12-09T07:45:34.513" v="680" actId="113"/>
          <ac:spMkLst>
            <pc:docMk/>
            <pc:sldMk cId="126967285" sldId="456"/>
            <ac:spMk id="3" creationId="{B123225E-8796-4C9A-A67A-FC24D527B576}"/>
          </ac:spMkLst>
        </pc:spChg>
        <pc:picChg chg="add del mod">
          <ac:chgData name="Devinder Kaur" userId="89161a673412ba18" providerId="LiveId" clId="{9DC730C8-1395-4933-88D3-2EC0CE87EBF9}" dt="2021-12-09T07:43:40.770" v="657" actId="21"/>
          <ac:picMkLst>
            <pc:docMk/>
            <pc:sldMk cId="126967285" sldId="456"/>
            <ac:picMk id="5" creationId="{526C648C-3847-409C-8F4B-54266DD76A95}"/>
          </ac:picMkLst>
        </pc:picChg>
        <pc:picChg chg="add mod">
          <ac:chgData name="Devinder Kaur" userId="89161a673412ba18" providerId="LiveId" clId="{9DC730C8-1395-4933-88D3-2EC0CE87EBF9}" dt="2021-12-09T07:44:32.180" v="673" actId="14100"/>
          <ac:picMkLst>
            <pc:docMk/>
            <pc:sldMk cId="126967285" sldId="456"/>
            <ac:picMk id="6" creationId="{A0A466E4-4B89-4EC3-849D-CD405939D968}"/>
          </ac:picMkLst>
        </pc:picChg>
      </pc:sldChg>
      <pc:sldChg chg="new del">
        <pc:chgData name="Devinder Kaur" userId="89161a673412ba18" providerId="LiveId" clId="{9DC730C8-1395-4933-88D3-2EC0CE87EBF9}" dt="2021-12-09T07:33:57.143" v="599" actId="680"/>
        <pc:sldMkLst>
          <pc:docMk/>
          <pc:sldMk cId="2823130205" sldId="456"/>
        </pc:sldMkLst>
      </pc:sldChg>
      <pc:sldChg chg="addSp delSp modSp new mod">
        <pc:chgData name="Devinder Kaur" userId="89161a673412ba18" providerId="LiveId" clId="{9DC730C8-1395-4933-88D3-2EC0CE87EBF9}" dt="2021-12-09T10:51:57.154" v="2780" actId="113"/>
        <pc:sldMkLst>
          <pc:docMk/>
          <pc:sldMk cId="3443904269" sldId="457"/>
        </pc:sldMkLst>
        <pc:spChg chg="del">
          <ac:chgData name="Devinder Kaur" userId="89161a673412ba18" providerId="LiveId" clId="{9DC730C8-1395-4933-88D3-2EC0CE87EBF9}" dt="2021-12-09T07:46:25.418" v="685"/>
          <ac:spMkLst>
            <pc:docMk/>
            <pc:sldMk cId="3443904269" sldId="457"/>
            <ac:spMk id="2" creationId="{48629AFB-0853-44F3-9B1B-E22AF3F10D83}"/>
          </ac:spMkLst>
        </pc:spChg>
        <pc:spChg chg="mod">
          <ac:chgData name="Devinder Kaur" userId="89161a673412ba18" providerId="LiveId" clId="{9DC730C8-1395-4933-88D3-2EC0CE87EBF9}" dt="2021-12-09T10:51:57.154" v="2780" actId="113"/>
          <ac:spMkLst>
            <pc:docMk/>
            <pc:sldMk cId="3443904269" sldId="457"/>
            <ac:spMk id="3" creationId="{AB4FC003-61B8-4DAE-AB8C-0A5EFF48D069}"/>
          </ac:spMkLst>
        </pc:spChg>
        <pc:spChg chg="add mod">
          <ac:chgData name="Devinder Kaur" userId="89161a673412ba18" providerId="LiveId" clId="{9DC730C8-1395-4933-88D3-2EC0CE87EBF9}" dt="2021-12-09T07:46:39.484" v="695" actId="14100"/>
          <ac:spMkLst>
            <pc:docMk/>
            <pc:sldMk cId="3443904269" sldId="457"/>
            <ac:spMk id="6" creationId="{9D4278ED-120C-43FB-B083-CA4FFE16024B}"/>
          </ac:spMkLst>
        </pc:spChg>
        <pc:picChg chg="add del mod">
          <ac:chgData name="Devinder Kaur" userId="89161a673412ba18" providerId="LiveId" clId="{9DC730C8-1395-4933-88D3-2EC0CE87EBF9}" dt="2021-12-09T07:48:06.377" v="705" actId="478"/>
          <ac:picMkLst>
            <pc:docMk/>
            <pc:sldMk cId="3443904269" sldId="457"/>
            <ac:picMk id="5" creationId="{0772F5DD-BABE-46FD-83E7-4E467CC07500}"/>
          </ac:picMkLst>
        </pc:picChg>
        <pc:picChg chg="add del mod">
          <ac:chgData name="Devinder Kaur" userId="89161a673412ba18" providerId="LiveId" clId="{9DC730C8-1395-4933-88D3-2EC0CE87EBF9}" dt="2021-12-09T10:31:16.561" v="2332" actId="21"/>
          <ac:picMkLst>
            <pc:docMk/>
            <pc:sldMk cId="3443904269" sldId="457"/>
            <ac:picMk id="7" creationId="{950AC6ED-7F48-4C7C-83C4-31266798602A}"/>
          </ac:picMkLst>
        </pc:picChg>
        <pc:picChg chg="add mod modCrop">
          <ac:chgData name="Devinder Kaur" userId="89161a673412ba18" providerId="LiveId" clId="{9DC730C8-1395-4933-88D3-2EC0CE87EBF9}" dt="2021-12-09T10:48:22.019" v="2731"/>
          <ac:picMkLst>
            <pc:docMk/>
            <pc:sldMk cId="3443904269" sldId="457"/>
            <ac:picMk id="8" creationId="{95FAC203-BDAC-46B9-8103-386E1972EA68}"/>
          </ac:picMkLst>
        </pc:picChg>
      </pc:sldChg>
      <pc:sldChg chg="addSp delSp modSp new mod">
        <pc:chgData name="Devinder Kaur" userId="89161a673412ba18" providerId="LiveId" clId="{9DC730C8-1395-4933-88D3-2EC0CE87EBF9}" dt="2021-12-09T16:31:34.049" v="3316" actId="27636"/>
        <pc:sldMkLst>
          <pc:docMk/>
          <pc:sldMk cId="2691166446" sldId="458"/>
        </pc:sldMkLst>
        <pc:spChg chg="add mod">
          <ac:chgData name="Devinder Kaur" userId="89161a673412ba18" providerId="LiveId" clId="{9DC730C8-1395-4933-88D3-2EC0CE87EBF9}" dt="2021-12-09T16:31:34.049" v="3316" actId="27636"/>
          <ac:spMkLst>
            <pc:docMk/>
            <pc:sldMk cId="2691166446" sldId="458"/>
            <ac:spMk id="9" creationId="{F30ABAB3-0ADC-4BA7-A47B-77AE05AA924D}"/>
          </ac:spMkLst>
        </pc:spChg>
        <pc:graphicFrameChg chg="add mod modGraphic">
          <ac:chgData name="Devinder Kaur" userId="89161a673412ba18" providerId="LiveId" clId="{9DC730C8-1395-4933-88D3-2EC0CE87EBF9}" dt="2021-12-09T09:06:00.327" v="1948" actId="14100"/>
          <ac:graphicFrameMkLst>
            <pc:docMk/>
            <pc:sldMk cId="2691166446" sldId="458"/>
            <ac:graphicFrameMk id="10" creationId="{7B34F989-56FB-4C6D-8093-1909FB77325F}"/>
          </ac:graphicFrameMkLst>
        </pc:graphicFrameChg>
        <pc:picChg chg="add del mod modCrop">
          <ac:chgData name="Devinder Kaur" userId="89161a673412ba18" providerId="LiveId" clId="{9DC730C8-1395-4933-88D3-2EC0CE87EBF9}" dt="2021-12-09T08:10:58.911" v="776" actId="21"/>
          <ac:picMkLst>
            <pc:docMk/>
            <pc:sldMk cId="2691166446" sldId="458"/>
            <ac:picMk id="3" creationId="{A1328EFF-B6F4-4276-8195-7EBE577E0834}"/>
          </ac:picMkLst>
        </pc:picChg>
        <pc:picChg chg="add del mod modCrop">
          <ac:chgData name="Devinder Kaur" userId="89161a673412ba18" providerId="LiveId" clId="{9DC730C8-1395-4933-88D3-2EC0CE87EBF9}" dt="2021-12-09T08:51:00.802" v="1342" actId="21"/>
          <ac:picMkLst>
            <pc:docMk/>
            <pc:sldMk cId="2691166446" sldId="458"/>
            <ac:picMk id="4" creationId="{2A8B7165-BC54-41C4-B2FD-6570E1A61E69}"/>
          </ac:picMkLst>
        </pc:picChg>
        <pc:picChg chg="add del mod modCrop">
          <ac:chgData name="Devinder Kaur" userId="89161a673412ba18" providerId="LiveId" clId="{9DC730C8-1395-4933-88D3-2EC0CE87EBF9}" dt="2021-12-09T09:03:08.581" v="1785" actId="21"/>
          <ac:picMkLst>
            <pc:docMk/>
            <pc:sldMk cId="2691166446" sldId="458"/>
            <ac:picMk id="5" creationId="{0B07C957-8A7D-47C3-96C1-4362D011C0F3}"/>
          </ac:picMkLst>
        </pc:picChg>
        <pc:picChg chg="add del mod">
          <ac:chgData name="Devinder Kaur" userId="89161a673412ba18" providerId="LiveId" clId="{9DC730C8-1395-4933-88D3-2EC0CE87EBF9}" dt="2021-12-09T08:53:13.619" v="1383" actId="21"/>
          <ac:picMkLst>
            <pc:docMk/>
            <pc:sldMk cId="2691166446" sldId="458"/>
            <ac:picMk id="6" creationId="{3B5CBC24-3D6F-430A-A513-AF56FAE8DB5D}"/>
          </ac:picMkLst>
        </pc:picChg>
        <pc:picChg chg="add mod modCrop">
          <ac:chgData name="Devinder Kaur" userId="89161a673412ba18" providerId="LiveId" clId="{9DC730C8-1395-4933-88D3-2EC0CE87EBF9}" dt="2021-12-09T09:06:19.806" v="1951" actId="12788"/>
          <ac:picMkLst>
            <pc:docMk/>
            <pc:sldMk cId="2691166446" sldId="458"/>
            <ac:picMk id="7" creationId="{DA2B2D92-E992-4743-B55F-4C575C9B9F83}"/>
          </ac:picMkLst>
        </pc:picChg>
        <pc:picChg chg="add del mod">
          <ac:chgData name="Devinder Kaur" userId="89161a673412ba18" providerId="LiveId" clId="{9DC730C8-1395-4933-88D3-2EC0CE87EBF9}" dt="2021-12-09T08:55:57.528" v="1496"/>
          <ac:picMkLst>
            <pc:docMk/>
            <pc:sldMk cId="2691166446" sldId="458"/>
            <ac:picMk id="8" creationId="{C42DDA34-E3D3-47A1-854F-13B6D2D6FFD8}"/>
          </ac:picMkLst>
        </pc:picChg>
        <pc:picChg chg="add mod">
          <ac:chgData name="Devinder Kaur" userId="89161a673412ba18" providerId="LiveId" clId="{9DC730C8-1395-4933-88D3-2EC0CE87EBF9}" dt="2021-12-09T09:06:25.135" v="1952"/>
          <ac:picMkLst>
            <pc:docMk/>
            <pc:sldMk cId="2691166446" sldId="458"/>
            <ac:picMk id="11" creationId="{A3AF3ADB-B94A-41D3-A2DE-884FEAC4E60A}"/>
          </ac:picMkLst>
        </pc:picChg>
      </pc:sldChg>
      <pc:sldChg chg="addSp modSp new del mod">
        <pc:chgData name="Devinder Kaur" userId="89161a673412ba18" providerId="LiveId" clId="{9DC730C8-1395-4933-88D3-2EC0CE87EBF9}" dt="2021-12-09T08:08:19.286" v="763" actId="47"/>
        <pc:sldMkLst>
          <pc:docMk/>
          <pc:sldMk cId="1725796187" sldId="459"/>
        </pc:sldMkLst>
        <pc:graphicFrameChg chg="add mod modGraphic">
          <ac:chgData name="Devinder Kaur" userId="89161a673412ba18" providerId="LiveId" clId="{9DC730C8-1395-4933-88D3-2EC0CE87EBF9}" dt="2021-12-09T08:07:09.870" v="762" actId="20577"/>
          <ac:graphicFrameMkLst>
            <pc:docMk/>
            <pc:sldMk cId="1725796187" sldId="459"/>
            <ac:graphicFrameMk id="3" creationId="{AE510F96-4D14-4DC2-8F2E-4316EC5C8FA1}"/>
          </ac:graphicFrameMkLst>
        </pc:graphicFrameChg>
      </pc:sldChg>
      <pc:sldChg chg="addSp delSp modSp new mod">
        <pc:chgData name="Devinder Kaur" userId="89161a673412ba18" providerId="LiveId" clId="{9DC730C8-1395-4933-88D3-2EC0CE87EBF9}" dt="2021-12-09T16:31:18.376" v="3312" actId="947"/>
        <pc:sldMkLst>
          <pc:docMk/>
          <pc:sldMk cId="3063398657" sldId="459"/>
        </pc:sldMkLst>
        <pc:spChg chg="add mod">
          <ac:chgData name="Devinder Kaur" userId="89161a673412ba18" providerId="LiveId" clId="{9DC730C8-1395-4933-88D3-2EC0CE87EBF9}" dt="2021-12-09T16:31:18.376" v="3312" actId="947"/>
          <ac:spMkLst>
            <pc:docMk/>
            <pc:sldMk cId="3063398657" sldId="459"/>
            <ac:spMk id="5" creationId="{028A9473-E6CF-4472-B1B9-C488AA534D55}"/>
          </ac:spMkLst>
        </pc:spChg>
        <pc:graphicFrameChg chg="add mod modGraphic">
          <ac:chgData name="Devinder Kaur" userId="89161a673412ba18" providerId="LiveId" clId="{9DC730C8-1395-4933-88D3-2EC0CE87EBF9}" dt="2021-12-09T08:52:47.041" v="1382" actId="12100"/>
          <ac:graphicFrameMkLst>
            <pc:docMk/>
            <pc:sldMk cId="3063398657" sldId="459"/>
            <ac:graphicFrameMk id="4" creationId="{B9A661BE-D797-4799-9F2F-90EB7F9AE5BD}"/>
          </ac:graphicFrameMkLst>
        </pc:graphicFrameChg>
        <pc:picChg chg="add del mod">
          <ac:chgData name="Devinder Kaur" userId="89161a673412ba18" providerId="LiveId" clId="{9DC730C8-1395-4933-88D3-2EC0CE87EBF9}" dt="2021-12-09T08:10:19.711" v="769" actId="21"/>
          <ac:picMkLst>
            <pc:docMk/>
            <pc:sldMk cId="3063398657" sldId="459"/>
            <ac:picMk id="3" creationId="{C5CE8FF6-1497-4B1F-A763-B7CD7CC4878C}"/>
          </ac:picMkLst>
        </pc:picChg>
        <pc:picChg chg="add mod modCrop">
          <ac:chgData name="Devinder Kaur" userId="89161a673412ba18" providerId="LiveId" clId="{9DC730C8-1395-4933-88D3-2EC0CE87EBF9}" dt="2021-12-09T09:03:00.375" v="1783" actId="1076"/>
          <ac:picMkLst>
            <pc:docMk/>
            <pc:sldMk cId="3063398657" sldId="459"/>
            <ac:picMk id="6" creationId="{9F00399B-7C6D-46BC-AC09-ACD69386AE66}"/>
          </ac:picMkLst>
        </pc:picChg>
        <pc:picChg chg="add del mod modCrop">
          <ac:chgData name="Devinder Kaur" userId="89161a673412ba18" providerId="LiveId" clId="{9DC730C8-1395-4933-88D3-2EC0CE87EBF9}" dt="2021-12-09T08:51:42.375" v="1357" actId="21"/>
          <ac:picMkLst>
            <pc:docMk/>
            <pc:sldMk cId="3063398657" sldId="459"/>
            <ac:picMk id="7" creationId="{FE9235E6-49F2-495A-8565-E05E3FD52DE1}"/>
          </ac:picMkLst>
        </pc:picChg>
        <pc:picChg chg="add del mod">
          <ac:chgData name="Devinder Kaur" userId="89161a673412ba18" providerId="LiveId" clId="{9DC730C8-1395-4933-88D3-2EC0CE87EBF9}" dt="2021-12-09T09:02:57.540" v="1782" actId="21"/>
          <ac:picMkLst>
            <pc:docMk/>
            <pc:sldMk cId="3063398657" sldId="459"/>
            <ac:picMk id="8" creationId="{907064DD-722E-423F-AC69-411841B84394}"/>
          </ac:picMkLst>
        </pc:picChg>
      </pc:sldChg>
      <pc:sldChg chg="addSp delSp modSp new del mod">
        <pc:chgData name="Devinder Kaur" userId="89161a673412ba18" providerId="LiveId" clId="{9DC730C8-1395-4933-88D3-2EC0CE87EBF9}" dt="2021-12-09T09:35:20.161" v="2324" actId="47"/>
        <pc:sldMkLst>
          <pc:docMk/>
          <pc:sldMk cId="2947864129" sldId="460"/>
        </pc:sldMkLst>
        <pc:spChg chg="mod">
          <ac:chgData name="Devinder Kaur" userId="89161a673412ba18" providerId="LiveId" clId="{9DC730C8-1395-4933-88D3-2EC0CE87EBF9}" dt="2021-12-09T08:12:26.239" v="818" actId="27636"/>
          <ac:spMkLst>
            <pc:docMk/>
            <pc:sldMk cId="2947864129" sldId="460"/>
            <ac:spMk id="2" creationId="{55A59250-1776-4DF6-A2C8-8C4A37F431A4}"/>
          </ac:spMkLst>
        </pc:spChg>
        <pc:spChg chg="mod">
          <ac:chgData name="Devinder Kaur" userId="89161a673412ba18" providerId="LiveId" clId="{9DC730C8-1395-4933-88D3-2EC0CE87EBF9}" dt="2021-12-09T08:21:17.995" v="982" actId="20577"/>
          <ac:spMkLst>
            <pc:docMk/>
            <pc:sldMk cId="2947864129" sldId="460"/>
            <ac:spMk id="3" creationId="{6BA57FDE-DE54-4ED0-A438-6211B88A72CD}"/>
          </ac:spMkLst>
        </pc:spChg>
        <pc:picChg chg="add mod">
          <ac:chgData name="Devinder Kaur" userId="89161a673412ba18" providerId="LiveId" clId="{9DC730C8-1395-4933-88D3-2EC0CE87EBF9}" dt="2021-12-09T08:18:29.635" v="857" actId="1076"/>
          <ac:picMkLst>
            <pc:docMk/>
            <pc:sldMk cId="2947864129" sldId="460"/>
            <ac:picMk id="5" creationId="{FD9ABD1B-EA27-417B-8406-667501D2D56F}"/>
          </ac:picMkLst>
        </pc:picChg>
        <pc:picChg chg="add del mod">
          <ac:chgData name="Devinder Kaur" userId="89161a673412ba18" providerId="LiveId" clId="{9DC730C8-1395-4933-88D3-2EC0CE87EBF9}" dt="2021-12-09T08:46:06.735" v="1050" actId="21"/>
          <ac:picMkLst>
            <pc:docMk/>
            <pc:sldMk cId="2947864129" sldId="460"/>
            <ac:picMk id="6" creationId="{7644B0BC-B32C-430B-989D-A66EDD34BC5E}"/>
          </ac:picMkLst>
        </pc:picChg>
      </pc:sldChg>
      <pc:sldChg chg="new del">
        <pc:chgData name="Devinder Kaur" userId="89161a673412ba18" providerId="LiveId" clId="{9DC730C8-1395-4933-88D3-2EC0CE87EBF9}" dt="2021-12-09T08:10:54.900" v="775" actId="680"/>
        <pc:sldMkLst>
          <pc:docMk/>
          <pc:sldMk cId="641773815" sldId="461"/>
        </pc:sldMkLst>
      </pc:sldChg>
      <pc:sldChg chg="addSp delSp modSp new mod">
        <pc:chgData name="Devinder Kaur" userId="89161a673412ba18" providerId="LiveId" clId="{9DC730C8-1395-4933-88D3-2EC0CE87EBF9}" dt="2021-12-09T17:43:57.171" v="4056"/>
        <pc:sldMkLst>
          <pc:docMk/>
          <pc:sldMk cId="2117980969" sldId="461"/>
        </pc:sldMkLst>
        <pc:spChg chg="add mod">
          <ac:chgData name="Devinder Kaur" userId="89161a673412ba18" providerId="LiveId" clId="{9DC730C8-1395-4933-88D3-2EC0CE87EBF9}" dt="2021-12-09T16:31:52.924" v="3319" actId="14100"/>
          <ac:spMkLst>
            <pc:docMk/>
            <pc:sldMk cId="2117980969" sldId="461"/>
            <ac:spMk id="5" creationId="{7B6290F7-AD27-42DA-94E1-4F2D42DD475B}"/>
          </ac:spMkLst>
        </pc:spChg>
        <pc:graphicFrameChg chg="add mod modGraphic">
          <ac:chgData name="Devinder Kaur" userId="89161a673412ba18" providerId="LiveId" clId="{9DC730C8-1395-4933-88D3-2EC0CE87EBF9}" dt="2021-12-09T17:43:57.171" v="4056"/>
          <ac:graphicFrameMkLst>
            <pc:docMk/>
            <pc:sldMk cId="2117980969" sldId="461"/>
            <ac:graphicFrameMk id="6" creationId="{A9FAE3E4-8E41-44DD-8CD5-1C363A16B42C}"/>
          </ac:graphicFrameMkLst>
        </pc:graphicFrameChg>
        <pc:picChg chg="add mod">
          <ac:chgData name="Devinder Kaur" userId="89161a673412ba18" providerId="LiveId" clId="{9DC730C8-1395-4933-88D3-2EC0CE87EBF9}" dt="2021-12-09T16:16:43.567" v="3234" actId="1038"/>
          <ac:picMkLst>
            <pc:docMk/>
            <pc:sldMk cId="2117980969" sldId="461"/>
            <ac:picMk id="3" creationId="{8C5AE37A-1868-46DF-A312-B82481530249}"/>
          </ac:picMkLst>
        </pc:picChg>
        <pc:picChg chg="add del mod">
          <ac:chgData name="Devinder Kaur" userId="89161a673412ba18" providerId="LiveId" clId="{9DC730C8-1395-4933-88D3-2EC0CE87EBF9}" dt="2021-12-09T09:16:52.031" v="2244" actId="478"/>
          <ac:picMkLst>
            <pc:docMk/>
            <pc:sldMk cId="2117980969" sldId="461"/>
            <ac:picMk id="4" creationId="{00B75B3F-0E10-406C-B65B-FF90E3E2274F}"/>
          </ac:picMkLst>
        </pc:picChg>
        <pc:picChg chg="add del mod">
          <ac:chgData name="Devinder Kaur" userId="89161a673412ba18" providerId="LiveId" clId="{9DC730C8-1395-4933-88D3-2EC0CE87EBF9}" dt="2021-12-09T10:30:02.130" v="2327" actId="21"/>
          <ac:picMkLst>
            <pc:docMk/>
            <pc:sldMk cId="2117980969" sldId="461"/>
            <ac:picMk id="7" creationId="{A39C0201-CEF7-42D7-AB39-9570B69D88C3}"/>
          </ac:picMkLst>
        </pc:picChg>
        <pc:picChg chg="add del mod">
          <ac:chgData name="Devinder Kaur" userId="89161a673412ba18" providerId="LiveId" clId="{9DC730C8-1395-4933-88D3-2EC0CE87EBF9}" dt="2021-12-09T10:36:45.651" v="2500" actId="478"/>
          <ac:picMkLst>
            <pc:docMk/>
            <pc:sldMk cId="2117980969" sldId="461"/>
            <ac:picMk id="8" creationId="{468C5AEC-33A2-4A37-A573-48B39CD9E460}"/>
          </ac:picMkLst>
        </pc:picChg>
        <pc:picChg chg="add del mod">
          <ac:chgData name="Devinder Kaur" userId="89161a673412ba18" providerId="LiveId" clId="{9DC730C8-1395-4933-88D3-2EC0CE87EBF9}" dt="2021-12-09T16:13:57.737" v="3144" actId="478"/>
          <ac:picMkLst>
            <pc:docMk/>
            <pc:sldMk cId="2117980969" sldId="461"/>
            <ac:picMk id="9" creationId="{0E108D77-627B-483E-BA49-3D764E934BFE}"/>
          </ac:picMkLst>
        </pc:picChg>
      </pc:sldChg>
      <pc:sldChg chg="addSp delSp modSp new mod">
        <pc:chgData name="Devinder Kaur" userId="89161a673412ba18" providerId="LiveId" clId="{9DC730C8-1395-4933-88D3-2EC0CE87EBF9}" dt="2021-12-09T16:32:12.293" v="3323" actId="14100"/>
        <pc:sldMkLst>
          <pc:docMk/>
          <pc:sldMk cId="2354221434" sldId="462"/>
        </pc:sldMkLst>
        <pc:spChg chg="add mod">
          <ac:chgData name="Devinder Kaur" userId="89161a673412ba18" providerId="LiveId" clId="{9DC730C8-1395-4933-88D3-2EC0CE87EBF9}" dt="2021-12-09T16:32:12.293" v="3323" actId="14100"/>
          <ac:spMkLst>
            <pc:docMk/>
            <pc:sldMk cId="2354221434" sldId="462"/>
            <ac:spMk id="4" creationId="{1F85AF78-078A-4B10-8DAA-72D0BAE16059}"/>
          </ac:spMkLst>
        </pc:spChg>
        <pc:graphicFrameChg chg="add mod modGraphic">
          <ac:chgData name="Devinder Kaur" userId="89161a673412ba18" providerId="LiveId" clId="{9DC730C8-1395-4933-88D3-2EC0CE87EBF9}" dt="2021-12-09T16:29:13.228" v="3304" actId="20577"/>
          <ac:graphicFrameMkLst>
            <pc:docMk/>
            <pc:sldMk cId="2354221434" sldId="462"/>
            <ac:graphicFrameMk id="5" creationId="{844963C3-A4B3-4BF8-A25D-D86E6A8660A0}"/>
          </ac:graphicFrameMkLst>
        </pc:graphicFrameChg>
        <pc:picChg chg="add del mod modCrop">
          <ac:chgData name="Devinder Kaur" userId="89161a673412ba18" providerId="LiveId" clId="{9DC730C8-1395-4933-88D3-2EC0CE87EBF9}" dt="2021-12-09T16:27:02.500" v="3299" actId="478"/>
          <ac:picMkLst>
            <pc:docMk/>
            <pc:sldMk cId="2354221434" sldId="462"/>
            <ac:picMk id="3" creationId="{686701A7-E50F-484D-AF70-A18B5A5F01EB}"/>
          </ac:picMkLst>
        </pc:picChg>
        <pc:picChg chg="add mod modCrop">
          <ac:chgData name="Devinder Kaur" userId="89161a673412ba18" providerId="LiveId" clId="{9DC730C8-1395-4933-88D3-2EC0CE87EBF9}" dt="2021-12-09T16:27:23.593" v="3302"/>
          <ac:picMkLst>
            <pc:docMk/>
            <pc:sldMk cId="2354221434" sldId="462"/>
            <ac:picMk id="6" creationId="{6E6A69D2-B799-4A15-96C3-8A5FDA124ACF}"/>
          </ac:picMkLst>
        </pc:picChg>
      </pc:sldChg>
      <pc:sldChg chg="addSp delSp modSp new mod">
        <pc:chgData name="Devinder Kaur" userId="89161a673412ba18" providerId="LiveId" clId="{9DC730C8-1395-4933-88D3-2EC0CE87EBF9}" dt="2021-12-10T07:49:41.531" v="5760"/>
        <pc:sldMkLst>
          <pc:docMk/>
          <pc:sldMk cId="1957308263" sldId="463"/>
        </pc:sldMkLst>
        <pc:spChg chg="mod">
          <ac:chgData name="Devinder Kaur" userId="89161a673412ba18" providerId="LiveId" clId="{9DC730C8-1395-4933-88D3-2EC0CE87EBF9}" dt="2021-12-10T04:42:44.129" v="5531" actId="14100"/>
          <ac:spMkLst>
            <pc:docMk/>
            <pc:sldMk cId="1957308263" sldId="463"/>
            <ac:spMk id="2" creationId="{D9AC983C-D766-4D0F-BE13-77BA9C4BF81E}"/>
          </ac:spMkLst>
        </pc:spChg>
        <pc:spChg chg="del mod">
          <ac:chgData name="Devinder Kaur" userId="89161a673412ba18" providerId="LiveId" clId="{9DC730C8-1395-4933-88D3-2EC0CE87EBF9}" dt="2021-12-10T04:26:28.080" v="4981" actId="478"/>
          <ac:spMkLst>
            <pc:docMk/>
            <pc:sldMk cId="1957308263" sldId="463"/>
            <ac:spMk id="3" creationId="{0D222B8D-4707-4224-A221-5FF81A2BA146}"/>
          </ac:spMkLst>
        </pc:spChg>
        <pc:graphicFrameChg chg="add mod modGraphic">
          <ac:chgData name="Devinder Kaur" userId="89161a673412ba18" providerId="LiveId" clId="{9DC730C8-1395-4933-88D3-2EC0CE87EBF9}" dt="2021-12-10T07:49:41.531" v="5760"/>
          <ac:graphicFrameMkLst>
            <pc:docMk/>
            <pc:sldMk cId="1957308263" sldId="463"/>
            <ac:graphicFrameMk id="5" creationId="{56B4314E-752A-4477-A2FD-C4A1E5AFF7C6}"/>
          </ac:graphicFrameMkLst>
        </pc:graphicFrameChg>
        <pc:picChg chg="add del mod">
          <ac:chgData name="Devinder Kaur" userId="89161a673412ba18" providerId="LiveId" clId="{9DC730C8-1395-4933-88D3-2EC0CE87EBF9}" dt="2021-12-10T04:32:21.189" v="5269" actId="478"/>
          <ac:picMkLst>
            <pc:docMk/>
            <pc:sldMk cId="1957308263" sldId="463"/>
            <ac:picMk id="6" creationId="{56F41372-5332-4E67-BCCF-CA8164032F40}"/>
          </ac:picMkLst>
        </pc:picChg>
        <pc:picChg chg="add del mod">
          <ac:chgData name="Devinder Kaur" userId="89161a673412ba18" providerId="LiveId" clId="{9DC730C8-1395-4933-88D3-2EC0CE87EBF9}" dt="2021-12-10T04:34:51.480" v="5352" actId="478"/>
          <ac:picMkLst>
            <pc:docMk/>
            <pc:sldMk cId="1957308263" sldId="463"/>
            <ac:picMk id="7" creationId="{023EBE3D-FD95-4050-B1C2-D3D309EF6F6B}"/>
          </ac:picMkLst>
        </pc:picChg>
        <pc:picChg chg="add del mod">
          <ac:chgData name="Devinder Kaur" userId="89161a673412ba18" providerId="LiveId" clId="{9DC730C8-1395-4933-88D3-2EC0CE87EBF9}" dt="2021-12-10T04:37:34.997" v="5443" actId="478"/>
          <ac:picMkLst>
            <pc:docMk/>
            <pc:sldMk cId="1957308263" sldId="463"/>
            <ac:picMk id="8" creationId="{2B0B34A6-D029-4B49-9412-C9983CBA5395}"/>
          </ac:picMkLst>
        </pc:picChg>
      </pc:sldChg>
      <pc:sldChg chg="addSp delSp modSp new del mod">
        <pc:chgData name="Devinder Kaur" userId="89161a673412ba18" providerId="LiveId" clId="{9DC730C8-1395-4933-88D3-2EC0CE87EBF9}" dt="2021-12-09T10:37:27.809" v="2511" actId="47"/>
        <pc:sldMkLst>
          <pc:docMk/>
          <pc:sldMk cId="4038056267" sldId="463"/>
        </pc:sldMkLst>
        <pc:picChg chg="add del mod">
          <ac:chgData name="Devinder Kaur" userId="89161a673412ba18" providerId="LiveId" clId="{9DC730C8-1395-4933-88D3-2EC0CE87EBF9}" dt="2021-12-09T10:31:56.193" v="2339" actId="21"/>
          <ac:picMkLst>
            <pc:docMk/>
            <pc:sldMk cId="4038056267" sldId="463"/>
            <ac:picMk id="3" creationId="{1C28F4DA-F45B-4376-A348-F1C0062D7F67}"/>
          </ac:picMkLst>
        </pc:picChg>
      </pc:sldChg>
      <pc:sldChg chg="addSp modSp new mod ord">
        <pc:chgData name="Devinder Kaur" userId="89161a673412ba18" providerId="LiveId" clId="{9DC730C8-1395-4933-88D3-2EC0CE87EBF9}" dt="2021-12-09T17:00:43.062" v="3798"/>
        <pc:sldMkLst>
          <pc:docMk/>
          <pc:sldMk cId="1859502932" sldId="464"/>
        </pc:sldMkLst>
        <pc:picChg chg="add mod">
          <ac:chgData name="Devinder Kaur" userId="89161a673412ba18" providerId="LiveId" clId="{9DC730C8-1395-4933-88D3-2EC0CE87EBF9}" dt="2021-12-09T10:43:18.882" v="2699" actId="14100"/>
          <ac:picMkLst>
            <pc:docMk/>
            <pc:sldMk cId="1859502932" sldId="464"/>
            <ac:picMk id="3" creationId="{F776814A-460E-4F60-BDA0-343FE1A7BD6C}"/>
          </ac:picMkLst>
        </pc:picChg>
      </pc:sldChg>
      <pc:sldChg chg="addSp modSp new del mod">
        <pc:chgData name="Devinder Kaur" userId="89161a673412ba18" providerId="LiveId" clId="{9DC730C8-1395-4933-88D3-2EC0CE87EBF9}" dt="2021-12-09T16:14:13.347" v="3145" actId="47"/>
        <pc:sldMkLst>
          <pc:docMk/>
          <pc:sldMk cId="653776304" sldId="465"/>
        </pc:sldMkLst>
        <pc:graphicFrameChg chg="add mod modGraphic">
          <ac:chgData name="Devinder Kaur" userId="89161a673412ba18" providerId="LiveId" clId="{9DC730C8-1395-4933-88D3-2EC0CE87EBF9}" dt="2021-12-09T16:07:58.502" v="2861" actId="20577"/>
          <ac:graphicFrameMkLst>
            <pc:docMk/>
            <pc:sldMk cId="653776304" sldId="465"/>
            <ac:graphicFrameMk id="4" creationId="{DA883AA8-9E49-42DF-A348-0F106E8FB676}"/>
          </ac:graphicFrameMkLst>
        </pc:graphicFrameChg>
        <pc:picChg chg="add mod">
          <ac:chgData name="Devinder Kaur" userId="89161a673412ba18" providerId="LiveId" clId="{9DC730C8-1395-4933-88D3-2EC0CE87EBF9}" dt="2021-12-09T16:06:58.430" v="2836" actId="14100"/>
          <ac:picMkLst>
            <pc:docMk/>
            <pc:sldMk cId="653776304" sldId="465"/>
            <ac:picMk id="3" creationId="{491B3BCF-BC92-4424-9344-32965D99E6AE}"/>
          </ac:picMkLst>
        </pc:picChg>
      </pc:sldChg>
      <pc:sldChg chg="addSp delSp modSp new mod">
        <pc:chgData name="Devinder Kaur" userId="89161a673412ba18" providerId="LiveId" clId="{9DC730C8-1395-4933-88D3-2EC0CE87EBF9}" dt="2021-12-09T17:09:44.282" v="3805" actId="14100"/>
        <pc:sldMkLst>
          <pc:docMk/>
          <pc:sldMk cId="2670650967" sldId="465"/>
        </pc:sldMkLst>
        <pc:picChg chg="add del mod">
          <ac:chgData name="Devinder Kaur" userId="89161a673412ba18" providerId="LiveId" clId="{9DC730C8-1395-4933-88D3-2EC0CE87EBF9}" dt="2021-12-09T17:09:13.438" v="3799" actId="478"/>
          <ac:picMkLst>
            <pc:docMk/>
            <pc:sldMk cId="2670650967" sldId="465"/>
            <ac:picMk id="3" creationId="{CBA6E2E4-54B9-4037-851A-9A6122C6702A}"/>
          </ac:picMkLst>
        </pc:picChg>
        <pc:picChg chg="add mod modCrop">
          <ac:chgData name="Devinder Kaur" userId="89161a673412ba18" providerId="LiveId" clId="{9DC730C8-1395-4933-88D3-2EC0CE87EBF9}" dt="2021-12-09T16:54:21.930" v="3739" actId="14100"/>
          <ac:picMkLst>
            <pc:docMk/>
            <pc:sldMk cId="2670650967" sldId="465"/>
            <ac:picMk id="4" creationId="{5F26FC02-3699-4C74-9C82-23B6C99A8463}"/>
          </ac:picMkLst>
        </pc:picChg>
        <pc:picChg chg="add mod">
          <ac:chgData name="Devinder Kaur" userId="89161a673412ba18" providerId="LiveId" clId="{9DC730C8-1395-4933-88D3-2EC0CE87EBF9}" dt="2021-12-09T17:09:44.282" v="3805" actId="14100"/>
          <ac:picMkLst>
            <pc:docMk/>
            <pc:sldMk cId="2670650967" sldId="465"/>
            <ac:picMk id="5122" creationId="{2BF984D5-C170-4ADB-B019-D751CDFD4C45}"/>
          </ac:picMkLst>
        </pc:picChg>
      </pc:sldChg>
      <pc:sldChg chg="addSp modSp new mod">
        <pc:chgData name="Devinder Kaur" userId="89161a673412ba18" providerId="LiveId" clId="{9DC730C8-1395-4933-88D3-2EC0CE87EBF9}" dt="2021-12-09T17:23:21.143" v="4009" actId="14100"/>
        <pc:sldMkLst>
          <pc:docMk/>
          <pc:sldMk cId="2151521341" sldId="466"/>
        </pc:sldMkLst>
        <pc:picChg chg="add mod">
          <ac:chgData name="Devinder Kaur" userId="89161a673412ba18" providerId="LiveId" clId="{9DC730C8-1395-4933-88D3-2EC0CE87EBF9}" dt="2021-12-09T17:23:13.669" v="4007" actId="14100"/>
          <ac:picMkLst>
            <pc:docMk/>
            <pc:sldMk cId="2151521341" sldId="466"/>
            <ac:picMk id="3" creationId="{29AA45B5-30BC-4784-BE3F-AE886CAAD0B3}"/>
          </ac:picMkLst>
        </pc:picChg>
        <pc:picChg chg="add mod">
          <ac:chgData name="Devinder Kaur" userId="89161a673412ba18" providerId="LiveId" clId="{9DC730C8-1395-4933-88D3-2EC0CE87EBF9}" dt="2021-12-09T17:23:03.246" v="4005" actId="14100"/>
          <ac:picMkLst>
            <pc:docMk/>
            <pc:sldMk cId="2151521341" sldId="466"/>
            <ac:picMk id="4" creationId="{01809988-2C05-4A85-B194-B2A404F69E83}"/>
          </ac:picMkLst>
        </pc:picChg>
        <pc:picChg chg="add mod">
          <ac:chgData name="Devinder Kaur" userId="89161a673412ba18" providerId="LiveId" clId="{9DC730C8-1395-4933-88D3-2EC0CE87EBF9}" dt="2021-12-09T17:23:18.411" v="4008" actId="14100"/>
          <ac:picMkLst>
            <pc:docMk/>
            <pc:sldMk cId="2151521341" sldId="466"/>
            <ac:picMk id="5" creationId="{66B04E1C-E15A-4CF0-9965-E80CE8D80219}"/>
          </ac:picMkLst>
        </pc:picChg>
        <pc:picChg chg="add mod">
          <ac:chgData name="Devinder Kaur" userId="89161a673412ba18" providerId="LiveId" clId="{9DC730C8-1395-4933-88D3-2EC0CE87EBF9}" dt="2021-12-09T17:23:21.143" v="4009" actId="14100"/>
          <ac:picMkLst>
            <pc:docMk/>
            <pc:sldMk cId="2151521341" sldId="466"/>
            <ac:picMk id="6" creationId="{67FA971F-57B6-435A-B37B-CD31A95F4912}"/>
          </ac:picMkLst>
        </pc:picChg>
      </pc:sldChg>
      <pc:sldChg chg="new del">
        <pc:chgData name="Devinder Kaur" userId="89161a673412ba18" providerId="LiveId" clId="{9DC730C8-1395-4933-88D3-2EC0CE87EBF9}" dt="2021-12-09T17:20:27.966" v="3864" actId="680"/>
        <pc:sldMkLst>
          <pc:docMk/>
          <pc:sldMk cId="4224988858" sldId="466"/>
        </pc:sldMkLst>
      </pc:sldChg>
      <pc:sldChg chg="addSp delSp modSp new mod ord">
        <pc:chgData name="Devinder Kaur" userId="89161a673412ba18" providerId="LiveId" clId="{9DC730C8-1395-4933-88D3-2EC0CE87EBF9}" dt="2021-12-10T04:14:02.460" v="4941" actId="1038"/>
        <pc:sldMkLst>
          <pc:docMk/>
          <pc:sldMk cId="3293028744" sldId="467"/>
        </pc:sldMkLst>
        <pc:spChg chg="mod">
          <ac:chgData name="Devinder Kaur" userId="89161a673412ba18" providerId="LiveId" clId="{9DC730C8-1395-4933-88D3-2EC0CE87EBF9}" dt="2021-12-10T04:12:44.220" v="4932" actId="1035"/>
          <ac:spMkLst>
            <pc:docMk/>
            <pc:sldMk cId="3293028744" sldId="467"/>
            <ac:spMk id="2" creationId="{0F148DF5-2988-4293-BB1A-847B5A97B892}"/>
          </ac:spMkLst>
        </pc:spChg>
        <pc:spChg chg="del mod">
          <ac:chgData name="Devinder Kaur" userId="89161a673412ba18" providerId="LiveId" clId="{9DC730C8-1395-4933-88D3-2EC0CE87EBF9}" dt="2021-12-09T17:48:23.638" v="4089" actId="478"/>
          <ac:spMkLst>
            <pc:docMk/>
            <pc:sldMk cId="3293028744" sldId="467"/>
            <ac:spMk id="3" creationId="{CB08408F-ADD3-4A71-9D11-F764CAA01A5A}"/>
          </ac:spMkLst>
        </pc:spChg>
        <pc:spChg chg="add del mod">
          <ac:chgData name="Devinder Kaur" userId="89161a673412ba18" providerId="LiveId" clId="{9DC730C8-1395-4933-88D3-2EC0CE87EBF9}" dt="2021-12-09T17:48:26.658" v="4090" actId="478"/>
          <ac:spMkLst>
            <pc:docMk/>
            <pc:sldMk cId="3293028744" sldId="467"/>
            <ac:spMk id="7" creationId="{B764017C-B292-46FC-8DF0-456A606548A3}"/>
          </ac:spMkLst>
        </pc:spChg>
        <pc:graphicFrameChg chg="add mod modGraphic">
          <ac:chgData name="Devinder Kaur" userId="89161a673412ba18" providerId="LiveId" clId="{9DC730C8-1395-4933-88D3-2EC0CE87EBF9}" dt="2021-12-10T04:14:02.460" v="4941" actId="1038"/>
          <ac:graphicFrameMkLst>
            <pc:docMk/>
            <pc:sldMk cId="3293028744" sldId="467"/>
            <ac:graphicFrameMk id="8" creationId="{325B55DD-E01F-45F7-ADF7-C2ADE3643552}"/>
          </ac:graphicFrameMkLst>
        </pc:graphicFrameChg>
        <pc:picChg chg="add del mod">
          <ac:chgData name="Devinder Kaur" userId="89161a673412ba18" providerId="LiveId" clId="{9DC730C8-1395-4933-88D3-2EC0CE87EBF9}" dt="2021-12-09T17:52:58.304" v="4318" actId="478"/>
          <ac:picMkLst>
            <pc:docMk/>
            <pc:sldMk cId="3293028744" sldId="467"/>
            <ac:picMk id="5" creationId="{34C6756F-57C7-45E6-A27B-7AC4E85FF9B6}"/>
          </ac:picMkLst>
        </pc:picChg>
        <pc:picChg chg="add del mod">
          <ac:chgData name="Devinder Kaur" userId="89161a673412ba18" providerId="LiveId" clId="{9DC730C8-1395-4933-88D3-2EC0CE87EBF9}" dt="2021-12-09T18:02:35.050" v="4324" actId="21"/>
          <ac:picMkLst>
            <pc:docMk/>
            <pc:sldMk cId="3293028744" sldId="467"/>
            <ac:picMk id="9" creationId="{19F59FD0-4858-40D0-9DC7-D0EA314F3549}"/>
          </ac:picMkLst>
        </pc:picChg>
        <pc:picChg chg="add del mod">
          <ac:chgData name="Devinder Kaur" userId="89161a673412ba18" providerId="LiveId" clId="{9DC730C8-1395-4933-88D3-2EC0CE87EBF9}" dt="2021-12-10T03:57:20.236" v="4485" actId="478"/>
          <ac:picMkLst>
            <pc:docMk/>
            <pc:sldMk cId="3293028744" sldId="467"/>
            <ac:picMk id="10" creationId="{D6AB7625-62C0-4F5F-A8FE-AD34FD923DCD}"/>
          </ac:picMkLst>
        </pc:picChg>
      </pc:sldChg>
      <pc:sldChg chg="addSp delSp modSp new del mod">
        <pc:chgData name="Devinder Kaur" userId="89161a673412ba18" providerId="LiveId" clId="{9DC730C8-1395-4933-88D3-2EC0CE87EBF9}" dt="2021-12-10T04:23:58.225" v="4980" actId="47"/>
        <pc:sldMkLst>
          <pc:docMk/>
          <pc:sldMk cId="3643572194" sldId="468"/>
        </pc:sldMkLst>
        <pc:picChg chg="add del mod">
          <ac:chgData name="Devinder Kaur" userId="89161a673412ba18" providerId="LiveId" clId="{9DC730C8-1395-4933-88D3-2EC0CE87EBF9}" dt="2021-12-10T03:57:40.475" v="4487" actId="21"/>
          <ac:picMkLst>
            <pc:docMk/>
            <pc:sldMk cId="3643572194" sldId="468"/>
            <ac:picMk id="5" creationId="{9C608BF7-30F8-4FD8-A5AC-A2D92953C708}"/>
          </ac:picMkLst>
        </pc:picChg>
        <pc:picChg chg="add del mod">
          <ac:chgData name="Devinder Kaur" userId="89161a673412ba18" providerId="LiveId" clId="{9DC730C8-1395-4933-88D3-2EC0CE87EBF9}" dt="2021-12-10T03:57:40.475" v="4487" actId="21"/>
          <ac:picMkLst>
            <pc:docMk/>
            <pc:sldMk cId="3643572194" sldId="468"/>
            <ac:picMk id="6" creationId="{22496612-4B54-401E-922E-71D85C1C9936}"/>
          </ac:picMkLst>
        </pc:picChg>
      </pc:sldChg>
      <pc:sldChg chg="addSp delSp modSp new mod">
        <pc:chgData name="Devinder Kaur" userId="89161a673412ba18" providerId="LiveId" clId="{9DC730C8-1395-4933-88D3-2EC0CE87EBF9}" dt="2021-12-10T07:46:25.564" v="5747" actId="20577"/>
        <pc:sldMkLst>
          <pc:docMk/>
          <pc:sldMk cId="3570131095" sldId="469"/>
        </pc:sldMkLst>
        <pc:spChg chg="add mod">
          <ac:chgData name="Devinder Kaur" userId="89161a673412ba18" providerId="LiveId" clId="{9DC730C8-1395-4933-88D3-2EC0CE87EBF9}" dt="2021-12-10T07:42:15.126" v="5710" actId="14100"/>
          <ac:spMkLst>
            <pc:docMk/>
            <pc:sldMk cId="3570131095" sldId="469"/>
            <ac:spMk id="5" creationId="{085C2C96-658D-4BB1-B446-2727EAEE4364}"/>
          </ac:spMkLst>
        </pc:spChg>
        <pc:graphicFrameChg chg="add mod modGraphic">
          <ac:chgData name="Devinder Kaur" userId="89161a673412ba18" providerId="LiveId" clId="{9DC730C8-1395-4933-88D3-2EC0CE87EBF9}" dt="2021-12-10T07:46:25.564" v="5747" actId="20577"/>
          <ac:graphicFrameMkLst>
            <pc:docMk/>
            <pc:sldMk cId="3570131095" sldId="469"/>
            <ac:graphicFrameMk id="4" creationId="{36E0E5B3-189F-4C77-831F-A604C6AF45A8}"/>
          </ac:graphicFrameMkLst>
        </pc:graphicFrameChg>
        <pc:picChg chg="add del mod">
          <ac:chgData name="Devinder Kaur" userId="89161a673412ba18" providerId="LiveId" clId="{9DC730C8-1395-4933-88D3-2EC0CE87EBF9}" dt="2021-12-10T04:06:26.879" v="4874" actId="478"/>
          <ac:picMkLst>
            <pc:docMk/>
            <pc:sldMk cId="3570131095" sldId="469"/>
            <ac:picMk id="3" creationId="{E44C9D21-BCED-4EA6-A85B-754950782B26}"/>
          </ac:picMkLst>
        </pc:picChg>
      </pc:sldChg>
      <pc:sldChg chg="addSp delSp modSp new del mod ord">
        <pc:chgData name="Devinder Kaur" userId="89161a673412ba18" providerId="LiveId" clId="{9DC730C8-1395-4933-88D3-2EC0CE87EBF9}" dt="2021-12-11T10:30:57.563" v="8511" actId="47"/>
        <pc:sldMkLst>
          <pc:docMk/>
          <pc:sldMk cId="857400847" sldId="470"/>
        </pc:sldMkLst>
        <pc:spChg chg="del">
          <ac:chgData name="Devinder Kaur" userId="89161a673412ba18" providerId="LiveId" clId="{9DC730C8-1395-4933-88D3-2EC0CE87EBF9}" dt="2021-12-10T04:15:48.498" v="4943"/>
          <ac:spMkLst>
            <pc:docMk/>
            <pc:sldMk cId="857400847" sldId="470"/>
            <ac:spMk id="3" creationId="{D8D74085-21DD-4697-AD4F-264F7CBE99C8}"/>
          </ac:spMkLst>
        </pc:spChg>
        <pc:spChg chg="add mod">
          <ac:chgData name="Devinder Kaur" userId="89161a673412ba18" providerId="LiveId" clId="{9DC730C8-1395-4933-88D3-2EC0CE87EBF9}" dt="2021-12-11T10:01:55.681" v="8172" actId="21"/>
          <ac:spMkLst>
            <pc:docMk/>
            <pc:sldMk cId="857400847" sldId="470"/>
            <ac:spMk id="6" creationId="{EA7D8419-FECC-4213-8B61-1E2573CCAE89}"/>
          </ac:spMkLst>
        </pc:spChg>
        <pc:picChg chg="add del mod">
          <ac:chgData name="Devinder Kaur" userId="89161a673412ba18" providerId="LiveId" clId="{9DC730C8-1395-4933-88D3-2EC0CE87EBF9}" dt="2021-12-11T10:01:55.681" v="8172" actId="21"/>
          <ac:picMkLst>
            <pc:docMk/>
            <pc:sldMk cId="857400847" sldId="470"/>
            <ac:picMk id="5" creationId="{E2FB428D-597C-4C8B-8238-DD287AA302CB}"/>
          </ac:picMkLst>
        </pc:picChg>
      </pc:sldChg>
      <pc:sldChg chg="addSp modSp new mod">
        <pc:chgData name="Devinder Kaur" userId="89161a673412ba18" providerId="LiveId" clId="{9DC730C8-1395-4933-88D3-2EC0CE87EBF9}" dt="2021-12-10T04:52:33.982" v="5566" actId="14100"/>
        <pc:sldMkLst>
          <pc:docMk/>
          <pc:sldMk cId="1140608204" sldId="471"/>
        </pc:sldMkLst>
        <pc:graphicFrameChg chg="add mod modGraphic">
          <ac:chgData name="Devinder Kaur" userId="89161a673412ba18" providerId="LiveId" clId="{9DC730C8-1395-4933-88D3-2EC0CE87EBF9}" dt="2021-12-10T04:52:33.982" v="5566" actId="14100"/>
          <ac:graphicFrameMkLst>
            <pc:docMk/>
            <pc:sldMk cId="1140608204" sldId="471"/>
            <ac:graphicFrameMk id="3" creationId="{9396FF2F-FBAD-4939-A460-48921739DE59}"/>
          </ac:graphicFrameMkLst>
        </pc:graphicFrameChg>
      </pc:sldChg>
      <pc:sldChg chg="new del">
        <pc:chgData name="Devinder Kaur" userId="89161a673412ba18" providerId="LiveId" clId="{9DC730C8-1395-4933-88D3-2EC0CE87EBF9}" dt="2021-12-10T08:19:12.592" v="5840" actId="47"/>
        <pc:sldMkLst>
          <pc:docMk/>
          <pc:sldMk cId="59030350" sldId="472"/>
        </pc:sldMkLst>
      </pc:sldChg>
      <pc:sldChg chg="addSp delSp modSp new mod modNotesTx">
        <pc:chgData name="Devinder Kaur" userId="89161a673412ba18" providerId="LiveId" clId="{9DC730C8-1395-4933-88D3-2EC0CE87EBF9}" dt="2021-12-11T05:29:04.594" v="6970" actId="255"/>
        <pc:sldMkLst>
          <pc:docMk/>
          <pc:sldMk cId="1967718560" sldId="473"/>
        </pc:sldMkLst>
        <pc:spChg chg="mod">
          <ac:chgData name="Devinder Kaur" userId="89161a673412ba18" providerId="LiveId" clId="{9DC730C8-1395-4933-88D3-2EC0CE87EBF9}" dt="2021-12-11T05:29:04.594" v="6970" actId="255"/>
          <ac:spMkLst>
            <pc:docMk/>
            <pc:sldMk cId="1967718560" sldId="473"/>
            <ac:spMk id="2" creationId="{265F5BA7-E769-4E72-96DF-DA23F79E14DF}"/>
          </ac:spMkLst>
        </pc:spChg>
        <pc:spChg chg="mod">
          <ac:chgData name="Devinder Kaur" userId="89161a673412ba18" providerId="LiveId" clId="{9DC730C8-1395-4933-88D3-2EC0CE87EBF9}" dt="2021-12-10T08:16:18.445" v="5812" actId="1035"/>
          <ac:spMkLst>
            <pc:docMk/>
            <pc:sldMk cId="1967718560" sldId="473"/>
            <ac:spMk id="3" creationId="{6DFD388C-01A7-4452-95F9-3D58DC64E04A}"/>
          </ac:spMkLst>
        </pc:spChg>
        <pc:spChg chg="add mod">
          <ac:chgData name="Devinder Kaur" userId="89161a673412ba18" providerId="LiveId" clId="{9DC730C8-1395-4933-88D3-2EC0CE87EBF9}" dt="2021-12-10T10:39:18.144" v="5853" actId="14100"/>
          <ac:spMkLst>
            <pc:docMk/>
            <pc:sldMk cId="1967718560" sldId="473"/>
            <ac:spMk id="8" creationId="{EA90ECD4-29F2-4175-816F-BE5D127B254B}"/>
          </ac:spMkLst>
        </pc:spChg>
        <pc:picChg chg="add del mod">
          <ac:chgData name="Devinder Kaur" userId="89161a673412ba18" providerId="LiveId" clId="{9DC730C8-1395-4933-88D3-2EC0CE87EBF9}" dt="2021-12-10T08:14:27.676" v="5794" actId="478"/>
          <ac:picMkLst>
            <pc:docMk/>
            <pc:sldMk cId="1967718560" sldId="473"/>
            <ac:picMk id="5" creationId="{D538CD91-98D9-441F-A519-C37A54A47E14}"/>
          </ac:picMkLst>
        </pc:picChg>
        <pc:picChg chg="add mod">
          <ac:chgData name="Devinder Kaur" userId="89161a673412ba18" providerId="LiveId" clId="{9DC730C8-1395-4933-88D3-2EC0CE87EBF9}" dt="2021-12-10T08:17:33.894" v="5839" actId="1036"/>
          <ac:picMkLst>
            <pc:docMk/>
            <pc:sldMk cId="1967718560" sldId="473"/>
            <ac:picMk id="6" creationId="{983A6658-7AAA-4552-98BC-1504BFE3361B}"/>
          </ac:picMkLst>
        </pc:picChg>
      </pc:sldChg>
      <pc:sldChg chg="addSp delSp modSp new del mod">
        <pc:chgData name="Devinder Kaur" userId="89161a673412ba18" providerId="LiveId" clId="{9DC730C8-1395-4933-88D3-2EC0CE87EBF9}" dt="2021-12-11T05:05:57.100" v="6203" actId="47"/>
        <pc:sldMkLst>
          <pc:docMk/>
          <pc:sldMk cId="2278852428" sldId="474"/>
        </pc:sldMkLst>
        <pc:spChg chg="mod">
          <ac:chgData name="Devinder Kaur" userId="89161a673412ba18" providerId="LiveId" clId="{9DC730C8-1395-4933-88D3-2EC0CE87EBF9}" dt="2021-12-10T08:19:52.282" v="5852" actId="113"/>
          <ac:spMkLst>
            <pc:docMk/>
            <pc:sldMk cId="2278852428" sldId="474"/>
            <ac:spMk id="2" creationId="{EC3FCA03-87E4-4CF8-9303-F6AD2623BBB6}"/>
          </ac:spMkLst>
        </pc:spChg>
        <pc:spChg chg="mod">
          <ac:chgData name="Devinder Kaur" userId="89161a673412ba18" providerId="LiveId" clId="{9DC730C8-1395-4933-88D3-2EC0CE87EBF9}" dt="2021-12-10T10:41:11.537" v="5863" actId="20577"/>
          <ac:spMkLst>
            <pc:docMk/>
            <pc:sldMk cId="2278852428" sldId="474"/>
            <ac:spMk id="3" creationId="{2420ECAF-C3E9-49BD-915C-E0F5337EFC99}"/>
          </ac:spMkLst>
        </pc:spChg>
        <pc:picChg chg="add del mod">
          <ac:chgData name="Devinder Kaur" userId="89161a673412ba18" providerId="LiveId" clId="{9DC730C8-1395-4933-88D3-2EC0CE87EBF9}" dt="2021-12-11T04:55:14.778" v="5895" actId="21"/>
          <ac:picMkLst>
            <pc:docMk/>
            <pc:sldMk cId="2278852428" sldId="474"/>
            <ac:picMk id="5" creationId="{FFFA66D6-5034-4780-B316-F123FFE67D3D}"/>
          </ac:picMkLst>
        </pc:picChg>
      </pc:sldChg>
      <pc:sldChg chg="addSp delSp modSp new mod">
        <pc:chgData name="Devinder Kaur" userId="89161a673412ba18" providerId="LiveId" clId="{9DC730C8-1395-4933-88D3-2EC0CE87EBF9}" dt="2021-12-11T05:28:56.569" v="6969" actId="255"/>
        <pc:sldMkLst>
          <pc:docMk/>
          <pc:sldMk cId="1913106215" sldId="475"/>
        </pc:sldMkLst>
        <pc:spChg chg="add mod">
          <ac:chgData name="Devinder Kaur" userId="89161a673412ba18" providerId="LiveId" clId="{9DC730C8-1395-4933-88D3-2EC0CE87EBF9}" dt="2021-12-11T05:28:56.569" v="6969" actId="255"/>
          <ac:spMkLst>
            <pc:docMk/>
            <pc:sldMk cId="1913106215" sldId="475"/>
            <ac:spMk id="4" creationId="{B98500AF-3EBA-4C8F-BA93-E5FA51A7F416}"/>
          </ac:spMkLst>
        </pc:spChg>
        <pc:graphicFrameChg chg="add mod modGraphic">
          <ac:chgData name="Devinder Kaur" userId="89161a673412ba18" providerId="LiveId" clId="{9DC730C8-1395-4933-88D3-2EC0CE87EBF9}" dt="2021-12-11T05:05:27.208" v="6202" actId="113"/>
          <ac:graphicFrameMkLst>
            <pc:docMk/>
            <pc:sldMk cId="1913106215" sldId="475"/>
            <ac:graphicFrameMk id="3" creationId="{F2F38C5D-7CC7-42F5-8CF8-FD8419860496}"/>
          </ac:graphicFrameMkLst>
        </pc:graphicFrameChg>
        <pc:picChg chg="add del mod">
          <ac:chgData name="Devinder Kaur" userId="89161a673412ba18" providerId="LiveId" clId="{9DC730C8-1395-4933-88D3-2EC0CE87EBF9}" dt="2021-12-11T05:00:12.607" v="6165" actId="478"/>
          <ac:picMkLst>
            <pc:docMk/>
            <pc:sldMk cId="1913106215" sldId="475"/>
            <ac:picMk id="5" creationId="{006A9A19-14CB-40FE-AD3D-F74E53824C06}"/>
          </ac:picMkLst>
        </pc:picChg>
        <pc:picChg chg="add mod modCrop">
          <ac:chgData name="Devinder Kaur" userId="89161a673412ba18" providerId="LiveId" clId="{9DC730C8-1395-4933-88D3-2EC0CE87EBF9}" dt="2021-12-11T05:04:35.246" v="6200" actId="1036"/>
          <ac:picMkLst>
            <pc:docMk/>
            <pc:sldMk cId="1913106215" sldId="475"/>
            <ac:picMk id="6" creationId="{3F0B020A-A1F1-406B-899D-47C29E61B442}"/>
          </ac:picMkLst>
        </pc:picChg>
      </pc:sldChg>
      <pc:sldChg chg="addSp delSp modSp new mod">
        <pc:chgData name="Devinder Kaur" userId="89161a673412ba18" providerId="LiveId" clId="{9DC730C8-1395-4933-88D3-2EC0CE87EBF9}" dt="2021-12-11T08:58:02.336" v="7742"/>
        <pc:sldMkLst>
          <pc:docMk/>
          <pc:sldMk cId="2027282769" sldId="476"/>
        </pc:sldMkLst>
        <pc:spChg chg="add mod">
          <ac:chgData name="Devinder Kaur" userId="89161a673412ba18" providerId="LiveId" clId="{9DC730C8-1395-4933-88D3-2EC0CE87EBF9}" dt="2021-12-11T08:54:12.629" v="7735"/>
          <ac:spMkLst>
            <pc:docMk/>
            <pc:sldMk cId="2027282769" sldId="476"/>
            <ac:spMk id="4" creationId="{1B4727B4-D2C1-42A7-B09E-30E8C0F8F355}"/>
          </ac:spMkLst>
        </pc:spChg>
        <pc:graphicFrameChg chg="add mod">
          <ac:chgData name="Devinder Kaur" userId="89161a673412ba18" providerId="LiveId" clId="{9DC730C8-1395-4933-88D3-2EC0CE87EBF9}" dt="2021-12-11T08:58:02.336" v="7742"/>
          <ac:graphicFrameMkLst>
            <pc:docMk/>
            <pc:sldMk cId="2027282769" sldId="476"/>
            <ac:graphicFrameMk id="6" creationId="{1D5FB3F9-54D0-4E6F-AEBC-50AE74229D81}"/>
          </ac:graphicFrameMkLst>
        </pc:graphicFrameChg>
        <pc:picChg chg="add del mod">
          <ac:chgData name="Devinder Kaur" userId="89161a673412ba18" providerId="LiveId" clId="{9DC730C8-1395-4933-88D3-2EC0CE87EBF9}" dt="2021-12-11T05:19:40.030" v="6824" actId="478"/>
          <ac:picMkLst>
            <pc:docMk/>
            <pc:sldMk cId="2027282769" sldId="476"/>
            <ac:picMk id="3" creationId="{25173CEB-FFF0-4177-8204-21916FBD8389}"/>
          </ac:picMkLst>
        </pc:picChg>
        <pc:picChg chg="add del mod">
          <ac:chgData name="Devinder Kaur" userId="89161a673412ba18" providerId="LiveId" clId="{9DC730C8-1395-4933-88D3-2EC0CE87EBF9}" dt="2021-12-11T05:19:38.296" v="6822" actId="478"/>
          <ac:picMkLst>
            <pc:docMk/>
            <pc:sldMk cId="2027282769" sldId="476"/>
            <ac:picMk id="5" creationId="{E2E8A5CF-3884-449C-BA2C-A091394AF0D0}"/>
          </ac:picMkLst>
        </pc:picChg>
        <pc:picChg chg="add mod">
          <ac:chgData name="Devinder Kaur" userId="89161a673412ba18" providerId="LiveId" clId="{9DC730C8-1395-4933-88D3-2EC0CE87EBF9}" dt="2021-12-11T05:34:16.401" v="7012" actId="1038"/>
          <ac:picMkLst>
            <pc:docMk/>
            <pc:sldMk cId="2027282769" sldId="476"/>
            <ac:picMk id="7" creationId="{B98C1643-8242-4640-8927-51C3AEB31937}"/>
          </ac:picMkLst>
        </pc:picChg>
      </pc:sldChg>
      <pc:sldChg chg="addSp delSp modSp new mod modNotesTx">
        <pc:chgData name="Devinder Kaur" userId="89161a673412ba18" providerId="LiveId" clId="{9DC730C8-1395-4933-88D3-2EC0CE87EBF9}" dt="2021-12-11T09:51:43.821" v="8050"/>
        <pc:sldMkLst>
          <pc:docMk/>
          <pc:sldMk cId="3085445058" sldId="477"/>
        </pc:sldMkLst>
        <pc:spChg chg="add mod">
          <ac:chgData name="Devinder Kaur" userId="89161a673412ba18" providerId="LiveId" clId="{9DC730C8-1395-4933-88D3-2EC0CE87EBF9}" dt="2021-12-11T09:00:32.784" v="7772" actId="14100"/>
          <ac:spMkLst>
            <pc:docMk/>
            <pc:sldMk cId="3085445058" sldId="477"/>
            <ac:spMk id="4" creationId="{56B6FDC5-07FC-4E79-9F8C-34903B747425}"/>
          </ac:spMkLst>
        </pc:spChg>
        <pc:graphicFrameChg chg="add mod modGraphic">
          <ac:chgData name="Devinder Kaur" userId="89161a673412ba18" providerId="LiveId" clId="{9DC730C8-1395-4933-88D3-2EC0CE87EBF9}" dt="2021-12-11T09:51:28.859" v="8044"/>
          <ac:graphicFrameMkLst>
            <pc:docMk/>
            <pc:sldMk cId="3085445058" sldId="477"/>
            <ac:graphicFrameMk id="5" creationId="{FE85B002-AE4D-45CB-BE2D-774CF2FEC776}"/>
          </ac:graphicFrameMkLst>
        </pc:graphicFrameChg>
        <pc:picChg chg="add mod">
          <ac:chgData name="Devinder Kaur" userId="89161a673412ba18" providerId="LiveId" clId="{9DC730C8-1395-4933-88D3-2EC0CE87EBF9}" dt="2021-12-11T09:51:43.821" v="8050"/>
          <ac:picMkLst>
            <pc:docMk/>
            <pc:sldMk cId="3085445058" sldId="477"/>
            <ac:picMk id="3" creationId="{33E2AF66-2587-49F8-B9FA-4DF8F72D1876}"/>
          </ac:picMkLst>
        </pc:picChg>
        <pc:picChg chg="add del mod">
          <ac:chgData name="Devinder Kaur" userId="89161a673412ba18" providerId="LiveId" clId="{9DC730C8-1395-4933-88D3-2EC0CE87EBF9}" dt="2021-12-11T05:25:13.818" v="6960" actId="478"/>
          <ac:picMkLst>
            <pc:docMk/>
            <pc:sldMk cId="3085445058" sldId="477"/>
            <ac:picMk id="3" creationId="{C7A50771-394C-4DF5-8C25-BCE61A56C3CA}"/>
          </ac:picMkLst>
        </pc:picChg>
      </pc:sldChg>
      <pc:sldChg chg="addSp delSp modSp new mod">
        <pc:chgData name="Devinder Kaur" userId="89161a673412ba18" providerId="LiveId" clId="{9DC730C8-1395-4933-88D3-2EC0CE87EBF9}" dt="2021-12-11T09:29:36.814" v="7822" actId="1036"/>
        <pc:sldMkLst>
          <pc:docMk/>
          <pc:sldMk cId="2206060403" sldId="478"/>
        </pc:sldMkLst>
        <pc:spChg chg="add mod">
          <ac:chgData name="Devinder Kaur" userId="89161a673412ba18" providerId="LiveId" clId="{9DC730C8-1395-4933-88D3-2EC0CE87EBF9}" dt="2021-12-11T09:29:36.814" v="7822" actId="1036"/>
          <ac:spMkLst>
            <pc:docMk/>
            <pc:sldMk cId="2206060403" sldId="478"/>
            <ac:spMk id="3" creationId="{051F03E9-EAEC-435A-ACED-BF06928053D8}"/>
          </ac:spMkLst>
        </pc:spChg>
        <pc:spChg chg="add del mod">
          <ac:chgData name="Devinder Kaur" userId="89161a673412ba18" providerId="LiveId" clId="{9DC730C8-1395-4933-88D3-2EC0CE87EBF9}" dt="2021-12-11T09:27:01.722" v="7780" actId="478"/>
          <ac:spMkLst>
            <pc:docMk/>
            <pc:sldMk cId="2206060403" sldId="478"/>
            <ac:spMk id="8" creationId="{6C604EED-CBFE-403F-95C8-48C2215301EB}"/>
          </ac:spMkLst>
        </pc:spChg>
        <pc:graphicFrameChg chg="add mod modGraphic">
          <ac:chgData name="Devinder Kaur" userId="89161a673412ba18" providerId="LiveId" clId="{9DC730C8-1395-4933-88D3-2EC0CE87EBF9}" dt="2021-12-11T09:29:24.525" v="7797" actId="1076"/>
          <ac:graphicFrameMkLst>
            <pc:docMk/>
            <pc:sldMk cId="2206060403" sldId="478"/>
            <ac:graphicFrameMk id="4" creationId="{0047273C-2969-42BF-9D1A-95C3BC66D7EA}"/>
          </ac:graphicFrameMkLst>
        </pc:graphicFrameChg>
        <pc:picChg chg="add del mod">
          <ac:chgData name="Devinder Kaur" userId="89161a673412ba18" providerId="LiveId" clId="{9DC730C8-1395-4933-88D3-2EC0CE87EBF9}" dt="2021-12-11T09:28:40.746" v="7789" actId="478"/>
          <ac:picMkLst>
            <pc:docMk/>
            <pc:sldMk cId="2206060403" sldId="478"/>
            <ac:picMk id="5" creationId="{214C9B2F-EE15-493F-9805-21614D397852}"/>
          </ac:picMkLst>
        </pc:picChg>
        <pc:picChg chg="add del mod">
          <ac:chgData name="Devinder Kaur" userId="89161a673412ba18" providerId="LiveId" clId="{9DC730C8-1395-4933-88D3-2EC0CE87EBF9}" dt="2021-12-11T09:12:19.966" v="7777" actId="478"/>
          <ac:picMkLst>
            <pc:docMk/>
            <pc:sldMk cId="2206060403" sldId="478"/>
            <ac:picMk id="6" creationId="{BBFAB8EE-5A75-414E-9C6C-2C4471DC2B79}"/>
          </ac:picMkLst>
        </pc:picChg>
      </pc:sldChg>
      <pc:sldChg chg="addSp modSp new mod">
        <pc:chgData name="Devinder Kaur" userId="89161a673412ba18" providerId="LiveId" clId="{9DC730C8-1395-4933-88D3-2EC0CE87EBF9}" dt="2021-12-11T08:49:17.685" v="7683" actId="20577"/>
        <pc:sldMkLst>
          <pc:docMk/>
          <pc:sldMk cId="2542140807" sldId="479"/>
        </pc:sldMkLst>
        <pc:spChg chg="add mod">
          <ac:chgData name="Devinder Kaur" userId="89161a673412ba18" providerId="LiveId" clId="{9DC730C8-1395-4933-88D3-2EC0CE87EBF9}" dt="2021-12-11T05:36:12.488" v="7036"/>
          <ac:spMkLst>
            <pc:docMk/>
            <pc:sldMk cId="2542140807" sldId="479"/>
            <ac:spMk id="3" creationId="{956F2A21-3288-448A-80B9-380E34BB3853}"/>
          </ac:spMkLst>
        </pc:spChg>
        <pc:graphicFrameChg chg="add mod modGraphic">
          <ac:chgData name="Devinder Kaur" userId="89161a673412ba18" providerId="LiveId" clId="{9DC730C8-1395-4933-88D3-2EC0CE87EBF9}" dt="2021-12-11T08:49:17.685" v="7683" actId="20577"/>
          <ac:graphicFrameMkLst>
            <pc:docMk/>
            <pc:sldMk cId="2542140807" sldId="479"/>
            <ac:graphicFrameMk id="4" creationId="{410C771D-1EE3-489E-BFF9-00DD48CF5EDF}"/>
          </ac:graphicFrameMkLst>
        </pc:graphicFrameChg>
        <pc:picChg chg="add mod modCrop">
          <ac:chgData name="Devinder Kaur" userId="89161a673412ba18" providerId="LiveId" clId="{9DC730C8-1395-4933-88D3-2EC0CE87EBF9}" dt="2021-12-11T05:42:12.776" v="7114" actId="732"/>
          <ac:picMkLst>
            <pc:docMk/>
            <pc:sldMk cId="2542140807" sldId="479"/>
            <ac:picMk id="5" creationId="{592F288F-7730-4875-91A2-FEE84DD4767A}"/>
          </ac:picMkLst>
        </pc:picChg>
      </pc:sldChg>
      <pc:sldChg chg="addSp delSp modSp new mod">
        <pc:chgData name="Devinder Kaur" userId="89161a673412ba18" providerId="LiveId" clId="{9DC730C8-1395-4933-88D3-2EC0CE87EBF9}" dt="2021-12-11T08:53:11.292" v="7731" actId="14100"/>
        <pc:sldMkLst>
          <pc:docMk/>
          <pc:sldMk cId="3286635179" sldId="480"/>
        </pc:sldMkLst>
        <pc:spChg chg="add mod">
          <ac:chgData name="Devinder Kaur" userId="89161a673412ba18" providerId="LiveId" clId="{9DC730C8-1395-4933-88D3-2EC0CE87EBF9}" dt="2021-12-11T05:42:52.926" v="7119"/>
          <ac:spMkLst>
            <pc:docMk/>
            <pc:sldMk cId="3286635179" sldId="480"/>
            <ac:spMk id="3" creationId="{C114F719-AC64-4CFD-81FE-AFB3118C082B}"/>
          </ac:spMkLst>
        </pc:spChg>
        <pc:spChg chg="add del mod">
          <ac:chgData name="Devinder Kaur" userId="89161a673412ba18" providerId="LiveId" clId="{9DC730C8-1395-4933-88D3-2EC0CE87EBF9}" dt="2021-12-11T08:52:43.137" v="7722" actId="478"/>
          <ac:spMkLst>
            <pc:docMk/>
            <pc:sldMk cId="3286635179" sldId="480"/>
            <ac:spMk id="8" creationId="{142B58EE-901C-47CA-B5CD-C6FD8F8A4467}"/>
          </ac:spMkLst>
        </pc:spChg>
        <pc:graphicFrameChg chg="add mod modGraphic">
          <ac:chgData name="Devinder Kaur" userId="89161a673412ba18" providerId="LiveId" clId="{9DC730C8-1395-4933-88D3-2EC0CE87EBF9}" dt="2021-12-11T08:53:11.292" v="7731" actId="14100"/>
          <ac:graphicFrameMkLst>
            <pc:docMk/>
            <pc:sldMk cId="3286635179" sldId="480"/>
            <ac:graphicFrameMk id="4" creationId="{68990045-A0BE-4A2A-B861-826E363BCA2E}"/>
          </ac:graphicFrameMkLst>
        </pc:graphicFrameChg>
        <pc:picChg chg="add mod">
          <ac:chgData name="Devinder Kaur" userId="89161a673412ba18" providerId="LiveId" clId="{9DC730C8-1395-4933-88D3-2EC0CE87EBF9}" dt="2021-12-11T08:53:06.447" v="7730" actId="14100"/>
          <ac:picMkLst>
            <pc:docMk/>
            <pc:sldMk cId="3286635179" sldId="480"/>
            <ac:picMk id="5" creationId="{583720C9-5ACA-46D6-90DA-B57BA9DAAB1E}"/>
          </ac:picMkLst>
        </pc:picChg>
        <pc:picChg chg="add del mod">
          <ac:chgData name="Devinder Kaur" userId="89161a673412ba18" providerId="LiveId" clId="{9DC730C8-1395-4933-88D3-2EC0CE87EBF9}" dt="2021-12-11T07:15:50.927" v="7340" actId="21"/>
          <ac:picMkLst>
            <pc:docMk/>
            <pc:sldMk cId="3286635179" sldId="480"/>
            <ac:picMk id="6" creationId="{1FB54201-54CF-4C15-A160-8E41C4652E92}"/>
          </ac:picMkLst>
        </pc:picChg>
      </pc:sldChg>
      <pc:sldChg chg="addSp delSp modSp new mod">
        <pc:chgData name="Devinder Kaur" userId="89161a673412ba18" providerId="LiveId" clId="{9DC730C8-1395-4933-88D3-2EC0CE87EBF9}" dt="2021-12-11T07:39:51.789" v="7587" actId="20577"/>
        <pc:sldMkLst>
          <pc:docMk/>
          <pc:sldMk cId="2784037676" sldId="481"/>
        </pc:sldMkLst>
        <pc:spChg chg="add mod">
          <ac:chgData name="Devinder Kaur" userId="89161a673412ba18" providerId="LiveId" clId="{9DC730C8-1395-4933-88D3-2EC0CE87EBF9}" dt="2021-12-11T05:46:18.919" v="7149"/>
          <ac:spMkLst>
            <pc:docMk/>
            <pc:sldMk cId="2784037676" sldId="481"/>
            <ac:spMk id="3" creationId="{C18E6E05-D36A-4EF8-9EA4-3C8121138F84}"/>
          </ac:spMkLst>
        </pc:spChg>
        <pc:graphicFrameChg chg="add mod modGraphic">
          <ac:chgData name="Devinder Kaur" userId="89161a673412ba18" providerId="LiveId" clId="{9DC730C8-1395-4933-88D3-2EC0CE87EBF9}" dt="2021-12-11T07:39:51.789" v="7587" actId="20577"/>
          <ac:graphicFrameMkLst>
            <pc:docMk/>
            <pc:sldMk cId="2784037676" sldId="481"/>
            <ac:graphicFrameMk id="4" creationId="{4C2149C8-C911-41A3-8010-E1B56C415D0E}"/>
          </ac:graphicFrameMkLst>
        </pc:graphicFrameChg>
        <pc:picChg chg="add del mod">
          <ac:chgData name="Devinder Kaur" userId="89161a673412ba18" providerId="LiveId" clId="{9DC730C8-1395-4933-88D3-2EC0CE87EBF9}" dt="2021-12-11T07:38:50.773" v="7563" actId="21"/>
          <ac:picMkLst>
            <pc:docMk/>
            <pc:sldMk cId="2784037676" sldId="481"/>
            <ac:picMk id="5" creationId="{84A2C9A0-724C-406F-81AF-51035D998EF0}"/>
          </ac:picMkLst>
        </pc:picChg>
        <pc:picChg chg="del">
          <ac:chgData name="Devinder Kaur" userId="89161a673412ba18" providerId="LiveId" clId="{9DC730C8-1395-4933-88D3-2EC0CE87EBF9}" dt="2021-12-11T05:49:57.862" v="7165"/>
          <ac:picMkLst>
            <pc:docMk/>
            <pc:sldMk cId="2784037676" sldId="481"/>
            <ac:picMk id="5" creationId="{CC4A4ADB-6100-4003-A85E-544BD4C66B78}"/>
          </ac:picMkLst>
        </pc:picChg>
        <pc:picChg chg="del">
          <ac:chgData name="Devinder Kaur" userId="89161a673412ba18" providerId="LiveId" clId="{9DC730C8-1395-4933-88D3-2EC0CE87EBF9}" dt="2021-12-11T05:50:02.609" v="7166"/>
          <ac:picMkLst>
            <pc:docMk/>
            <pc:sldMk cId="2784037676" sldId="481"/>
            <ac:picMk id="6" creationId="{7B45C5E4-68FF-4BA4-9167-7DD1BE9CA8F0}"/>
          </ac:picMkLst>
        </pc:picChg>
      </pc:sldChg>
      <pc:sldChg chg="add del">
        <pc:chgData name="Devinder Kaur" userId="89161a673412ba18" providerId="LiveId" clId="{9DC730C8-1395-4933-88D3-2EC0CE87EBF9}" dt="2021-12-13T06:36:56.062" v="9154" actId="2696"/>
        <pc:sldMkLst>
          <pc:docMk/>
          <pc:sldMk cId="1604095336" sldId="482"/>
        </pc:sldMkLst>
      </pc:sldChg>
      <pc:sldChg chg="addSp modSp new del mod">
        <pc:chgData name="Devinder Kaur" userId="89161a673412ba18" providerId="LiveId" clId="{9DC730C8-1395-4933-88D3-2EC0CE87EBF9}" dt="2021-12-13T05:43:06.617" v="9127" actId="2696"/>
        <pc:sldMkLst>
          <pc:docMk/>
          <pc:sldMk cId="3448289294" sldId="482"/>
        </pc:sldMkLst>
        <pc:graphicFrameChg chg="add mod modGraphic">
          <ac:chgData name="Devinder Kaur" userId="89161a673412ba18" providerId="LiveId" clId="{9DC730C8-1395-4933-88D3-2EC0CE87EBF9}" dt="2021-12-11T09:54:30.454" v="8082" actId="14100"/>
          <ac:graphicFrameMkLst>
            <pc:docMk/>
            <pc:sldMk cId="3448289294" sldId="482"/>
            <ac:graphicFrameMk id="3" creationId="{1D2E7282-9388-4B08-AFF7-F2B36274F446}"/>
          </ac:graphicFrameMkLst>
        </pc:graphicFrameChg>
        <pc:picChg chg="add mod">
          <ac:chgData name="Devinder Kaur" userId="89161a673412ba18" providerId="LiveId" clId="{9DC730C8-1395-4933-88D3-2EC0CE87EBF9}" dt="2021-12-11T09:54:46.374" v="8118" actId="1036"/>
          <ac:picMkLst>
            <pc:docMk/>
            <pc:sldMk cId="3448289294" sldId="482"/>
            <ac:picMk id="4" creationId="{1B9EB5AC-869B-4272-BDDC-D5F6ADF50DB5}"/>
          </ac:picMkLst>
        </pc:picChg>
      </pc:sldChg>
      <pc:sldChg chg="modSp del mod">
        <pc:chgData name="Devinder Kaur" userId="89161a673412ba18" providerId="LiveId" clId="{9DC730C8-1395-4933-88D3-2EC0CE87EBF9}" dt="2021-12-11T07:40:07.592" v="7589" actId="47"/>
        <pc:sldMkLst>
          <pc:docMk/>
          <pc:sldMk cId="41629707" sldId="483"/>
        </pc:sldMkLst>
        <pc:graphicFrameChg chg="mod modGraphic">
          <ac:chgData name="Devinder Kaur" userId="89161a673412ba18" providerId="LiveId" clId="{9DC730C8-1395-4933-88D3-2EC0CE87EBF9}" dt="2021-12-11T07:38:22.905" v="7559"/>
          <ac:graphicFrameMkLst>
            <pc:docMk/>
            <pc:sldMk cId="41629707" sldId="483"/>
            <ac:graphicFrameMk id="4" creationId="{4C2149C8-C911-41A3-8010-E1B56C415D0E}"/>
          </ac:graphicFrameMkLst>
        </pc:graphicFrameChg>
      </pc:sldChg>
      <pc:sldChg chg="addSp delSp modSp mod">
        <pc:chgData name="Devinder Kaur" userId="89161a673412ba18" providerId="LiveId" clId="{9DC730C8-1395-4933-88D3-2EC0CE87EBF9}" dt="2021-12-11T07:43:26.916" v="7682" actId="20577"/>
        <pc:sldMkLst>
          <pc:docMk/>
          <pc:sldMk cId="4192238346" sldId="484"/>
        </pc:sldMkLst>
        <pc:spChg chg="mod">
          <ac:chgData name="Devinder Kaur" userId="89161a673412ba18" providerId="LiveId" clId="{9DC730C8-1395-4933-88D3-2EC0CE87EBF9}" dt="2021-12-11T05:53:58.680" v="7181"/>
          <ac:spMkLst>
            <pc:docMk/>
            <pc:sldMk cId="4192238346" sldId="484"/>
            <ac:spMk id="3" creationId="{C18E6E05-D36A-4EF8-9EA4-3C8121138F84}"/>
          </ac:spMkLst>
        </pc:spChg>
        <pc:graphicFrameChg chg="mod modGraphic">
          <ac:chgData name="Devinder Kaur" userId="89161a673412ba18" providerId="LiveId" clId="{9DC730C8-1395-4933-88D3-2EC0CE87EBF9}" dt="2021-12-11T07:43:26.916" v="7682" actId="20577"/>
          <ac:graphicFrameMkLst>
            <pc:docMk/>
            <pc:sldMk cId="4192238346" sldId="484"/>
            <ac:graphicFrameMk id="4" creationId="{4C2149C8-C911-41A3-8010-E1B56C415D0E}"/>
          </ac:graphicFrameMkLst>
        </pc:graphicFrameChg>
        <pc:picChg chg="add mod">
          <ac:chgData name="Devinder Kaur" userId="89161a673412ba18" providerId="LiveId" clId="{9DC730C8-1395-4933-88D3-2EC0CE87EBF9}" dt="2021-12-11T05:55:09.002" v="7195" actId="14100"/>
          <ac:picMkLst>
            <pc:docMk/>
            <pc:sldMk cId="4192238346" sldId="484"/>
            <ac:picMk id="5" creationId="{3D61CF1A-5D5B-4601-8DD6-A9895905D30D}"/>
          </ac:picMkLst>
        </pc:picChg>
        <pc:picChg chg="add del mod">
          <ac:chgData name="Devinder Kaur" userId="89161a673412ba18" providerId="LiveId" clId="{9DC730C8-1395-4933-88D3-2EC0CE87EBF9}" dt="2021-12-11T07:42:31.060" v="7668" actId="478"/>
          <ac:picMkLst>
            <pc:docMk/>
            <pc:sldMk cId="4192238346" sldId="484"/>
            <ac:picMk id="6" creationId="{6F477B4C-5338-4FD9-9047-DCCEF90968AA}"/>
          </ac:picMkLst>
        </pc:picChg>
      </pc:sldChg>
      <pc:sldChg chg="delSp modSp del mod">
        <pc:chgData name="Devinder Kaur" userId="89161a673412ba18" providerId="LiveId" clId="{9DC730C8-1395-4933-88D3-2EC0CE87EBF9}" dt="2021-12-11T08:49:22.478" v="7684" actId="47"/>
        <pc:sldMkLst>
          <pc:docMk/>
          <pc:sldMk cId="2727507535" sldId="485"/>
        </pc:sldMkLst>
        <pc:spChg chg="mod">
          <ac:chgData name="Devinder Kaur" userId="89161a673412ba18" providerId="LiveId" clId="{9DC730C8-1395-4933-88D3-2EC0CE87EBF9}" dt="2021-12-11T05:55:35.590" v="7201"/>
          <ac:spMkLst>
            <pc:docMk/>
            <pc:sldMk cId="2727507535" sldId="485"/>
            <ac:spMk id="3" creationId="{C18E6E05-D36A-4EF8-9EA4-3C8121138F84}"/>
          </ac:spMkLst>
        </pc:spChg>
        <pc:graphicFrameChg chg="mod">
          <ac:chgData name="Devinder Kaur" userId="89161a673412ba18" providerId="LiveId" clId="{9DC730C8-1395-4933-88D3-2EC0CE87EBF9}" dt="2021-12-11T05:56:09.241" v="7205" actId="14100"/>
          <ac:graphicFrameMkLst>
            <pc:docMk/>
            <pc:sldMk cId="2727507535" sldId="485"/>
            <ac:graphicFrameMk id="4" creationId="{4C2149C8-C911-41A3-8010-E1B56C415D0E}"/>
          </ac:graphicFrameMkLst>
        </pc:graphicFrameChg>
        <pc:picChg chg="del">
          <ac:chgData name="Devinder Kaur" userId="89161a673412ba18" providerId="LiveId" clId="{9DC730C8-1395-4933-88D3-2EC0CE87EBF9}" dt="2021-12-11T05:56:05.882" v="7204" actId="478"/>
          <ac:picMkLst>
            <pc:docMk/>
            <pc:sldMk cId="2727507535" sldId="485"/>
            <ac:picMk id="5" creationId="{3D61CF1A-5D5B-4601-8DD6-A9895905D30D}"/>
          </ac:picMkLst>
        </pc:picChg>
      </pc:sldChg>
      <pc:sldChg chg="addSp modSp new mod">
        <pc:chgData name="Devinder Kaur" userId="89161a673412ba18" providerId="LiveId" clId="{9DC730C8-1395-4933-88D3-2EC0CE87EBF9}" dt="2021-12-11T08:59:50.647" v="7770" actId="404"/>
        <pc:sldMkLst>
          <pc:docMk/>
          <pc:sldMk cId="4235126482" sldId="485"/>
        </pc:sldMkLst>
        <pc:graphicFrameChg chg="add mod modGraphic">
          <ac:chgData name="Devinder Kaur" userId="89161a673412ba18" providerId="LiveId" clId="{9DC730C8-1395-4933-88D3-2EC0CE87EBF9}" dt="2021-12-11T08:59:50.647" v="7770" actId="404"/>
          <ac:graphicFrameMkLst>
            <pc:docMk/>
            <pc:sldMk cId="4235126482" sldId="485"/>
            <ac:graphicFrameMk id="3" creationId="{FE18F0C9-7B07-4604-89C1-185B15A849D5}"/>
          </ac:graphicFrameMkLst>
        </pc:graphicFrameChg>
      </pc:sldChg>
      <pc:sldChg chg="addSp modSp new mod">
        <pc:chgData name="Devinder Kaur" userId="89161a673412ba18" providerId="LiveId" clId="{9DC730C8-1395-4933-88D3-2EC0CE87EBF9}" dt="2021-12-11T09:44:28.494" v="7952" actId="1035"/>
        <pc:sldMkLst>
          <pc:docMk/>
          <pc:sldMk cId="1253794772" sldId="486"/>
        </pc:sldMkLst>
        <pc:spChg chg="mod">
          <ac:chgData name="Devinder Kaur" userId="89161a673412ba18" providerId="LiveId" clId="{9DC730C8-1395-4933-88D3-2EC0CE87EBF9}" dt="2021-12-11T09:35:15.698" v="7843" actId="122"/>
          <ac:spMkLst>
            <pc:docMk/>
            <pc:sldMk cId="1253794772" sldId="486"/>
            <ac:spMk id="2" creationId="{D5E4E87F-FA81-4D9D-A50A-15C38092A558}"/>
          </ac:spMkLst>
        </pc:spChg>
        <pc:spChg chg="mod">
          <ac:chgData name="Devinder Kaur" userId="89161a673412ba18" providerId="LiveId" clId="{9DC730C8-1395-4933-88D3-2EC0CE87EBF9}" dt="2021-12-11T09:37:58.744" v="7887" actId="14100"/>
          <ac:spMkLst>
            <pc:docMk/>
            <pc:sldMk cId="1253794772" sldId="486"/>
            <ac:spMk id="3" creationId="{8B67A78F-28E6-41B8-9559-183254B65493}"/>
          </ac:spMkLst>
        </pc:spChg>
        <pc:picChg chg="add mod">
          <ac:chgData name="Devinder Kaur" userId="89161a673412ba18" providerId="LiveId" clId="{9DC730C8-1395-4933-88D3-2EC0CE87EBF9}" dt="2021-12-11T09:44:28.494" v="7952" actId="1035"/>
          <ac:picMkLst>
            <pc:docMk/>
            <pc:sldMk cId="1253794772" sldId="486"/>
            <ac:picMk id="5" creationId="{FB388CD1-7F8E-4E9F-85E1-85D3DA01F8EC}"/>
          </ac:picMkLst>
        </pc:picChg>
      </pc:sldChg>
      <pc:sldChg chg="addSp delSp modSp new mod">
        <pc:chgData name="Devinder Kaur" userId="89161a673412ba18" providerId="LiveId" clId="{9DC730C8-1395-4933-88D3-2EC0CE87EBF9}" dt="2021-12-11T09:44:02.162" v="7946" actId="14100"/>
        <pc:sldMkLst>
          <pc:docMk/>
          <pc:sldMk cId="2770921276" sldId="487"/>
        </pc:sldMkLst>
        <pc:spChg chg="mod">
          <ac:chgData name="Devinder Kaur" userId="89161a673412ba18" providerId="LiveId" clId="{9DC730C8-1395-4933-88D3-2EC0CE87EBF9}" dt="2021-12-11T09:38:51.869" v="7899" actId="14100"/>
          <ac:spMkLst>
            <pc:docMk/>
            <pc:sldMk cId="2770921276" sldId="487"/>
            <ac:spMk id="2" creationId="{061239FE-4E81-4919-A556-B203F31E3BB2}"/>
          </ac:spMkLst>
        </pc:spChg>
        <pc:spChg chg="mod">
          <ac:chgData name="Devinder Kaur" userId="89161a673412ba18" providerId="LiveId" clId="{9DC730C8-1395-4933-88D3-2EC0CE87EBF9}" dt="2021-12-11T09:44:02.162" v="7946" actId="14100"/>
          <ac:spMkLst>
            <pc:docMk/>
            <pc:sldMk cId="2770921276" sldId="487"/>
            <ac:spMk id="3" creationId="{78282440-6382-4FB5-AF35-64D06705AD35}"/>
          </ac:spMkLst>
        </pc:spChg>
        <pc:spChg chg="add del mod">
          <ac:chgData name="Devinder Kaur" userId="89161a673412ba18" providerId="LiveId" clId="{9DC730C8-1395-4933-88D3-2EC0CE87EBF9}" dt="2021-12-11T09:43:53.577" v="7941" actId="478"/>
          <ac:spMkLst>
            <pc:docMk/>
            <pc:sldMk cId="2770921276" sldId="487"/>
            <ac:spMk id="6" creationId="{C2A07866-42DB-46AA-87C4-398925791060}"/>
          </ac:spMkLst>
        </pc:spChg>
      </pc:sldChg>
      <pc:sldChg chg="modSp new del mod">
        <pc:chgData name="Devinder Kaur" userId="89161a673412ba18" providerId="LiveId" clId="{9DC730C8-1395-4933-88D3-2EC0CE87EBF9}" dt="2021-12-11T10:43:17.839" v="8803" actId="47"/>
        <pc:sldMkLst>
          <pc:docMk/>
          <pc:sldMk cId="624022695" sldId="488"/>
        </pc:sldMkLst>
        <pc:spChg chg="mod">
          <ac:chgData name="Devinder Kaur" userId="89161a673412ba18" providerId="LiveId" clId="{9DC730C8-1395-4933-88D3-2EC0CE87EBF9}" dt="2021-12-11T09:46:46.076" v="7971" actId="14100"/>
          <ac:spMkLst>
            <pc:docMk/>
            <pc:sldMk cId="624022695" sldId="488"/>
            <ac:spMk id="2" creationId="{F747496D-81A2-4127-8F6F-BBD371B15B87}"/>
          </ac:spMkLst>
        </pc:spChg>
        <pc:spChg chg="mod">
          <ac:chgData name="Devinder Kaur" userId="89161a673412ba18" providerId="LiveId" clId="{9DC730C8-1395-4933-88D3-2EC0CE87EBF9}" dt="2021-12-11T09:48:01.721" v="7982" actId="20577"/>
          <ac:spMkLst>
            <pc:docMk/>
            <pc:sldMk cId="624022695" sldId="488"/>
            <ac:spMk id="3" creationId="{B4A43CD4-0604-48F6-B840-F0F0021CA094}"/>
          </ac:spMkLst>
        </pc:spChg>
      </pc:sldChg>
      <pc:sldChg chg="addSp modSp new del mod ord">
        <pc:chgData name="Devinder Kaur" userId="89161a673412ba18" providerId="LiveId" clId="{9DC730C8-1395-4933-88D3-2EC0CE87EBF9}" dt="2021-12-11T10:30:55.405" v="8510" actId="47"/>
        <pc:sldMkLst>
          <pc:docMk/>
          <pc:sldMk cId="1709031677" sldId="489"/>
        </pc:sldMkLst>
        <pc:spChg chg="mod">
          <ac:chgData name="Devinder Kaur" userId="89161a673412ba18" providerId="LiveId" clId="{9DC730C8-1395-4933-88D3-2EC0CE87EBF9}" dt="2021-12-11T10:02:41.459" v="8213" actId="113"/>
          <ac:spMkLst>
            <pc:docMk/>
            <pc:sldMk cId="1709031677" sldId="489"/>
            <ac:spMk id="2" creationId="{AC0CD384-200A-42F2-B73E-9D1E2259EA4C}"/>
          </ac:spMkLst>
        </pc:spChg>
        <pc:spChg chg="mod">
          <ac:chgData name="Devinder Kaur" userId="89161a673412ba18" providerId="LiveId" clId="{9DC730C8-1395-4933-88D3-2EC0CE87EBF9}" dt="2021-12-11T10:09:55.370" v="8244" actId="21"/>
          <ac:spMkLst>
            <pc:docMk/>
            <pc:sldMk cId="1709031677" sldId="489"/>
            <ac:spMk id="3" creationId="{308D5964-C666-43DF-A8AE-57AAF9254292}"/>
          </ac:spMkLst>
        </pc:spChg>
        <pc:picChg chg="add mod">
          <ac:chgData name="Devinder Kaur" userId="89161a673412ba18" providerId="LiveId" clId="{9DC730C8-1395-4933-88D3-2EC0CE87EBF9}" dt="2021-12-11T10:02:00.474" v="8174" actId="1076"/>
          <ac:picMkLst>
            <pc:docMk/>
            <pc:sldMk cId="1709031677" sldId="489"/>
            <ac:picMk id="5" creationId="{70CA6F31-B9E4-44A3-B31A-CD7EFFB23392}"/>
          </ac:picMkLst>
        </pc:picChg>
      </pc:sldChg>
      <pc:sldChg chg="addSp delSp modSp new mod">
        <pc:chgData name="Devinder Kaur" userId="89161a673412ba18" providerId="LiveId" clId="{9DC730C8-1395-4933-88D3-2EC0CE87EBF9}" dt="2021-12-11T10:40:06.754" v="8749" actId="14100"/>
        <pc:sldMkLst>
          <pc:docMk/>
          <pc:sldMk cId="2638670324" sldId="490"/>
        </pc:sldMkLst>
        <pc:spChg chg="add mod">
          <ac:chgData name="Devinder Kaur" userId="89161a673412ba18" providerId="LiveId" clId="{9DC730C8-1395-4933-88D3-2EC0CE87EBF9}" dt="2021-12-11T10:34:31.086" v="8531" actId="14100"/>
          <ac:spMkLst>
            <pc:docMk/>
            <pc:sldMk cId="2638670324" sldId="490"/>
            <ac:spMk id="3" creationId="{827DE181-64AE-499A-A6EB-A8DEADFDCD6D}"/>
          </ac:spMkLst>
        </pc:spChg>
        <pc:graphicFrameChg chg="add mod modGraphic">
          <ac:chgData name="Devinder Kaur" userId="89161a673412ba18" providerId="LiveId" clId="{9DC730C8-1395-4933-88D3-2EC0CE87EBF9}" dt="2021-12-11T10:40:06.754" v="8749" actId="14100"/>
          <ac:graphicFrameMkLst>
            <pc:docMk/>
            <pc:sldMk cId="2638670324" sldId="490"/>
            <ac:graphicFrameMk id="4" creationId="{C5564440-76EF-4B9A-947D-A41C92DF76EA}"/>
          </ac:graphicFrameMkLst>
        </pc:graphicFrameChg>
        <pc:picChg chg="add del mod">
          <ac:chgData name="Devinder Kaur" userId="89161a673412ba18" providerId="LiveId" clId="{9DC730C8-1395-4933-88D3-2EC0CE87EBF9}" dt="2021-12-11T10:30:29.358" v="8506" actId="478"/>
          <ac:picMkLst>
            <pc:docMk/>
            <pc:sldMk cId="2638670324" sldId="490"/>
            <ac:picMk id="5" creationId="{84F99A93-D6D7-4FAC-9B58-192A0475BF4F}"/>
          </ac:picMkLst>
        </pc:picChg>
      </pc:sldChg>
      <pc:sldChg chg="addSp delSp modSp new mod">
        <pc:chgData name="Devinder Kaur" userId="89161a673412ba18" providerId="LiveId" clId="{9DC730C8-1395-4933-88D3-2EC0CE87EBF9}" dt="2021-12-13T05:16:32.448" v="8896"/>
        <pc:sldMkLst>
          <pc:docMk/>
          <pc:sldMk cId="2950557340" sldId="491"/>
        </pc:sldMkLst>
        <pc:spChg chg="add del mod">
          <ac:chgData name="Devinder Kaur" userId="89161a673412ba18" providerId="LiveId" clId="{9DC730C8-1395-4933-88D3-2EC0CE87EBF9}" dt="2021-12-13T05:16:32.448" v="8896"/>
          <ac:spMkLst>
            <pc:docMk/>
            <pc:sldMk cId="2950557340" sldId="491"/>
            <ac:spMk id="5" creationId="{3C2662C8-C1E0-412D-AACF-0A2C4AE25BEF}"/>
          </ac:spMkLst>
        </pc:spChg>
        <pc:graphicFrameChg chg="add mod modGraphic">
          <ac:chgData name="Devinder Kaur" userId="89161a673412ba18" providerId="LiveId" clId="{9DC730C8-1395-4933-88D3-2EC0CE87EBF9}" dt="2021-12-13T05:14:49.405" v="8894" actId="20577"/>
          <ac:graphicFrameMkLst>
            <pc:docMk/>
            <pc:sldMk cId="2950557340" sldId="491"/>
            <ac:graphicFrameMk id="3" creationId="{713E239F-0922-4285-8685-56CBC3F1E8BF}"/>
          </ac:graphicFrameMkLst>
        </pc:graphicFrameChg>
      </pc:sldChg>
      <pc:sldChg chg="addSp modSp new mod">
        <pc:chgData name="Devinder Kaur" userId="89161a673412ba18" providerId="LiveId" clId="{9DC730C8-1395-4933-88D3-2EC0CE87EBF9}" dt="2021-12-11T10:43:15.233" v="8802" actId="14100"/>
        <pc:sldMkLst>
          <pc:docMk/>
          <pc:sldMk cId="3001511063" sldId="492"/>
        </pc:sldMkLst>
        <pc:graphicFrameChg chg="add mod modGraphic">
          <ac:chgData name="Devinder Kaur" userId="89161a673412ba18" providerId="LiveId" clId="{9DC730C8-1395-4933-88D3-2EC0CE87EBF9}" dt="2021-12-11T10:43:15.233" v="8802" actId="14100"/>
          <ac:graphicFrameMkLst>
            <pc:docMk/>
            <pc:sldMk cId="3001511063" sldId="492"/>
            <ac:graphicFrameMk id="3" creationId="{0343B16D-8E40-4A56-83F4-58E62B4801D0}"/>
          </ac:graphicFrameMkLst>
        </pc:graphicFrameChg>
      </pc:sldChg>
      <pc:sldChg chg="add del">
        <pc:chgData name="Devinder Kaur" userId="89161a673412ba18" providerId="LiveId" clId="{9DC730C8-1395-4933-88D3-2EC0CE87EBF9}" dt="2021-12-13T06:37:08.638" v="9155" actId="47"/>
        <pc:sldMkLst>
          <pc:docMk/>
          <pc:sldMk cId="1203190701" sldId="493"/>
        </pc:sldMkLst>
      </pc:sldChg>
      <pc:sldChg chg="addSp modSp new del">
        <pc:chgData name="Devinder Kaur" userId="89161a673412ba18" providerId="LiveId" clId="{9DC730C8-1395-4933-88D3-2EC0CE87EBF9}" dt="2021-12-13T05:42:47.903" v="9125" actId="2696"/>
        <pc:sldMkLst>
          <pc:docMk/>
          <pc:sldMk cId="1257183201" sldId="493"/>
        </pc:sldMkLst>
        <pc:spChg chg="add mod">
          <ac:chgData name="Devinder Kaur" userId="89161a673412ba18" providerId="LiveId" clId="{9DC730C8-1395-4933-88D3-2EC0CE87EBF9}" dt="2021-12-11T10:46:00.615" v="8846"/>
          <ac:spMkLst>
            <pc:docMk/>
            <pc:sldMk cId="1257183201" sldId="493"/>
            <ac:spMk id="3" creationId="{10FF3FB3-1F67-46FD-975C-66B0076F7ED3}"/>
          </ac:spMkLst>
        </pc:spChg>
      </pc:sldChg>
      <pc:sldChg chg="addSp modSp new del mod">
        <pc:chgData name="Devinder Kaur" userId="89161a673412ba18" providerId="LiveId" clId="{9DC730C8-1395-4933-88D3-2EC0CE87EBF9}" dt="2021-12-13T05:42:47.903" v="9125" actId="2696"/>
        <pc:sldMkLst>
          <pc:docMk/>
          <pc:sldMk cId="4096782" sldId="494"/>
        </pc:sldMkLst>
        <pc:spChg chg="add mod">
          <ac:chgData name="Devinder Kaur" userId="89161a673412ba18" providerId="LiveId" clId="{9DC730C8-1395-4933-88D3-2EC0CE87EBF9}" dt="2021-12-13T05:21:36.336" v="8924" actId="21"/>
          <ac:spMkLst>
            <pc:docMk/>
            <pc:sldMk cId="4096782" sldId="494"/>
            <ac:spMk id="3" creationId="{6B06C627-CE3F-4CE8-857E-6BB8C3465A4E}"/>
          </ac:spMkLst>
        </pc:spChg>
        <pc:graphicFrameChg chg="add mod modGraphic">
          <ac:chgData name="Devinder Kaur" userId="89161a673412ba18" providerId="LiveId" clId="{9DC730C8-1395-4933-88D3-2EC0CE87EBF9}" dt="2021-12-13T05:23:43.411" v="8950" actId="20577"/>
          <ac:graphicFrameMkLst>
            <pc:docMk/>
            <pc:sldMk cId="4096782" sldId="494"/>
            <ac:graphicFrameMk id="4" creationId="{70966867-BDFD-4986-AFDB-9BED494BC1F8}"/>
          </ac:graphicFrameMkLst>
        </pc:graphicFrameChg>
        <pc:picChg chg="add mod">
          <ac:chgData name="Devinder Kaur" userId="89161a673412ba18" providerId="LiveId" clId="{9DC730C8-1395-4933-88D3-2EC0CE87EBF9}" dt="2021-12-13T05:22:37.218" v="8942" actId="14100"/>
          <ac:picMkLst>
            <pc:docMk/>
            <pc:sldMk cId="4096782" sldId="494"/>
            <ac:picMk id="5" creationId="{DEF8F28E-7D18-4FB2-826E-A3AD1B01CC00}"/>
          </ac:picMkLst>
        </pc:picChg>
      </pc:sldChg>
      <pc:sldChg chg="add del">
        <pc:chgData name="Devinder Kaur" userId="89161a673412ba18" providerId="LiveId" clId="{9DC730C8-1395-4933-88D3-2EC0CE87EBF9}" dt="2021-12-13T06:36:56.062" v="9154" actId="2696"/>
        <pc:sldMkLst>
          <pc:docMk/>
          <pc:sldMk cId="2599429759" sldId="494"/>
        </pc:sldMkLst>
      </pc:sldChg>
      <pc:sldChg chg="addSp modSp new del mod">
        <pc:chgData name="Devinder Kaur" userId="89161a673412ba18" providerId="LiveId" clId="{9DC730C8-1395-4933-88D3-2EC0CE87EBF9}" dt="2021-12-13T05:42:47.903" v="9125" actId="2696"/>
        <pc:sldMkLst>
          <pc:docMk/>
          <pc:sldMk cId="1948268667" sldId="495"/>
        </pc:sldMkLst>
        <pc:graphicFrameChg chg="add mod modGraphic">
          <ac:chgData name="Devinder Kaur" userId="89161a673412ba18" providerId="LiveId" clId="{9DC730C8-1395-4933-88D3-2EC0CE87EBF9}" dt="2021-12-13T05:31:21.822" v="8958" actId="20577"/>
          <ac:graphicFrameMkLst>
            <pc:docMk/>
            <pc:sldMk cId="1948268667" sldId="495"/>
            <ac:graphicFrameMk id="3" creationId="{E0B972E3-B0D7-42A3-AC27-78FA56929D16}"/>
          </ac:graphicFrameMkLst>
        </pc:graphicFrameChg>
      </pc:sldChg>
      <pc:sldChg chg="add del">
        <pc:chgData name="Devinder Kaur" userId="89161a673412ba18" providerId="LiveId" clId="{9DC730C8-1395-4933-88D3-2EC0CE87EBF9}" dt="2021-12-13T06:36:56.062" v="9154" actId="2696"/>
        <pc:sldMkLst>
          <pc:docMk/>
          <pc:sldMk cId="2977041038" sldId="495"/>
        </pc:sldMkLst>
      </pc:sldChg>
      <pc:sldChg chg="addSp modSp new del mod">
        <pc:chgData name="Devinder Kaur" userId="89161a673412ba18" providerId="LiveId" clId="{9DC730C8-1395-4933-88D3-2EC0CE87EBF9}" dt="2021-12-13T05:42:47.903" v="9125" actId="2696"/>
        <pc:sldMkLst>
          <pc:docMk/>
          <pc:sldMk cId="1463143825" sldId="496"/>
        </pc:sldMkLst>
        <pc:graphicFrameChg chg="add mod modGraphic">
          <ac:chgData name="Devinder Kaur" userId="89161a673412ba18" providerId="LiveId" clId="{9DC730C8-1395-4933-88D3-2EC0CE87EBF9}" dt="2021-12-13T05:39:16.011" v="9124" actId="403"/>
          <ac:graphicFrameMkLst>
            <pc:docMk/>
            <pc:sldMk cId="1463143825" sldId="496"/>
            <ac:graphicFrameMk id="3" creationId="{2B5B9574-1DD5-45FF-980D-921E61265704}"/>
          </ac:graphicFrameMkLst>
        </pc:graphicFrameChg>
      </pc:sldChg>
      <pc:sldChg chg="add del">
        <pc:chgData name="Devinder Kaur" userId="89161a673412ba18" providerId="LiveId" clId="{9DC730C8-1395-4933-88D3-2EC0CE87EBF9}" dt="2021-12-13T06:36:56.062" v="9154" actId="2696"/>
        <pc:sldMkLst>
          <pc:docMk/>
          <pc:sldMk cId="1698225967" sldId="496"/>
        </pc:sldMkLst>
      </pc:sldChg>
      <pc:sldChg chg="new del">
        <pc:chgData name="Devinder Kaur" userId="89161a673412ba18" providerId="LiveId" clId="{9DC730C8-1395-4933-88D3-2EC0CE87EBF9}" dt="2021-12-13T05:42:47.903" v="9125" actId="2696"/>
        <pc:sldMkLst>
          <pc:docMk/>
          <pc:sldMk cId="3965223303" sldId="497"/>
        </pc:sldMkLst>
      </pc:sldChg>
      <pc:sldChg chg="add del">
        <pc:chgData name="Devinder Kaur" userId="89161a673412ba18" providerId="LiveId" clId="{9DC730C8-1395-4933-88D3-2EC0CE87EBF9}" dt="2021-12-13T06:36:56.062" v="9154" actId="2696"/>
        <pc:sldMkLst>
          <pc:docMk/>
          <pc:sldMk cId="4195292824" sldId="49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9C8CC6-FFB2-4C06-B81E-876B6F787287}"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IN"/>
        </a:p>
      </dgm:t>
    </dgm:pt>
    <dgm:pt modelId="{B86638D3-B58F-439E-89B1-16791C168609}">
      <dgm:prSet phldrT="[Text]"/>
      <dgm:spPr/>
      <dgm:t>
        <a:bodyPr/>
        <a:lstStyle/>
        <a:p>
          <a:pPr algn="just"/>
          <a:r>
            <a:rPr lang="en-US" b="1" dirty="0">
              <a:solidFill>
                <a:schemeClr val="tx1"/>
              </a:solidFill>
            </a:rPr>
            <a:t>Sensor</a:t>
          </a:r>
          <a:endParaRPr lang="en-IN" b="1" dirty="0">
            <a:solidFill>
              <a:schemeClr val="tx1"/>
            </a:solidFill>
          </a:endParaRPr>
        </a:p>
      </dgm:t>
    </dgm:pt>
    <dgm:pt modelId="{E68370EB-96FE-4B06-9C29-FE4044C6D2EA}" type="parTrans" cxnId="{36366A89-0217-4D94-AF7B-A0CD49846A6A}">
      <dgm:prSet/>
      <dgm:spPr/>
      <dgm:t>
        <a:bodyPr/>
        <a:lstStyle/>
        <a:p>
          <a:pPr algn="just"/>
          <a:endParaRPr lang="en-IN"/>
        </a:p>
      </dgm:t>
    </dgm:pt>
    <dgm:pt modelId="{0FD67BB9-5034-4551-9B9D-153492A9AA62}" type="sibTrans" cxnId="{36366A89-0217-4D94-AF7B-A0CD49846A6A}">
      <dgm:prSet/>
      <dgm:spPr/>
      <dgm:t>
        <a:bodyPr/>
        <a:lstStyle/>
        <a:p>
          <a:pPr algn="just"/>
          <a:endParaRPr lang="en-IN"/>
        </a:p>
      </dgm:t>
    </dgm:pt>
    <dgm:pt modelId="{2EC6AE2F-3C49-4B89-93E6-3A7BB6A9ABA7}">
      <dgm:prSet phldrT="[Text]"/>
      <dgm:spPr/>
      <dgm:t>
        <a:bodyPr/>
        <a:lstStyle/>
        <a:p>
          <a:pPr algn="just"/>
          <a:r>
            <a:rPr lang="en-US" dirty="0"/>
            <a:t>A sensor </a:t>
          </a:r>
          <a:r>
            <a:rPr lang="en-US" b="1" dirty="0"/>
            <a:t>measures a physical quantity and converts it into a signal which can be read by an observer or by an instrument.</a:t>
          </a:r>
          <a:endParaRPr lang="en-IN" b="1" dirty="0"/>
        </a:p>
      </dgm:t>
    </dgm:pt>
    <dgm:pt modelId="{2BDC3EDF-4D6E-4021-925B-5C1FEC13F2B2}" type="parTrans" cxnId="{B9CB2556-2A68-4393-83BB-375AB6E8C138}">
      <dgm:prSet/>
      <dgm:spPr/>
      <dgm:t>
        <a:bodyPr/>
        <a:lstStyle/>
        <a:p>
          <a:pPr algn="just"/>
          <a:endParaRPr lang="en-IN"/>
        </a:p>
      </dgm:t>
    </dgm:pt>
    <dgm:pt modelId="{C3D96888-A4C8-453E-B8D2-B0D81D69D0A4}" type="sibTrans" cxnId="{B9CB2556-2A68-4393-83BB-375AB6E8C138}">
      <dgm:prSet/>
      <dgm:spPr/>
      <dgm:t>
        <a:bodyPr/>
        <a:lstStyle/>
        <a:p>
          <a:pPr algn="just"/>
          <a:endParaRPr lang="en-IN"/>
        </a:p>
      </dgm:t>
    </dgm:pt>
    <dgm:pt modelId="{37850476-45BE-4988-82F4-17C4AF911C10}">
      <dgm:prSet phldrT="[Text]"/>
      <dgm:spPr/>
      <dgm:t>
        <a:bodyPr/>
        <a:lstStyle/>
        <a:p>
          <a:pPr algn="just"/>
          <a:r>
            <a:rPr lang="en-US" b="1" dirty="0">
              <a:solidFill>
                <a:schemeClr val="tx1"/>
              </a:solidFill>
            </a:rPr>
            <a:t>Transducer</a:t>
          </a:r>
          <a:endParaRPr lang="en-IN" b="1" dirty="0">
            <a:solidFill>
              <a:schemeClr val="tx1"/>
            </a:solidFill>
          </a:endParaRPr>
        </a:p>
      </dgm:t>
    </dgm:pt>
    <dgm:pt modelId="{BD91034F-57C6-4236-93C0-CB7E86E4C429}" type="parTrans" cxnId="{389A3060-01B4-410A-8B53-FA304F615988}">
      <dgm:prSet/>
      <dgm:spPr/>
      <dgm:t>
        <a:bodyPr/>
        <a:lstStyle/>
        <a:p>
          <a:pPr algn="just"/>
          <a:endParaRPr lang="en-IN"/>
        </a:p>
      </dgm:t>
    </dgm:pt>
    <dgm:pt modelId="{A70DF2D3-F425-4D94-A399-9B428C9CE348}" type="sibTrans" cxnId="{389A3060-01B4-410A-8B53-FA304F615988}">
      <dgm:prSet/>
      <dgm:spPr/>
      <dgm:t>
        <a:bodyPr/>
        <a:lstStyle/>
        <a:p>
          <a:pPr algn="just"/>
          <a:endParaRPr lang="en-IN"/>
        </a:p>
      </dgm:t>
    </dgm:pt>
    <dgm:pt modelId="{7B4D8D28-809E-4882-95FD-D6340765EFA4}">
      <dgm:prSet phldrT="[Text]"/>
      <dgm:spPr/>
      <dgm:t>
        <a:bodyPr/>
        <a:lstStyle/>
        <a:p>
          <a:pPr algn="just"/>
          <a:r>
            <a:rPr lang="en-US" dirty="0"/>
            <a:t>A device that is capable of </a:t>
          </a:r>
          <a:r>
            <a:rPr lang="en-US" b="1" dirty="0"/>
            <a:t>converting the physical quantity into a </a:t>
          </a:r>
          <a:r>
            <a:rPr lang="en-US" b="1" spc="-5" dirty="0">
              <a:latin typeface="+mn-lt"/>
              <a:cs typeface="Times New Roman" pitchFamily="18" charset="0"/>
            </a:rPr>
            <a:t>proportional  electrical quantity </a:t>
          </a:r>
          <a:r>
            <a:rPr lang="en-US" spc="15" dirty="0">
              <a:latin typeface="+mn-lt"/>
              <a:cs typeface="Times New Roman" pitchFamily="18" charset="0"/>
            </a:rPr>
            <a:t>such </a:t>
          </a:r>
          <a:r>
            <a:rPr lang="en-US" spc="-5" dirty="0">
              <a:latin typeface="+mn-lt"/>
              <a:cs typeface="Times New Roman" pitchFamily="18" charset="0"/>
            </a:rPr>
            <a:t>as </a:t>
          </a:r>
          <a:r>
            <a:rPr lang="en-US" spc="-20" dirty="0">
              <a:latin typeface="+mn-lt"/>
              <a:cs typeface="Times New Roman" pitchFamily="18" charset="0"/>
            </a:rPr>
            <a:t>voltage </a:t>
          </a:r>
          <a:r>
            <a:rPr lang="en-US" spc="-5" dirty="0">
              <a:latin typeface="+mn-lt"/>
              <a:cs typeface="Times New Roman" pitchFamily="18" charset="0"/>
            </a:rPr>
            <a:t>or</a:t>
          </a:r>
          <a:r>
            <a:rPr lang="en-US" spc="65" dirty="0">
              <a:latin typeface="+mn-lt"/>
              <a:cs typeface="Times New Roman" pitchFamily="18" charset="0"/>
            </a:rPr>
            <a:t> </a:t>
          </a:r>
          <a:r>
            <a:rPr lang="en-US" spc="-5" dirty="0">
              <a:latin typeface="+mn-lt"/>
              <a:cs typeface="Times New Roman" pitchFamily="18" charset="0"/>
            </a:rPr>
            <a:t>current.</a:t>
          </a:r>
          <a:r>
            <a:rPr lang="en-US" dirty="0"/>
            <a:t> </a:t>
          </a:r>
          <a:endParaRPr lang="en-IN" dirty="0"/>
        </a:p>
      </dgm:t>
    </dgm:pt>
    <dgm:pt modelId="{C25236E5-5B0D-4CD2-93B9-A5ECD8388F7B}" type="parTrans" cxnId="{E47B1ACA-6DCB-443A-A64C-409763F680B6}">
      <dgm:prSet/>
      <dgm:spPr/>
      <dgm:t>
        <a:bodyPr/>
        <a:lstStyle/>
        <a:p>
          <a:pPr algn="just"/>
          <a:endParaRPr lang="en-IN"/>
        </a:p>
      </dgm:t>
    </dgm:pt>
    <dgm:pt modelId="{AAB25D33-2F95-4420-B0D1-D462E351F29D}" type="sibTrans" cxnId="{E47B1ACA-6DCB-443A-A64C-409763F680B6}">
      <dgm:prSet/>
      <dgm:spPr/>
      <dgm:t>
        <a:bodyPr/>
        <a:lstStyle/>
        <a:p>
          <a:pPr algn="just"/>
          <a:endParaRPr lang="en-IN"/>
        </a:p>
      </dgm:t>
    </dgm:pt>
    <dgm:pt modelId="{58522604-F419-4A91-8E50-92D7B033FA80}" type="pres">
      <dgm:prSet presAssocID="{8B9C8CC6-FFB2-4C06-B81E-876B6F787287}" presName="linear" presStyleCnt="0">
        <dgm:presLayoutVars>
          <dgm:dir/>
          <dgm:animLvl val="lvl"/>
          <dgm:resizeHandles val="exact"/>
        </dgm:presLayoutVars>
      </dgm:prSet>
      <dgm:spPr/>
    </dgm:pt>
    <dgm:pt modelId="{59A9E7F7-6B56-4DE6-8555-1A7AA1F03466}" type="pres">
      <dgm:prSet presAssocID="{B86638D3-B58F-439E-89B1-16791C168609}" presName="parentLin" presStyleCnt="0"/>
      <dgm:spPr/>
    </dgm:pt>
    <dgm:pt modelId="{E41285B1-3677-4AB9-80CB-644DD7EEFCC7}" type="pres">
      <dgm:prSet presAssocID="{B86638D3-B58F-439E-89B1-16791C168609}" presName="parentLeftMargin" presStyleLbl="node1" presStyleIdx="0" presStyleCnt="2"/>
      <dgm:spPr/>
    </dgm:pt>
    <dgm:pt modelId="{1E11EB4B-078D-4469-80AC-987205EB5AD7}" type="pres">
      <dgm:prSet presAssocID="{B86638D3-B58F-439E-89B1-16791C168609}" presName="parentText" presStyleLbl="node1" presStyleIdx="0" presStyleCnt="2">
        <dgm:presLayoutVars>
          <dgm:chMax val="0"/>
          <dgm:bulletEnabled val="1"/>
        </dgm:presLayoutVars>
      </dgm:prSet>
      <dgm:spPr/>
    </dgm:pt>
    <dgm:pt modelId="{60C605A2-BD2A-477C-AA50-2F1CA9240B5D}" type="pres">
      <dgm:prSet presAssocID="{B86638D3-B58F-439E-89B1-16791C168609}" presName="negativeSpace" presStyleCnt="0"/>
      <dgm:spPr/>
    </dgm:pt>
    <dgm:pt modelId="{67DE248B-BF12-40FF-990D-571A84B803AF}" type="pres">
      <dgm:prSet presAssocID="{B86638D3-B58F-439E-89B1-16791C168609}" presName="childText" presStyleLbl="conFgAcc1" presStyleIdx="0" presStyleCnt="2">
        <dgm:presLayoutVars>
          <dgm:bulletEnabled val="1"/>
        </dgm:presLayoutVars>
      </dgm:prSet>
      <dgm:spPr/>
    </dgm:pt>
    <dgm:pt modelId="{7B43AC8B-8DB1-4EE4-B634-DAB2C5A7147C}" type="pres">
      <dgm:prSet presAssocID="{0FD67BB9-5034-4551-9B9D-153492A9AA62}" presName="spaceBetweenRectangles" presStyleCnt="0"/>
      <dgm:spPr/>
    </dgm:pt>
    <dgm:pt modelId="{05ADA1C8-AA9E-4C5F-A831-3A7CC15353E6}" type="pres">
      <dgm:prSet presAssocID="{37850476-45BE-4988-82F4-17C4AF911C10}" presName="parentLin" presStyleCnt="0"/>
      <dgm:spPr/>
    </dgm:pt>
    <dgm:pt modelId="{63C4571E-2C96-4CB7-A312-8250B2713D09}" type="pres">
      <dgm:prSet presAssocID="{37850476-45BE-4988-82F4-17C4AF911C10}" presName="parentLeftMargin" presStyleLbl="node1" presStyleIdx="0" presStyleCnt="2"/>
      <dgm:spPr/>
    </dgm:pt>
    <dgm:pt modelId="{189D3A86-18DC-4B2D-9EA2-4E40F528402B}" type="pres">
      <dgm:prSet presAssocID="{37850476-45BE-4988-82F4-17C4AF911C10}" presName="parentText" presStyleLbl="node1" presStyleIdx="1" presStyleCnt="2">
        <dgm:presLayoutVars>
          <dgm:chMax val="0"/>
          <dgm:bulletEnabled val="1"/>
        </dgm:presLayoutVars>
      </dgm:prSet>
      <dgm:spPr/>
    </dgm:pt>
    <dgm:pt modelId="{0D79736B-DA7B-4725-A586-28297FDA2FC1}" type="pres">
      <dgm:prSet presAssocID="{37850476-45BE-4988-82F4-17C4AF911C10}" presName="negativeSpace" presStyleCnt="0"/>
      <dgm:spPr/>
    </dgm:pt>
    <dgm:pt modelId="{5E372A1D-7005-4D7C-AF8E-7931E2F375E7}" type="pres">
      <dgm:prSet presAssocID="{37850476-45BE-4988-82F4-17C4AF911C10}" presName="childText" presStyleLbl="conFgAcc1" presStyleIdx="1" presStyleCnt="2">
        <dgm:presLayoutVars>
          <dgm:bulletEnabled val="1"/>
        </dgm:presLayoutVars>
      </dgm:prSet>
      <dgm:spPr/>
    </dgm:pt>
  </dgm:ptLst>
  <dgm:cxnLst>
    <dgm:cxn modelId="{EEB7FD3B-1C36-409D-9B56-3653F04D6C45}" type="presOf" srcId="{B86638D3-B58F-439E-89B1-16791C168609}" destId="{E41285B1-3677-4AB9-80CB-644DD7EEFCC7}" srcOrd="0" destOrd="0" presId="urn:microsoft.com/office/officeart/2005/8/layout/list1"/>
    <dgm:cxn modelId="{E234283C-8276-4B15-B998-6C4977B93688}" type="presOf" srcId="{8B9C8CC6-FFB2-4C06-B81E-876B6F787287}" destId="{58522604-F419-4A91-8E50-92D7B033FA80}" srcOrd="0" destOrd="0" presId="urn:microsoft.com/office/officeart/2005/8/layout/list1"/>
    <dgm:cxn modelId="{389A3060-01B4-410A-8B53-FA304F615988}" srcId="{8B9C8CC6-FFB2-4C06-B81E-876B6F787287}" destId="{37850476-45BE-4988-82F4-17C4AF911C10}" srcOrd="1" destOrd="0" parTransId="{BD91034F-57C6-4236-93C0-CB7E86E4C429}" sibTransId="{A70DF2D3-F425-4D94-A399-9B428C9CE348}"/>
    <dgm:cxn modelId="{A9F3376E-B4E6-4123-B1ED-9EDAF0E01C1C}" type="presOf" srcId="{37850476-45BE-4988-82F4-17C4AF911C10}" destId="{189D3A86-18DC-4B2D-9EA2-4E40F528402B}" srcOrd="1" destOrd="0" presId="urn:microsoft.com/office/officeart/2005/8/layout/list1"/>
    <dgm:cxn modelId="{B9CB2556-2A68-4393-83BB-375AB6E8C138}" srcId="{B86638D3-B58F-439E-89B1-16791C168609}" destId="{2EC6AE2F-3C49-4B89-93E6-3A7BB6A9ABA7}" srcOrd="0" destOrd="0" parTransId="{2BDC3EDF-4D6E-4021-925B-5C1FEC13F2B2}" sibTransId="{C3D96888-A4C8-453E-B8D2-B0D81D69D0A4}"/>
    <dgm:cxn modelId="{36366A89-0217-4D94-AF7B-A0CD49846A6A}" srcId="{8B9C8CC6-FFB2-4C06-B81E-876B6F787287}" destId="{B86638D3-B58F-439E-89B1-16791C168609}" srcOrd="0" destOrd="0" parTransId="{E68370EB-96FE-4B06-9C29-FE4044C6D2EA}" sibTransId="{0FD67BB9-5034-4551-9B9D-153492A9AA62}"/>
    <dgm:cxn modelId="{F1158D9E-E944-43CA-A3DC-665AB96FADB2}" type="presOf" srcId="{37850476-45BE-4988-82F4-17C4AF911C10}" destId="{63C4571E-2C96-4CB7-A312-8250B2713D09}" srcOrd="0" destOrd="0" presId="urn:microsoft.com/office/officeart/2005/8/layout/list1"/>
    <dgm:cxn modelId="{E85875A6-C4F4-469B-AA67-E65FF9A94762}" type="presOf" srcId="{B86638D3-B58F-439E-89B1-16791C168609}" destId="{1E11EB4B-078D-4469-80AC-987205EB5AD7}" srcOrd="1" destOrd="0" presId="urn:microsoft.com/office/officeart/2005/8/layout/list1"/>
    <dgm:cxn modelId="{E47B1ACA-6DCB-443A-A64C-409763F680B6}" srcId="{37850476-45BE-4988-82F4-17C4AF911C10}" destId="{7B4D8D28-809E-4882-95FD-D6340765EFA4}" srcOrd="0" destOrd="0" parTransId="{C25236E5-5B0D-4CD2-93B9-A5ECD8388F7B}" sibTransId="{AAB25D33-2F95-4420-B0D1-D462E351F29D}"/>
    <dgm:cxn modelId="{BA4DF4E6-B4D5-43FE-BFAE-760BFCD0A06F}" type="presOf" srcId="{7B4D8D28-809E-4882-95FD-D6340765EFA4}" destId="{5E372A1D-7005-4D7C-AF8E-7931E2F375E7}" srcOrd="0" destOrd="0" presId="urn:microsoft.com/office/officeart/2005/8/layout/list1"/>
    <dgm:cxn modelId="{0F2E08F4-F7B1-47E9-95AB-D167D339CAF9}" type="presOf" srcId="{2EC6AE2F-3C49-4B89-93E6-3A7BB6A9ABA7}" destId="{67DE248B-BF12-40FF-990D-571A84B803AF}" srcOrd="0" destOrd="0" presId="urn:microsoft.com/office/officeart/2005/8/layout/list1"/>
    <dgm:cxn modelId="{9607B108-94EF-487A-AEB0-E15DBCDEFFB8}" type="presParOf" srcId="{58522604-F419-4A91-8E50-92D7B033FA80}" destId="{59A9E7F7-6B56-4DE6-8555-1A7AA1F03466}" srcOrd="0" destOrd="0" presId="urn:microsoft.com/office/officeart/2005/8/layout/list1"/>
    <dgm:cxn modelId="{B7DD2E03-A364-4A93-A64F-2DA73A93AC78}" type="presParOf" srcId="{59A9E7F7-6B56-4DE6-8555-1A7AA1F03466}" destId="{E41285B1-3677-4AB9-80CB-644DD7EEFCC7}" srcOrd="0" destOrd="0" presId="urn:microsoft.com/office/officeart/2005/8/layout/list1"/>
    <dgm:cxn modelId="{DF86089D-6934-497F-875F-39F73E24D451}" type="presParOf" srcId="{59A9E7F7-6B56-4DE6-8555-1A7AA1F03466}" destId="{1E11EB4B-078D-4469-80AC-987205EB5AD7}" srcOrd="1" destOrd="0" presId="urn:microsoft.com/office/officeart/2005/8/layout/list1"/>
    <dgm:cxn modelId="{D54E1AD1-F59F-4EE2-90EC-681DF3590C78}" type="presParOf" srcId="{58522604-F419-4A91-8E50-92D7B033FA80}" destId="{60C605A2-BD2A-477C-AA50-2F1CA9240B5D}" srcOrd="1" destOrd="0" presId="urn:microsoft.com/office/officeart/2005/8/layout/list1"/>
    <dgm:cxn modelId="{99B3CD4B-ABE9-4E02-858B-9AD0460A53F5}" type="presParOf" srcId="{58522604-F419-4A91-8E50-92D7B033FA80}" destId="{67DE248B-BF12-40FF-990D-571A84B803AF}" srcOrd="2" destOrd="0" presId="urn:microsoft.com/office/officeart/2005/8/layout/list1"/>
    <dgm:cxn modelId="{F4463212-853D-4E76-AC49-4A32CE28F9A6}" type="presParOf" srcId="{58522604-F419-4A91-8E50-92D7B033FA80}" destId="{7B43AC8B-8DB1-4EE4-B634-DAB2C5A7147C}" srcOrd="3" destOrd="0" presId="urn:microsoft.com/office/officeart/2005/8/layout/list1"/>
    <dgm:cxn modelId="{199F67C4-29A0-4C1F-8280-ACD56055921A}" type="presParOf" srcId="{58522604-F419-4A91-8E50-92D7B033FA80}" destId="{05ADA1C8-AA9E-4C5F-A831-3A7CC15353E6}" srcOrd="4" destOrd="0" presId="urn:microsoft.com/office/officeart/2005/8/layout/list1"/>
    <dgm:cxn modelId="{9AAEC262-D2A4-4162-88EE-F5A86C44A3CA}" type="presParOf" srcId="{05ADA1C8-AA9E-4C5F-A831-3A7CC15353E6}" destId="{63C4571E-2C96-4CB7-A312-8250B2713D09}" srcOrd="0" destOrd="0" presId="urn:microsoft.com/office/officeart/2005/8/layout/list1"/>
    <dgm:cxn modelId="{5E09D1F8-C03C-4F27-A636-53000DEC7FF3}" type="presParOf" srcId="{05ADA1C8-AA9E-4C5F-A831-3A7CC15353E6}" destId="{189D3A86-18DC-4B2D-9EA2-4E40F528402B}" srcOrd="1" destOrd="0" presId="urn:microsoft.com/office/officeart/2005/8/layout/list1"/>
    <dgm:cxn modelId="{B81A0CAB-29D5-4724-BA77-06A5C158C4DC}" type="presParOf" srcId="{58522604-F419-4A91-8E50-92D7B033FA80}" destId="{0D79736B-DA7B-4725-A586-28297FDA2FC1}" srcOrd="5" destOrd="0" presId="urn:microsoft.com/office/officeart/2005/8/layout/list1"/>
    <dgm:cxn modelId="{A4E91A45-E1BC-4FCD-BC38-0FC55DA45E20}" type="presParOf" srcId="{58522604-F419-4A91-8E50-92D7B033FA80}" destId="{5E372A1D-7005-4D7C-AF8E-7931E2F375E7}"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0A55796-AE30-4E4E-9287-FC9CFC77E415}" type="doc">
      <dgm:prSet loTypeId="urn:microsoft.com/office/officeart/2005/8/layout/orgChart1" loCatId="hierarchy" qsTypeId="urn:microsoft.com/office/officeart/2005/8/quickstyle/simple1" qsCatId="simple" csTypeId="urn:microsoft.com/office/officeart/2005/8/colors/colorful2" csCatId="colorful" phldr="1"/>
      <dgm:spPr/>
      <dgm:t>
        <a:bodyPr/>
        <a:lstStyle/>
        <a:p>
          <a:endParaRPr lang="en-IN"/>
        </a:p>
      </dgm:t>
    </dgm:pt>
    <dgm:pt modelId="{8E316A41-EA64-4B3E-9210-90AC30397503}">
      <dgm:prSet phldrT="[Text]" custT="1"/>
      <dgm:spPr/>
      <dgm:t>
        <a:bodyPr/>
        <a:lstStyle/>
        <a:p>
          <a:r>
            <a:rPr lang="en-US" sz="2400" b="0" i="0" dirty="0">
              <a:solidFill>
                <a:schemeClr val="tx1"/>
              </a:solidFill>
              <a:effectLst/>
              <a:latin typeface="+mn-lt"/>
            </a:rPr>
            <a:t>A substance of interest that needs detection</a:t>
          </a:r>
          <a:endParaRPr lang="en-IN" sz="2400" dirty="0">
            <a:solidFill>
              <a:schemeClr val="tx1"/>
            </a:solidFill>
            <a:latin typeface="+mn-lt"/>
          </a:endParaRPr>
        </a:p>
      </dgm:t>
    </dgm:pt>
    <dgm:pt modelId="{FD12F3CB-1BE4-4865-8220-5262B247CC2D}" type="parTrans" cxnId="{16226F91-BE57-420B-94D3-CB2E517008B5}">
      <dgm:prSet/>
      <dgm:spPr/>
      <dgm:t>
        <a:bodyPr/>
        <a:lstStyle/>
        <a:p>
          <a:endParaRPr lang="en-IN" sz="3200">
            <a:solidFill>
              <a:schemeClr val="bg1"/>
            </a:solidFill>
            <a:latin typeface="+mn-lt"/>
          </a:endParaRPr>
        </a:p>
      </dgm:t>
    </dgm:pt>
    <dgm:pt modelId="{BCB494CE-4D1E-48C0-ACC3-22B68E0E50A8}" type="sibTrans" cxnId="{16226F91-BE57-420B-94D3-CB2E517008B5}">
      <dgm:prSet/>
      <dgm:spPr/>
      <dgm:t>
        <a:bodyPr/>
        <a:lstStyle/>
        <a:p>
          <a:endParaRPr lang="en-IN" sz="3200">
            <a:solidFill>
              <a:schemeClr val="bg1"/>
            </a:solidFill>
            <a:latin typeface="+mn-lt"/>
          </a:endParaRPr>
        </a:p>
      </dgm:t>
    </dgm:pt>
    <dgm:pt modelId="{11FB745A-A1C9-49DE-84CF-EE2DCD630811}">
      <dgm:prSet phldrT="[Text]" custT="1"/>
      <dgm:spPr/>
      <dgm:t>
        <a:bodyPr/>
        <a:lstStyle/>
        <a:p>
          <a:r>
            <a:rPr lang="en-US" sz="2000">
              <a:latin typeface="+mn-lt"/>
            </a:rPr>
            <a:t>Chemical substance</a:t>
          </a:r>
          <a:endParaRPr lang="en-IN" sz="2000" dirty="0">
            <a:latin typeface="+mn-lt"/>
          </a:endParaRPr>
        </a:p>
      </dgm:t>
    </dgm:pt>
    <dgm:pt modelId="{1ECBEA8B-33AE-4305-907A-ADE1E894391A}" type="parTrans" cxnId="{E4B7E62E-B26A-45A0-AD7E-B50C76353EE4}">
      <dgm:prSet/>
      <dgm:spPr/>
      <dgm:t>
        <a:bodyPr/>
        <a:lstStyle/>
        <a:p>
          <a:endParaRPr lang="en-IN" sz="3200">
            <a:solidFill>
              <a:schemeClr val="bg1"/>
            </a:solidFill>
            <a:latin typeface="+mn-lt"/>
          </a:endParaRPr>
        </a:p>
      </dgm:t>
    </dgm:pt>
    <dgm:pt modelId="{B4BD93F7-4A7B-4079-9C28-21205CDBEE36}" type="sibTrans" cxnId="{E4B7E62E-B26A-45A0-AD7E-B50C76353EE4}">
      <dgm:prSet/>
      <dgm:spPr/>
      <dgm:t>
        <a:bodyPr/>
        <a:lstStyle/>
        <a:p>
          <a:endParaRPr lang="en-IN" sz="3200">
            <a:solidFill>
              <a:schemeClr val="bg1"/>
            </a:solidFill>
            <a:latin typeface="+mn-lt"/>
          </a:endParaRPr>
        </a:p>
      </dgm:t>
    </dgm:pt>
    <dgm:pt modelId="{208676F1-ED07-41B1-AC9A-058E666D3214}">
      <dgm:prSet phldrT="[Text]" custT="1"/>
      <dgm:spPr/>
      <dgm:t>
        <a:bodyPr/>
        <a:lstStyle/>
        <a:p>
          <a:r>
            <a:rPr lang="en-US" sz="2000">
              <a:latin typeface="+mn-lt"/>
            </a:rPr>
            <a:t>Biological </a:t>
          </a:r>
          <a:r>
            <a:rPr lang="en-US" sz="2000" b="0" i="0">
              <a:effectLst/>
              <a:latin typeface="+mn-lt"/>
            </a:rPr>
            <a:t>constituent</a:t>
          </a:r>
          <a:endParaRPr lang="en-IN" sz="2000" dirty="0">
            <a:latin typeface="+mn-lt"/>
          </a:endParaRPr>
        </a:p>
      </dgm:t>
    </dgm:pt>
    <dgm:pt modelId="{7BB8EEA8-1F98-4EE6-BC2F-975852667F27}" type="parTrans" cxnId="{2BCC72E0-CBE9-45A8-9C3B-258DD6D36FA1}">
      <dgm:prSet/>
      <dgm:spPr/>
      <dgm:t>
        <a:bodyPr/>
        <a:lstStyle/>
        <a:p>
          <a:endParaRPr lang="en-IN" sz="3200">
            <a:solidFill>
              <a:schemeClr val="bg1"/>
            </a:solidFill>
            <a:latin typeface="+mn-lt"/>
          </a:endParaRPr>
        </a:p>
      </dgm:t>
    </dgm:pt>
    <dgm:pt modelId="{1DB9D526-5431-4F36-8270-335FCD7A9992}" type="sibTrans" cxnId="{2BCC72E0-CBE9-45A8-9C3B-258DD6D36FA1}">
      <dgm:prSet/>
      <dgm:spPr/>
      <dgm:t>
        <a:bodyPr/>
        <a:lstStyle/>
        <a:p>
          <a:endParaRPr lang="en-IN" sz="3200">
            <a:solidFill>
              <a:schemeClr val="bg1"/>
            </a:solidFill>
            <a:latin typeface="+mn-lt"/>
          </a:endParaRPr>
        </a:p>
      </dgm:t>
    </dgm:pt>
    <dgm:pt modelId="{0582D2CA-641C-48E5-B318-E97A062FE86A}">
      <dgm:prSet phldrT="[Text]" custT="1"/>
      <dgm:spPr/>
      <dgm:t>
        <a:bodyPr/>
        <a:lstStyle/>
        <a:p>
          <a:r>
            <a:rPr lang="en-US" sz="2000" b="0" i="0">
              <a:effectLst/>
              <a:latin typeface="+mn-lt"/>
            </a:rPr>
            <a:t>Glucose</a:t>
          </a:r>
          <a:endParaRPr lang="en-IN" sz="2000" dirty="0">
            <a:latin typeface="+mn-lt"/>
          </a:endParaRPr>
        </a:p>
      </dgm:t>
    </dgm:pt>
    <dgm:pt modelId="{30BB04D8-902B-463B-95D0-55205F89188D}" type="parTrans" cxnId="{E7F4318D-C8FF-43CF-9C8B-ED7E64C70D44}">
      <dgm:prSet/>
      <dgm:spPr/>
      <dgm:t>
        <a:bodyPr/>
        <a:lstStyle/>
        <a:p>
          <a:endParaRPr lang="en-IN" sz="3200">
            <a:solidFill>
              <a:schemeClr val="bg1"/>
            </a:solidFill>
            <a:latin typeface="+mn-lt"/>
          </a:endParaRPr>
        </a:p>
      </dgm:t>
    </dgm:pt>
    <dgm:pt modelId="{7A4BB602-94B7-4BFD-B9D5-FD5B7815D682}" type="sibTrans" cxnId="{E7F4318D-C8FF-43CF-9C8B-ED7E64C70D44}">
      <dgm:prSet/>
      <dgm:spPr/>
      <dgm:t>
        <a:bodyPr/>
        <a:lstStyle/>
        <a:p>
          <a:endParaRPr lang="en-IN" sz="3200">
            <a:solidFill>
              <a:schemeClr val="bg1"/>
            </a:solidFill>
            <a:latin typeface="+mn-lt"/>
          </a:endParaRPr>
        </a:p>
      </dgm:t>
    </dgm:pt>
    <dgm:pt modelId="{61EA6D32-E88D-4AE8-8270-57BB80DC07D6}">
      <dgm:prSet phldrT="[Text]" custT="1"/>
      <dgm:spPr/>
      <dgm:t>
        <a:bodyPr/>
        <a:lstStyle/>
        <a:p>
          <a:r>
            <a:rPr lang="en-US" sz="2000" b="0" i="0">
              <a:effectLst/>
              <a:latin typeface="+mn-lt"/>
            </a:rPr>
            <a:t>Ammonia</a:t>
          </a:r>
          <a:endParaRPr lang="en-IN" sz="2000" dirty="0">
            <a:latin typeface="+mn-lt"/>
          </a:endParaRPr>
        </a:p>
      </dgm:t>
    </dgm:pt>
    <dgm:pt modelId="{DDB5C855-595A-456B-92A0-1160DF5C3D01}" type="parTrans" cxnId="{D3310C09-558D-404D-BD50-F0E19B485FA6}">
      <dgm:prSet/>
      <dgm:spPr/>
      <dgm:t>
        <a:bodyPr/>
        <a:lstStyle/>
        <a:p>
          <a:endParaRPr lang="en-IN" sz="3200">
            <a:solidFill>
              <a:schemeClr val="bg1"/>
            </a:solidFill>
            <a:latin typeface="+mn-lt"/>
          </a:endParaRPr>
        </a:p>
      </dgm:t>
    </dgm:pt>
    <dgm:pt modelId="{00539F17-CE15-423D-8D09-9CD6E42B82B6}" type="sibTrans" cxnId="{D3310C09-558D-404D-BD50-F0E19B485FA6}">
      <dgm:prSet/>
      <dgm:spPr/>
      <dgm:t>
        <a:bodyPr/>
        <a:lstStyle/>
        <a:p>
          <a:endParaRPr lang="en-IN" sz="3200">
            <a:solidFill>
              <a:schemeClr val="bg1"/>
            </a:solidFill>
            <a:latin typeface="+mn-lt"/>
          </a:endParaRPr>
        </a:p>
      </dgm:t>
    </dgm:pt>
    <dgm:pt modelId="{BA7285D7-F0DA-4439-B262-77F9698D8554}">
      <dgm:prSet phldrT="[Text]" custT="1"/>
      <dgm:spPr/>
      <dgm:t>
        <a:bodyPr/>
        <a:lstStyle/>
        <a:p>
          <a:r>
            <a:rPr lang="en-US" sz="2000" b="0" i="0">
              <a:effectLst/>
              <a:latin typeface="+mn-lt"/>
            </a:rPr>
            <a:t>Alcohol</a:t>
          </a:r>
          <a:endParaRPr lang="en-IN" sz="2000" dirty="0">
            <a:latin typeface="+mn-lt"/>
          </a:endParaRPr>
        </a:p>
      </dgm:t>
    </dgm:pt>
    <dgm:pt modelId="{50A0FBD7-33C9-4853-84AA-3D44C46EE563}" type="parTrans" cxnId="{AD630A4F-6F2B-4AF7-B717-ECFF5E5BD435}">
      <dgm:prSet/>
      <dgm:spPr/>
      <dgm:t>
        <a:bodyPr/>
        <a:lstStyle/>
        <a:p>
          <a:endParaRPr lang="en-IN" sz="3200">
            <a:solidFill>
              <a:schemeClr val="bg1"/>
            </a:solidFill>
            <a:latin typeface="+mn-lt"/>
          </a:endParaRPr>
        </a:p>
      </dgm:t>
    </dgm:pt>
    <dgm:pt modelId="{47FDB6CC-6260-43E5-8765-B7603B63F93D}" type="sibTrans" cxnId="{AD630A4F-6F2B-4AF7-B717-ECFF5E5BD435}">
      <dgm:prSet/>
      <dgm:spPr/>
      <dgm:t>
        <a:bodyPr/>
        <a:lstStyle/>
        <a:p>
          <a:endParaRPr lang="en-IN" sz="3200">
            <a:solidFill>
              <a:schemeClr val="bg1"/>
            </a:solidFill>
            <a:latin typeface="+mn-lt"/>
          </a:endParaRPr>
        </a:p>
      </dgm:t>
    </dgm:pt>
    <dgm:pt modelId="{43D7B135-7508-4BC3-B862-57D424FFDB6D}">
      <dgm:prSet phldrT="[Text]" custT="1"/>
      <dgm:spPr/>
      <dgm:t>
        <a:bodyPr/>
        <a:lstStyle/>
        <a:p>
          <a:r>
            <a:rPr lang="en-US" sz="2000" b="0" i="0">
              <a:effectLst/>
              <a:latin typeface="+mn-lt"/>
            </a:rPr>
            <a:t>Lactose</a:t>
          </a:r>
          <a:endParaRPr lang="en-IN" sz="2000" dirty="0">
            <a:latin typeface="+mn-lt"/>
          </a:endParaRPr>
        </a:p>
      </dgm:t>
    </dgm:pt>
    <dgm:pt modelId="{210E65CD-B174-480B-862F-72A2A4E1E9C9}" type="parTrans" cxnId="{70B616A8-C4DF-4A0C-9BCA-88A07BB98C59}">
      <dgm:prSet/>
      <dgm:spPr/>
      <dgm:t>
        <a:bodyPr/>
        <a:lstStyle/>
        <a:p>
          <a:endParaRPr lang="en-IN" sz="3200">
            <a:solidFill>
              <a:schemeClr val="bg1"/>
            </a:solidFill>
            <a:latin typeface="+mn-lt"/>
          </a:endParaRPr>
        </a:p>
      </dgm:t>
    </dgm:pt>
    <dgm:pt modelId="{5AE1876B-F744-4F95-AE2E-2DC847365047}" type="sibTrans" cxnId="{70B616A8-C4DF-4A0C-9BCA-88A07BB98C59}">
      <dgm:prSet/>
      <dgm:spPr/>
      <dgm:t>
        <a:bodyPr/>
        <a:lstStyle/>
        <a:p>
          <a:endParaRPr lang="en-IN" sz="3200">
            <a:solidFill>
              <a:schemeClr val="bg1"/>
            </a:solidFill>
            <a:latin typeface="+mn-lt"/>
          </a:endParaRPr>
        </a:p>
      </dgm:t>
    </dgm:pt>
    <dgm:pt modelId="{BBB3EE7F-3178-4B63-8AA5-C1EC0AB71B06}">
      <dgm:prSet phldrT="[Text]" custT="1"/>
      <dgm:spPr/>
      <dgm:t>
        <a:bodyPr/>
        <a:lstStyle/>
        <a:p>
          <a:r>
            <a:rPr lang="en-US" sz="2000" b="0" i="0">
              <a:effectLst/>
              <a:latin typeface="+mn-lt"/>
            </a:rPr>
            <a:t>Metal ion</a:t>
          </a:r>
          <a:endParaRPr lang="en-IN" sz="2000" dirty="0">
            <a:latin typeface="+mn-lt"/>
          </a:endParaRPr>
        </a:p>
      </dgm:t>
    </dgm:pt>
    <dgm:pt modelId="{AB9FB7D5-A31B-474F-B190-7EC42FF8B5C6}" type="parTrans" cxnId="{852F3AA5-732D-416A-BC6B-307194424C7E}">
      <dgm:prSet/>
      <dgm:spPr/>
      <dgm:t>
        <a:bodyPr/>
        <a:lstStyle/>
        <a:p>
          <a:endParaRPr lang="en-IN" sz="3200">
            <a:solidFill>
              <a:schemeClr val="bg1"/>
            </a:solidFill>
            <a:latin typeface="+mn-lt"/>
          </a:endParaRPr>
        </a:p>
      </dgm:t>
    </dgm:pt>
    <dgm:pt modelId="{B5D19847-7EEF-4C86-A727-111567972196}" type="sibTrans" cxnId="{852F3AA5-732D-416A-BC6B-307194424C7E}">
      <dgm:prSet/>
      <dgm:spPr/>
      <dgm:t>
        <a:bodyPr/>
        <a:lstStyle/>
        <a:p>
          <a:endParaRPr lang="en-IN" sz="3200">
            <a:solidFill>
              <a:schemeClr val="bg1"/>
            </a:solidFill>
            <a:latin typeface="+mn-lt"/>
          </a:endParaRPr>
        </a:p>
      </dgm:t>
    </dgm:pt>
    <dgm:pt modelId="{2B16CB8F-CC34-49B8-8E1D-4CFACC9D4DB7}">
      <dgm:prSet phldrT="[Text]" custT="1"/>
      <dgm:spPr/>
      <dgm:t>
        <a:bodyPr/>
        <a:lstStyle/>
        <a:p>
          <a:r>
            <a:rPr lang="en-US" sz="2000">
              <a:latin typeface="+mn-lt"/>
            </a:rPr>
            <a:t>Protein</a:t>
          </a:r>
          <a:endParaRPr lang="en-IN" sz="2000" dirty="0">
            <a:latin typeface="+mn-lt"/>
          </a:endParaRPr>
        </a:p>
      </dgm:t>
    </dgm:pt>
    <dgm:pt modelId="{788F2FAC-B0B9-43CC-86D1-33B60F67BBFA}" type="parTrans" cxnId="{5187A483-348D-4B91-970E-4CFD32852B31}">
      <dgm:prSet/>
      <dgm:spPr/>
      <dgm:t>
        <a:bodyPr/>
        <a:lstStyle/>
        <a:p>
          <a:endParaRPr lang="en-IN" sz="3200">
            <a:solidFill>
              <a:schemeClr val="bg1"/>
            </a:solidFill>
            <a:latin typeface="+mn-lt"/>
          </a:endParaRPr>
        </a:p>
      </dgm:t>
    </dgm:pt>
    <dgm:pt modelId="{A69218FB-36AE-4B13-83CA-185013678063}" type="sibTrans" cxnId="{5187A483-348D-4B91-970E-4CFD32852B31}">
      <dgm:prSet/>
      <dgm:spPr/>
      <dgm:t>
        <a:bodyPr/>
        <a:lstStyle/>
        <a:p>
          <a:endParaRPr lang="en-IN" sz="3200">
            <a:solidFill>
              <a:schemeClr val="bg1"/>
            </a:solidFill>
            <a:latin typeface="+mn-lt"/>
          </a:endParaRPr>
        </a:p>
      </dgm:t>
    </dgm:pt>
    <dgm:pt modelId="{D7BB6299-6183-49E5-81E7-4CDA3D73AE81}">
      <dgm:prSet phldrT="[Text]" custT="1"/>
      <dgm:spPr/>
      <dgm:t>
        <a:bodyPr/>
        <a:lstStyle/>
        <a:p>
          <a:r>
            <a:rPr lang="en-US" sz="2000">
              <a:latin typeface="+mn-lt"/>
            </a:rPr>
            <a:t>Toxin</a:t>
          </a:r>
          <a:endParaRPr lang="en-IN" sz="2000" dirty="0">
            <a:latin typeface="+mn-lt"/>
          </a:endParaRPr>
        </a:p>
      </dgm:t>
    </dgm:pt>
    <dgm:pt modelId="{FC9E6A4F-8FA7-4BA1-A29B-E4436C956CFF}" type="parTrans" cxnId="{27A26F95-BA8B-4F4B-BAAC-2F5A723424BC}">
      <dgm:prSet/>
      <dgm:spPr/>
      <dgm:t>
        <a:bodyPr/>
        <a:lstStyle/>
        <a:p>
          <a:endParaRPr lang="en-IN" sz="3200">
            <a:solidFill>
              <a:schemeClr val="bg1"/>
            </a:solidFill>
            <a:latin typeface="+mn-lt"/>
          </a:endParaRPr>
        </a:p>
      </dgm:t>
    </dgm:pt>
    <dgm:pt modelId="{4AFE9748-3382-48E8-ACEC-00380A17A85B}" type="sibTrans" cxnId="{27A26F95-BA8B-4F4B-BAAC-2F5A723424BC}">
      <dgm:prSet/>
      <dgm:spPr/>
      <dgm:t>
        <a:bodyPr/>
        <a:lstStyle/>
        <a:p>
          <a:endParaRPr lang="en-IN" sz="3200">
            <a:solidFill>
              <a:schemeClr val="bg1"/>
            </a:solidFill>
            <a:latin typeface="+mn-lt"/>
          </a:endParaRPr>
        </a:p>
      </dgm:t>
    </dgm:pt>
    <dgm:pt modelId="{B695E296-5500-4E3A-9670-F5A61BE5A1C4}">
      <dgm:prSet phldrT="[Text]" custT="1"/>
      <dgm:spPr/>
      <dgm:t>
        <a:bodyPr/>
        <a:lstStyle/>
        <a:p>
          <a:r>
            <a:rPr lang="en-US" sz="2000">
              <a:latin typeface="+mn-lt"/>
            </a:rPr>
            <a:t>Peptide</a:t>
          </a:r>
          <a:endParaRPr lang="en-IN" sz="2000" dirty="0">
            <a:latin typeface="+mn-lt"/>
          </a:endParaRPr>
        </a:p>
      </dgm:t>
    </dgm:pt>
    <dgm:pt modelId="{880E9434-EC5D-491E-91A2-0C6B036DEC96}" type="parTrans" cxnId="{0D24DF11-0972-4B35-A0F7-B52E57CB4425}">
      <dgm:prSet/>
      <dgm:spPr/>
      <dgm:t>
        <a:bodyPr/>
        <a:lstStyle/>
        <a:p>
          <a:endParaRPr lang="en-IN" sz="3200">
            <a:solidFill>
              <a:schemeClr val="bg1"/>
            </a:solidFill>
            <a:latin typeface="+mn-lt"/>
          </a:endParaRPr>
        </a:p>
      </dgm:t>
    </dgm:pt>
    <dgm:pt modelId="{82656D72-D0A3-41B5-9C4D-E9098DAC3C57}" type="sibTrans" cxnId="{0D24DF11-0972-4B35-A0F7-B52E57CB4425}">
      <dgm:prSet/>
      <dgm:spPr/>
      <dgm:t>
        <a:bodyPr/>
        <a:lstStyle/>
        <a:p>
          <a:endParaRPr lang="en-IN" sz="3200">
            <a:solidFill>
              <a:schemeClr val="bg1"/>
            </a:solidFill>
            <a:latin typeface="+mn-lt"/>
          </a:endParaRPr>
        </a:p>
      </dgm:t>
    </dgm:pt>
    <dgm:pt modelId="{3BCA27D4-48B4-49AE-8046-D3245518BB59}">
      <dgm:prSet phldrT="[Text]" custT="1"/>
      <dgm:spPr/>
      <dgm:t>
        <a:bodyPr/>
        <a:lstStyle/>
        <a:p>
          <a:r>
            <a:rPr lang="en-US" sz="2000">
              <a:latin typeface="+mn-lt"/>
            </a:rPr>
            <a:t>Vitamin </a:t>
          </a:r>
          <a:endParaRPr lang="en-IN" sz="2000" dirty="0">
            <a:latin typeface="+mn-lt"/>
          </a:endParaRPr>
        </a:p>
      </dgm:t>
    </dgm:pt>
    <dgm:pt modelId="{7FE4BE8F-3113-46A3-A4D5-F17BCB669668}" type="parTrans" cxnId="{22FE7D24-ADB9-4FCC-9EF3-0E5CCB4A7361}">
      <dgm:prSet/>
      <dgm:spPr/>
      <dgm:t>
        <a:bodyPr/>
        <a:lstStyle/>
        <a:p>
          <a:endParaRPr lang="en-IN" sz="3200">
            <a:solidFill>
              <a:schemeClr val="bg1"/>
            </a:solidFill>
            <a:latin typeface="+mn-lt"/>
          </a:endParaRPr>
        </a:p>
      </dgm:t>
    </dgm:pt>
    <dgm:pt modelId="{0500B7E1-F82E-4310-A8CD-0ED2A71BC43A}" type="sibTrans" cxnId="{22FE7D24-ADB9-4FCC-9EF3-0E5CCB4A7361}">
      <dgm:prSet/>
      <dgm:spPr/>
      <dgm:t>
        <a:bodyPr/>
        <a:lstStyle/>
        <a:p>
          <a:endParaRPr lang="en-IN" sz="3200">
            <a:solidFill>
              <a:schemeClr val="bg1"/>
            </a:solidFill>
            <a:latin typeface="+mn-lt"/>
          </a:endParaRPr>
        </a:p>
      </dgm:t>
    </dgm:pt>
    <dgm:pt modelId="{DFC6900E-8250-4177-9F99-FF9A2170A0BD}">
      <dgm:prSet phldrT="[Text]" custT="1"/>
      <dgm:spPr/>
      <dgm:t>
        <a:bodyPr/>
        <a:lstStyle/>
        <a:p>
          <a:r>
            <a:rPr lang="en-US" sz="2000">
              <a:latin typeface="+mn-lt"/>
            </a:rPr>
            <a:t>Antibody</a:t>
          </a:r>
          <a:endParaRPr lang="en-IN" sz="2000" dirty="0">
            <a:latin typeface="+mn-lt"/>
          </a:endParaRPr>
        </a:p>
      </dgm:t>
    </dgm:pt>
    <dgm:pt modelId="{5E04D6C9-C8C4-402B-A3A8-3CD809E753B3}" type="parTrans" cxnId="{CF7FB841-15CB-4338-AA8E-00495C51DE08}">
      <dgm:prSet/>
      <dgm:spPr/>
      <dgm:t>
        <a:bodyPr/>
        <a:lstStyle/>
        <a:p>
          <a:endParaRPr lang="en-IN"/>
        </a:p>
      </dgm:t>
    </dgm:pt>
    <dgm:pt modelId="{2A341B54-3251-4B94-8FEF-C05C60FBE48E}" type="sibTrans" cxnId="{CF7FB841-15CB-4338-AA8E-00495C51DE08}">
      <dgm:prSet/>
      <dgm:spPr/>
      <dgm:t>
        <a:bodyPr/>
        <a:lstStyle/>
        <a:p>
          <a:endParaRPr lang="en-IN"/>
        </a:p>
      </dgm:t>
    </dgm:pt>
    <dgm:pt modelId="{31F9C43B-7E66-4007-9824-2189978C5A1C}" type="pres">
      <dgm:prSet presAssocID="{50A55796-AE30-4E4E-9287-FC9CFC77E415}" presName="hierChild1" presStyleCnt="0">
        <dgm:presLayoutVars>
          <dgm:orgChart val="1"/>
          <dgm:chPref val="1"/>
          <dgm:dir/>
          <dgm:animOne val="branch"/>
          <dgm:animLvl val="lvl"/>
          <dgm:resizeHandles/>
        </dgm:presLayoutVars>
      </dgm:prSet>
      <dgm:spPr/>
    </dgm:pt>
    <dgm:pt modelId="{89340B5F-00FC-45B7-9030-6E40345306ED}" type="pres">
      <dgm:prSet presAssocID="{8E316A41-EA64-4B3E-9210-90AC30397503}" presName="hierRoot1" presStyleCnt="0">
        <dgm:presLayoutVars>
          <dgm:hierBranch val="init"/>
        </dgm:presLayoutVars>
      </dgm:prSet>
      <dgm:spPr/>
    </dgm:pt>
    <dgm:pt modelId="{9614E199-9DA1-4324-9D97-F24651B4C9D9}" type="pres">
      <dgm:prSet presAssocID="{8E316A41-EA64-4B3E-9210-90AC30397503}" presName="rootComposite1" presStyleCnt="0"/>
      <dgm:spPr/>
    </dgm:pt>
    <dgm:pt modelId="{A0CDC75A-0D0B-42F5-ABAD-1DC65BABD0EE}" type="pres">
      <dgm:prSet presAssocID="{8E316A41-EA64-4B3E-9210-90AC30397503}" presName="rootText1" presStyleLbl="node0" presStyleIdx="0" presStyleCnt="1" custScaleX="534577">
        <dgm:presLayoutVars>
          <dgm:chPref val="3"/>
        </dgm:presLayoutVars>
      </dgm:prSet>
      <dgm:spPr/>
    </dgm:pt>
    <dgm:pt modelId="{EB250E36-6DAC-44D5-82B8-6112F63AF507}" type="pres">
      <dgm:prSet presAssocID="{8E316A41-EA64-4B3E-9210-90AC30397503}" presName="rootConnector1" presStyleLbl="node1" presStyleIdx="0" presStyleCnt="0"/>
      <dgm:spPr/>
    </dgm:pt>
    <dgm:pt modelId="{34A1BA80-7BB9-4B3F-9C3E-EBCB41D8E867}" type="pres">
      <dgm:prSet presAssocID="{8E316A41-EA64-4B3E-9210-90AC30397503}" presName="hierChild2" presStyleCnt="0"/>
      <dgm:spPr/>
    </dgm:pt>
    <dgm:pt modelId="{F359E6A5-EC82-46AB-997B-BB0C483ADF5C}" type="pres">
      <dgm:prSet presAssocID="{1ECBEA8B-33AE-4305-907A-ADE1E894391A}" presName="Name37" presStyleLbl="parChTrans1D2" presStyleIdx="0" presStyleCnt="2"/>
      <dgm:spPr/>
    </dgm:pt>
    <dgm:pt modelId="{877455B4-A580-40C7-9FE2-5199ED05DAA4}" type="pres">
      <dgm:prSet presAssocID="{11FB745A-A1C9-49DE-84CF-EE2DCD630811}" presName="hierRoot2" presStyleCnt="0">
        <dgm:presLayoutVars>
          <dgm:hierBranch val="init"/>
        </dgm:presLayoutVars>
      </dgm:prSet>
      <dgm:spPr/>
    </dgm:pt>
    <dgm:pt modelId="{38CDC813-DC94-49D7-B99C-7E7D36F98CE7}" type="pres">
      <dgm:prSet presAssocID="{11FB745A-A1C9-49DE-84CF-EE2DCD630811}" presName="rootComposite" presStyleCnt="0"/>
      <dgm:spPr/>
    </dgm:pt>
    <dgm:pt modelId="{86C10C10-4884-467D-8F77-FE414324BE6F}" type="pres">
      <dgm:prSet presAssocID="{11FB745A-A1C9-49DE-84CF-EE2DCD630811}" presName="rootText" presStyleLbl="node2" presStyleIdx="0" presStyleCnt="2" custScaleX="265707">
        <dgm:presLayoutVars>
          <dgm:chPref val="3"/>
        </dgm:presLayoutVars>
      </dgm:prSet>
      <dgm:spPr/>
    </dgm:pt>
    <dgm:pt modelId="{B2F3467D-E1D6-4F6A-B569-0470AD9D491C}" type="pres">
      <dgm:prSet presAssocID="{11FB745A-A1C9-49DE-84CF-EE2DCD630811}" presName="rootConnector" presStyleLbl="node2" presStyleIdx="0" presStyleCnt="2"/>
      <dgm:spPr/>
    </dgm:pt>
    <dgm:pt modelId="{4F835B7C-7943-4822-8012-8D2D92218BF9}" type="pres">
      <dgm:prSet presAssocID="{11FB745A-A1C9-49DE-84CF-EE2DCD630811}" presName="hierChild4" presStyleCnt="0"/>
      <dgm:spPr/>
    </dgm:pt>
    <dgm:pt modelId="{B57768CF-8494-4923-9844-9A5A5F305265}" type="pres">
      <dgm:prSet presAssocID="{30BB04D8-902B-463B-95D0-55205F89188D}" presName="Name37" presStyleLbl="parChTrans1D3" presStyleIdx="0" presStyleCnt="10"/>
      <dgm:spPr/>
    </dgm:pt>
    <dgm:pt modelId="{CF83ECE5-91DA-4F38-9446-1A84F1AF997C}" type="pres">
      <dgm:prSet presAssocID="{0582D2CA-641C-48E5-B318-E97A062FE86A}" presName="hierRoot2" presStyleCnt="0">
        <dgm:presLayoutVars>
          <dgm:hierBranch val="init"/>
        </dgm:presLayoutVars>
      </dgm:prSet>
      <dgm:spPr/>
    </dgm:pt>
    <dgm:pt modelId="{FBA2E482-BB8B-4A83-9B01-9DA3CAB9C42A}" type="pres">
      <dgm:prSet presAssocID="{0582D2CA-641C-48E5-B318-E97A062FE86A}" presName="rootComposite" presStyleCnt="0"/>
      <dgm:spPr/>
    </dgm:pt>
    <dgm:pt modelId="{0C99CB72-8214-451D-B064-AA66E52D5119}" type="pres">
      <dgm:prSet presAssocID="{0582D2CA-641C-48E5-B318-E97A062FE86A}" presName="rootText" presStyleLbl="node3" presStyleIdx="0" presStyleCnt="10">
        <dgm:presLayoutVars>
          <dgm:chPref val="3"/>
        </dgm:presLayoutVars>
      </dgm:prSet>
      <dgm:spPr/>
    </dgm:pt>
    <dgm:pt modelId="{E38827CD-2395-459B-B4CB-24DBD6B63F87}" type="pres">
      <dgm:prSet presAssocID="{0582D2CA-641C-48E5-B318-E97A062FE86A}" presName="rootConnector" presStyleLbl="node3" presStyleIdx="0" presStyleCnt="10"/>
      <dgm:spPr/>
    </dgm:pt>
    <dgm:pt modelId="{EAF3635F-6547-40B7-A249-48F391050ECA}" type="pres">
      <dgm:prSet presAssocID="{0582D2CA-641C-48E5-B318-E97A062FE86A}" presName="hierChild4" presStyleCnt="0"/>
      <dgm:spPr/>
    </dgm:pt>
    <dgm:pt modelId="{411161F4-50EA-48BB-AB91-FF418C9C079C}" type="pres">
      <dgm:prSet presAssocID="{0582D2CA-641C-48E5-B318-E97A062FE86A}" presName="hierChild5" presStyleCnt="0"/>
      <dgm:spPr/>
    </dgm:pt>
    <dgm:pt modelId="{0A691BC4-7317-4E91-8CA5-F71648529AD2}" type="pres">
      <dgm:prSet presAssocID="{DDB5C855-595A-456B-92A0-1160DF5C3D01}" presName="Name37" presStyleLbl="parChTrans1D3" presStyleIdx="1" presStyleCnt="10"/>
      <dgm:spPr/>
    </dgm:pt>
    <dgm:pt modelId="{A137AE3B-271C-406B-9EB3-1565FD37C7E2}" type="pres">
      <dgm:prSet presAssocID="{61EA6D32-E88D-4AE8-8270-57BB80DC07D6}" presName="hierRoot2" presStyleCnt="0">
        <dgm:presLayoutVars>
          <dgm:hierBranch val="init"/>
        </dgm:presLayoutVars>
      </dgm:prSet>
      <dgm:spPr/>
    </dgm:pt>
    <dgm:pt modelId="{F1E5C8C7-AE5D-42B8-AC27-CC14E328D5B6}" type="pres">
      <dgm:prSet presAssocID="{61EA6D32-E88D-4AE8-8270-57BB80DC07D6}" presName="rootComposite" presStyleCnt="0"/>
      <dgm:spPr/>
    </dgm:pt>
    <dgm:pt modelId="{45AF5C4C-6DED-40B4-B9CA-F7BFC3783D1E}" type="pres">
      <dgm:prSet presAssocID="{61EA6D32-E88D-4AE8-8270-57BB80DC07D6}" presName="rootText" presStyleLbl="node3" presStyleIdx="1" presStyleCnt="10">
        <dgm:presLayoutVars>
          <dgm:chPref val="3"/>
        </dgm:presLayoutVars>
      </dgm:prSet>
      <dgm:spPr/>
    </dgm:pt>
    <dgm:pt modelId="{820B5A2C-266B-4368-864B-03203742A504}" type="pres">
      <dgm:prSet presAssocID="{61EA6D32-E88D-4AE8-8270-57BB80DC07D6}" presName="rootConnector" presStyleLbl="node3" presStyleIdx="1" presStyleCnt="10"/>
      <dgm:spPr/>
    </dgm:pt>
    <dgm:pt modelId="{0D7CFCBD-FDE7-4612-B32E-E981550E53FB}" type="pres">
      <dgm:prSet presAssocID="{61EA6D32-E88D-4AE8-8270-57BB80DC07D6}" presName="hierChild4" presStyleCnt="0"/>
      <dgm:spPr/>
    </dgm:pt>
    <dgm:pt modelId="{6A642E79-DF29-43C8-8531-38E2A3E5913D}" type="pres">
      <dgm:prSet presAssocID="{61EA6D32-E88D-4AE8-8270-57BB80DC07D6}" presName="hierChild5" presStyleCnt="0"/>
      <dgm:spPr/>
    </dgm:pt>
    <dgm:pt modelId="{071F18BD-41ED-4E60-AE74-D9DDCD580DDC}" type="pres">
      <dgm:prSet presAssocID="{50A0FBD7-33C9-4853-84AA-3D44C46EE563}" presName="Name37" presStyleLbl="parChTrans1D3" presStyleIdx="2" presStyleCnt="10"/>
      <dgm:spPr/>
    </dgm:pt>
    <dgm:pt modelId="{2E0D7647-C5BD-4FE9-9367-69722546E970}" type="pres">
      <dgm:prSet presAssocID="{BA7285D7-F0DA-4439-B262-77F9698D8554}" presName="hierRoot2" presStyleCnt="0">
        <dgm:presLayoutVars>
          <dgm:hierBranch val="init"/>
        </dgm:presLayoutVars>
      </dgm:prSet>
      <dgm:spPr/>
    </dgm:pt>
    <dgm:pt modelId="{A423DC72-D798-4BFF-A132-9FC0E001F572}" type="pres">
      <dgm:prSet presAssocID="{BA7285D7-F0DA-4439-B262-77F9698D8554}" presName="rootComposite" presStyleCnt="0"/>
      <dgm:spPr/>
    </dgm:pt>
    <dgm:pt modelId="{33157804-2C22-45DE-A9E2-999971514DA4}" type="pres">
      <dgm:prSet presAssocID="{BA7285D7-F0DA-4439-B262-77F9698D8554}" presName="rootText" presStyleLbl="node3" presStyleIdx="2" presStyleCnt="10">
        <dgm:presLayoutVars>
          <dgm:chPref val="3"/>
        </dgm:presLayoutVars>
      </dgm:prSet>
      <dgm:spPr/>
    </dgm:pt>
    <dgm:pt modelId="{C10A72A1-4B81-4C0E-BE63-7FFB730EA359}" type="pres">
      <dgm:prSet presAssocID="{BA7285D7-F0DA-4439-B262-77F9698D8554}" presName="rootConnector" presStyleLbl="node3" presStyleIdx="2" presStyleCnt="10"/>
      <dgm:spPr/>
    </dgm:pt>
    <dgm:pt modelId="{CF9E7C26-0085-4693-86A4-C5C2DD8863DE}" type="pres">
      <dgm:prSet presAssocID="{BA7285D7-F0DA-4439-B262-77F9698D8554}" presName="hierChild4" presStyleCnt="0"/>
      <dgm:spPr/>
    </dgm:pt>
    <dgm:pt modelId="{4E39241A-30EA-4BD9-B893-99C3E5795426}" type="pres">
      <dgm:prSet presAssocID="{BA7285D7-F0DA-4439-B262-77F9698D8554}" presName="hierChild5" presStyleCnt="0"/>
      <dgm:spPr/>
    </dgm:pt>
    <dgm:pt modelId="{98D9EF24-060A-43A4-9332-7B68E940686C}" type="pres">
      <dgm:prSet presAssocID="{210E65CD-B174-480B-862F-72A2A4E1E9C9}" presName="Name37" presStyleLbl="parChTrans1D3" presStyleIdx="3" presStyleCnt="10"/>
      <dgm:spPr/>
    </dgm:pt>
    <dgm:pt modelId="{08EA169A-EB7D-4515-8B99-BD88B8FE221F}" type="pres">
      <dgm:prSet presAssocID="{43D7B135-7508-4BC3-B862-57D424FFDB6D}" presName="hierRoot2" presStyleCnt="0">
        <dgm:presLayoutVars>
          <dgm:hierBranch val="init"/>
        </dgm:presLayoutVars>
      </dgm:prSet>
      <dgm:spPr/>
    </dgm:pt>
    <dgm:pt modelId="{5A0402EB-2765-405A-99B9-5A0035E823E7}" type="pres">
      <dgm:prSet presAssocID="{43D7B135-7508-4BC3-B862-57D424FFDB6D}" presName="rootComposite" presStyleCnt="0"/>
      <dgm:spPr/>
    </dgm:pt>
    <dgm:pt modelId="{28E952B1-B363-4FB7-86E8-836AFBA9CE93}" type="pres">
      <dgm:prSet presAssocID="{43D7B135-7508-4BC3-B862-57D424FFDB6D}" presName="rootText" presStyleLbl="node3" presStyleIdx="3" presStyleCnt="10">
        <dgm:presLayoutVars>
          <dgm:chPref val="3"/>
        </dgm:presLayoutVars>
      </dgm:prSet>
      <dgm:spPr/>
    </dgm:pt>
    <dgm:pt modelId="{6B40B062-C804-458C-84B7-5FFDFFF11D13}" type="pres">
      <dgm:prSet presAssocID="{43D7B135-7508-4BC3-B862-57D424FFDB6D}" presName="rootConnector" presStyleLbl="node3" presStyleIdx="3" presStyleCnt="10"/>
      <dgm:spPr/>
    </dgm:pt>
    <dgm:pt modelId="{B6DBE535-D7DC-4F18-8447-A7C3DDD7F16E}" type="pres">
      <dgm:prSet presAssocID="{43D7B135-7508-4BC3-B862-57D424FFDB6D}" presName="hierChild4" presStyleCnt="0"/>
      <dgm:spPr/>
    </dgm:pt>
    <dgm:pt modelId="{975F6461-E76E-4F84-9660-8478968450C9}" type="pres">
      <dgm:prSet presAssocID="{43D7B135-7508-4BC3-B862-57D424FFDB6D}" presName="hierChild5" presStyleCnt="0"/>
      <dgm:spPr/>
    </dgm:pt>
    <dgm:pt modelId="{4463AF71-7802-4348-B81A-4EF41AB66401}" type="pres">
      <dgm:prSet presAssocID="{AB9FB7D5-A31B-474F-B190-7EC42FF8B5C6}" presName="Name37" presStyleLbl="parChTrans1D3" presStyleIdx="4" presStyleCnt="10"/>
      <dgm:spPr/>
    </dgm:pt>
    <dgm:pt modelId="{62301AAF-183C-4744-9814-BE305307AB88}" type="pres">
      <dgm:prSet presAssocID="{BBB3EE7F-3178-4B63-8AA5-C1EC0AB71B06}" presName="hierRoot2" presStyleCnt="0">
        <dgm:presLayoutVars>
          <dgm:hierBranch val="init"/>
        </dgm:presLayoutVars>
      </dgm:prSet>
      <dgm:spPr/>
    </dgm:pt>
    <dgm:pt modelId="{C5255069-E2B9-4C40-A5CB-D061936CF284}" type="pres">
      <dgm:prSet presAssocID="{BBB3EE7F-3178-4B63-8AA5-C1EC0AB71B06}" presName="rootComposite" presStyleCnt="0"/>
      <dgm:spPr/>
    </dgm:pt>
    <dgm:pt modelId="{FC3CB75B-4F69-4F96-80A3-A685713AE1AD}" type="pres">
      <dgm:prSet presAssocID="{BBB3EE7F-3178-4B63-8AA5-C1EC0AB71B06}" presName="rootText" presStyleLbl="node3" presStyleIdx="4" presStyleCnt="10">
        <dgm:presLayoutVars>
          <dgm:chPref val="3"/>
        </dgm:presLayoutVars>
      </dgm:prSet>
      <dgm:spPr/>
    </dgm:pt>
    <dgm:pt modelId="{1E25930D-6381-4D94-9505-D4752C301211}" type="pres">
      <dgm:prSet presAssocID="{BBB3EE7F-3178-4B63-8AA5-C1EC0AB71B06}" presName="rootConnector" presStyleLbl="node3" presStyleIdx="4" presStyleCnt="10"/>
      <dgm:spPr/>
    </dgm:pt>
    <dgm:pt modelId="{99DBB400-1599-4D7E-BF62-AD5B5A649F84}" type="pres">
      <dgm:prSet presAssocID="{BBB3EE7F-3178-4B63-8AA5-C1EC0AB71B06}" presName="hierChild4" presStyleCnt="0"/>
      <dgm:spPr/>
    </dgm:pt>
    <dgm:pt modelId="{CD44C7BE-54D9-49DC-8AB2-7143322C2A89}" type="pres">
      <dgm:prSet presAssocID="{BBB3EE7F-3178-4B63-8AA5-C1EC0AB71B06}" presName="hierChild5" presStyleCnt="0"/>
      <dgm:spPr/>
    </dgm:pt>
    <dgm:pt modelId="{99502B7E-99D0-4B96-9EAC-9EEDEC0B8EB5}" type="pres">
      <dgm:prSet presAssocID="{11FB745A-A1C9-49DE-84CF-EE2DCD630811}" presName="hierChild5" presStyleCnt="0"/>
      <dgm:spPr/>
    </dgm:pt>
    <dgm:pt modelId="{CAC1EAD6-584C-4B32-9184-7D0F38733AF5}" type="pres">
      <dgm:prSet presAssocID="{7BB8EEA8-1F98-4EE6-BC2F-975852667F27}" presName="Name37" presStyleLbl="parChTrans1D2" presStyleIdx="1" presStyleCnt="2"/>
      <dgm:spPr/>
    </dgm:pt>
    <dgm:pt modelId="{892BAD78-F6DE-4E36-A1F4-33BF8366D99D}" type="pres">
      <dgm:prSet presAssocID="{208676F1-ED07-41B1-AC9A-058E666D3214}" presName="hierRoot2" presStyleCnt="0">
        <dgm:presLayoutVars>
          <dgm:hierBranch val="init"/>
        </dgm:presLayoutVars>
      </dgm:prSet>
      <dgm:spPr/>
    </dgm:pt>
    <dgm:pt modelId="{0EE6A996-013F-4A2A-9E57-70640A6BD446}" type="pres">
      <dgm:prSet presAssocID="{208676F1-ED07-41B1-AC9A-058E666D3214}" presName="rootComposite" presStyleCnt="0"/>
      <dgm:spPr/>
    </dgm:pt>
    <dgm:pt modelId="{EA82C448-533C-4067-B858-219E20459170}" type="pres">
      <dgm:prSet presAssocID="{208676F1-ED07-41B1-AC9A-058E666D3214}" presName="rootText" presStyleLbl="node2" presStyleIdx="1" presStyleCnt="2" custScaleX="265707">
        <dgm:presLayoutVars>
          <dgm:chPref val="3"/>
        </dgm:presLayoutVars>
      </dgm:prSet>
      <dgm:spPr/>
    </dgm:pt>
    <dgm:pt modelId="{FD3A9B3E-22E8-4EF6-88A9-E8CD17A8D2CC}" type="pres">
      <dgm:prSet presAssocID="{208676F1-ED07-41B1-AC9A-058E666D3214}" presName="rootConnector" presStyleLbl="node2" presStyleIdx="1" presStyleCnt="2"/>
      <dgm:spPr/>
    </dgm:pt>
    <dgm:pt modelId="{B1A1278B-7901-45B7-A271-7245E33A9E79}" type="pres">
      <dgm:prSet presAssocID="{208676F1-ED07-41B1-AC9A-058E666D3214}" presName="hierChild4" presStyleCnt="0"/>
      <dgm:spPr/>
    </dgm:pt>
    <dgm:pt modelId="{CD350EE3-1797-451A-816F-3CF428C80D11}" type="pres">
      <dgm:prSet presAssocID="{788F2FAC-B0B9-43CC-86D1-33B60F67BBFA}" presName="Name37" presStyleLbl="parChTrans1D3" presStyleIdx="5" presStyleCnt="10"/>
      <dgm:spPr/>
    </dgm:pt>
    <dgm:pt modelId="{8C014211-1170-4375-B646-1B6E61A0F639}" type="pres">
      <dgm:prSet presAssocID="{2B16CB8F-CC34-49B8-8E1D-4CFACC9D4DB7}" presName="hierRoot2" presStyleCnt="0">
        <dgm:presLayoutVars>
          <dgm:hierBranch val="init"/>
        </dgm:presLayoutVars>
      </dgm:prSet>
      <dgm:spPr/>
    </dgm:pt>
    <dgm:pt modelId="{DF41FA69-3B10-494A-8B03-ACA20F618AC3}" type="pres">
      <dgm:prSet presAssocID="{2B16CB8F-CC34-49B8-8E1D-4CFACC9D4DB7}" presName="rootComposite" presStyleCnt="0"/>
      <dgm:spPr/>
    </dgm:pt>
    <dgm:pt modelId="{AE85A467-E918-427F-8CE0-C9D8E8FBA0A2}" type="pres">
      <dgm:prSet presAssocID="{2B16CB8F-CC34-49B8-8E1D-4CFACC9D4DB7}" presName="rootText" presStyleLbl="node3" presStyleIdx="5" presStyleCnt="10">
        <dgm:presLayoutVars>
          <dgm:chPref val="3"/>
        </dgm:presLayoutVars>
      </dgm:prSet>
      <dgm:spPr/>
    </dgm:pt>
    <dgm:pt modelId="{A79D45BC-40C7-43E4-9B76-5A6919748B46}" type="pres">
      <dgm:prSet presAssocID="{2B16CB8F-CC34-49B8-8E1D-4CFACC9D4DB7}" presName="rootConnector" presStyleLbl="node3" presStyleIdx="5" presStyleCnt="10"/>
      <dgm:spPr/>
    </dgm:pt>
    <dgm:pt modelId="{D5C3EAB8-DBB8-4994-943D-4304CDA9FC67}" type="pres">
      <dgm:prSet presAssocID="{2B16CB8F-CC34-49B8-8E1D-4CFACC9D4DB7}" presName="hierChild4" presStyleCnt="0"/>
      <dgm:spPr/>
    </dgm:pt>
    <dgm:pt modelId="{31A2291D-EE64-4C53-B06C-A026E4697CB3}" type="pres">
      <dgm:prSet presAssocID="{2B16CB8F-CC34-49B8-8E1D-4CFACC9D4DB7}" presName="hierChild5" presStyleCnt="0"/>
      <dgm:spPr/>
    </dgm:pt>
    <dgm:pt modelId="{B37BBD88-055F-43E1-A533-7D1994B0EB8A}" type="pres">
      <dgm:prSet presAssocID="{FC9E6A4F-8FA7-4BA1-A29B-E4436C956CFF}" presName="Name37" presStyleLbl="parChTrans1D3" presStyleIdx="6" presStyleCnt="10"/>
      <dgm:spPr/>
    </dgm:pt>
    <dgm:pt modelId="{C9780E4D-387F-4D3B-82E9-AA034AE885F3}" type="pres">
      <dgm:prSet presAssocID="{D7BB6299-6183-49E5-81E7-4CDA3D73AE81}" presName="hierRoot2" presStyleCnt="0">
        <dgm:presLayoutVars>
          <dgm:hierBranch val="init"/>
        </dgm:presLayoutVars>
      </dgm:prSet>
      <dgm:spPr/>
    </dgm:pt>
    <dgm:pt modelId="{EF146D8E-F0B0-4A10-962B-AD1A8307986A}" type="pres">
      <dgm:prSet presAssocID="{D7BB6299-6183-49E5-81E7-4CDA3D73AE81}" presName="rootComposite" presStyleCnt="0"/>
      <dgm:spPr/>
    </dgm:pt>
    <dgm:pt modelId="{92B9327F-4AEF-429D-8158-88990764AB61}" type="pres">
      <dgm:prSet presAssocID="{D7BB6299-6183-49E5-81E7-4CDA3D73AE81}" presName="rootText" presStyleLbl="node3" presStyleIdx="6" presStyleCnt="10">
        <dgm:presLayoutVars>
          <dgm:chPref val="3"/>
        </dgm:presLayoutVars>
      </dgm:prSet>
      <dgm:spPr/>
    </dgm:pt>
    <dgm:pt modelId="{39D3D49B-F660-4549-A7C9-0D636EF63CF1}" type="pres">
      <dgm:prSet presAssocID="{D7BB6299-6183-49E5-81E7-4CDA3D73AE81}" presName="rootConnector" presStyleLbl="node3" presStyleIdx="6" presStyleCnt="10"/>
      <dgm:spPr/>
    </dgm:pt>
    <dgm:pt modelId="{7EB11B87-47D2-42D5-A62D-D783E75B0DED}" type="pres">
      <dgm:prSet presAssocID="{D7BB6299-6183-49E5-81E7-4CDA3D73AE81}" presName="hierChild4" presStyleCnt="0"/>
      <dgm:spPr/>
    </dgm:pt>
    <dgm:pt modelId="{8D5A3DE9-10E0-45A8-98E4-C1646CB3FBF1}" type="pres">
      <dgm:prSet presAssocID="{D7BB6299-6183-49E5-81E7-4CDA3D73AE81}" presName="hierChild5" presStyleCnt="0"/>
      <dgm:spPr/>
    </dgm:pt>
    <dgm:pt modelId="{265853A2-CC4C-4158-9F6C-6217BABBE4A0}" type="pres">
      <dgm:prSet presAssocID="{880E9434-EC5D-491E-91A2-0C6B036DEC96}" presName="Name37" presStyleLbl="parChTrans1D3" presStyleIdx="7" presStyleCnt="10"/>
      <dgm:spPr/>
    </dgm:pt>
    <dgm:pt modelId="{16B994F1-7236-40D8-86C4-B043DCDC9F93}" type="pres">
      <dgm:prSet presAssocID="{B695E296-5500-4E3A-9670-F5A61BE5A1C4}" presName="hierRoot2" presStyleCnt="0">
        <dgm:presLayoutVars>
          <dgm:hierBranch val="init"/>
        </dgm:presLayoutVars>
      </dgm:prSet>
      <dgm:spPr/>
    </dgm:pt>
    <dgm:pt modelId="{1F648792-D2A6-4752-A53E-FFF62636A895}" type="pres">
      <dgm:prSet presAssocID="{B695E296-5500-4E3A-9670-F5A61BE5A1C4}" presName="rootComposite" presStyleCnt="0"/>
      <dgm:spPr/>
    </dgm:pt>
    <dgm:pt modelId="{20112344-39AD-40AC-9E3B-CE6ABBC82525}" type="pres">
      <dgm:prSet presAssocID="{B695E296-5500-4E3A-9670-F5A61BE5A1C4}" presName="rootText" presStyleLbl="node3" presStyleIdx="7" presStyleCnt="10">
        <dgm:presLayoutVars>
          <dgm:chPref val="3"/>
        </dgm:presLayoutVars>
      </dgm:prSet>
      <dgm:spPr/>
    </dgm:pt>
    <dgm:pt modelId="{BED4359D-66C4-41EA-8220-A9E66C8A7A59}" type="pres">
      <dgm:prSet presAssocID="{B695E296-5500-4E3A-9670-F5A61BE5A1C4}" presName="rootConnector" presStyleLbl="node3" presStyleIdx="7" presStyleCnt="10"/>
      <dgm:spPr/>
    </dgm:pt>
    <dgm:pt modelId="{473D00E7-7850-4ED0-A4FB-AA847668EE40}" type="pres">
      <dgm:prSet presAssocID="{B695E296-5500-4E3A-9670-F5A61BE5A1C4}" presName="hierChild4" presStyleCnt="0"/>
      <dgm:spPr/>
    </dgm:pt>
    <dgm:pt modelId="{546D5892-4CA3-4701-835B-FED9C8AEAD3B}" type="pres">
      <dgm:prSet presAssocID="{B695E296-5500-4E3A-9670-F5A61BE5A1C4}" presName="hierChild5" presStyleCnt="0"/>
      <dgm:spPr/>
    </dgm:pt>
    <dgm:pt modelId="{5A26937A-77C8-4CF5-B55A-D1306A7A9C12}" type="pres">
      <dgm:prSet presAssocID="{7FE4BE8F-3113-46A3-A4D5-F17BCB669668}" presName="Name37" presStyleLbl="parChTrans1D3" presStyleIdx="8" presStyleCnt="10"/>
      <dgm:spPr/>
    </dgm:pt>
    <dgm:pt modelId="{79EACB08-ACB6-48FB-8672-8E8D4F163F44}" type="pres">
      <dgm:prSet presAssocID="{3BCA27D4-48B4-49AE-8046-D3245518BB59}" presName="hierRoot2" presStyleCnt="0">
        <dgm:presLayoutVars>
          <dgm:hierBranch val="init"/>
        </dgm:presLayoutVars>
      </dgm:prSet>
      <dgm:spPr/>
    </dgm:pt>
    <dgm:pt modelId="{81496EB9-38E3-436F-91B0-86663A1478D0}" type="pres">
      <dgm:prSet presAssocID="{3BCA27D4-48B4-49AE-8046-D3245518BB59}" presName="rootComposite" presStyleCnt="0"/>
      <dgm:spPr/>
    </dgm:pt>
    <dgm:pt modelId="{BEB9FEB9-3324-4141-84B6-24852CC09862}" type="pres">
      <dgm:prSet presAssocID="{3BCA27D4-48B4-49AE-8046-D3245518BB59}" presName="rootText" presStyleLbl="node3" presStyleIdx="8" presStyleCnt="10">
        <dgm:presLayoutVars>
          <dgm:chPref val="3"/>
        </dgm:presLayoutVars>
      </dgm:prSet>
      <dgm:spPr/>
    </dgm:pt>
    <dgm:pt modelId="{FBB45461-F0B4-4EBB-95EC-2A4863F3CCEB}" type="pres">
      <dgm:prSet presAssocID="{3BCA27D4-48B4-49AE-8046-D3245518BB59}" presName="rootConnector" presStyleLbl="node3" presStyleIdx="8" presStyleCnt="10"/>
      <dgm:spPr/>
    </dgm:pt>
    <dgm:pt modelId="{AF166FD1-FBAA-4FA3-AC35-8E819F9B1FCD}" type="pres">
      <dgm:prSet presAssocID="{3BCA27D4-48B4-49AE-8046-D3245518BB59}" presName="hierChild4" presStyleCnt="0"/>
      <dgm:spPr/>
    </dgm:pt>
    <dgm:pt modelId="{C00FA632-1687-4713-B540-895B2628E599}" type="pres">
      <dgm:prSet presAssocID="{3BCA27D4-48B4-49AE-8046-D3245518BB59}" presName="hierChild5" presStyleCnt="0"/>
      <dgm:spPr/>
    </dgm:pt>
    <dgm:pt modelId="{0078FD6F-3D4E-4442-9152-A56F30AFBFAD}" type="pres">
      <dgm:prSet presAssocID="{5E04D6C9-C8C4-402B-A3A8-3CD809E753B3}" presName="Name37" presStyleLbl="parChTrans1D3" presStyleIdx="9" presStyleCnt="10"/>
      <dgm:spPr/>
    </dgm:pt>
    <dgm:pt modelId="{7BF73222-76F0-40BF-AA32-EF64323FAB90}" type="pres">
      <dgm:prSet presAssocID="{DFC6900E-8250-4177-9F99-FF9A2170A0BD}" presName="hierRoot2" presStyleCnt="0">
        <dgm:presLayoutVars>
          <dgm:hierBranch val="init"/>
        </dgm:presLayoutVars>
      </dgm:prSet>
      <dgm:spPr/>
    </dgm:pt>
    <dgm:pt modelId="{0CFAC977-143D-4010-B075-DF53ED1E856E}" type="pres">
      <dgm:prSet presAssocID="{DFC6900E-8250-4177-9F99-FF9A2170A0BD}" presName="rootComposite" presStyleCnt="0"/>
      <dgm:spPr/>
    </dgm:pt>
    <dgm:pt modelId="{2FCA2B8B-4CC0-4053-8DD4-C7EA0661F0A6}" type="pres">
      <dgm:prSet presAssocID="{DFC6900E-8250-4177-9F99-FF9A2170A0BD}" presName="rootText" presStyleLbl="node3" presStyleIdx="9" presStyleCnt="10">
        <dgm:presLayoutVars>
          <dgm:chPref val="3"/>
        </dgm:presLayoutVars>
      </dgm:prSet>
      <dgm:spPr/>
    </dgm:pt>
    <dgm:pt modelId="{023FD18B-AA0E-41D8-806E-72A0D779C17A}" type="pres">
      <dgm:prSet presAssocID="{DFC6900E-8250-4177-9F99-FF9A2170A0BD}" presName="rootConnector" presStyleLbl="node3" presStyleIdx="9" presStyleCnt="10"/>
      <dgm:spPr/>
    </dgm:pt>
    <dgm:pt modelId="{111815CF-8A71-4E05-8A6F-35B6CB72BA1D}" type="pres">
      <dgm:prSet presAssocID="{DFC6900E-8250-4177-9F99-FF9A2170A0BD}" presName="hierChild4" presStyleCnt="0"/>
      <dgm:spPr/>
    </dgm:pt>
    <dgm:pt modelId="{6BD3577D-E3C8-4D06-A81A-108B58C8FE2A}" type="pres">
      <dgm:prSet presAssocID="{DFC6900E-8250-4177-9F99-FF9A2170A0BD}" presName="hierChild5" presStyleCnt="0"/>
      <dgm:spPr/>
    </dgm:pt>
    <dgm:pt modelId="{4303BD59-2FB4-474D-BC96-C8F50B490484}" type="pres">
      <dgm:prSet presAssocID="{208676F1-ED07-41B1-AC9A-058E666D3214}" presName="hierChild5" presStyleCnt="0"/>
      <dgm:spPr/>
    </dgm:pt>
    <dgm:pt modelId="{1B334A6F-6C60-47C7-B319-E50B6E075297}" type="pres">
      <dgm:prSet presAssocID="{8E316A41-EA64-4B3E-9210-90AC30397503}" presName="hierChild3" presStyleCnt="0"/>
      <dgm:spPr/>
    </dgm:pt>
  </dgm:ptLst>
  <dgm:cxnLst>
    <dgm:cxn modelId="{836E3500-498A-4393-8155-95FC0A0EDDA4}" type="presOf" srcId="{0582D2CA-641C-48E5-B318-E97A062FE86A}" destId="{E38827CD-2395-459B-B4CB-24DBD6B63F87}" srcOrd="1" destOrd="0" presId="urn:microsoft.com/office/officeart/2005/8/layout/orgChart1"/>
    <dgm:cxn modelId="{D3310C09-558D-404D-BD50-F0E19B485FA6}" srcId="{11FB745A-A1C9-49DE-84CF-EE2DCD630811}" destId="{61EA6D32-E88D-4AE8-8270-57BB80DC07D6}" srcOrd="1" destOrd="0" parTransId="{DDB5C855-595A-456B-92A0-1160DF5C3D01}" sibTransId="{00539F17-CE15-423D-8D09-9CD6E42B82B6}"/>
    <dgm:cxn modelId="{0D24DF11-0972-4B35-A0F7-B52E57CB4425}" srcId="{208676F1-ED07-41B1-AC9A-058E666D3214}" destId="{B695E296-5500-4E3A-9670-F5A61BE5A1C4}" srcOrd="2" destOrd="0" parTransId="{880E9434-EC5D-491E-91A2-0C6B036DEC96}" sibTransId="{82656D72-D0A3-41B5-9C4D-E9098DAC3C57}"/>
    <dgm:cxn modelId="{9B02CB19-7249-4018-8875-5625C7B179EE}" type="presOf" srcId="{BBB3EE7F-3178-4B63-8AA5-C1EC0AB71B06}" destId="{FC3CB75B-4F69-4F96-80A3-A685713AE1AD}" srcOrd="0" destOrd="0" presId="urn:microsoft.com/office/officeart/2005/8/layout/orgChart1"/>
    <dgm:cxn modelId="{E8CA261A-B4D3-41F7-BA0B-FAC55A3D657B}" type="presOf" srcId="{FC9E6A4F-8FA7-4BA1-A29B-E4436C956CFF}" destId="{B37BBD88-055F-43E1-A533-7D1994B0EB8A}" srcOrd="0" destOrd="0" presId="urn:microsoft.com/office/officeart/2005/8/layout/orgChart1"/>
    <dgm:cxn modelId="{22FE7D24-ADB9-4FCC-9EF3-0E5CCB4A7361}" srcId="{208676F1-ED07-41B1-AC9A-058E666D3214}" destId="{3BCA27D4-48B4-49AE-8046-D3245518BB59}" srcOrd="3" destOrd="0" parTransId="{7FE4BE8F-3113-46A3-A4D5-F17BCB669668}" sibTransId="{0500B7E1-F82E-4310-A8CD-0ED2A71BC43A}"/>
    <dgm:cxn modelId="{E4B7E62E-B26A-45A0-AD7E-B50C76353EE4}" srcId="{8E316A41-EA64-4B3E-9210-90AC30397503}" destId="{11FB745A-A1C9-49DE-84CF-EE2DCD630811}" srcOrd="0" destOrd="0" parTransId="{1ECBEA8B-33AE-4305-907A-ADE1E894391A}" sibTransId="{B4BD93F7-4A7B-4079-9C28-21205CDBEE36}"/>
    <dgm:cxn modelId="{9B976630-9970-4A92-BF1A-A75BAF99B611}" type="presOf" srcId="{BBB3EE7F-3178-4B63-8AA5-C1EC0AB71B06}" destId="{1E25930D-6381-4D94-9505-D4752C301211}" srcOrd="1" destOrd="0" presId="urn:microsoft.com/office/officeart/2005/8/layout/orgChart1"/>
    <dgm:cxn modelId="{3F5F5D3F-6092-4BCA-A390-72802F123DA3}" type="presOf" srcId="{BA7285D7-F0DA-4439-B262-77F9698D8554}" destId="{C10A72A1-4B81-4C0E-BE63-7FFB730EA359}" srcOrd="1" destOrd="0" presId="urn:microsoft.com/office/officeart/2005/8/layout/orgChart1"/>
    <dgm:cxn modelId="{C56A7C5D-2028-4A94-B8EB-491F95CE6D48}" type="presOf" srcId="{7BB8EEA8-1F98-4EE6-BC2F-975852667F27}" destId="{CAC1EAD6-584C-4B32-9184-7D0F38733AF5}" srcOrd="0" destOrd="0" presId="urn:microsoft.com/office/officeart/2005/8/layout/orgChart1"/>
    <dgm:cxn modelId="{CF7FB841-15CB-4338-AA8E-00495C51DE08}" srcId="{208676F1-ED07-41B1-AC9A-058E666D3214}" destId="{DFC6900E-8250-4177-9F99-FF9A2170A0BD}" srcOrd="4" destOrd="0" parTransId="{5E04D6C9-C8C4-402B-A3A8-3CD809E753B3}" sibTransId="{2A341B54-3251-4B94-8FEF-C05C60FBE48E}"/>
    <dgm:cxn modelId="{348FAC69-BFF1-4725-88DE-1D3E4439BA8B}" type="presOf" srcId="{210E65CD-B174-480B-862F-72A2A4E1E9C9}" destId="{98D9EF24-060A-43A4-9332-7B68E940686C}" srcOrd="0" destOrd="0" presId="urn:microsoft.com/office/officeart/2005/8/layout/orgChart1"/>
    <dgm:cxn modelId="{C109394C-CF0E-46EE-AABA-F088A671C0A0}" type="presOf" srcId="{7FE4BE8F-3113-46A3-A4D5-F17BCB669668}" destId="{5A26937A-77C8-4CF5-B55A-D1306A7A9C12}" srcOrd="0" destOrd="0" presId="urn:microsoft.com/office/officeart/2005/8/layout/orgChart1"/>
    <dgm:cxn modelId="{A06ECC6C-4DC3-4F5A-BBE4-4DD0F7112397}" type="presOf" srcId="{43D7B135-7508-4BC3-B862-57D424FFDB6D}" destId="{28E952B1-B363-4FB7-86E8-836AFBA9CE93}" srcOrd="0" destOrd="0" presId="urn:microsoft.com/office/officeart/2005/8/layout/orgChart1"/>
    <dgm:cxn modelId="{190F9F6E-1755-4B07-9F52-E83B851B29FA}" type="presOf" srcId="{D7BB6299-6183-49E5-81E7-4CDA3D73AE81}" destId="{92B9327F-4AEF-429D-8158-88990764AB61}" srcOrd="0" destOrd="0" presId="urn:microsoft.com/office/officeart/2005/8/layout/orgChart1"/>
    <dgm:cxn modelId="{AD630A4F-6F2B-4AF7-B717-ECFF5E5BD435}" srcId="{11FB745A-A1C9-49DE-84CF-EE2DCD630811}" destId="{BA7285D7-F0DA-4439-B262-77F9698D8554}" srcOrd="2" destOrd="0" parTransId="{50A0FBD7-33C9-4853-84AA-3D44C46EE563}" sibTransId="{47FDB6CC-6260-43E5-8765-B7603B63F93D}"/>
    <dgm:cxn modelId="{0990C572-BD04-442B-9D80-2B7933386AD5}" type="presOf" srcId="{50A0FBD7-33C9-4853-84AA-3D44C46EE563}" destId="{071F18BD-41ED-4E60-AE74-D9DDCD580DDC}" srcOrd="0" destOrd="0" presId="urn:microsoft.com/office/officeart/2005/8/layout/orgChart1"/>
    <dgm:cxn modelId="{BCB8F776-6A9A-4317-ACF3-2ADDF7BA5C74}" type="presOf" srcId="{8E316A41-EA64-4B3E-9210-90AC30397503}" destId="{A0CDC75A-0D0B-42F5-ABAD-1DC65BABD0EE}" srcOrd="0" destOrd="0" presId="urn:microsoft.com/office/officeart/2005/8/layout/orgChart1"/>
    <dgm:cxn modelId="{66258878-F456-45ED-BDB2-1E7863F0C13E}" type="presOf" srcId="{880E9434-EC5D-491E-91A2-0C6B036DEC96}" destId="{265853A2-CC4C-4158-9F6C-6217BABBE4A0}" srcOrd="0" destOrd="0" presId="urn:microsoft.com/office/officeart/2005/8/layout/orgChart1"/>
    <dgm:cxn modelId="{5846F480-18F6-4660-944D-62183743FB77}" type="presOf" srcId="{D7BB6299-6183-49E5-81E7-4CDA3D73AE81}" destId="{39D3D49B-F660-4549-A7C9-0D636EF63CF1}" srcOrd="1" destOrd="0" presId="urn:microsoft.com/office/officeart/2005/8/layout/orgChart1"/>
    <dgm:cxn modelId="{F7FB1182-48BB-4E27-AADA-5955C558DB5A}" type="presOf" srcId="{1ECBEA8B-33AE-4305-907A-ADE1E894391A}" destId="{F359E6A5-EC82-46AB-997B-BB0C483ADF5C}" srcOrd="0" destOrd="0" presId="urn:microsoft.com/office/officeart/2005/8/layout/orgChart1"/>
    <dgm:cxn modelId="{344D4782-48CC-4E58-9761-88E2B524DC13}" type="presOf" srcId="{BA7285D7-F0DA-4439-B262-77F9698D8554}" destId="{33157804-2C22-45DE-A9E2-999971514DA4}" srcOrd="0" destOrd="0" presId="urn:microsoft.com/office/officeart/2005/8/layout/orgChart1"/>
    <dgm:cxn modelId="{5187A483-348D-4B91-970E-4CFD32852B31}" srcId="{208676F1-ED07-41B1-AC9A-058E666D3214}" destId="{2B16CB8F-CC34-49B8-8E1D-4CFACC9D4DB7}" srcOrd="0" destOrd="0" parTransId="{788F2FAC-B0B9-43CC-86D1-33B60F67BBFA}" sibTransId="{A69218FB-36AE-4B13-83CA-185013678063}"/>
    <dgm:cxn modelId="{ADFC5284-27F4-4AAA-99B2-0C503CAD98AC}" type="presOf" srcId="{30BB04D8-902B-463B-95D0-55205F89188D}" destId="{B57768CF-8494-4923-9844-9A5A5F305265}" srcOrd="0" destOrd="0" presId="urn:microsoft.com/office/officeart/2005/8/layout/orgChart1"/>
    <dgm:cxn modelId="{182CF385-C84C-4696-A585-29BC1000599F}" type="presOf" srcId="{2B16CB8F-CC34-49B8-8E1D-4CFACC9D4DB7}" destId="{A79D45BC-40C7-43E4-9B76-5A6919748B46}" srcOrd="1" destOrd="0" presId="urn:microsoft.com/office/officeart/2005/8/layout/orgChart1"/>
    <dgm:cxn modelId="{E7F4318D-C8FF-43CF-9C8B-ED7E64C70D44}" srcId="{11FB745A-A1C9-49DE-84CF-EE2DCD630811}" destId="{0582D2CA-641C-48E5-B318-E97A062FE86A}" srcOrd="0" destOrd="0" parTransId="{30BB04D8-902B-463B-95D0-55205F89188D}" sibTransId="{7A4BB602-94B7-4BFD-B9D5-FD5B7815D682}"/>
    <dgm:cxn modelId="{16226F91-BE57-420B-94D3-CB2E517008B5}" srcId="{50A55796-AE30-4E4E-9287-FC9CFC77E415}" destId="{8E316A41-EA64-4B3E-9210-90AC30397503}" srcOrd="0" destOrd="0" parTransId="{FD12F3CB-1BE4-4865-8220-5262B247CC2D}" sibTransId="{BCB494CE-4D1E-48C0-ACC3-22B68E0E50A8}"/>
    <dgm:cxn modelId="{27A26F95-BA8B-4F4B-BAAC-2F5A723424BC}" srcId="{208676F1-ED07-41B1-AC9A-058E666D3214}" destId="{D7BB6299-6183-49E5-81E7-4CDA3D73AE81}" srcOrd="1" destOrd="0" parTransId="{FC9E6A4F-8FA7-4BA1-A29B-E4436C956CFF}" sibTransId="{4AFE9748-3382-48E8-ACEC-00380A17A85B}"/>
    <dgm:cxn modelId="{1392E395-A8F1-425D-8A7B-59256D0AAE7F}" type="presOf" srcId="{DFC6900E-8250-4177-9F99-FF9A2170A0BD}" destId="{023FD18B-AA0E-41D8-806E-72A0D779C17A}" srcOrd="1" destOrd="0" presId="urn:microsoft.com/office/officeart/2005/8/layout/orgChart1"/>
    <dgm:cxn modelId="{446C4D9E-65B2-423E-B886-5674FB2A74DD}" type="presOf" srcId="{B695E296-5500-4E3A-9670-F5A61BE5A1C4}" destId="{BED4359D-66C4-41EA-8220-A9E66C8A7A59}" srcOrd="1" destOrd="0" presId="urn:microsoft.com/office/officeart/2005/8/layout/orgChart1"/>
    <dgm:cxn modelId="{4CEBCAA1-105F-44E4-85B6-C0456F40E99D}" type="presOf" srcId="{208676F1-ED07-41B1-AC9A-058E666D3214}" destId="{FD3A9B3E-22E8-4EF6-88A9-E8CD17A8D2CC}" srcOrd="1" destOrd="0" presId="urn:microsoft.com/office/officeart/2005/8/layout/orgChart1"/>
    <dgm:cxn modelId="{F03C3EA3-5514-44C5-809C-EBE4A9245576}" type="presOf" srcId="{AB9FB7D5-A31B-474F-B190-7EC42FF8B5C6}" destId="{4463AF71-7802-4348-B81A-4EF41AB66401}" srcOrd="0" destOrd="0" presId="urn:microsoft.com/office/officeart/2005/8/layout/orgChart1"/>
    <dgm:cxn modelId="{852F3AA5-732D-416A-BC6B-307194424C7E}" srcId="{11FB745A-A1C9-49DE-84CF-EE2DCD630811}" destId="{BBB3EE7F-3178-4B63-8AA5-C1EC0AB71B06}" srcOrd="4" destOrd="0" parTransId="{AB9FB7D5-A31B-474F-B190-7EC42FF8B5C6}" sibTransId="{B5D19847-7EEF-4C86-A727-111567972196}"/>
    <dgm:cxn modelId="{70B616A8-C4DF-4A0C-9BCA-88A07BB98C59}" srcId="{11FB745A-A1C9-49DE-84CF-EE2DCD630811}" destId="{43D7B135-7508-4BC3-B862-57D424FFDB6D}" srcOrd="3" destOrd="0" parTransId="{210E65CD-B174-480B-862F-72A2A4E1E9C9}" sibTransId="{5AE1876B-F744-4F95-AE2E-2DC847365047}"/>
    <dgm:cxn modelId="{B84B7EA8-9A88-4690-9484-95049E4DB4E9}" type="presOf" srcId="{2B16CB8F-CC34-49B8-8E1D-4CFACC9D4DB7}" destId="{AE85A467-E918-427F-8CE0-C9D8E8FBA0A2}" srcOrd="0" destOrd="0" presId="urn:microsoft.com/office/officeart/2005/8/layout/orgChart1"/>
    <dgm:cxn modelId="{6B447BB9-E82C-4922-9173-EAD8213E3E24}" type="presOf" srcId="{5E04D6C9-C8C4-402B-A3A8-3CD809E753B3}" destId="{0078FD6F-3D4E-4442-9152-A56F30AFBFAD}" srcOrd="0" destOrd="0" presId="urn:microsoft.com/office/officeart/2005/8/layout/orgChart1"/>
    <dgm:cxn modelId="{C765FEC5-4D6B-4F15-B449-66BA4952AB58}" type="presOf" srcId="{43D7B135-7508-4BC3-B862-57D424FFDB6D}" destId="{6B40B062-C804-458C-84B7-5FFDFFF11D13}" srcOrd="1" destOrd="0" presId="urn:microsoft.com/office/officeart/2005/8/layout/orgChart1"/>
    <dgm:cxn modelId="{813F10C9-A736-427F-81E6-DB4408FE9A6E}" type="presOf" srcId="{11FB745A-A1C9-49DE-84CF-EE2DCD630811}" destId="{B2F3467D-E1D6-4F6A-B569-0470AD9D491C}" srcOrd="1" destOrd="0" presId="urn:microsoft.com/office/officeart/2005/8/layout/orgChart1"/>
    <dgm:cxn modelId="{C16EF0CA-72D8-4793-82EB-5DD91263351F}" type="presOf" srcId="{0582D2CA-641C-48E5-B318-E97A062FE86A}" destId="{0C99CB72-8214-451D-B064-AA66E52D5119}" srcOrd="0" destOrd="0" presId="urn:microsoft.com/office/officeart/2005/8/layout/orgChart1"/>
    <dgm:cxn modelId="{6A112DD1-DCEF-4009-A2D4-C4F4643C0D46}" type="presOf" srcId="{788F2FAC-B0B9-43CC-86D1-33B60F67BBFA}" destId="{CD350EE3-1797-451A-816F-3CF428C80D11}" srcOrd="0" destOrd="0" presId="urn:microsoft.com/office/officeart/2005/8/layout/orgChart1"/>
    <dgm:cxn modelId="{E87F9BD1-7775-4BF3-A74C-AD069B8520B7}" type="presOf" srcId="{61EA6D32-E88D-4AE8-8270-57BB80DC07D6}" destId="{820B5A2C-266B-4368-864B-03203742A504}" srcOrd="1" destOrd="0" presId="urn:microsoft.com/office/officeart/2005/8/layout/orgChart1"/>
    <dgm:cxn modelId="{0947CFD8-80E7-4729-91AA-1728149CAE91}" type="presOf" srcId="{11FB745A-A1C9-49DE-84CF-EE2DCD630811}" destId="{86C10C10-4884-467D-8F77-FE414324BE6F}" srcOrd="0" destOrd="0" presId="urn:microsoft.com/office/officeart/2005/8/layout/orgChart1"/>
    <dgm:cxn modelId="{C57F8FDB-9B63-4DE9-AF7A-2835B2985318}" type="presOf" srcId="{3BCA27D4-48B4-49AE-8046-D3245518BB59}" destId="{BEB9FEB9-3324-4141-84B6-24852CC09862}" srcOrd="0" destOrd="0" presId="urn:microsoft.com/office/officeart/2005/8/layout/orgChart1"/>
    <dgm:cxn modelId="{2BCC72E0-CBE9-45A8-9C3B-258DD6D36FA1}" srcId="{8E316A41-EA64-4B3E-9210-90AC30397503}" destId="{208676F1-ED07-41B1-AC9A-058E666D3214}" srcOrd="1" destOrd="0" parTransId="{7BB8EEA8-1F98-4EE6-BC2F-975852667F27}" sibTransId="{1DB9D526-5431-4F36-8270-335FCD7A9992}"/>
    <dgm:cxn modelId="{B97A01E1-0267-49F7-A3F3-5CBE6633437D}" type="presOf" srcId="{208676F1-ED07-41B1-AC9A-058E666D3214}" destId="{EA82C448-533C-4067-B858-219E20459170}" srcOrd="0" destOrd="0" presId="urn:microsoft.com/office/officeart/2005/8/layout/orgChart1"/>
    <dgm:cxn modelId="{186054E1-F042-4401-8D29-68294BF3048F}" type="presOf" srcId="{DFC6900E-8250-4177-9F99-FF9A2170A0BD}" destId="{2FCA2B8B-4CC0-4053-8DD4-C7EA0661F0A6}" srcOrd="0" destOrd="0" presId="urn:microsoft.com/office/officeart/2005/8/layout/orgChart1"/>
    <dgm:cxn modelId="{8A6920E9-9CCC-49A1-8C06-CDC3FF546570}" type="presOf" srcId="{DDB5C855-595A-456B-92A0-1160DF5C3D01}" destId="{0A691BC4-7317-4E91-8CA5-F71648529AD2}" srcOrd="0" destOrd="0" presId="urn:microsoft.com/office/officeart/2005/8/layout/orgChart1"/>
    <dgm:cxn modelId="{7F9154EA-76A4-421F-8764-6D810E547402}" type="presOf" srcId="{61EA6D32-E88D-4AE8-8270-57BB80DC07D6}" destId="{45AF5C4C-6DED-40B4-B9CA-F7BFC3783D1E}" srcOrd="0" destOrd="0" presId="urn:microsoft.com/office/officeart/2005/8/layout/orgChart1"/>
    <dgm:cxn modelId="{72FB1FF6-CAE7-4DBE-A38C-F2D17A34DF0B}" type="presOf" srcId="{3BCA27D4-48B4-49AE-8046-D3245518BB59}" destId="{FBB45461-F0B4-4EBB-95EC-2A4863F3CCEB}" srcOrd="1" destOrd="0" presId="urn:microsoft.com/office/officeart/2005/8/layout/orgChart1"/>
    <dgm:cxn modelId="{27E3C1F7-694B-46B4-8FA5-BFEFC537BD5D}" type="presOf" srcId="{50A55796-AE30-4E4E-9287-FC9CFC77E415}" destId="{31F9C43B-7E66-4007-9824-2189978C5A1C}" srcOrd="0" destOrd="0" presId="urn:microsoft.com/office/officeart/2005/8/layout/orgChart1"/>
    <dgm:cxn modelId="{437F2BF9-822B-4162-9E98-225BF536D75E}" type="presOf" srcId="{8E316A41-EA64-4B3E-9210-90AC30397503}" destId="{EB250E36-6DAC-44D5-82B8-6112F63AF507}" srcOrd="1" destOrd="0" presId="urn:microsoft.com/office/officeart/2005/8/layout/orgChart1"/>
    <dgm:cxn modelId="{0BA289FB-69C9-42EE-88E6-97AC4D18F790}" type="presOf" srcId="{B695E296-5500-4E3A-9670-F5A61BE5A1C4}" destId="{20112344-39AD-40AC-9E3B-CE6ABBC82525}" srcOrd="0" destOrd="0" presId="urn:microsoft.com/office/officeart/2005/8/layout/orgChart1"/>
    <dgm:cxn modelId="{DFC93146-1096-49BA-9867-F215084E0415}" type="presParOf" srcId="{31F9C43B-7E66-4007-9824-2189978C5A1C}" destId="{89340B5F-00FC-45B7-9030-6E40345306ED}" srcOrd="0" destOrd="0" presId="urn:microsoft.com/office/officeart/2005/8/layout/orgChart1"/>
    <dgm:cxn modelId="{8E0CA27F-4323-4E8F-89C4-BABDD1404249}" type="presParOf" srcId="{89340B5F-00FC-45B7-9030-6E40345306ED}" destId="{9614E199-9DA1-4324-9D97-F24651B4C9D9}" srcOrd="0" destOrd="0" presId="urn:microsoft.com/office/officeart/2005/8/layout/orgChart1"/>
    <dgm:cxn modelId="{52E3B770-E130-47ED-B63A-19B46EC48470}" type="presParOf" srcId="{9614E199-9DA1-4324-9D97-F24651B4C9D9}" destId="{A0CDC75A-0D0B-42F5-ABAD-1DC65BABD0EE}" srcOrd="0" destOrd="0" presId="urn:microsoft.com/office/officeart/2005/8/layout/orgChart1"/>
    <dgm:cxn modelId="{F7544989-B64C-4B5D-B841-1C1BB861707A}" type="presParOf" srcId="{9614E199-9DA1-4324-9D97-F24651B4C9D9}" destId="{EB250E36-6DAC-44D5-82B8-6112F63AF507}" srcOrd="1" destOrd="0" presId="urn:microsoft.com/office/officeart/2005/8/layout/orgChart1"/>
    <dgm:cxn modelId="{7EEF5234-58C3-4A78-8EE1-7E3E1BD1D35E}" type="presParOf" srcId="{89340B5F-00FC-45B7-9030-6E40345306ED}" destId="{34A1BA80-7BB9-4B3F-9C3E-EBCB41D8E867}" srcOrd="1" destOrd="0" presId="urn:microsoft.com/office/officeart/2005/8/layout/orgChart1"/>
    <dgm:cxn modelId="{4C2C47B9-15E7-45B9-A32F-289CE48E432A}" type="presParOf" srcId="{34A1BA80-7BB9-4B3F-9C3E-EBCB41D8E867}" destId="{F359E6A5-EC82-46AB-997B-BB0C483ADF5C}" srcOrd="0" destOrd="0" presId="urn:microsoft.com/office/officeart/2005/8/layout/orgChart1"/>
    <dgm:cxn modelId="{A3A0BAB2-7798-45D2-A5FC-2B79A95403A2}" type="presParOf" srcId="{34A1BA80-7BB9-4B3F-9C3E-EBCB41D8E867}" destId="{877455B4-A580-40C7-9FE2-5199ED05DAA4}" srcOrd="1" destOrd="0" presId="urn:microsoft.com/office/officeart/2005/8/layout/orgChart1"/>
    <dgm:cxn modelId="{2674017B-C000-4DA1-86C9-58186510A35B}" type="presParOf" srcId="{877455B4-A580-40C7-9FE2-5199ED05DAA4}" destId="{38CDC813-DC94-49D7-B99C-7E7D36F98CE7}" srcOrd="0" destOrd="0" presId="urn:microsoft.com/office/officeart/2005/8/layout/orgChart1"/>
    <dgm:cxn modelId="{6DACEE70-837A-4B0C-A463-9D243A5EE999}" type="presParOf" srcId="{38CDC813-DC94-49D7-B99C-7E7D36F98CE7}" destId="{86C10C10-4884-467D-8F77-FE414324BE6F}" srcOrd="0" destOrd="0" presId="urn:microsoft.com/office/officeart/2005/8/layout/orgChart1"/>
    <dgm:cxn modelId="{30F72AF3-0D33-4517-B208-305DD1B0643E}" type="presParOf" srcId="{38CDC813-DC94-49D7-B99C-7E7D36F98CE7}" destId="{B2F3467D-E1D6-4F6A-B569-0470AD9D491C}" srcOrd="1" destOrd="0" presId="urn:microsoft.com/office/officeart/2005/8/layout/orgChart1"/>
    <dgm:cxn modelId="{D07F5847-2C92-49BD-B2A2-CCD1685FC79C}" type="presParOf" srcId="{877455B4-A580-40C7-9FE2-5199ED05DAA4}" destId="{4F835B7C-7943-4822-8012-8D2D92218BF9}" srcOrd="1" destOrd="0" presId="urn:microsoft.com/office/officeart/2005/8/layout/orgChart1"/>
    <dgm:cxn modelId="{A6BE40FD-B3DF-4915-8B0D-CD354B3B0786}" type="presParOf" srcId="{4F835B7C-7943-4822-8012-8D2D92218BF9}" destId="{B57768CF-8494-4923-9844-9A5A5F305265}" srcOrd="0" destOrd="0" presId="urn:microsoft.com/office/officeart/2005/8/layout/orgChart1"/>
    <dgm:cxn modelId="{B1F313DE-0DD0-4523-AC68-576BB407FEC6}" type="presParOf" srcId="{4F835B7C-7943-4822-8012-8D2D92218BF9}" destId="{CF83ECE5-91DA-4F38-9446-1A84F1AF997C}" srcOrd="1" destOrd="0" presId="urn:microsoft.com/office/officeart/2005/8/layout/orgChart1"/>
    <dgm:cxn modelId="{4A90900F-96F8-4640-B204-64DBA19F6E9D}" type="presParOf" srcId="{CF83ECE5-91DA-4F38-9446-1A84F1AF997C}" destId="{FBA2E482-BB8B-4A83-9B01-9DA3CAB9C42A}" srcOrd="0" destOrd="0" presId="urn:microsoft.com/office/officeart/2005/8/layout/orgChart1"/>
    <dgm:cxn modelId="{F6AF8B81-46E2-46BA-81C4-8CAE5EB5677C}" type="presParOf" srcId="{FBA2E482-BB8B-4A83-9B01-9DA3CAB9C42A}" destId="{0C99CB72-8214-451D-B064-AA66E52D5119}" srcOrd="0" destOrd="0" presId="urn:microsoft.com/office/officeart/2005/8/layout/orgChart1"/>
    <dgm:cxn modelId="{12409153-8288-4620-9868-6697E39472C2}" type="presParOf" srcId="{FBA2E482-BB8B-4A83-9B01-9DA3CAB9C42A}" destId="{E38827CD-2395-459B-B4CB-24DBD6B63F87}" srcOrd="1" destOrd="0" presId="urn:microsoft.com/office/officeart/2005/8/layout/orgChart1"/>
    <dgm:cxn modelId="{CC0D5349-C327-42D7-B151-4ECA4B9AEFD9}" type="presParOf" srcId="{CF83ECE5-91DA-4F38-9446-1A84F1AF997C}" destId="{EAF3635F-6547-40B7-A249-48F391050ECA}" srcOrd="1" destOrd="0" presId="urn:microsoft.com/office/officeart/2005/8/layout/orgChart1"/>
    <dgm:cxn modelId="{BBD5668D-BBCC-4F7B-964D-5F85E656E767}" type="presParOf" srcId="{CF83ECE5-91DA-4F38-9446-1A84F1AF997C}" destId="{411161F4-50EA-48BB-AB91-FF418C9C079C}" srcOrd="2" destOrd="0" presId="urn:microsoft.com/office/officeart/2005/8/layout/orgChart1"/>
    <dgm:cxn modelId="{D779493C-BD04-4572-AF07-4752DD768EE6}" type="presParOf" srcId="{4F835B7C-7943-4822-8012-8D2D92218BF9}" destId="{0A691BC4-7317-4E91-8CA5-F71648529AD2}" srcOrd="2" destOrd="0" presId="urn:microsoft.com/office/officeart/2005/8/layout/orgChart1"/>
    <dgm:cxn modelId="{9F69474D-6836-4922-8926-F9B39542FD26}" type="presParOf" srcId="{4F835B7C-7943-4822-8012-8D2D92218BF9}" destId="{A137AE3B-271C-406B-9EB3-1565FD37C7E2}" srcOrd="3" destOrd="0" presId="urn:microsoft.com/office/officeart/2005/8/layout/orgChart1"/>
    <dgm:cxn modelId="{9399EF53-0D4C-4A77-8241-470F49023B36}" type="presParOf" srcId="{A137AE3B-271C-406B-9EB3-1565FD37C7E2}" destId="{F1E5C8C7-AE5D-42B8-AC27-CC14E328D5B6}" srcOrd="0" destOrd="0" presId="urn:microsoft.com/office/officeart/2005/8/layout/orgChart1"/>
    <dgm:cxn modelId="{3754C968-9DFE-4634-A308-C1EFAF6D47CD}" type="presParOf" srcId="{F1E5C8C7-AE5D-42B8-AC27-CC14E328D5B6}" destId="{45AF5C4C-6DED-40B4-B9CA-F7BFC3783D1E}" srcOrd="0" destOrd="0" presId="urn:microsoft.com/office/officeart/2005/8/layout/orgChart1"/>
    <dgm:cxn modelId="{8FA5DEE0-907F-45DE-959E-213414B64CFE}" type="presParOf" srcId="{F1E5C8C7-AE5D-42B8-AC27-CC14E328D5B6}" destId="{820B5A2C-266B-4368-864B-03203742A504}" srcOrd="1" destOrd="0" presId="urn:microsoft.com/office/officeart/2005/8/layout/orgChart1"/>
    <dgm:cxn modelId="{7B5BFBC7-7A62-495A-8CCE-162F9AD29DB2}" type="presParOf" srcId="{A137AE3B-271C-406B-9EB3-1565FD37C7E2}" destId="{0D7CFCBD-FDE7-4612-B32E-E981550E53FB}" srcOrd="1" destOrd="0" presId="urn:microsoft.com/office/officeart/2005/8/layout/orgChart1"/>
    <dgm:cxn modelId="{BBFEA3B4-07CD-495A-BA39-09E68F820492}" type="presParOf" srcId="{A137AE3B-271C-406B-9EB3-1565FD37C7E2}" destId="{6A642E79-DF29-43C8-8531-38E2A3E5913D}" srcOrd="2" destOrd="0" presId="urn:microsoft.com/office/officeart/2005/8/layout/orgChart1"/>
    <dgm:cxn modelId="{864DF8F6-4CF9-4ED1-B380-3E59ED422F5A}" type="presParOf" srcId="{4F835B7C-7943-4822-8012-8D2D92218BF9}" destId="{071F18BD-41ED-4E60-AE74-D9DDCD580DDC}" srcOrd="4" destOrd="0" presId="urn:microsoft.com/office/officeart/2005/8/layout/orgChart1"/>
    <dgm:cxn modelId="{750DB1B5-13BE-44BC-967A-75F02B36433E}" type="presParOf" srcId="{4F835B7C-7943-4822-8012-8D2D92218BF9}" destId="{2E0D7647-C5BD-4FE9-9367-69722546E970}" srcOrd="5" destOrd="0" presId="urn:microsoft.com/office/officeart/2005/8/layout/orgChart1"/>
    <dgm:cxn modelId="{C0CF6227-4642-49C6-9F69-19A9CB217DAB}" type="presParOf" srcId="{2E0D7647-C5BD-4FE9-9367-69722546E970}" destId="{A423DC72-D798-4BFF-A132-9FC0E001F572}" srcOrd="0" destOrd="0" presId="urn:microsoft.com/office/officeart/2005/8/layout/orgChart1"/>
    <dgm:cxn modelId="{0C2AD250-E068-4C14-BCC8-6491C49E77D0}" type="presParOf" srcId="{A423DC72-D798-4BFF-A132-9FC0E001F572}" destId="{33157804-2C22-45DE-A9E2-999971514DA4}" srcOrd="0" destOrd="0" presId="urn:microsoft.com/office/officeart/2005/8/layout/orgChart1"/>
    <dgm:cxn modelId="{71018954-F384-4EAF-A22B-7C5245760092}" type="presParOf" srcId="{A423DC72-D798-4BFF-A132-9FC0E001F572}" destId="{C10A72A1-4B81-4C0E-BE63-7FFB730EA359}" srcOrd="1" destOrd="0" presId="urn:microsoft.com/office/officeart/2005/8/layout/orgChart1"/>
    <dgm:cxn modelId="{864E8283-89CA-4DAB-9090-03158A4EC3B3}" type="presParOf" srcId="{2E0D7647-C5BD-4FE9-9367-69722546E970}" destId="{CF9E7C26-0085-4693-86A4-C5C2DD8863DE}" srcOrd="1" destOrd="0" presId="urn:microsoft.com/office/officeart/2005/8/layout/orgChart1"/>
    <dgm:cxn modelId="{456DB2D5-A556-4115-8536-44B00EBC4665}" type="presParOf" srcId="{2E0D7647-C5BD-4FE9-9367-69722546E970}" destId="{4E39241A-30EA-4BD9-B893-99C3E5795426}" srcOrd="2" destOrd="0" presId="urn:microsoft.com/office/officeart/2005/8/layout/orgChart1"/>
    <dgm:cxn modelId="{A21E1110-CA0C-4907-AB36-F1B9AC5003CC}" type="presParOf" srcId="{4F835B7C-7943-4822-8012-8D2D92218BF9}" destId="{98D9EF24-060A-43A4-9332-7B68E940686C}" srcOrd="6" destOrd="0" presId="urn:microsoft.com/office/officeart/2005/8/layout/orgChart1"/>
    <dgm:cxn modelId="{A51D92A3-2D06-4CB4-AADF-DFC32D513794}" type="presParOf" srcId="{4F835B7C-7943-4822-8012-8D2D92218BF9}" destId="{08EA169A-EB7D-4515-8B99-BD88B8FE221F}" srcOrd="7" destOrd="0" presId="urn:microsoft.com/office/officeart/2005/8/layout/orgChart1"/>
    <dgm:cxn modelId="{D157B91C-E44D-4391-A925-B574B0CB68CF}" type="presParOf" srcId="{08EA169A-EB7D-4515-8B99-BD88B8FE221F}" destId="{5A0402EB-2765-405A-99B9-5A0035E823E7}" srcOrd="0" destOrd="0" presId="urn:microsoft.com/office/officeart/2005/8/layout/orgChart1"/>
    <dgm:cxn modelId="{5D028847-89CA-438F-A3F3-CEDE3DF058A8}" type="presParOf" srcId="{5A0402EB-2765-405A-99B9-5A0035E823E7}" destId="{28E952B1-B363-4FB7-86E8-836AFBA9CE93}" srcOrd="0" destOrd="0" presId="urn:microsoft.com/office/officeart/2005/8/layout/orgChart1"/>
    <dgm:cxn modelId="{AA418315-B58F-49E6-BE6F-60E63108D7DB}" type="presParOf" srcId="{5A0402EB-2765-405A-99B9-5A0035E823E7}" destId="{6B40B062-C804-458C-84B7-5FFDFFF11D13}" srcOrd="1" destOrd="0" presId="urn:microsoft.com/office/officeart/2005/8/layout/orgChart1"/>
    <dgm:cxn modelId="{526460B1-20F9-4D69-A13D-2FD906E618C5}" type="presParOf" srcId="{08EA169A-EB7D-4515-8B99-BD88B8FE221F}" destId="{B6DBE535-D7DC-4F18-8447-A7C3DDD7F16E}" srcOrd="1" destOrd="0" presId="urn:microsoft.com/office/officeart/2005/8/layout/orgChart1"/>
    <dgm:cxn modelId="{7E05281C-FCE0-406C-BAD9-D444B64532C2}" type="presParOf" srcId="{08EA169A-EB7D-4515-8B99-BD88B8FE221F}" destId="{975F6461-E76E-4F84-9660-8478968450C9}" srcOrd="2" destOrd="0" presId="urn:microsoft.com/office/officeart/2005/8/layout/orgChart1"/>
    <dgm:cxn modelId="{3C32DA03-77CE-45E7-A8CD-30D05CFA3094}" type="presParOf" srcId="{4F835B7C-7943-4822-8012-8D2D92218BF9}" destId="{4463AF71-7802-4348-B81A-4EF41AB66401}" srcOrd="8" destOrd="0" presId="urn:microsoft.com/office/officeart/2005/8/layout/orgChart1"/>
    <dgm:cxn modelId="{9122B346-C641-4A1C-A8E8-9FE319487D98}" type="presParOf" srcId="{4F835B7C-7943-4822-8012-8D2D92218BF9}" destId="{62301AAF-183C-4744-9814-BE305307AB88}" srcOrd="9" destOrd="0" presId="urn:microsoft.com/office/officeart/2005/8/layout/orgChart1"/>
    <dgm:cxn modelId="{83AB9468-2A52-4B21-8978-24F716B2F75F}" type="presParOf" srcId="{62301AAF-183C-4744-9814-BE305307AB88}" destId="{C5255069-E2B9-4C40-A5CB-D061936CF284}" srcOrd="0" destOrd="0" presId="urn:microsoft.com/office/officeart/2005/8/layout/orgChart1"/>
    <dgm:cxn modelId="{1C7A27AB-FE3E-473E-8107-422DC8729EB8}" type="presParOf" srcId="{C5255069-E2B9-4C40-A5CB-D061936CF284}" destId="{FC3CB75B-4F69-4F96-80A3-A685713AE1AD}" srcOrd="0" destOrd="0" presId="urn:microsoft.com/office/officeart/2005/8/layout/orgChart1"/>
    <dgm:cxn modelId="{C7F0C9BE-4337-4648-967B-04C1069A4513}" type="presParOf" srcId="{C5255069-E2B9-4C40-A5CB-D061936CF284}" destId="{1E25930D-6381-4D94-9505-D4752C301211}" srcOrd="1" destOrd="0" presId="urn:microsoft.com/office/officeart/2005/8/layout/orgChart1"/>
    <dgm:cxn modelId="{51847123-432F-4873-91C2-E0CFB66326A9}" type="presParOf" srcId="{62301AAF-183C-4744-9814-BE305307AB88}" destId="{99DBB400-1599-4D7E-BF62-AD5B5A649F84}" srcOrd="1" destOrd="0" presId="urn:microsoft.com/office/officeart/2005/8/layout/orgChart1"/>
    <dgm:cxn modelId="{F8B1860D-1EA2-48B3-BE85-129F6EBCB9E1}" type="presParOf" srcId="{62301AAF-183C-4744-9814-BE305307AB88}" destId="{CD44C7BE-54D9-49DC-8AB2-7143322C2A89}" srcOrd="2" destOrd="0" presId="urn:microsoft.com/office/officeart/2005/8/layout/orgChart1"/>
    <dgm:cxn modelId="{B366387F-D41D-4AD3-83DD-5791741BE96C}" type="presParOf" srcId="{877455B4-A580-40C7-9FE2-5199ED05DAA4}" destId="{99502B7E-99D0-4B96-9EAC-9EEDEC0B8EB5}" srcOrd="2" destOrd="0" presId="urn:microsoft.com/office/officeart/2005/8/layout/orgChart1"/>
    <dgm:cxn modelId="{E543EBC2-2651-4C10-9BA6-00CAB28E00F7}" type="presParOf" srcId="{34A1BA80-7BB9-4B3F-9C3E-EBCB41D8E867}" destId="{CAC1EAD6-584C-4B32-9184-7D0F38733AF5}" srcOrd="2" destOrd="0" presId="urn:microsoft.com/office/officeart/2005/8/layout/orgChart1"/>
    <dgm:cxn modelId="{8A5FE673-9A7A-41FD-B7B1-9B5E788CB03B}" type="presParOf" srcId="{34A1BA80-7BB9-4B3F-9C3E-EBCB41D8E867}" destId="{892BAD78-F6DE-4E36-A1F4-33BF8366D99D}" srcOrd="3" destOrd="0" presId="urn:microsoft.com/office/officeart/2005/8/layout/orgChart1"/>
    <dgm:cxn modelId="{9F2AA6EB-148D-46C6-986E-8DD807561244}" type="presParOf" srcId="{892BAD78-F6DE-4E36-A1F4-33BF8366D99D}" destId="{0EE6A996-013F-4A2A-9E57-70640A6BD446}" srcOrd="0" destOrd="0" presId="urn:microsoft.com/office/officeart/2005/8/layout/orgChart1"/>
    <dgm:cxn modelId="{2A44B6DA-379E-40C2-994B-60E91DC8D7B6}" type="presParOf" srcId="{0EE6A996-013F-4A2A-9E57-70640A6BD446}" destId="{EA82C448-533C-4067-B858-219E20459170}" srcOrd="0" destOrd="0" presId="urn:microsoft.com/office/officeart/2005/8/layout/orgChart1"/>
    <dgm:cxn modelId="{36BC762E-1082-4B7C-9C85-D54D25793B7D}" type="presParOf" srcId="{0EE6A996-013F-4A2A-9E57-70640A6BD446}" destId="{FD3A9B3E-22E8-4EF6-88A9-E8CD17A8D2CC}" srcOrd="1" destOrd="0" presId="urn:microsoft.com/office/officeart/2005/8/layout/orgChart1"/>
    <dgm:cxn modelId="{F1E5EBD3-9A3E-4B02-9243-6905678845B0}" type="presParOf" srcId="{892BAD78-F6DE-4E36-A1F4-33BF8366D99D}" destId="{B1A1278B-7901-45B7-A271-7245E33A9E79}" srcOrd="1" destOrd="0" presId="urn:microsoft.com/office/officeart/2005/8/layout/orgChart1"/>
    <dgm:cxn modelId="{EBD9F218-0F2E-402F-89AC-D014D9ADA2BD}" type="presParOf" srcId="{B1A1278B-7901-45B7-A271-7245E33A9E79}" destId="{CD350EE3-1797-451A-816F-3CF428C80D11}" srcOrd="0" destOrd="0" presId="urn:microsoft.com/office/officeart/2005/8/layout/orgChart1"/>
    <dgm:cxn modelId="{B7F59F3F-2106-4FE0-9D64-347AF573473A}" type="presParOf" srcId="{B1A1278B-7901-45B7-A271-7245E33A9E79}" destId="{8C014211-1170-4375-B646-1B6E61A0F639}" srcOrd="1" destOrd="0" presId="urn:microsoft.com/office/officeart/2005/8/layout/orgChart1"/>
    <dgm:cxn modelId="{7BFF20C7-A2DF-4744-B42D-E46292BBD09D}" type="presParOf" srcId="{8C014211-1170-4375-B646-1B6E61A0F639}" destId="{DF41FA69-3B10-494A-8B03-ACA20F618AC3}" srcOrd="0" destOrd="0" presId="urn:microsoft.com/office/officeart/2005/8/layout/orgChart1"/>
    <dgm:cxn modelId="{3FAE16B8-127A-43FD-939E-92B262121E49}" type="presParOf" srcId="{DF41FA69-3B10-494A-8B03-ACA20F618AC3}" destId="{AE85A467-E918-427F-8CE0-C9D8E8FBA0A2}" srcOrd="0" destOrd="0" presId="urn:microsoft.com/office/officeart/2005/8/layout/orgChart1"/>
    <dgm:cxn modelId="{CA92BE33-3782-48B4-87E2-9444632482A8}" type="presParOf" srcId="{DF41FA69-3B10-494A-8B03-ACA20F618AC3}" destId="{A79D45BC-40C7-43E4-9B76-5A6919748B46}" srcOrd="1" destOrd="0" presId="urn:microsoft.com/office/officeart/2005/8/layout/orgChart1"/>
    <dgm:cxn modelId="{777DEBF9-C39D-4432-9842-CDA3DAC79525}" type="presParOf" srcId="{8C014211-1170-4375-B646-1B6E61A0F639}" destId="{D5C3EAB8-DBB8-4994-943D-4304CDA9FC67}" srcOrd="1" destOrd="0" presId="urn:microsoft.com/office/officeart/2005/8/layout/orgChart1"/>
    <dgm:cxn modelId="{E3C698CE-F1E2-4C15-9315-3E04A760E19B}" type="presParOf" srcId="{8C014211-1170-4375-B646-1B6E61A0F639}" destId="{31A2291D-EE64-4C53-B06C-A026E4697CB3}" srcOrd="2" destOrd="0" presId="urn:microsoft.com/office/officeart/2005/8/layout/orgChart1"/>
    <dgm:cxn modelId="{0041F312-6662-451D-888B-7C6848D47BF4}" type="presParOf" srcId="{B1A1278B-7901-45B7-A271-7245E33A9E79}" destId="{B37BBD88-055F-43E1-A533-7D1994B0EB8A}" srcOrd="2" destOrd="0" presId="urn:microsoft.com/office/officeart/2005/8/layout/orgChart1"/>
    <dgm:cxn modelId="{2488DEC9-1820-4091-AE40-EBD9D9930B6F}" type="presParOf" srcId="{B1A1278B-7901-45B7-A271-7245E33A9E79}" destId="{C9780E4D-387F-4D3B-82E9-AA034AE885F3}" srcOrd="3" destOrd="0" presId="urn:microsoft.com/office/officeart/2005/8/layout/orgChart1"/>
    <dgm:cxn modelId="{6073FD22-6624-423C-8DD8-549E6CDC8CEF}" type="presParOf" srcId="{C9780E4D-387F-4D3B-82E9-AA034AE885F3}" destId="{EF146D8E-F0B0-4A10-962B-AD1A8307986A}" srcOrd="0" destOrd="0" presId="urn:microsoft.com/office/officeart/2005/8/layout/orgChart1"/>
    <dgm:cxn modelId="{FF3B2231-FCFF-4B3B-8A7F-F8C524C38F0D}" type="presParOf" srcId="{EF146D8E-F0B0-4A10-962B-AD1A8307986A}" destId="{92B9327F-4AEF-429D-8158-88990764AB61}" srcOrd="0" destOrd="0" presId="urn:microsoft.com/office/officeart/2005/8/layout/orgChart1"/>
    <dgm:cxn modelId="{CD1E8BA9-38C5-4702-9AD8-0F297C3C9F73}" type="presParOf" srcId="{EF146D8E-F0B0-4A10-962B-AD1A8307986A}" destId="{39D3D49B-F660-4549-A7C9-0D636EF63CF1}" srcOrd="1" destOrd="0" presId="urn:microsoft.com/office/officeart/2005/8/layout/orgChart1"/>
    <dgm:cxn modelId="{D2AE195B-A9F5-4FA7-8DFD-BCF1898C340A}" type="presParOf" srcId="{C9780E4D-387F-4D3B-82E9-AA034AE885F3}" destId="{7EB11B87-47D2-42D5-A62D-D783E75B0DED}" srcOrd="1" destOrd="0" presId="urn:microsoft.com/office/officeart/2005/8/layout/orgChart1"/>
    <dgm:cxn modelId="{38DC55D7-90C5-4235-9C7E-31AD6F1DB106}" type="presParOf" srcId="{C9780E4D-387F-4D3B-82E9-AA034AE885F3}" destId="{8D5A3DE9-10E0-45A8-98E4-C1646CB3FBF1}" srcOrd="2" destOrd="0" presId="urn:microsoft.com/office/officeart/2005/8/layout/orgChart1"/>
    <dgm:cxn modelId="{464C23C1-81C6-4F34-B833-A6BF89C5E295}" type="presParOf" srcId="{B1A1278B-7901-45B7-A271-7245E33A9E79}" destId="{265853A2-CC4C-4158-9F6C-6217BABBE4A0}" srcOrd="4" destOrd="0" presId="urn:microsoft.com/office/officeart/2005/8/layout/orgChart1"/>
    <dgm:cxn modelId="{D79179BB-B23B-439B-BF7C-0B1BDB8B9146}" type="presParOf" srcId="{B1A1278B-7901-45B7-A271-7245E33A9E79}" destId="{16B994F1-7236-40D8-86C4-B043DCDC9F93}" srcOrd="5" destOrd="0" presId="urn:microsoft.com/office/officeart/2005/8/layout/orgChart1"/>
    <dgm:cxn modelId="{4C7D8C9E-4A61-49F1-AFF2-9C46ACDD2CCE}" type="presParOf" srcId="{16B994F1-7236-40D8-86C4-B043DCDC9F93}" destId="{1F648792-D2A6-4752-A53E-FFF62636A895}" srcOrd="0" destOrd="0" presId="urn:microsoft.com/office/officeart/2005/8/layout/orgChart1"/>
    <dgm:cxn modelId="{C5FD5693-A93D-4872-AA38-4AF753709511}" type="presParOf" srcId="{1F648792-D2A6-4752-A53E-FFF62636A895}" destId="{20112344-39AD-40AC-9E3B-CE6ABBC82525}" srcOrd="0" destOrd="0" presId="urn:microsoft.com/office/officeart/2005/8/layout/orgChart1"/>
    <dgm:cxn modelId="{FF7F355F-83B9-4885-894E-0B3A5ACF32B4}" type="presParOf" srcId="{1F648792-D2A6-4752-A53E-FFF62636A895}" destId="{BED4359D-66C4-41EA-8220-A9E66C8A7A59}" srcOrd="1" destOrd="0" presId="urn:microsoft.com/office/officeart/2005/8/layout/orgChart1"/>
    <dgm:cxn modelId="{2ADBC057-6EF6-42CD-8F13-F03547F2A639}" type="presParOf" srcId="{16B994F1-7236-40D8-86C4-B043DCDC9F93}" destId="{473D00E7-7850-4ED0-A4FB-AA847668EE40}" srcOrd="1" destOrd="0" presId="urn:microsoft.com/office/officeart/2005/8/layout/orgChart1"/>
    <dgm:cxn modelId="{8690A23C-1B7E-4162-84B3-A7F1560F31A3}" type="presParOf" srcId="{16B994F1-7236-40D8-86C4-B043DCDC9F93}" destId="{546D5892-4CA3-4701-835B-FED9C8AEAD3B}" srcOrd="2" destOrd="0" presId="urn:microsoft.com/office/officeart/2005/8/layout/orgChart1"/>
    <dgm:cxn modelId="{68F387EF-79EE-4846-8B3C-3151FB362D60}" type="presParOf" srcId="{B1A1278B-7901-45B7-A271-7245E33A9E79}" destId="{5A26937A-77C8-4CF5-B55A-D1306A7A9C12}" srcOrd="6" destOrd="0" presId="urn:microsoft.com/office/officeart/2005/8/layout/orgChart1"/>
    <dgm:cxn modelId="{9B2EC02D-5251-4433-BBB4-7FC859FE0FBA}" type="presParOf" srcId="{B1A1278B-7901-45B7-A271-7245E33A9E79}" destId="{79EACB08-ACB6-48FB-8672-8E8D4F163F44}" srcOrd="7" destOrd="0" presId="urn:microsoft.com/office/officeart/2005/8/layout/orgChart1"/>
    <dgm:cxn modelId="{0F276441-6E22-43AF-97EA-746572E4F211}" type="presParOf" srcId="{79EACB08-ACB6-48FB-8672-8E8D4F163F44}" destId="{81496EB9-38E3-436F-91B0-86663A1478D0}" srcOrd="0" destOrd="0" presId="urn:microsoft.com/office/officeart/2005/8/layout/orgChart1"/>
    <dgm:cxn modelId="{2A50171C-D261-4C92-8A1B-5ECFEE2AAA53}" type="presParOf" srcId="{81496EB9-38E3-436F-91B0-86663A1478D0}" destId="{BEB9FEB9-3324-4141-84B6-24852CC09862}" srcOrd="0" destOrd="0" presId="urn:microsoft.com/office/officeart/2005/8/layout/orgChart1"/>
    <dgm:cxn modelId="{30AD8D1E-7DE8-4E62-A8D5-7AC39AD4670E}" type="presParOf" srcId="{81496EB9-38E3-436F-91B0-86663A1478D0}" destId="{FBB45461-F0B4-4EBB-95EC-2A4863F3CCEB}" srcOrd="1" destOrd="0" presId="urn:microsoft.com/office/officeart/2005/8/layout/orgChart1"/>
    <dgm:cxn modelId="{0D63DDB8-0EAE-40CF-AA5E-9285CA0D2EA2}" type="presParOf" srcId="{79EACB08-ACB6-48FB-8672-8E8D4F163F44}" destId="{AF166FD1-FBAA-4FA3-AC35-8E819F9B1FCD}" srcOrd="1" destOrd="0" presId="urn:microsoft.com/office/officeart/2005/8/layout/orgChart1"/>
    <dgm:cxn modelId="{C8C37E87-C46A-4B69-ABED-1103673EFE21}" type="presParOf" srcId="{79EACB08-ACB6-48FB-8672-8E8D4F163F44}" destId="{C00FA632-1687-4713-B540-895B2628E599}" srcOrd="2" destOrd="0" presId="urn:microsoft.com/office/officeart/2005/8/layout/orgChart1"/>
    <dgm:cxn modelId="{72EE6A82-A52C-4D9E-A2B9-23C43AA1EDD4}" type="presParOf" srcId="{B1A1278B-7901-45B7-A271-7245E33A9E79}" destId="{0078FD6F-3D4E-4442-9152-A56F30AFBFAD}" srcOrd="8" destOrd="0" presId="urn:microsoft.com/office/officeart/2005/8/layout/orgChart1"/>
    <dgm:cxn modelId="{E2C55DA3-864E-4005-8867-BA1AD2C98B60}" type="presParOf" srcId="{B1A1278B-7901-45B7-A271-7245E33A9E79}" destId="{7BF73222-76F0-40BF-AA32-EF64323FAB90}" srcOrd="9" destOrd="0" presId="urn:microsoft.com/office/officeart/2005/8/layout/orgChart1"/>
    <dgm:cxn modelId="{934FDB0A-C77F-40C8-B349-B55DDB638802}" type="presParOf" srcId="{7BF73222-76F0-40BF-AA32-EF64323FAB90}" destId="{0CFAC977-143D-4010-B075-DF53ED1E856E}" srcOrd="0" destOrd="0" presId="urn:microsoft.com/office/officeart/2005/8/layout/orgChart1"/>
    <dgm:cxn modelId="{5A42E1DB-A27D-4929-81BC-016296F7082F}" type="presParOf" srcId="{0CFAC977-143D-4010-B075-DF53ED1E856E}" destId="{2FCA2B8B-4CC0-4053-8DD4-C7EA0661F0A6}" srcOrd="0" destOrd="0" presId="urn:microsoft.com/office/officeart/2005/8/layout/orgChart1"/>
    <dgm:cxn modelId="{C196C9AB-CBDE-4961-A9BF-006F6A833E41}" type="presParOf" srcId="{0CFAC977-143D-4010-B075-DF53ED1E856E}" destId="{023FD18B-AA0E-41D8-806E-72A0D779C17A}" srcOrd="1" destOrd="0" presId="urn:microsoft.com/office/officeart/2005/8/layout/orgChart1"/>
    <dgm:cxn modelId="{49F68F1B-A415-4D16-9702-E4E781B7D2F5}" type="presParOf" srcId="{7BF73222-76F0-40BF-AA32-EF64323FAB90}" destId="{111815CF-8A71-4E05-8A6F-35B6CB72BA1D}" srcOrd="1" destOrd="0" presId="urn:microsoft.com/office/officeart/2005/8/layout/orgChart1"/>
    <dgm:cxn modelId="{2B752EB5-5F47-40D0-9EF3-435F5ACE93B8}" type="presParOf" srcId="{7BF73222-76F0-40BF-AA32-EF64323FAB90}" destId="{6BD3577D-E3C8-4D06-A81A-108B58C8FE2A}" srcOrd="2" destOrd="0" presId="urn:microsoft.com/office/officeart/2005/8/layout/orgChart1"/>
    <dgm:cxn modelId="{21B98EB9-81C2-4E4C-B5CD-C3B9C4D705BC}" type="presParOf" srcId="{892BAD78-F6DE-4E36-A1F4-33BF8366D99D}" destId="{4303BD59-2FB4-474D-BC96-C8F50B490484}" srcOrd="2" destOrd="0" presId="urn:microsoft.com/office/officeart/2005/8/layout/orgChart1"/>
    <dgm:cxn modelId="{5541B6DA-9A18-4AF9-BC79-B696EF790816}" type="presParOf" srcId="{89340B5F-00FC-45B7-9030-6E40345306ED}" destId="{1B334A6F-6C60-47C7-B319-E50B6E075297}"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90249D3-2621-4CD0-8AF7-333A78B168E5}" type="doc">
      <dgm:prSet loTypeId="urn:microsoft.com/office/officeart/2005/8/layout/vList2" loCatId="list" qsTypeId="urn:microsoft.com/office/officeart/2005/8/quickstyle/simple1" qsCatId="simple" csTypeId="urn:microsoft.com/office/officeart/2005/8/colors/colorful3" csCatId="colorful" phldr="1"/>
      <dgm:spPr/>
      <dgm:t>
        <a:bodyPr/>
        <a:lstStyle/>
        <a:p>
          <a:endParaRPr lang="en-IN"/>
        </a:p>
      </dgm:t>
    </dgm:pt>
    <dgm:pt modelId="{EDB40416-9172-4EF9-BAF0-A00AE9CE4E0C}">
      <dgm:prSet phldrT="[Text]"/>
      <dgm:spPr/>
      <dgm:t>
        <a:bodyPr/>
        <a:lstStyle/>
        <a:p>
          <a:pPr algn="just"/>
          <a:r>
            <a:rPr lang="en-US" dirty="0"/>
            <a:t>The component used to bind the target molecule</a:t>
          </a:r>
          <a:endParaRPr lang="en-IN" dirty="0"/>
        </a:p>
      </dgm:t>
    </dgm:pt>
    <dgm:pt modelId="{CE933D1B-62B8-4486-BA1E-96C8DA75D5A0}" type="parTrans" cxnId="{C9D48300-D40E-41A9-BD5E-0A3534B14F67}">
      <dgm:prSet/>
      <dgm:spPr/>
      <dgm:t>
        <a:bodyPr/>
        <a:lstStyle/>
        <a:p>
          <a:pPr algn="just"/>
          <a:endParaRPr lang="en-IN"/>
        </a:p>
      </dgm:t>
    </dgm:pt>
    <dgm:pt modelId="{79E8B074-E0FE-4E55-A32D-8A5FACCE2D82}" type="sibTrans" cxnId="{C9D48300-D40E-41A9-BD5E-0A3534B14F67}">
      <dgm:prSet/>
      <dgm:spPr/>
      <dgm:t>
        <a:bodyPr/>
        <a:lstStyle/>
        <a:p>
          <a:pPr algn="just"/>
          <a:endParaRPr lang="en-IN"/>
        </a:p>
      </dgm:t>
    </dgm:pt>
    <dgm:pt modelId="{C263A7DB-C8F6-4D03-A493-0D192F38CB8D}">
      <dgm:prSet phldrT="[Text]"/>
      <dgm:spPr/>
      <dgm:t>
        <a:bodyPr/>
        <a:lstStyle/>
        <a:p>
          <a:pPr algn="just"/>
          <a:r>
            <a:rPr lang="en-US" dirty="0"/>
            <a:t>Microorganism</a:t>
          </a:r>
          <a:endParaRPr lang="en-IN" dirty="0"/>
        </a:p>
      </dgm:t>
    </dgm:pt>
    <dgm:pt modelId="{661D060E-6872-4345-B2D7-D65A28960DF5}" type="parTrans" cxnId="{6CEBB1F3-9D5A-4F97-93CA-540DBEFE0E4A}">
      <dgm:prSet/>
      <dgm:spPr/>
      <dgm:t>
        <a:bodyPr/>
        <a:lstStyle/>
        <a:p>
          <a:pPr algn="just"/>
          <a:endParaRPr lang="en-IN"/>
        </a:p>
      </dgm:t>
    </dgm:pt>
    <dgm:pt modelId="{BF8CBE7B-B746-4095-AFE7-C47DB17E1B9D}" type="sibTrans" cxnId="{6CEBB1F3-9D5A-4F97-93CA-540DBEFE0E4A}">
      <dgm:prSet/>
      <dgm:spPr/>
      <dgm:t>
        <a:bodyPr/>
        <a:lstStyle/>
        <a:p>
          <a:pPr algn="just"/>
          <a:endParaRPr lang="en-IN"/>
        </a:p>
      </dgm:t>
    </dgm:pt>
    <dgm:pt modelId="{0BE3378E-83F4-47C3-8B82-1ABA22EC713B}">
      <dgm:prSet phldrT="[Text]"/>
      <dgm:spPr/>
      <dgm:t>
        <a:bodyPr/>
        <a:lstStyle/>
        <a:p>
          <a:pPr algn="just"/>
          <a:r>
            <a:rPr lang="en-US" dirty="0"/>
            <a:t>Must be highly specific, stable under storage conditions, and immobilized</a:t>
          </a:r>
          <a:endParaRPr lang="en-IN" dirty="0"/>
        </a:p>
      </dgm:t>
    </dgm:pt>
    <dgm:pt modelId="{FAA248C1-3265-414F-A1F8-5AB7967A31C6}" type="parTrans" cxnId="{DA9D5EA6-14EA-4B89-B8AE-0504EDC2F523}">
      <dgm:prSet/>
      <dgm:spPr/>
      <dgm:t>
        <a:bodyPr/>
        <a:lstStyle/>
        <a:p>
          <a:pPr algn="just"/>
          <a:endParaRPr lang="en-IN"/>
        </a:p>
      </dgm:t>
    </dgm:pt>
    <dgm:pt modelId="{AA943B23-70C0-4FCF-B2D2-9E2CA44423BF}" type="sibTrans" cxnId="{DA9D5EA6-14EA-4B89-B8AE-0504EDC2F523}">
      <dgm:prSet/>
      <dgm:spPr/>
      <dgm:t>
        <a:bodyPr/>
        <a:lstStyle/>
        <a:p>
          <a:pPr algn="just"/>
          <a:endParaRPr lang="en-IN"/>
        </a:p>
      </dgm:t>
    </dgm:pt>
    <dgm:pt modelId="{FAC5709E-B4E7-4E97-ADB9-E4F0108476F7}">
      <dgm:prSet phldrT="[Text]"/>
      <dgm:spPr/>
      <dgm:t>
        <a:bodyPr/>
        <a:lstStyle/>
        <a:p>
          <a:pPr algn="just"/>
          <a:r>
            <a:rPr lang="en-US" dirty="0"/>
            <a:t>Tissue</a:t>
          </a:r>
          <a:endParaRPr lang="en-IN" dirty="0"/>
        </a:p>
      </dgm:t>
    </dgm:pt>
    <dgm:pt modelId="{93EBE571-7954-4812-8E5D-9DBA52F3E6CE}" type="parTrans" cxnId="{54369634-A9BC-4F63-81F7-6CB11A1F0E2A}">
      <dgm:prSet/>
      <dgm:spPr/>
      <dgm:t>
        <a:bodyPr/>
        <a:lstStyle/>
        <a:p>
          <a:pPr algn="just"/>
          <a:endParaRPr lang="en-IN"/>
        </a:p>
      </dgm:t>
    </dgm:pt>
    <dgm:pt modelId="{75C1564B-7E63-4076-AE52-5BFECBD1C3D9}" type="sibTrans" cxnId="{54369634-A9BC-4F63-81F7-6CB11A1F0E2A}">
      <dgm:prSet/>
      <dgm:spPr/>
      <dgm:t>
        <a:bodyPr/>
        <a:lstStyle/>
        <a:p>
          <a:pPr algn="just"/>
          <a:endParaRPr lang="en-IN"/>
        </a:p>
      </dgm:t>
    </dgm:pt>
    <dgm:pt modelId="{1EAD3DFE-B322-4812-A24F-F0F00C8ECAB4}">
      <dgm:prSet phldrT="[Text]"/>
      <dgm:spPr/>
      <dgm:t>
        <a:bodyPr/>
        <a:lstStyle/>
        <a:p>
          <a:pPr algn="just"/>
          <a:r>
            <a:rPr lang="en-US" dirty="0"/>
            <a:t>Cell</a:t>
          </a:r>
          <a:endParaRPr lang="en-IN" dirty="0"/>
        </a:p>
      </dgm:t>
    </dgm:pt>
    <dgm:pt modelId="{84592C42-A16B-40EE-9BF4-C218E592E046}" type="parTrans" cxnId="{3E923E73-BACA-4AA0-9906-BF9BE63E79D6}">
      <dgm:prSet/>
      <dgm:spPr/>
      <dgm:t>
        <a:bodyPr/>
        <a:lstStyle/>
        <a:p>
          <a:pPr algn="just"/>
          <a:endParaRPr lang="en-IN"/>
        </a:p>
      </dgm:t>
    </dgm:pt>
    <dgm:pt modelId="{D21BDA10-806F-4B12-8D37-A3F5BEDA82B4}" type="sibTrans" cxnId="{3E923E73-BACA-4AA0-9906-BF9BE63E79D6}">
      <dgm:prSet/>
      <dgm:spPr/>
      <dgm:t>
        <a:bodyPr/>
        <a:lstStyle/>
        <a:p>
          <a:pPr algn="just"/>
          <a:endParaRPr lang="en-IN"/>
        </a:p>
      </dgm:t>
    </dgm:pt>
    <dgm:pt modelId="{C1F97BCC-CA05-47C8-A215-2F64687C8134}">
      <dgm:prSet phldrT="[Text]"/>
      <dgm:spPr/>
      <dgm:t>
        <a:bodyPr/>
        <a:lstStyle/>
        <a:p>
          <a:pPr algn="just"/>
          <a:r>
            <a:rPr lang="en-US" dirty="0"/>
            <a:t>Organelle</a:t>
          </a:r>
          <a:endParaRPr lang="en-IN" dirty="0"/>
        </a:p>
      </dgm:t>
    </dgm:pt>
    <dgm:pt modelId="{9E280184-807D-42A0-A8C2-47456CA8900F}" type="parTrans" cxnId="{CDDE734D-769A-4ABF-9895-572C1DEE99F2}">
      <dgm:prSet/>
      <dgm:spPr/>
      <dgm:t>
        <a:bodyPr/>
        <a:lstStyle/>
        <a:p>
          <a:pPr algn="just"/>
          <a:endParaRPr lang="en-IN"/>
        </a:p>
      </dgm:t>
    </dgm:pt>
    <dgm:pt modelId="{237B2672-E064-4DCB-99FE-2EDCE1D0BCAE}" type="sibTrans" cxnId="{CDDE734D-769A-4ABF-9895-572C1DEE99F2}">
      <dgm:prSet/>
      <dgm:spPr/>
      <dgm:t>
        <a:bodyPr/>
        <a:lstStyle/>
        <a:p>
          <a:pPr algn="just"/>
          <a:endParaRPr lang="en-IN"/>
        </a:p>
      </dgm:t>
    </dgm:pt>
    <dgm:pt modelId="{EAD91506-A527-4EA1-B842-88CE05FACD45}">
      <dgm:prSet phldrT="[Text]"/>
      <dgm:spPr/>
      <dgm:t>
        <a:bodyPr/>
        <a:lstStyle/>
        <a:p>
          <a:pPr algn="just"/>
          <a:r>
            <a:rPr lang="en-US" dirty="0"/>
            <a:t>Nucleic acid</a:t>
          </a:r>
          <a:endParaRPr lang="en-IN" dirty="0"/>
        </a:p>
      </dgm:t>
    </dgm:pt>
    <dgm:pt modelId="{948CD9C8-FD29-4803-96C4-3BA2FFFC8D1F}" type="parTrans" cxnId="{90E58BD1-1B5A-4002-B028-E29E72D677D3}">
      <dgm:prSet/>
      <dgm:spPr/>
      <dgm:t>
        <a:bodyPr/>
        <a:lstStyle/>
        <a:p>
          <a:pPr algn="just"/>
          <a:endParaRPr lang="en-IN"/>
        </a:p>
      </dgm:t>
    </dgm:pt>
    <dgm:pt modelId="{10795B3F-0D6C-4A9A-88E5-BD5E00B7A6AB}" type="sibTrans" cxnId="{90E58BD1-1B5A-4002-B028-E29E72D677D3}">
      <dgm:prSet/>
      <dgm:spPr/>
      <dgm:t>
        <a:bodyPr/>
        <a:lstStyle/>
        <a:p>
          <a:pPr algn="just"/>
          <a:endParaRPr lang="en-IN"/>
        </a:p>
      </dgm:t>
    </dgm:pt>
    <dgm:pt modelId="{0DE2FA00-B8B9-476F-99BE-12F5467C3C19}">
      <dgm:prSet phldrT="[Text]"/>
      <dgm:spPr/>
      <dgm:t>
        <a:bodyPr/>
        <a:lstStyle/>
        <a:p>
          <a:pPr algn="just"/>
          <a:r>
            <a:rPr lang="en-US" dirty="0"/>
            <a:t>Enzyme</a:t>
          </a:r>
          <a:endParaRPr lang="en-IN" dirty="0"/>
        </a:p>
      </dgm:t>
    </dgm:pt>
    <dgm:pt modelId="{0166F13A-987C-4BDC-9531-9D538E74588C}" type="parTrans" cxnId="{2C6EDD29-5627-4FFE-9354-8377036FBDC9}">
      <dgm:prSet/>
      <dgm:spPr/>
      <dgm:t>
        <a:bodyPr/>
        <a:lstStyle/>
        <a:p>
          <a:pPr algn="just"/>
          <a:endParaRPr lang="en-IN"/>
        </a:p>
      </dgm:t>
    </dgm:pt>
    <dgm:pt modelId="{CD392DEF-B255-4426-B2D8-A3FAE024092E}" type="sibTrans" cxnId="{2C6EDD29-5627-4FFE-9354-8377036FBDC9}">
      <dgm:prSet/>
      <dgm:spPr/>
      <dgm:t>
        <a:bodyPr/>
        <a:lstStyle/>
        <a:p>
          <a:pPr algn="just"/>
          <a:endParaRPr lang="en-IN"/>
        </a:p>
      </dgm:t>
    </dgm:pt>
    <dgm:pt modelId="{8BABB0FA-77B3-4C75-A001-32063B89947A}">
      <dgm:prSet phldrT="[Text]"/>
      <dgm:spPr/>
      <dgm:t>
        <a:bodyPr/>
        <a:lstStyle/>
        <a:p>
          <a:pPr algn="just"/>
          <a:r>
            <a:rPr lang="en-US" dirty="0"/>
            <a:t>Enzyme component</a:t>
          </a:r>
          <a:endParaRPr lang="en-IN" dirty="0"/>
        </a:p>
      </dgm:t>
    </dgm:pt>
    <dgm:pt modelId="{95D8B34E-35F2-4F95-9A4E-3B67BF5528C0}" type="parTrans" cxnId="{4B75F88F-E30F-46A4-BDDA-BFBF4DD2F6B5}">
      <dgm:prSet/>
      <dgm:spPr/>
      <dgm:t>
        <a:bodyPr/>
        <a:lstStyle/>
        <a:p>
          <a:pPr algn="just"/>
          <a:endParaRPr lang="en-IN"/>
        </a:p>
      </dgm:t>
    </dgm:pt>
    <dgm:pt modelId="{45AF4698-7235-4D84-A8F0-1A2E253A3E06}" type="sibTrans" cxnId="{4B75F88F-E30F-46A4-BDDA-BFBF4DD2F6B5}">
      <dgm:prSet/>
      <dgm:spPr/>
      <dgm:t>
        <a:bodyPr/>
        <a:lstStyle/>
        <a:p>
          <a:pPr algn="just"/>
          <a:endParaRPr lang="en-IN"/>
        </a:p>
      </dgm:t>
    </dgm:pt>
    <dgm:pt modelId="{57CFC105-397C-4D94-9F22-B873B043376A}">
      <dgm:prSet phldrT="[Text]"/>
      <dgm:spPr/>
      <dgm:t>
        <a:bodyPr/>
        <a:lstStyle/>
        <a:p>
          <a:pPr algn="just"/>
          <a:r>
            <a:rPr lang="en-US" dirty="0"/>
            <a:t>Receptor</a:t>
          </a:r>
          <a:endParaRPr lang="en-IN" dirty="0"/>
        </a:p>
      </dgm:t>
    </dgm:pt>
    <dgm:pt modelId="{E62DA50B-132D-400A-9370-567882979A6B}" type="parTrans" cxnId="{3DAF68DD-9462-4FD9-B23D-CF82E2F735B7}">
      <dgm:prSet/>
      <dgm:spPr/>
      <dgm:t>
        <a:bodyPr/>
        <a:lstStyle/>
        <a:p>
          <a:pPr algn="just"/>
          <a:endParaRPr lang="en-IN"/>
        </a:p>
      </dgm:t>
    </dgm:pt>
    <dgm:pt modelId="{EEAFB50B-82C1-4139-BD55-183DD72768FE}" type="sibTrans" cxnId="{3DAF68DD-9462-4FD9-B23D-CF82E2F735B7}">
      <dgm:prSet/>
      <dgm:spPr/>
      <dgm:t>
        <a:bodyPr/>
        <a:lstStyle/>
        <a:p>
          <a:pPr algn="just"/>
          <a:endParaRPr lang="en-IN"/>
        </a:p>
      </dgm:t>
    </dgm:pt>
    <dgm:pt modelId="{6CF8CAF1-CAC4-4D34-B0FB-5F5F179DC99D}">
      <dgm:prSet phldrT="[Text]"/>
      <dgm:spPr/>
      <dgm:t>
        <a:bodyPr/>
        <a:lstStyle/>
        <a:p>
          <a:pPr algn="just"/>
          <a:r>
            <a:rPr lang="en-US" dirty="0"/>
            <a:t>Antibody</a:t>
          </a:r>
          <a:endParaRPr lang="en-IN" dirty="0"/>
        </a:p>
      </dgm:t>
    </dgm:pt>
    <dgm:pt modelId="{EBB6BE97-254F-4375-97B5-7E3B947E4770}" type="parTrans" cxnId="{911972FA-E2AE-494C-9E6E-409080F9D23D}">
      <dgm:prSet/>
      <dgm:spPr/>
      <dgm:t>
        <a:bodyPr/>
        <a:lstStyle/>
        <a:p>
          <a:pPr algn="just"/>
          <a:endParaRPr lang="en-IN"/>
        </a:p>
      </dgm:t>
    </dgm:pt>
    <dgm:pt modelId="{91F6336D-6FA6-477A-820E-D16F25EF4F5A}" type="sibTrans" cxnId="{911972FA-E2AE-494C-9E6E-409080F9D23D}">
      <dgm:prSet/>
      <dgm:spPr/>
      <dgm:t>
        <a:bodyPr/>
        <a:lstStyle/>
        <a:p>
          <a:pPr algn="just"/>
          <a:endParaRPr lang="en-IN"/>
        </a:p>
      </dgm:t>
    </dgm:pt>
    <dgm:pt modelId="{68E0D081-3938-4380-8C1C-689CCCFD9F0E}" type="pres">
      <dgm:prSet presAssocID="{590249D3-2621-4CD0-8AF7-333A78B168E5}" presName="linear" presStyleCnt="0">
        <dgm:presLayoutVars>
          <dgm:animLvl val="lvl"/>
          <dgm:resizeHandles val="exact"/>
        </dgm:presLayoutVars>
      </dgm:prSet>
      <dgm:spPr/>
    </dgm:pt>
    <dgm:pt modelId="{7982C2D1-C5D3-41DC-B1A1-3A85C3531642}" type="pres">
      <dgm:prSet presAssocID="{EDB40416-9172-4EF9-BAF0-A00AE9CE4E0C}" presName="parentText" presStyleLbl="node1" presStyleIdx="0" presStyleCnt="2">
        <dgm:presLayoutVars>
          <dgm:chMax val="0"/>
          <dgm:bulletEnabled val="1"/>
        </dgm:presLayoutVars>
      </dgm:prSet>
      <dgm:spPr/>
    </dgm:pt>
    <dgm:pt modelId="{43096056-52B7-49A0-B818-7D125A485A89}" type="pres">
      <dgm:prSet presAssocID="{79E8B074-E0FE-4E55-A32D-8A5FACCE2D82}" presName="spacer" presStyleCnt="0"/>
      <dgm:spPr/>
    </dgm:pt>
    <dgm:pt modelId="{1F2658B9-0C7E-4F7A-BB4D-CE44543D46AC}" type="pres">
      <dgm:prSet presAssocID="{0BE3378E-83F4-47C3-8B82-1ABA22EC713B}" presName="parentText" presStyleLbl="node1" presStyleIdx="1" presStyleCnt="2">
        <dgm:presLayoutVars>
          <dgm:chMax val="0"/>
          <dgm:bulletEnabled val="1"/>
        </dgm:presLayoutVars>
      </dgm:prSet>
      <dgm:spPr/>
    </dgm:pt>
    <dgm:pt modelId="{31E61F07-90E3-430E-A26A-BC59DA393F36}" type="pres">
      <dgm:prSet presAssocID="{0BE3378E-83F4-47C3-8B82-1ABA22EC713B}" presName="childText" presStyleLbl="revTx" presStyleIdx="0" presStyleCnt="1">
        <dgm:presLayoutVars>
          <dgm:bulletEnabled val="1"/>
        </dgm:presLayoutVars>
      </dgm:prSet>
      <dgm:spPr/>
    </dgm:pt>
  </dgm:ptLst>
  <dgm:cxnLst>
    <dgm:cxn modelId="{C9D48300-D40E-41A9-BD5E-0A3534B14F67}" srcId="{590249D3-2621-4CD0-8AF7-333A78B168E5}" destId="{EDB40416-9172-4EF9-BAF0-A00AE9CE4E0C}" srcOrd="0" destOrd="0" parTransId="{CE933D1B-62B8-4486-BA1E-96C8DA75D5A0}" sibTransId="{79E8B074-E0FE-4E55-A32D-8A5FACCE2D82}"/>
    <dgm:cxn modelId="{BC856806-51D2-4034-AC8D-A96045FE4DDD}" type="presOf" srcId="{FAC5709E-B4E7-4E97-ADB9-E4F0108476F7}" destId="{31E61F07-90E3-430E-A26A-BC59DA393F36}" srcOrd="0" destOrd="1" presId="urn:microsoft.com/office/officeart/2005/8/layout/vList2"/>
    <dgm:cxn modelId="{2C6EDD29-5627-4FFE-9354-8377036FBDC9}" srcId="{0BE3378E-83F4-47C3-8B82-1ABA22EC713B}" destId="{0DE2FA00-B8B9-476F-99BE-12F5467C3C19}" srcOrd="5" destOrd="0" parTransId="{0166F13A-987C-4BDC-9531-9D538E74588C}" sibTransId="{CD392DEF-B255-4426-B2D8-A3FAE024092E}"/>
    <dgm:cxn modelId="{AC5C782A-FC4B-4D0B-9D7D-BC7D09F1B730}" type="presOf" srcId="{0BE3378E-83F4-47C3-8B82-1ABA22EC713B}" destId="{1F2658B9-0C7E-4F7A-BB4D-CE44543D46AC}" srcOrd="0" destOrd="0" presId="urn:microsoft.com/office/officeart/2005/8/layout/vList2"/>
    <dgm:cxn modelId="{54369634-A9BC-4F63-81F7-6CB11A1F0E2A}" srcId="{0BE3378E-83F4-47C3-8B82-1ABA22EC713B}" destId="{FAC5709E-B4E7-4E97-ADB9-E4F0108476F7}" srcOrd="1" destOrd="0" parTransId="{93EBE571-7954-4812-8E5D-9DBA52F3E6CE}" sibTransId="{75C1564B-7E63-4076-AE52-5BFECBD1C3D9}"/>
    <dgm:cxn modelId="{9DB9D15D-B593-40C5-BD56-5EE0B4F891CE}" type="presOf" srcId="{1EAD3DFE-B322-4812-A24F-F0F00C8ECAB4}" destId="{31E61F07-90E3-430E-A26A-BC59DA393F36}" srcOrd="0" destOrd="2" presId="urn:microsoft.com/office/officeart/2005/8/layout/vList2"/>
    <dgm:cxn modelId="{CDDE734D-769A-4ABF-9895-572C1DEE99F2}" srcId="{0BE3378E-83F4-47C3-8B82-1ABA22EC713B}" destId="{C1F97BCC-CA05-47C8-A215-2F64687C8134}" srcOrd="3" destOrd="0" parTransId="{9E280184-807D-42A0-A8C2-47456CA8900F}" sibTransId="{237B2672-E064-4DCB-99FE-2EDCE1D0BCAE}"/>
    <dgm:cxn modelId="{50683F72-020D-4CD8-8171-FEBD47CFB3DF}" type="presOf" srcId="{EAD91506-A527-4EA1-B842-88CE05FACD45}" destId="{31E61F07-90E3-430E-A26A-BC59DA393F36}" srcOrd="0" destOrd="4" presId="urn:microsoft.com/office/officeart/2005/8/layout/vList2"/>
    <dgm:cxn modelId="{677C7572-FBAB-4FAD-95AA-B20443B44C52}" type="presOf" srcId="{0DE2FA00-B8B9-476F-99BE-12F5467C3C19}" destId="{31E61F07-90E3-430E-A26A-BC59DA393F36}" srcOrd="0" destOrd="5" presId="urn:microsoft.com/office/officeart/2005/8/layout/vList2"/>
    <dgm:cxn modelId="{3E923E73-BACA-4AA0-9906-BF9BE63E79D6}" srcId="{0BE3378E-83F4-47C3-8B82-1ABA22EC713B}" destId="{1EAD3DFE-B322-4812-A24F-F0F00C8ECAB4}" srcOrd="2" destOrd="0" parTransId="{84592C42-A16B-40EE-9BF4-C218E592E046}" sibTransId="{D21BDA10-806F-4B12-8D37-A3F5BEDA82B4}"/>
    <dgm:cxn modelId="{0ACCC57A-F4A8-43C6-A8C7-D478600466DD}" type="presOf" srcId="{C1F97BCC-CA05-47C8-A215-2F64687C8134}" destId="{31E61F07-90E3-430E-A26A-BC59DA393F36}" srcOrd="0" destOrd="3" presId="urn:microsoft.com/office/officeart/2005/8/layout/vList2"/>
    <dgm:cxn modelId="{4B75F88F-E30F-46A4-BDDA-BFBF4DD2F6B5}" srcId="{0BE3378E-83F4-47C3-8B82-1ABA22EC713B}" destId="{8BABB0FA-77B3-4C75-A001-32063B89947A}" srcOrd="6" destOrd="0" parTransId="{95D8B34E-35F2-4F95-9A4E-3B67BF5528C0}" sibTransId="{45AF4698-7235-4D84-A8F0-1A2E253A3E06}"/>
    <dgm:cxn modelId="{C4DCF99E-396B-405F-A29C-DB35FDF21A42}" type="presOf" srcId="{57CFC105-397C-4D94-9F22-B873B043376A}" destId="{31E61F07-90E3-430E-A26A-BC59DA393F36}" srcOrd="0" destOrd="7" presId="urn:microsoft.com/office/officeart/2005/8/layout/vList2"/>
    <dgm:cxn modelId="{DA9D5EA6-14EA-4B89-B8AE-0504EDC2F523}" srcId="{590249D3-2621-4CD0-8AF7-333A78B168E5}" destId="{0BE3378E-83F4-47C3-8B82-1ABA22EC713B}" srcOrd="1" destOrd="0" parTransId="{FAA248C1-3265-414F-A1F8-5AB7967A31C6}" sibTransId="{AA943B23-70C0-4FCF-B2D2-9E2CA44423BF}"/>
    <dgm:cxn modelId="{E3AA7FA8-0F87-47CF-AF15-E8314FF015EA}" type="presOf" srcId="{8BABB0FA-77B3-4C75-A001-32063B89947A}" destId="{31E61F07-90E3-430E-A26A-BC59DA393F36}" srcOrd="0" destOrd="6" presId="urn:microsoft.com/office/officeart/2005/8/layout/vList2"/>
    <dgm:cxn modelId="{BE51A8A9-E73E-47D5-8BB3-F93D27C455FC}" type="presOf" srcId="{EDB40416-9172-4EF9-BAF0-A00AE9CE4E0C}" destId="{7982C2D1-C5D3-41DC-B1A1-3A85C3531642}" srcOrd="0" destOrd="0" presId="urn:microsoft.com/office/officeart/2005/8/layout/vList2"/>
    <dgm:cxn modelId="{7490A1AE-E675-442A-BC50-ADEF11B93345}" type="presOf" srcId="{590249D3-2621-4CD0-8AF7-333A78B168E5}" destId="{68E0D081-3938-4380-8C1C-689CCCFD9F0E}" srcOrd="0" destOrd="0" presId="urn:microsoft.com/office/officeart/2005/8/layout/vList2"/>
    <dgm:cxn modelId="{B1A826CC-462F-4572-BEF3-A4E0C30C7307}" type="presOf" srcId="{C263A7DB-C8F6-4D03-A493-0D192F38CB8D}" destId="{31E61F07-90E3-430E-A26A-BC59DA393F36}" srcOrd="0" destOrd="0" presId="urn:microsoft.com/office/officeart/2005/8/layout/vList2"/>
    <dgm:cxn modelId="{90E58BD1-1B5A-4002-B028-E29E72D677D3}" srcId="{0BE3378E-83F4-47C3-8B82-1ABA22EC713B}" destId="{EAD91506-A527-4EA1-B842-88CE05FACD45}" srcOrd="4" destOrd="0" parTransId="{948CD9C8-FD29-4803-96C4-3BA2FFFC8D1F}" sibTransId="{10795B3F-0D6C-4A9A-88E5-BD5E00B7A6AB}"/>
    <dgm:cxn modelId="{3DAF68DD-9462-4FD9-B23D-CF82E2F735B7}" srcId="{0BE3378E-83F4-47C3-8B82-1ABA22EC713B}" destId="{57CFC105-397C-4D94-9F22-B873B043376A}" srcOrd="7" destOrd="0" parTransId="{E62DA50B-132D-400A-9370-567882979A6B}" sibTransId="{EEAFB50B-82C1-4139-BD55-183DD72768FE}"/>
    <dgm:cxn modelId="{6CEBB1F3-9D5A-4F97-93CA-540DBEFE0E4A}" srcId="{0BE3378E-83F4-47C3-8B82-1ABA22EC713B}" destId="{C263A7DB-C8F6-4D03-A493-0D192F38CB8D}" srcOrd="0" destOrd="0" parTransId="{661D060E-6872-4345-B2D7-D65A28960DF5}" sibTransId="{BF8CBE7B-B746-4095-AFE7-C47DB17E1B9D}"/>
    <dgm:cxn modelId="{F64CFDF9-C292-4DB6-B11B-A4BD1F411595}" type="presOf" srcId="{6CF8CAF1-CAC4-4D34-B0FB-5F5F179DC99D}" destId="{31E61F07-90E3-430E-A26A-BC59DA393F36}" srcOrd="0" destOrd="8" presId="urn:microsoft.com/office/officeart/2005/8/layout/vList2"/>
    <dgm:cxn modelId="{911972FA-E2AE-494C-9E6E-409080F9D23D}" srcId="{0BE3378E-83F4-47C3-8B82-1ABA22EC713B}" destId="{6CF8CAF1-CAC4-4D34-B0FB-5F5F179DC99D}" srcOrd="8" destOrd="0" parTransId="{EBB6BE97-254F-4375-97B5-7E3B947E4770}" sibTransId="{91F6336D-6FA6-477A-820E-D16F25EF4F5A}"/>
    <dgm:cxn modelId="{2094D3CA-BBE4-4038-8C7E-3CE33D0E4EB3}" type="presParOf" srcId="{68E0D081-3938-4380-8C1C-689CCCFD9F0E}" destId="{7982C2D1-C5D3-41DC-B1A1-3A85C3531642}" srcOrd="0" destOrd="0" presId="urn:microsoft.com/office/officeart/2005/8/layout/vList2"/>
    <dgm:cxn modelId="{54443220-E352-410B-A5A5-0DCE5451AC4F}" type="presParOf" srcId="{68E0D081-3938-4380-8C1C-689CCCFD9F0E}" destId="{43096056-52B7-49A0-B818-7D125A485A89}" srcOrd="1" destOrd="0" presId="urn:microsoft.com/office/officeart/2005/8/layout/vList2"/>
    <dgm:cxn modelId="{5EC1E53D-31E4-4081-BE8A-F00C925A92BD}" type="presParOf" srcId="{68E0D081-3938-4380-8C1C-689CCCFD9F0E}" destId="{1F2658B9-0C7E-4F7A-BB4D-CE44543D46AC}" srcOrd="2" destOrd="0" presId="urn:microsoft.com/office/officeart/2005/8/layout/vList2"/>
    <dgm:cxn modelId="{98EA1388-EA19-470A-8CB9-615A17CF759F}" type="presParOf" srcId="{68E0D081-3938-4380-8C1C-689CCCFD9F0E}" destId="{31E61F07-90E3-430E-A26A-BC59DA393F36}"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1E29008-AA54-468B-819F-3846E1643055}"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IN"/>
        </a:p>
      </dgm:t>
    </dgm:pt>
    <dgm:pt modelId="{23AF3497-20F3-4B95-8C2B-41A1A54757A5}">
      <dgm:prSet phldrT="[Text]" custT="1"/>
      <dgm:spPr/>
      <dgm:t>
        <a:bodyPr/>
        <a:lstStyle/>
        <a:p>
          <a:pPr algn="just"/>
          <a:r>
            <a:rPr lang="en-US" sz="2800" b="1" dirty="0">
              <a:latin typeface="+mn-lt"/>
            </a:rPr>
            <a:t>Advantages:</a:t>
          </a:r>
          <a:endParaRPr lang="en-IN" sz="2800" b="1" dirty="0">
            <a:latin typeface="+mn-lt"/>
          </a:endParaRPr>
        </a:p>
      </dgm:t>
    </dgm:pt>
    <dgm:pt modelId="{619BD571-862F-402A-9549-714FCCD912D5}" type="parTrans" cxnId="{895C17B5-5AB9-4098-9AF6-341FA4F5041E}">
      <dgm:prSet/>
      <dgm:spPr/>
      <dgm:t>
        <a:bodyPr/>
        <a:lstStyle/>
        <a:p>
          <a:endParaRPr lang="en-IN">
            <a:latin typeface="+mn-lt"/>
          </a:endParaRPr>
        </a:p>
      </dgm:t>
    </dgm:pt>
    <dgm:pt modelId="{E074C2D5-2512-43A0-867E-A269131919D7}" type="sibTrans" cxnId="{895C17B5-5AB9-4098-9AF6-341FA4F5041E}">
      <dgm:prSet/>
      <dgm:spPr/>
      <dgm:t>
        <a:bodyPr/>
        <a:lstStyle/>
        <a:p>
          <a:endParaRPr lang="en-IN">
            <a:latin typeface="+mn-lt"/>
          </a:endParaRPr>
        </a:p>
      </dgm:t>
    </dgm:pt>
    <dgm:pt modelId="{FF19DFE5-720D-4FA6-9134-89695926C863}">
      <dgm:prSet phldrT="[Text]" custT="1"/>
      <dgm:spPr/>
      <dgm:t>
        <a:bodyPr/>
        <a:lstStyle/>
        <a:p>
          <a:pPr algn="just"/>
          <a:r>
            <a:rPr lang="en-US" sz="2800" b="0" dirty="0">
              <a:latin typeface="+mn-lt"/>
            </a:rPr>
            <a:t>No need of frequent recalibration </a:t>
          </a:r>
          <a:r>
            <a:rPr lang="en-US" sz="1600" b="1" dirty="0">
              <a:latin typeface="+mn-lt"/>
            </a:rPr>
            <a:t>(instrument check—whether working accurately). </a:t>
          </a:r>
          <a:endParaRPr lang="en-IN" sz="2800" b="1" dirty="0">
            <a:latin typeface="+mn-lt"/>
          </a:endParaRPr>
        </a:p>
      </dgm:t>
    </dgm:pt>
    <dgm:pt modelId="{10C793D1-8F13-4611-85AA-1F696C61770E}" type="parTrans" cxnId="{D408D752-8931-4EF6-BB8F-E1BB7040188C}">
      <dgm:prSet/>
      <dgm:spPr/>
      <dgm:t>
        <a:bodyPr/>
        <a:lstStyle/>
        <a:p>
          <a:endParaRPr lang="en-IN">
            <a:latin typeface="+mn-lt"/>
          </a:endParaRPr>
        </a:p>
      </dgm:t>
    </dgm:pt>
    <dgm:pt modelId="{88B38062-036D-46B0-9E06-A3E69AC9C630}" type="sibTrans" cxnId="{D408D752-8931-4EF6-BB8F-E1BB7040188C}">
      <dgm:prSet/>
      <dgm:spPr/>
      <dgm:t>
        <a:bodyPr/>
        <a:lstStyle/>
        <a:p>
          <a:endParaRPr lang="en-IN">
            <a:latin typeface="+mn-lt"/>
          </a:endParaRPr>
        </a:p>
      </dgm:t>
    </dgm:pt>
    <dgm:pt modelId="{3126C58A-19FB-454C-B833-134FDD21A498}">
      <dgm:prSet phldrT="[Text]" custT="1"/>
      <dgm:spPr/>
      <dgm:t>
        <a:bodyPr/>
        <a:lstStyle/>
        <a:p>
          <a:pPr algn="just"/>
          <a:r>
            <a:rPr lang="en-US" sz="2800" b="1" dirty="0">
              <a:latin typeface="+mn-lt"/>
            </a:rPr>
            <a:t>Uses:</a:t>
          </a:r>
          <a:r>
            <a:rPr lang="en-US" sz="2800" b="0" dirty="0">
              <a:latin typeface="+mn-lt"/>
            </a:rPr>
            <a:t> </a:t>
          </a:r>
          <a:endParaRPr lang="en-IN" sz="2800" b="0" dirty="0">
            <a:latin typeface="+mn-lt"/>
          </a:endParaRPr>
        </a:p>
      </dgm:t>
    </dgm:pt>
    <dgm:pt modelId="{AA3A106C-5DF2-49BC-83C4-C3E521A90EA5}" type="parTrans" cxnId="{1C7E4C41-029B-412D-BF39-0C00D551152C}">
      <dgm:prSet/>
      <dgm:spPr/>
      <dgm:t>
        <a:bodyPr/>
        <a:lstStyle/>
        <a:p>
          <a:endParaRPr lang="en-IN">
            <a:latin typeface="+mn-lt"/>
          </a:endParaRPr>
        </a:p>
      </dgm:t>
    </dgm:pt>
    <dgm:pt modelId="{BA7AF68E-4971-4C7E-BB21-B6BFCD89B7E1}" type="sibTrans" cxnId="{1C7E4C41-029B-412D-BF39-0C00D551152C}">
      <dgm:prSet/>
      <dgm:spPr/>
      <dgm:t>
        <a:bodyPr/>
        <a:lstStyle/>
        <a:p>
          <a:endParaRPr lang="en-IN">
            <a:latin typeface="+mn-lt"/>
          </a:endParaRPr>
        </a:p>
      </dgm:t>
    </dgm:pt>
    <dgm:pt modelId="{60D6CCE1-1338-4CAE-AC91-D8ABB9ADC1E3}">
      <dgm:prSet phldrT="[Text]" custT="1"/>
      <dgm:spPr/>
      <dgm:t>
        <a:bodyPr/>
        <a:lstStyle/>
        <a:p>
          <a:pPr algn="just"/>
          <a:r>
            <a:rPr lang="en-US" sz="2800" b="0" dirty="0">
              <a:latin typeface="+mn-lt"/>
            </a:rPr>
            <a:t>Detection of : </a:t>
          </a:r>
          <a:r>
            <a:rPr lang="en-US" sz="2800" b="1" dirty="0">
              <a:latin typeface="+mn-lt"/>
            </a:rPr>
            <a:t>Pesticides</a:t>
          </a:r>
          <a:r>
            <a:rPr lang="en-US" sz="2800" b="0" dirty="0">
              <a:latin typeface="+mn-lt"/>
            </a:rPr>
            <a:t> and </a:t>
          </a:r>
          <a:r>
            <a:rPr lang="en-US" sz="2800" b="1" dirty="0">
              <a:latin typeface="+mn-lt"/>
            </a:rPr>
            <a:t>Pathogenic bacteria</a:t>
          </a:r>
          <a:endParaRPr lang="en-IN" sz="2800" b="1" dirty="0">
            <a:latin typeface="+mn-lt"/>
          </a:endParaRPr>
        </a:p>
      </dgm:t>
    </dgm:pt>
    <dgm:pt modelId="{17ECFBA3-67B8-4ABE-B8DE-F7F0F2BAB42A}" type="parTrans" cxnId="{86445C9A-C43E-454B-A3F4-8853C9479DC0}">
      <dgm:prSet/>
      <dgm:spPr/>
      <dgm:t>
        <a:bodyPr/>
        <a:lstStyle/>
        <a:p>
          <a:endParaRPr lang="en-IN">
            <a:latin typeface="+mn-lt"/>
          </a:endParaRPr>
        </a:p>
      </dgm:t>
    </dgm:pt>
    <dgm:pt modelId="{942A3574-E823-4010-8C80-CA6BEA5851E4}" type="sibTrans" cxnId="{86445C9A-C43E-454B-A3F4-8853C9479DC0}">
      <dgm:prSet/>
      <dgm:spPr/>
      <dgm:t>
        <a:bodyPr/>
        <a:lstStyle/>
        <a:p>
          <a:endParaRPr lang="en-IN">
            <a:latin typeface="+mn-lt"/>
          </a:endParaRPr>
        </a:p>
      </dgm:t>
    </dgm:pt>
    <dgm:pt modelId="{820F7601-C5BC-428F-B379-57FED1C25408}">
      <dgm:prSet phldrT="[Text]" custT="1"/>
      <dgm:spPr/>
      <dgm:t>
        <a:bodyPr/>
        <a:lstStyle/>
        <a:p>
          <a:pPr algn="just"/>
          <a:r>
            <a:rPr lang="en-US" sz="2800" dirty="0"/>
            <a:t>The reaction </a:t>
          </a:r>
          <a:r>
            <a:rPr lang="en-US" sz="2800" b="1" dirty="0"/>
            <a:t>takes place in a small enzyme reactor</a:t>
          </a:r>
          <a:r>
            <a:rPr lang="en-US" sz="2800" dirty="0"/>
            <a:t>. </a:t>
          </a:r>
          <a:endParaRPr lang="en-IN" sz="2800" b="0" dirty="0">
            <a:latin typeface="+mn-lt"/>
          </a:endParaRPr>
        </a:p>
      </dgm:t>
    </dgm:pt>
    <dgm:pt modelId="{73017C8D-D529-4F5D-8720-8AA0E09ADE5A}" type="parTrans" cxnId="{FC8553B0-C8E3-49D3-8D07-9093B8895BC5}">
      <dgm:prSet/>
      <dgm:spPr/>
      <dgm:t>
        <a:bodyPr/>
        <a:lstStyle/>
        <a:p>
          <a:endParaRPr lang="en-IN"/>
        </a:p>
      </dgm:t>
    </dgm:pt>
    <dgm:pt modelId="{C778F324-A4FF-4F47-812C-B283094FFDB0}" type="sibTrans" cxnId="{FC8553B0-C8E3-49D3-8D07-9093B8895BC5}">
      <dgm:prSet/>
      <dgm:spPr/>
      <dgm:t>
        <a:bodyPr/>
        <a:lstStyle/>
        <a:p>
          <a:endParaRPr lang="en-IN"/>
        </a:p>
      </dgm:t>
    </dgm:pt>
    <dgm:pt modelId="{77679E81-0B0F-4FBA-BAA7-8F4413353EC7}">
      <dgm:prSet custT="1"/>
      <dgm:spPr/>
      <dgm:t>
        <a:bodyPr/>
        <a:lstStyle/>
        <a:p>
          <a:pPr algn="just"/>
          <a:r>
            <a:rPr lang="en-US" sz="2800" dirty="0"/>
            <a:t>As the substrate enters the bed, it gets converted to a product and heat is generated.</a:t>
          </a:r>
          <a:endParaRPr lang="en-IN" sz="2800" b="1" dirty="0">
            <a:latin typeface="+mn-lt"/>
          </a:endParaRPr>
        </a:p>
      </dgm:t>
    </dgm:pt>
    <dgm:pt modelId="{1D404370-0552-477D-BB1C-67CE0D6B611A}" type="parTrans" cxnId="{BF61C7C4-FCA4-4874-A412-63477225476E}">
      <dgm:prSet/>
      <dgm:spPr/>
      <dgm:t>
        <a:bodyPr/>
        <a:lstStyle/>
        <a:p>
          <a:endParaRPr lang="en-IN"/>
        </a:p>
      </dgm:t>
    </dgm:pt>
    <dgm:pt modelId="{7C7E78A9-BDC3-42BC-8147-679F3010F295}" type="sibTrans" cxnId="{BF61C7C4-FCA4-4874-A412-63477225476E}">
      <dgm:prSet/>
      <dgm:spPr/>
      <dgm:t>
        <a:bodyPr/>
        <a:lstStyle/>
        <a:p>
          <a:endParaRPr lang="en-IN"/>
        </a:p>
      </dgm:t>
    </dgm:pt>
    <dgm:pt modelId="{857B6F56-DEC5-4F21-A517-3EA113FD546E}">
      <dgm:prSet phldrT="[Text]" custT="1"/>
      <dgm:spPr/>
      <dgm:t>
        <a:bodyPr/>
        <a:lstStyle/>
        <a:p>
          <a:pPr algn="just"/>
          <a:r>
            <a:rPr lang="en-IN" sz="2800" b="1" dirty="0" err="1">
              <a:latin typeface="+mn-lt"/>
            </a:rPr>
            <a:t>e.g</a:t>
          </a:r>
          <a:r>
            <a:rPr lang="en-IN" sz="2800" b="1" dirty="0">
              <a:latin typeface="+mn-lt"/>
            </a:rPr>
            <a:t>: </a:t>
          </a:r>
          <a:r>
            <a:rPr lang="en-US" sz="2800" dirty="0"/>
            <a:t>When cholesterol gets oxidized by the enzyme cholesterol oxidase, heat is generated which can be measured. </a:t>
          </a:r>
          <a:endParaRPr lang="en-IN" sz="2800" b="1" dirty="0">
            <a:latin typeface="+mn-lt"/>
          </a:endParaRPr>
        </a:p>
      </dgm:t>
    </dgm:pt>
    <dgm:pt modelId="{697FAD70-AEA8-4B94-B36E-B2711CA0954D}" type="parTrans" cxnId="{6FC4958E-A5FE-4108-BFDD-7CCD25E35F18}">
      <dgm:prSet/>
      <dgm:spPr/>
      <dgm:t>
        <a:bodyPr/>
        <a:lstStyle/>
        <a:p>
          <a:endParaRPr lang="en-IN"/>
        </a:p>
      </dgm:t>
    </dgm:pt>
    <dgm:pt modelId="{91BD8CE2-2E25-4736-9580-2AB615745087}" type="sibTrans" cxnId="{6FC4958E-A5FE-4108-BFDD-7CCD25E35F18}">
      <dgm:prSet/>
      <dgm:spPr/>
      <dgm:t>
        <a:bodyPr/>
        <a:lstStyle/>
        <a:p>
          <a:endParaRPr lang="en-IN"/>
        </a:p>
      </dgm:t>
    </dgm:pt>
    <dgm:pt modelId="{904B0D99-DC25-4EB7-9166-0D84DC941E49}">
      <dgm:prSet phldrT="[Text]" custT="1"/>
      <dgm:spPr/>
      <dgm:t>
        <a:bodyPr/>
        <a:lstStyle/>
        <a:p>
          <a:pPr algn="just"/>
          <a:r>
            <a:rPr lang="en-US" sz="2800" b="1" dirty="0">
              <a:latin typeface="+mn-lt"/>
            </a:rPr>
            <a:t>Temperature is measured by Thermistors.</a:t>
          </a:r>
          <a:endParaRPr lang="en-IN" sz="2800" b="1" dirty="0">
            <a:latin typeface="+mn-lt"/>
          </a:endParaRPr>
        </a:p>
      </dgm:t>
    </dgm:pt>
    <dgm:pt modelId="{E70A0506-012F-4CF5-8BB4-AC45B9ED3006}" type="sibTrans" cxnId="{C0F135FA-903B-4E0B-AAC7-8D2A7A41FE3C}">
      <dgm:prSet/>
      <dgm:spPr/>
      <dgm:t>
        <a:bodyPr/>
        <a:lstStyle/>
        <a:p>
          <a:pPr algn="just"/>
          <a:endParaRPr lang="en-IN">
            <a:latin typeface="+mn-lt"/>
          </a:endParaRPr>
        </a:p>
      </dgm:t>
    </dgm:pt>
    <dgm:pt modelId="{1C760170-7083-4D5D-A8A0-4BB5B1F1D5F0}" type="parTrans" cxnId="{C0F135FA-903B-4E0B-AAC7-8D2A7A41FE3C}">
      <dgm:prSet/>
      <dgm:spPr/>
      <dgm:t>
        <a:bodyPr/>
        <a:lstStyle/>
        <a:p>
          <a:pPr algn="just"/>
          <a:endParaRPr lang="en-IN">
            <a:latin typeface="+mn-lt"/>
          </a:endParaRPr>
        </a:p>
      </dgm:t>
    </dgm:pt>
    <dgm:pt modelId="{07C660D4-DEEF-4200-8051-9BBC0D51808C}">
      <dgm:prSet phldrT="[Text]" custT="1"/>
      <dgm:spPr/>
      <dgm:t>
        <a:bodyPr/>
        <a:lstStyle/>
        <a:p>
          <a:pPr algn="just"/>
          <a:r>
            <a:rPr lang="en-US" sz="2800" b="0" i="0" dirty="0"/>
            <a:t>This type of </a:t>
          </a:r>
          <a:r>
            <a:rPr lang="en-US" sz="2800" b="1" i="0" dirty="0"/>
            <a:t>biosensor</a:t>
          </a:r>
          <a:r>
            <a:rPr lang="en-US" sz="2800" b="0" i="0" dirty="0"/>
            <a:t> is used to measures the change in temperature </a:t>
          </a:r>
          <a:endParaRPr lang="en-IN" sz="2800" b="1" dirty="0">
            <a:latin typeface="+mn-lt"/>
          </a:endParaRPr>
        </a:p>
      </dgm:t>
    </dgm:pt>
    <dgm:pt modelId="{8A646791-435E-481B-A2B1-1B8E8CBC2AAC}" type="sibTrans" cxnId="{5DE6907A-FB8A-42AC-AD4C-1AEE6211E9B5}">
      <dgm:prSet/>
      <dgm:spPr/>
      <dgm:t>
        <a:bodyPr/>
        <a:lstStyle/>
        <a:p>
          <a:endParaRPr lang="en-IN"/>
        </a:p>
      </dgm:t>
    </dgm:pt>
    <dgm:pt modelId="{D542AF39-1794-43C7-BD99-0C2003D1F3C4}" type="parTrans" cxnId="{5DE6907A-FB8A-42AC-AD4C-1AEE6211E9B5}">
      <dgm:prSet/>
      <dgm:spPr/>
      <dgm:t>
        <a:bodyPr/>
        <a:lstStyle/>
        <a:p>
          <a:endParaRPr lang="en-IN"/>
        </a:p>
      </dgm:t>
    </dgm:pt>
    <dgm:pt modelId="{A44A1904-B575-480C-B7A3-332C72D11262}">
      <dgm:prSet phldrT="[Text]" custT="1"/>
      <dgm:spPr/>
      <dgm:t>
        <a:bodyPr/>
        <a:lstStyle/>
        <a:p>
          <a:pPr algn="just"/>
          <a:endParaRPr lang="en-IN" sz="2000" dirty="0">
            <a:solidFill>
              <a:schemeClr val="tx1"/>
            </a:solidFill>
            <a:latin typeface="+mn-lt"/>
          </a:endParaRPr>
        </a:p>
      </dgm:t>
    </dgm:pt>
    <dgm:pt modelId="{8D5B8EB8-77F6-4F49-95F5-0B29409F6584}" type="sibTrans" cxnId="{CAAD01C7-D619-4C4C-88E4-6BE7C147EB63}">
      <dgm:prSet/>
      <dgm:spPr/>
      <dgm:t>
        <a:bodyPr/>
        <a:lstStyle/>
        <a:p>
          <a:pPr algn="just"/>
          <a:endParaRPr lang="en-IN">
            <a:latin typeface="+mn-lt"/>
          </a:endParaRPr>
        </a:p>
      </dgm:t>
    </dgm:pt>
    <dgm:pt modelId="{F0337DAE-D342-4224-8BD0-267A12188A2B}" type="parTrans" cxnId="{CAAD01C7-D619-4C4C-88E4-6BE7C147EB63}">
      <dgm:prSet/>
      <dgm:spPr/>
      <dgm:t>
        <a:bodyPr/>
        <a:lstStyle/>
        <a:p>
          <a:pPr algn="just"/>
          <a:endParaRPr lang="en-IN">
            <a:latin typeface="+mn-lt"/>
          </a:endParaRPr>
        </a:p>
      </dgm:t>
    </dgm:pt>
    <dgm:pt modelId="{0DDA311C-E96F-4FEA-AF8E-F7A4D964362D}" type="pres">
      <dgm:prSet presAssocID="{B1E29008-AA54-468B-819F-3846E1643055}" presName="linear" presStyleCnt="0">
        <dgm:presLayoutVars>
          <dgm:animLvl val="lvl"/>
          <dgm:resizeHandles val="exact"/>
        </dgm:presLayoutVars>
      </dgm:prSet>
      <dgm:spPr/>
    </dgm:pt>
    <dgm:pt modelId="{79A74AB1-1785-495D-A8F3-BF974D822EBE}" type="pres">
      <dgm:prSet presAssocID="{A44A1904-B575-480C-B7A3-332C72D11262}" presName="parentText" presStyleLbl="node1" presStyleIdx="0" presStyleCnt="1" custFlipVert="1" custScaleY="8700" custLinFactNeighborX="234" custLinFactNeighborY="-12808">
        <dgm:presLayoutVars>
          <dgm:chMax val="0"/>
          <dgm:bulletEnabled val="1"/>
        </dgm:presLayoutVars>
      </dgm:prSet>
      <dgm:spPr/>
    </dgm:pt>
    <dgm:pt modelId="{54711283-0469-4574-9479-3FE42D21351E}" type="pres">
      <dgm:prSet presAssocID="{A44A1904-B575-480C-B7A3-332C72D11262}" presName="childText" presStyleLbl="revTx" presStyleIdx="0" presStyleCnt="1" custLinFactY="-2477" custLinFactNeighborX="156" custLinFactNeighborY="-100000">
        <dgm:presLayoutVars>
          <dgm:bulletEnabled val="1"/>
        </dgm:presLayoutVars>
      </dgm:prSet>
      <dgm:spPr/>
    </dgm:pt>
  </dgm:ptLst>
  <dgm:cxnLst>
    <dgm:cxn modelId="{EC6DC30A-A27A-4580-9B5E-F55CC5551091}" type="presOf" srcId="{3126C58A-19FB-454C-B833-134FDD21A498}" destId="{54711283-0469-4574-9479-3FE42D21351E}" srcOrd="0" destOrd="6" presId="urn:microsoft.com/office/officeart/2005/8/layout/vList2"/>
    <dgm:cxn modelId="{E0A5AC22-D264-40BF-86AC-0B71873074B9}" type="presOf" srcId="{B1E29008-AA54-468B-819F-3846E1643055}" destId="{0DDA311C-E96F-4FEA-AF8E-F7A4D964362D}" srcOrd="0" destOrd="0" presId="urn:microsoft.com/office/officeart/2005/8/layout/vList2"/>
    <dgm:cxn modelId="{BDEF153D-36A1-4D07-9BDF-A7FC78AA014B}" type="presOf" srcId="{A44A1904-B575-480C-B7A3-332C72D11262}" destId="{79A74AB1-1785-495D-A8F3-BF974D822EBE}" srcOrd="0" destOrd="0" presId="urn:microsoft.com/office/officeart/2005/8/layout/vList2"/>
    <dgm:cxn modelId="{1C7E4C41-029B-412D-BF39-0C00D551152C}" srcId="{A44A1904-B575-480C-B7A3-332C72D11262}" destId="{3126C58A-19FB-454C-B833-134FDD21A498}" srcOrd="5" destOrd="0" parTransId="{AA3A106C-5DF2-49BC-83C4-C3E521A90EA5}" sibTransId="{BA7AF68E-4971-4C7E-BB21-B6BFCD89B7E1}"/>
    <dgm:cxn modelId="{63AD946A-748C-4501-9059-231C37B5828E}" type="presOf" srcId="{820F7601-C5BC-428F-B379-57FED1C25408}" destId="{54711283-0469-4574-9479-3FE42D21351E}" srcOrd="0" destOrd="2" presId="urn:microsoft.com/office/officeart/2005/8/layout/vList2"/>
    <dgm:cxn modelId="{4B72D54F-2DA9-4584-85D4-41A7AB7AFCB7}" type="presOf" srcId="{FF19DFE5-720D-4FA6-9134-89695926C863}" destId="{54711283-0469-4574-9479-3FE42D21351E}" srcOrd="0" destOrd="5" presId="urn:microsoft.com/office/officeart/2005/8/layout/vList2"/>
    <dgm:cxn modelId="{D408D752-8931-4EF6-BB8F-E1BB7040188C}" srcId="{23AF3497-20F3-4B95-8C2B-41A1A54757A5}" destId="{FF19DFE5-720D-4FA6-9134-89695926C863}" srcOrd="0" destOrd="0" parTransId="{10C793D1-8F13-4611-85AA-1F696C61770E}" sibTransId="{88B38062-036D-46B0-9E06-A3E69AC9C630}"/>
    <dgm:cxn modelId="{5DE6907A-FB8A-42AC-AD4C-1AEE6211E9B5}" srcId="{A44A1904-B575-480C-B7A3-332C72D11262}" destId="{07C660D4-DEEF-4200-8051-9BBC0D51808C}" srcOrd="0" destOrd="0" parTransId="{D542AF39-1794-43C7-BD99-0C2003D1F3C4}" sibTransId="{8A646791-435E-481B-A2B1-1B8E8CBC2AAC}"/>
    <dgm:cxn modelId="{6FC4958E-A5FE-4108-BFDD-7CCD25E35F18}" srcId="{3126C58A-19FB-454C-B833-134FDD21A498}" destId="{857B6F56-DEC5-4F21-A517-3EA113FD546E}" srcOrd="1" destOrd="0" parTransId="{697FAD70-AEA8-4B94-B36E-B2711CA0954D}" sibTransId="{91BD8CE2-2E25-4736-9580-2AB615745087}"/>
    <dgm:cxn modelId="{89385C8F-7736-4EC8-8EC0-4245542A9CBB}" type="presOf" srcId="{77679E81-0B0F-4FBA-BAA7-8F4413353EC7}" destId="{54711283-0469-4574-9479-3FE42D21351E}" srcOrd="0" destOrd="3" presId="urn:microsoft.com/office/officeart/2005/8/layout/vList2"/>
    <dgm:cxn modelId="{86445C9A-C43E-454B-A3F4-8853C9479DC0}" srcId="{3126C58A-19FB-454C-B833-134FDD21A498}" destId="{60D6CCE1-1338-4CAE-AC91-D8ABB9ADC1E3}" srcOrd="0" destOrd="0" parTransId="{17ECFBA3-67B8-4ABE-B8DE-F7F0F2BAB42A}" sibTransId="{942A3574-E823-4010-8C80-CA6BEA5851E4}"/>
    <dgm:cxn modelId="{F9BB6DAE-A31C-4D0B-90DA-5FE509AB952A}" type="presOf" srcId="{904B0D99-DC25-4EB7-9166-0D84DC941E49}" destId="{54711283-0469-4574-9479-3FE42D21351E}" srcOrd="0" destOrd="1" presId="urn:microsoft.com/office/officeart/2005/8/layout/vList2"/>
    <dgm:cxn modelId="{FC8553B0-C8E3-49D3-8D07-9093B8895BC5}" srcId="{A44A1904-B575-480C-B7A3-332C72D11262}" destId="{820F7601-C5BC-428F-B379-57FED1C25408}" srcOrd="2" destOrd="0" parTransId="{73017C8D-D529-4F5D-8720-8AA0E09ADE5A}" sibTransId="{C778F324-A4FF-4F47-812C-B283094FFDB0}"/>
    <dgm:cxn modelId="{A034F6B4-E83F-48D4-9CED-FCE51CB1497E}" type="presOf" srcId="{07C660D4-DEEF-4200-8051-9BBC0D51808C}" destId="{54711283-0469-4574-9479-3FE42D21351E}" srcOrd="0" destOrd="0" presId="urn:microsoft.com/office/officeart/2005/8/layout/vList2"/>
    <dgm:cxn modelId="{895C17B5-5AB9-4098-9AF6-341FA4F5041E}" srcId="{A44A1904-B575-480C-B7A3-332C72D11262}" destId="{23AF3497-20F3-4B95-8C2B-41A1A54757A5}" srcOrd="4" destOrd="0" parTransId="{619BD571-862F-402A-9549-714FCCD912D5}" sibTransId="{E074C2D5-2512-43A0-867E-A269131919D7}"/>
    <dgm:cxn modelId="{A53CF3C3-ECB9-4011-8E5A-276F1CD38E34}" type="presOf" srcId="{23AF3497-20F3-4B95-8C2B-41A1A54757A5}" destId="{54711283-0469-4574-9479-3FE42D21351E}" srcOrd="0" destOrd="4" presId="urn:microsoft.com/office/officeart/2005/8/layout/vList2"/>
    <dgm:cxn modelId="{BF61C7C4-FCA4-4874-A412-63477225476E}" srcId="{A44A1904-B575-480C-B7A3-332C72D11262}" destId="{77679E81-0B0F-4FBA-BAA7-8F4413353EC7}" srcOrd="3" destOrd="0" parTransId="{1D404370-0552-477D-BB1C-67CE0D6B611A}" sibTransId="{7C7E78A9-BDC3-42BC-8147-679F3010F295}"/>
    <dgm:cxn modelId="{CAAD01C7-D619-4C4C-88E4-6BE7C147EB63}" srcId="{B1E29008-AA54-468B-819F-3846E1643055}" destId="{A44A1904-B575-480C-B7A3-332C72D11262}" srcOrd="0" destOrd="0" parTransId="{F0337DAE-D342-4224-8BD0-267A12188A2B}" sibTransId="{8D5B8EB8-77F6-4F49-95F5-0B29409F6584}"/>
    <dgm:cxn modelId="{4CDB1AD6-8749-4D78-9603-272029A53F52}" type="presOf" srcId="{857B6F56-DEC5-4F21-A517-3EA113FD546E}" destId="{54711283-0469-4574-9479-3FE42D21351E}" srcOrd="0" destOrd="8" presId="urn:microsoft.com/office/officeart/2005/8/layout/vList2"/>
    <dgm:cxn modelId="{072C53E5-3F31-4C0C-948E-2E9652A36128}" type="presOf" srcId="{60D6CCE1-1338-4CAE-AC91-D8ABB9ADC1E3}" destId="{54711283-0469-4574-9479-3FE42D21351E}" srcOrd="0" destOrd="7" presId="urn:microsoft.com/office/officeart/2005/8/layout/vList2"/>
    <dgm:cxn modelId="{C0F135FA-903B-4E0B-AAC7-8D2A7A41FE3C}" srcId="{A44A1904-B575-480C-B7A3-332C72D11262}" destId="{904B0D99-DC25-4EB7-9166-0D84DC941E49}" srcOrd="1" destOrd="0" parTransId="{1C760170-7083-4D5D-A8A0-4BB5B1F1D5F0}" sibTransId="{E70A0506-012F-4CF5-8BB4-AC45B9ED3006}"/>
    <dgm:cxn modelId="{1D7D633C-3272-404B-A07D-685CAE4539FA}" type="presParOf" srcId="{0DDA311C-E96F-4FEA-AF8E-F7A4D964362D}" destId="{79A74AB1-1785-495D-A8F3-BF974D822EBE}" srcOrd="0" destOrd="0" presId="urn:microsoft.com/office/officeart/2005/8/layout/vList2"/>
    <dgm:cxn modelId="{31A2A6B9-5528-463C-992B-A864CDAE3A76}" type="presParOf" srcId="{0DDA311C-E96F-4FEA-AF8E-F7A4D964362D}" destId="{54711283-0469-4574-9479-3FE42D21351E}"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1E29008-AA54-468B-819F-3846E1643055}"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IN"/>
        </a:p>
      </dgm:t>
    </dgm:pt>
    <dgm:pt modelId="{A44A1904-B575-480C-B7A3-332C72D11262}">
      <dgm:prSet phldrT="[Text]" custT="1"/>
      <dgm:spPr>
        <a:noFill/>
      </dgm:spPr>
      <dgm:t>
        <a:bodyPr/>
        <a:lstStyle/>
        <a:p>
          <a:pPr algn="just"/>
          <a:r>
            <a:rPr lang="en-US" sz="2400" b="0" i="0" dirty="0">
              <a:solidFill>
                <a:schemeClr val="tx1"/>
              </a:solidFill>
            </a:rPr>
            <a:t>Many chemical reactions </a:t>
          </a:r>
          <a:r>
            <a:rPr lang="en-US" sz="2400" b="1" i="0" dirty="0">
              <a:solidFill>
                <a:schemeClr val="tx1"/>
              </a:solidFill>
            </a:rPr>
            <a:t>produce or consume ions </a:t>
          </a:r>
          <a:r>
            <a:rPr lang="en-US" sz="2400" b="0" i="0" dirty="0">
              <a:solidFill>
                <a:schemeClr val="tx1"/>
              </a:solidFill>
            </a:rPr>
            <a:t>or </a:t>
          </a:r>
          <a:r>
            <a:rPr lang="en-US" sz="2400" b="1" i="0" dirty="0">
              <a:solidFill>
                <a:schemeClr val="tx1"/>
              </a:solidFill>
            </a:rPr>
            <a:t>causing some change in the electrical properties </a:t>
          </a:r>
          <a:r>
            <a:rPr lang="en-US" sz="2400" b="0" i="0" dirty="0">
              <a:solidFill>
                <a:schemeClr val="tx1"/>
              </a:solidFill>
            </a:rPr>
            <a:t>of the solution that </a:t>
          </a:r>
          <a:r>
            <a:rPr lang="en-US" sz="2400" b="1" i="0" dirty="0">
              <a:solidFill>
                <a:schemeClr val="tx1"/>
              </a:solidFill>
            </a:rPr>
            <a:t>can be sensed out &amp; used as a measuring parameter.</a:t>
          </a:r>
          <a:endParaRPr lang="en-IN" sz="2400" b="1" dirty="0">
            <a:solidFill>
              <a:schemeClr val="tx1"/>
            </a:solidFill>
            <a:latin typeface="+mn-lt"/>
          </a:endParaRPr>
        </a:p>
      </dgm:t>
    </dgm:pt>
    <dgm:pt modelId="{F0337DAE-D342-4224-8BD0-267A12188A2B}" type="parTrans" cxnId="{CAAD01C7-D619-4C4C-88E4-6BE7C147EB63}">
      <dgm:prSet/>
      <dgm:spPr/>
      <dgm:t>
        <a:bodyPr/>
        <a:lstStyle/>
        <a:p>
          <a:pPr algn="just"/>
          <a:endParaRPr lang="en-IN">
            <a:latin typeface="+mn-lt"/>
          </a:endParaRPr>
        </a:p>
      </dgm:t>
    </dgm:pt>
    <dgm:pt modelId="{8D5B8EB8-77F6-4F49-95F5-0B29409F6584}" type="sibTrans" cxnId="{CAAD01C7-D619-4C4C-88E4-6BE7C147EB63}">
      <dgm:prSet/>
      <dgm:spPr/>
      <dgm:t>
        <a:bodyPr/>
        <a:lstStyle/>
        <a:p>
          <a:pPr algn="just"/>
          <a:endParaRPr lang="en-IN">
            <a:latin typeface="+mn-lt"/>
          </a:endParaRPr>
        </a:p>
      </dgm:t>
    </dgm:pt>
    <dgm:pt modelId="{904B0D99-DC25-4EB7-9166-0D84DC941E49}">
      <dgm:prSet phldrT="[Text]" custT="1"/>
      <dgm:spPr/>
      <dgm:t>
        <a:bodyPr/>
        <a:lstStyle/>
        <a:p>
          <a:pPr algn="just"/>
          <a:r>
            <a:rPr lang="en-US" sz="2400" b="0" i="0" dirty="0"/>
            <a:t>Such types of rection are called </a:t>
          </a:r>
          <a:r>
            <a:rPr lang="en-US" sz="2400" b="1" i="0" dirty="0"/>
            <a:t>Redox reactions</a:t>
          </a:r>
          <a:endParaRPr lang="en-IN" sz="2400" b="1" dirty="0">
            <a:latin typeface="+mn-lt"/>
          </a:endParaRPr>
        </a:p>
      </dgm:t>
    </dgm:pt>
    <dgm:pt modelId="{1C760170-7083-4D5D-A8A0-4BB5B1F1D5F0}" type="parTrans" cxnId="{C0F135FA-903B-4E0B-AAC7-8D2A7A41FE3C}">
      <dgm:prSet/>
      <dgm:spPr/>
      <dgm:t>
        <a:bodyPr/>
        <a:lstStyle/>
        <a:p>
          <a:pPr algn="just"/>
          <a:endParaRPr lang="en-IN">
            <a:latin typeface="+mn-lt"/>
          </a:endParaRPr>
        </a:p>
      </dgm:t>
    </dgm:pt>
    <dgm:pt modelId="{E70A0506-012F-4CF5-8BB4-AC45B9ED3006}" type="sibTrans" cxnId="{C0F135FA-903B-4E0B-AAC7-8D2A7A41FE3C}">
      <dgm:prSet/>
      <dgm:spPr/>
      <dgm:t>
        <a:bodyPr/>
        <a:lstStyle/>
        <a:p>
          <a:pPr algn="just"/>
          <a:endParaRPr lang="en-IN">
            <a:latin typeface="+mn-lt"/>
          </a:endParaRPr>
        </a:p>
      </dgm:t>
    </dgm:pt>
    <dgm:pt modelId="{BEA606A2-7606-44EC-A066-A8A39E4EC7C1}">
      <dgm:prSet phldrT="[Text]"/>
      <dgm:spPr/>
      <dgm:t>
        <a:bodyPr/>
        <a:lstStyle/>
        <a:p>
          <a:pPr algn="just"/>
          <a:endParaRPr lang="en-IN" sz="2200" b="1" dirty="0">
            <a:latin typeface="+mn-lt"/>
          </a:endParaRPr>
        </a:p>
      </dgm:t>
    </dgm:pt>
    <dgm:pt modelId="{70231A13-F899-4158-AC63-4489DCBCE13A}" type="parTrans" cxnId="{8F7AECE5-0973-4FBA-A9F7-9C2D4BFA3220}">
      <dgm:prSet/>
      <dgm:spPr/>
      <dgm:t>
        <a:bodyPr/>
        <a:lstStyle/>
        <a:p>
          <a:endParaRPr lang="en-IN"/>
        </a:p>
      </dgm:t>
    </dgm:pt>
    <dgm:pt modelId="{851AF8E9-6BC6-40F2-A20A-01278A01AADF}" type="sibTrans" cxnId="{8F7AECE5-0973-4FBA-A9F7-9C2D4BFA3220}">
      <dgm:prSet/>
      <dgm:spPr/>
      <dgm:t>
        <a:bodyPr/>
        <a:lstStyle/>
        <a:p>
          <a:endParaRPr lang="en-IN"/>
        </a:p>
      </dgm:t>
    </dgm:pt>
    <dgm:pt modelId="{AE039A29-316E-4D6B-915A-F611A0EBF439}">
      <dgm:prSet phldrT="[Text]" custT="1"/>
      <dgm:spPr/>
      <dgm:t>
        <a:bodyPr/>
        <a:lstStyle/>
        <a:p>
          <a:pPr algn="just"/>
          <a:r>
            <a:rPr lang="en-US" sz="2400" b="0" i="0" dirty="0"/>
            <a:t>Electrochemical biosensors are classified into three types:</a:t>
          </a:r>
          <a:endParaRPr lang="en-IN" sz="2400" b="1" dirty="0">
            <a:latin typeface="+mn-lt"/>
          </a:endParaRPr>
        </a:p>
      </dgm:t>
    </dgm:pt>
    <dgm:pt modelId="{BBCCD9F0-6FEB-4DA6-91FC-E02877976F16}" type="parTrans" cxnId="{70F73ED3-7273-49E9-9182-1C149F447112}">
      <dgm:prSet/>
      <dgm:spPr/>
      <dgm:t>
        <a:bodyPr/>
        <a:lstStyle/>
        <a:p>
          <a:endParaRPr lang="en-IN"/>
        </a:p>
      </dgm:t>
    </dgm:pt>
    <dgm:pt modelId="{1A0134B7-E44D-46F4-B3B9-3D8F21BE8FA7}" type="sibTrans" cxnId="{70F73ED3-7273-49E9-9182-1C149F447112}">
      <dgm:prSet/>
      <dgm:spPr/>
      <dgm:t>
        <a:bodyPr/>
        <a:lstStyle/>
        <a:p>
          <a:endParaRPr lang="en-IN"/>
        </a:p>
      </dgm:t>
    </dgm:pt>
    <dgm:pt modelId="{777852F1-EAA1-4567-B288-79EE8F1FB9F9}">
      <dgm:prSet custT="1"/>
      <dgm:spPr/>
      <dgm:t>
        <a:bodyPr/>
        <a:lstStyle/>
        <a:p>
          <a:pPr>
            <a:buFont typeface="Arial" panose="020B0604020202020204" pitchFamily="34" charset="0"/>
            <a:buChar char="•"/>
          </a:pPr>
          <a:r>
            <a:rPr lang="en-IN" sz="2400" b="1" i="0" dirty="0" err="1"/>
            <a:t>Amperometric</a:t>
          </a:r>
          <a:r>
            <a:rPr lang="en-IN" sz="2400" b="1" i="0" dirty="0"/>
            <a:t> Biosensors</a:t>
          </a:r>
        </a:p>
      </dgm:t>
    </dgm:pt>
    <dgm:pt modelId="{5A4E673E-2442-4DA4-AB87-B4C725E86A1B}" type="parTrans" cxnId="{C2144177-2031-4277-97F0-19AB1B7EF51F}">
      <dgm:prSet/>
      <dgm:spPr/>
      <dgm:t>
        <a:bodyPr/>
        <a:lstStyle/>
        <a:p>
          <a:endParaRPr lang="en-IN"/>
        </a:p>
      </dgm:t>
    </dgm:pt>
    <dgm:pt modelId="{5B2DA9D4-79D8-4FF3-BE8B-86464B0B653F}" type="sibTrans" cxnId="{C2144177-2031-4277-97F0-19AB1B7EF51F}">
      <dgm:prSet/>
      <dgm:spPr/>
      <dgm:t>
        <a:bodyPr/>
        <a:lstStyle/>
        <a:p>
          <a:endParaRPr lang="en-IN"/>
        </a:p>
      </dgm:t>
    </dgm:pt>
    <dgm:pt modelId="{9D429F56-0415-4558-AE7A-4781A891DB79}">
      <dgm:prSet custT="1"/>
      <dgm:spPr/>
      <dgm:t>
        <a:bodyPr/>
        <a:lstStyle/>
        <a:p>
          <a:pPr>
            <a:buFont typeface="Arial" panose="020B0604020202020204" pitchFamily="34" charset="0"/>
            <a:buChar char="•"/>
          </a:pPr>
          <a:r>
            <a:rPr lang="en-IN" sz="2400" b="1" i="0" dirty="0"/>
            <a:t>Potentiometric Biosensors</a:t>
          </a:r>
        </a:p>
      </dgm:t>
    </dgm:pt>
    <dgm:pt modelId="{D39F252D-00E6-462E-8F75-4B2BDFC93469}" type="parTrans" cxnId="{3C96D590-6519-443E-A7FE-7BC79C7436F1}">
      <dgm:prSet/>
      <dgm:spPr/>
      <dgm:t>
        <a:bodyPr/>
        <a:lstStyle/>
        <a:p>
          <a:endParaRPr lang="en-IN"/>
        </a:p>
      </dgm:t>
    </dgm:pt>
    <dgm:pt modelId="{C4D00641-2607-44E9-BBCC-4D082EB5E0E9}" type="sibTrans" cxnId="{3C96D590-6519-443E-A7FE-7BC79C7436F1}">
      <dgm:prSet/>
      <dgm:spPr/>
      <dgm:t>
        <a:bodyPr/>
        <a:lstStyle/>
        <a:p>
          <a:endParaRPr lang="en-IN"/>
        </a:p>
      </dgm:t>
    </dgm:pt>
    <dgm:pt modelId="{E99B91F3-06AD-4C9C-BF2C-9E4A2B175C48}">
      <dgm:prSet custT="1"/>
      <dgm:spPr/>
      <dgm:t>
        <a:bodyPr/>
        <a:lstStyle/>
        <a:p>
          <a:pPr>
            <a:buFont typeface="Arial" panose="020B0604020202020204" pitchFamily="34" charset="0"/>
            <a:buChar char="•"/>
          </a:pPr>
          <a:r>
            <a:rPr lang="en-IN" sz="2400" b="1" i="0" dirty="0" err="1"/>
            <a:t>Impedimetric</a:t>
          </a:r>
          <a:r>
            <a:rPr lang="en-IN" sz="2400" b="1" i="0" dirty="0"/>
            <a:t> Biosensors</a:t>
          </a:r>
        </a:p>
      </dgm:t>
    </dgm:pt>
    <dgm:pt modelId="{CEF8BF37-209C-400D-984B-B465A200FE88}" type="parTrans" cxnId="{4BD4CDCB-578E-4685-AC38-67B04857F258}">
      <dgm:prSet/>
      <dgm:spPr/>
      <dgm:t>
        <a:bodyPr/>
        <a:lstStyle/>
        <a:p>
          <a:endParaRPr lang="en-IN"/>
        </a:p>
      </dgm:t>
    </dgm:pt>
    <dgm:pt modelId="{6AEA4341-3835-40C1-92A1-9E96CCFE5D38}" type="sibTrans" cxnId="{4BD4CDCB-578E-4685-AC38-67B04857F258}">
      <dgm:prSet/>
      <dgm:spPr/>
      <dgm:t>
        <a:bodyPr/>
        <a:lstStyle/>
        <a:p>
          <a:endParaRPr lang="en-IN"/>
        </a:p>
      </dgm:t>
    </dgm:pt>
    <dgm:pt modelId="{A7E7D4A0-37BC-4465-B8DE-91D5FA6AF4A5}">
      <dgm:prSet custT="1"/>
      <dgm:spPr>
        <a:noFill/>
      </dgm:spPr>
      <dgm:t>
        <a:bodyPr/>
        <a:lstStyle/>
        <a:p>
          <a:r>
            <a:rPr lang="en-US" sz="2400" dirty="0">
              <a:solidFill>
                <a:schemeClr val="tx1"/>
              </a:solidFill>
            </a:rPr>
            <a:t>Generally, the electrochemical biosensor is based on the reaction of enzymatic catalysis that </a:t>
          </a:r>
          <a:r>
            <a:rPr lang="en-US" sz="2400" b="1" dirty="0">
              <a:solidFill>
                <a:schemeClr val="tx1"/>
              </a:solidFill>
            </a:rPr>
            <a:t>consumes or generates electrons</a:t>
          </a:r>
          <a:r>
            <a:rPr lang="en-US" sz="2400" dirty="0">
              <a:solidFill>
                <a:schemeClr val="tx1"/>
              </a:solidFill>
            </a:rPr>
            <a:t>. </a:t>
          </a:r>
        </a:p>
      </dgm:t>
    </dgm:pt>
    <dgm:pt modelId="{D8E559C6-A761-4FDF-A8B1-3328F0DC0674}" type="parTrans" cxnId="{F5D8C206-43A4-492B-BCAC-215AA172B854}">
      <dgm:prSet/>
      <dgm:spPr/>
      <dgm:t>
        <a:bodyPr/>
        <a:lstStyle/>
        <a:p>
          <a:endParaRPr lang="en-IN"/>
        </a:p>
      </dgm:t>
    </dgm:pt>
    <dgm:pt modelId="{145D14CC-256A-4BDB-BBAE-B63C3E6891B0}" type="sibTrans" cxnId="{F5D8C206-43A4-492B-BCAC-215AA172B854}">
      <dgm:prSet/>
      <dgm:spPr/>
      <dgm:t>
        <a:bodyPr/>
        <a:lstStyle/>
        <a:p>
          <a:endParaRPr lang="en-IN"/>
        </a:p>
      </dgm:t>
    </dgm:pt>
    <dgm:pt modelId="{60B071B2-DA38-4C3C-BEA6-1344554634F7}">
      <dgm:prSet phldrT="[Text]" custT="1"/>
      <dgm:spPr/>
      <dgm:t>
        <a:bodyPr/>
        <a:lstStyle/>
        <a:p>
          <a:pPr algn="just"/>
          <a:endParaRPr lang="en-IN" sz="2400" b="1" dirty="0">
            <a:latin typeface="+mn-lt"/>
          </a:endParaRPr>
        </a:p>
      </dgm:t>
    </dgm:pt>
    <dgm:pt modelId="{95B54AF5-BB1A-469D-B301-E4A36DB0B1F6}" type="parTrans" cxnId="{331E1169-1A09-4372-8267-F8A7D98CD051}">
      <dgm:prSet/>
      <dgm:spPr/>
      <dgm:t>
        <a:bodyPr/>
        <a:lstStyle/>
        <a:p>
          <a:endParaRPr lang="en-IN"/>
        </a:p>
      </dgm:t>
    </dgm:pt>
    <dgm:pt modelId="{00C133C1-4882-4325-8D8C-2DFCA19F0033}" type="sibTrans" cxnId="{331E1169-1A09-4372-8267-F8A7D98CD051}">
      <dgm:prSet/>
      <dgm:spPr/>
      <dgm:t>
        <a:bodyPr/>
        <a:lstStyle/>
        <a:p>
          <a:endParaRPr lang="en-IN"/>
        </a:p>
      </dgm:t>
    </dgm:pt>
    <dgm:pt modelId="{50953EB3-88E9-48B9-81A7-2DC95947FBF4}">
      <dgm:prSet phldrT="[Text]" custT="1"/>
      <dgm:spPr/>
      <dgm:t>
        <a:bodyPr/>
        <a:lstStyle/>
        <a:p>
          <a:pPr algn="just"/>
          <a:endParaRPr lang="en-IN" sz="2400" b="1" dirty="0">
            <a:latin typeface="+mn-lt"/>
          </a:endParaRPr>
        </a:p>
      </dgm:t>
    </dgm:pt>
    <dgm:pt modelId="{6B891426-D288-4689-8449-9213B399CA60}" type="parTrans" cxnId="{C98F3281-ECC4-4864-BC1E-C9D8F0DA8F11}">
      <dgm:prSet/>
      <dgm:spPr/>
      <dgm:t>
        <a:bodyPr/>
        <a:lstStyle/>
        <a:p>
          <a:endParaRPr lang="en-IN"/>
        </a:p>
      </dgm:t>
    </dgm:pt>
    <dgm:pt modelId="{82A8C9AB-04E2-4748-9D29-A7511179748B}" type="sibTrans" cxnId="{C98F3281-ECC4-4864-BC1E-C9D8F0DA8F11}">
      <dgm:prSet/>
      <dgm:spPr/>
      <dgm:t>
        <a:bodyPr/>
        <a:lstStyle/>
        <a:p>
          <a:endParaRPr lang="en-IN"/>
        </a:p>
      </dgm:t>
    </dgm:pt>
    <dgm:pt modelId="{0C95FC6E-A3C0-485C-91C8-060F6F7EFA4B}">
      <dgm:prSet phldrT="[Text]" custT="1"/>
      <dgm:spPr/>
      <dgm:t>
        <a:bodyPr/>
        <a:lstStyle/>
        <a:p>
          <a:pPr algn="just"/>
          <a:endParaRPr lang="en-IN" sz="2400" b="1" dirty="0">
            <a:latin typeface="+mn-lt"/>
          </a:endParaRPr>
        </a:p>
      </dgm:t>
    </dgm:pt>
    <dgm:pt modelId="{333F5DBB-C9B9-4DE4-8C8C-130850FF8D71}" type="parTrans" cxnId="{78CF5C9B-6CE0-4A4D-AF8A-1F039F97DCB5}">
      <dgm:prSet/>
      <dgm:spPr/>
      <dgm:t>
        <a:bodyPr/>
        <a:lstStyle/>
        <a:p>
          <a:endParaRPr lang="en-IN"/>
        </a:p>
      </dgm:t>
    </dgm:pt>
    <dgm:pt modelId="{036513CF-55BC-4C28-9836-0A88AE2FEEAA}" type="sibTrans" cxnId="{78CF5C9B-6CE0-4A4D-AF8A-1F039F97DCB5}">
      <dgm:prSet/>
      <dgm:spPr/>
      <dgm:t>
        <a:bodyPr/>
        <a:lstStyle/>
        <a:p>
          <a:endParaRPr lang="en-IN"/>
        </a:p>
      </dgm:t>
    </dgm:pt>
    <dgm:pt modelId="{0DDA311C-E96F-4FEA-AF8E-F7A4D964362D}" type="pres">
      <dgm:prSet presAssocID="{B1E29008-AA54-468B-819F-3846E1643055}" presName="linear" presStyleCnt="0">
        <dgm:presLayoutVars>
          <dgm:animLvl val="lvl"/>
          <dgm:resizeHandles val="exact"/>
        </dgm:presLayoutVars>
      </dgm:prSet>
      <dgm:spPr/>
    </dgm:pt>
    <dgm:pt modelId="{79A74AB1-1785-495D-A8F3-BF974D822EBE}" type="pres">
      <dgm:prSet presAssocID="{A44A1904-B575-480C-B7A3-332C72D11262}" presName="parentText" presStyleLbl="node1" presStyleIdx="0" presStyleCnt="2" custLinFactNeighborX="-455" custLinFactNeighborY="-37193">
        <dgm:presLayoutVars>
          <dgm:chMax val="0"/>
          <dgm:bulletEnabled val="1"/>
        </dgm:presLayoutVars>
      </dgm:prSet>
      <dgm:spPr/>
    </dgm:pt>
    <dgm:pt modelId="{54711283-0469-4574-9479-3FE42D21351E}" type="pres">
      <dgm:prSet presAssocID="{A44A1904-B575-480C-B7A3-332C72D11262}" presName="childText" presStyleLbl="revTx" presStyleIdx="0" presStyleCnt="1" custLinFactNeighborY="-7762">
        <dgm:presLayoutVars>
          <dgm:bulletEnabled val="1"/>
        </dgm:presLayoutVars>
      </dgm:prSet>
      <dgm:spPr/>
    </dgm:pt>
    <dgm:pt modelId="{BD59CD2C-24FC-4190-90BD-A9E806B65F95}" type="pres">
      <dgm:prSet presAssocID="{A7E7D4A0-37BC-4465-B8DE-91D5FA6AF4A5}" presName="parentText" presStyleLbl="node1" presStyleIdx="1" presStyleCnt="2" custLinFactNeighborX="228" custLinFactNeighborY="-97069">
        <dgm:presLayoutVars>
          <dgm:chMax val="0"/>
          <dgm:bulletEnabled val="1"/>
        </dgm:presLayoutVars>
      </dgm:prSet>
      <dgm:spPr/>
    </dgm:pt>
  </dgm:ptLst>
  <dgm:cxnLst>
    <dgm:cxn modelId="{F5D8C206-43A4-492B-BCAC-215AA172B854}" srcId="{B1E29008-AA54-468B-819F-3846E1643055}" destId="{A7E7D4A0-37BC-4465-B8DE-91D5FA6AF4A5}" srcOrd="1" destOrd="0" parTransId="{D8E559C6-A761-4FDF-A8B1-3328F0DC0674}" sibTransId="{145D14CC-256A-4BDB-BBAE-B63C3E6891B0}"/>
    <dgm:cxn modelId="{A6B5720C-C062-406D-BDAA-687C7FC30C9A}" type="presOf" srcId="{A44A1904-B575-480C-B7A3-332C72D11262}" destId="{79A74AB1-1785-495D-A8F3-BF974D822EBE}" srcOrd="0" destOrd="0" presId="urn:microsoft.com/office/officeart/2005/8/layout/vList2"/>
    <dgm:cxn modelId="{A62C5F26-69F9-48B5-90A7-FCF1A517B336}" type="presOf" srcId="{0C95FC6E-A3C0-485C-91C8-060F6F7EFA4B}" destId="{54711283-0469-4574-9479-3FE42D21351E}" srcOrd="0" destOrd="2" presId="urn:microsoft.com/office/officeart/2005/8/layout/vList2"/>
    <dgm:cxn modelId="{188C8539-456A-464E-967E-B34C85512CAE}" type="presOf" srcId="{E99B91F3-06AD-4C9C-BF2C-9E4A2B175C48}" destId="{54711283-0469-4574-9479-3FE42D21351E}" srcOrd="0" destOrd="7" presId="urn:microsoft.com/office/officeart/2005/8/layout/vList2"/>
    <dgm:cxn modelId="{44556543-F54F-4B9A-805A-AFF7F035BCE3}" type="presOf" srcId="{60B071B2-DA38-4C3C-BEA6-1344554634F7}" destId="{54711283-0469-4574-9479-3FE42D21351E}" srcOrd="0" destOrd="0" presId="urn:microsoft.com/office/officeart/2005/8/layout/vList2"/>
    <dgm:cxn modelId="{331E1169-1A09-4372-8267-F8A7D98CD051}" srcId="{A44A1904-B575-480C-B7A3-332C72D11262}" destId="{60B071B2-DA38-4C3C-BEA6-1344554634F7}" srcOrd="0" destOrd="0" parTransId="{95B54AF5-BB1A-469D-B301-E4A36DB0B1F6}" sibTransId="{00C133C1-4882-4325-8D8C-2DFCA19F0033}"/>
    <dgm:cxn modelId="{1A9A7D52-F35E-40F1-9B99-4EEC444CF821}" type="presOf" srcId="{AE039A29-316E-4D6B-915A-F611A0EBF439}" destId="{54711283-0469-4574-9479-3FE42D21351E}" srcOrd="0" destOrd="4" presId="urn:microsoft.com/office/officeart/2005/8/layout/vList2"/>
    <dgm:cxn modelId="{C2144177-2031-4277-97F0-19AB1B7EF51F}" srcId="{AE039A29-316E-4D6B-915A-F611A0EBF439}" destId="{777852F1-EAA1-4567-B288-79EE8F1FB9F9}" srcOrd="0" destOrd="0" parTransId="{5A4E673E-2442-4DA4-AB87-B4C725E86A1B}" sibTransId="{5B2DA9D4-79D8-4FF3-BE8B-86464B0B653F}"/>
    <dgm:cxn modelId="{7AA0977F-258C-4D1F-BCF7-DECA48752720}" type="presOf" srcId="{BEA606A2-7606-44EC-A066-A8A39E4EC7C1}" destId="{54711283-0469-4574-9479-3FE42D21351E}" srcOrd="0" destOrd="8" presId="urn:microsoft.com/office/officeart/2005/8/layout/vList2"/>
    <dgm:cxn modelId="{C98F3281-ECC4-4864-BC1E-C9D8F0DA8F11}" srcId="{A44A1904-B575-480C-B7A3-332C72D11262}" destId="{50953EB3-88E9-48B9-81A7-2DC95947FBF4}" srcOrd="1" destOrd="0" parTransId="{6B891426-D288-4689-8449-9213B399CA60}" sibTransId="{82A8C9AB-04E2-4748-9D29-A7511179748B}"/>
    <dgm:cxn modelId="{9B5E738F-2B2B-4D87-BC27-D206144C171C}" type="presOf" srcId="{9D429F56-0415-4558-AE7A-4781A891DB79}" destId="{54711283-0469-4574-9479-3FE42D21351E}" srcOrd="0" destOrd="6" presId="urn:microsoft.com/office/officeart/2005/8/layout/vList2"/>
    <dgm:cxn modelId="{3C96D590-6519-443E-A7FE-7BC79C7436F1}" srcId="{AE039A29-316E-4D6B-915A-F611A0EBF439}" destId="{9D429F56-0415-4558-AE7A-4781A891DB79}" srcOrd="1" destOrd="0" parTransId="{D39F252D-00E6-462E-8F75-4B2BDFC93469}" sibTransId="{C4D00641-2607-44E9-BBCC-4D082EB5E0E9}"/>
    <dgm:cxn modelId="{10E74892-DE94-4BCA-8766-EE8E5A70E88B}" type="presOf" srcId="{50953EB3-88E9-48B9-81A7-2DC95947FBF4}" destId="{54711283-0469-4574-9479-3FE42D21351E}" srcOrd="0" destOrd="1" presId="urn:microsoft.com/office/officeart/2005/8/layout/vList2"/>
    <dgm:cxn modelId="{48D7DE99-03FB-4EB4-9A35-82E74A80D1A7}" type="presOf" srcId="{777852F1-EAA1-4567-B288-79EE8F1FB9F9}" destId="{54711283-0469-4574-9479-3FE42D21351E}" srcOrd="0" destOrd="5" presId="urn:microsoft.com/office/officeart/2005/8/layout/vList2"/>
    <dgm:cxn modelId="{78CF5C9B-6CE0-4A4D-AF8A-1F039F97DCB5}" srcId="{A44A1904-B575-480C-B7A3-332C72D11262}" destId="{0C95FC6E-A3C0-485C-91C8-060F6F7EFA4B}" srcOrd="2" destOrd="0" parTransId="{333F5DBB-C9B9-4DE4-8C8C-130850FF8D71}" sibTransId="{036513CF-55BC-4C28-9836-0A88AE2FEEAA}"/>
    <dgm:cxn modelId="{CAAD01C7-D619-4C4C-88E4-6BE7C147EB63}" srcId="{B1E29008-AA54-468B-819F-3846E1643055}" destId="{A44A1904-B575-480C-B7A3-332C72D11262}" srcOrd="0" destOrd="0" parTransId="{F0337DAE-D342-4224-8BD0-267A12188A2B}" sibTransId="{8D5B8EB8-77F6-4F49-95F5-0B29409F6584}"/>
    <dgm:cxn modelId="{4BD4CDCB-578E-4685-AC38-67B04857F258}" srcId="{AE039A29-316E-4D6B-915A-F611A0EBF439}" destId="{E99B91F3-06AD-4C9C-BF2C-9E4A2B175C48}" srcOrd="2" destOrd="0" parTransId="{CEF8BF37-209C-400D-984B-B465A200FE88}" sibTransId="{6AEA4341-3835-40C1-92A1-9E96CCFE5D38}"/>
    <dgm:cxn modelId="{70F73ED3-7273-49E9-9182-1C149F447112}" srcId="{A44A1904-B575-480C-B7A3-332C72D11262}" destId="{AE039A29-316E-4D6B-915A-F611A0EBF439}" srcOrd="4" destOrd="0" parTransId="{BBCCD9F0-6FEB-4DA6-91FC-E02877976F16}" sibTransId="{1A0134B7-E44D-46F4-B3B9-3D8F21BE8FA7}"/>
    <dgm:cxn modelId="{8F7AECE5-0973-4FBA-A9F7-9C2D4BFA3220}" srcId="{A44A1904-B575-480C-B7A3-332C72D11262}" destId="{BEA606A2-7606-44EC-A066-A8A39E4EC7C1}" srcOrd="5" destOrd="0" parTransId="{70231A13-F899-4158-AC63-4489DCBCE13A}" sibTransId="{851AF8E9-6BC6-40F2-A20A-01278A01AADF}"/>
    <dgm:cxn modelId="{9DAF22E6-C36E-4D17-B77F-887B6A7ABD79}" type="presOf" srcId="{B1E29008-AA54-468B-819F-3846E1643055}" destId="{0DDA311C-E96F-4FEA-AF8E-F7A4D964362D}" srcOrd="0" destOrd="0" presId="urn:microsoft.com/office/officeart/2005/8/layout/vList2"/>
    <dgm:cxn modelId="{C93348E9-CF0C-4A38-A8CC-1C4206B54635}" type="presOf" srcId="{904B0D99-DC25-4EB7-9166-0D84DC941E49}" destId="{54711283-0469-4574-9479-3FE42D21351E}" srcOrd="0" destOrd="3" presId="urn:microsoft.com/office/officeart/2005/8/layout/vList2"/>
    <dgm:cxn modelId="{C0F135FA-903B-4E0B-AAC7-8D2A7A41FE3C}" srcId="{A44A1904-B575-480C-B7A3-332C72D11262}" destId="{904B0D99-DC25-4EB7-9166-0D84DC941E49}" srcOrd="3" destOrd="0" parTransId="{1C760170-7083-4D5D-A8A0-4BB5B1F1D5F0}" sibTransId="{E70A0506-012F-4CF5-8BB4-AC45B9ED3006}"/>
    <dgm:cxn modelId="{523077FB-D53A-4D90-96D9-2CE82FC9871B}" type="presOf" srcId="{A7E7D4A0-37BC-4465-B8DE-91D5FA6AF4A5}" destId="{BD59CD2C-24FC-4190-90BD-A9E806B65F95}" srcOrd="0" destOrd="0" presId="urn:microsoft.com/office/officeart/2005/8/layout/vList2"/>
    <dgm:cxn modelId="{44525B48-2C4B-4E1B-A20A-CF0C35491F82}" type="presParOf" srcId="{0DDA311C-E96F-4FEA-AF8E-F7A4D964362D}" destId="{79A74AB1-1785-495D-A8F3-BF974D822EBE}" srcOrd="0" destOrd="0" presId="urn:microsoft.com/office/officeart/2005/8/layout/vList2"/>
    <dgm:cxn modelId="{5F1D7FEC-E300-450C-A950-48CBA2B790E5}" type="presParOf" srcId="{0DDA311C-E96F-4FEA-AF8E-F7A4D964362D}" destId="{54711283-0469-4574-9479-3FE42D21351E}" srcOrd="1" destOrd="0" presId="urn:microsoft.com/office/officeart/2005/8/layout/vList2"/>
    <dgm:cxn modelId="{B3F4C7FE-7482-4F3B-AC1E-AA24E2107B7D}" type="presParOf" srcId="{0DDA311C-E96F-4FEA-AF8E-F7A4D964362D}" destId="{BD59CD2C-24FC-4190-90BD-A9E806B65F95}"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E233851-AE2D-4EAD-88B0-9CB083A4BCEA}"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IN"/>
        </a:p>
      </dgm:t>
    </dgm:pt>
    <dgm:pt modelId="{1200C27E-C9C4-4404-9FD3-A0636FF6F1F0}">
      <dgm:prSet phldrT="[Text]" custT="1"/>
      <dgm:spPr>
        <a:noFill/>
      </dgm:spPr>
      <dgm:t>
        <a:bodyPr/>
        <a:lstStyle/>
        <a:p>
          <a:r>
            <a:rPr lang="fr-FR" sz="3200" b="1" dirty="0">
              <a:solidFill>
                <a:srgbClr val="C00000"/>
              </a:solidFill>
              <a:effectLst>
                <a:outerShdw blurRad="38100" dist="38100" dir="2700000" algn="tl">
                  <a:srgbClr val="000000">
                    <a:alpha val="43137"/>
                  </a:srgbClr>
                </a:outerShdw>
              </a:effectLst>
            </a:rPr>
            <a:t>Enzyme </a:t>
          </a:r>
          <a:r>
            <a:rPr lang="en-IN" sz="3200" b="1" dirty="0">
              <a:solidFill>
                <a:srgbClr val="C00000"/>
              </a:solidFill>
              <a:effectLst>
                <a:outerShdw blurRad="38100" dist="38100" dir="2700000" algn="tl">
                  <a:srgbClr val="000000">
                    <a:alpha val="43137"/>
                  </a:srgbClr>
                </a:outerShdw>
              </a:effectLst>
            </a:rPr>
            <a:t>Biosensors</a:t>
          </a:r>
          <a:endParaRPr lang="en-IN" sz="3200" dirty="0">
            <a:solidFill>
              <a:srgbClr val="C00000"/>
            </a:solidFill>
          </a:endParaRPr>
        </a:p>
      </dgm:t>
    </dgm:pt>
    <dgm:pt modelId="{266DE02B-FAF1-467E-9013-2AAE59BDC35A}" type="parTrans" cxnId="{2B2D001A-0F1C-455D-BFA5-8A00B5311AFC}">
      <dgm:prSet/>
      <dgm:spPr/>
      <dgm:t>
        <a:bodyPr/>
        <a:lstStyle/>
        <a:p>
          <a:endParaRPr lang="en-IN"/>
        </a:p>
      </dgm:t>
    </dgm:pt>
    <dgm:pt modelId="{7B216311-8976-4EEF-872E-90AD982094B7}" type="sibTrans" cxnId="{2B2D001A-0F1C-455D-BFA5-8A00B5311AFC}">
      <dgm:prSet/>
      <dgm:spPr/>
      <dgm:t>
        <a:bodyPr/>
        <a:lstStyle/>
        <a:p>
          <a:endParaRPr lang="en-IN"/>
        </a:p>
      </dgm:t>
    </dgm:pt>
    <dgm:pt modelId="{3C7A6816-0C0F-40BB-8139-488689E190E9}">
      <dgm:prSet phldrT="[Text]"/>
      <dgm:spPr>
        <a:noFill/>
      </dgm:spPr>
      <dgm:t>
        <a:bodyPr/>
        <a:lstStyle/>
        <a:p>
          <a:pPr algn="just"/>
          <a:r>
            <a:rPr lang="en-US" b="0" i="0" dirty="0"/>
            <a:t>An enzyme biosensor is </a:t>
          </a:r>
          <a:r>
            <a:rPr lang="en-US" b="1" i="0" dirty="0"/>
            <a:t>an analytical device that combines an enzyme with a transducer to produce a signal proportional to target analyte concentration</a:t>
          </a:r>
          <a:r>
            <a:rPr lang="en-US" b="0" i="0" dirty="0"/>
            <a:t>.</a:t>
          </a:r>
          <a:endParaRPr lang="en-IN" dirty="0"/>
        </a:p>
      </dgm:t>
    </dgm:pt>
    <dgm:pt modelId="{A932C8F3-198F-404B-B93E-89073AB84D2E}" type="parTrans" cxnId="{FD846E08-16F2-48A8-B358-E24F7F64CB44}">
      <dgm:prSet/>
      <dgm:spPr/>
      <dgm:t>
        <a:bodyPr/>
        <a:lstStyle/>
        <a:p>
          <a:endParaRPr lang="en-IN"/>
        </a:p>
      </dgm:t>
    </dgm:pt>
    <dgm:pt modelId="{D2288B58-8A81-4984-904E-A00BCB9F6950}" type="sibTrans" cxnId="{FD846E08-16F2-48A8-B358-E24F7F64CB44}">
      <dgm:prSet/>
      <dgm:spPr/>
      <dgm:t>
        <a:bodyPr/>
        <a:lstStyle/>
        <a:p>
          <a:endParaRPr lang="en-IN"/>
        </a:p>
      </dgm:t>
    </dgm:pt>
    <dgm:pt modelId="{7B4237AD-1E89-4380-8AB3-944C45727671}">
      <dgm:prSet phldrT="[Text]"/>
      <dgm:spPr>
        <a:noFill/>
      </dgm:spPr>
      <dgm:t>
        <a:bodyPr/>
        <a:lstStyle/>
        <a:p>
          <a:pPr algn="just"/>
          <a:r>
            <a:rPr lang="en-US" b="0" i="0" dirty="0"/>
            <a:t>Because of their specificity and catalytic properties, enzymes have found widespread use as sensing elements in biosensors.</a:t>
          </a:r>
          <a:endParaRPr lang="en-IN" dirty="0"/>
        </a:p>
      </dgm:t>
    </dgm:pt>
    <dgm:pt modelId="{5BA72F7F-45B7-4348-ABEB-33FF8332B946}" type="parTrans" cxnId="{609E4130-35AD-4EEE-AB19-27FDFEA9CF10}">
      <dgm:prSet/>
      <dgm:spPr/>
      <dgm:t>
        <a:bodyPr/>
        <a:lstStyle/>
        <a:p>
          <a:endParaRPr lang="en-IN"/>
        </a:p>
      </dgm:t>
    </dgm:pt>
    <dgm:pt modelId="{EF64A34F-D9CC-40FF-88C9-5CE292FBF923}" type="sibTrans" cxnId="{609E4130-35AD-4EEE-AB19-27FDFEA9CF10}">
      <dgm:prSet/>
      <dgm:spPr/>
      <dgm:t>
        <a:bodyPr/>
        <a:lstStyle/>
        <a:p>
          <a:endParaRPr lang="en-IN"/>
        </a:p>
      </dgm:t>
    </dgm:pt>
    <dgm:pt modelId="{273FEBEA-624F-4261-9192-2EAC720E4D63}" type="pres">
      <dgm:prSet presAssocID="{6E233851-AE2D-4EAD-88B0-9CB083A4BCEA}" presName="Name0" presStyleCnt="0">
        <dgm:presLayoutVars>
          <dgm:dir/>
          <dgm:animLvl val="lvl"/>
          <dgm:resizeHandles val="exact"/>
        </dgm:presLayoutVars>
      </dgm:prSet>
      <dgm:spPr/>
    </dgm:pt>
    <dgm:pt modelId="{551A1540-E1A4-4D06-A9D5-F095FAD1C53E}" type="pres">
      <dgm:prSet presAssocID="{1200C27E-C9C4-4404-9FD3-A0636FF6F1F0}" presName="composite" presStyleCnt="0"/>
      <dgm:spPr/>
    </dgm:pt>
    <dgm:pt modelId="{7B6C8E89-DACE-4C4A-B2FC-F1539470BC3C}" type="pres">
      <dgm:prSet presAssocID="{1200C27E-C9C4-4404-9FD3-A0636FF6F1F0}" presName="parTx" presStyleLbl="alignNode1" presStyleIdx="0" presStyleCnt="1" custLinFactNeighborY="2516">
        <dgm:presLayoutVars>
          <dgm:chMax val="0"/>
          <dgm:chPref val="0"/>
          <dgm:bulletEnabled val="1"/>
        </dgm:presLayoutVars>
      </dgm:prSet>
      <dgm:spPr/>
    </dgm:pt>
    <dgm:pt modelId="{DD155254-A6E4-490F-BBBB-8F0DDBD4DC3A}" type="pres">
      <dgm:prSet presAssocID="{1200C27E-C9C4-4404-9FD3-A0636FF6F1F0}" presName="desTx" presStyleLbl="alignAccFollowNode1" presStyleIdx="0" presStyleCnt="1">
        <dgm:presLayoutVars>
          <dgm:bulletEnabled val="1"/>
        </dgm:presLayoutVars>
      </dgm:prSet>
      <dgm:spPr/>
    </dgm:pt>
  </dgm:ptLst>
  <dgm:cxnLst>
    <dgm:cxn modelId="{07CCA903-E011-4E13-A6D4-0D26FB46E998}" type="presOf" srcId="{6E233851-AE2D-4EAD-88B0-9CB083A4BCEA}" destId="{273FEBEA-624F-4261-9192-2EAC720E4D63}" srcOrd="0" destOrd="0" presId="urn:microsoft.com/office/officeart/2005/8/layout/hList1"/>
    <dgm:cxn modelId="{FD846E08-16F2-48A8-B358-E24F7F64CB44}" srcId="{1200C27E-C9C4-4404-9FD3-A0636FF6F1F0}" destId="{3C7A6816-0C0F-40BB-8139-488689E190E9}" srcOrd="0" destOrd="0" parTransId="{A932C8F3-198F-404B-B93E-89073AB84D2E}" sibTransId="{D2288B58-8A81-4984-904E-A00BCB9F6950}"/>
    <dgm:cxn modelId="{2B2D001A-0F1C-455D-BFA5-8A00B5311AFC}" srcId="{6E233851-AE2D-4EAD-88B0-9CB083A4BCEA}" destId="{1200C27E-C9C4-4404-9FD3-A0636FF6F1F0}" srcOrd="0" destOrd="0" parTransId="{266DE02B-FAF1-467E-9013-2AAE59BDC35A}" sibTransId="{7B216311-8976-4EEF-872E-90AD982094B7}"/>
    <dgm:cxn modelId="{609E4130-35AD-4EEE-AB19-27FDFEA9CF10}" srcId="{1200C27E-C9C4-4404-9FD3-A0636FF6F1F0}" destId="{7B4237AD-1E89-4380-8AB3-944C45727671}" srcOrd="1" destOrd="0" parTransId="{5BA72F7F-45B7-4348-ABEB-33FF8332B946}" sibTransId="{EF64A34F-D9CC-40FF-88C9-5CE292FBF923}"/>
    <dgm:cxn modelId="{FD1D5C8E-C77D-4B91-B10C-6E6670A4A913}" type="presOf" srcId="{7B4237AD-1E89-4380-8AB3-944C45727671}" destId="{DD155254-A6E4-490F-BBBB-8F0DDBD4DC3A}" srcOrd="0" destOrd="1" presId="urn:microsoft.com/office/officeart/2005/8/layout/hList1"/>
    <dgm:cxn modelId="{BCD182F5-ABBF-4D6C-B10C-B21ADDDFE83E}" type="presOf" srcId="{3C7A6816-0C0F-40BB-8139-488689E190E9}" destId="{DD155254-A6E4-490F-BBBB-8F0DDBD4DC3A}" srcOrd="0" destOrd="0" presId="urn:microsoft.com/office/officeart/2005/8/layout/hList1"/>
    <dgm:cxn modelId="{3A6E48FE-6051-4F94-9EA9-DE2EA9B56E83}" type="presOf" srcId="{1200C27E-C9C4-4404-9FD3-A0636FF6F1F0}" destId="{7B6C8E89-DACE-4C4A-B2FC-F1539470BC3C}" srcOrd="0" destOrd="0" presId="urn:microsoft.com/office/officeart/2005/8/layout/hList1"/>
    <dgm:cxn modelId="{03BFB002-0968-430B-97E0-C56CB7F9B0CB}" type="presParOf" srcId="{273FEBEA-624F-4261-9192-2EAC720E4D63}" destId="{551A1540-E1A4-4D06-A9D5-F095FAD1C53E}" srcOrd="0" destOrd="0" presId="urn:microsoft.com/office/officeart/2005/8/layout/hList1"/>
    <dgm:cxn modelId="{B8E31E63-448C-4011-A72D-25628EE41F3F}" type="presParOf" srcId="{551A1540-E1A4-4D06-A9D5-F095FAD1C53E}" destId="{7B6C8E89-DACE-4C4A-B2FC-F1539470BC3C}" srcOrd="0" destOrd="0" presId="urn:microsoft.com/office/officeart/2005/8/layout/hList1"/>
    <dgm:cxn modelId="{7DDBA057-BA73-4357-8FF3-A82F7759C83F}" type="presParOf" srcId="{551A1540-E1A4-4D06-A9D5-F095FAD1C53E}" destId="{DD155254-A6E4-490F-BBBB-8F0DDBD4DC3A}"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F848ECE-7B12-4008-9A18-CD05D7EA2BFD}"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IN"/>
        </a:p>
      </dgm:t>
    </dgm:pt>
    <dgm:pt modelId="{E85B8626-8624-4794-8FD2-F2C9C433693F}">
      <dgm:prSet phldrT="[Text]" custT="1"/>
      <dgm:spPr>
        <a:noFill/>
      </dgm:spPr>
      <dgm:t>
        <a:bodyPr/>
        <a:lstStyle/>
        <a:p>
          <a:r>
            <a:rPr lang="en-IN" sz="3200" b="1" i="0" dirty="0">
              <a:solidFill>
                <a:schemeClr val="tx1"/>
              </a:solidFill>
              <a:highlight>
                <a:srgbClr val="FFFF00"/>
              </a:highlight>
            </a:rPr>
            <a:t>Glucose Sensors</a:t>
          </a:r>
          <a:endParaRPr lang="en-IN" sz="3200" dirty="0">
            <a:solidFill>
              <a:schemeClr val="tx1"/>
            </a:solidFill>
            <a:highlight>
              <a:srgbClr val="FFFF00"/>
            </a:highlight>
          </a:endParaRPr>
        </a:p>
      </dgm:t>
    </dgm:pt>
    <dgm:pt modelId="{D9EE36EA-20B7-4710-A2B5-6B694096F020}" type="parTrans" cxnId="{1D4E78BC-8629-4491-B0F8-BA986CAEE576}">
      <dgm:prSet/>
      <dgm:spPr/>
      <dgm:t>
        <a:bodyPr/>
        <a:lstStyle/>
        <a:p>
          <a:endParaRPr lang="en-IN"/>
        </a:p>
      </dgm:t>
    </dgm:pt>
    <dgm:pt modelId="{7DBC6863-B5A3-4C7F-A1BF-08C33CFF18FC}" type="sibTrans" cxnId="{1D4E78BC-8629-4491-B0F8-BA986CAEE576}">
      <dgm:prSet/>
      <dgm:spPr/>
      <dgm:t>
        <a:bodyPr/>
        <a:lstStyle/>
        <a:p>
          <a:endParaRPr lang="en-IN"/>
        </a:p>
      </dgm:t>
    </dgm:pt>
    <dgm:pt modelId="{AB9B4824-EEE2-41EC-B361-29AB76F61B61}">
      <dgm:prSet phldrT="[Text]"/>
      <dgm:spPr>
        <a:noFill/>
      </dgm:spPr>
      <dgm:t>
        <a:bodyPr/>
        <a:lstStyle/>
        <a:p>
          <a:pPr algn="just"/>
          <a:r>
            <a:rPr lang="en-US" b="0" i="0" dirty="0"/>
            <a:t>Designed to </a:t>
          </a:r>
          <a:r>
            <a:rPr lang="en-US" b="1" i="0" dirty="0"/>
            <a:t>detect glucose levels</a:t>
          </a:r>
          <a:r>
            <a:rPr lang="en-US" b="0" i="0" dirty="0"/>
            <a:t>, which is vital to </a:t>
          </a:r>
          <a:r>
            <a:rPr lang="en-US" b="1" i="0" dirty="0"/>
            <a:t>managing diabetes</a:t>
          </a:r>
          <a:r>
            <a:rPr lang="en-US" b="0" i="0" dirty="0"/>
            <a:t>. </a:t>
          </a:r>
          <a:endParaRPr lang="en-IN" dirty="0"/>
        </a:p>
      </dgm:t>
    </dgm:pt>
    <dgm:pt modelId="{4212F276-99C6-4308-AC66-F8F10DF55614}" type="parTrans" cxnId="{B3B6893D-C0C8-42B3-8FC2-5A8BDC023923}">
      <dgm:prSet/>
      <dgm:spPr/>
      <dgm:t>
        <a:bodyPr/>
        <a:lstStyle/>
        <a:p>
          <a:endParaRPr lang="en-IN"/>
        </a:p>
      </dgm:t>
    </dgm:pt>
    <dgm:pt modelId="{63B74B89-6DE1-4763-8F26-108A625E477C}" type="sibTrans" cxnId="{B3B6893D-C0C8-42B3-8FC2-5A8BDC023923}">
      <dgm:prSet/>
      <dgm:spPr/>
      <dgm:t>
        <a:bodyPr/>
        <a:lstStyle/>
        <a:p>
          <a:endParaRPr lang="en-IN"/>
        </a:p>
      </dgm:t>
    </dgm:pt>
    <dgm:pt modelId="{C9427CB2-EDEF-4309-B372-66AC5A2D5CEE}">
      <dgm:prSet phldrT="[Text]"/>
      <dgm:spPr>
        <a:noFill/>
      </dgm:spPr>
      <dgm:t>
        <a:bodyPr/>
        <a:lstStyle/>
        <a:p>
          <a:pPr algn="just"/>
          <a:r>
            <a:rPr lang="en-US" b="0" i="0" dirty="0"/>
            <a:t>Whether in the form of a </a:t>
          </a:r>
          <a:r>
            <a:rPr lang="en-US" b="1" i="0" dirty="0"/>
            <a:t>test strip of blood glucose meter </a:t>
          </a:r>
          <a:r>
            <a:rPr lang="en-US" b="0" i="0" dirty="0"/>
            <a:t>or a </a:t>
          </a:r>
          <a:r>
            <a:rPr lang="en-US" b="1" i="0" dirty="0"/>
            <a:t>sensor</a:t>
          </a:r>
          <a:r>
            <a:rPr lang="en-US" b="0" i="0" dirty="0"/>
            <a:t> for a </a:t>
          </a:r>
          <a:r>
            <a:rPr lang="en-US" b="1" i="0" dirty="0"/>
            <a:t>continuous glucose monitor</a:t>
          </a:r>
          <a:r>
            <a:rPr lang="en-US" b="0" i="0" dirty="0"/>
            <a:t>, the </a:t>
          </a:r>
          <a:r>
            <a:rPr lang="en-US" b="1" i="0" dirty="0"/>
            <a:t>detection and measurement of glucose levels </a:t>
          </a:r>
          <a:r>
            <a:rPr lang="en-US" b="0" i="0" dirty="0"/>
            <a:t>are similar processes.</a:t>
          </a:r>
          <a:endParaRPr lang="en-IN" dirty="0"/>
        </a:p>
      </dgm:t>
    </dgm:pt>
    <dgm:pt modelId="{3B3D7D5C-04A7-4F9E-9E2D-940A96204017}" type="parTrans" cxnId="{C76AF9EF-2C4D-499C-BD3E-06319548E346}">
      <dgm:prSet/>
      <dgm:spPr/>
      <dgm:t>
        <a:bodyPr/>
        <a:lstStyle/>
        <a:p>
          <a:endParaRPr lang="en-IN"/>
        </a:p>
      </dgm:t>
    </dgm:pt>
    <dgm:pt modelId="{53DE0D7C-E9FC-4382-BE9B-E3AD7537CD87}" type="sibTrans" cxnId="{C76AF9EF-2C4D-499C-BD3E-06319548E346}">
      <dgm:prSet/>
      <dgm:spPr/>
      <dgm:t>
        <a:bodyPr/>
        <a:lstStyle/>
        <a:p>
          <a:endParaRPr lang="en-IN"/>
        </a:p>
      </dgm:t>
    </dgm:pt>
    <dgm:pt modelId="{01A33B68-0E07-445E-9637-168A1C9148AC}">
      <dgm:prSet phldrT="[Text]"/>
      <dgm:spPr>
        <a:noFill/>
      </dgm:spPr>
      <dgm:t>
        <a:bodyPr/>
        <a:lstStyle/>
        <a:p>
          <a:pPr algn="just"/>
          <a:r>
            <a:rPr lang="en-US" b="0" i="0" dirty="0"/>
            <a:t>For a glucose biosensor, the following components are used:</a:t>
          </a:r>
          <a:endParaRPr lang="en-IN" dirty="0"/>
        </a:p>
      </dgm:t>
    </dgm:pt>
    <dgm:pt modelId="{2519842D-2A3E-4AB6-A8D1-888947A440F5}" type="parTrans" cxnId="{C56A75D5-FFC2-4012-ABE3-1B9C4F16ABD7}">
      <dgm:prSet/>
      <dgm:spPr/>
      <dgm:t>
        <a:bodyPr/>
        <a:lstStyle/>
        <a:p>
          <a:endParaRPr lang="en-IN"/>
        </a:p>
      </dgm:t>
    </dgm:pt>
    <dgm:pt modelId="{A288B565-D502-4A97-914A-15556D6CE137}" type="sibTrans" cxnId="{C56A75D5-FFC2-4012-ABE3-1B9C4F16ABD7}">
      <dgm:prSet/>
      <dgm:spPr/>
      <dgm:t>
        <a:bodyPr/>
        <a:lstStyle/>
        <a:p>
          <a:endParaRPr lang="en-IN"/>
        </a:p>
      </dgm:t>
    </dgm:pt>
    <dgm:pt modelId="{B6586BE6-9E95-4B97-9DD6-D487F47B3BDB}">
      <dgm:prSet phldrT="[Text]"/>
      <dgm:spPr>
        <a:noFill/>
      </dgm:spPr>
      <dgm:t>
        <a:bodyPr/>
        <a:lstStyle/>
        <a:p>
          <a:pPr algn="just"/>
          <a:r>
            <a:rPr lang="en-IN" b="1" i="0" dirty="0"/>
            <a:t>Analyte: </a:t>
          </a:r>
          <a:r>
            <a:rPr lang="en-US" b="0" i="0" cap="all" baseline="0" dirty="0"/>
            <a:t>g</a:t>
          </a:r>
          <a:r>
            <a:rPr lang="en-US" b="0" i="0" dirty="0"/>
            <a:t>lucose is the analyte that the biosensor is designed to detect.</a:t>
          </a:r>
          <a:endParaRPr lang="en-IN" dirty="0"/>
        </a:p>
      </dgm:t>
    </dgm:pt>
    <dgm:pt modelId="{4D6D20AF-E628-4C39-9567-6949742D40E8}" type="parTrans" cxnId="{AA139961-0989-447F-8566-767419DB3313}">
      <dgm:prSet/>
      <dgm:spPr/>
      <dgm:t>
        <a:bodyPr/>
        <a:lstStyle/>
        <a:p>
          <a:endParaRPr lang="en-IN"/>
        </a:p>
      </dgm:t>
    </dgm:pt>
    <dgm:pt modelId="{05B12A4E-77AC-4033-9BC4-BC35E6038309}" type="sibTrans" cxnId="{AA139961-0989-447F-8566-767419DB3313}">
      <dgm:prSet/>
      <dgm:spPr/>
      <dgm:t>
        <a:bodyPr/>
        <a:lstStyle/>
        <a:p>
          <a:endParaRPr lang="en-IN"/>
        </a:p>
      </dgm:t>
    </dgm:pt>
    <dgm:pt modelId="{3DBBB8CF-9941-4BC0-B870-29A08DC4B208}">
      <dgm:prSet phldrT="[Text]"/>
      <dgm:spPr>
        <a:noFill/>
      </dgm:spPr>
      <dgm:t>
        <a:bodyPr/>
        <a:lstStyle/>
        <a:p>
          <a:pPr algn="just"/>
          <a:r>
            <a:rPr lang="en-IN" b="1" i="0" dirty="0"/>
            <a:t>Bioreceptor: </a:t>
          </a:r>
          <a:r>
            <a:rPr lang="en-US" b="0" i="0" dirty="0"/>
            <a:t>The test strip for a blood glucose test contains the enzyme that interacts with the analyte in the drop of blood.</a:t>
          </a:r>
          <a:endParaRPr lang="en-IN" dirty="0"/>
        </a:p>
      </dgm:t>
    </dgm:pt>
    <dgm:pt modelId="{9C0F1C3A-28E4-41C5-940C-E7FCD2474493}" type="parTrans" cxnId="{1B137A61-CE6C-4F36-B7F4-138B024AFAD7}">
      <dgm:prSet/>
      <dgm:spPr/>
      <dgm:t>
        <a:bodyPr/>
        <a:lstStyle/>
        <a:p>
          <a:endParaRPr lang="en-IN"/>
        </a:p>
      </dgm:t>
    </dgm:pt>
    <dgm:pt modelId="{001CA3CE-676C-407C-AC1C-A9915B5B3F78}" type="sibTrans" cxnId="{1B137A61-CE6C-4F36-B7F4-138B024AFAD7}">
      <dgm:prSet/>
      <dgm:spPr/>
      <dgm:t>
        <a:bodyPr/>
        <a:lstStyle/>
        <a:p>
          <a:endParaRPr lang="en-IN"/>
        </a:p>
      </dgm:t>
    </dgm:pt>
    <dgm:pt modelId="{9FB8FACD-E5A1-492C-8BE6-3F0197E053F3}" type="pres">
      <dgm:prSet presAssocID="{AF848ECE-7B12-4008-9A18-CD05D7EA2BFD}" presName="Name0" presStyleCnt="0">
        <dgm:presLayoutVars>
          <dgm:dir/>
          <dgm:animLvl val="lvl"/>
          <dgm:resizeHandles val="exact"/>
        </dgm:presLayoutVars>
      </dgm:prSet>
      <dgm:spPr/>
    </dgm:pt>
    <dgm:pt modelId="{D12C54DD-01EA-4F4F-89A4-F55F31E15C11}" type="pres">
      <dgm:prSet presAssocID="{E85B8626-8624-4794-8FD2-F2C9C433693F}" presName="composite" presStyleCnt="0"/>
      <dgm:spPr/>
    </dgm:pt>
    <dgm:pt modelId="{C296BC98-D299-43F0-A9A1-878841FDE3E3}" type="pres">
      <dgm:prSet presAssocID="{E85B8626-8624-4794-8FD2-F2C9C433693F}" presName="parTx" presStyleLbl="alignNode1" presStyleIdx="0" presStyleCnt="1">
        <dgm:presLayoutVars>
          <dgm:chMax val="0"/>
          <dgm:chPref val="0"/>
          <dgm:bulletEnabled val="1"/>
        </dgm:presLayoutVars>
      </dgm:prSet>
      <dgm:spPr/>
    </dgm:pt>
    <dgm:pt modelId="{31D566D0-E83C-4EC0-AA8A-72B2C15F01F1}" type="pres">
      <dgm:prSet presAssocID="{E85B8626-8624-4794-8FD2-F2C9C433693F}" presName="desTx" presStyleLbl="alignAccFollowNode1" presStyleIdx="0" presStyleCnt="1">
        <dgm:presLayoutVars>
          <dgm:bulletEnabled val="1"/>
        </dgm:presLayoutVars>
      </dgm:prSet>
      <dgm:spPr/>
    </dgm:pt>
  </dgm:ptLst>
  <dgm:cxnLst>
    <dgm:cxn modelId="{7705C203-DD25-4384-A2DE-F2484D68BC7B}" type="presOf" srcId="{B6586BE6-9E95-4B97-9DD6-D487F47B3BDB}" destId="{31D566D0-E83C-4EC0-AA8A-72B2C15F01F1}" srcOrd="0" destOrd="3" presId="urn:microsoft.com/office/officeart/2005/8/layout/hList1"/>
    <dgm:cxn modelId="{48FEE304-C18E-4054-9B6A-34A6B220C859}" type="presOf" srcId="{AF848ECE-7B12-4008-9A18-CD05D7EA2BFD}" destId="{9FB8FACD-E5A1-492C-8BE6-3F0197E053F3}" srcOrd="0" destOrd="0" presId="urn:microsoft.com/office/officeart/2005/8/layout/hList1"/>
    <dgm:cxn modelId="{40CD9E2D-F00A-4178-B41A-CB735DB5EF5B}" type="presOf" srcId="{E85B8626-8624-4794-8FD2-F2C9C433693F}" destId="{C296BC98-D299-43F0-A9A1-878841FDE3E3}" srcOrd="0" destOrd="0" presId="urn:microsoft.com/office/officeart/2005/8/layout/hList1"/>
    <dgm:cxn modelId="{3710BC38-56CA-4C16-97CC-69338EE8052F}" type="presOf" srcId="{3DBBB8CF-9941-4BC0-B870-29A08DC4B208}" destId="{31D566D0-E83C-4EC0-AA8A-72B2C15F01F1}" srcOrd="0" destOrd="4" presId="urn:microsoft.com/office/officeart/2005/8/layout/hList1"/>
    <dgm:cxn modelId="{B3B6893D-C0C8-42B3-8FC2-5A8BDC023923}" srcId="{E85B8626-8624-4794-8FD2-F2C9C433693F}" destId="{AB9B4824-EEE2-41EC-B361-29AB76F61B61}" srcOrd="0" destOrd="0" parTransId="{4212F276-99C6-4308-AC66-F8F10DF55614}" sibTransId="{63B74B89-6DE1-4763-8F26-108A625E477C}"/>
    <dgm:cxn modelId="{1B137A61-CE6C-4F36-B7F4-138B024AFAD7}" srcId="{01A33B68-0E07-445E-9637-168A1C9148AC}" destId="{3DBBB8CF-9941-4BC0-B870-29A08DC4B208}" srcOrd="1" destOrd="0" parTransId="{9C0F1C3A-28E4-41C5-940C-E7FCD2474493}" sibTransId="{001CA3CE-676C-407C-AC1C-A9915B5B3F78}"/>
    <dgm:cxn modelId="{AA139961-0989-447F-8566-767419DB3313}" srcId="{01A33B68-0E07-445E-9637-168A1C9148AC}" destId="{B6586BE6-9E95-4B97-9DD6-D487F47B3BDB}" srcOrd="0" destOrd="0" parTransId="{4D6D20AF-E628-4C39-9567-6949742D40E8}" sibTransId="{05B12A4E-77AC-4033-9BC4-BC35E6038309}"/>
    <dgm:cxn modelId="{51CDAC62-07A1-4A3E-8366-0F8F07906CDF}" type="presOf" srcId="{C9427CB2-EDEF-4309-B372-66AC5A2D5CEE}" destId="{31D566D0-E83C-4EC0-AA8A-72B2C15F01F1}" srcOrd="0" destOrd="1" presId="urn:microsoft.com/office/officeart/2005/8/layout/hList1"/>
    <dgm:cxn modelId="{4AD1D052-D1C2-497F-A6D9-64D0CFDF43FE}" type="presOf" srcId="{01A33B68-0E07-445E-9637-168A1C9148AC}" destId="{31D566D0-E83C-4EC0-AA8A-72B2C15F01F1}" srcOrd="0" destOrd="2" presId="urn:microsoft.com/office/officeart/2005/8/layout/hList1"/>
    <dgm:cxn modelId="{1F87FD56-4C13-4395-8442-DB856E246220}" type="presOf" srcId="{AB9B4824-EEE2-41EC-B361-29AB76F61B61}" destId="{31D566D0-E83C-4EC0-AA8A-72B2C15F01F1}" srcOrd="0" destOrd="0" presId="urn:microsoft.com/office/officeart/2005/8/layout/hList1"/>
    <dgm:cxn modelId="{1D4E78BC-8629-4491-B0F8-BA986CAEE576}" srcId="{AF848ECE-7B12-4008-9A18-CD05D7EA2BFD}" destId="{E85B8626-8624-4794-8FD2-F2C9C433693F}" srcOrd="0" destOrd="0" parTransId="{D9EE36EA-20B7-4710-A2B5-6B694096F020}" sibTransId="{7DBC6863-B5A3-4C7F-A1BF-08C33CFF18FC}"/>
    <dgm:cxn modelId="{C56A75D5-FFC2-4012-ABE3-1B9C4F16ABD7}" srcId="{E85B8626-8624-4794-8FD2-F2C9C433693F}" destId="{01A33B68-0E07-445E-9637-168A1C9148AC}" srcOrd="2" destOrd="0" parTransId="{2519842D-2A3E-4AB6-A8D1-888947A440F5}" sibTransId="{A288B565-D502-4A97-914A-15556D6CE137}"/>
    <dgm:cxn modelId="{C76AF9EF-2C4D-499C-BD3E-06319548E346}" srcId="{E85B8626-8624-4794-8FD2-F2C9C433693F}" destId="{C9427CB2-EDEF-4309-B372-66AC5A2D5CEE}" srcOrd="1" destOrd="0" parTransId="{3B3D7D5C-04A7-4F9E-9E2D-940A96204017}" sibTransId="{53DE0D7C-E9FC-4382-BE9B-E3AD7537CD87}"/>
    <dgm:cxn modelId="{92A99136-10A1-4277-8AA8-9188F5AFFCDE}" type="presParOf" srcId="{9FB8FACD-E5A1-492C-8BE6-3F0197E053F3}" destId="{D12C54DD-01EA-4F4F-89A4-F55F31E15C11}" srcOrd="0" destOrd="0" presId="urn:microsoft.com/office/officeart/2005/8/layout/hList1"/>
    <dgm:cxn modelId="{AAD9B42E-24CD-4067-A4F4-23E47CABA13C}" type="presParOf" srcId="{D12C54DD-01EA-4F4F-89A4-F55F31E15C11}" destId="{C296BC98-D299-43F0-A9A1-878841FDE3E3}" srcOrd="0" destOrd="0" presId="urn:microsoft.com/office/officeart/2005/8/layout/hList1"/>
    <dgm:cxn modelId="{518E41F0-EBD8-4211-B63B-88FDADF7A754}" type="presParOf" srcId="{D12C54DD-01EA-4F4F-89A4-F55F31E15C11}" destId="{31D566D0-E83C-4EC0-AA8A-72B2C15F01F1}"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C57B899-A284-41DC-9AE4-F7951E309D7C}"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IN"/>
        </a:p>
      </dgm:t>
    </dgm:pt>
    <dgm:pt modelId="{61401465-5FCA-4C56-9579-384D9B81BCD5}">
      <dgm:prSet custT="1"/>
      <dgm:spPr/>
      <dgm:t>
        <a:bodyPr/>
        <a:lstStyle/>
        <a:p>
          <a:pPr algn="just"/>
          <a:r>
            <a:rPr lang="en-US" sz="2400" dirty="0"/>
            <a:t>Higher the glucose content, the higher gluconic acid------more reading or value. </a:t>
          </a:r>
        </a:p>
      </dgm:t>
    </dgm:pt>
    <dgm:pt modelId="{8AF95797-A53F-48A9-9F22-21B604350695}" type="parTrans" cxnId="{121B7F8C-4E46-42D6-B8D2-82DDFE3EB6A9}">
      <dgm:prSet/>
      <dgm:spPr/>
      <dgm:t>
        <a:bodyPr/>
        <a:lstStyle/>
        <a:p>
          <a:pPr algn="just"/>
          <a:endParaRPr lang="en-IN" sz="2400"/>
        </a:p>
      </dgm:t>
    </dgm:pt>
    <dgm:pt modelId="{DF4317C1-6BC6-4CE0-896F-CF38800BFE31}" type="sibTrans" cxnId="{121B7F8C-4E46-42D6-B8D2-82DDFE3EB6A9}">
      <dgm:prSet/>
      <dgm:spPr/>
      <dgm:t>
        <a:bodyPr/>
        <a:lstStyle/>
        <a:p>
          <a:pPr algn="just"/>
          <a:endParaRPr lang="en-IN" sz="2400"/>
        </a:p>
      </dgm:t>
    </dgm:pt>
    <dgm:pt modelId="{FD8DC5E0-FCF2-4676-B4B6-0CF5100A738C}">
      <dgm:prSet phldrT="[Text]" custT="1"/>
      <dgm:spPr/>
      <dgm:t>
        <a:bodyPr/>
        <a:lstStyle/>
        <a:p>
          <a:pPr algn="just"/>
          <a:r>
            <a:rPr lang="en-US" sz="2400" dirty="0"/>
            <a:t>Glucose reacts with glucose oxidase to form gluconic acid. </a:t>
          </a:r>
          <a:endParaRPr lang="en-IN" sz="2400" dirty="0"/>
        </a:p>
      </dgm:t>
    </dgm:pt>
    <dgm:pt modelId="{C6FEC50A-848D-48E9-95F4-15029F4149DF}" type="parTrans" cxnId="{746205A0-B629-4375-B141-225A2C9E73E8}">
      <dgm:prSet/>
      <dgm:spPr/>
      <dgm:t>
        <a:bodyPr/>
        <a:lstStyle/>
        <a:p>
          <a:endParaRPr lang="en-IN" sz="2400"/>
        </a:p>
      </dgm:t>
    </dgm:pt>
    <dgm:pt modelId="{E4F57A2D-58C7-4687-ABB1-2C4A181A7F06}" type="sibTrans" cxnId="{746205A0-B629-4375-B141-225A2C9E73E8}">
      <dgm:prSet/>
      <dgm:spPr/>
      <dgm:t>
        <a:bodyPr/>
        <a:lstStyle/>
        <a:p>
          <a:endParaRPr lang="en-IN" sz="2400"/>
        </a:p>
      </dgm:t>
    </dgm:pt>
    <dgm:pt modelId="{AAFF666D-935D-417C-A6A4-CBD6AC8AD589}">
      <dgm:prSet phldrT="[Text]" custT="1"/>
      <dgm:spPr/>
      <dgm:t>
        <a:bodyPr/>
        <a:lstStyle/>
        <a:p>
          <a:pPr algn="just"/>
          <a:endParaRPr lang="en-IN" sz="2400" dirty="0"/>
        </a:p>
      </dgm:t>
    </dgm:pt>
    <dgm:pt modelId="{238630AE-93A1-4FE4-9796-81A8DA493A46}" type="sibTrans" cxnId="{E250B2D1-14AD-4C6B-AB47-66DAF7B7C13A}">
      <dgm:prSet/>
      <dgm:spPr/>
      <dgm:t>
        <a:bodyPr/>
        <a:lstStyle/>
        <a:p>
          <a:endParaRPr lang="en-IN" sz="2400"/>
        </a:p>
      </dgm:t>
    </dgm:pt>
    <dgm:pt modelId="{67F61F66-77CB-4210-B703-A5D303BBABD7}" type="parTrans" cxnId="{E250B2D1-14AD-4C6B-AB47-66DAF7B7C13A}">
      <dgm:prSet/>
      <dgm:spPr/>
      <dgm:t>
        <a:bodyPr/>
        <a:lstStyle/>
        <a:p>
          <a:endParaRPr lang="en-IN" sz="2400"/>
        </a:p>
      </dgm:t>
    </dgm:pt>
    <dgm:pt modelId="{C64FC28F-FD72-44FF-B033-A50A4DC7E8C4}">
      <dgm:prSet phldrT="[Text]" custT="1"/>
      <dgm:spPr/>
      <dgm:t>
        <a:bodyPr/>
        <a:lstStyle/>
        <a:p>
          <a:pPr algn="just"/>
          <a:endParaRPr lang="en-IN" sz="2400" dirty="0"/>
        </a:p>
      </dgm:t>
    </dgm:pt>
    <dgm:pt modelId="{3047E1F2-EEE7-40BE-A8BF-96FD83838373}" type="parTrans" cxnId="{18981E46-904C-41E2-953A-44B89B95C912}">
      <dgm:prSet/>
      <dgm:spPr/>
      <dgm:t>
        <a:bodyPr/>
        <a:lstStyle/>
        <a:p>
          <a:endParaRPr lang="en-IN"/>
        </a:p>
      </dgm:t>
    </dgm:pt>
    <dgm:pt modelId="{AB2718D2-7590-49AB-94F1-4DF87F161B3E}" type="sibTrans" cxnId="{18981E46-904C-41E2-953A-44B89B95C912}">
      <dgm:prSet/>
      <dgm:spPr/>
      <dgm:t>
        <a:bodyPr/>
        <a:lstStyle/>
        <a:p>
          <a:endParaRPr lang="en-IN"/>
        </a:p>
      </dgm:t>
    </dgm:pt>
    <dgm:pt modelId="{AD067A45-4E1A-4C8D-9820-0B4A21DE6F2E}">
      <dgm:prSet phldrT="[Text]" custT="1"/>
      <dgm:spPr/>
      <dgm:t>
        <a:bodyPr/>
        <a:lstStyle/>
        <a:p>
          <a:pPr algn="just"/>
          <a:endParaRPr lang="en-IN" sz="2400" dirty="0"/>
        </a:p>
      </dgm:t>
    </dgm:pt>
    <dgm:pt modelId="{C61F5A63-FF6E-4C64-ACBA-228761CE7E74}" type="parTrans" cxnId="{DA9D3961-B78A-4D15-A36A-673CC288CB8C}">
      <dgm:prSet/>
      <dgm:spPr/>
      <dgm:t>
        <a:bodyPr/>
        <a:lstStyle/>
        <a:p>
          <a:endParaRPr lang="en-IN"/>
        </a:p>
      </dgm:t>
    </dgm:pt>
    <dgm:pt modelId="{3DFB808A-EE48-404D-B8AB-09F2983CDB1D}" type="sibTrans" cxnId="{DA9D3961-B78A-4D15-A36A-673CC288CB8C}">
      <dgm:prSet/>
      <dgm:spPr/>
      <dgm:t>
        <a:bodyPr/>
        <a:lstStyle/>
        <a:p>
          <a:endParaRPr lang="en-IN"/>
        </a:p>
      </dgm:t>
    </dgm:pt>
    <dgm:pt modelId="{7ECC30D8-2147-4291-A84F-5867E1A89546}" type="pres">
      <dgm:prSet presAssocID="{DC57B899-A284-41DC-9AE4-F7951E309D7C}" presName="Name0" presStyleCnt="0">
        <dgm:presLayoutVars>
          <dgm:dir/>
          <dgm:animLvl val="lvl"/>
          <dgm:resizeHandles val="exact"/>
        </dgm:presLayoutVars>
      </dgm:prSet>
      <dgm:spPr/>
    </dgm:pt>
    <dgm:pt modelId="{9F617A33-72D3-48DB-A6F0-A6647BDDDB2E}" type="pres">
      <dgm:prSet presAssocID="{AAFF666D-935D-417C-A6A4-CBD6AC8AD589}" presName="composite" presStyleCnt="0"/>
      <dgm:spPr/>
    </dgm:pt>
    <dgm:pt modelId="{CDF31DE8-08E1-4A51-B0D2-8602B9D11FA0}" type="pres">
      <dgm:prSet presAssocID="{AAFF666D-935D-417C-A6A4-CBD6AC8AD589}" presName="parTx" presStyleLbl="alignNode1" presStyleIdx="0" presStyleCnt="1">
        <dgm:presLayoutVars>
          <dgm:chMax val="0"/>
          <dgm:chPref val="0"/>
          <dgm:bulletEnabled val="1"/>
        </dgm:presLayoutVars>
      </dgm:prSet>
      <dgm:spPr/>
    </dgm:pt>
    <dgm:pt modelId="{033FDCF6-65EC-4FB6-8465-252225B74ED0}" type="pres">
      <dgm:prSet presAssocID="{AAFF666D-935D-417C-A6A4-CBD6AC8AD589}" presName="desTx" presStyleLbl="alignAccFollowNode1" presStyleIdx="0" presStyleCnt="1">
        <dgm:presLayoutVars>
          <dgm:bulletEnabled val="1"/>
        </dgm:presLayoutVars>
      </dgm:prSet>
      <dgm:spPr/>
    </dgm:pt>
  </dgm:ptLst>
  <dgm:cxnLst>
    <dgm:cxn modelId="{DA9D3961-B78A-4D15-A36A-673CC288CB8C}" srcId="{AAFF666D-935D-417C-A6A4-CBD6AC8AD589}" destId="{AD067A45-4E1A-4C8D-9820-0B4A21DE6F2E}" srcOrd="1" destOrd="0" parTransId="{C61F5A63-FF6E-4C64-ACBA-228761CE7E74}" sibTransId="{3DFB808A-EE48-404D-B8AB-09F2983CDB1D}"/>
    <dgm:cxn modelId="{18981E46-904C-41E2-953A-44B89B95C912}" srcId="{AAFF666D-935D-417C-A6A4-CBD6AC8AD589}" destId="{C64FC28F-FD72-44FF-B033-A50A4DC7E8C4}" srcOrd="2" destOrd="0" parTransId="{3047E1F2-EEE7-40BE-A8BF-96FD83838373}" sibTransId="{AB2718D2-7590-49AB-94F1-4DF87F161B3E}"/>
    <dgm:cxn modelId="{4591B64C-2D22-4943-B8EC-4839EEF38481}" type="presOf" srcId="{AAFF666D-935D-417C-A6A4-CBD6AC8AD589}" destId="{CDF31DE8-08E1-4A51-B0D2-8602B9D11FA0}" srcOrd="0" destOrd="0" presId="urn:microsoft.com/office/officeart/2005/8/layout/hList1"/>
    <dgm:cxn modelId="{9DE7C14F-F050-45FE-A1EB-B7472EF3D757}" type="presOf" srcId="{AD067A45-4E1A-4C8D-9820-0B4A21DE6F2E}" destId="{033FDCF6-65EC-4FB6-8465-252225B74ED0}" srcOrd="0" destOrd="1" presId="urn:microsoft.com/office/officeart/2005/8/layout/hList1"/>
    <dgm:cxn modelId="{7687067B-276A-4D2B-9D30-4281BECAA546}" type="presOf" srcId="{FD8DC5E0-FCF2-4676-B4B6-0CF5100A738C}" destId="{033FDCF6-65EC-4FB6-8465-252225B74ED0}" srcOrd="0" destOrd="0" presId="urn:microsoft.com/office/officeart/2005/8/layout/hList1"/>
    <dgm:cxn modelId="{121B7F8C-4E46-42D6-B8D2-82DDFE3EB6A9}" srcId="{AAFF666D-935D-417C-A6A4-CBD6AC8AD589}" destId="{61401465-5FCA-4C56-9579-384D9B81BCD5}" srcOrd="3" destOrd="0" parTransId="{8AF95797-A53F-48A9-9F22-21B604350695}" sibTransId="{DF4317C1-6BC6-4CE0-896F-CF38800BFE31}"/>
    <dgm:cxn modelId="{746205A0-B629-4375-B141-225A2C9E73E8}" srcId="{AAFF666D-935D-417C-A6A4-CBD6AC8AD589}" destId="{FD8DC5E0-FCF2-4676-B4B6-0CF5100A738C}" srcOrd="0" destOrd="0" parTransId="{C6FEC50A-848D-48E9-95F4-15029F4149DF}" sibTransId="{E4F57A2D-58C7-4687-ABB1-2C4A181A7F06}"/>
    <dgm:cxn modelId="{1EB0C7A2-6C0D-4805-B754-6251644ED6F2}" type="presOf" srcId="{61401465-5FCA-4C56-9579-384D9B81BCD5}" destId="{033FDCF6-65EC-4FB6-8465-252225B74ED0}" srcOrd="0" destOrd="3" presId="urn:microsoft.com/office/officeart/2005/8/layout/hList1"/>
    <dgm:cxn modelId="{E250B2D1-14AD-4C6B-AB47-66DAF7B7C13A}" srcId="{DC57B899-A284-41DC-9AE4-F7951E309D7C}" destId="{AAFF666D-935D-417C-A6A4-CBD6AC8AD589}" srcOrd="0" destOrd="0" parTransId="{67F61F66-77CB-4210-B703-A5D303BBABD7}" sibTransId="{238630AE-93A1-4FE4-9796-81A8DA493A46}"/>
    <dgm:cxn modelId="{07AB7FEB-76B7-4495-ABD1-E663BF5E7E6D}" type="presOf" srcId="{DC57B899-A284-41DC-9AE4-F7951E309D7C}" destId="{7ECC30D8-2147-4291-A84F-5867E1A89546}" srcOrd="0" destOrd="0" presId="urn:microsoft.com/office/officeart/2005/8/layout/hList1"/>
    <dgm:cxn modelId="{CB3531EC-68E6-454F-B331-FBA4F4023F96}" type="presOf" srcId="{C64FC28F-FD72-44FF-B033-A50A4DC7E8C4}" destId="{033FDCF6-65EC-4FB6-8465-252225B74ED0}" srcOrd="0" destOrd="2" presId="urn:microsoft.com/office/officeart/2005/8/layout/hList1"/>
    <dgm:cxn modelId="{175EA2E0-5F8B-4646-98F7-0CE384E8805C}" type="presParOf" srcId="{7ECC30D8-2147-4291-A84F-5867E1A89546}" destId="{9F617A33-72D3-48DB-A6F0-A6647BDDDB2E}" srcOrd="0" destOrd="0" presId="urn:microsoft.com/office/officeart/2005/8/layout/hList1"/>
    <dgm:cxn modelId="{B4888348-A8A8-403D-9A4D-0C4516D25131}" type="presParOf" srcId="{9F617A33-72D3-48DB-A6F0-A6647BDDDB2E}" destId="{CDF31DE8-08E1-4A51-B0D2-8602B9D11FA0}" srcOrd="0" destOrd="0" presId="urn:microsoft.com/office/officeart/2005/8/layout/hList1"/>
    <dgm:cxn modelId="{24DBDC65-D724-404F-AC30-570B0C9C9E99}" type="presParOf" srcId="{9F617A33-72D3-48DB-A6F0-A6647BDDDB2E}" destId="{033FDCF6-65EC-4FB6-8465-252225B74ED0}"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21D0D18-4B87-482E-B29D-FBD7F2010EF6}"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IN"/>
        </a:p>
      </dgm:t>
    </dgm:pt>
    <dgm:pt modelId="{ACC01A26-784C-4431-B0D4-9945E45DADAF}">
      <dgm:prSet phldrT="[Text]" custT="1"/>
      <dgm:spPr/>
      <dgm:t>
        <a:bodyPr/>
        <a:lstStyle/>
        <a:p>
          <a:r>
            <a:rPr lang="en-US" sz="4000" b="1" i="0" dirty="0">
              <a:solidFill>
                <a:schemeClr val="tx1"/>
              </a:solidFill>
              <a:highlight>
                <a:srgbClr val="FFFF00"/>
              </a:highlight>
              <a:latin typeface="+mj-lt"/>
            </a:rPr>
            <a:t>Immunosensors</a:t>
          </a:r>
          <a:endParaRPr lang="en-IN" sz="4000" b="1" dirty="0">
            <a:solidFill>
              <a:schemeClr val="tx1"/>
            </a:solidFill>
            <a:highlight>
              <a:srgbClr val="FFFF00"/>
            </a:highlight>
            <a:latin typeface="+mj-lt"/>
          </a:endParaRPr>
        </a:p>
      </dgm:t>
    </dgm:pt>
    <dgm:pt modelId="{4A0DFDF3-ED27-440B-9103-D969DE5AFB9F}" type="parTrans" cxnId="{171AC08A-FB97-403E-A19E-3BB1F037D0F0}">
      <dgm:prSet/>
      <dgm:spPr/>
      <dgm:t>
        <a:bodyPr/>
        <a:lstStyle/>
        <a:p>
          <a:endParaRPr lang="en-IN" sz="2400">
            <a:latin typeface="+mn-lt"/>
          </a:endParaRPr>
        </a:p>
      </dgm:t>
    </dgm:pt>
    <dgm:pt modelId="{CB9425DD-0C7F-4C2E-90A0-C3D51CBCEADD}" type="sibTrans" cxnId="{171AC08A-FB97-403E-A19E-3BB1F037D0F0}">
      <dgm:prSet/>
      <dgm:spPr/>
      <dgm:t>
        <a:bodyPr/>
        <a:lstStyle/>
        <a:p>
          <a:endParaRPr lang="en-IN" sz="2400">
            <a:latin typeface="+mn-lt"/>
          </a:endParaRPr>
        </a:p>
      </dgm:t>
    </dgm:pt>
    <dgm:pt modelId="{3CEAB889-AAC3-471D-87A0-769BDFD7D995}">
      <dgm:prSet phldrT="[Text]" custT="1"/>
      <dgm:spPr/>
      <dgm:t>
        <a:bodyPr/>
        <a:lstStyle/>
        <a:p>
          <a:pPr algn="just">
            <a:spcAft>
              <a:spcPts val="600"/>
            </a:spcAft>
          </a:pPr>
          <a:r>
            <a:rPr lang="en-US" sz="2600" b="0" i="0" dirty="0">
              <a:latin typeface="+mn-lt"/>
            </a:rPr>
            <a:t>Immunosensors are </a:t>
          </a:r>
          <a:r>
            <a:rPr lang="en-US" sz="2600" b="1" i="0" dirty="0">
              <a:latin typeface="+mn-lt"/>
            </a:rPr>
            <a:t>affinity ligand-based biosensing devices </a:t>
          </a:r>
          <a:r>
            <a:rPr lang="en-US" sz="2600" b="0" i="0" dirty="0">
              <a:latin typeface="+mn-lt"/>
            </a:rPr>
            <a:t>that involve the coupling of immunochemical reactions to appropriate transducers. </a:t>
          </a:r>
          <a:endParaRPr lang="en-IN" sz="2600" dirty="0">
            <a:latin typeface="+mn-lt"/>
          </a:endParaRPr>
        </a:p>
      </dgm:t>
    </dgm:pt>
    <dgm:pt modelId="{5832785D-7206-4957-81FC-84ACB3882610}" type="parTrans" cxnId="{84893C98-8D32-429B-97B6-7C6B3DF1BE8B}">
      <dgm:prSet/>
      <dgm:spPr/>
      <dgm:t>
        <a:bodyPr/>
        <a:lstStyle/>
        <a:p>
          <a:endParaRPr lang="en-IN" sz="2400">
            <a:latin typeface="+mn-lt"/>
          </a:endParaRPr>
        </a:p>
      </dgm:t>
    </dgm:pt>
    <dgm:pt modelId="{E2ABC7AD-6999-4488-A4D8-850FF802677D}" type="sibTrans" cxnId="{84893C98-8D32-429B-97B6-7C6B3DF1BE8B}">
      <dgm:prSet/>
      <dgm:spPr/>
      <dgm:t>
        <a:bodyPr/>
        <a:lstStyle/>
        <a:p>
          <a:endParaRPr lang="en-IN" sz="2400">
            <a:latin typeface="+mn-lt"/>
          </a:endParaRPr>
        </a:p>
      </dgm:t>
    </dgm:pt>
    <dgm:pt modelId="{B0148084-174D-4F95-9723-E7A196ED160B}">
      <dgm:prSet phldrT="[Text]" custT="1"/>
      <dgm:spPr/>
      <dgm:t>
        <a:bodyPr/>
        <a:lstStyle/>
        <a:p>
          <a:pPr algn="just">
            <a:spcAft>
              <a:spcPts val="600"/>
            </a:spcAft>
          </a:pPr>
          <a:r>
            <a:rPr lang="en-US" sz="2600" b="1" i="0" dirty="0">
              <a:latin typeface="+mn-lt"/>
            </a:rPr>
            <a:t>Immunosensors</a:t>
          </a:r>
          <a:r>
            <a:rPr lang="en-US" sz="2600" b="0" i="0" dirty="0">
              <a:latin typeface="+mn-lt"/>
            </a:rPr>
            <a:t> </a:t>
          </a:r>
          <a:r>
            <a:rPr lang="en-US" sz="2600" b="1" i="0" dirty="0">
              <a:latin typeface="+mn-lt"/>
            </a:rPr>
            <a:t>use antibodies as the recognition element </a:t>
          </a:r>
          <a:r>
            <a:rPr lang="en-US" sz="2600" b="0" i="0" dirty="0">
              <a:latin typeface="+mn-lt"/>
            </a:rPr>
            <a:t>and a </a:t>
          </a:r>
          <a:r>
            <a:rPr lang="en-US" sz="2600" b="1" i="0" dirty="0">
              <a:latin typeface="+mn-lt"/>
            </a:rPr>
            <a:t>transducer</a:t>
          </a:r>
          <a:r>
            <a:rPr lang="en-US" sz="2600" b="0" i="0" dirty="0">
              <a:latin typeface="+mn-lt"/>
            </a:rPr>
            <a:t> that </a:t>
          </a:r>
          <a:r>
            <a:rPr lang="en-US" sz="2600" b="1" i="0" dirty="0">
              <a:latin typeface="+mn-lt"/>
            </a:rPr>
            <a:t>converts the antibody–antigen binding </a:t>
          </a:r>
          <a:r>
            <a:rPr lang="en-US" sz="2600" b="0" i="0" dirty="0">
              <a:latin typeface="+mn-lt"/>
            </a:rPr>
            <a:t>event to a </a:t>
          </a:r>
          <a:r>
            <a:rPr lang="en-US" sz="2600" b="1" i="0" dirty="0">
              <a:latin typeface="+mn-lt"/>
            </a:rPr>
            <a:t>measurable physical signal</a:t>
          </a:r>
          <a:r>
            <a:rPr lang="en-US" sz="2600" b="0" i="0" dirty="0">
              <a:latin typeface="+mn-lt"/>
            </a:rPr>
            <a:t>. </a:t>
          </a:r>
          <a:endParaRPr lang="en-IN" sz="2600" dirty="0">
            <a:latin typeface="+mn-lt"/>
          </a:endParaRPr>
        </a:p>
      </dgm:t>
    </dgm:pt>
    <dgm:pt modelId="{76948297-D2FF-43EB-9304-97DC95973BEA}" type="parTrans" cxnId="{51E2923D-7CB7-4F51-91C0-FC92E047E9C1}">
      <dgm:prSet/>
      <dgm:spPr/>
      <dgm:t>
        <a:bodyPr/>
        <a:lstStyle/>
        <a:p>
          <a:endParaRPr lang="en-IN" sz="2400">
            <a:latin typeface="+mn-lt"/>
          </a:endParaRPr>
        </a:p>
      </dgm:t>
    </dgm:pt>
    <dgm:pt modelId="{BF0ACC14-A8A1-49CD-A271-41A1BABBA0E3}" type="sibTrans" cxnId="{51E2923D-7CB7-4F51-91C0-FC92E047E9C1}">
      <dgm:prSet/>
      <dgm:spPr/>
      <dgm:t>
        <a:bodyPr/>
        <a:lstStyle/>
        <a:p>
          <a:endParaRPr lang="en-IN" sz="2400">
            <a:latin typeface="+mn-lt"/>
          </a:endParaRPr>
        </a:p>
      </dgm:t>
    </dgm:pt>
    <dgm:pt modelId="{D97B835F-20FC-4B33-95F9-1A1F2E1B3BBE}" type="pres">
      <dgm:prSet presAssocID="{721D0D18-4B87-482E-B29D-FBD7F2010EF6}" presName="Name0" presStyleCnt="0">
        <dgm:presLayoutVars>
          <dgm:dir/>
          <dgm:animLvl val="lvl"/>
          <dgm:resizeHandles val="exact"/>
        </dgm:presLayoutVars>
      </dgm:prSet>
      <dgm:spPr/>
    </dgm:pt>
    <dgm:pt modelId="{7D2E4E56-AB22-4400-B8B2-7972BDCBAA1F}" type="pres">
      <dgm:prSet presAssocID="{ACC01A26-784C-4431-B0D4-9945E45DADAF}" presName="composite" presStyleCnt="0"/>
      <dgm:spPr/>
    </dgm:pt>
    <dgm:pt modelId="{338F3447-2B19-4216-8E94-8D1AE3456483}" type="pres">
      <dgm:prSet presAssocID="{ACC01A26-784C-4431-B0D4-9945E45DADAF}" presName="parTx" presStyleLbl="alignNode1" presStyleIdx="0" presStyleCnt="1" custScaleY="100000">
        <dgm:presLayoutVars>
          <dgm:chMax val="0"/>
          <dgm:chPref val="0"/>
          <dgm:bulletEnabled val="1"/>
        </dgm:presLayoutVars>
      </dgm:prSet>
      <dgm:spPr/>
    </dgm:pt>
    <dgm:pt modelId="{0B099DA2-B62F-4F8E-8005-693C6BC06ADE}" type="pres">
      <dgm:prSet presAssocID="{ACC01A26-784C-4431-B0D4-9945E45DADAF}" presName="desTx" presStyleLbl="alignAccFollowNode1" presStyleIdx="0" presStyleCnt="1" custScaleY="99575">
        <dgm:presLayoutVars>
          <dgm:bulletEnabled val="1"/>
        </dgm:presLayoutVars>
      </dgm:prSet>
      <dgm:spPr/>
    </dgm:pt>
  </dgm:ptLst>
  <dgm:cxnLst>
    <dgm:cxn modelId="{51E2923D-7CB7-4F51-91C0-FC92E047E9C1}" srcId="{ACC01A26-784C-4431-B0D4-9945E45DADAF}" destId="{B0148084-174D-4F95-9723-E7A196ED160B}" srcOrd="1" destOrd="0" parTransId="{76948297-D2FF-43EB-9304-97DC95973BEA}" sibTransId="{BF0ACC14-A8A1-49CD-A271-41A1BABBA0E3}"/>
    <dgm:cxn modelId="{E9A3174A-3649-46E0-A860-0846ACC90BFE}" type="presOf" srcId="{ACC01A26-784C-4431-B0D4-9945E45DADAF}" destId="{338F3447-2B19-4216-8E94-8D1AE3456483}" srcOrd="0" destOrd="0" presId="urn:microsoft.com/office/officeart/2005/8/layout/hList1"/>
    <dgm:cxn modelId="{171AC08A-FB97-403E-A19E-3BB1F037D0F0}" srcId="{721D0D18-4B87-482E-B29D-FBD7F2010EF6}" destId="{ACC01A26-784C-4431-B0D4-9945E45DADAF}" srcOrd="0" destOrd="0" parTransId="{4A0DFDF3-ED27-440B-9103-D969DE5AFB9F}" sibTransId="{CB9425DD-0C7F-4C2E-90A0-C3D51CBCEADD}"/>
    <dgm:cxn modelId="{84893C98-8D32-429B-97B6-7C6B3DF1BE8B}" srcId="{ACC01A26-784C-4431-B0D4-9945E45DADAF}" destId="{3CEAB889-AAC3-471D-87A0-769BDFD7D995}" srcOrd="0" destOrd="0" parTransId="{5832785D-7206-4957-81FC-84ACB3882610}" sibTransId="{E2ABC7AD-6999-4488-A4D8-850FF802677D}"/>
    <dgm:cxn modelId="{39FDF099-2BA9-488E-9BBA-9E62D3DB8144}" type="presOf" srcId="{B0148084-174D-4F95-9723-E7A196ED160B}" destId="{0B099DA2-B62F-4F8E-8005-693C6BC06ADE}" srcOrd="0" destOrd="1" presId="urn:microsoft.com/office/officeart/2005/8/layout/hList1"/>
    <dgm:cxn modelId="{5169D9BC-6645-4701-AFF3-1AE86918EBF1}" type="presOf" srcId="{3CEAB889-AAC3-471D-87A0-769BDFD7D995}" destId="{0B099DA2-B62F-4F8E-8005-693C6BC06ADE}" srcOrd="0" destOrd="0" presId="urn:microsoft.com/office/officeart/2005/8/layout/hList1"/>
    <dgm:cxn modelId="{F8D2ACF9-70B6-4D20-9D17-16386DB7AB0C}" type="presOf" srcId="{721D0D18-4B87-482E-B29D-FBD7F2010EF6}" destId="{D97B835F-20FC-4B33-95F9-1A1F2E1B3BBE}" srcOrd="0" destOrd="0" presId="urn:microsoft.com/office/officeart/2005/8/layout/hList1"/>
    <dgm:cxn modelId="{CF4AEF3B-DC79-4B8C-BB9C-920BBCE9703A}" type="presParOf" srcId="{D97B835F-20FC-4B33-95F9-1A1F2E1B3BBE}" destId="{7D2E4E56-AB22-4400-B8B2-7972BDCBAA1F}" srcOrd="0" destOrd="0" presId="urn:microsoft.com/office/officeart/2005/8/layout/hList1"/>
    <dgm:cxn modelId="{FA84233E-37A1-4FD1-964E-B74B03CB30A6}" type="presParOf" srcId="{7D2E4E56-AB22-4400-B8B2-7972BDCBAA1F}" destId="{338F3447-2B19-4216-8E94-8D1AE3456483}" srcOrd="0" destOrd="0" presId="urn:microsoft.com/office/officeart/2005/8/layout/hList1"/>
    <dgm:cxn modelId="{B5A31086-6474-4863-9E08-29AAB81CE549}" type="presParOf" srcId="{7D2E4E56-AB22-4400-B8B2-7972BDCBAA1F}" destId="{0B099DA2-B62F-4F8E-8005-693C6BC06ADE}"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A2A2DF5-59CD-421C-A363-9C6F2F9E6EB4}" type="doc">
      <dgm:prSet loTypeId="urn:microsoft.com/office/officeart/2011/layout/TabList" loCatId="list" qsTypeId="urn:microsoft.com/office/officeart/2005/8/quickstyle/simple1" qsCatId="simple" csTypeId="urn:microsoft.com/office/officeart/2005/8/colors/colorful2" csCatId="colorful" phldr="1"/>
      <dgm:spPr/>
      <dgm:t>
        <a:bodyPr/>
        <a:lstStyle/>
        <a:p>
          <a:endParaRPr lang="en-IN"/>
        </a:p>
      </dgm:t>
    </dgm:pt>
    <dgm:pt modelId="{7DDF225F-93BD-44F6-881E-2DBB2794A0B3}">
      <dgm:prSet phldrT="[Text]" custT="1"/>
      <dgm:spPr/>
      <dgm:t>
        <a:bodyPr/>
        <a:lstStyle/>
        <a:p>
          <a:pPr algn="l"/>
          <a:r>
            <a:rPr lang="en-IN" sz="1800" b="1" i="0" dirty="0"/>
            <a:t>Analyte:</a:t>
          </a:r>
          <a:endParaRPr lang="en-IN" sz="1800" dirty="0"/>
        </a:p>
      </dgm:t>
    </dgm:pt>
    <dgm:pt modelId="{5B044091-007A-4936-B705-0E55D44BD5D0}" type="parTrans" cxnId="{9C32AD7D-1C0D-49EE-85CA-901FC95D971E}">
      <dgm:prSet/>
      <dgm:spPr/>
      <dgm:t>
        <a:bodyPr/>
        <a:lstStyle/>
        <a:p>
          <a:endParaRPr lang="en-IN" sz="2800"/>
        </a:p>
      </dgm:t>
    </dgm:pt>
    <dgm:pt modelId="{C085BC2C-DE38-4AE5-B1B3-E4C1FDDA3001}" type="sibTrans" cxnId="{9C32AD7D-1C0D-49EE-85CA-901FC95D971E}">
      <dgm:prSet/>
      <dgm:spPr/>
      <dgm:t>
        <a:bodyPr/>
        <a:lstStyle/>
        <a:p>
          <a:endParaRPr lang="en-IN" sz="2800"/>
        </a:p>
      </dgm:t>
    </dgm:pt>
    <dgm:pt modelId="{F220F69D-8BC7-46E1-A2FE-20283FE971E1}">
      <dgm:prSet phldrT="[Text]" custT="1"/>
      <dgm:spPr/>
      <dgm:t>
        <a:bodyPr/>
        <a:lstStyle/>
        <a:p>
          <a:pPr algn="l"/>
          <a:r>
            <a:rPr lang="en-US" sz="1800" b="1" dirty="0"/>
            <a:t>Antigen</a:t>
          </a:r>
          <a:endParaRPr lang="en-IN" sz="1800" b="1" dirty="0"/>
        </a:p>
      </dgm:t>
    </dgm:pt>
    <dgm:pt modelId="{B1B4A474-47EC-4C7A-A420-A3DA5AC0AA38}" type="parTrans" cxnId="{D8B0CFC1-34BC-48F9-8FAE-988E690F2609}">
      <dgm:prSet/>
      <dgm:spPr/>
      <dgm:t>
        <a:bodyPr/>
        <a:lstStyle/>
        <a:p>
          <a:endParaRPr lang="en-IN" sz="2800"/>
        </a:p>
      </dgm:t>
    </dgm:pt>
    <dgm:pt modelId="{57385FD8-2FBA-43B0-B87D-C7C6A8BF01E9}" type="sibTrans" cxnId="{D8B0CFC1-34BC-48F9-8FAE-988E690F2609}">
      <dgm:prSet/>
      <dgm:spPr/>
      <dgm:t>
        <a:bodyPr/>
        <a:lstStyle/>
        <a:p>
          <a:endParaRPr lang="en-IN" sz="2800"/>
        </a:p>
      </dgm:t>
    </dgm:pt>
    <dgm:pt modelId="{7AB184AA-9068-4CDF-BF45-01AF5BA4561D}">
      <dgm:prSet phldrT="[Text]" custT="1"/>
      <dgm:spPr/>
      <dgm:t>
        <a:bodyPr/>
        <a:lstStyle/>
        <a:p>
          <a:pPr algn="l"/>
          <a:r>
            <a:rPr lang="en-IN" sz="1800" b="1" i="0" dirty="0"/>
            <a:t>Bioreceptor:</a:t>
          </a:r>
          <a:endParaRPr lang="en-IN" sz="1800" dirty="0"/>
        </a:p>
      </dgm:t>
    </dgm:pt>
    <dgm:pt modelId="{A147AFE3-9801-4684-A2E9-EDA8FC6E527A}" type="parTrans" cxnId="{2584F3B4-DB8E-4664-96B0-A0DA186FA5DC}">
      <dgm:prSet/>
      <dgm:spPr/>
      <dgm:t>
        <a:bodyPr/>
        <a:lstStyle/>
        <a:p>
          <a:endParaRPr lang="en-IN" sz="2800"/>
        </a:p>
      </dgm:t>
    </dgm:pt>
    <dgm:pt modelId="{96D06E09-50A5-40E7-A9F8-5DF745BBC0E6}" type="sibTrans" cxnId="{2584F3B4-DB8E-4664-96B0-A0DA186FA5DC}">
      <dgm:prSet/>
      <dgm:spPr/>
      <dgm:t>
        <a:bodyPr/>
        <a:lstStyle/>
        <a:p>
          <a:endParaRPr lang="en-IN" sz="2800"/>
        </a:p>
      </dgm:t>
    </dgm:pt>
    <dgm:pt modelId="{4DB32381-FE65-4ABD-B57F-9702A0A120E2}">
      <dgm:prSet phldrT="[Text]" custT="1"/>
      <dgm:spPr/>
      <dgm:t>
        <a:bodyPr/>
        <a:lstStyle/>
        <a:p>
          <a:r>
            <a:rPr lang="en-US" sz="1800" b="1" dirty="0"/>
            <a:t>Antibody</a:t>
          </a:r>
          <a:endParaRPr lang="en-IN" sz="1800" b="1" dirty="0"/>
        </a:p>
      </dgm:t>
    </dgm:pt>
    <dgm:pt modelId="{9358C0A4-37CD-42C6-B3AF-0AD87224E481}" type="parTrans" cxnId="{A4543F2D-0484-47B7-B748-87266C33CC84}">
      <dgm:prSet/>
      <dgm:spPr/>
      <dgm:t>
        <a:bodyPr/>
        <a:lstStyle/>
        <a:p>
          <a:endParaRPr lang="en-IN" sz="2800"/>
        </a:p>
      </dgm:t>
    </dgm:pt>
    <dgm:pt modelId="{49A41B1C-DD7C-4F82-BBD4-943972A6633F}" type="sibTrans" cxnId="{A4543F2D-0484-47B7-B748-87266C33CC84}">
      <dgm:prSet/>
      <dgm:spPr/>
      <dgm:t>
        <a:bodyPr/>
        <a:lstStyle/>
        <a:p>
          <a:endParaRPr lang="en-IN" sz="2800"/>
        </a:p>
      </dgm:t>
    </dgm:pt>
    <dgm:pt modelId="{6AC4DD07-8AD2-4BCB-980A-9F942EB6A305}">
      <dgm:prSet phldrT="[Text]" custT="1"/>
      <dgm:spPr/>
      <dgm:t>
        <a:bodyPr/>
        <a:lstStyle/>
        <a:p>
          <a:pPr algn="just"/>
          <a:r>
            <a:rPr lang="en-US" sz="1800" dirty="0"/>
            <a:t>Antigen is a substrate that stimulates the immune system to produce antibodies.</a:t>
          </a:r>
          <a:endParaRPr lang="en-IN" sz="1800" dirty="0"/>
        </a:p>
      </dgm:t>
    </dgm:pt>
    <dgm:pt modelId="{CCD9EC9A-A7C2-40E8-9DDC-764D0B0788C9}" type="parTrans" cxnId="{93E855EF-CAAE-401D-ABEF-82BEDEFDACAB}">
      <dgm:prSet/>
      <dgm:spPr/>
      <dgm:t>
        <a:bodyPr/>
        <a:lstStyle/>
        <a:p>
          <a:endParaRPr lang="en-IN" sz="2800"/>
        </a:p>
      </dgm:t>
    </dgm:pt>
    <dgm:pt modelId="{4C26F0B2-DEB8-4937-AB79-E03B9D2B8DED}" type="sibTrans" cxnId="{93E855EF-CAAE-401D-ABEF-82BEDEFDACAB}">
      <dgm:prSet/>
      <dgm:spPr/>
      <dgm:t>
        <a:bodyPr/>
        <a:lstStyle/>
        <a:p>
          <a:endParaRPr lang="en-IN" sz="2800"/>
        </a:p>
      </dgm:t>
    </dgm:pt>
    <dgm:pt modelId="{EB1F5FA0-0F13-48A9-A24F-B2319A92EA4F}">
      <dgm:prSet phldrT="[Text]" custT="1"/>
      <dgm:spPr/>
      <dgm:t>
        <a:bodyPr/>
        <a:lstStyle/>
        <a:p>
          <a:pPr algn="just"/>
          <a:r>
            <a:rPr lang="en-US" sz="1800" b="0" i="0" dirty="0"/>
            <a:t>Antibodies are Y- shaped </a:t>
          </a:r>
          <a:r>
            <a:rPr lang="en-US" sz="1800" b="1" i="0" dirty="0"/>
            <a:t>proteins formed in response to any foreign substance</a:t>
          </a:r>
          <a:r>
            <a:rPr lang="en-US" sz="1800" b="0" i="0" dirty="0"/>
            <a:t> known as an antigen</a:t>
          </a:r>
          <a:endParaRPr lang="en-IN" sz="1800" dirty="0"/>
        </a:p>
      </dgm:t>
    </dgm:pt>
    <dgm:pt modelId="{F82C8BE1-C8DF-484C-9FEA-C18B716107E9}" type="parTrans" cxnId="{A3322106-359B-4E9A-85B1-35024DD1A0DF}">
      <dgm:prSet/>
      <dgm:spPr/>
      <dgm:t>
        <a:bodyPr/>
        <a:lstStyle/>
        <a:p>
          <a:endParaRPr lang="en-IN" sz="2800"/>
        </a:p>
      </dgm:t>
    </dgm:pt>
    <dgm:pt modelId="{83DC4C8C-4AE6-4C43-96D4-D6352314E08F}" type="sibTrans" cxnId="{A3322106-359B-4E9A-85B1-35024DD1A0DF}">
      <dgm:prSet/>
      <dgm:spPr/>
      <dgm:t>
        <a:bodyPr/>
        <a:lstStyle/>
        <a:p>
          <a:endParaRPr lang="en-IN" sz="2800"/>
        </a:p>
      </dgm:t>
    </dgm:pt>
    <dgm:pt modelId="{EF0B4591-4132-4224-B5C2-1231BAED3CA4}">
      <dgm:prSet phldrT="[Text]" custT="1"/>
      <dgm:spPr/>
      <dgm:t>
        <a:bodyPr/>
        <a:lstStyle/>
        <a:p>
          <a:pPr algn="l"/>
          <a:r>
            <a:rPr lang="en-IN" sz="1800" b="1" i="0" dirty="0"/>
            <a:t>Transducer:</a:t>
          </a:r>
          <a:endParaRPr lang="en-IN" sz="1800" dirty="0"/>
        </a:p>
      </dgm:t>
    </dgm:pt>
    <dgm:pt modelId="{808F0F4B-DF37-4136-9253-871F27CC6F28}" type="parTrans" cxnId="{B1A5565D-1308-4471-A8DA-5A2912280842}">
      <dgm:prSet/>
      <dgm:spPr/>
      <dgm:t>
        <a:bodyPr/>
        <a:lstStyle/>
        <a:p>
          <a:endParaRPr lang="en-IN" sz="2800"/>
        </a:p>
      </dgm:t>
    </dgm:pt>
    <dgm:pt modelId="{C2679429-FF5F-44C1-BAB7-560E88925E75}" type="sibTrans" cxnId="{B1A5565D-1308-4471-A8DA-5A2912280842}">
      <dgm:prSet/>
      <dgm:spPr/>
      <dgm:t>
        <a:bodyPr/>
        <a:lstStyle/>
        <a:p>
          <a:endParaRPr lang="en-IN" sz="2800"/>
        </a:p>
      </dgm:t>
    </dgm:pt>
    <dgm:pt modelId="{D686F857-56AF-40B4-B9B1-39DDD01F0C80}">
      <dgm:prSet phldrT="[Text]" custT="1"/>
      <dgm:spPr/>
      <dgm:t>
        <a:bodyPr/>
        <a:lstStyle/>
        <a:p>
          <a:pPr algn="just"/>
          <a:r>
            <a:rPr lang="en-US" sz="1800" dirty="0"/>
            <a:t>Electrochemical, </a:t>
          </a:r>
          <a:r>
            <a:rPr lang="en-US" sz="1800" b="0" i="0" dirty="0">
              <a:latin typeface="+mn-lt"/>
            </a:rPr>
            <a:t>optical and thermometric</a:t>
          </a:r>
          <a:endParaRPr lang="en-IN" sz="1800" dirty="0"/>
        </a:p>
      </dgm:t>
    </dgm:pt>
    <dgm:pt modelId="{E59A92D5-84E1-43E5-935C-BCE1FB7F827B}" type="parTrans" cxnId="{B2FD7380-0D7C-40A5-914E-B7CB50114B13}">
      <dgm:prSet/>
      <dgm:spPr/>
      <dgm:t>
        <a:bodyPr/>
        <a:lstStyle/>
        <a:p>
          <a:endParaRPr lang="en-IN" sz="2800"/>
        </a:p>
      </dgm:t>
    </dgm:pt>
    <dgm:pt modelId="{EB9FACBA-4C63-467A-A8A6-68E4E35A65C6}" type="sibTrans" cxnId="{B2FD7380-0D7C-40A5-914E-B7CB50114B13}">
      <dgm:prSet/>
      <dgm:spPr/>
      <dgm:t>
        <a:bodyPr/>
        <a:lstStyle/>
        <a:p>
          <a:endParaRPr lang="en-IN" sz="2800"/>
        </a:p>
      </dgm:t>
    </dgm:pt>
    <dgm:pt modelId="{148E4CF8-17FE-43CE-93A1-5FCAFFBD4C95}">
      <dgm:prSet phldrT="[Text]" custT="1"/>
      <dgm:spPr/>
      <dgm:t>
        <a:bodyPr/>
        <a:lstStyle/>
        <a:p>
          <a:pPr algn="l"/>
          <a:r>
            <a:rPr lang="en-IN" sz="1800" b="1" i="0" dirty="0"/>
            <a:t>Electronics and display:</a:t>
          </a:r>
          <a:r>
            <a:rPr lang="en-IN" sz="1800" b="0" i="0" dirty="0"/>
            <a:t> </a:t>
          </a:r>
          <a:endParaRPr lang="en-IN" sz="1800" dirty="0"/>
        </a:p>
      </dgm:t>
    </dgm:pt>
    <dgm:pt modelId="{361FF80F-05D3-4D7D-A054-304DEFB093D0}" type="parTrans" cxnId="{49B7751F-2438-45DE-9E59-3F664F2D1EC0}">
      <dgm:prSet/>
      <dgm:spPr/>
      <dgm:t>
        <a:bodyPr/>
        <a:lstStyle/>
        <a:p>
          <a:endParaRPr lang="en-IN" sz="2800"/>
        </a:p>
      </dgm:t>
    </dgm:pt>
    <dgm:pt modelId="{F1CACEE7-10CC-4655-A429-41BB4FCF5724}" type="sibTrans" cxnId="{49B7751F-2438-45DE-9E59-3F664F2D1EC0}">
      <dgm:prSet/>
      <dgm:spPr/>
      <dgm:t>
        <a:bodyPr/>
        <a:lstStyle/>
        <a:p>
          <a:endParaRPr lang="en-IN" sz="2800"/>
        </a:p>
      </dgm:t>
    </dgm:pt>
    <dgm:pt modelId="{5AE16071-F7E9-45EA-83B1-F00DF9F83D1D}">
      <dgm:prSet phldrT="[Text]" custT="1"/>
      <dgm:spPr/>
      <dgm:t>
        <a:bodyPr/>
        <a:lstStyle/>
        <a:p>
          <a:pPr algn="just"/>
          <a:r>
            <a:rPr lang="en-US" sz="1800" b="0" i="0" dirty="0"/>
            <a:t>The processed signals are then quantified and shown on display</a:t>
          </a:r>
          <a:endParaRPr lang="en-IN" sz="1800" dirty="0"/>
        </a:p>
      </dgm:t>
    </dgm:pt>
    <dgm:pt modelId="{CD745563-9411-4ECE-95B8-C4D6847A75E3}" type="parTrans" cxnId="{30D70287-456C-4705-91F2-6AB21A2F43ED}">
      <dgm:prSet/>
      <dgm:spPr/>
      <dgm:t>
        <a:bodyPr/>
        <a:lstStyle/>
        <a:p>
          <a:endParaRPr lang="en-IN" sz="2000"/>
        </a:p>
      </dgm:t>
    </dgm:pt>
    <dgm:pt modelId="{E98CAC81-F8E7-44FA-878C-8DECA1F4437F}" type="sibTrans" cxnId="{30D70287-456C-4705-91F2-6AB21A2F43ED}">
      <dgm:prSet/>
      <dgm:spPr/>
      <dgm:t>
        <a:bodyPr/>
        <a:lstStyle/>
        <a:p>
          <a:endParaRPr lang="en-IN" sz="2000"/>
        </a:p>
      </dgm:t>
    </dgm:pt>
    <dgm:pt modelId="{882E1B19-9C67-4CFD-AC4D-D861009319AC}">
      <dgm:prSet phldrT="[Text]" custT="1"/>
      <dgm:spPr/>
      <dgm:t>
        <a:bodyPr/>
        <a:lstStyle/>
        <a:p>
          <a:endParaRPr lang="en-IN" sz="1800" dirty="0"/>
        </a:p>
      </dgm:t>
    </dgm:pt>
    <dgm:pt modelId="{B40F69ED-4BC6-405B-A98D-317660122BE6}" type="parTrans" cxnId="{37C6BEA1-708D-417F-931F-8C39612B3D51}">
      <dgm:prSet/>
      <dgm:spPr/>
      <dgm:t>
        <a:bodyPr/>
        <a:lstStyle/>
        <a:p>
          <a:endParaRPr lang="en-IN" sz="2000"/>
        </a:p>
      </dgm:t>
    </dgm:pt>
    <dgm:pt modelId="{C470502F-8729-4D39-9988-A87EA9EF99AC}" type="sibTrans" cxnId="{37C6BEA1-708D-417F-931F-8C39612B3D51}">
      <dgm:prSet/>
      <dgm:spPr/>
      <dgm:t>
        <a:bodyPr/>
        <a:lstStyle/>
        <a:p>
          <a:endParaRPr lang="en-IN" sz="2000"/>
        </a:p>
      </dgm:t>
    </dgm:pt>
    <dgm:pt modelId="{619F20D9-DB89-440C-8EF9-F0AAF6DB7988}">
      <dgm:prSet phldrT="[Text]" custT="1"/>
      <dgm:spPr/>
      <dgm:t>
        <a:bodyPr/>
        <a:lstStyle/>
        <a:p>
          <a:endParaRPr lang="en-IN" sz="1800" dirty="0"/>
        </a:p>
      </dgm:t>
    </dgm:pt>
    <dgm:pt modelId="{5CEE166C-C15F-4CFB-915B-2F5A9D6C2F9E}" type="parTrans" cxnId="{0DDFB430-561E-4635-816C-7F970DDFAD32}">
      <dgm:prSet/>
      <dgm:spPr/>
      <dgm:t>
        <a:bodyPr/>
        <a:lstStyle/>
        <a:p>
          <a:endParaRPr lang="en-IN" sz="2000"/>
        </a:p>
      </dgm:t>
    </dgm:pt>
    <dgm:pt modelId="{9ACA4F20-EC58-46D0-A295-80276E88AB8F}" type="sibTrans" cxnId="{0DDFB430-561E-4635-816C-7F970DDFAD32}">
      <dgm:prSet/>
      <dgm:spPr/>
      <dgm:t>
        <a:bodyPr/>
        <a:lstStyle/>
        <a:p>
          <a:endParaRPr lang="en-IN" sz="2000"/>
        </a:p>
      </dgm:t>
    </dgm:pt>
    <dgm:pt modelId="{F6F204B4-3E71-4D26-83E7-7C70337ABD73}">
      <dgm:prSet phldrT="[Text]" custT="1"/>
      <dgm:spPr/>
      <dgm:t>
        <a:bodyPr/>
        <a:lstStyle/>
        <a:p>
          <a:pPr algn="just"/>
          <a:r>
            <a:rPr lang="en-IN" sz="1800" dirty="0"/>
            <a:t>Convert signal </a:t>
          </a:r>
        </a:p>
      </dgm:t>
    </dgm:pt>
    <dgm:pt modelId="{14ED619E-2091-4EC9-90F6-53D8A37C1276}" type="parTrans" cxnId="{FE112F3F-60D0-49B9-ADEA-CF2EFFD956BD}">
      <dgm:prSet/>
      <dgm:spPr/>
      <dgm:t>
        <a:bodyPr/>
        <a:lstStyle/>
        <a:p>
          <a:endParaRPr lang="en-IN"/>
        </a:p>
      </dgm:t>
    </dgm:pt>
    <dgm:pt modelId="{BF82BFA2-18FF-4D7A-932F-7FC8F5C950C1}" type="sibTrans" cxnId="{FE112F3F-60D0-49B9-ADEA-CF2EFFD956BD}">
      <dgm:prSet/>
      <dgm:spPr/>
      <dgm:t>
        <a:bodyPr/>
        <a:lstStyle/>
        <a:p>
          <a:endParaRPr lang="en-IN"/>
        </a:p>
      </dgm:t>
    </dgm:pt>
    <dgm:pt modelId="{0100CD99-E25B-4DA3-8667-06317AABC577}" type="pres">
      <dgm:prSet presAssocID="{3A2A2DF5-59CD-421C-A363-9C6F2F9E6EB4}" presName="Name0" presStyleCnt="0">
        <dgm:presLayoutVars>
          <dgm:chMax/>
          <dgm:chPref val="3"/>
          <dgm:dir/>
          <dgm:animOne val="branch"/>
          <dgm:animLvl val="lvl"/>
        </dgm:presLayoutVars>
      </dgm:prSet>
      <dgm:spPr/>
    </dgm:pt>
    <dgm:pt modelId="{FA9A4741-0F1F-4D12-B5E7-5B13AA6F723E}" type="pres">
      <dgm:prSet presAssocID="{7DDF225F-93BD-44F6-881E-2DBB2794A0B3}" presName="composite" presStyleCnt="0"/>
      <dgm:spPr/>
    </dgm:pt>
    <dgm:pt modelId="{A2A9B85D-7DE2-416D-8259-5A4C42101CDE}" type="pres">
      <dgm:prSet presAssocID="{7DDF225F-93BD-44F6-881E-2DBB2794A0B3}" presName="FirstChild" presStyleLbl="revTx" presStyleIdx="0" presStyleCnt="8" custScaleX="35067" custLinFactNeighborX="1765">
        <dgm:presLayoutVars>
          <dgm:chMax val="0"/>
          <dgm:chPref val="0"/>
          <dgm:bulletEnabled val="1"/>
        </dgm:presLayoutVars>
      </dgm:prSet>
      <dgm:spPr/>
    </dgm:pt>
    <dgm:pt modelId="{28583718-3C1B-432A-9257-40E32E828062}" type="pres">
      <dgm:prSet presAssocID="{7DDF225F-93BD-44F6-881E-2DBB2794A0B3}" presName="Parent" presStyleLbl="alignNode1" presStyleIdx="0" presStyleCnt="4" custScaleX="221853" custLinFactNeighborX="31615" custLinFactNeighborY="-2279">
        <dgm:presLayoutVars>
          <dgm:chMax val="3"/>
          <dgm:chPref val="3"/>
          <dgm:bulletEnabled val="1"/>
        </dgm:presLayoutVars>
      </dgm:prSet>
      <dgm:spPr/>
    </dgm:pt>
    <dgm:pt modelId="{CC7142BB-17A0-4945-B077-128F5539F2B3}" type="pres">
      <dgm:prSet presAssocID="{7DDF225F-93BD-44F6-881E-2DBB2794A0B3}" presName="Accent" presStyleLbl="parChTrans1D1" presStyleIdx="0" presStyleCnt="4"/>
      <dgm:spPr/>
    </dgm:pt>
    <dgm:pt modelId="{AD7710A1-385E-4CC6-8E2A-54AA37B15CFC}" type="pres">
      <dgm:prSet presAssocID="{7DDF225F-93BD-44F6-881E-2DBB2794A0B3}" presName="Child" presStyleLbl="revTx" presStyleIdx="1" presStyleCnt="8" custScaleY="57521">
        <dgm:presLayoutVars>
          <dgm:chMax val="0"/>
          <dgm:chPref val="0"/>
          <dgm:bulletEnabled val="1"/>
        </dgm:presLayoutVars>
      </dgm:prSet>
      <dgm:spPr/>
    </dgm:pt>
    <dgm:pt modelId="{3415889C-E11C-4E2A-B229-F6F1861B32D1}" type="pres">
      <dgm:prSet presAssocID="{C085BC2C-DE38-4AE5-B1B3-E4C1FDDA3001}" presName="sibTrans" presStyleCnt="0"/>
      <dgm:spPr/>
    </dgm:pt>
    <dgm:pt modelId="{477DFBD7-F026-4384-8D26-091AC68584BA}" type="pres">
      <dgm:prSet presAssocID="{7AB184AA-9068-4CDF-BF45-01AF5BA4561D}" presName="composite" presStyleCnt="0"/>
      <dgm:spPr/>
    </dgm:pt>
    <dgm:pt modelId="{AE07CAAB-FD33-48E9-B125-2228EA8107A8}" type="pres">
      <dgm:prSet presAssocID="{7AB184AA-9068-4CDF-BF45-01AF5BA4561D}" presName="FirstChild" presStyleLbl="revTx" presStyleIdx="2" presStyleCnt="8" custScaleX="54564" custLinFactNeighborX="11450">
        <dgm:presLayoutVars>
          <dgm:chMax val="0"/>
          <dgm:chPref val="0"/>
          <dgm:bulletEnabled val="1"/>
        </dgm:presLayoutVars>
      </dgm:prSet>
      <dgm:spPr/>
    </dgm:pt>
    <dgm:pt modelId="{D182147C-B7A1-47A9-9566-261DA6352D87}" type="pres">
      <dgm:prSet presAssocID="{7AB184AA-9068-4CDF-BF45-01AF5BA4561D}" presName="Parent" presStyleLbl="alignNode1" presStyleIdx="1" presStyleCnt="4" custScaleX="221853" custLinFactNeighborX="32567" custLinFactNeighborY="-62">
        <dgm:presLayoutVars>
          <dgm:chMax val="3"/>
          <dgm:chPref val="3"/>
          <dgm:bulletEnabled val="1"/>
        </dgm:presLayoutVars>
      </dgm:prSet>
      <dgm:spPr/>
    </dgm:pt>
    <dgm:pt modelId="{FEBFD83E-7E0E-4F84-AF87-5B13956F4872}" type="pres">
      <dgm:prSet presAssocID="{7AB184AA-9068-4CDF-BF45-01AF5BA4561D}" presName="Accent" presStyleLbl="parChTrans1D1" presStyleIdx="1" presStyleCnt="4"/>
      <dgm:spPr/>
    </dgm:pt>
    <dgm:pt modelId="{FD7D3DD9-F3C5-40D2-831C-7B0FF638AD7B}" type="pres">
      <dgm:prSet presAssocID="{7AB184AA-9068-4CDF-BF45-01AF5BA4561D}" presName="Child" presStyleLbl="revTx" presStyleIdx="3" presStyleCnt="8" custScaleY="126738" custLinFactNeighborY="80748">
        <dgm:presLayoutVars>
          <dgm:chMax val="0"/>
          <dgm:chPref val="0"/>
          <dgm:bulletEnabled val="1"/>
        </dgm:presLayoutVars>
      </dgm:prSet>
      <dgm:spPr/>
    </dgm:pt>
    <dgm:pt modelId="{1179BCDB-9D9E-47C4-B328-93215F1C03FA}" type="pres">
      <dgm:prSet presAssocID="{96D06E09-50A5-40E7-A9F8-5DF745BBC0E6}" presName="sibTrans" presStyleCnt="0"/>
      <dgm:spPr/>
    </dgm:pt>
    <dgm:pt modelId="{3FA31AFF-3FA0-4607-8E4A-70278AB9E7C6}" type="pres">
      <dgm:prSet presAssocID="{EF0B4591-4132-4224-B5C2-1231BAED3CA4}" presName="composite" presStyleCnt="0"/>
      <dgm:spPr/>
    </dgm:pt>
    <dgm:pt modelId="{EB03B56B-AA31-480A-B2E2-513FB57FBCA9}" type="pres">
      <dgm:prSet presAssocID="{EF0B4591-4132-4224-B5C2-1231BAED3CA4}" presName="FirstChild" presStyleLbl="revTx" presStyleIdx="4" presStyleCnt="8">
        <dgm:presLayoutVars>
          <dgm:chMax val="0"/>
          <dgm:chPref val="0"/>
          <dgm:bulletEnabled val="1"/>
        </dgm:presLayoutVars>
      </dgm:prSet>
      <dgm:spPr/>
    </dgm:pt>
    <dgm:pt modelId="{E28BEB3C-20D0-4720-921A-CE7C616794FF}" type="pres">
      <dgm:prSet presAssocID="{EF0B4591-4132-4224-B5C2-1231BAED3CA4}" presName="Parent" presStyleLbl="alignNode1" presStyleIdx="2" presStyleCnt="4" custScaleX="221853" custLinFactNeighborX="31615" custLinFactNeighborY="8564">
        <dgm:presLayoutVars>
          <dgm:chMax val="3"/>
          <dgm:chPref val="3"/>
          <dgm:bulletEnabled val="1"/>
        </dgm:presLayoutVars>
      </dgm:prSet>
      <dgm:spPr/>
    </dgm:pt>
    <dgm:pt modelId="{5D765E73-12EC-416F-B294-B236ED757515}" type="pres">
      <dgm:prSet presAssocID="{EF0B4591-4132-4224-B5C2-1231BAED3CA4}" presName="Accent" presStyleLbl="parChTrans1D1" presStyleIdx="2" presStyleCnt="4"/>
      <dgm:spPr/>
    </dgm:pt>
    <dgm:pt modelId="{75B41230-6A42-40F0-AB0E-323849952414}" type="pres">
      <dgm:prSet presAssocID="{EF0B4591-4132-4224-B5C2-1231BAED3CA4}" presName="Child" presStyleLbl="revTx" presStyleIdx="5" presStyleCnt="8" custScaleY="114413" custLinFactY="3555" custLinFactNeighborY="100000">
        <dgm:presLayoutVars>
          <dgm:chMax val="0"/>
          <dgm:chPref val="0"/>
          <dgm:bulletEnabled val="1"/>
        </dgm:presLayoutVars>
      </dgm:prSet>
      <dgm:spPr/>
    </dgm:pt>
    <dgm:pt modelId="{3976EDF7-38A8-4726-8795-6DA9685A5A44}" type="pres">
      <dgm:prSet presAssocID="{C2679429-FF5F-44C1-BAB7-560E88925E75}" presName="sibTrans" presStyleCnt="0"/>
      <dgm:spPr/>
    </dgm:pt>
    <dgm:pt modelId="{1D21BEBC-9F6D-4493-AC70-61D78AF70D0C}" type="pres">
      <dgm:prSet presAssocID="{148E4CF8-17FE-43CE-93A1-5FCAFFBD4C95}" presName="composite" presStyleCnt="0"/>
      <dgm:spPr/>
    </dgm:pt>
    <dgm:pt modelId="{7A4BBB6F-7BE2-49DB-8216-8C05C5F178FE}" type="pres">
      <dgm:prSet presAssocID="{148E4CF8-17FE-43CE-93A1-5FCAFFBD4C95}" presName="FirstChild" presStyleLbl="revTx" presStyleIdx="6" presStyleCnt="8">
        <dgm:presLayoutVars>
          <dgm:chMax val="0"/>
          <dgm:chPref val="0"/>
          <dgm:bulletEnabled val="1"/>
        </dgm:presLayoutVars>
      </dgm:prSet>
      <dgm:spPr/>
    </dgm:pt>
    <dgm:pt modelId="{62B3C8F2-02E8-48A2-A030-E968E45099A8}" type="pres">
      <dgm:prSet presAssocID="{148E4CF8-17FE-43CE-93A1-5FCAFFBD4C95}" presName="Parent" presStyleLbl="alignNode1" presStyleIdx="3" presStyleCnt="4" custScaleX="221853" custLinFactNeighborX="32568" custLinFactNeighborY="536">
        <dgm:presLayoutVars>
          <dgm:chMax val="3"/>
          <dgm:chPref val="3"/>
          <dgm:bulletEnabled val="1"/>
        </dgm:presLayoutVars>
      </dgm:prSet>
      <dgm:spPr/>
    </dgm:pt>
    <dgm:pt modelId="{D64E4932-40BF-4751-B0F9-DE8106DF304C}" type="pres">
      <dgm:prSet presAssocID="{148E4CF8-17FE-43CE-93A1-5FCAFFBD4C95}" presName="Accent" presStyleLbl="parChTrans1D1" presStyleIdx="3" presStyleCnt="4"/>
      <dgm:spPr/>
    </dgm:pt>
    <dgm:pt modelId="{46C8E9B4-E578-4E1A-A51B-C2C9C534DF19}" type="pres">
      <dgm:prSet presAssocID="{148E4CF8-17FE-43CE-93A1-5FCAFFBD4C95}" presName="Child" presStyleLbl="revTx" presStyleIdx="7" presStyleCnt="8" custScaleY="76762" custLinFactNeighborY="3106">
        <dgm:presLayoutVars>
          <dgm:chMax val="0"/>
          <dgm:chPref val="0"/>
          <dgm:bulletEnabled val="1"/>
        </dgm:presLayoutVars>
      </dgm:prSet>
      <dgm:spPr/>
    </dgm:pt>
  </dgm:ptLst>
  <dgm:cxnLst>
    <dgm:cxn modelId="{A3322106-359B-4E9A-85B1-35024DD1A0DF}" srcId="{7AB184AA-9068-4CDF-BF45-01AF5BA4561D}" destId="{EB1F5FA0-0F13-48A9-A24F-B2319A92EA4F}" srcOrd="1" destOrd="0" parTransId="{F82C8BE1-C8DF-484C-9FEA-C18B716107E9}" sibTransId="{83DC4C8C-4AE6-4C43-96D4-D6352314E08F}"/>
    <dgm:cxn modelId="{7DB67908-E756-4DD3-8811-79DDDCE8EA6F}" type="presOf" srcId="{F220F69D-8BC7-46E1-A2FE-20283FE971E1}" destId="{A2A9B85D-7DE2-416D-8259-5A4C42101CDE}" srcOrd="0" destOrd="0" presId="urn:microsoft.com/office/officeart/2011/layout/TabList"/>
    <dgm:cxn modelId="{08CC5D1B-BF9B-44D4-8BE1-0124B67FB1B6}" type="presOf" srcId="{EF0B4591-4132-4224-B5C2-1231BAED3CA4}" destId="{E28BEB3C-20D0-4720-921A-CE7C616794FF}" srcOrd="0" destOrd="0" presId="urn:microsoft.com/office/officeart/2011/layout/TabList"/>
    <dgm:cxn modelId="{49B7751F-2438-45DE-9E59-3F664F2D1EC0}" srcId="{3A2A2DF5-59CD-421C-A363-9C6F2F9E6EB4}" destId="{148E4CF8-17FE-43CE-93A1-5FCAFFBD4C95}" srcOrd="3" destOrd="0" parTransId="{361FF80F-05D3-4D7D-A054-304DEFB093D0}" sibTransId="{F1CACEE7-10CC-4655-A429-41BB4FCF5724}"/>
    <dgm:cxn modelId="{A4543F2D-0484-47B7-B748-87266C33CC84}" srcId="{7AB184AA-9068-4CDF-BF45-01AF5BA4561D}" destId="{4DB32381-FE65-4ABD-B57F-9702A0A120E2}" srcOrd="0" destOrd="0" parTransId="{9358C0A4-37CD-42C6-B3AF-0AD87224E481}" sibTransId="{49A41B1C-DD7C-4F82-BBD4-943972A6633F}"/>
    <dgm:cxn modelId="{0DDFB430-561E-4635-816C-7F970DDFAD32}" srcId="{EF0B4591-4132-4224-B5C2-1231BAED3CA4}" destId="{619F20D9-DB89-440C-8EF9-F0AAF6DB7988}" srcOrd="0" destOrd="0" parTransId="{5CEE166C-C15F-4CFB-915B-2F5A9D6C2F9E}" sibTransId="{9ACA4F20-EC58-46D0-A295-80276E88AB8F}"/>
    <dgm:cxn modelId="{343D6F32-8B30-4F66-8F99-2E3DCB33F521}" type="presOf" srcId="{3A2A2DF5-59CD-421C-A363-9C6F2F9E6EB4}" destId="{0100CD99-E25B-4DA3-8667-06317AABC577}" srcOrd="0" destOrd="0" presId="urn:microsoft.com/office/officeart/2011/layout/TabList"/>
    <dgm:cxn modelId="{6893A33B-345B-48DC-891F-95851E9E407F}" type="presOf" srcId="{148E4CF8-17FE-43CE-93A1-5FCAFFBD4C95}" destId="{62B3C8F2-02E8-48A2-A030-E968E45099A8}" srcOrd="0" destOrd="0" presId="urn:microsoft.com/office/officeart/2011/layout/TabList"/>
    <dgm:cxn modelId="{FE112F3F-60D0-49B9-ADEA-CF2EFFD956BD}" srcId="{EF0B4591-4132-4224-B5C2-1231BAED3CA4}" destId="{F6F204B4-3E71-4D26-83E7-7C70337ABD73}" srcOrd="2" destOrd="0" parTransId="{14ED619E-2091-4EC9-90F6-53D8A37C1276}" sibTransId="{BF82BFA2-18FF-4D7A-932F-7FC8F5C950C1}"/>
    <dgm:cxn modelId="{B1A5565D-1308-4471-A8DA-5A2912280842}" srcId="{3A2A2DF5-59CD-421C-A363-9C6F2F9E6EB4}" destId="{EF0B4591-4132-4224-B5C2-1231BAED3CA4}" srcOrd="2" destOrd="0" parTransId="{808F0F4B-DF37-4136-9253-871F27CC6F28}" sibTransId="{C2679429-FF5F-44C1-BAB7-560E88925E75}"/>
    <dgm:cxn modelId="{760A165F-9021-41BD-8A9A-55C7F267FAE1}" type="presOf" srcId="{619F20D9-DB89-440C-8EF9-F0AAF6DB7988}" destId="{EB03B56B-AA31-480A-B2E2-513FB57FBCA9}" srcOrd="0" destOrd="0" presId="urn:microsoft.com/office/officeart/2011/layout/TabList"/>
    <dgm:cxn modelId="{E3608B67-9CC6-4B83-AF7A-9CE16E1DCD5D}" type="presOf" srcId="{4DB32381-FE65-4ABD-B57F-9702A0A120E2}" destId="{AE07CAAB-FD33-48E9-B125-2228EA8107A8}" srcOrd="0" destOrd="0" presId="urn:microsoft.com/office/officeart/2011/layout/TabList"/>
    <dgm:cxn modelId="{5D9D9969-B8CB-4067-A40F-DEBEFA1683E0}" type="presOf" srcId="{5AE16071-F7E9-45EA-83B1-F00DF9F83D1D}" destId="{46C8E9B4-E578-4E1A-A51B-C2C9C534DF19}" srcOrd="0" destOrd="0" presId="urn:microsoft.com/office/officeart/2011/layout/TabList"/>
    <dgm:cxn modelId="{3485DA6A-0ED7-48CD-8987-53FF78A5E1A3}" type="presOf" srcId="{882E1B19-9C67-4CFD-AC4D-D861009319AC}" destId="{7A4BBB6F-7BE2-49DB-8216-8C05C5F178FE}" srcOrd="0" destOrd="0" presId="urn:microsoft.com/office/officeart/2011/layout/TabList"/>
    <dgm:cxn modelId="{9C32AD7D-1C0D-49EE-85CA-901FC95D971E}" srcId="{3A2A2DF5-59CD-421C-A363-9C6F2F9E6EB4}" destId="{7DDF225F-93BD-44F6-881E-2DBB2794A0B3}" srcOrd="0" destOrd="0" parTransId="{5B044091-007A-4936-B705-0E55D44BD5D0}" sibTransId="{C085BC2C-DE38-4AE5-B1B3-E4C1FDDA3001}"/>
    <dgm:cxn modelId="{B2FD7380-0D7C-40A5-914E-B7CB50114B13}" srcId="{EF0B4591-4132-4224-B5C2-1231BAED3CA4}" destId="{D686F857-56AF-40B4-B9B1-39DDD01F0C80}" srcOrd="1" destOrd="0" parTransId="{E59A92D5-84E1-43E5-935C-BCE1FB7F827B}" sibTransId="{EB9FACBA-4C63-467A-A8A6-68E4E35A65C6}"/>
    <dgm:cxn modelId="{30D70287-456C-4705-91F2-6AB21A2F43ED}" srcId="{148E4CF8-17FE-43CE-93A1-5FCAFFBD4C95}" destId="{5AE16071-F7E9-45EA-83B1-F00DF9F83D1D}" srcOrd="1" destOrd="0" parTransId="{CD745563-9411-4ECE-95B8-C4D6847A75E3}" sibTransId="{E98CAC81-F8E7-44FA-878C-8DECA1F4437F}"/>
    <dgm:cxn modelId="{B3D1EE8B-F6A5-4454-9291-29446546E414}" type="presOf" srcId="{6AC4DD07-8AD2-4BCB-980A-9F942EB6A305}" destId="{AD7710A1-385E-4CC6-8E2A-54AA37B15CFC}" srcOrd="0" destOrd="0" presId="urn:microsoft.com/office/officeart/2011/layout/TabList"/>
    <dgm:cxn modelId="{C6655D9F-437D-4E9D-808B-433EDB559C0A}" type="presOf" srcId="{7AB184AA-9068-4CDF-BF45-01AF5BA4561D}" destId="{D182147C-B7A1-47A9-9566-261DA6352D87}" srcOrd="0" destOrd="0" presId="urn:microsoft.com/office/officeart/2011/layout/TabList"/>
    <dgm:cxn modelId="{37C6BEA1-708D-417F-931F-8C39612B3D51}" srcId="{148E4CF8-17FE-43CE-93A1-5FCAFFBD4C95}" destId="{882E1B19-9C67-4CFD-AC4D-D861009319AC}" srcOrd="0" destOrd="0" parTransId="{B40F69ED-4BC6-405B-A98D-317660122BE6}" sibTransId="{C470502F-8729-4D39-9988-A87EA9EF99AC}"/>
    <dgm:cxn modelId="{97853BA2-D9B9-4A1A-ACDA-902C6835A122}" type="presOf" srcId="{EB1F5FA0-0F13-48A9-A24F-B2319A92EA4F}" destId="{FD7D3DD9-F3C5-40D2-831C-7B0FF638AD7B}" srcOrd="0" destOrd="0" presId="urn:microsoft.com/office/officeart/2011/layout/TabList"/>
    <dgm:cxn modelId="{F90E83A8-2201-43C5-9F10-E3E13FF03BB4}" type="presOf" srcId="{D686F857-56AF-40B4-B9B1-39DDD01F0C80}" destId="{75B41230-6A42-40F0-AB0E-323849952414}" srcOrd="0" destOrd="0" presId="urn:microsoft.com/office/officeart/2011/layout/TabList"/>
    <dgm:cxn modelId="{2584F3B4-DB8E-4664-96B0-A0DA186FA5DC}" srcId="{3A2A2DF5-59CD-421C-A363-9C6F2F9E6EB4}" destId="{7AB184AA-9068-4CDF-BF45-01AF5BA4561D}" srcOrd="1" destOrd="0" parTransId="{A147AFE3-9801-4684-A2E9-EDA8FC6E527A}" sibTransId="{96D06E09-50A5-40E7-A9F8-5DF745BBC0E6}"/>
    <dgm:cxn modelId="{21D7F1B5-C292-4886-B17B-3DB1236F5771}" type="presOf" srcId="{7DDF225F-93BD-44F6-881E-2DBB2794A0B3}" destId="{28583718-3C1B-432A-9257-40E32E828062}" srcOrd="0" destOrd="0" presId="urn:microsoft.com/office/officeart/2011/layout/TabList"/>
    <dgm:cxn modelId="{D8B0CFC1-34BC-48F9-8FAE-988E690F2609}" srcId="{7DDF225F-93BD-44F6-881E-2DBB2794A0B3}" destId="{F220F69D-8BC7-46E1-A2FE-20283FE971E1}" srcOrd="0" destOrd="0" parTransId="{B1B4A474-47EC-4C7A-A420-A3DA5AC0AA38}" sibTransId="{57385FD8-2FBA-43B0-B87D-C7C6A8BF01E9}"/>
    <dgm:cxn modelId="{A58E3EDA-8AD9-47A3-B08F-DE48B03329BA}" type="presOf" srcId="{F6F204B4-3E71-4D26-83E7-7C70337ABD73}" destId="{75B41230-6A42-40F0-AB0E-323849952414}" srcOrd="0" destOrd="1" presId="urn:microsoft.com/office/officeart/2011/layout/TabList"/>
    <dgm:cxn modelId="{93E855EF-CAAE-401D-ABEF-82BEDEFDACAB}" srcId="{7DDF225F-93BD-44F6-881E-2DBB2794A0B3}" destId="{6AC4DD07-8AD2-4BCB-980A-9F942EB6A305}" srcOrd="1" destOrd="0" parTransId="{CCD9EC9A-A7C2-40E8-9DDC-764D0B0788C9}" sibTransId="{4C26F0B2-DEB8-4937-AB79-E03B9D2B8DED}"/>
    <dgm:cxn modelId="{64B937A0-6269-4C8E-9AC6-A517247A11E4}" type="presParOf" srcId="{0100CD99-E25B-4DA3-8667-06317AABC577}" destId="{FA9A4741-0F1F-4D12-B5E7-5B13AA6F723E}" srcOrd="0" destOrd="0" presId="urn:microsoft.com/office/officeart/2011/layout/TabList"/>
    <dgm:cxn modelId="{1CE0F775-A2D6-4E89-9314-2FD1372BC9D7}" type="presParOf" srcId="{FA9A4741-0F1F-4D12-B5E7-5B13AA6F723E}" destId="{A2A9B85D-7DE2-416D-8259-5A4C42101CDE}" srcOrd="0" destOrd="0" presId="urn:microsoft.com/office/officeart/2011/layout/TabList"/>
    <dgm:cxn modelId="{F99C6074-A7D5-4F2D-8276-022DF20A3C18}" type="presParOf" srcId="{FA9A4741-0F1F-4D12-B5E7-5B13AA6F723E}" destId="{28583718-3C1B-432A-9257-40E32E828062}" srcOrd="1" destOrd="0" presId="urn:microsoft.com/office/officeart/2011/layout/TabList"/>
    <dgm:cxn modelId="{AD1AE91C-B4CB-41F9-AB53-C185938EB7C0}" type="presParOf" srcId="{FA9A4741-0F1F-4D12-B5E7-5B13AA6F723E}" destId="{CC7142BB-17A0-4945-B077-128F5539F2B3}" srcOrd="2" destOrd="0" presId="urn:microsoft.com/office/officeart/2011/layout/TabList"/>
    <dgm:cxn modelId="{5F2AA255-8594-4A62-A906-6FDE0DC02DA1}" type="presParOf" srcId="{0100CD99-E25B-4DA3-8667-06317AABC577}" destId="{AD7710A1-385E-4CC6-8E2A-54AA37B15CFC}" srcOrd="1" destOrd="0" presId="urn:microsoft.com/office/officeart/2011/layout/TabList"/>
    <dgm:cxn modelId="{0F98F0C9-4F66-413A-9FB7-93A0F9131F7E}" type="presParOf" srcId="{0100CD99-E25B-4DA3-8667-06317AABC577}" destId="{3415889C-E11C-4E2A-B229-F6F1861B32D1}" srcOrd="2" destOrd="0" presId="urn:microsoft.com/office/officeart/2011/layout/TabList"/>
    <dgm:cxn modelId="{6FC9B888-819C-490E-880E-611A819A9373}" type="presParOf" srcId="{0100CD99-E25B-4DA3-8667-06317AABC577}" destId="{477DFBD7-F026-4384-8D26-091AC68584BA}" srcOrd="3" destOrd="0" presId="urn:microsoft.com/office/officeart/2011/layout/TabList"/>
    <dgm:cxn modelId="{5ACDE818-E357-4D33-8CF9-3139AA66B5B9}" type="presParOf" srcId="{477DFBD7-F026-4384-8D26-091AC68584BA}" destId="{AE07CAAB-FD33-48E9-B125-2228EA8107A8}" srcOrd="0" destOrd="0" presId="urn:microsoft.com/office/officeart/2011/layout/TabList"/>
    <dgm:cxn modelId="{8DE79856-9A13-43C5-A00F-6EA2F2C81EE2}" type="presParOf" srcId="{477DFBD7-F026-4384-8D26-091AC68584BA}" destId="{D182147C-B7A1-47A9-9566-261DA6352D87}" srcOrd="1" destOrd="0" presId="urn:microsoft.com/office/officeart/2011/layout/TabList"/>
    <dgm:cxn modelId="{3D025BA6-DD4A-4EB1-B888-5F7F3ECE1C80}" type="presParOf" srcId="{477DFBD7-F026-4384-8D26-091AC68584BA}" destId="{FEBFD83E-7E0E-4F84-AF87-5B13956F4872}" srcOrd="2" destOrd="0" presId="urn:microsoft.com/office/officeart/2011/layout/TabList"/>
    <dgm:cxn modelId="{7A42BC11-04C0-4700-AFDA-79F43493AF4F}" type="presParOf" srcId="{0100CD99-E25B-4DA3-8667-06317AABC577}" destId="{FD7D3DD9-F3C5-40D2-831C-7B0FF638AD7B}" srcOrd="4" destOrd="0" presId="urn:microsoft.com/office/officeart/2011/layout/TabList"/>
    <dgm:cxn modelId="{B91CF3A5-DA68-4B08-90A7-61A0D02BF4E5}" type="presParOf" srcId="{0100CD99-E25B-4DA3-8667-06317AABC577}" destId="{1179BCDB-9D9E-47C4-B328-93215F1C03FA}" srcOrd="5" destOrd="0" presId="urn:microsoft.com/office/officeart/2011/layout/TabList"/>
    <dgm:cxn modelId="{3B650283-8B68-494D-8D9B-9BC3DB92A190}" type="presParOf" srcId="{0100CD99-E25B-4DA3-8667-06317AABC577}" destId="{3FA31AFF-3FA0-4607-8E4A-70278AB9E7C6}" srcOrd="6" destOrd="0" presId="urn:microsoft.com/office/officeart/2011/layout/TabList"/>
    <dgm:cxn modelId="{5A7FA746-FC60-4630-8F0D-C50A16478CEC}" type="presParOf" srcId="{3FA31AFF-3FA0-4607-8E4A-70278AB9E7C6}" destId="{EB03B56B-AA31-480A-B2E2-513FB57FBCA9}" srcOrd="0" destOrd="0" presId="urn:microsoft.com/office/officeart/2011/layout/TabList"/>
    <dgm:cxn modelId="{5C23EE57-FA16-4780-9E0D-889E62FB404D}" type="presParOf" srcId="{3FA31AFF-3FA0-4607-8E4A-70278AB9E7C6}" destId="{E28BEB3C-20D0-4720-921A-CE7C616794FF}" srcOrd="1" destOrd="0" presId="urn:microsoft.com/office/officeart/2011/layout/TabList"/>
    <dgm:cxn modelId="{200AEB88-998F-44C5-A643-5E363244318E}" type="presParOf" srcId="{3FA31AFF-3FA0-4607-8E4A-70278AB9E7C6}" destId="{5D765E73-12EC-416F-B294-B236ED757515}" srcOrd="2" destOrd="0" presId="urn:microsoft.com/office/officeart/2011/layout/TabList"/>
    <dgm:cxn modelId="{BCB410F6-7BFA-4A46-96DE-9F6042278A36}" type="presParOf" srcId="{0100CD99-E25B-4DA3-8667-06317AABC577}" destId="{75B41230-6A42-40F0-AB0E-323849952414}" srcOrd="7" destOrd="0" presId="urn:microsoft.com/office/officeart/2011/layout/TabList"/>
    <dgm:cxn modelId="{F5F261D3-31BD-48DF-B21E-2149AA54BBAB}" type="presParOf" srcId="{0100CD99-E25B-4DA3-8667-06317AABC577}" destId="{3976EDF7-38A8-4726-8795-6DA9685A5A44}" srcOrd="8" destOrd="0" presId="urn:microsoft.com/office/officeart/2011/layout/TabList"/>
    <dgm:cxn modelId="{ED889B58-ED7C-496F-99EA-78151F50E83E}" type="presParOf" srcId="{0100CD99-E25B-4DA3-8667-06317AABC577}" destId="{1D21BEBC-9F6D-4493-AC70-61D78AF70D0C}" srcOrd="9" destOrd="0" presId="urn:microsoft.com/office/officeart/2011/layout/TabList"/>
    <dgm:cxn modelId="{85BF27B8-2524-4005-A575-43F958D134FE}" type="presParOf" srcId="{1D21BEBC-9F6D-4493-AC70-61D78AF70D0C}" destId="{7A4BBB6F-7BE2-49DB-8216-8C05C5F178FE}" srcOrd="0" destOrd="0" presId="urn:microsoft.com/office/officeart/2011/layout/TabList"/>
    <dgm:cxn modelId="{34143B51-3725-492E-A672-22B9431380A5}" type="presParOf" srcId="{1D21BEBC-9F6D-4493-AC70-61D78AF70D0C}" destId="{62B3C8F2-02E8-48A2-A030-E968E45099A8}" srcOrd="1" destOrd="0" presId="urn:microsoft.com/office/officeart/2011/layout/TabList"/>
    <dgm:cxn modelId="{A90048D7-4F83-4F83-9D63-EAC64570540E}" type="presParOf" srcId="{1D21BEBC-9F6D-4493-AC70-61D78AF70D0C}" destId="{D64E4932-40BF-4751-B0F9-DE8106DF304C}" srcOrd="2" destOrd="0" presId="urn:microsoft.com/office/officeart/2011/layout/TabList"/>
    <dgm:cxn modelId="{1B2DDD7C-9EE9-4D86-992F-C198F9A25FE6}" type="presParOf" srcId="{0100CD99-E25B-4DA3-8667-06317AABC577}" destId="{46C8E9B4-E578-4E1A-A51B-C2C9C534DF19}" srcOrd="10"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59FC630-14EA-4779-8BDA-4B4B2481D94F}"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IN"/>
        </a:p>
      </dgm:t>
    </dgm:pt>
    <dgm:pt modelId="{B1296B37-598A-412E-BD99-2DEE97E207A4}">
      <dgm:prSet phldrT="[Text]"/>
      <dgm:spPr/>
      <dgm:t>
        <a:bodyPr/>
        <a:lstStyle/>
        <a:p>
          <a:pPr algn="ctr"/>
          <a:r>
            <a:rPr lang="en-IN" b="1" dirty="0">
              <a:solidFill>
                <a:schemeClr val="bg1"/>
              </a:solidFill>
              <a:effectLst>
                <a:outerShdw blurRad="38100" dist="38100" dir="2700000" algn="tl">
                  <a:srgbClr val="000000">
                    <a:alpha val="43137"/>
                  </a:srgbClr>
                </a:outerShdw>
              </a:effectLst>
              <a:highlight>
                <a:srgbClr val="FFFF00"/>
              </a:highlight>
            </a:rPr>
            <a:t>Common Applications of Biosensors</a:t>
          </a:r>
          <a:endParaRPr lang="en-IN" dirty="0">
            <a:solidFill>
              <a:schemeClr val="bg1"/>
            </a:solidFill>
            <a:highlight>
              <a:srgbClr val="FFFF00"/>
            </a:highlight>
          </a:endParaRPr>
        </a:p>
      </dgm:t>
    </dgm:pt>
    <dgm:pt modelId="{E3061922-579D-4EA2-B9D6-EF14A0085E20}" type="parTrans" cxnId="{718E5A82-F2C8-4CC5-983E-C7A11680E92F}">
      <dgm:prSet/>
      <dgm:spPr/>
      <dgm:t>
        <a:bodyPr/>
        <a:lstStyle/>
        <a:p>
          <a:pPr algn="just"/>
          <a:endParaRPr lang="en-IN"/>
        </a:p>
      </dgm:t>
    </dgm:pt>
    <dgm:pt modelId="{3A114C3C-95F9-4BEF-961A-C82832289BAC}" type="sibTrans" cxnId="{718E5A82-F2C8-4CC5-983E-C7A11680E92F}">
      <dgm:prSet/>
      <dgm:spPr/>
      <dgm:t>
        <a:bodyPr/>
        <a:lstStyle/>
        <a:p>
          <a:pPr algn="just"/>
          <a:endParaRPr lang="en-IN"/>
        </a:p>
      </dgm:t>
    </dgm:pt>
    <dgm:pt modelId="{26AA5CB4-53CA-456B-8E70-36D626569D8D}">
      <dgm:prSet phldrT="[Text]"/>
      <dgm:spPr/>
      <dgm:t>
        <a:bodyPr/>
        <a:lstStyle/>
        <a:p>
          <a:pPr algn="just"/>
          <a:r>
            <a:rPr lang="en-US" dirty="0"/>
            <a:t>Biosensors are used in the </a:t>
          </a:r>
          <a:r>
            <a:rPr lang="en-US" b="1" dirty="0"/>
            <a:t>food industry to measure carbohydrates, alcohols and acids</a:t>
          </a:r>
          <a:r>
            <a:rPr lang="en-US" dirty="0"/>
            <a:t>, for example, during quality control processes. </a:t>
          </a:r>
          <a:endParaRPr lang="en-IN" dirty="0"/>
        </a:p>
      </dgm:t>
    </dgm:pt>
    <dgm:pt modelId="{233BCE59-3B8E-4429-B95E-86C7DEB920F5}" type="parTrans" cxnId="{1D1A3C16-78CA-43E7-92EB-3DD446475129}">
      <dgm:prSet/>
      <dgm:spPr/>
      <dgm:t>
        <a:bodyPr/>
        <a:lstStyle/>
        <a:p>
          <a:pPr algn="just"/>
          <a:endParaRPr lang="en-IN"/>
        </a:p>
      </dgm:t>
    </dgm:pt>
    <dgm:pt modelId="{02FFF602-F20A-4BF8-80BB-897D5E77DB4B}" type="sibTrans" cxnId="{1D1A3C16-78CA-43E7-92EB-3DD446475129}">
      <dgm:prSet/>
      <dgm:spPr/>
      <dgm:t>
        <a:bodyPr/>
        <a:lstStyle/>
        <a:p>
          <a:pPr algn="just"/>
          <a:endParaRPr lang="en-IN"/>
        </a:p>
      </dgm:t>
    </dgm:pt>
    <dgm:pt modelId="{98A102E8-6851-4F5A-BCB4-06AAF0EE438A}">
      <dgm:prSet/>
      <dgm:spPr/>
      <dgm:t>
        <a:bodyPr/>
        <a:lstStyle/>
        <a:p>
          <a:pPr algn="just"/>
          <a:r>
            <a:rPr lang="en-US" dirty="0"/>
            <a:t>The devices may also be </a:t>
          </a:r>
          <a:r>
            <a:rPr lang="en-US" b="1" dirty="0"/>
            <a:t>used to check fermentation</a:t>
          </a:r>
          <a:r>
            <a:rPr lang="en-US" dirty="0"/>
            <a:t> during the production of beer, yoghurt and soft drinks. </a:t>
          </a:r>
        </a:p>
      </dgm:t>
    </dgm:pt>
    <dgm:pt modelId="{740ED0FE-84A0-4713-B2CE-0BAD2D829E0A}" type="parTrans" cxnId="{1CCD09E6-1D9C-471E-9D75-E49165D9D8AA}">
      <dgm:prSet/>
      <dgm:spPr/>
      <dgm:t>
        <a:bodyPr/>
        <a:lstStyle/>
        <a:p>
          <a:pPr algn="just"/>
          <a:endParaRPr lang="en-IN"/>
        </a:p>
      </dgm:t>
    </dgm:pt>
    <dgm:pt modelId="{A70A1CCA-360C-4856-BDE3-99C4D7CFDBDB}" type="sibTrans" cxnId="{1CCD09E6-1D9C-471E-9D75-E49165D9D8AA}">
      <dgm:prSet/>
      <dgm:spPr/>
      <dgm:t>
        <a:bodyPr/>
        <a:lstStyle/>
        <a:p>
          <a:pPr algn="just"/>
          <a:endParaRPr lang="en-IN"/>
        </a:p>
      </dgm:t>
    </dgm:pt>
    <dgm:pt modelId="{28FEC0F0-17D3-4133-97AC-775BDFB3A8C5}">
      <dgm:prSet/>
      <dgm:spPr/>
      <dgm:t>
        <a:bodyPr/>
        <a:lstStyle/>
        <a:p>
          <a:pPr algn="just"/>
          <a:r>
            <a:rPr lang="en-US" dirty="0"/>
            <a:t>Another important application is their use in </a:t>
          </a:r>
          <a:r>
            <a:rPr lang="en-US" b="1" dirty="0"/>
            <a:t>detecting pathogens</a:t>
          </a:r>
          <a:r>
            <a:rPr lang="en-US" dirty="0"/>
            <a:t> in fresh meat, poultry or fish.</a:t>
          </a:r>
        </a:p>
      </dgm:t>
    </dgm:pt>
    <dgm:pt modelId="{17840F4E-5F5B-4AB3-8E6A-9BDFAD23B82F}" type="parTrans" cxnId="{C92AE3D2-D2FC-4129-A382-18B0912EE1DA}">
      <dgm:prSet/>
      <dgm:spPr/>
      <dgm:t>
        <a:bodyPr/>
        <a:lstStyle/>
        <a:p>
          <a:pPr algn="just"/>
          <a:endParaRPr lang="en-IN"/>
        </a:p>
      </dgm:t>
    </dgm:pt>
    <dgm:pt modelId="{BB1F1B51-0F2D-4DF5-96D7-44282BA89F27}" type="sibTrans" cxnId="{C92AE3D2-D2FC-4129-A382-18B0912EE1DA}">
      <dgm:prSet/>
      <dgm:spPr/>
      <dgm:t>
        <a:bodyPr/>
        <a:lstStyle/>
        <a:p>
          <a:pPr algn="just"/>
          <a:endParaRPr lang="en-IN"/>
        </a:p>
      </dgm:t>
    </dgm:pt>
    <dgm:pt modelId="{561FB4D7-F4C4-4E00-B747-0409B8A226F9}">
      <dgm:prSet/>
      <dgm:spPr/>
      <dgm:t>
        <a:bodyPr/>
        <a:lstStyle/>
        <a:p>
          <a:pPr algn="just"/>
          <a:r>
            <a:rPr lang="en-US" dirty="0"/>
            <a:t>Biosensors are used to </a:t>
          </a:r>
          <a:r>
            <a:rPr lang="en-US" b="1" dirty="0"/>
            <a:t>check the quality of air and water</a:t>
          </a:r>
          <a:r>
            <a:rPr lang="en-US" dirty="0"/>
            <a:t>. </a:t>
          </a:r>
        </a:p>
      </dgm:t>
    </dgm:pt>
    <dgm:pt modelId="{BFE4031C-5818-4624-98BB-3822481074AF}" type="parTrans" cxnId="{B5EF8382-2EC5-41DF-A623-9262BA2920C7}">
      <dgm:prSet/>
      <dgm:spPr/>
      <dgm:t>
        <a:bodyPr/>
        <a:lstStyle/>
        <a:p>
          <a:pPr algn="just"/>
          <a:endParaRPr lang="en-IN"/>
        </a:p>
      </dgm:t>
    </dgm:pt>
    <dgm:pt modelId="{8EEA6D91-EE01-422C-9EB7-5D29FB61A828}" type="sibTrans" cxnId="{B5EF8382-2EC5-41DF-A623-9262BA2920C7}">
      <dgm:prSet/>
      <dgm:spPr/>
      <dgm:t>
        <a:bodyPr/>
        <a:lstStyle/>
        <a:p>
          <a:pPr algn="just"/>
          <a:endParaRPr lang="en-IN"/>
        </a:p>
      </dgm:t>
    </dgm:pt>
    <dgm:pt modelId="{F6FF3A1D-2D49-4AAA-AE46-D54E6DF88F6A}">
      <dgm:prSet/>
      <dgm:spPr/>
      <dgm:t>
        <a:bodyPr/>
        <a:lstStyle/>
        <a:p>
          <a:pPr algn="just"/>
          <a:r>
            <a:rPr lang="en-US" dirty="0"/>
            <a:t>The devices can be used to pick up traces of organophosphates from pesticides or to check the toxicity levels of wastewater</a:t>
          </a:r>
        </a:p>
      </dgm:t>
    </dgm:pt>
    <dgm:pt modelId="{43288919-6F84-42C3-88E9-E3CB12334DA6}" type="parTrans" cxnId="{0E41E5B1-8E45-448D-9CCA-DF7C3C05781A}">
      <dgm:prSet/>
      <dgm:spPr/>
      <dgm:t>
        <a:bodyPr/>
        <a:lstStyle/>
        <a:p>
          <a:pPr algn="just"/>
          <a:endParaRPr lang="en-IN"/>
        </a:p>
      </dgm:t>
    </dgm:pt>
    <dgm:pt modelId="{6AC01412-1E6E-47AE-B8CC-C1092C33AE5E}" type="sibTrans" cxnId="{0E41E5B1-8E45-448D-9CCA-DF7C3C05781A}">
      <dgm:prSet/>
      <dgm:spPr/>
      <dgm:t>
        <a:bodyPr/>
        <a:lstStyle/>
        <a:p>
          <a:pPr algn="just"/>
          <a:endParaRPr lang="en-IN"/>
        </a:p>
      </dgm:t>
    </dgm:pt>
    <dgm:pt modelId="{7D77DCC1-3958-453F-8D79-0465BB24EAC7}" type="pres">
      <dgm:prSet presAssocID="{E59FC630-14EA-4779-8BDA-4B4B2481D94F}" presName="Name0" presStyleCnt="0">
        <dgm:presLayoutVars>
          <dgm:dir/>
          <dgm:animLvl val="lvl"/>
          <dgm:resizeHandles val="exact"/>
        </dgm:presLayoutVars>
      </dgm:prSet>
      <dgm:spPr/>
    </dgm:pt>
    <dgm:pt modelId="{CEA3EAEE-BC37-4F3A-BF7D-144DD749D349}" type="pres">
      <dgm:prSet presAssocID="{B1296B37-598A-412E-BD99-2DEE97E207A4}" presName="composite" presStyleCnt="0"/>
      <dgm:spPr/>
    </dgm:pt>
    <dgm:pt modelId="{2BCB2BBA-A0DF-4EC4-81C3-1168722FEE49}" type="pres">
      <dgm:prSet presAssocID="{B1296B37-598A-412E-BD99-2DEE97E207A4}" presName="parTx" presStyleLbl="alignNode1" presStyleIdx="0" presStyleCnt="1">
        <dgm:presLayoutVars>
          <dgm:chMax val="0"/>
          <dgm:chPref val="0"/>
          <dgm:bulletEnabled val="1"/>
        </dgm:presLayoutVars>
      </dgm:prSet>
      <dgm:spPr/>
    </dgm:pt>
    <dgm:pt modelId="{3060D8F7-050F-4184-AF74-5C5C73025028}" type="pres">
      <dgm:prSet presAssocID="{B1296B37-598A-412E-BD99-2DEE97E207A4}" presName="desTx" presStyleLbl="alignAccFollowNode1" presStyleIdx="0" presStyleCnt="1">
        <dgm:presLayoutVars>
          <dgm:bulletEnabled val="1"/>
        </dgm:presLayoutVars>
      </dgm:prSet>
      <dgm:spPr/>
    </dgm:pt>
  </dgm:ptLst>
  <dgm:cxnLst>
    <dgm:cxn modelId="{4CD96F11-5A83-46DC-9B98-BCF68B47E334}" type="presOf" srcId="{F6FF3A1D-2D49-4AAA-AE46-D54E6DF88F6A}" destId="{3060D8F7-050F-4184-AF74-5C5C73025028}" srcOrd="0" destOrd="4" presId="urn:microsoft.com/office/officeart/2005/8/layout/hList1"/>
    <dgm:cxn modelId="{1D1A3C16-78CA-43E7-92EB-3DD446475129}" srcId="{B1296B37-598A-412E-BD99-2DEE97E207A4}" destId="{26AA5CB4-53CA-456B-8E70-36D626569D8D}" srcOrd="0" destOrd="0" parTransId="{233BCE59-3B8E-4429-B95E-86C7DEB920F5}" sibTransId="{02FFF602-F20A-4BF8-80BB-897D5E77DB4B}"/>
    <dgm:cxn modelId="{A022104E-3E4A-4780-89FD-C4B316F228A2}" type="presOf" srcId="{98A102E8-6851-4F5A-BCB4-06AAF0EE438A}" destId="{3060D8F7-050F-4184-AF74-5C5C73025028}" srcOrd="0" destOrd="1" presId="urn:microsoft.com/office/officeart/2005/8/layout/hList1"/>
    <dgm:cxn modelId="{718E5A82-F2C8-4CC5-983E-C7A11680E92F}" srcId="{E59FC630-14EA-4779-8BDA-4B4B2481D94F}" destId="{B1296B37-598A-412E-BD99-2DEE97E207A4}" srcOrd="0" destOrd="0" parTransId="{E3061922-579D-4EA2-B9D6-EF14A0085E20}" sibTransId="{3A114C3C-95F9-4BEF-961A-C82832289BAC}"/>
    <dgm:cxn modelId="{B5EF8382-2EC5-41DF-A623-9262BA2920C7}" srcId="{B1296B37-598A-412E-BD99-2DEE97E207A4}" destId="{561FB4D7-F4C4-4E00-B747-0409B8A226F9}" srcOrd="3" destOrd="0" parTransId="{BFE4031C-5818-4624-98BB-3822481074AF}" sibTransId="{8EEA6D91-EE01-422C-9EB7-5D29FB61A828}"/>
    <dgm:cxn modelId="{0E41E5B1-8E45-448D-9CCA-DF7C3C05781A}" srcId="{B1296B37-598A-412E-BD99-2DEE97E207A4}" destId="{F6FF3A1D-2D49-4AAA-AE46-D54E6DF88F6A}" srcOrd="4" destOrd="0" parTransId="{43288919-6F84-42C3-88E9-E3CB12334DA6}" sibTransId="{6AC01412-1E6E-47AE-B8CC-C1092C33AE5E}"/>
    <dgm:cxn modelId="{C6E4BCBF-6E01-44FE-A4F8-E1B4F2C345D2}" type="presOf" srcId="{28FEC0F0-17D3-4133-97AC-775BDFB3A8C5}" destId="{3060D8F7-050F-4184-AF74-5C5C73025028}" srcOrd="0" destOrd="2" presId="urn:microsoft.com/office/officeart/2005/8/layout/hList1"/>
    <dgm:cxn modelId="{326FF9C6-86DC-4746-9E17-637EB56221EC}" type="presOf" srcId="{E59FC630-14EA-4779-8BDA-4B4B2481D94F}" destId="{7D77DCC1-3958-453F-8D79-0465BB24EAC7}" srcOrd="0" destOrd="0" presId="urn:microsoft.com/office/officeart/2005/8/layout/hList1"/>
    <dgm:cxn modelId="{B4A69DCB-B519-4893-AC5D-4643DC271E75}" type="presOf" srcId="{26AA5CB4-53CA-456B-8E70-36D626569D8D}" destId="{3060D8F7-050F-4184-AF74-5C5C73025028}" srcOrd="0" destOrd="0" presId="urn:microsoft.com/office/officeart/2005/8/layout/hList1"/>
    <dgm:cxn modelId="{C92AE3D2-D2FC-4129-A382-18B0912EE1DA}" srcId="{B1296B37-598A-412E-BD99-2DEE97E207A4}" destId="{28FEC0F0-17D3-4133-97AC-775BDFB3A8C5}" srcOrd="2" destOrd="0" parTransId="{17840F4E-5F5B-4AB3-8E6A-9BDFAD23B82F}" sibTransId="{BB1F1B51-0F2D-4DF5-96D7-44282BA89F27}"/>
    <dgm:cxn modelId="{6C5582D3-DDCD-4DB7-932D-0B3E85EA0952}" type="presOf" srcId="{B1296B37-598A-412E-BD99-2DEE97E207A4}" destId="{2BCB2BBA-A0DF-4EC4-81C3-1168722FEE49}" srcOrd="0" destOrd="0" presId="urn:microsoft.com/office/officeart/2005/8/layout/hList1"/>
    <dgm:cxn modelId="{1CCD09E6-1D9C-471E-9D75-E49165D9D8AA}" srcId="{B1296B37-598A-412E-BD99-2DEE97E207A4}" destId="{98A102E8-6851-4F5A-BCB4-06AAF0EE438A}" srcOrd="1" destOrd="0" parTransId="{740ED0FE-84A0-4713-B2CE-0BAD2D829E0A}" sibTransId="{A70A1CCA-360C-4856-BDE3-99C4D7CFDBDB}"/>
    <dgm:cxn modelId="{B8046BEB-BEAC-4249-9EB4-5889AB6491A3}" type="presOf" srcId="{561FB4D7-F4C4-4E00-B747-0409B8A226F9}" destId="{3060D8F7-050F-4184-AF74-5C5C73025028}" srcOrd="0" destOrd="3" presId="urn:microsoft.com/office/officeart/2005/8/layout/hList1"/>
    <dgm:cxn modelId="{8F62009C-E88A-4E0F-B30D-1BD14302BEF2}" type="presParOf" srcId="{7D77DCC1-3958-453F-8D79-0465BB24EAC7}" destId="{CEA3EAEE-BC37-4F3A-BF7D-144DD749D349}" srcOrd="0" destOrd="0" presId="urn:microsoft.com/office/officeart/2005/8/layout/hList1"/>
    <dgm:cxn modelId="{245055F1-0E63-448F-8DA7-79044E380CBC}" type="presParOf" srcId="{CEA3EAEE-BC37-4F3A-BF7D-144DD749D349}" destId="{2BCB2BBA-A0DF-4EC4-81C3-1168722FEE49}" srcOrd="0" destOrd="0" presId="urn:microsoft.com/office/officeart/2005/8/layout/hList1"/>
    <dgm:cxn modelId="{3E50DDF7-8AFD-4179-A238-1D3D5B400938}" type="presParOf" srcId="{CEA3EAEE-BC37-4F3A-BF7D-144DD749D349}" destId="{3060D8F7-050F-4184-AF74-5C5C73025028}"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DE248B-BF12-40FF-990D-571A84B803AF}">
      <dsp:nvSpPr>
        <dsp:cNvPr id="0" name=""/>
        <dsp:cNvSpPr/>
      </dsp:nvSpPr>
      <dsp:spPr>
        <a:xfrm>
          <a:off x="0" y="772474"/>
          <a:ext cx="10769600" cy="24255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5841" tIns="728980" rIns="835841" bIns="248920" numCol="1" spcCol="1270" anchor="t" anchorCtr="0">
          <a:noAutofit/>
        </a:bodyPr>
        <a:lstStyle/>
        <a:p>
          <a:pPr marL="285750" lvl="1" indent="-285750" algn="just" defTabSz="1555750">
            <a:lnSpc>
              <a:spcPct val="90000"/>
            </a:lnSpc>
            <a:spcBef>
              <a:spcPct val="0"/>
            </a:spcBef>
            <a:spcAft>
              <a:spcPct val="15000"/>
            </a:spcAft>
            <a:buChar char="•"/>
          </a:pPr>
          <a:r>
            <a:rPr lang="en-US" sz="3500" kern="1200" dirty="0"/>
            <a:t>A sensor </a:t>
          </a:r>
          <a:r>
            <a:rPr lang="en-US" sz="3500" b="1" kern="1200" dirty="0"/>
            <a:t>measures a physical quantity and converts it into a signal which can be read by an observer or by an instrument.</a:t>
          </a:r>
          <a:endParaRPr lang="en-IN" sz="3500" b="1" kern="1200" dirty="0"/>
        </a:p>
      </dsp:txBody>
      <dsp:txXfrm>
        <a:off x="0" y="772474"/>
        <a:ext cx="10769600" cy="2425500"/>
      </dsp:txXfrm>
    </dsp:sp>
    <dsp:sp modelId="{1E11EB4B-078D-4469-80AC-987205EB5AD7}">
      <dsp:nvSpPr>
        <dsp:cNvPr id="0" name=""/>
        <dsp:cNvSpPr/>
      </dsp:nvSpPr>
      <dsp:spPr>
        <a:xfrm>
          <a:off x="538480" y="255874"/>
          <a:ext cx="7538720" cy="10332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946" tIns="0" rIns="284946" bIns="0" numCol="1" spcCol="1270" anchor="ctr" anchorCtr="0">
          <a:noAutofit/>
        </a:bodyPr>
        <a:lstStyle/>
        <a:p>
          <a:pPr marL="0" lvl="0" indent="0" algn="just" defTabSz="1555750">
            <a:lnSpc>
              <a:spcPct val="90000"/>
            </a:lnSpc>
            <a:spcBef>
              <a:spcPct val="0"/>
            </a:spcBef>
            <a:spcAft>
              <a:spcPct val="35000"/>
            </a:spcAft>
            <a:buNone/>
          </a:pPr>
          <a:r>
            <a:rPr lang="en-US" sz="3500" b="1" kern="1200" dirty="0">
              <a:solidFill>
                <a:schemeClr val="tx1"/>
              </a:solidFill>
            </a:rPr>
            <a:t>Sensor</a:t>
          </a:r>
          <a:endParaRPr lang="en-IN" sz="3500" b="1" kern="1200" dirty="0">
            <a:solidFill>
              <a:schemeClr val="tx1"/>
            </a:solidFill>
          </a:endParaRPr>
        </a:p>
      </dsp:txBody>
      <dsp:txXfrm>
        <a:off x="588917" y="306311"/>
        <a:ext cx="7437846" cy="932326"/>
      </dsp:txXfrm>
    </dsp:sp>
    <dsp:sp modelId="{5E372A1D-7005-4D7C-AF8E-7931E2F375E7}">
      <dsp:nvSpPr>
        <dsp:cNvPr id="0" name=""/>
        <dsp:cNvSpPr/>
      </dsp:nvSpPr>
      <dsp:spPr>
        <a:xfrm>
          <a:off x="0" y="3903574"/>
          <a:ext cx="10769600" cy="2425500"/>
        </a:xfrm>
        <a:prstGeom prst="rect">
          <a:avLst/>
        </a:prstGeom>
        <a:solidFill>
          <a:schemeClr val="lt1">
            <a:alpha val="90000"/>
            <a:hueOff val="0"/>
            <a:satOff val="0"/>
            <a:lumOff val="0"/>
            <a:alphaOff val="0"/>
          </a:schemeClr>
        </a:solidFill>
        <a:ln w="12700" cap="flat" cmpd="sng" algn="ctr">
          <a:solidFill>
            <a:schemeClr val="accent2">
              <a:hueOff val="-1446200"/>
              <a:satOff val="-9924"/>
              <a:lumOff val="509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5841" tIns="728980" rIns="835841" bIns="248920" numCol="1" spcCol="1270" anchor="t" anchorCtr="0">
          <a:noAutofit/>
        </a:bodyPr>
        <a:lstStyle/>
        <a:p>
          <a:pPr marL="285750" lvl="1" indent="-285750" algn="just" defTabSz="1555750">
            <a:lnSpc>
              <a:spcPct val="90000"/>
            </a:lnSpc>
            <a:spcBef>
              <a:spcPct val="0"/>
            </a:spcBef>
            <a:spcAft>
              <a:spcPct val="15000"/>
            </a:spcAft>
            <a:buChar char="•"/>
          </a:pPr>
          <a:r>
            <a:rPr lang="en-US" sz="3500" kern="1200" dirty="0"/>
            <a:t>A device that is capable of </a:t>
          </a:r>
          <a:r>
            <a:rPr lang="en-US" sz="3500" b="1" kern="1200" dirty="0"/>
            <a:t>converting the physical quantity into a </a:t>
          </a:r>
          <a:r>
            <a:rPr lang="en-US" sz="3500" b="1" kern="1200" spc="-5" dirty="0">
              <a:latin typeface="+mn-lt"/>
              <a:cs typeface="Times New Roman" pitchFamily="18" charset="0"/>
            </a:rPr>
            <a:t>proportional  electrical quantity </a:t>
          </a:r>
          <a:r>
            <a:rPr lang="en-US" sz="3500" kern="1200" spc="15" dirty="0">
              <a:latin typeface="+mn-lt"/>
              <a:cs typeface="Times New Roman" pitchFamily="18" charset="0"/>
            </a:rPr>
            <a:t>such </a:t>
          </a:r>
          <a:r>
            <a:rPr lang="en-US" sz="3500" kern="1200" spc="-5" dirty="0">
              <a:latin typeface="+mn-lt"/>
              <a:cs typeface="Times New Roman" pitchFamily="18" charset="0"/>
            </a:rPr>
            <a:t>as </a:t>
          </a:r>
          <a:r>
            <a:rPr lang="en-US" sz="3500" kern="1200" spc="-20" dirty="0">
              <a:latin typeface="+mn-lt"/>
              <a:cs typeface="Times New Roman" pitchFamily="18" charset="0"/>
            </a:rPr>
            <a:t>voltage </a:t>
          </a:r>
          <a:r>
            <a:rPr lang="en-US" sz="3500" kern="1200" spc="-5" dirty="0">
              <a:latin typeface="+mn-lt"/>
              <a:cs typeface="Times New Roman" pitchFamily="18" charset="0"/>
            </a:rPr>
            <a:t>or</a:t>
          </a:r>
          <a:r>
            <a:rPr lang="en-US" sz="3500" kern="1200" spc="65" dirty="0">
              <a:latin typeface="+mn-lt"/>
              <a:cs typeface="Times New Roman" pitchFamily="18" charset="0"/>
            </a:rPr>
            <a:t> </a:t>
          </a:r>
          <a:r>
            <a:rPr lang="en-US" sz="3500" kern="1200" spc="-5" dirty="0">
              <a:latin typeface="+mn-lt"/>
              <a:cs typeface="Times New Roman" pitchFamily="18" charset="0"/>
            </a:rPr>
            <a:t>current.</a:t>
          </a:r>
          <a:r>
            <a:rPr lang="en-US" sz="3500" kern="1200" dirty="0"/>
            <a:t> </a:t>
          </a:r>
          <a:endParaRPr lang="en-IN" sz="3500" kern="1200" dirty="0"/>
        </a:p>
      </dsp:txBody>
      <dsp:txXfrm>
        <a:off x="0" y="3903574"/>
        <a:ext cx="10769600" cy="2425500"/>
      </dsp:txXfrm>
    </dsp:sp>
    <dsp:sp modelId="{189D3A86-18DC-4B2D-9EA2-4E40F528402B}">
      <dsp:nvSpPr>
        <dsp:cNvPr id="0" name=""/>
        <dsp:cNvSpPr/>
      </dsp:nvSpPr>
      <dsp:spPr>
        <a:xfrm>
          <a:off x="538480" y="3386974"/>
          <a:ext cx="7538720" cy="1033200"/>
        </a:xfrm>
        <a:prstGeom prst="roundRect">
          <a:avLst/>
        </a:prstGeom>
        <a:solidFill>
          <a:schemeClr val="accent2">
            <a:hueOff val="-1446200"/>
            <a:satOff val="-9924"/>
            <a:lumOff val="509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946" tIns="0" rIns="284946" bIns="0" numCol="1" spcCol="1270" anchor="ctr" anchorCtr="0">
          <a:noAutofit/>
        </a:bodyPr>
        <a:lstStyle/>
        <a:p>
          <a:pPr marL="0" lvl="0" indent="0" algn="just" defTabSz="1555750">
            <a:lnSpc>
              <a:spcPct val="90000"/>
            </a:lnSpc>
            <a:spcBef>
              <a:spcPct val="0"/>
            </a:spcBef>
            <a:spcAft>
              <a:spcPct val="35000"/>
            </a:spcAft>
            <a:buNone/>
          </a:pPr>
          <a:r>
            <a:rPr lang="en-US" sz="3500" b="1" kern="1200" dirty="0">
              <a:solidFill>
                <a:schemeClr val="tx1"/>
              </a:solidFill>
            </a:rPr>
            <a:t>Transducer</a:t>
          </a:r>
          <a:endParaRPr lang="en-IN" sz="3500" b="1" kern="1200" dirty="0">
            <a:solidFill>
              <a:schemeClr val="tx1"/>
            </a:solidFill>
          </a:endParaRPr>
        </a:p>
      </dsp:txBody>
      <dsp:txXfrm>
        <a:off x="588917" y="3437411"/>
        <a:ext cx="7437846" cy="9323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78FD6F-3D4E-4442-9152-A56F30AFBFAD}">
      <dsp:nvSpPr>
        <dsp:cNvPr id="0" name=""/>
        <dsp:cNvSpPr/>
      </dsp:nvSpPr>
      <dsp:spPr>
        <a:xfrm>
          <a:off x="3733900" y="1377761"/>
          <a:ext cx="453599" cy="3755715"/>
        </a:xfrm>
        <a:custGeom>
          <a:avLst/>
          <a:gdLst/>
          <a:ahLst/>
          <a:cxnLst/>
          <a:rect l="0" t="0" r="0" b="0"/>
          <a:pathLst>
            <a:path>
              <a:moveTo>
                <a:pt x="0" y="0"/>
              </a:moveTo>
              <a:lnTo>
                <a:pt x="0" y="3755715"/>
              </a:lnTo>
              <a:lnTo>
                <a:pt x="453599" y="3755715"/>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A26937A-77C8-4CF5-B55A-D1306A7A9C12}">
      <dsp:nvSpPr>
        <dsp:cNvPr id="0" name=""/>
        <dsp:cNvSpPr/>
      </dsp:nvSpPr>
      <dsp:spPr>
        <a:xfrm>
          <a:off x="3733900" y="1377761"/>
          <a:ext cx="453599" cy="2947667"/>
        </a:xfrm>
        <a:custGeom>
          <a:avLst/>
          <a:gdLst/>
          <a:ahLst/>
          <a:cxnLst/>
          <a:rect l="0" t="0" r="0" b="0"/>
          <a:pathLst>
            <a:path>
              <a:moveTo>
                <a:pt x="0" y="0"/>
              </a:moveTo>
              <a:lnTo>
                <a:pt x="0" y="2947667"/>
              </a:lnTo>
              <a:lnTo>
                <a:pt x="453599" y="2947667"/>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65853A2-CC4C-4158-9F6C-6217BABBE4A0}">
      <dsp:nvSpPr>
        <dsp:cNvPr id="0" name=""/>
        <dsp:cNvSpPr/>
      </dsp:nvSpPr>
      <dsp:spPr>
        <a:xfrm>
          <a:off x="3733900" y="1377761"/>
          <a:ext cx="453599" cy="2139619"/>
        </a:xfrm>
        <a:custGeom>
          <a:avLst/>
          <a:gdLst/>
          <a:ahLst/>
          <a:cxnLst/>
          <a:rect l="0" t="0" r="0" b="0"/>
          <a:pathLst>
            <a:path>
              <a:moveTo>
                <a:pt x="0" y="0"/>
              </a:moveTo>
              <a:lnTo>
                <a:pt x="0" y="2139619"/>
              </a:lnTo>
              <a:lnTo>
                <a:pt x="453599" y="213961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7BBD88-055F-43E1-A533-7D1994B0EB8A}">
      <dsp:nvSpPr>
        <dsp:cNvPr id="0" name=""/>
        <dsp:cNvSpPr/>
      </dsp:nvSpPr>
      <dsp:spPr>
        <a:xfrm>
          <a:off x="3733900" y="1377761"/>
          <a:ext cx="453599" cy="1331571"/>
        </a:xfrm>
        <a:custGeom>
          <a:avLst/>
          <a:gdLst/>
          <a:ahLst/>
          <a:cxnLst/>
          <a:rect l="0" t="0" r="0" b="0"/>
          <a:pathLst>
            <a:path>
              <a:moveTo>
                <a:pt x="0" y="0"/>
              </a:moveTo>
              <a:lnTo>
                <a:pt x="0" y="1331571"/>
              </a:lnTo>
              <a:lnTo>
                <a:pt x="453599" y="1331571"/>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350EE3-1797-451A-816F-3CF428C80D11}">
      <dsp:nvSpPr>
        <dsp:cNvPr id="0" name=""/>
        <dsp:cNvSpPr/>
      </dsp:nvSpPr>
      <dsp:spPr>
        <a:xfrm>
          <a:off x="3733900" y="1377761"/>
          <a:ext cx="453599" cy="523524"/>
        </a:xfrm>
        <a:custGeom>
          <a:avLst/>
          <a:gdLst/>
          <a:ahLst/>
          <a:cxnLst/>
          <a:rect l="0" t="0" r="0" b="0"/>
          <a:pathLst>
            <a:path>
              <a:moveTo>
                <a:pt x="0" y="0"/>
              </a:moveTo>
              <a:lnTo>
                <a:pt x="0" y="523524"/>
              </a:lnTo>
              <a:lnTo>
                <a:pt x="453599" y="523524"/>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AC1EAD6-584C-4B32-9184-7D0F38733AF5}">
      <dsp:nvSpPr>
        <dsp:cNvPr id="0" name=""/>
        <dsp:cNvSpPr/>
      </dsp:nvSpPr>
      <dsp:spPr>
        <a:xfrm>
          <a:off x="3311999" y="569713"/>
          <a:ext cx="1631500" cy="239000"/>
        </a:xfrm>
        <a:custGeom>
          <a:avLst/>
          <a:gdLst/>
          <a:ahLst/>
          <a:cxnLst/>
          <a:rect l="0" t="0" r="0" b="0"/>
          <a:pathLst>
            <a:path>
              <a:moveTo>
                <a:pt x="0" y="0"/>
              </a:moveTo>
              <a:lnTo>
                <a:pt x="0" y="119500"/>
              </a:lnTo>
              <a:lnTo>
                <a:pt x="1631500" y="119500"/>
              </a:lnTo>
              <a:lnTo>
                <a:pt x="1631500" y="239000"/>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463AF71-7802-4348-B81A-4EF41AB66401}">
      <dsp:nvSpPr>
        <dsp:cNvPr id="0" name=""/>
        <dsp:cNvSpPr/>
      </dsp:nvSpPr>
      <dsp:spPr>
        <a:xfrm>
          <a:off x="470899" y="1377761"/>
          <a:ext cx="453599" cy="3755715"/>
        </a:xfrm>
        <a:custGeom>
          <a:avLst/>
          <a:gdLst/>
          <a:ahLst/>
          <a:cxnLst/>
          <a:rect l="0" t="0" r="0" b="0"/>
          <a:pathLst>
            <a:path>
              <a:moveTo>
                <a:pt x="0" y="0"/>
              </a:moveTo>
              <a:lnTo>
                <a:pt x="0" y="3755715"/>
              </a:lnTo>
              <a:lnTo>
                <a:pt x="453599" y="3755715"/>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D9EF24-060A-43A4-9332-7B68E940686C}">
      <dsp:nvSpPr>
        <dsp:cNvPr id="0" name=""/>
        <dsp:cNvSpPr/>
      </dsp:nvSpPr>
      <dsp:spPr>
        <a:xfrm>
          <a:off x="470899" y="1377761"/>
          <a:ext cx="453599" cy="2947667"/>
        </a:xfrm>
        <a:custGeom>
          <a:avLst/>
          <a:gdLst/>
          <a:ahLst/>
          <a:cxnLst/>
          <a:rect l="0" t="0" r="0" b="0"/>
          <a:pathLst>
            <a:path>
              <a:moveTo>
                <a:pt x="0" y="0"/>
              </a:moveTo>
              <a:lnTo>
                <a:pt x="0" y="2947667"/>
              </a:lnTo>
              <a:lnTo>
                <a:pt x="453599" y="2947667"/>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1F18BD-41ED-4E60-AE74-D9DDCD580DDC}">
      <dsp:nvSpPr>
        <dsp:cNvPr id="0" name=""/>
        <dsp:cNvSpPr/>
      </dsp:nvSpPr>
      <dsp:spPr>
        <a:xfrm>
          <a:off x="470899" y="1377761"/>
          <a:ext cx="453599" cy="2139619"/>
        </a:xfrm>
        <a:custGeom>
          <a:avLst/>
          <a:gdLst/>
          <a:ahLst/>
          <a:cxnLst/>
          <a:rect l="0" t="0" r="0" b="0"/>
          <a:pathLst>
            <a:path>
              <a:moveTo>
                <a:pt x="0" y="0"/>
              </a:moveTo>
              <a:lnTo>
                <a:pt x="0" y="2139619"/>
              </a:lnTo>
              <a:lnTo>
                <a:pt x="453599" y="213961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A691BC4-7317-4E91-8CA5-F71648529AD2}">
      <dsp:nvSpPr>
        <dsp:cNvPr id="0" name=""/>
        <dsp:cNvSpPr/>
      </dsp:nvSpPr>
      <dsp:spPr>
        <a:xfrm>
          <a:off x="470899" y="1377761"/>
          <a:ext cx="453599" cy="1331571"/>
        </a:xfrm>
        <a:custGeom>
          <a:avLst/>
          <a:gdLst/>
          <a:ahLst/>
          <a:cxnLst/>
          <a:rect l="0" t="0" r="0" b="0"/>
          <a:pathLst>
            <a:path>
              <a:moveTo>
                <a:pt x="0" y="0"/>
              </a:moveTo>
              <a:lnTo>
                <a:pt x="0" y="1331571"/>
              </a:lnTo>
              <a:lnTo>
                <a:pt x="453599" y="1331571"/>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7768CF-8494-4923-9844-9A5A5F305265}">
      <dsp:nvSpPr>
        <dsp:cNvPr id="0" name=""/>
        <dsp:cNvSpPr/>
      </dsp:nvSpPr>
      <dsp:spPr>
        <a:xfrm>
          <a:off x="470899" y="1377761"/>
          <a:ext cx="453599" cy="523524"/>
        </a:xfrm>
        <a:custGeom>
          <a:avLst/>
          <a:gdLst/>
          <a:ahLst/>
          <a:cxnLst/>
          <a:rect l="0" t="0" r="0" b="0"/>
          <a:pathLst>
            <a:path>
              <a:moveTo>
                <a:pt x="0" y="0"/>
              </a:moveTo>
              <a:lnTo>
                <a:pt x="0" y="523524"/>
              </a:lnTo>
              <a:lnTo>
                <a:pt x="453599" y="523524"/>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59E6A5-EC82-46AB-997B-BB0C483ADF5C}">
      <dsp:nvSpPr>
        <dsp:cNvPr id="0" name=""/>
        <dsp:cNvSpPr/>
      </dsp:nvSpPr>
      <dsp:spPr>
        <a:xfrm>
          <a:off x="1680499" y="569713"/>
          <a:ext cx="1631500" cy="239000"/>
        </a:xfrm>
        <a:custGeom>
          <a:avLst/>
          <a:gdLst/>
          <a:ahLst/>
          <a:cxnLst/>
          <a:rect l="0" t="0" r="0" b="0"/>
          <a:pathLst>
            <a:path>
              <a:moveTo>
                <a:pt x="1631500" y="0"/>
              </a:moveTo>
              <a:lnTo>
                <a:pt x="1631500" y="119500"/>
              </a:lnTo>
              <a:lnTo>
                <a:pt x="0" y="119500"/>
              </a:lnTo>
              <a:lnTo>
                <a:pt x="0" y="239000"/>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0CDC75A-0D0B-42F5-ABAD-1DC65BABD0EE}">
      <dsp:nvSpPr>
        <dsp:cNvPr id="0" name=""/>
        <dsp:cNvSpPr/>
      </dsp:nvSpPr>
      <dsp:spPr>
        <a:xfrm>
          <a:off x="270001" y="665"/>
          <a:ext cx="6083997" cy="56904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0" i="0" kern="1200" dirty="0">
              <a:solidFill>
                <a:schemeClr val="tx1"/>
              </a:solidFill>
              <a:effectLst/>
              <a:latin typeface="+mn-lt"/>
            </a:rPr>
            <a:t>A substance of interest that needs detection</a:t>
          </a:r>
          <a:endParaRPr lang="en-IN" sz="2400" kern="1200" dirty="0">
            <a:solidFill>
              <a:schemeClr val="tx1"/>
            </a:solidFill>
            <a:latin typeface="+mn-lt"/>
          </a:endParaRPr>
        </a:p>
      </dsp:txBody>
      <dsp:txXfrm>
        <a:off x="270001" y="665"/>
        <a:ext cx="6083997" cy="569047"/>
      </dsp:txXfrm>
    </dsp:sp>
    <dsp:sp modelId="{86C10C10-4884-467D-8F77-FE414324BE6F}">
      <dsp:nvSpPr>
        <dsp:cNvPr id="0" name=""/>
        <dsp:cNvSpPr/>
      </dsp:nvSpPr>
      <dsp:spPr>
        <a:xfrm>
          <a:off x="168500" y="808713"/>
          <a:ext cx="3023999" cy="56904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latin typeface="+mn-lt"/>
            </a:rPr>
            <a:t>Chemical substance</a:t>
          </a:r>
          <a:endParaRPr lang="en-IN" sz="2000" kern="1200" dirty="0">
            <a:latin typeface="+mn-lt"/>
          </a:endParaRPr>
        </a:p>
      </dsp:txBody>
      <dsp:txXfrm>
        <a:off x="168500" y="808713"/>
        <a:ext cx="3023999" cy="569047"/>
      </dsp:txXfrm>
    </dsp:sp>
    <dsp:sp modelId="{0C99CB72-8214-451D-B064-AA66E52D5119}">
      <dsp:nvSpPr>
        <dsp:cNvPr id="0" name=""/>
        <dsp:cNvSpPr/>
      </dsp:nvSpPr>
      <dsp:spPr>
        <a:xfrm>
          <a:off x="924499" y="1616761"/>
          <a:ext cx="1138095" cy="56904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0" i="0" kern="1200">
              <a:effectLst/>
              <a:latin typeface="+mn-lt"/>
            </a:rPr>
            <a:t>Glucose</a:t>
          </a:r>
          <a:endParaRPr lang="en-IN" sz="2000" kern="1200" dirty="0">
            <a:latin typeface="+mn-lt"/>
          </a:endParaRPr>
        </a:p>
      </dsp:txBody>
      <dsp:txXfrm>
        <a:off x="924499" y="1616761"/>
        <a:ext cx="1138095" cy="569047"/>
      </dsp:txXfrm>
    </dsp:sp>
    <dsp:sp modelId="{45AF5C4C-6DED-40B4-B9CA-F7BFC3783D1E}">
      <dsp:nvSpPr>
        <dsp:cNvPr id="0" name=""/>
        <dsp:cNvSpPr/>
      </dsp:nvSpPr>
      <dsp:spPr>
        <a:xfrm>
          <a:off x="924499" y="2424809"/>
          <a:ext cx="1138095" cy="56904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0" i="0" kern="1200">
              <a:effectLst/>
              <a:latin typeface="+mn-lt"/>
            </a:rPr>
            <a:t>Ammonia</a:t>
          </a:r>
          <a:endParaRPr lang="en-IN" sz="2000" kern="1200" dirty="0">
            <a:latin typeface="+mn-lt"/>
          </a:endParaRPr>
        </a:p>
      </dsp:txBody>
      <dsp:txXfrm>
        <a:off x="924499" y="2424809"/>
        <a:ext cx="1138095" cy="569047"/>
      </dsp:txXfrm>
    </dsp:sp>
    <dsp:sp modelId="{33157804-2C22-45DE-A9E2-999971514DA4}">
      <dsp:nvSpPr>
        <dsp:cNvPr id="0" name=""/>
        <dsp:cNvSpPr/>
      </dsp:nvSpPr>
      <dsp:spPr>
        <a:xfrm>
          <a:off x="924499" y="3232857"/>
          <a:ext cx="1138095" cy="56904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0" i="0" kern="1200">
              <a:effectLst/>
              <a:latin typeface="+mn-lt"/>
            </a:rPr>
            <a:t>Alcohol</a:t>
          </a:r>
          <a:endParaRPr lang="en-IN" sz="2000" kern="1200" dirty="0">
            <a:latin typeface="+mn-lt"/>
          </a:endParaRPr>
        </a:p>
      </dsp:txBody>
      <dsp:txXfrm>
        <a:off x="924499" y="3232857"/>
        <a:ext cx="1138095" cy="569047"/>
      </dsp:txXfrm>
    </dsp:sp>
    <dsp:sp modelId="{28E952B1-B363-4FB7-86E8-836AFBA9CE93}">
      <dsp:nvSpPr>
        <dsp:cNvPr id="0" name=""/>
        <dsp:cNvSpPr/>
      </dsp:nvSpPr>
      <dsp:spPr>
        <a:xfrm>
          <a:off x="924499" y="4040905"/>
          <a:ext cx="1138095" cy="56904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0" i="0" kern="1200">
              <a:effectLst/>
              <a:latin typeface="+mn-lt"/>
            </a:rPr>
            <a:t>Lactose</a:t>
          </a:r>
          <a:endParaRPr lang="en-IN" sz="2000" kern="1200" dirty="0">
            <a:latin typeface="+mn-lt"/>
          </a:endParaRPr>
        </a:p>
      </dsp:txBody>
      <dsp:txXfrm>
        <a:off x="924499" y="4040905"/>
        <a:ext cx="1138095" cy="569047"/>
      </dsp:txXfrm>
    </dsp:sp>
    <dsp:sp modelId="{FC3CB75B-4F69-4F96-80A3-A685713AE1AD}">
      <dsp:nvSpPr>
        <dsp:cNvPr id="0" name=""/>
        <dsp:cNvSpPr/>
      </dsp:nvSpPr>
      <dsp:spPr>
        <a:xfrm>
          <a:off x="924499" y="4848953"/>
          <a:ext cx="1138095" cy="56904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0" i="0" kern="1200">
              <a:effectLst/>
              <a:latin typeface="+mn-lt"/>
            </a:rPr>
            <a:t>Metal ion</a:t>
          </a:r>
          <a:endParaRPr lang="en-IN" sz="2000" kern="1200" dirty="0">
            <a:latin typeface="+mn-lt"/>
          </a:endParaRPr>
        </a:p>
      </dsp:txBody>
      <dsp:txXfrm>
        <a:off x="924499" y="4848953"/>
        <a:ext cx="1138095" cy="569047"/>
      </dsp:txXfrm>
    </dsp:sp>
    <dsp:sp modelId="{EA82C448-533C-4067-B858-219E20459170}">
      <dsp:nvSpPr>
        <dsp:cNvPr id="0" name=""/>
        <dsp:cNvSpPr/>
      </dsp:nvSpPr>
      <dsp:spPr>
        <a:xfrm>
          <a:off x="3431500" y="808713"/>
          <a:ext cx="3023999" cy="56904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latin typeface="+mn-lt"/>
            </a:rPr>
            <a:t>Biological </a:t>
          </a:r>
          <a:r>
            <a:rPr lang="en-US" sz="2000" b="0" i="0" kern="1200">
              <a:effectLst/>
              <a:latin typeface="+mn-lt"/>
            </a:rPr>
            <a:t>constituent</a:t>
          </a:r>
          <a:endParaRPr lang="en-IN" sz="2000" kern="1200" dirty="0">
            <a:latin typeface="+mn-lt"/>
          </a:endParaRPr>
        </a:p>
      </dsp:txBody>
      <dsp:txXfrm>
        <a:off x="3431500" y="808713"/>
        <a:ext cx="3023999" cy="569047"/>
      </dsp:txXfrm>
    </dsp:sp>
    <dsp:sp modelId="{AE85A467-E918-427F-8CE0-C9D8E8FBA0A2}">
      <dsp:nvSpPr>
        <dsp:cNvPr id="0" name=""/>
        <dsp:cNvSpPr/>
      </dsp:nvSpPr>
      <dsp:spPr>
        <a:xfrm>
          <a:off x="4187500" y="1616761"/>
          <a:ext cx="1138095" cy="56904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latin typeface="+mn-lt"/>
            </a:rPr>
            <a:t>Protein</a:t>
          </a:r>
          <a:endParaRPr lang="en-IN" sz="2000" kern="1200" dirty="0">
            <a:latin typeface="+mn-lt"/>
          </a:endParaRPr>
        </a:p>
      </dsp:txBody>
      <dsp:txXfrm>
        <a:off x="4187500" y="1616761"/>
        <a:ext cx="1138095" cy="569047"/>
      </dsp:txXfrm>
    </dsp:sp>
    <dsp:sp modelId="{92B9327F-4AEF-429D-8158-88990764AB61}">
      <dsp:nvSpPr>
        <dsp:cNvPr id="0" name=""/>
        <dsp:cNvSpPr/>
      </dsp:nvSpPr>
      <dsp:spPr>
        <a:xfrm>
          <a:off x="4187500" y="2424809"/>
          <a:ext cx="1138095" cy="56904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latin typeface="+mn-lt"/>
            </a:rPr>
            <a:t>Toxin</a:t>
          </a:r>
          <a:endParaRPr lang="en-IN" sz="2000" kern="1200" dirty="0">
            <a:latin typeface="+mn-lt"/>
          </a:endParaRPr>
        </a:p>
      </dsp:txBody>
      <dsp:txXfrm>
        <a:off x="4187500" y="2424809"/>
        <a:ext cx="1138095" cy="569047"/>
      </dsp:txXfrm>
    </dsp:sp>
    <dsp:sp modelId="{20112344-39AD-40AC-9E3B-CE6ABBC82525}">
      <dsp:nvSpPr>
        <dsp:cNvPr id="0" name=""/>
        <dsp:cNvSpPr/>
      </dsp:nvSpPr>
      <dsp:spPr>
        <a:xfrm>
          <a:off x="4187500" y="3232857"/>
          <a:ext cx="1138095" cy="56904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latin typeface="+mn-lt"/>
            </a:rPr>
            <a:t>Peptide</a:t>
          </a:r>
          <a:endParaRPr lang="en-IN" sz="2000" kern="1200" dirty="0">
            <a:latin typeface="+mn-lt"/>
          </a:endParaRPr>
        </a:p>
      </dsp:txBody>
      <dsp:txXfrm>
        <a:off x="4187500" y="3232857"/>
        <a:ext cx="1138095" cy="569047"/>
      </dsp:txXfrm>
    </dsp:sp>
    <dsp:sp modelId="{BEB9FEB9-3324-4141-84B6-24852CC09862}">
      <dsp:nvSpPr>
        <dsp:cNvPr id="0" name=""/>
        <dsp:cNvSpPr/>
      </dsp:nvSpPr>
      <dsp:spPr>
        <a:xfrm>
          <a:off x="4187500" y="4040905"/>
          <a:ext cx="1138095" cy="56904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latin typeface="+mn-lt"/>
            </a:rPr>
            <a:t>Vitamin </a:t>
          </a:r>
          <a:endParaRPr lang="en-IN" sz="2000" kern="1200" dirty="0">
            <a:latin typeface="+mn-lt"/>
          </a:endParaRPr>
        </a:p>
      </dsp:txBody>
      <dsp:txXfrm>
        <a:off x="4187500" y="4040905"/>
        <a:ext cx="1138095" cy="569047"/>
      </dsp:txXfrm>
    </dsp:sp>
    <dsp:sp modelId="{2FCA2B8B-4CC0-4053-8DD4-C7EA0661F0A6}">
      <dsp:nvSpPr>
        <dsp:cNvPr id="0" name=""/>
        <dsp:cNvSpPr/>
      </dsp:nvSpPr>
      <dsp:spPr>
        <a:xfrm>
          <a:off x="4187500" y="4848953"/>
          <a:ext cx="1138095" cy="56904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latin typeface="+mn-lt"/>
            </a:rPr>
            <a:t>Antibody</a:t>
          </a:r>
          <a:endParaRPr lang="en-IN" sz="2000" kern="1200" dirty="0">
            <a:latin typeface="+mn-lt"/>
          </a:endParaRPr>
        </a:p>
      </dsp:txBody>
      <dsp:txXfrm>
        <a:off x="4187500" y="4848953"/>
        <a:ext cx="1138095" cy="56904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82C2D1-C5D3-41DC-B1A1-3A85C3531642}">
      <dsp:nvSpPr>
        <dsp:cNvPr id="0" name=""/>
        <dsp:cNvSpPr/>
      </dsp:nvSpPr>
      <dsp:spPr>
        <a:xfrm>
          <a:off x="0" y="100528"/>
          <a:ext cx="6774180" cy="104247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just" defTabSz="1200150">
            <a:lnSpc>
              <a:spcPct val="90000"/>
            </a:lnSpc>
            <a:spcBef>
              <a:spcPct val="0"/>
            </a:spcBef>
            <a:spcAft>
              <a:spcPct val="35000"/>
            </a:spcAft>
            <a:buNone/>
          </a:pPr>
          <a:r>
            <a:rPr lang="en-US" sz="2700" kern="1200" dirty="0"/>
            <a:t>The component used to bind the target molecule</a:t>
          </a:r>
          <a:endParaRPr lang="en-IN" sz="2700" kern="1200" dirty="0"/>
        </a:p>
      </dsp:txBody>
      <dsp:txXfrm>
        <a:off x="50889" y="151417"/>
        <a:ext cx="6672402" cy="940692"/>
      </dsp:txXfrm>
    </dsp:sp>
    <dsp:sp modelId="{1F2658B9-0C7E-4F7A-BB4D-CE44543D46AC}">
      <dsp:nvSpPr>
        <dsp:cNvPr id="0" name=""/>
        <dsp:cNvSpPr/>
      </dsp:nvSpPr>
      <dsp:spPr>
        <a:xfrm>
          <a:off x="0" y="1220758"/>
          <a:ext cx="6774180" cy="1042470"/>
        </a:xfrm>
        <a:prstGeom prst="roundRect">
          <a:avLst/>
        </a:prstGeom>
        <a:solidFill>
          <a:schemeClr val="accent3">
            <a:hueOff val="1460120"/>
            <a:satOff val="-27164"/>
            <a:lumOff val="-823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just" defTabSz="1200150">
            <a:lnSpc>
              <a:spcPct val="90000"/>
            </a:lnSpc>
            <a:spcBef>
              <a:spcPct val="0"/>
            </a:spcBef>
            <a:spcAft>
              <a:spcPct val="35000"/>
            </a:spcAft>
            <a:buNone/>
          </a:pPr>
          <a:r>
            <a:rPr lang="en-US" sz="2700" kern="1200" dirty="0"/>
            <a:t>Must be highly specific, stable under storage conditions, and immobilized</a:t>
          </a:r>
          <a:endParaRPr lang="en-IN" sz="2700" kern="1200" dirty="0"/>
        </a:p>
      </dsp:txBody>
      <dsp:txXfrm>
        <a:off x="50889" y="1271647"/>
        <a:ext cx="6672402" cy="940692"/>
      </dsp:txXfrm>
    </dsp:sp>
    <dsp:sp modelId="{31E61F07-90E3-430E-A26A-BC59DA393F36}">
      <dsp:nvSpPr>
        <dsp:cNvPr id="0" name=""/>
        <dsp:cNvSpPr/>
      </dsp:nvSpPr>
      <dsp:spPr>
        <a:xfrm>
          <a:off x="0" y="2263228"/>
          <a:ext cx="6774180" cy="3129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080" tIns="34290" rIns="192024" bIns="34290" numCol="1" spcCol="1270" anchor="t" anchorCtr="0">
          <a:noAutofit/>
        </a:bodyPr>
        <a:lstStyle/>
        <a:p>
          <a:pPr marL="228600" lvl="1" indent="-228600" algn="just" defTabSz="933450">
            <a:lnSpc>
              <a:spcPct val="90000"/>
            </a:lnSpc>
            <a:spcBef>
              <a:spcPct val="0"/>
            </a:spcBef>
            <a:spcAft>
              <a:spcPct val="20000"/>
            </a:spcAft>
            <a:buChar char="•"/>
          </a:pPr>
          <a:r>
            <a:rPr lang="en-US" sz="2100" kern="1200" dirty="0"/>
            <a:t>Microorganism</a:t>
          </a:r>
          <a:endParaRPr lang="en-IN" sz="2100" kern="1200" dirty="0"/>
        </a:p>
        <a:p>
          <a:pPr marL="228600" lvl="1" indent="-228600" algn="just" defTabSz="933450">
            <a:lnSpc>
              <a:spcPct val="90000"/>
            </a:lnSpc>
            <a:spcBef>
              <a:spcPct val="0"/>
            </a:spcBef>
            <a:spcAft>
              <a:spcPct val="20000"/>
            </a:spcAft>
            <a:buChar char="•"/>
          </a:pPr>
          <a:r>
            <a:rPr lang="en-US" sz="2100" kern="1200" dirty="0"/>
            <a:t>Tissue</a:t>
          </a:r>
          <a:endParaRPr lang="en-IN" sz="2100" kern="1200" dirty="0"/>
        </a:p>
        <a:p>
          <a:pPr marL="228600" lvl="1" indent="-228600" algn="just" defTabSz="933450">
            <a:lnSpc>
              <a:spcPct val="90000"/>
            </a:lnSpc>
            <a:spcBef>
              <a:spcPct val="0"/>
            </a:spcBef>
            <a:spcAft>
              <a:spcPct val="20000"/>
            </a:spcAft>
            <a:buChar char="•"/>
          </a:pPr>
          <a:r>
            <a:rPr lang="en-US" sz="2100" kern="1200" dirty="0"/>
            <a:t>Cell</a:t>
          </a:r>
          <a:endParaRPr lang="en-IN" sz="2100" kern="1200" dirty="0"/>
        </a:p>
        <a:p>
          <a:pPr marL="228600" lvl="1" indent="-228600" algn="just" defTabSz="933450">
            <a:lnSpc>
              <a:spcPct val="90000"/>
            </a:lnSpc>
            <a:spcBef>
              <a:spcPct val="0"/>
            </a:spcBef>
            <a:spcAft>
              <a:spcPct val="20000"/>
            </a:spcAft>
            <a:buChar char="•"/>
          </a:pPr>
          <a:r>
            <a:rPr lang="en-US" sz="2100" kern="1200" dirty="0"/>
            <a:t>Organelle</a:t>
          </a:r>
          <a:endParaRPr lang="en-IN" sz="2100" kern="1200" dirty="0"/>
        </a:p>
        <a:p>
          <a:pPr marL="228600" lvl="1" indent="-228600" algn="just" defTabSz="933450">
            <a:lnSpc>
              <a:spcPct val="90000"/>
            </a:lnSpc>
            <a:spcBef>
              <a:spcPct val="0"/>
            </a:spcBef>
            <a:spcAft>
              <a:spcPct val="20000"/>
            </a:spcAft>
            <a:buChar char="•"/>
          </a:pPr>
          <a:r>
            <a:rPr lang="en-US" sz="2100" kern="1200" dirty="0"/>
            <a:t>Nucleic acid</a:t>
          </a:r>
          <a:endParaRPr lang="en-IN" sz="2100" kern="1200" dirty="0"/>
        </a:p>
        <a:p>
          <a:pPr marL="228600" lvl="1" indent="-228600" algn="just" defTabSz="933450">
            <a:lnSpc>
              <a:spcPct val="90000"/>
            </a:lnSpc>
            <a:spcBef>
              <a:spcPct val="0"/>
            </a:spcBef>
            <a:spcAft>
              <a:spcPct val="20000"/>
            </a:spcAft>
            <a:buChar char="•"/>
          </a:pPr>
          <a:r>
            <a:rPr lang="en-US" sz="2100" kern="1200" dirty="0"/>
            <a:t>Enzyme</a:t>
          </a:r>
          <a:endParaRPr lang="en-IN" sz="2100" kern="1200" dirty="0"/>
        </a:p>
        <a:p>
          <a:pPr marL="228600" lvl="1" indent="-228600" algn="just" defTabSz="933450">
            <a:lnSpc>
              <a:spcPct val="90000"/>
            </a:lnSpc>
            <a:spcBef>
              <a:spcPct val="0"/>
            </a:spcBef>
            <a:spcAft>
              <a:spcPct val="20000"/>
            </a:spcAft>
            <a:buChar char="•"/>
          </a:pPr>
          <a:r>
            <a:rPr lang="en-US" sz="2100" kern="1200" dirty="0"/>
            <a:t>Enzyme component</a:t>
          </a:r>
          <a:endParaRPr lang="en-IN" sz="2100" kern="1200" dirty="0"/>
        </a:p>
        <a:p>
          <a:pPr marL="228600" lvl="1" indent="-228600" algn="just" defTabSz="933450">
            <a:lnSpc>
              <a:spcPct val="90000"/>
            </a:lnSpc>
            <a:spcBef>
              <a:spcPct val="0"/>
            </a:spcBef>
            <a:spcAft>
              <a:spcPct val="20000"/>
            </a:spcAft>
            <a:buChar char="•"/>
          </a:pPr>
          <a:r>
            <a:rPr lang="en-US" sz="2100" kern="1200" dirty="0"/>
            <a:t>Receptor</a:t>
          </a:r>
          <a:endParaRPr lang="en-IN" sz="2100" kern="1200" dirty="0"/>
        </a:p>
        <a:p>
          <a:pPr marL="228600" lvl="1" indent="-228600" algn="just" defTabSz="933450">
            <a:lnSpc>
              <a:spcPct val="90000"/>
            </a:lnSpc>
            <a:spcBef>
              <a:spcPct val="0"/>
            </a:spcBef>
            <a:spcAft>
              <a:spcPct val="20000"/>
            </a:spcAft>
            <a:buChar char="•"/>
          </a:pPr>
          <a:r>
            <a:rPr lang="en-US" sz="2100" kern="1200" dirty="0"/>
            <a:t>Antibody</a:t>
          </a:r>
          <a:endParaRPr lang="en-IN" sz="2100" kern="1200" dirty="0"/>
        </a:p>
      </dsp:txBody>
      <dsp:txXfrm>
        <a:off x="0" y="2263228"/>
        <a:ext cx="6774180" cy="31298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A74AB1-1785-495D-A8F3-BF974D822EBE}">
      <dsp:nvSpPr>
        <dsp:cNvPr id="0" name=""/>
        <dsp:cNvSpPr/>
      </dsp:nvSpPr>
      <dsp:spPr>
        <a:xfrm flipV="1">
          <a:off x="0" y="0"/>
          <a:ext cx="11912188" cy="10586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endParaRPr lang="en-IN" sz="2000" kern="1200" dirty="0">
            <a:solidFill>
              <a:schemeClr val="tx1"/>
            </a:solidFill>
            <a:latin typeface="+mn-lt"/>
          </a:endParaRPr>
        </a:p>
      </dsp:txBody>
      <dsp:txXfrm rot="10800000">
        <a:off x="5168" y="5168"/>
        <a:ext cx="11901852" cy="95525"/>
      </dsp:txXfrm>
    </dsp:sp>
    <dsp:sp modelId="{54711283-0469-4574-9479-3FE42D21351E}">
      <dsp:nvSpPr>
        <dsp:cNvPr id="0" name=""/>
        <dsp:cNvSpPr/>
      </dsp:nvSpPr>
      <dsp:spPr>
        <a:xfrm>
          <a:off x="0" y="0"/>
          <a:ext cx="11912188" cy="4978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8212" tIns="35560" rIns="199136" bIns="35560" numCol="1" spcCol="1270" anchor="t" anchorCtr="0">
          <a:noAutofit/>
        </a:bodyPr>
        <a:lstStyle/>
        <a:p>
          <a:pPr marL="285750" lvl="1" indent="-285750" algn="just" defTabSz="1244600">
            <a:lnSpc>
              <a:spcPct val="90000"/>
            </a:lnSpc>
            <a:spcBef>
              <a:spcPct val="0"/>
            </a:spcBef>
            <a:spcAft>
              <a:spcPct val="20000"/>
            </a:spcAft>
            <a:buChar char="•"/>
          </a:pPr>
          <a:r>
            <a:rPr lang="en-US" sz="2800" b="0" i="0" kern="1200" dirty="0"/>
            <a:t>This type of </a:t>
          </a:r>
          <a:r>
            <a:rPr lang="en-US" sz="2800" b="1" i="0" kern="1200" dirty="0"/>
            <a:t>biosensor</a:t>
          </a:r>
          <a:r>
            <a:rPr lang="en-US" sz="2800" b="0" i="0" kern="1200" dirty="0"/>
            <a:t> is used to measures the change in temperature </a:t>
          </a:r>
          <a:endParaRPr lang="en-IN" sz="2800" b="1" kern="1200" dirty="0">
            <a:latin typeface="+mn-lt"/>
          </a:endParaRPr>
        </a:p>
        <a:p>
          <a:pPr marL="285750" lvl="1" indent="-285750" algn="just" defTabSz="1244600">
            <a:lnSpc>
              <a:spcPct val="90000"/>
            </a:lnSpc>
            <a:spcBef>
              <a:spcPct val="0"/>
            </a:spcBef>
            <a:spcAft>
              <a:spcPct val="20000"/>
            </a:spcAft>
            <a:buChar char="•"/>
          </a:pPr>
          <a:r>
            <a:rPr lang="en-US" sz="2800" b="1" kern="1200" dirty="0">
              <a:latin typeface="+mn-lt"/>
            </a:rPr>
            <a:t>Temperature is measured by Thermistors.</a:t>
          </a:r>
          <a:endParaRPr lang="en-IN" sz="2800" b="1" kern="1200" dirty="0">
            <a:latin typeface="+mn-lt"/>
          </a:endParaRPr>
        </a:p>
        <a:p>
          <a:pPr marL="285750" lvl="1" indent="-285750" algn="just" defTabSz="1244600">
            <a:lnSpc>
              <a:spcPct val="90000"/>
            </a:lnSpc>
            <a:spcBef>
              <a:spcPct val="0"/>
            </a:spcBef>
            <a:spcAft>
              <a:spcPct val="20000"/>
            </a:spcAft>
            <a:buChar char="•"/>
          </a:pPr>
          <a:r>
            <a:rPr lang="en-US" sz="2800" kern="1200" dirty="0"/>
            <a:t>The reaction </a:t>
          </a:r>
          <a:r>
            <a:rPr lang="en-US" sz="2800" b="1" kern="1200" dirty="0"/>
            <a:t>takes place in a small enzyme reactor</a:t>
          </a:r>
          <a:r>
            <a:rPr lang="en-US" sz="2800" kern="1200" dirty="0"/>
            <a:t>. </a:t>
          </a:r>
          <a:endParaRPr lang="en-IN" sz="2800" b="0" kern="1200" dirty="0">
            <a:latin typeface="+mn-lt"/>
          </a:endParaRPr>
        </a:p>
        <a:p>
          <a:pPr marL="285750" lvl="1" indent="-285750" algn="just" defTabSz="1244600">
            <a:lnSpc>
              <a:spcPct val="90000"/>
            </a:lnSpc>
            <a:spcBef>
              <a:spcPct val="0"/>
            </a:spcBef>
            <a:spcAft>
              <a:spcPct val="20000"/>
            </a:spcAft>
            <a:buChar char="•"/>
          </a:pPr>
          <a:r>
            <a:rPr lang="en-US" sz="2800" kern="1200" dirty="0"/>
            <a:t>As the substrate enters the bed, it gets converted to a product and heat is generated.</a:t>
          </a:r>
          <a:endParaRPr lang="en-IN" sz="2800" b="1" kern="1200" dirty="0">
            <a:latin typeface="+mn-lt"/>
          </a:endParaRPr>
        </a:p>
        <a:p>
          <a:pPr marL="285750" lvl="1" indent="-285750" algn="just" defTabSz="1244600">
            <a:lnSpc>
              <a:spcPct val="90000"/>
            </a:lnSpc>
            <a:spcBef>
              <a:spcPct val="0"/>
            </a:spcBef>
            <a:spcAft>
              <a:spcPct val="20000"/>
            </a:spcAft>
            <a:buChar char="•"/>
          </a:pPr>
          <a:r>
            <a:rPr lang="en-US" sz="2800" b="1" kern="1200" dirty="0">
              <a:latin typeface="+mn-lt"/>
            </a:rPr>
            <a:t>Advantages:</a:t>
          </a:r>
          <a:endParaRPr lang="en-IN" sz="2800" b="1" kern="1200" dirty="0">
            <a:latin typeface="+mn-lt"/>
          </a:endParaRPr>
        </a:p>
        <a:p>
          <a:pPr marL="571500" lvl="2" indent="-285750" algn="just" defTabSz="1244600">
            <a:lnSpc>
              <a:spcPct val="90000"/>
            </a:lnSpc>
            <a:spcBef>
              <a:spcPct val="0"/>
            </a:spcBef>
            <a:spcAft>
              <a:spcPct val="20000"/>
            </a:spcAft>
            <a:buChar char="•"/>
          </a:pPr>
          <a:r>
            <a:rPr lang="en-US" sz="2800" b="0" kern="1200" dirty="0">
              <a:latin typeface="+mn-lt"/>
            </a:rPr>
            <a:t>No need of frequent recalibration </a:t>
          </a:r>
          <a:r>
            <a:rPr lang="en-US" sz="1600" b="1" kern="1200" dirty="0">
              <a:latin typeface="+mn-lt"/>
            </a:rPr>
            <a:t>(instrument check—whether working accurately). </a:t>
          </a:r>
          <a:endParaRPr lang="en-IN" sz="2800" b="1" kern="1200" dirty="0">
            <a:latin typeface="+mn-lt"/>
          </a:endParaRPr>
        </a:p>
        <a:p>
          <a:pPr marL="285750" lvl="1" indent="-285750" algn="just" defTabSz="1244600">
            <a:lnSpc>
              <a:spcPct val="90000"/>
            </a:lnSpc>
            <a:spcBef>
              <a:spcPct val="0"/>
            </a:spcBef>
            <a:spcAft>
              <a:spcPct val="20000"/>
            </a:spcAft>
            <a:buChar char="•"/>
          </a:pPr>
          <a:r>
            <a:rPr lang="en-US" sz="2800" b="1" kern="1200" dirty="0">
              <a:latin typeface="+mn-lt"/>
            </a:rPr>
            <a:t>Uses:</a:t>
          </a:r>
          <a:r>
            <a:rPr lang="en-US" sz="2800" b="0" kern="1200" dirty="0">
              <a:latin typeface="+mn-lt"/>
            </a:rPr>
            <a:t> </a:t>
          </a:r>
          <a:endParaRPr lang="en-IN" sz="2800" b="0" kern="1200" dirty="0">
            <a:latin typeface="+mn-lt"/>
          </a:endParaRPr>
        </a:p>
        <a:p>
          <a:pPr marL="571500" lvl="2" indent="-285750" algn="just" defTabSz="1244600">
            <a:lnSpc>
              <a:spcPct val="90000"/>
            </a:lnSpc>
            <a:spcBef>
              <a:spcPct val="0"/>
            </a:spcBef>
            <a:spcAft>
              <a:spcPct val="20000"/>
            </a:spcAft>
            <a:buChar char="•"/>
          </a:pPr>
          <a:r>
            <a:rPr lang="en-US" sz="2800" b="0" kern="1200" dirty="0">
              <a:latin typeface="+mn-lt"/>
            </a:rPr>
            <a:t>Detection of : </a:t>
          </a:r>
          <a:r>
            <a:rPr lang="en-US" sz="2800" b="1" kern="1200" dirty="0">
              <a:latin typeface="+mn-lt"/>
            </a:rPr>
            <a:t>Pesticides</a:t>
          </a:r>
          <a:r>
            <a:rPr lang="en-US" sz="2800" b="0" kern="1200" dirty="0">
              <a:latin typeface="+mn-lt"/>
            </a:rPr>
            <a:t> and </a:t>
          </a:r>
          <a:r>
            <a:rPr lang="en-US" sz="2800" b="1" kern="1200" dirty="0">
              <a:latin typeface="+mn-lt"/>
            </a:rPr>
            <a:t>Pathogenic bacteria</a:t>
          </a:r>
          <a:endParaRPr lang="en-IN" sz="2800" b="1" kern="1200" dirty="0">
            <a:latin typeface="+mn-lt"/>
          </a:endParaRPr>
        </a:p>
        <a:p>
          <a:pPr marL="571500" lvl="2" indent="-285750" algn="just" defTabSz="1244600">
            <a:lnSpc>
              <a:spcPct val="90000"/>
            </a:lnSpc>
            <a:spcBef>
              <a:spcPct val="0"/>
            </a:spcBef>
            <a:spcAft>
              <a:spcPct val="20000"/>
            </a:spcAft>
            <a:buChar char="•"/>
          </a:pPr>
          <a:r>
            <a:rPr lang="en-IN" sz="2800" b="1" kern="1200" dirty="0" err="1">
              <a:latin typeface="+mn-lt"/>
            </a:rPr>
            <a:t>e.g</a:t>
          </a:r>
          <a:r>
            <a:rPr lang="en-IN" sz="2800" b="1" kern="1200" dirty="0">
              <a:latin typeface="+mn-lt"/>
            </a:rPr>
            <a:t>: </a:t>
          </a:r>
          <a:r>
            <a:rPr lang="en-US" sz="2800" kern="1200" dirty="0"/>
            <a:t>When cholesterol gets oxidized by the enzyme cholesterol oxidase, heat is generated which can be measured. </a:t>
          </a:r>
          <a:endParaRPr lang="en-IN" sz="2800" b="1" kern="1200" dirty="0">
            <a:latin typeface="+mn-lt"/>
          </a:endParaRPr>
        </a:p>
      </dsp:txBody>
      <dsp:txXfrm>
        <a:off x="0" y="0"/>
        <a:ext cx="11912188" cy="497835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A74AB1-1785-495D-A8F3-BF974D822EBE}">
      <dsp:nvSpPr>
        <dsp:cNvPr id="0" name=""/>
        <dsp:cNvSpPr/>
      </dsp:nvSpPr>
      <dsp:spPr>
        <a:xfrm>
          <a:off x="0" y="0"/>
          <a:ext cx="11311890" cy="1161437"/>
        </a:xfrm>
        <a:prstGeom prst="round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a:lnSpc>
              <a:spcPct val="90000"/>
            </a:lnSpc>
            <a:spcBef>
              <a:spcPct val="0"/>
            </a:spcBef>
            <a:spcAft>
              <a:spcPct val="35000"/>
            </a:spcAft>
            <a:buNone/>
          </a:pPr>
          <a:r>
            <a:rPr lang="en-US" sz="2400" b="0" i="0" kern="1200" dirty="0">
              <a:solidFill>
                <a:schemeClr val="tx1"/>
              </a:solidFill>
            </a:rPr>
            <a:t>Many chemical reactions </a:t>
          </a:r>
          <a:r>
            <a:rPr lang="en-US" sz="2400" b="1" i="0" kern="1200" dirty="0">
              <a:solidFill>
                <a:schemeClr val="tx1"/>
              </a:solidFill>
            </a:rPr>
            <a:t>produce or consume ions </a:t>
          </a:r>
          <a:r>
            <a:rPr lang="en-US" sz="2400" b="0" i="0" kern="1200" dirty="0">
              <a:solidFill>
                <a:schemeClr val="tx1"/>
              </a:solidFill>
            </a:rPr>
            <a:t>or </a:t>
          </a:r>
          <a:r>
            <a:rPr lang="en-US" sz="2400" b="1" i="0" kern="1200" dirty="0">
              <a:solidFill>
                <a:schemeClr val="tx1"/>
              </a:solidFill>
            </a:rPr>
            <a:t>causing some change in the electrical properties </a:t>
          </a:r>
          <a:r>
            <a:rPr lang="en-US" sz="2400" b="0" i="0" kern="1200" dirty="0">
              <a:solidFill>
                <a:schemeClr val="tx1"/>
              </a:solidFill>
            </a:rPr>
            <a:t>of the solution that </a:t>
          </a:r>
          <a:r>
            <a:rPr lang="en-US" sz="2400" b="1" i="0" kern="1200" dirty="0">
              <a:solidFill>
                <a:schemeClr val="tx1"/>
              </a:solidFill>
            </a:rPr>
            <a:t>can be sensed out &amp; used as a measuring parameter.</a:t>
          </a:r>
          <a:endParaRPr lang="en-IN" sz="2400" b="1" kern="1200" dirty="0">
            <a:solidFill>
              <a:schemeClr val="tx1"/>
            </a:solidFill>
            <a:latin typeface="+mn-lt"/>
          </a:endParaRPr>
        </a:p>
      </dsp:txBody>
      <dsp:txXfrm>
        <a:off x="56697" y="56697"/>
        <a:ext cx="11198496" cy="1048043"/>
      </dsp:txXfrm>
    </dsp:sp>
    <dsp:sp modelId="{54711283-0469-4574-9479-3FE42D21351E}">
      <dsp:nvSpPr>
        <dsp:cNvPr id="0" name=""/>
        <dsp:cNvSpPr/>
      </dsp:nvSpPr>
      <dsp:spPr>
        <a:xfrm>
          <a:off x="0" y="1075421"/>
          <a:ext cx="11311890" cy="3213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9153" tIns="30480" rIns="170688" bIns="30480" numCol="1" spcCol="1270" anchor="t" anchorCtr="0">
          <a:noAutofit/>
        </a:bodyPr>
        <a:lstStyle/>
        <a:p>
          <a:pPr marL="228600" lvl="1" indent="-228600" algn="just" defTabSz="1066800">
            <a:lnSpc>
              <a:spcPct val="90000"/>
            </a:lnSpc>
            <a:spcBef>
              <a:spcPct val="0"/>
            </a:spcBef>
            <a:spcAft>
              <a:spcPct val="20000"/>
            </a:spcAft>
            <a:buChar char="•"/>
          </a:pPr>
          <a:endParaRPr lang="en-IN" sz="2400" b="1" kern="1200" dirty="0">
            <a:latin typeface="+mn-lt"/>
          </a:endParaRPr>
        </a:p>
        <a:p>
          <a:pPr marL="228600" lvl="1" indent="-228600" algn="just" defTabSz="1066800">
            <a:lnSpc>
              <a:spcPct val="90000"/>
            </a:lnSpc>
            <a:spcBef>
              <a:spcPct val="0"/>
            </a:spcBef>
            <a:spcAft>
              <a:spcPct val="20000"/>
            </a:spcAft>
            <a:buChar char="•"/>
          </a:pPr>
          <a:endParaRPr lang="en-IN" sz="2400" b="1" kern="1200" dirty="0">
            <a:latin typeface="+mn-lt"/>
          </a:endParaRPr>
        </a:p>
        <a:p>
          <a:pPr marL="228600" lvl="1" indent="-228600" algn="just" defTabSz="1066800">
            <a:lnSpc>
              <a:spcPct val="90000"/>
            </a:lnSpc>
            <a:spcBef>
              <a:spcPct val="0"/>
            </a:spcBef>
            <a:spcAft>
              <a:spcPct val="20000"/>
            </a:spcAft>
            <a:buChar char="•"/>
          </a:pPr>
          <a:endParaRPr lang="en-IN" sz="2400" b="1" kern="1200" dirty="0">
            <a:latin typeface="+mn-lt"/>
          </a:endParaRPr>
        </a:p>
        <a:p>
          <a:pPr marL="228600" lvl="1" indent="-228600" algn="just" defTabSz="1066800">
            <a:lnSpc>
              <a:spcPct val="90000"/>
            </a:lnSpc>
            <a:spcBef>
              <a:spcPct val="0"/>
            </a:spcBef>
            <a:spcAft>
              <a:spcPct val="20000"/>
            </a:spcAft>
            <a:buChar char="•"/>
          </a:pPr>
          <a:r>
            <a:rPr lang="en-US" sz="2400" b="0" i="0" kern="1200" dirty="0"/>
            <a:t>Such types of rection are called </a:t>
          </a:r>
          <a:r>
            <a:rPr lang="en-US" sz="2400" b="1" i="0" kern="1200" dirty="0"/>
            <a:t>Redox reactions</a:t>
          </a:r>
          <a:endParaRPr lang="en-IN" sz="2400" b="1" kern="1200" dirty="0">
            <a:latin typeface="+mn-lt"/>
          </a:endParaRPr>
        </a:p>
        <a:p>
          <a:pPr marL="228600" lvl="1" indent="-228600" algn="just" defTabSz="1066800">
            <a:lnSpc>
              <a:spcPct val="90000"/>
            </a:lnSpc>
            <a:spcBef>
              <a:spcPct val="0"/>
            </a:spcBef>
            <a:spcAft>
              <a:spcPct val="20000"/>
            </a:spcAft>
            <a:buChar char="•"/>
          </a:pPr>
          <a:r>
            <a:rPr lang="en-US" sz="2400" b="0" i="0" kern="1200" dirty="0"/>
            <a:t>Electrochemical biosensors are classified into three types:</a:t>
          </a:r>
          <a:endParaRPr lang="en-IN" sz="2400" b="1" kern="1200" dirty="0">
            <a:latin typeface="+mn-lt"/>
          </a:endParaRPr>
        </a:p>
        <a:p>
          <a:pPr marL="457200" lvl="2" indent="-228600" algn="l" defTabSz="1066800">
            <a:lnSpc>
              <a:spcPct val="90000"/>
            </a:lnSpc>
            <a:spcBef>
              <a:spcPct val="0"/>
            </a:spcBef>
            <a:spcAft>
              <a:spcPct val="20000"/>
            </a:spcAft>
            <a:buFont typeface="Arial" panose="020B0604020202020204" pitchFamily="34" charset="0"/>
            <a:buChar char="•"/>
          </a:pPr>
          <a:r>
            <a:rPr lang="en-IN" sz="2400" b="1" i="0" kern="1200" dirty="0" err="1"/>
            <a:t>Amperometric</a:t>
          </a:r>
          <a:r>
            <a:rPr lang="en-IN" sz="2400" b="1" i="0" kern="1200" dirty="0"/>
            <a:t> Biosensors</a:t>
          </a:r>
        </a:p>
        <a:p>
          <a:pPr marL="457200" lvl="2" indent="-228600" algn="l" defTabSz="1066800">
            <a:lnSpc>
              <a:spcPct val="90000"/>
            </a:lnSpc>
            <a:spcBef>
              <a:spcPct val="0"/>
            </a:spcBef>
            <a:spcAft>
              <a:spcPct val="20000"/>
            </a:spcAft>
            <a:buFont typeface="Arial" panose="020B0604020202020204" pitchFamily="34" charset="0"/>
            <a:buChar char="•"/>
          </a:pPr>
          <a:r>
            <a:rPr lang="en-IN" sz="2400" b="1" i="0" kern="1200" dirty="0"/>
            <a:t>Potentiometric Biosensors</a:t>
          </a:r>
        </a:p>
        <a:p>
          <a:pPr marL="457200" lvl="2" indent="-228600" algn="l" defTabSz="1066800">
            <a:lnSpc>
              <a:spcPct val="90000"/>
            </a:lnSpc>
            <a:spcBef>
              <a:spcPct val="0"/>
            </a:spcBef>
            <a:spcAft>
              <a:spcPct val="20000"/>
            </a:spcAft>
            <a:buFont typeface="Arial" panose="020B0604020202020204" pitchFamily="34" charset="0"/>
            <a:buChar char="•"/>
          </a:pPr>
          <a:r>
            <a:rPr lang="en-IN" sz="2400" b="1" i="0" kern="1200" dirty="0" err="1"/>
            <a:t>Impedimetric</a:t>
          </a:r>
          <a:r>
            <a:rPr lang="en-IN" sz="2400" b="1" i="0" kern="1200" dirty="0"/>
            <a:t> Biosensors</a:t>
          </a:r>
        </a:p>
        <a:p>
          <a:pPr marL="228600" lvl="1" indent="-228600" algn="just" defTabSz="977900">
            <a:lnSpc>
              <a:spcPct val="90000"/>
            </a:lnSpc>
            <a:spcBef>
              <a:spcPct val="0"/>
            </a:spcBef>
            <a:spcAft>
              <a:spcPct val="20000"/>
            </a:spcAft>
            <a:buChar char="•"/>
          </a:pPr>
          <a:endParaRPr lang="en-IN" sz="2200" b="1" kern="1200" dirty="0">
            <a:latin typeface="+mn-lt"/>
          </a:endParaRPr>
        </a:p>
      </dsp:txBody>
      <dsp:txXfrm>
        <a:off x="0" y="1075421"/>
        <a:ext cx="11311890" cy="3213040"/>
      </dsp:txXfrm>
    </dsp:sp>
    <dsp:sp modelId="{BD59CD2C-24FC-4190-90BD-A9E806B65F95}">
      <dsp:nvSpPr>
        <dsp:cNvPr id="0" name=""/>
        <dsp:cNvSpPr/>
      </dsp:nvSpPr>
      <dsp:spPr>
        <a:xfrm>
          <a:off x="0" y="1259746"/>
          <a:ext cx="11311890" cy="1161437"/>
        </a:xfrm>
        <a:prstGeom prst="round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tx1"/>
              </a:solidFill>
            </a:rPr>
            <a:t>Generally, the electrochemical biosensor is based on the reaction of enzymatic catalysis that </a:t>
          </a:r>
          <a:r>
            <a:rPr lang="en-US" sz="2400" b="1" kern="1200" dirty="0">
              <a:solidFill>
                <a:schemeClr val="tx1"/>
              </a:solidFill>
            </a:rPr>
            <a:t>consumes or generates electrons</a:t>
          </a:r>
          <a:r>
            <a:rPr lang="en-US" sz="2400" kern="1200" dirty="0">
              <a:solidFill>
                <a:schemeClr val="tx1"/>
              </a:solidFill>
            </a:rPr>
            <a:t>. </a:t>
          </a:r>
        </a:p>
      </dsp:txBody>
      <dsp:txXfrm>
        <a:off x="56697" y="1316443"/>
        <a:ext cx="11198496" cy="104804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6C8E89-DACE-4C4A-B2FC-F1539470BC3C}">
      <dsp:nvSpPr>
        <dsp:cNvPr id="0" name=""/>
        <dsp:cNvSpPr/>
      </dsp:nvSpPr>
      <dsp:spPr>
        <a:xfrm>
          <a:off x="0" y="165219"/>
          <a:ext cx="11140440" cy="979200"/>
        </a:xfrm>
        <a:prstGeom prst="rect">
          <a:avLst/>
        </a:prstGeom>
        <a:no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fr-FR" sz="3200" b="1" kern="1200" dirty="0">
              <a:solidFill>
                <a:srgbClr val="C00000"/>
              </a:solidFill>
              <a:effectLst>
                <a:outerShdw blurRad="38100" dist="38100" dir="2700000" algn="tl">
                  <a:srgbClr val="000000">
                    <a:alpha val="43137"/>
                  </a:srgbClr>
                </a:outerShdw>
              </a:effectLst>
            </a:rPr>
            <a:t>Enzyme </a:t>
          </a:r>
          <a:r>
            <a:rPr lang="en-IN" sz="3200" b="1" kern="1200" dirty="0">
              <a:solidFill>
                <a:srgbClr val="C00000"/>
              </a:solidFill>
              <a:effectLst>
                <a:outerShdw blurRad="38100" dist="38100" dir="2700000" algn="tl">
                  <a:srgbClr val="000000">
                    <a:alpha val="43137"/>
                  </a:srgbClr>
                </a:outerShdw>
              </a:effectLst>
            </a:rPr>
            <a:t>Biosensors</a:t>
          </a:r>
          <a:endParaRPr lang="en-IN" sz="3200" kern="1200" dirty="0">
            <a:solidFill>
              <a:srgbClr val="C00000"/>
            </a:solidFill>
          </a:endParaRPr>
        </a:p>
      </dsp:txBody>
      <dsp:txXfrm>
        <a:off x="0" y="165219"/>
        <a:ext cx="11140440" cy="979200"/>
      </dsp:txXfrm>
    </dsp:sp>
    <dsp:sp modelId="{DD155254-A6E4-490F-BBBB-8F0DDBD4DC3A}">
      <dsp:nvSpPr>
        <dsp:cNvPr id="0" name=""/>
        <dsp:cNvSpPr/>
      </dsp:nvSpPr>
      <dsp:spPr>
        <a:xfrm>
          <a:off x="0" y="1119782"/>
          <a:ext cx="11140440" cy="3266550"/>
        </a:xfrm>
        <a:prstGeom prst="rect">
          <a:avLst/>
        </a:prstGeom>
        <a:no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1356" tIns="181356" rIns="241808" bIns="272034" numCol="1" spcCol="1270" anchor="t" anchorCtr="0">
          <a:noAutofit/>
        </a:bodyPr>
        <a:lstStyle/>
        <a:p>
          <a:pPr marL="285750" lvl="1" indent="-285750" algn="just" defTabSz="1511300">
            <a:lnSpc>
              <a:spcPct val="90000"/>
            </a:lnSpc>
            <a:spcBef>
              <a:spcPct val="0"/>
            </a:spcBef>
            <a:spcAft>
              <a:spcPct val="15000"/>
            </a:spcAft>
            <a:buChar char="•"/>
          </a:pPr>
          <a:r>
            <a:rPr lang="en-US" sz="3400" b="0" i="0" kern="1200" dirty="0"/>
            <a:t>An enzyme biosensor is </a:t>
          </a:r>
          <a:r>
            <a:rPr lang="en-US" sz="3400" b="1" i="0" kern="1200" dirty="0"/>
            <a:t>an analytical device that combines an enzyme with a transducer to produce a signal proportional to target analyte concentration</a:t>
          </a:r>
          <a:r>
            <a:rPr lang="en-US" sz="3400" b="0" i="0" kern="1200" dirty="0"/>
            <a:t>.</a:t>
          </a:r>
          <a:endParaRPr lang="en-IN" sz="3400" kern="1200" dirty="0"/>
        </a:p>
        <a:p>
          <a:pPr marL="285750" lvl="1" indent="-285750" algn="just" defTabSz="1511300">
            <a:lnSpc>
              <a:spcPct val="90000"/>
            </a:lnSpc>
            <a:spcBef>
              <a:spcPct val="0"/>
            </a:spcBef>
            <a:spcAft>
              <a:spcPct val="15000"/>
            </a:spcAft>
            <a:buChar char="•"/>
          </a:pPr>
          <a:r>
            <a:rPr lang="en-US" sz="3400" b="0" i="0" kern="1200" dirty="0"/>
            <a:t>Because of their specificity and catalytic properties, enzymes have found widespread use as sensing elements in biosensors.</a:t>
          </a:r>
          <a:endParaRPr lang="en-IN" sz="3400" kern="1200" dirty="0"/>
        </a:p>
      </dsp:txBody>
      <dsp:txXfrm>
        <a:off x="0" y="1119782"/>
        <a:ext cx="11140440" cy="326655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96BC98-D299-43F0-A9A1-878841FDE3E3}">
      <dsp:nvSpPr>
        <dsp:cNvPr id="0" name=""/>
        <dsp:cNvSpPr/>
      </dsp:nvSpPr>
      <dsp:spPr>
        <a:xfrm>
          <a:off x="0" y="307624"/>
          <a:ext cx="10833396" cy="864000"/>
        </a:xfrm>
        <a:prstGeom prst="rect">
          <a:avLst/>
        </a:prstGeom>
        <a:no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IN" sz="3200" b="1" i="0" kern="1200" dirty="0">
              <a:solidFill>
                <a:schemeClr val="tx1"/>
              </a:solidFill>
              <a:highlight>
                <a:srgbClr val="FFFF00"/>
              </a:highlight>
            </a:rPr>
            <a:t>Glucose Sensors</a:t>
          </a:r>
          <a:endParaRPr lang="en-IN" sz="3200" kern="1200" dirty="0">
            <a:solidFill>
              <a:schemeClr val="tx1"/>
            </a:solidFill>
            <a:highlight>
              <a:srgbClr val="FFFF00"/>
            </a:highlight>
          </a:endParaRPr>
        </a:p>
      </dsp:txBody>
      <dsp:txXfrm>
        <a:off x="0" y="307624"/>
        <a:ext cx="10833396" cy="864000"/>
      </dsp:txXfrm>
    </dsp:sp>
    <dsp:sp modelId="{31D566D0-E83C-4EC0-AA8A-72B2C15F01F1}">
      <dsp:nvSpPr>
        <dsp:cNvPr id="0" name=""/>
        <dsp:cNvSpPr/>
      </dsp:nvSpPr>
      <dsp:spPr>
        <a:xfrm>
          <a:off x="0" y="1171624"/>
          <a:ext cx="10833396" cy="5105700"/>
        </a:xfrm>
        <a:prstGeom prst="rect">
          <a:avLst/>
        </a:prstGeom>
        <a:no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213360" bIns="240030" numCol="1" spcCol="1270" anchor="t" anchorCtr="0">
          <a:noAutofit/>
        </a:bodyPr>
        <a:lstStyle/>
        <a:p>
          <a:pPr marL="285750" lvl="1" indent="-285750" algn="just" defTabSz="1333500">
            <a:lnSpc>
              <a:spcPct val="90000"/>
            </a:lnSpc>
            <a:spcBef>
              <a:spcPct val="0"/>
            </a:spcBef>
            <a:spcAft>
              <a:spcPct val="15000"/>
            </a:spcAft>
            <a:buChar char="•"/>
          </a:pPr>
          <a:r>
            <a:rPr lang="en-US" sz="3000" b="0" i="0" kern="1200" dirty="0"/>
            <a:t>Designed to </a:t>
          </a:r>
          <a:r>
            <a:rPr lang="en-US" sz="3000" b="1" i="0" kern="1200" dirty="0"/>
            <a:t>detect glucose levels</a:t>
          </a:r>
          <a:r>
            <a:rPr lang="en-US" sz="3000" b="0" i="0" kern="1200" dirty="0"/>
            <a:t>, which is vital to </a:t>
          </a:r>
          <a:r>
            <a:rPr lang="en-US" sz="3000" b="1" i="0" kern="1200" dirty="0"/>
            <a:t>managing diabetes</a:t>
          </a:r>
          <a:r>
            <a:rPr lang="en-US" sz="3000" b="0" i="0" kern="1200" dirty="0"/>
            <a:t>. </a:t>
          </a:r>
          <a:endParaRPr lang="en-IN" sz="3000" kern="1200" dirty="0"/>
        </a:p>
        <a:p>
          <a:pPr marL="285750" lvl="1" indent="-285750" algn="just" defTabSz="1333500">
            <a:lnSpc>
              <a:spcPct val="90000"/>
            </a:lnSpc>
            <a:spcBef>
              <a:spcPct val="0"/>
            </a:spcBef>
            <a:spcAft>
              <a:spcPct val="15000"/>
            </a:spcAft>
            <a:buChar char="•"/>
          </a:pPr>
          <a:r>
            <a:rPr lang="en-US" sz="3000" b="0" i="0" kern="1200" dirty="0"/>
            <a:t>Whether in the form of a </a:t>
          </a:r>
          <a:r>
            <a:rPr lang="en-US" sz="3000" b="1" i="0" kern="1200" dirty="0"/>
            <a:t>test strip of blood glucose meter </a:t>
          </a:r>
          <a:r>
            <a:rPr lang="en-US" sz="3000" b="0" i="0" kern="1200" dirty="0"/>
            <a:t>or a </a:t>
          </a:r>
          <a:r>
            <a:rPr lang="en-US" sz="3000" b="1" i="0" kern="1200" dirty="0"/>
            <a:t>sensor</a:t>
          </a:r>
          <a:r>
            <a:rPr lang="en-US" sz="3000" b="0" i="0" kern="1200" dirty="0"/>
            <a:t> for a </a:t>
          </a:r>
          <a:r>
            <a:rPr lang="en-US" sz="3000" b="1" i="0" kern="1200" dirty="0"/>
            <a:t>continuous glucose monitor</a:t>
          </a:r>
          <a:r>
            <a:rPr lang="en-US" sz="3000" b="0" i="0" kern="1200" dirty="0"/>
            <a:t>, the </a:t>
          </a:r>
          <a:r>
            <a:rPr lang="en-US" sz="3000" b="1" i="0" kern="1200" dirty="0"/>
            <a:t>detection and measurement of glucose levels </a:t>
          </a:r>
          <a:r>
            <a:rPr lang="en-US" sz="3000" b="0" i="0" kern="1200" dirty="0"/>
            <a:t>are similar processes.</a:t>
          </a:r>
          <a:endParaRPr lang="en-IN" sz="3000" kern="1200" dirty="0"/>
        </a:p>
        <a:p>
          <a:pPr marL="285750" lvl="1" indent="-285750" algn="just" defTabSz="1333500">
            <a:lnSpc>
              <a:spcPct val="90000"/>
            </a:lnSpc>
            <a:spcBef>
              <a:spcPct val="0"/>
            </a:spcBef>
            <a:spcAft>
              <a:spcPct val="15000"/>
            </a:spcAft>
            <a:buChar char="•"/>
          </a:pPr>
          <a:r>
            <a:rPr lang="en-US" sz="3000" b="0" i="0" kern="1200" dirty="0"/>
            <a:t>For a glucose biosensor, the following components are used:</a:t>
          </a:r>
          <a:endParaRPr lang="en-IN" sz="3000" kern="1200" dirty="0"/>
        </a:p>
        <a:p>
          <a:pPr marL="571500" lvl="2" indent="-285750" algn="just" defTabSz="1333500">
            <a:lnSpc>
              <a:spcPct val="90000"/>
            </a:lnSpc>
            <a:spcBef>
              <a:spcPct val="0"/>
            </a:spcBef>
            <a:spcAft>
              <a:spcPct val="15000"/>
            </a:spcAft>
            <a:buChar char="•"/>
          </a:pPr>
          <a:r>
            <a:rPr lang="en-IN" sz="3000" b="1" i="0" kern="1200" dirty="0"/>
            <a:t>Analyte: </a:t>
          </a:r>
          <a:r>
            <a:rPr lang="en-US" sz="3000" b="0" i="0" kern="1200" cap="all" baseline="0" dirty="0"/>
            <a:t>g</a:t>
          </a:r>
          <a:r>
            <a:rPr lang="en-US" sz="3000" b="0" i="0" kern="1200" dirty="0"/>
            <a:t>lucose is the analyte that the biosensor is designed to detect.</a:t>
          </a:r>
          <a:endParaRPr lang="en-IN" sz="3000" kern="1200" dirty="0"/>
        </a:p>
        <a:p>
          <a:pPr marL="571500" lvl="2" indent="-285750" algn="just" defTabSz="1333500">
            <a:lnSpc>
              <a:spcPct val="90000"/>
            </a:lnSpc>
            <a:spcBef>
              <a:spcPct val="0"/>
            </a:spcBef>
            <a:spcAft>
              <a:spcPct val="15000"/>
            </a:spcAft>
            <a:buChar char="•"/>
          </a:pPr>
          <a:r>
            <a:rPr lang="en-IN" sz="3000" b="1" i="0" kern="1200" dirty="0"/>
            <a:t>Bioreceptor: </a:t>
          </a:r>
          <a:r>
            <a:rPr lang="en-US" sz="3000" b="0" i="0" kern="1200" dirty="0"/>
            <a:t>The test strip for a blood glucose test contains the enzyme that interacts with the analyte in the drop of blood.</a:t>
          </a:r>
          <a:endParaRPr lang="en-IN" sz="3000" kern="1200" dirty="0"/>
        </a:p>
      </dsp:txBody>
      <dsp:txXfrm>
        <a:off x="0" y="1171624"/>
        <a:ext cx="10833396" cy="51057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F31DE8-08E1-4A51-B0D2-8602B9D11FA0}">
      <dsp:nvSpPr>
        <dsp:cNvPr id="0" name=""/>
        <dsp:cNvSpPr/>
      </dsp:nvSpPr>
      <dsp:spPr>
        <a:xfrm>
          <a:off x="0" y="811581"/>
          <a:ext cx="4437395" cy="1774958"/>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just" defTabSz="1066800">
            <a:lnSpc>
              <a:spcPct val="90000"/>
            </a:lnSpc>
            <a:spcBef>
              <a:spcPct val="0"/>
            </a:spcBef>
            <a:spcAft>
              <a:spcPct val="35000"/>
            </a:spcAft>
            <a:buNone/>
          </a:pPr>
          <a:endParaRPr lang="en-IN" sz="2400" kern="1200" dirty="0"/>
        </a:p>
      </dsp:txBody>
      <dsp:txXfrm>
        <a:off x="0" y="811581"/>
        <a:ext cx="4437395" cy="1774958"/>
      </dsp:txXfrm>
    </dsp:sp>
    <dsp:sp modelId="{033FDCF6-65EC-4FB6-8465-252225B74ED0}">
      <dsp:nvSpPr>
        <dsp:cNvPr id="0" name=""/>
        <dsp:cNvSpPr/>
      </dsp:nvSpPr>
      <dsp:spPr>
        <a:xfrm>
          <a:off x="0" y="2586539"/>
          <a:ext cx="4437395" cy="285480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just" defTabSz="1066800">
            <a:lnSpc>
              <a:spcPct val="90000"/>
            </a:lnSpc>
            <a:spcBef>
              <a:spcPct val="0"/>
            </a:spcBef>
            <a:spcAft>
              <a:spcPct val="15000"/>
            </a:spcAft>
            <a:buChar char="•"/>
          </a:pPr>
          <a:r>
            <a:rPr lang="en-US" sz="2400" kern="1200" dirty="0"/>
            <a:t>Glucose reacts with glucose oxidase to form gluconic acid. </a:t>
          </a:r>
          <a:endParaRPr lang="en-IN" sz="2400" kern="1200" dirty="0"/>
        </a:p>
        <a:p>
          <a:pPr marL="228600" lvl="1" indent="-228600" algn="just" defTabSz="1066800">
            <a:lnSpc>
              <a:spcPct val="90000"/>
            </a:lnSpc>
            <a:spcBef>
              <a:spcPct val="0"/>
            </a:spcBef>
            <a:spcAft>
              <a:spcPct val="15000"/>
            </a:spcAft>
            <a:buChar char="•"/>
          </a:pPr>
          <a:endParaRPr lang="en-IN" sz="2400" kern="1200" dirty="0"/>
        </a:p>
        <a:p>
          <a:pPr marL="228600" lvl="1" indent="-228600" algn="just" defTabSz="1066800">
            <a:lnSpc>
              <a:spcPct val="90000"/>
            </a:lnSpc>
            <a:spcBef>
              <a:spcPct val="0"/>
            </a:spcBef>
            <a:spcAft>
              <a:spcPct val="15000"/>
            </a:spcAft>
            <a:buChar char="•"/>
          </a:pPr>
          <a:endParaRPr lang="en-IN" sz="2400" kern="1200" dirty="0"/>
        </a:p>
        <a:p>
          <a:pPr marL="228600" lvl="1" indent="-228600" algn="just" defTabSz="1066800">
            <a:lnSpc>
              <a:spcPct val="90000"/>
            </a:lnSpc>
            <a:spcBef>
              <a:spcPct val="0"/>
            </a:spcBef>
            <a:spcAft>
              <a:spcPct val="15000"/>
            </a:spcAft>
            <a:buChar char="•"/>
          </a:pPr>
          <a:r>
            <a:rPr lang="en-US" sz="2400" kern="1200" dirty="0"/>
            <a:t>Higher the glucose content, the higher gluconic acid------more reading or value. </a:t>
          </a:r>
        </a:p>
      </dsp:txBody>
      <dsp:txXfrm>
        <a:off x="0" y="2586539"/>
        <a:ext cx="4437395" cy="28548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8F3447-2B19-4216-8E94-8D1AE3456483}">
      <dsp:nvSpPr>
        <dsp:cNvPr id="0" name=""/>
        <dsp:cNvSpPr/>
      </dsp:nvSpPr>
      <dsp:spPr>
        <a:xfrm>
          <a:off x="0" y="938161"/>
          <a:ext cx="10801498" cy="18720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162560" rIns="284480" bIns="162560" numCol="1" spcCol="1270" anchor="ctr" anchorCtr="0">
          <a:noAutofit/>
        </a:bodyPr>
        <a:lstStyle/>
        <a:p>
          <a:pPr marL="0" lvl="0" indent="0" algn="ctr" defTabSz="1778000">
            <a:lnSpc>
              <a:spcPct val="90000"/>
            </a:lnSpc>
            <a:spcBef>
              <a:spcPct val="0"/>
            </a:spcBef>
            <a:spcAft>
              <a:spcPct val="35000"/>
            </a:spcAft>
            <a:buNone/>
          </a:pPr>
          <a:r>
            <a:rPr lang="en-US" sz="4000" b="1" i="0" kern="1200" dirty="0">
              <a:solidFill>
                <a:schemeClr val="tx1"/>
              </a:solidFill>
              <a:highlight>
                <a:srgbClr val="FFFF00"/>
              </a:highlight>
              <a:latin typeface="+mj-lt"/>
            </a:rPr>
            <a:t>Immunosensors</a:t>
          </a:r>
          <a:endParaRPr lang="en-IN" sz="4000" b="1" kern="1200" dirty="0">
            <a:solidFill>
              <a:schemeClr val="tx1"/>
            </a:solidFill>
            <a:highlight>
              <a:srgbClr val="FFFF00"/>
            </a:highlight>
            <a:latin typeface="+mj-lt"/>
          </a:endParaRPr>
        </a:p>
      </dsp:txBody>
      <dsp:txXfrm>
        <a:off x="0" y="938161"/>
        <a:ext cx="10801498" cy="1872000"/>
      </dsp:txXfrm>
    </dsp:sp>
    <dsp:sp modelId="{0B099DA2-B62F-4F8E-8005-693C6BC06ADE}">
      <dsp:nvSpPr>
        <dsp:cNvPr id="0" name=""/>
        <dsp:cNvSpPr/>
      </dsp:nvSpPr>
      <dsp:spPr>
        <a:xfrm>
          <a:off x="0" y="2816202"/>
          <a:ext cx="10801498" cy="2830585"/>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just" defTabSz="1155700">
            <a:lnSpc>
              <a:spcPct val="90000"/>
            </a:lnSpc>
            <a:spcBef>
              <a:spcPct val="0"/>
            </a:spcBef>
            <a:spcAft>
              <a:spcPts val="600"/>
            </a:spcAft>
            <a:buChar char="•"/>
          </a:pPr>
          <a:r>
            <a:rPr lang="en-US" sz="2600" b="0" i="0" kern="1200" dirty="0">
              <a:latin typeface="+mn-lt"/>
            </a:rPr>
            <a:t>Immunosensors are </a:t>
          </a:r>
          <a:r>
            <a:rPr lang="en-US" sz="2600" b="1" i="0" kern="1200" dirty="0">
              <a:latin typeface="+mn-lt"/>
            </a:rPr>
            <a:t>affinity ligand-based biosensing devices </a:t>
          </a:r>
          <a:r>
            <a:rPr lang="en-US" sz="2600" b="0" i="0" kern="1200" dirty="0">
              <a:latin typeface="+mn-lt"/>
            </a:rPr>
            <a:t>that involve the coupling of immunochemical reactions to appropriate transducers. </a:t>
          </a:r>
          <a:endParaRPr lang="en-IN" sz="2600" kern="1200" dirty="0">
            <a:latin typeface="+mn-lt"/>
          </a:endParaRPr>
        </a:p>
        <a:p>
          <a:pPr marL="228600" lvl="1" indent="-228600" algn="just" defTabSz="1155700">
            <a:lnSpc>
              <a:spcPct val="90000"/>
            </a:lnSpc>
            <a:spcBef>
              <a:spcPct val="0"/>
            </a:spcBef>
            <a:spcAft>
              <a:spcPts val="600"/>
            </a:spcAft>
            <a:buChar char="•"/>
          </a:pPr>
          <a:r>
            <a:rPr lang="en-US" sz="2600" b="1" i="0" kern="1200" dirty="0">
              <a:latin typeface="+mn-lt"/>
            </a:rPr>
            <a:t>Immunosensors</a:t>
          </a:r>
          <a:r>
            <a:rPr lang="en-US" sz="2600" b="0" i="0" kern="1200" dirty="0">
              <a:latin typeface="+mn-lt"/>
            </a:rPr>
            <a:t> </a:t>
          </a:r>
          <a:r>
            <a:rPr lang="en-US" sz="2600" b="1" i="0" kern="1200" dirty="0">
              <a:latin typeface="+mn-lt"/>
            </a:rPr>
            <a:t>use antibodies as the recognition element </a:t>
          </a:r>
          <a:r>
            <a:rPr lang="en-US" sz="2600" b="0" i="0" kern="1200" dirty="0">
              <a:latin typeface="+mn-lt"/>
            </a:rPr>
            <a:t>and a </a:t>
          </a:r>
          <a:r>
            <a:rPr lang="en-US" sz="2600" b="1" i="0" kern="1200" dirty="0">
              <a:latin typeface="+mn-lt"/>
            </a:rPr>
            <a:t>transducer</a:t>
          </a:r>
          <a:r>
            <a:rPr lang="en-US" sz="2600" b="0" i="0" kern="1200" dirty="0">
              <a:latin typeface="+mn-lt"/>
            </a:rPr>
            <a:t> that </a:t>
          </a:r>
          <a:r>
            <a:rPr lang="en-US" sz="2600" b="1" i="0" kern="1200" dirty="0">
              <a:latin typeface="+mn-lt"/>
            </a:rPr>
            <a:t>converts the antibody–antigen binding </a:t>
          </a:r>
          <a:r>
            <a:rPr lang="en-US" sz="2600" b="0" i="0" kern="1200" dirty="0">
              <a:latin typeface="+mn-lt"/>
            </a:rPr>
            <a:t>event to a </a:t>
          </a:r>
          <a:r>
            <a:rPr lang="en-US" sz="2600" b="1" i="0" kern="1200" dirty="0">
              <a:latin typeface="+mn-lt"/>
            </a:rPr>
            <a:t>measurable physical signal</a:t>
          </a:r>
          <a:r>
            <a:rPr lang="en-US" sz="2600" b="0" i="0" kern="1200" dirty="0">
              <a:latin typeface="+mn-lt"/>
            </a:rPr>
            <a:t>. </a:t>
          </a:r>
          <a:endParaRPr lang="en-IN" sz="2600" kern="1200" dirty="0">
            <a:latin typeface="+mn-lt"/>
          </a:endParaRPr>
        </a:p>
      </dsp:txBody>
      <dsp:txXfrm>
        <a:off x="0" y="2816202"/>
        <a:ext cx="10801498" cy="283058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4E4932-40BF-4751-B0F9-DE8106DF304C}">
      <dsp:nvSpPr>
        <dsp:cNvPr id="0" name=""/>
        <dsp:cNvSpPr/>
      </dsp:nvSpPr>
      <dsp:spPr>
        <a:xfrm>
          <a:off x="366721" y="5496781"/>
          <a:ext cx="4630058" cy="0"/>
        </a:xfrm>
        <a:prstGeom prst="line">
          <a:avLst/>
        </a:pr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D765E73-12EC-416F-B294-B236ED757515}">
      <dsp:nvSpPr>
        <dsp:cNvPr id="0" name=""/>
        <dsp:cNvSpPr/>
      </dsp:nvSpPr>
      <dsp:spPr>
        <a:xfrm>
          <a:off x="366721" y="3686126"/>
          <a:ext cx="4630058" cy="0"/>
        </a:xfrm>
        <a:prstGeom prst="line">
          <a:avLst/>
        </a:pr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EBFD83E-7E0E-4F84-AF87-5B13956F4872}">
      <dsp:nvSpPr>
        <dsp:cNvPr id="0" name=""/>
        <dsp:cNvSpPr/>
      </dsp:nvSpPr>
      <dsp:spPr>
        <a:xfrm>
          <a:off x="366721" y="1741764"/>
          <a:ext cx="4630058" cy="0"/>
        </a:xfrm>
        <a:prstGeom prst="line">
          <a:avLst/>
        </a:pr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7142BB-17A0-4945-B077-128F5539F2B3}">
      <dsp:nvSpPr>
        <dsp:cNvPr id="0" name=""/>
        <dsp:cNvSpPr/>
      </dsp:nvSpPr>
      <dsp:spPr>
        <a:xfrm>
          <a:off x="366721" y="548296"/>
          <a:ext cx="4630058" cy="0"/>
        </a:xfrm>
        <a:prstGeom prst="line">
          <a:avLst/>
        </a:pr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2A9B85D-7DE2-416D-8259-5A4C42101CDE}">
      <dsp:nvSpPr>
        <dsp:cNvPr id="0" name=""/>
        <dsp:cNvSpPr/>
      </dsp:nvSpPr>
      <dsp:spPr>
        <a:xfrm>
          <a:off x="2743390" y="5957"/>
          <a:ext cx="1201480" cy="542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1" kern="1200" dirty="0"/>
            <a:t>Antigen</a:t>
          </a:r>
          <a:endParaRPr lang="en-IN" sz="1800" b="1" kern="1200" dirty="0"/>
        </a:p>
      </dsp:txBody>
      <dsp:txXfrm>
        <a:off x="2743390" y="5957"/>
        <a:ext cx="1201480" cy="542339"/>
      </dsp:txXfrm>
    </dsp:sp>
    <dsp:sp modelId="{28583718-3C1B-432A-9257-40E32E828062}">
      <dsp:nvSpPr>
        <dsp:cNvPr id="0" name=""/>
        <dsp:cNvSpPr/>
      </dsp:nvSpPr>
      <dsp:spPr>
        <a:xfrm>
          <a:off x="13864" y="0"/>
          <a:ext cx="2670699" cy="542339"/>
        </a:xfrm>
        <a:prstGeom prst="round2SameRect">
          <a:avLst>
            <a:gd name="adj1" fmla="val 16670"/>
            <a:gd name="adj2" fmla="val 0"/>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i="0" kern="1200" dirty="0"/>
            <a:t>Analyte:</a:t>
          </a:r>
          <a:endParaRPr lang="en-IN" sz="1800" kern="1200" dirty="0"/>
        </a:p>
      </dsp:txBody>
      <dsp:txXfrm>
        <a:off x="40344" y="26480"/>
        <a:ext cx="2617739" cy="515859"/>
      </dsp:txXfrm>
    </dsp:sp>
    <dsp:sp modelId="{AD7710A1-385E-4CC6-8E2A-54AA37B15CFC}">
      <dsp:nvSpPr>
        <dsp:cNvPr id="0" name=""/>
        <dsp:cNvSpPr/>
      </dsp:nvSpPr>
      <dsp:spPr>
        <a:xfrm>
          <a:off x="0" y="548296"/>
          <a:ext cx="4630058" cy="6240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171450" lvl="1" indent="-171450" algn="just" defTabSz="800100">
            <a:lnSpc>
              <a:spcPct val="90000"/>
            </a:lnSpc>
            <a:spcBef>
              <a:spcPct val="0"/>
            </a:spcBef>
            <a:spcAft>
              <a:spcPct val="15000"/>
            </a:spcAft>
            <a:buChar char="•"/>
          </a:pPr>
          <a:r>
            <a:rPr lang="en-US" sz="1800" kern="1200" dirty="0"/>
            <a:t>Antigen is a substrate that stimulates the immune system to produce antibodies.</a:t>
          </a:r>
          <a:endParaRPr lang="en-IN" sz="1800" kern="1200" dirty="0"/>
        </a:p>
      </dsp:txBody>
      <dsp:txXfrm>
        <a:off x="0" y="548296"/>
        <a:ext cx="4630058" cy="624011"/>
      </dsp:txXfrm>
    </dsp:sp>
    <dsp:sp modelId="{AE07CAAB-FD33-48E9-B125-2228EA8107A8}">
      <dsp:nvSpPr>
        <dsp:cNvPr id="0" name=""/>
        <dsp:cNvSpPr/>
      </dsp:nvSpPr>
      <dsp:spPr>
        <a:xfrm>
          <a:off x="2741214" y="1199425"/>
          <a:ext cx="1869495" cy="542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1" kern="1200" dirty="0"/>
            <a:t>Antibody</a:t>
          </a:r>
          <a:endParaRPr lang="en-IN" sz="1800" b="1" kern="1200" dirty="0"/>
        </a:p>
      </dsp:txBody>
      <dsp:txXfrm>
        <a:off x="2741214" y="1199425"/>
        <a:ext cx="1869495" cy="542339"/>
      </dsp:txXfrm>
    </dsp:sp>
    <dsp:sp modelId="{D182147C-B7A1-47A9-9566-261DA6352D87}">
      <dsp:nvSpPr>
        <dsp:cNvPr id="0" name=""/>
        <dsp:cNvSpPr/>
      </dsp:nvSpPr>
      <dsp:spPr>
        <a:xfrm>
          <a:off x="25325" y="1199088"/>
          <a:ext cx="2670699" cy="542339"/>
        </a:xfrm>
        <a:prstGeom prst="round2SameRect">
          <a:avLst>
            <a:gd name="adj1" fmla="val 16670"/>
            <a:gd name="adj2" fmla="val 0"/>
          </a:avLst>
        </a:prstGeom>
        <a:solidFill>
          <a:schemeClr val="accent2">
            <a:hueOff val="-482067"/>
            <a:satOff val="-3308"/>
            <a:lumOff val="1699"/>
            <a:alphaOff val="0"/>
          </a:schemeClr>
        </a:solidFill>
        <a:ln w="12700" cap="flat" cmpd="sng" algn="ctr">
          <a:solidFill>
            <a:schemeClr val="accent2">
              <a:hueOff val="-482067"/>
              <a:satOff val="-3308"/>
              <a:lumOff val="169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i="0" kern="1200" dirty="0"/>
            <a:t>Bioreceptor:</a:t>
          </a:r>
          <a:endParaRPr lang="en-IN" sz="1800" kern="1200" dirty="0"/>
        </a:p>
      </dsp:txBody>
      <dsp:txXfrm>
        <a:off x="51805" y="1225568"/>
        <a:ext cx="2617739" cy="515859"/>
      </dsp:txXfrm>
    </dsp:sp>
    <dsp:sp modelId="{FD7D3DD9-F3C5-40D2-831C-7B0FF638AD7B}">
      <dsp:nvSpPr>
        <dsp:cNvPr id="0" name=""/>
        <dsp:cNvSpPr/>
      </dsp:nvSpPr>
      <dsp:spPr>
        <a:xfrm>
          <a:off x="0" y="1763660"/>
          <a:ext cx="4630058" cy="13749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171450" lvl="1" indent="-171450" algn="just" defTabSz="800100">
            <a:lnSpc>
              <a:spcPct val="90000"/>
            </a:lnSpc>
            <a:spcBef>
              <a:spcPct val="0"/>
            </a:spcBef>
            <a:spcAft>
              <a:spcPct val="15000"/>
            </a:spcAft>
            <a:buChar char="•"/>
          </a:pPr>
          <a:r>
            <a:rPr lang="en-US" sz="1800" b="0" i="0" kern="1200" dirty="0"/>
            <a:t>Antibodies are Y- shaped </a:t>
          </a:r>
          <a:r>
            <a:rPr lang="en-US" sz="1800" b="1" i="0" kern="1200" dirty="0"/>
            <a:t>proteins formed in response to any foreign substance</a:t>
          </a:r>
          <a:r>
            <a:rPr lang="en-US" sz="1800" b="0" i="0" kern="1200" dirty="0"/>
            <a:t> known as an antigen</a:t>
          </a:r>
          <a:endParaRPr lang="en-IN" sz="1800" kern="1200" dirty="0"/>
        </a:p>
      </dsp:txBody>
      <dsp:txXfrm>
        <a:off x="0" y="1763660"/>
        <a:ext cx="4630058" cy="1374905"/>
      </dsp:txXfrm>
    </dsp:sp>
    <dsp:sp modelId="{EB03B56B-AA31-480A-B2E2-513FB57FBCA9}">
      <dsp:nvSpPr>
        <dsp:cNvPr id="0" name=""/>
        <dsp:cNvSpPr/>
      </dsp:nvSpPr>
      <dsp:spPr>
        <a:xfrm>
          <a:off x="1570536" y="3143787"/>
          <a:ext cx="3426242" cy="542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endParaRPr lang="en-IN" sz="1800" kern="1200" dirty="0"/>
        </a:p>
      </dsp:txBody>
      <dsp:txXfrm>
        <a:off x="1570536" y="3143787"/>
        <a:ext cx="3426242" cy="542339"/>
      </dsp:txXfrm>
    </dsp:sp>
    <dsp:sp modelId="{E28BEB3C-20D0-4720-921A-CE7C616794FF}">
      <dsp:nvSpPr>
        <dsp:cNvPr id="0" name=""/>
        <dsp:cNvSpPr/>
      </dsp:nvSpPr>
      <dsp:spPr>
        <a:xfrm>
          <a:off x="13864" y="3190233"/>
          <a:ext cx="2670699" cy="542339"/>
        </a:xfrm>
        <a:prstGeom prst="round2SameRect">
          <a:avLst>
            <a:gd name="adj1" fmla="val 16670"/>
            <a:gd name="adj2" fmla="val 0"/>
          </a:avLst>
        </a:prstGeom>
        <a:solidFill>
          <a:schemeClr val="accent2">
            <a:hueOff val="-964133"/>
            <a:satOff val="-6616"/>
            <a:lumOff val="3399"/>
            <a:alphaOff val="0"/>
          </a:schemeClr>
        </a:solidFill>
        <a:ln w="12700" cap="flat" cmpd="sng" algn="ctr">
          <a:solidFill>
            <a:schemeClr val="accent2">
              <a:hueOff val="-964133"/>
              <a:satOff val="-6616"/>
              <a:lumOff val="339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i="0" kern="1200" dirty="0"/>
            <a:t>Transducer:</a:t>
          </a:r>
          <a:endParaRPr lang="en-IN" sz="1800" kern="1200" dirty="0"/>
        </a:p>
      </dsp:txBody>
      <dsp:txXfrm>
        <a:off x="40344" y="3216713"/>
        <a:ext cx="2617739" cy="515859"/>
      </dsp:txXfrm>
    </dsp:sp>
    <dsp:sp modelId="{75B41230-6A42-40F0-AB0E-323849952414}">
      <dsp:nvSpPr>
        <dsp:cNvPr id="0" name=""/>
        <dsp:cNvSpPr/>
      </dsp:nvSpPr>
      <dsp:spPr>
        <a:xfrm>
          <a:off x="0" y="3751809"/>
          <a:ext cx="4630058" cy="12411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171450" lvl="1" indent="-171450" algn="just" defTabSz="800100">
            <a:lnSpc>
              <a:spcPct val="90000"/>
            </a:lnSpc>
            <a:spcBef>
              <a:spcPct val="0"/>
            </a:spcBef>
            <a:spcAft>
              <a:spcPct val="15000"/>
            </a:spcAft>
            <a:buChar char="•"/>
          </a:pPr>
          <a:r>
            <a:rPr lang="en-US" sz="1800" kern="1200" dirty="0"/>
            <a:t>Electrochemical, </a:t>
          </a:r>
          <a:r>
            <a:rPr lang="en-US" sz="1800" b="0" i="0" kern="1200" dirty="0">
              <a:latin typeface="+mn-lt"/>
            </a:rPr>
            <a:t>optical and thermometric</a:t>
          </a:r>
          <a:endParaRPr lang="en-IN" sz="1800" kern="1200" dirty="0"/>
        </a:p>
        <a:p>
          <a:pPr marL="171450" lvl="1" indent="-171450" algn="just" defTabSz="800100">
            <a:lnSpc>
              <a:spcPct val="90000"/>
            </a:lnSpc>
            <a:spcBef>
              <a:spcPct val="0"/>
            </a:spcBef>
            <a:spcAft>
              <a:spcPct val="15000"/>
            </a:spcAft>
            <a:buChar char="•"/>
          </a:pPr>
          <a:r>
            <a:rPr lang="en-IN" sz="1800" kern="1200" dirty="0"/>
            <a:t>Convert signal </a:t>
          </a:r>
        </a:p>
      </dsp:txBody>
      <dsp:txXfrm>
        <a:off x="0" y="3751809"/>
        <a:ext cx="4630058" cy="1241199"/>
      </dsp:txXfrm>
    </dsp:sp>
    <dsp:sp modelId="{7A4BBB6F-7BE2-49DB-8216-8C05C5F178FE}">
      <dsp:nvSpPr>
        <dsp:cNvPr id="0" name=""/>
        <dsp:cNvSpPr/>
      </dsp:nvSpPr>
      <dsp:spPr>
        <a:xfrm>
          <a:off x="1570536" y="4954442"/>
          <a:ext cx="3426242" cy="542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endParaRPr lang="en-IN" sz="1800" kern="1200" dirty="0"/>
        </a:p>
      </dsp:txBody>
      <dsp:txXfrm>
        <a:off x="1570536" y="4954442"/>
        <a:ext cx="3426242" cy="542339"/>
      </dsp:txXfrm>
    </dsp:sp>
    <dsp:sp modelId="{62B3C8F2-02E8-48A2-A030-E968E45099A8}">
      <dsp:nvSpPr>
        <dsp:cNvPr id="0" name=""/>
        <dsp:cNvSpPr/>
      </dsp:nvSpPr>
      <dsp:spPr>
        <a:xfrm>
          <a:off x="25337" y="4957349"/>
          <a:ext cx="2670699" cy="542339"/>
        </a:xfrm>
        <a:prstGeom prst="round2SameRect">
          <a:avLst>
            <a:gd name="adj1" fmla="val 16670"/>
            <a:gd name="adj2" fmla="val 0"/>
          </a:avLst>
        </a:prstGeom>
        <a:solidFill>
          <a:schemeClr val="accent2">
            <a:hueOff val="-1446200"/>
            <a:satOff val="-9924"/>
            <a:lumOff val="5098"/>
            <a:alphaOff val="0"/>
          </a:schemeClr>
        </a:solidFill>
        <a:ln w="12700" cap="flat" cmpd="sng" algn="ctr">
          <a:solidFill>
            <a:schemeClr val="accent2">
              <a:hueOff val="-1446200"/>
              <a:satOff val="-9924"/>
              <a:lumOff val="509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i="0" kern="1200" dirty="0"/>
            <a:t>Electronics and display:</a:t>
          </a:r>
          <a:r>
            <a:rPr lang="en-IN" sz="1800" b="0" i="0" kern="1200" dirty="0"/>
            <a:t> </a:t>
          </a:r>
          <a:endParaRPr lang="en-IN" sz="1800" kern="1200" dirty="0"/>
        </a:p>
      </dsp:txBody>
      <dsp:txXfrm>
        <a:off x="51817" y="4983829"/>
        <a:ext cx="2617739" cy="515859"/>
      </dsp:txXfrm>
    </dsp:sp>
    <dsp:sp modelId="{46C8E9B4-E578-4E1A-A51B-C2C9C534DF19}">
      <dsp:nvSpPr>
        <dsp:cNvPr id="0" name=""/>
        <dsp:cNvSpPr/>
      </dsp:nvSpPr>
      <dsp:spPr>
        <a:xfrm>
          <a:off x="0" y="5502739"/>
          <a:ext cx="4630058" cy="832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171450" lvl="1" indent="-171450" algn="just" defTabSz="800100">
            <a:lnSpc>
              <a:spcPct val="90000"/>
            </a:lnSpc>
            <a:spcBef>
              <a:spcPct val="0"/>
            </a:spcBef>
            <a:spcAft>
              <a:spcPct val="15000"/>
            </a:spcAft>
            <a:buChar char="•"/>
          </a:pPr>
          <a:r>
            <a:rPr lang="en-US" sz="1800" b="0" i="0" kern="1200" dirty="0"/>
            <a:t>The processed signals are then quantified and shown on display</a:t>
          </a:r>
          <a:endParaRPr lang="en-IN" sz="1800" kern="1200" dirty="0"/>
        </a:p>
      </dsp:txBody>
      <dsp:txXfrm>
        <a:off x="0" y="5502739"/>
        <a:ext cx="4630058" cy="83274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B2BBA-A0DF-4EC4-81C3-1168722FEE49}">
      <dsp:nvSpPr>
        <dsp:cNvPr id="0" name=""/>
        <dsp:cNvSpPr/>
      </dsp:nvSpPr>
      <dsp:spPr>
        <a:xfrm>
          <a:off x="0" y="150662"/>
          <a:ext cx="10723880" cy="8928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125984" rIns="220472" bIns="125984" numCol="1" spcCol="1270" anchor="ctr" anchorCtr="0">
          <a:noAutofit/>
        </a:bodyPr>
        <a:lstStyle/>
        <a:p>
          <a:pPr marL="0" lvl="0" indent="0" algn="ctr" defTabSz="1377950">
            <a:lnSpc>
              <a:spcPct val="90000"/>
            </a:lnSpc>
            <a:spcBef>
              <a:spcPct val="0"/>
            </a:spcBef>
            <a:spcAft>
              <a:spcPct val="35000"/>
            </a:spcAft>
            <a:buNone/>
          </a:pPr>
          <a:r>
            <a:rPr lang="en-IN" sz="3100" b="1" kern="1200" dirty="0">
              <a:solidFill>
                <a:schemeClr val="bg1"/>
              </a:solidFill>
              <a:effectLst>
                <a:outerShdw blurRad="38100" dist="38100" dir="2700000" algn="tl">
                  <a:srgbClr val="000000">
                    <a:alpha val="43137"/>
                  </a:srgbClr>
                </a:outerShdw>
              </a:effectLst>
              <a:highlight>
                <a:srgbClr val="FFFF00"/>
              </a:highlight>
            </a:rPr>
            <a:t>Common Applications of Biosensors</a:t>
          </a:r>
          <a:endParaRPr lang="en-IN" sz="3100" kern="1200" dirty="0">
            <a:solidFill>
              <a:schemeClr val="bg1"/>
            </a:solidFill>
            <a:highlight>
              <a:srgbClr val="FFFF00"/>
            </a:highlight>
          </a:endParaRPr>
        </a:p>
      </dsp:txBody>
      <dsp:txXfrm>
        <a:off x="0" y="150662"/>
        <a:ext cx="10723880" cy="892800"/>
      </dsp:txXfrm>
    </dsp:sp>
    <dsp:sp modelId="{3060D8F7-050F-4184-AF74-5C5C73025028}">
      <dsp:nvSpPr>
        <dsp:cNvPr id="0" name=""/>
        <dsp:cNvSpPr/>
      </dsp:nvSpPr>
      <dsp:spPr>
        <a:xfrm>
          <a:off x="0" y="1043462"/>
          <a:ext cx="10723880" cy="527589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354" tIns="165354" rIns="220472" bIns="248031" numCol="1" spcCol="1270" anchor="t" anchorCtr="0">
          <a:noAutofit/>
        </a:bodyPr>
        <a:lstStyle/>
        <a:p>
          <a:pPr marL="285750" lvl="1" indent="-285750" algn="just" defTabSz="1377950">
            <a:lnSpc>
              <a:spcPct val="90000"/>
            </a:lnSpc>
            <a:spcBef>
              <a:spcPct val="0"/>
            </a:spcBef>
            <a:spcAft>
              <a:spcPct val="15000"/>
            </a:spcAft>
            <a:buChar char="•"/>
          </a:pPr>
          <a:r>
            <a:rPr lang="en-US" sz="3100" kern="1200" dirty="0"/>
            <a:t>Biosensors are used in the </a:t>
          </a:r>
          <a:r>
            <a:rPr lang="en-US" sz="3100" b="1" kern="1200" dirty="0"/>
            <a:t>food industry to measure carbohydrates, alcohols and acids</a:t>
          </a:r>
          <a:r>
            <a:rPr lang="en-US" sz="3100" kern="1200" dirty="0"/>
            <a:t>, for example, during quality control processes. </a:t>
          </a:r>
          <a:endParaRPr lang="en-IN" sz="3100" kern="1200" dirty="0"/>
        </a:p>
        <a:p>
          <a:pPr marL="285750" lvl="1" indent="-285750" algn="just" defTabSz="1377950">
            <a:lnSpc>
              <a:spcPct val="90000"/>
            </a:lnSpc>
            <a:spcBef>
              <a:spcPct val="0"/>
            </a:spcBef>
            <a:spcAft>
              <a:spcPct val="15000"/>
            </a:spcAft>
            <a:buChar char="•"/>
          </a:pPr>
          <a:r>
            <a:rPr lang="en-US" sz="3100" kern="1200" dirty="0"/>
            <a:t>The devices may also be </a:t>
          </a:r>
          <a:r>
            <a:rPr lang="en-US" sz="3100" b="1" kern="1200" dirty="0"/>
            <a:t>used to check fermentation</a:t>
          </a:r>
          <a:r>
            <a:rPr lang="en-US" sz="3100" kern="1200" dirty="0"/>
            <a:t> during the production of beer, yoghurt and soft drinks. </a:t>
          </a:r>
        </a:p>
        <a:p>
          <a:pPr marL="285750" lvl="1" indent="-285750" algn="just" defTabSz="1377950">
            <a:lnSpc>
              <a:spcPct val="90000"/>
            </a:lnSpc>
            <a:spcBef>
              <a:spcPct val="0"/>
            </a:spcBef>
            <a:spcAft>
              <a:spcPct val="15000"/>
            </a:spcAft>
            <a:buChar char="•"/>
          </a:pPr>
          <a:r>
            <a:rPr lang="en-US" sz="3100" kern="1200" dirty="0"/>
            <a:t>Another important application is their use in </a:t>
          </a:r>
          <a:r>
            <a:rPr lang="en-US" sz="3100" b="1" kern="1200" dirty="0"/>
            <a:t>detecting pathogens</a:t>
          </a:r>
          <a:r>
            <a:rPr lang="en-US" sz="3100" kern="1200" dirty="0"/>
            <a:t> in fresh meat, poultry or fish.</a:t>
          </a:r>
        </a:p>
        <a:p>
          <a:pPr marL="285750" lvl="1" indent="-285750" algn="just" defTabSz="1377950">
            <a:lnSpc>
              <a:spcPct val="90000"/>
            </a:lnSpc>
            <a:spcBef>
              <a:spcPct val="0"/>
            </a:spcBef>
            <a:spcAft>
              <a:spcPct val="15000"/>
            </a:spcAft>
            <a:buChar char="•"/>
          </a:pPr>
          <a:r>
            <a:rPr lang="en-US" sz="3100" kern="1200" dirty="0"/>
            <a:t>Biosensors are used to </a:t>
          </a:r>
          <a:r>
            <a:rPr lang="en-US" sz="3100" b="1" kern="1200" dirty="0"/>
            <a:t>check the quality of air and water</a:t>
          </a:r>
          <a:r>
            <a:rPr lang="en-US" sz="3100" kern="1200" dirty="0"/>
            <a:t>. </a:t>
          </a:r>
        </a:p>
        <a:p>
          <a:pPr marL="285750" lvl="1" indent="-285750" algn="just" defTabSz="1377950">
            <a:lnSpc>
              <a:spcPct val="90000"/>
            </a:lnSpc>
            <a:spcBef>
              <a:spcPct val="0"/>
            </a:spcBef>
            <a:spcAft>
              <a:spcPct val="15000"/>
            </a:spcAft>
            <a:buChar char="•"/>
          </a:pPr>
          <a:r>
            <a:rPr lang="en-US" sz="3100" kern="1200" dirty="0"/>
            <a:t>The devices can be used to pick up traces of organophosphates from pesticides or to check the toxicity levels of wastewater</a:t>
          </a:r>
        </a:p>
      </dsp:txBody>
      <dsp:txXfrm>
        <a:off x="0" y="1043462"/>
        <a:ext cx="10723880" cy="527589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10/21/2023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10/21/2023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D5156"/>
                </a:solidFill>
                <a:effectLst/>
                <a:latin typeface="arial" panose="020B0604020202020204" pitchFamily="34" charset="0"/>
              </a:rPr>
              <a:t>The field-effect transistor is a type of transistor that uses an electric field to control the flow of current in a semiconductor. </a:t>
            </a:r>
          </a:p>
          <a:p>
            <a:r>
              <a:rPr lang="en-US" b="0" i="0" dirty="0">
                <a:solidFill>
                  <a:srgbClr val="4D5156"/>
                </a:solidFill>
                <a:effectLst/>
                <a:latin typeface="arial" panose="020B0604020202020204" pitchFamily="34" charset="0"/>
              </a:rPr>
              <a:t>FETs are devices with three terminals: source, gate, and drain.</a:t>
            </a:r>
            <a:endParaRPr lang="en-IN" dirty="0"/>
          </a:p>
        </p:txBody>
      </p:sp>
      <p:sp>
        <p:nvSpPr>
          <p:cNvPr id="4" name="Slide Number Placeholder 3"/>
          <p:cNvSpPr>
            <a:spLocks noGrp="1"/>
          </p:cNvSpPr>
          <p:nvPr>
            <p:ph type="sldNum" sz="quarter" idx="5"/>
          </p:nvPr>
        </p:nvSpPr>
        <p:spPr/>
        <p:txBody>
          <a:bodyPr/>
          <a:lstStyle/>
          <a:p>
            <a:fld id="{60732FBC-CC67-4B17-8935-02F23E3364AC}" type="slidenum">
              <a:rPr lang="en-US" smtClean="0"/>
              <a:pPr/>
              <a:t>16</a:t>
            </a:fld>
            <a:endParaRPr lang="en-US"/>
          </a:p>
        </p:txBody>
      </p:sp>
    </p:spTree>
    <p:extLst>
      <p:ext uri="{BB962C8B-B14F-4D97-AF65-F5344CB8AC3E}">
        <p14:creationId xmlns:p14="http://schemas.microsoft.com/office/powerpoint/2010/main" val="2843639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60732FBC-CC67-4B17-8935-02F23E3364AC}" type="slidenum">
              <a:rPr lang="en-US" smtClean="0"/>
              <a:pPr/>
              <a:t>33</a:t>
            </a:fld>
            <a:endParaRPr lang="en-US"/>
          </a:p>
        </p:txBody>
      </p:sp>
    </p:spTree>
    <p:extLst>
      <p:ext uri="{BB962C8B-B14F-4D97-AF65-F5344CB8AC3E}">
        <p14:creationId xmlns:p14="http://schemas.microsoft.com/office/powerpoint/2010/main" val="956549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60732FBC-CC67-4B17-8935-02F23E3364AC}" type="slidenum">
              <a:rPr lang="en-US" smtClean="0"/>
              <a:pPr/>
              <a:t>34</a:t>
            </a:fld>
            <a:endParaRPr lang="en-US"/>
          </a:p>
        </p:txBody>
      </p:sp>
    </p:spTree>
    <p:extLst>
      <p:ext uri="{BB962C8B-B14F-4D97-AF65-F5344CB8AC3E}">
        <p14:creationId xmlns:p14="http://schemas.microsoft.com/office/powerpoint/2010/main" val="580557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atin typeface="+mn-lt"/>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normAutofit/>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10/21/2023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images.app.goo.gl/5obqqxo93P2UBmdU6" TargetMode="External"/><Relationship Id="rId1" Type="http://schemas.openxmlformats.org/officeDocument/2006/relationships/slideLayout" Target="../slideLayouts/slideLayout6.xml"/><Relationship Id="rId4" Type="http://schemas.openxmlformats.org/officeDocument/2006/relationships/image" Target="../media/image9.jpg"/></Relationships>
</file>

<file path=ppt/slides/_rels/slide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7.png"/><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microsoft.com/office/2007/relationships/hdphoto" Target="../media/hdphoto4.wdp"/></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22.png"/><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26.jpeg"/><Relationship Id="rId4" Type="http://schemas.openxmlformats.org/officeDocument/2006/relationships/image" Target="../media/image25.jpeg"/></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microsoft.com/office/2007/relationships/hdphoto" Target="../media/hdphoto5.wdp"/><Relationship Id="rId3" Type="http://schemas.openxmlformats.org/officeDocument/2006/relationships/diagramLayout" Target="../diagrams/layout8.xml"/><Relationship Id="rId7" Type="http://schemas.openxmlformats.org/officeDocument/2006/relationships/image" Target="../media/image30.png"/><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7.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7.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0" y="3709941"/>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0" y="3709941"/>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This is a logo of chandigarh University" title="chandigarh university"/>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67284" y="5768471"/>
            <a:ext cx="64320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latin typeface="Raleway ExtraBold" pitchFamily="34" charset="-52"/>
              </a:rPr>
              <a:t>Biosensors, principle and its types</a:t>
            </a:r>
          </a:p>
        </p:txBody>
      </p:sp>
      <p:sp>
        <p:nvSpPr>
          <p:cNvPr id="26" name="TextBox 25"/>
          <p:cNvSpPr txBox="1">
            <a:spLocks noChangeArrowheads="1"/>
          </p:cNvSpPr>
          <p:nvPr/>
        </p:nvSpPr>
        <p:spPr bwMode="auto">
          <a:xfrm>
            <a:off x="2604322" y="1463040"/>
            <a:ext cx="8126357" cy="3031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UNIVERSITY INSTITUTE OF SCIENCES</a:t>
            </a:r>
          </a:p>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Academic Unit V</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Biology For Engineers </a:t>
            </a: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358557768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4A225-0C39-41B8-8156-52FA829B56EA}"/>
              </a:ext>
            </a:extLst>
          </p:cNvPr>
          <p:cNvSpPr>
            <a:spLocks noGrp="1"/>
          </p:cNvSpPr>
          <p:nvPr>
            <p:ph type="title"/>
          </p:nvPr>
        </p:nvSpPr>
        <p:spPr>
          <a:xfrm>
            <a:off x="1205327" y="921373"/>
            <a:ext cx="6056313" cy="715962"/>
          </a:xfrm>
        </p:spPr>
        <p:txBody>
          <a:bodyPr>
            <a:normAutofit/>
          </a:bodyPr>
          <a:lstStyle/>
          <a:p>
            <a:pPr algn="ctr" eaLnBrk="1" fontAlgn="auto" hangingPunct="1">
              <a:spcAft>
                <a:spcPts val="0"/>
              </a:spcAft>
              <a:defRPr/>
            </a:pPr>
            <a:r>
              <a:rPr lang="en-US" b="1" dirty="0">
                <a:solidFill>
                  <a:schemeClr val="tx1">
                    <a:lumMod val="75000"/>
                    <a:lumOff val="25000"/>
                  </a:schemeClr>
                </a:solidFill>
                <a:cs typeface="Times New Roman" panose="02020603050405020304" pitchFamily="18" charset="0"/>
              </a:rPr>
              <a:t>Course Outcome </a:t>
            </a:r>
            <a:endParaRPr lang="en-IN" dirty="0">
              <a:solidFill>
                <a:schemeClr val="tx1">
                  <a:lumMod val="75000"/>
                  <a:lumOff val="25000"/>
                </a:schemeClr>
              </a:solidFill>
            </a:endParaRPr>
          </a:p>
        </p:txBody>
      </p:sp>
      <p:graphicFrame>
        <p:nvGraphicFramePr>
          <p:cNvPr id="6" name="Table 5">
            <a:extLst>
              <a:ext uri="{FF2B5EF4-FFF2-40B4-BE49-F238E27FC236}">
                <a16:creationId xmlns:a16="http://schemas.microsoft.com/office/drawing/2014/main" id="{6F774966-ABEE-421A-86C4-FF2E9BD06FAB}"/>
              </a:ext>
            </a:extLst>
          </p:cNvPr>
          <p:cNvGraphicFramePr>
            <a:graphicFrameLocks noGrp="1"/>
          </p:cNvGraphicFramePr>
          <p:nvPr/>
        </p:nvGraphicFramePr>
        <p:xfrm>
          <a:off x="628650" y="1748790"/>
          <a:ext cx="6793327" cy="4336096"/>
        </p:xfrm>
        <a:graphic>
          <a:graphicData uri="http://schemas.openxmlformats.org/drawingml/2006/table">
            <a:tbl>
              <a:tblPr/>
              <a:tblGrid>
                <a:gridCol w="1045127">
                  <a:extLst>
                    <a:ext uri="{9D8B030D-6E8A-4147-A177-3AD203B41FA5}">
                      <a16:colId xmlns:a16="http://schemas.microsoft.com/office/drawing/2014/main" val="20000"/>
                    </a:ext>
                  </a:extLst>
                </a:gridCol>
                <a:gridCol w="4281977">
                  <a:extLst>
                    <a:ext uri="{9D8B030D-6E8A-4147-A177-3AD203B41FA5}">
                      <a16:colId xmlns:a16="http://schemas.microsoft.com/office/drawing/2014/main" val="20001"/>
                    </a:ext>
                  </a:extLst>
                </a:gridCol>
                <a:gridCol w="1466223">
                  <a:extLst>
                    <a:ext uri="{9D8B030D-6E8A-4147-A177-3AD203B41FA5}">
                      <a16:colId xmlns:a16="http://schemas.microsoft.com/office/drawing/2014/main" val="20002"/>
                    </a:ext>
                  </a:extLst>
                </a:gridCol>
              </a:tblGrid>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 Number</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Title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Level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CO1</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the biological concepts from an engineering perspective.</a:t>
                      </a:r>
                      <a:endPar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Remember</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CO2</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of artificial systems mimicking human action.</a:t>
                      </a:r>
                      <a:endPar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 </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CO3</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 the basic of genetics that helps to identify and formulate problems</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255693">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CO4</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ts val="10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knowledge of measurement system, biomedical recording system and biosensors to excel in areas such as entrepreneurship, medicine, government, and education.</a:t>
                      </a:r>
                    </a:p>
                  </a:txBody>
                  <a:tcPr marL="114300" marR="1143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20375">
                <a:tc>
                  <a:txBody>
                    <a:bodyPr/>
                    <a:lstStyle/>
                    <a:p>
                      <a:pPr marR="53975" algn="ctr">
                        <a:lnSpc>
                          <a:spcPct val="115000"/>
                        </a:lnSpc>
                        <a:spcAft>
                          <a:spcPts val="1000"/>
                        </a:spcAft>
                      </a:pPr>
                      <a:r>
                        <a:rPr lang="en-US" sz="1600" b="1" dirty="0">
                          <a:effectLst/>
                          <a:latin typeface="Times New Roman" panose="02020603050405020304" pitchFamily="18" charset="0"/>
                          <a:ea typeface="SimSun" panose="02010600030101010101" pitchFamily="2" charset="-122"/>
                          <a:cs typeface="SimSun" panose="02010600030101010101" pitchFamily="2" charset="-122"/>
                        </a:rPr>
                        <a:t>CO5</a:t>
                      </a:r>
                      <a:endParaRPr lang="en-IN" sz="1600" b="1" dirty="0">
                        <a:effectLst/>
                        <a:latin typeface="Calibri" panose="020F0502020204030204" pitchFamily="34" charset="0"/>
                        <a:ea typeface="SimSun" panose="02010600030101010101" pitchFamily="2" charset="-122"/>
                        <a:cs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R="53975" algn="just">
                        <a:lnSpc>
                          <a:spcPct val="115000"/>
                        </a:lnSpc>
                        <a:spcAft>
                          <a:spcPts val="1000"/>
                        </a:spcAft>
                      </a:pPr>
                      <a:r>
                        <a:rPr lang="en-US" sz="1600" dirty="0">
                          <a:solidFill>
                            <a:srgbClr val="222222"/>
                          </a:solidFill>
                          <a:effectLst/>
                          <a:latin typeface="Times New Roman" panose="02020603050405020304" pitchFamily="18" charset="0"/>
                          <a:ea typeface="Times New Roman" panose="02020603050405020304" pitchFamily="18" charset="0"/>
                          <a:cs typeface="SimSun" panose="02010600030101010101" pitchFamily="2" charset="-122"/>
                        </a:rPr>
                        <a:t>Integrate biological principles for developing next generation technologies</a:t>
                      </a:r>
                      <a:endParaRPr lang="en-IN" sz="1600" dirty="0">
                        <a:effectLst/>
                        <a:latin typeface="Calibri" panose="020F0502020204030204" pitchFamily="34" charset="0"/>
                        <a:ea typeface="SimSun" panose="02010600030101010101" pitchFamily="2" charset="-122"/>
                        <a:cs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71748465"/>
                  </a:ext>
                </a:extLst>
              </a:tr>
            </a:tbl>
          </a:graphicData>
        </a:graphic>
      </p:graphicFrame>
      <p:sp>
        <p:nvSpPr>
          <p:cNvPr id="7" name="Rectangle 6">
            <a:extLst>
              <a:ext uri="{FF2B5EF4-FFF2-40B4-BE49-F238E27FC236}">
                <a16:creationId xmlns:a16="http://schemas.microsoft.com/office/drawing/2014/main" id="{A95C3D83-8F2E-42AB-9062-CA4D5D042D8B}"/>
              </a:ext>
            </a:extLst>
          </p:cNvPr>
          <p:cNvSpPr/>
          <p:nvPr/>
        </p:nvSpPr>
        <p:spPr>
          <a:xfrm>
            <a:off x="8169275" y="5022850"/>
            <a:ext cx="3300413" cy="6731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solidFill>
                  <a:schemeClr val="tx1"/>
                </a:solidFill>
                <a:latin typeface="Times New Roman" panose="02020603050405020304" pitchFamily="18" charset="0"/>
                <a:cs typeface="Times New Roman" panose="02020603050405020304" pitchFamily="18" charset="0"/>
              </a:rPr>
              <a:t>Will be covered in this lecture</a:t>
            </a:r>
          </a:p>
        </p:txBody>
      </p:sp>
      <p:sp>
        <p:nvSpPr>
          <p:cNvPr id="10271" name="Rectangle 9">
            <a:extLst>
              <a:ext uri="{FF2B5EF4-FFF2-40B4-BE49-F238E27FC236}">
                <a16:creationId xmlns:a16="http://schemas.microsoft.com/office/drawing/2014/main" id="{7D66934D-516E-4810-AFFC-286DF459E0F8}"/>
              </a:ext>
            </a:extLst>
          </p:cNvPr>
          <p:cNvSpPr>
            <a:spLocks noChangeArrowheads="1"/>
          </p:cNvSpPr>
          <p:nvPr/>
        </p:nvSpPr>
        <p:spPr bwMode="auto">
          <a:xfrm>
            <a:off x="7440613" y="5808663"/>
            <a:ext cx="47577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IN" altLang="en-US" sz="1200">
                <a:latin typeface="Times New Roman" panose="02020603050405020304" pitchFamily="18" charset="0"/>
                <a:cs typeface="Times New Roman" panose="02020603050405020304" pitchFamily="18" charset="0"/>
                <a:hlinkClick r:id="rId2"/>
              </a:rPr>
              <a:t>https://images.app.goo.gl/5obqqxo93P2UBmdU6</a:t>
            </a:r>
            <a:r>
              <a:rPr lang="en-IN" altLang="en-US" sz="1200">
                <a:latin typeface="Times New Roman" panose="02020603050405020304" pitchFamily="18" charset="0"/>
                <a:cs typeface="Times New Roman" panose="02020603050405020304" pitchFamily="18" charset="0"/>
              </a:rPr>
              <a:t> </a:t>
            </a:r>
          </a:p>
        </p:txBody>
      </p:sp>
      <p:pic>
        <p:nvPicPr>
          <p:cNvPr id="4098" name="Picture 2" descr="Biosensor - Principle, Components, Types &amp;amp; Their Applications">
            <a:extLst>
              <a:ext uri="{FF2B5EF4-FFF2-40B4-BE49-F238E27FC236}">
                <a16:creationId xmlns:a16="http://schemas.microsoft.com/office/drawing/2014/main" id="{00CF0F45-5267-46AB-8964-85D8E434B4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13490" y="1637334"/>
            <a:ext cx="4039420" cy="3272803"/>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65EE6DA7-3F8E-46CE-A5B7-337A4278EAE8}"/>
              </a:ext>
            </a:extLst>
          </p:cNvPr>
          <p:cNvCxnSpPr>
            <a:cxnSpLocks/>
          </p:cNvCxnSpPr>
          <p:nvPr/>
        </p:nvCxnSpPr>
        <p:spPr>
          <a:xfrm>
            <a:off x="7143389" y="2708910"/>
            <a:ext cx="1126582" cy="2277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C32C3D93-BD98-4C3E-83EC-BA125ECA14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CAAAA-1DAB-4779-A8F8-3B8B853C067E}"/>
              </a:ext>
            </a:extLst>
          </p:cNvPr>
          <p:cNvSpPr>
            <a:spLocks noGrp="1"/>
          </p:cNvSpPr>
          <p:nvPr>
            <p:ph type="title"/>
          </p:nvPr>
        </p:nvSpPr>
        <p:spPr>
          <a:xfrm>
            <a:off x="1134649" y="595792"/>
            <a:ext cx="10018712" cy="964649"/>
          </a:xfrm>
        </p:spPr>
        <p:txBody>
          <a:bodyPr/>
          <a:lstStyle/>
          <a:p>
            <a:pPr algn="ctr">
              <a:defRPr/>
            </a:pPr>
            <a:r>
              <a:rPr lang="en-US" sz="4400" b="1" dirty="0">
                <a:solidFill>
                  <a:schemeClr val="tx1">
                    <a:lumMod val="75000"/>
                    <a:lumOff val="25000"/>
                  </a:schemeClr>
                </a:solidFill>
                <a:cs typeface="Times New Roman" panose="02020603050405020304" pitchFamily="18" charset="0"/>
              </a:rPr>
              <a:t>SYLLABUS</a:t>
            </a:r>
            <a:endParaRPr lang="en-IN" dirty="0"/>
          </a:p>
        </p:txBody>
      </p:sp>
      <p:sp>
        <p:nvSpPr>
          <p:cNvPr id="11267" name="Content Placeholder 2">
            <a:extLst>
              <a:ext uri="{FF2B5EF4-FFF2-40B4-BE49-F238E27FC236}">
                <a16:creationId xmlns:a16="http://schemas.microsoft.com/office/drawing/2014/main" id="{F2A3BAA2-2588-43A9-8606-0FB507D22537}"/>
              </a:ext>
            </a:extLst>
          </p:cNvPr>
          <p:cNvSpPr>
            <a:spLocks noGrp="1" noChangeArrowheads="1"/>
          </p:cNvSpPr>
          <p:nvPr>
            <p:ph idx="1"/>
          </p:nvPr>
        </p:nvSpPr>
        <p:spPr/>
        <p:txBody>
          <a:bodyPr/>
          <a:lstStyle/>
          <a:p>
            <a:endParaRPr lang="en-IN" altLang="en-US"/>
          </a:p>
        </p:txBody>
      </p:sp>
      <p:graphicFrame>
        <p:nvGraphicFramePr>
          <p:cNvPr id="4" name="Content Placeholder 9">
            <a:extLst>
              <a:ext uri="{FF2B5EF4-FFF2-40B4-BE49-F238E27FC236}">
                <a16:creationId xmlns:a16="http://schemas.microsoft.com/office/drawing/2014/main" id="{133B9873-0D72-4F00-B232-68A50C2F664D}"/>
              </a:ext>
            </a:extLst>
          </p:cNvPr>
          <p:cNvGraphicFramePr>
            <a:graphicFrameLocks noGrp="1"/>
          </p:cNvGraphicFramePr>
          <p:nvPr/>
        </p:nvGraphicFramePr>
        <p:xfrm>
          <a:off x="901382" y="1706145"/>
          <a:ext cx="10485247" cy="4653498"/>
        </p:xfrm>
        <a:graphic>
          <a:graphicData uri="http://schemas.openxmlformats.org/drawingml/2006/table">
            <a:tbl>
              <a:tblPr/>
              <a:tblGrid>
                <a:gridCol w="2018630">
                  <a:extLst>
                    <a:ext uri="{9D8B030D-6E8A-4147-A177-3AD203B41FA5}">
                      <a16:colId xmlns:a16="http://schemas.microsoft.com/office/drawing/2014/main" val="20000"/>
                    </a:ext>
                  </a:extLst>
                </a:gridCol>
                <a:gridCol w="6128994">
                  <a:extLst>
                    <a:ext uri="{9D8B030D-6E8A-4147-A177-3AD203B41FA5}">
                      <a16:colId xmlns:a16="http://schemas.microsoft.com/office/drawing/2014/main" val="20001"/>
                    </a:ext>
                  </a:extLst>
                </a:gridCol>
                <a:gridCol w="2337623">
                  <a:extLst>
                    <a:ext uri="{9D8B030D-6E8A-4147-A177-3AD203B41FA5}">
                      <a16:colId xmlns:a16="http://schemas.microsoft.com/office/drawing/2014/main" val="20002"/>
                    </a:ext>
                  </a:extLst>
                </a:gridCol>
              </a:tblGrid>
              <a:tr h="433161">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Unit-2</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a:ln>
                            <a:noFill/>
                          </a:ln>
                          <a:solidFill>
                            <a:srgbClr val="FFFFFF"/>
                          </a:solidFill>
                          <a:effectLst/>
                          <a:latin typeface="Arial" panose="020B0604020202020204" pitchFamily="34" charset="0"/>
                        </a:rPr>
                        <a:t>        Biosensors and measurement system</a:t>
                      </a:r>
                      <a:endParaRPr kumimoji="0" lang="en-IN" altLang="en-US" sz="1800" b="1" i="0" u="none" strike="noStrike" cap="none" normalizeH="0" baseline="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Contact Hours: 15</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013016">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1</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6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Medical Instrumentation</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2</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Measurement System</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1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3</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Biological Sensor</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 </a:t>
                      </a:r>
                      <a:endParaRPr kumimoji="0" lang="en-IN" altLang="en-US" sz="16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90000"/>
                        </a:lnSpc>
                        <a:spcBef>
                          <a:spcPts val="600"/>
                        </a:spcBef>
                        <a:spcAft>
                          <a:spcPct val="0"/>
                        </a:spcAft>
                        <a:buClr>
                          <a:schemeClr val="accent1"/>
                        </a:buClr>
                        <a:buSzPct val="100000"/>
                        <a:buFont typeface="Calibri" panose="020F0502020204030204" pitchFamily="34" charset="0"/>
                        <a:buNone/>
                        <a:tabLst/>
                      </a:pPr>
                      <a:endParaRPr kumimoji="0" lang="en-US" altLang="en-US" sz="100" b="1"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Medical Instrumentation: </a:t>
                      </a:r>
                      <a:r>
                        <a:rPr kumimoji="0" lang="en-US" altLang="en-US" sz="1800" b="0" i="0" u="none" strike="noStrike" cap="none" normalizeH="0" baseline="0" dirty="0">
                          <a:ln>
                            <a:noFill/>
                          </a:ln>
                          <a:solidFill>
                            <a:srgbClr val="404040"/>
                          </a:solidFill>
                          <a:effectLst/>
                          <a:latin typeface="Arial" panose="020B0604020202020204" pitchFamily="34" charset="0"/>
                        </a:rPr>
                        <a:t>Sources of biomedical Signals, Basic medical Instrumentation system, Performance requirements of medical Instrumentation System, Microprocessors in Medical instruments, PC base medical Instruments, General constraints in the design of medical Instrumentation system, Regulation of Medical Devices.</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Measurement System: </a:t>
                      </a:r>
                      <a:r>
                        <a:rPr kumimoji="0" lang="en-US" altLang="en-US" sz="1800" b="0" i="0" u="none" strike="noStrike" cap="none" normalizeH="0" baseline="0" dirty="0">
                          <a:ln>
                            <a:noFill/>
                          </a:ln>
                          <a:solidFill>
                            <a:srgbClr val="404040"/>
                          </a:solidFill>
                          <a:effectLst/>
                          <a:latin typeface="Arial" panose="020B0604020202020204" pitchFamily="34" charset="0"/>
                        </a:rPr>
                        <a:t>Specification of instruments, Statics &amp; Dynamic characteristics of medical instruments, Classification of errors. Statistical analysis, Reliability, Accuracy, Fidelity, Speed of responses, Linearization of technique, and Data Acquisition System.</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Biological sensors: </a:t>
                      </a:r>
                      <a:r>
                        <a:rPr kumimoji="0" lang="en-US" altLang="en-US" sz="1800" b="0" i="0" u="none" strike="noStrike" cap="none" normalizeH="0" baseline="0" dirty="0">
                          <a:ln>
                            <a:noFill/>
                          </a:ln>
                          <a:solidFill>
                            <a:srgbClr val="404040"/>
                          </a:solidFill>
                          <a:effectLst/>
                          <a:latin typeface="Arial" panose="020B0604020202020204" pitchFamily="34" charset="0"/>
                        </a:rPr>
                        <a:t>Sensors/ receptors in the human body, basic organization of the nervous system- neural mechanism, Chemoreceptor: hot and cold receptors, sensors for smell, sound, vision, Ion exchange membrane electrodes, enzyme, glucose sensors, immunosensors, &amp; biosensors &amp; applications of biosensors.</a:t>
                      </a:r>
                      <a:endParaRPr kumimoji="0" lang="en-IN" altLang="en-US" sz="1800" b="0" i="0" u="none" strike="noStrike" cap="none" normalizeH="0" baseline="0" dirty="0">
                        <a:ln>
                          <a:noFill/>
                        </a:ln>
                        <a:solidFill>
                          <a:srgbClr val="000000"/>
                        </a:solidFill>
                        <a:effectLst/>
                        <a:latin typeface="Arial" panose="020B0604020202020204" pitchFamily="34"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CFCC"/>
                    </a:solidFill>
                  </a:tcPr>
                </a:tc>
                <a:tc hMerge="1">
                  <a:txBody>
                    <a:bodyPr/>
                    <a:lstStyle/>
                    <a:p>
                      <a:endParaRPr lang="en-IN"/>
                    </a:p>
                  </a:txBody>
                  <a:tcPr/>
                </a:tc>
                <a:extLst>
                  <a:ext uri="{0D108BD9-81ED-4DB2-BD59-A6C34878D82A}">
                    <a16:rowId xmlns:a16="http://schemas.microsoft.com/office/drawing/2014/main" val="10001"/>
                  </a:ext>
                </a:extLst>
              </a:tr>
            </a:tbl>
          </a:graphicData>
        </a:graphic>
      </p:graphicFrame>
      <p:pic>
        <p:nvPicPr>
          <p:cNvPr id="6" name="Picture 5">
            <a:extLst>
              <a:ext uri="{FF2B5EF4-FFF2-40B4-BE49-F238E27FC236}">
                <a16:creationId xmlns:a16="http://schemas.microsoft.com/office/drawing/2014/main" id="{886743DF-A2AA-40B4-9D51-6578F86F6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DCB64-D207-409A-BB4E-2608F684CECA}"/>
              </a:ext>
            </a:extLst>
          </p:cNvPr>
          <p:cNvSpPr>
            <a:spLocks noGrp="1"/>
          </p:cNvSpPr>
          <p:nvPr>
            <p:ph type="ctrTitle"/>
          </p:nvPr>
        </p:nvSpPr>
        <p:spPr>
          <a:xfrm>
            <a:off x="960120" y="1122363"/>
            <a:ext cx="10309860" cy="3129597"/>
          </a:xfrm>
        </p:spPr>
        <p:txBody>
          <a:bodyPr/>
          <a:lstStyle/>
          <a:p>
            <a:r>
              <a:rPr lang="en-IN" b="1" dirty="0">
                <a:solidFill>
                  <a:schemeClr val="accent3"/>
                </a:solidFill>
              </a:rPr>
              <a:t>Introduction of </a:t>
            </a:r>
            <a:br>
              <a:rPr lang="en-IN" b="1" dirty="0">
                <a:solidFill>
                  <a:schemeClr val="accent3"/>
                </a:solidFill>
              </a:rPr>
            </a:br>
            <a:r>
              <a:rPr lang="en-IN" b="1" dirty="0">
                <a:solidFill>
                  <a:schemeClr val="accent3"/>
                </a:solidFill>
              </a:rPr>
              <a:t>Biosensors</a:t>
            </a:r>
          </a:p>
        </p:txBody>
      </p:sp>
      <p:sp>
        <p:nvSpPr>
          <p:cNvPr id="4" name="Slide Number Placeholder 3">
            <a:extLst>
              <a:ext uri="{FF2B5EF4-FFF2-40B4-BE49-F238E27FC236}">
                <a16:creationId xmlns:a16="http://schemas.microsoft.com/office/drawing/2014/main" id="{B9E9736A-50F7-40C9-963B-FF5A57580137}"/>
              </a:ext>
            </a:extLst>
          </p:cNvPr>
          <p:cNvSpPr>
            <a:spLocks noGrp="1"/>
          </p:cNvSpPr>
          <p:nvPr>
            <p:ph type="sldNum" sz="quarter" idx="12"/>
          </p:nvPr>
        </p:nvSpPr>
        <p:spPr/>
        <p:txBody>
          <a:bodyPr/>
          <a:lstStyle/>
          <a:p>
            <a:fld id="{BDCDBBEF-AA6C-4BA6-85B2-A17D7F280E38}" type="slidenum">
              <a:rPr lang="en-US" smtClean="0"/>
              <a:pPr/>
              <a:t>4</a:t>
            </a:fld>
            <a:endParaRPr lang="en-US"/>
          </a:p>
        </p:txBody>
      </p:sp>
    </p:spTree>
    <p:extLst>
      <p:ext uri="{BB962C8B-B14F-4D97-AF65-F5344CB8AC3E}">
        <p14:creationId xmlns:p14="http://schemas.microsoft.com/office/powerpoint/2010/main" val="327686915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11661D-B36A-4A1D-8507-00E6B1D469D2}"/>
              </a:ext>
            </a:extLst>
          </p:cNvPr>
          <p:cNvSpPr>
            <a:spLocks noGrp="1"/>
          </p:cNvSpPr>
          <p:nvPr>
            <p:ph type="sldNum" sz="quarter" idx="12"/>
          </p:nvPr>
        </p:nvSpPr>
        <p:spPr/>
        <p:txBody>
          <a:bodyPr/>
          <a:lstStyle/>
          <a:p>
            <a:fld id="{BDCDBBEF-AA6C-4BA6-85B2-A17D7F280E38}" type="slidenum">
              <a:rPr lang="en-US" smtClean="0"/>
              <a:pPr/>
              <a:t>5</a:t>
            </a:fld>
            <a:endParaRPr lang="en-US"/>
          </a:p>
        </p:txBody>
      </p:sp>
      <p:graphicFrame>
        <p:nvGraphicFramePr>
          <p:cNvPr id="3" name="Diagram 2">
            <a:extLst>
              <a:ext uri="{FF2B5EF4-FFF2-40B4-BE49-F238E27FC236}">
                <a16:creationId xmlns:a16="http://schemas.microsoft.com/office/drawing/2014/main" id="{104680D8-E1BA-49DE-88E8-7688BE5F03B0}"/>
              </a:ext>
            </a:extLst>
          </p:cNvPr>
          <p:cNvGraphicFramePr/>
          <p:nvPr>
            <p:extLst>
              <p:ext uri="{D42A27DB-BD31-4B8C-83A1-F6EECF244321}">
                <p14:modId xmlns:p14="http://schemas.microsoft.com/office/powerpoint/2010/main" val="3659094071"/>
              </p:ext>
            </p:extLst>
          </p:nvPr>
        </p:nvGraphicFramePr>
        <p:xfrm>
          <a:off x="957580" y="136525"/>
          <a:ext cx="10769600" cy="65849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8438021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F79BC-EA6E-42E9-BCF3-2CB0EDC98E0A}"/>
              </a:ext>
            </a:extLst>
          </p:cNvPr>
          <p:cNvSpPr>
            <a:spLocks noGrp="1"/>
          </p:cNvSpPr>
          <p:nvPr>
            <p:ph type="title"/>
          </p:nvPr>
        </p:nvSpPr>
        <p:spPr>
          <a:xfrm>
            <a:off x="704017" y="136526"/>
            <a:ext cx="6270941" cy="947996"/>
          </a:xfrm>
        </p:spPr>
        <p:txBody>
          <a:bodyPr>
            <a:normAutofit/>
          </a:bodyPr>
          <a:lstStyle/>
          <a:p>
            <a:pPr algn="ctr"/>
            <a:r>
              <a:rPr lang="en-IN" sz="4000" b="1" dirty="0">
                <a:effectLst>
                  <a:outerShdw blurRad="38100" dist="38100" dir="2700000" algn="tl">
                    <a:srgbClr val="000000">
                      <a:alpha val="43137"/>
                    </a:srgbClr>
                  </a:outerShdw>
                </a:effectLst>
                <a:highlight>
                  <a:srgbClr val="FFFF00"/>
                </a:highlight>
              </a:rPr>
              <a:t>Biosensor</a:t>
            </a:r>
          </a:p>
        </p:txBody>
      </p:sp>
      <p:sp>
        <p:nvSpPr>
          <p:cNvPr id="3" name="Content Placeholder 2">
            <a:extLst>
              <a:ext uri="{FF2B5EF4-FFF2-40B4-BE49-F238E27FC236}">
                <a16:creationId xmlns:a16="http://schemas.microsoft.com/office/drawing/2014/main" id="{3939C5FB-D76D-410D-A6BB-9A748F7636B2}"/>
              </a:ext>
            </a:extLst>
          </p:cNvPr>
          <p:cNvSpPr>
            <a:spLocks noGrp="1"/>
          </p:cNvSpPr>
          <p:nvPr>
            <p:ph idx="1"/>
          </p:nvPr>
        </p:nvSpPr>
        <p:spPr>
          <a:xfrm>
            <a:off x="279103" y="1084522"/>
            <a:ext cx="6862432" cy="5773478"/>
          </a:xfrm>
        </p:spPr>
        <p:txBody>
          <a:bodyPr>
            <a:normAutofit lnSpcReduction="10000"/>
          </a:bodyPr>
          <a:lstStyle/>
          <a:p>
            <a:pPr algn="just"/>
            <a:r>
              <a:rPr lang="en-US" sz="2800" b="0" i="0" u="none" strike="noStrike" dirty="0">
                <a:solidFill>
                  <a:srgbClr val="000000"/>
                </a:solidFill>
                <a:effectLst/>
              </a:rPr>
              <a:t>A </a:t>
            </a:r>
            <a:r>
              <a:rPr lang="en-US" sz="2800" b="1" i="0" u="none" strike="noStrike" dirty="0">
                <a:solidFill>
                  <a:srgbClr val="000000"/>
                </a:solidFill>
                <a:effectLst/>
                <a:highlight>
                  <a:srgbClr val="FFFF00"/>
                </a:highlight>
              </a:rPr>
              <a:t>biosensor</a:t>
            </a:r>
            <a:r>
              <a:rPr lang="en-US" sz="2800" b="0" i="0" u="none" strike="noStrike" dirty="0">
                <a:solidFill>
                  <a:srgbClr val="000000"/>
                </a:solidFill>
                <a:effectLst/>
              </a:rPr>
              <a:t> is an analytical device, </a:t>
            </a:r>
            <a:r>
              <a:rPr lang="en-US" sz="2800" b="1" i="0" u="sng" strike="noStrike" dirty="0">
                <a:solidFill>
                  <a:srgbClr val="000000"/>
                </a:solidFill>
                <a:effectLst/>
              </a:rPr>
              <a:t>used for the detection of an analyte, that combines a biological component with a physicochemical detector.</a:t>
            </a:r>
          </a:p>
          <a:p>
            <a:pPr algn="just"/>
            <a:r>
              <a:rPr lang="en-US" sz="2800" dirty="0">
                <a:solidFill>
                  <a:srgbClr val="000000"/>
                </a:solidFill>
              </a:rPr>
              <a:t>C</a:t>
            </a:r>
            <a:r>
              <a:rPr lang="en-US" sz="2800" b="0" i="0" u="none" strike="noStrike" dirty="0">
                <a:solidFill>
                  <a:srgbClr val="000000"/>
                </a:solidFill>
                <a:effectLst/>
              </a:rPr>
              <a:t>ontaining an </a:t>
            </a:r>
            <a:r>
              <a:rPr lang="en-US" sz="2800" b="0" i="0" u="sng" strike="noStrike" dirty="0">
                <a:solidFill>
                  <a:srgbClr val="000000"/>
                </a:solidFill>
                <a:effectLst/>
              </a:rPr>
              <a:t>immobilized </a:t>
            </a:r>
            <a:r>
              <a:rPr lang="en-US" sz="2800" b="1" i="0" u="sng" strike="noStrike" dirty="0">
                <a:solidFill>
                  <a:srgbClr val="000000"/>
                </a:solidFill>
                <a:effectLst/>
              </a:rPr>
              <a:t>biological material</a:t>
            </a:r>
            <a:r>
              <a:rPr lang="en-US" sz="2800" b="0" i="0" u="sng" strike="noStrike" dirty="0">
                <a:solidFill>
                  <a:srgbClr val="000000"/>
                </a:solidFill>
                <a:effectLst/>
              </a:rPr>
              <a:t> </a:t>
            </a:r>
            <a:r>
              <a:rPr lang="en-US" sz="2800" b="0" i="0" u="none" strike="noStrike" dirty="0">
                <a:solidFill>
                  <a:srgbClr val="000000"/>
                </a:solidFill>
                <a:effectLst/>
              </a:rPr>
              <a:t>(enzyme, nucleic acid, hormone, organelle or whole cell) which can specifically interact with an analyte and produce physical, chemical or electrical signals that can be measured. </a:t>
            </a:r>
          </a:p>
          <a:p>
            <a:pPr algn="just"/>
            <a:r>
              <a:rPr lang="en-US" sz="2800" b="0" i="0" u="none" strike="noStrike" dirty="0">
                <a:solidFill>
                  <a:srgbClr val="000000"/>
                </a:solidFill>
                <a:effectLst/>
              </a:rPr>
              <a:t>An </a:t>
            </a:r>
            <a:r>
              <a:rPr lang="en-US" sz="2800" b="1" i="0" u="sng" strike="noStrike" dirty="0">
                <a:solidFill>
                  <a:srgbClr val="000000"/>
                </a:solidFill>
                <a:effectLst/>
              </a:rPr>
              <a:t>analyte</a:t>
            </a:r>
            <a:r>
              <a:rPr lang="en-US" sz="2800" b="0" i="0" u="sng" strike="noStrike" dirty="0">
                <a:solidFill>
                  <a:srgbClr val="000000"/>
                </a:solidFill>
                <a:effectLst/>
              </a:rPr>
              <a:t> is a compound </a:t>
            </a:r>
            <a:r>
              <a:rPr lang="en-US" sz="2800" b="0" i="0" u="none" strike="noStrike" dirty="0">
                <a:solidFill>
                  <a:srgbClr val="000000"/>
                </a:solidFill>
                <a:effectLst/>
              </a:rPr>
              <a:t>(e.g. glucose, urea, drug, pesticide) </a:t>
            </a:r>
            <a:r>
              <a:rPr lang="en-US" sz="2800" b="0" i="0" u="sng" strike="noStrike" dirty="0">
                <a:solidFill>
                  <a:srgbClr val="000000"/>
                </a:solidFill>
                <a:effectLst/>
              </a:rPr>
              <a:t>whose concentration has to be measured.</a:t>
            </a:r>
            <a:r>
              <a:rPr lang="en-US" sz="2800" b="0" i="0" u="none" strike="noStrike" dirty="0">
                <a:solidFill>
                  <a:srgbClr val="000000"/>
                </a:solidFill>
                <a:effectLst/>
              </a:rPr>
              <a:t> </a:t>
            </a:r>
          </a:p>
          <a:p>
            <a:pPr lvl="1" algn="just"/>
            <a:r>
              <a:rPr lang="en-US" sz="2600" b="1" i="0" u="none" strike="noStrike" dirty="0">
                <a:solidFill>
                  <a:srgbClr val="000000"/>
                </a:solidFill>
                <a:effectLst/>
              </a:rPr>
              <a:t>For instance, glucose is an 'analyte' in a biosensor designed to detect glucose.</a:t>
            </a:r>
          </a:p>
          <a:p>
            <a:pPr algn="just"/>
            <a:endParaRPr lang="en-IN" sz="2800" dirty="0"/>
          </a:p>
        </p:txBody>
      </p:sp>
      <p:sp>
        <p:nvSpPr>
          <p:cNvPr id="4" name="Slide Number Placeholder 3">
            <a:extLst>
              <a:ext uri="{FF2B5EF4-FFF2-40B4-BE49-F238E27FC236}">
                <a16:creationId xmlns:a16="http://schemas.microsoft.com/office/drawing/2014/main" id="{EF485DA8-48CB-4BD8-B555-E719EBC2A39B}"/>
              </a:ext>
            </a:extLst>
          </p:cNvPr>
          <p:cNvSpPr>
            <a:spLocks noGrp="1"/>
          </p:cNvSpPr>
          <p:nvPr>
            <p:ph type="sldNum" sz="quarter" idx="12"/>
          </p:nvPr>
        </p:nvSpPr>
        <p:spPr/>
        <p:txBody>
          <a:bodyPr/>
          <a:lstStyle/>
          <a:p>
            <a:fld id="{BDCDBBEF-AA6C-4BA6-85B2-A17D7F280E38}" type="slidenum">
              <a:rPr lang="en-US" smtClean="0"/>
              <a:pPr/>
              <a:t>6</a:t>
            </a:fld>
            <a:endParaRPr lang="en-US" dirty="0"/>
          </a:p>
        </p:txBody>
      </p:sp>
      <p:pic>
        <p:nvPicPr>
          <p:cNvPr id="6" name="Picture 5">
            <a:extLst>
              <a:ext uri="{FF2B5EF4-FFF2-40B4-BE49-F238E27FC236}">
                <a16:creationId xmlns:a16="http://schemas.microsoft.com/office/drawing/2014/main" id="{727587B8-268B-4E0B-881E-FCE1F5A3BDD0}"/>
              </a:ext>
            </a:extLst>
          </p:cNvPr>
          <p:cNvPicPr>
            <a:picLocks noChangeAspect="1"/>
          </p:cNvPicPr>
          <p:nvPr/>
        </p:nvPicPr>
        <p:blipFill rotWithShape="1">
          <a:blip r:embed="rId2"/>
          <a:srcRect r="2971" b="3342"/>
          <a:stretch/>
        </p:blipFill>
        <p:spPr>
          <a:xfrm>
            <a:off x="7141535" y="953717"/>
            <a:ext cx="5050465" cy="4620459"/>
          </a:xfrm>
          <a:prstGeom prst="rect">
            <a:avLst/>
          </a:prstGeom>
          <a:ln>
            <a:noFill/>
          </a:ln>
        </p:spPr>
      </p:pic>
    </p:spTree>
    <p:extLst>
      <p:ext uri="{BB962C8B-B14F-4D97-AF65-F5344CB8AC3E}">
        <p14:creationId xmlns:p14="http://schemas.microsoft.com/office/powerpoint/2010/main" val="328520006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F725D9-BEBE-47D0-9842-E05B030278FE}"/>
              </a:ext>
            </a:extLst>
          </p:cNvPr>
          <p:cNvSpPr>
            <a:spLocks noGrp="1"/>
          </p:cNvSpPr>
          <p:nvPr>
            <p:ph type="sldNum" sz="quarter" idx="12"/>
          </p:nvPr>
        </p:nvSpPr>
        <p:spPr/>
        <p:txBody>
          <a:bodyPr/>
          <a:lstStyle/>
          <a:p>
            <a:fld id="{BDCDBBEF-AA6C-4BA6-85B2-A17D7F280E38}" type="slidenum">
              <a:rPr lang="en-US" smtClean="0"/>
              <a:pPr/>
              <a:t>7</a:t>
            </a:fld>
            <a:endParaRPr lang="en-US"/>
          </a:p>
        </p:txBody>
      </p:sp>
      <p:pic>
        <p:nvPicPr>
          <p:cNvPr id="10" name="Picture 9">
            <a:extLst>
              <a:ext uri="{FF2B5EF4-FFF2-40B4-BE49-F238E27FC236}">
                <a16:creationId xmlns:a16="http://schemas.microsoft.com/office/drawing/2014/main" id="{7C329A74-6B8C-47B6-BB06-1639995A77FA}"/>
              </a:ext>
            </a:extLst>
          </p:cNvPr>
          <p:cNvPicPr>
            <a:picLocks noChangeAspect="1"/>
          </p:cNvPicPr>
          <p:nvPr/>
        </p:nvPicPr>
        <p:blipFill>
          <a:blip r:embed="rId2"/>
          <a:stretch>
            <a:fillRect/>
          </a:stretch>
        </p:blipFill>
        <p:spPr>
          <a:xfrm>
            <a:off x="3728397" y="764961"/>
            <a:ext cx="4607735" cy="5328077"/>
          </a:xfrm>
          <a:prstGeom prst="rect">
            <a:avLst/>
          </a:prstGeom>
        </p:spPr>
      </p:pic>
    </p:spTree>
    <p:extLst>
      <p:ext uri="{BB962C8B-B14F-4D97-AF65-F5344CB8AC3E}">
        <p14:creationId xmlns:p14="http://schemas.microsoft.com/office/powerpoint/2010/main" val="145019301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C033F-5838-4C00-9355-E50C1C3BC53A}"/>
              </a:ext>
            </a:extLst>
          </p:cNvPr>
          <p:cNvSpPr>
            <a:spLocks noGrp="1"/>
          </p:cNvSpPr>
          <p:nvPr>
            <p:ph type="title"/>
          </p:nvPr>
        </p:nvSpPr>
        <p:spPr>
          <a:xfrm>
            <a:off x="838994" y="136526"/>
            <a:ext cx="10514012" cy="777874"/>
          </a:xfrm>
        </p:spPr>
        <p:txBody>
          <a:bodyPr>
            <a:normAutofit/>
          </a:bodyPr>
          <a:lstStyle/>
          <a:p>
            <a:pPr algn="ctr"/>
            <a:r>
              <a:rPr lang="en-US" sz="3200" b="1" dirty="0">
                <a:solidFill>
                  <a:schemeClr val="accent3"/>
                </a:solidFill>
                <a:effectLst>
                  <a:outerShdw blurRad="38100" dist="38100" dir="2700000" algn="tl">
                    <a:srgbClr val="000000">
                      <a:alpha val="43137"/>
                    </a:srgbClr>
                  </a:outerShdw>
                </a:effectLst>
              </a:rPr>
              <a:t>GENERAL FEATURES OF BIOSENSOR</a:t>
            </a:r>
            <a:endParaRPr lang="en-IN" b="1" dirty="0">
              <a:solidFill>
                <a:schemeClr val="accent3"/>
              </a:solidFill>
              <a:effectLst>
                <a:outerShdw blurRad="38100" dist="38100" dir="2700000" algn="tl">
                  <a:srgbClr val="000000">
                    <a:alpha val="43137"/>
                  </a:srgbClr>
                </a:outerShdw>
              </a:effectLst>
            </a:endParaRPr>
          </a:p>
        </p:txBody>
      </p:sp>
      <p:sp>
        <p:nvSpPr>
          <p:cNvPr id="4" name="Text Placeholder 3">
            <a:extLst>
              <a:ext uri="{FF2B5EF4-FFF2-40B4-BE49-F238E27FC236}">
                <a16:creationId xmlns:a16="http://schemas.microsoft.com/office/drawing/2014/main" id="{B0BAD93B-18DC-4F51-9089-60267380712F}"/>
              </a:ext>
            </a:extLst>
          </p:cNvPr>
          <p:cNvSpPr>
            <a:spLocks noGrp="1"/>
          </p:cNvSpPr>
          <p:nvPr>
            <p:ph type="body" sz="half" idx="2"/>
          </p:nvPr>
        </p:nvSpPr>
        <p:spPr>
          <a:xfrm>
            <a:off x="422910" y="1231161"/>
            <a:ext cx="5962016" cy="5490313"/>
          </a:xfrm>
        </p:spPr>
        <p:txBody>
          <a:bodyPr>
            <a:normAutofit fontScale="92500" lnSpcReduction="10000"/>
          </a:bodyPr>
          <a:lstStyle/>
          <a:p>
            <a:pPr marL="285750" indent="-285750" algn="just">
              <a:buFont typeface="Arial" panose="020B0604020202020204" pitchFamily="34" charset="0"/>
              <a:buChar char="•"/>
            </a:pPr>
            <a:r>
              <a:rPr lang="en-US" sz="2800" b="0" i="0" u="none" strike="noStrike" dirty="0">
                <a:solidFill>
                  <a:srgbClr val="000000"/>
                </a:solidFill>
                <a:effectLst/>
              </a:rPr>
              <a:t>Biosensors are devices comprising a biological element and a physiochemical detector that are used to detect analytes.</a:t>
            </a:r>
          </a:p>
          <a:p>
            <a:pPr marL="285750" indent="-285750" algn="just">
              <a:lnSpc>
                <a:spcPct val="150000"/>
              </a:lnSpc>
              <a:buFont typeface="Arial" panose="020B0604020202020204" pitchFamily="34" charset="0"/>
              <a:buChar char="•"/>
            </a:pPr>
            <a:r>
              <a:rPr lang="en-US" sz="2800" dirty="0"/>
              <a:t>A biosensor has two components</a:t>
            </a:r>
          </a:p>
          <a:p>
            <a:pPr marL="457200" indent="-457200" algn="just" fontAlgn="base">
              <a:buFont typeface="+mj-lt"/>
              <a:buAutoNum type="arabicPeriod"/>
            </a:pPr>
            <a:r>
              <a:rPr lang="en-US" sz="2800" b="1" dirty="0"/>
              <a:t>Biological component</a:t>
            </a:r>
            <a:r>
              <a:rPr lang="en-US" sz="2800" dirty="0"/>
              <a:t>: Biological element, analyte. </a:t>
            </a:r>
          </a:p>
          <a:p>
            <a:pPr marL="457200" indent="-457200" algn="just" fontAlgn="base">
              <a:buFont typeface="+mj-lt"/>
              <a:buAutoNum type="arabicPeriod"/>
            </a:pPr>
            <a:r>
              <a:rPr lang="en-US" sz="2800" b="1" dirty="0"/>
              <a:t>Physical component</a:t>
            </a:r>
            <a:r>
              <a:rPr lang="en-US" sz="2800" dirty="0"/>
              <a:t>: Transducer, amplifier etc.</a:t>
            </a:r>
          </a:p>
          <a:p>
            <a:pPr marL="285750" indent="-285750" algn="just">
              <a:buFont typeface="Arial" panose="020B0604020202020204" pitchFamily="34" charset="0"/>
              <a:buChar char="•"/>
            </a:pPr>
            <a:r>
              <a:rPr lang="en-US" sz="2800" b="0" i="0" u="none" strike="noStrike" dirty="0">
                <a:solidFill>
                  <a:srgbClr val="000000"/>
                </a:solidFill>
                <a:effectLst/>
              </a:rPr>
              <a:t>Biological component (Enzyme, cell etc.) recognizes and interacts with the analyte to produce a physical change (a signal) that can be detected, by the transducer.</a:t>
            </a:r>
            <a:endParaRPr lang="en-IN" sz="2800" dirty="0"/>
          </a:p>
          <a:p>
            <a:pPr marL="285750" indent="-285750" algn="just">
              <a:buFont typeface="Arial" panose="020B0604020202020204" pitchFamily="34" charset="0"/>
              <a:buChar char="•"/>
            </a:pPr>
            <a:endParaRPr lang="en-US" sz="2800" b="0" i="0" u="none" strike="noStrike" dirty="0">
              <a:solidFill>
                <a:srgbClr val="000000"/>
              </a:solidFill>
              <a:effectLst/>
            </a:endParaRPr>
          </a:p>
          <a:p>
            <a:pPr marL="285750" indent="-285750" algn="just">
              <a:buFont typeface="Arial" panose="020B0604020202020204" pitchFamily="34" charset="0"/>
              <a:buChar char="•"/>
            </a:pPr>
            <a:endParaRPr lang="en-IN" sz="2800" dirty="0"/>
          </a:p>
        </p:txBody>
      </p:sp>
      <p:sp>
        <p:nvSpPr>
          <p:cNvPr id="5" name="Slide Number Placeholder 4">
            <a:extLst>
              <a:ext uri="{FF2B5EF4-FFF2-40B4-BE49-F238E27FC236}">
                <a16:creationId xmlns:a16="http://schemas.microsoft.com/office/drawing/2014/main" id="{05BD58F5-AD3A-4C0E-9168-C21BED3E0DF8}"/>
              </a:ext>
            </a:extLst>
          </p:cNvPr>
          <p:cNvSpPr>
            <a:spLocks noGrp="1"/>
          </p:cNvSpPr>
          <p:nvPr>
            <p:ph type="sldNum" sz="quarter" idx="12"/>
          </p:nvPr>
        </p:nvSpPr>
        <p:spPr/>
        <p:txBody>
          <a:bodyPr/>
          <a:lstStyle/>
          <a:p>
            <a:fld id="{BDCDBBEF-AA6C-4BA6-85B2-A17D7F280E38}" type="slidenum">
              <a:rPr lang="en-US" smtClean="0"/>
              <a:pPr/>
              <a:t>8</a:t>
            </a:fld>
            <a:endParaRPr lang="en-US"/>
          </a:p>
        </p:txBody>
      </p:sp>
      <p:pic>
        <p:nvPicPr>
          <p:cNvPr id="6" name="Content Placeholder 5">
            <a:extLst>
              <a:ext uri="{FF2B5EF4-FFF2-40B4-BE49-F238E27FC236}">
                <a16:creationId xmlns:a16="http://schemas.microsoft.com/office/drawing/2014/main" id="{36E23D0D-FCC3-4DBA-8870-577B51CD8CF5}"/>
              </a:ext>
            </a:extLst>
          </p:cNvPr>
          <p:cNvPicPr>
            <a:picLocks noGrp="1" noChangeAspect="1"/>
          </p:cNvPicPr>
          <p:nvPr>
            <p:ph idx="1"/>
          </p:nvPr>
        </p:nvPicPr>
        <p:blipFill rotWithShape="1">
          <a:blip r:embed="rId2"/>
          <a:srcRect l="15823" t="9111" r="6142" b="5379"/>
          <a:stretch/>
        </p:blipFill>
        <p:spPr>
          <a:xfrm>
            <a:off x="6384926" y="1120745"/>
            <a:ext cx="5665470" cy="4389662"/>
          </a:xfrm>
          <a:prstGeom prst="rect">
            <a:avLst/>
          </a:prstGeom>
        </p:spPr>
      </p:pic>
      <p:sp>
        <p:nvSpPr>
          <p:cNvPr id="7" name="TextBox 6">
            <a:extLst>
              <a:ext uri="{FF2B5EF4-FFF2-40B4-BE49-F238E27FC236}">
                <a16:creationId xmlns:a16="http://schemas.microsoft.com/office/drawing/2014/main" id="{90540BE6-A5B8-C915-F9F6-CB241A208D5C}"/>
              </a:ext>
            </a:extLst>
          </p:cNvPr>
          <p:cNvSpPr txBox="1"/>
          <p:nvPr/>
        </p:nvSpPr>
        <p:spPr>
          <a:xfrm>
            <a:off x="8036512" y="5355984"/>
            <a:ext cx="1586883" cy="1477328"/>
          </a:xfrm>
          <a:prstGeom prst="rect">
            <a:avLst/>
          </a:prstGeom>
          <a:noFill/>
        </p:spPr>
        <p:txBody>
          <a:bodyPr wrap="square">
            <a:spAutoFit/>
          </a:bodyPr>
          <a:lstStyle/>
          <a:p>
            <a:pPr algn="ctr"/>
            <a:r>
              <a:rPr lang="en-US" dirty="0">
                <a:solidFill>
                  <a:srgbClr val="040C28"/>
                </a:solidFill>
                <a:latin typeface="Google Sans"/>
              </a:rPr>
              <a:t>U</a:t>
            </a:r>
            <a:r>
              <a:rPr lang="en-US" b="0" i="0" dirty="0">
                <a:solidFill>
                  <a:srgbClr val="040C28"/>
                </a:solidFill>
                <a:effectLst/>
                <a:latin typeface="Google Sans"/>
              </a:rPr>
              <a:t>sed to increase the power,  voltage of a signal</a:t>
            </a:r>
            <a:r>
              <a:rPr lang="en-US" b="0" i="0" dirty="0">
                <a:solidFill>
                  <a:srgbClr val="4D5156"/>
                </a:solidFill>
                <a:effectLst/>
                <a:latin typeface="Google Sans"/>
              </a:rPr>
              <a:t>.</a:t>
            </a:r>
            <a:endParaRPr lang="en-IN" dirty="0"/>
          </a:p>
        </p:txBody>
      </p:sp>
      <p:sp>
        <p:nvSpPr>
          <p:cNvPr id="8" name="TextBox 7">
            <a:extLst>
              <a:ext uri="{FF2B5EF4-FFF2-40B4-BE49-F238E27FC236}">
                <a16:creationId xmlns:a16="http://schemas.microsoft.com/office/drawing/2014/main" id="{19D8E97C-8DAE-58F6-FA3F-9CEC3FC69E81}"/>
              </a:ext>
            </a:extLst>
          </p:cNvPr>
          <p:cNvSpPr txBox="1"/>
          <p:nvPr/>
        </p:nvSpPr>
        <p:spPr>
          <a:xfrm>
            <a:off x="6627013" y="5380672"/>
            <a:ext cx="1167412" cy="1477328"/>
          </a:xfrm>
          <a:prstGeom prst="rect">
            <a:avLst/>
          </a:prstGeom>
          <a:noFill/>
        </p:spPr>
        <p:txBody>
          <a:bodyPr wrap="square">
            <a:spAutoFit/>
          </a:bodyPr>
          <a:lstStyle/>
          <a:p>
            <a:pPr algn="ctr"/>
            <a:r>
              <a:rPr lang="en-US" b="0" i="0" dirty="0">
                <a:solidFill>
                  <a:srgbClr val="040C28"/>
                </a:solidFill>
                <a:effectLst/>
                <a:latin typeface="Google Sans"/>
              </a:rPr>
              <a:t>Conver</a:t>
            </a:r>
            <a:r>
              <a:rPr lang="en-US" dirty="0">
                <a:solidFill>
                  <a:srgbClr val="040C28"/>
                </a:solidFill>
                <a:latin typeface="Google Sans"/>
              </a:rPr>
              <a:t>t one signal to electrical signal</a:t>
            </a:r>
            <a:endParaRPr lang="en-IN" dirty="0"/>
          </a:p>
        </p:txBody>
      </p:sp>
      <p:sp>
        <p:nvSpPr>
          <p:cNvPr id="3" name="TextBox 2">
            <a:extLst>
              <a:ext uri="{FF2B5EF4-FFF2-40B4-BE49-F238E27FC236}">
                <a16:creationId xmlns:a16="http://schemas.microsoft.com/office/drawing/2014/main" id="{0954B8EA-ADC2-1B6C-5DA2-2CDE75815609}"/>
              </a:ext>
            </a:extLst>
          </p:cNvPr>
          <p:cNvSpPr txBox="1"/>
          <p:nvPr/>
        </p:nvSpPr>
        <p:spPr>
          <a:xfrm>
            <a:off x="9359265" y="5355984"/>
            <a:ext cx="1586883" cy="646331"/>
          </a:xfrm>
          <a:prstGeom prst="rect">
            <a:avLst/>
          </a:prstGeom>
          <a:noFill/>
        </p:spPr>
        <p:txBody>
          <a:bodyPr wrap="square">
            <a:spAutoFit/>
          </a:bodyPr>
          <a:lstStyle/>
          <a:p>
            <a:pPr algn="ctr"/>
            <a:r>
              <a:rPr lang="en-US" dirty="0">
                <a:solidFill>
                  <a:srgbClr val="040C28"/>
                </a:solidFill>
                <a:latin typeface="Google Sans"/>
              </a:rPr>
              <a:t>Biological material</a:t>
            </a:r>
            <a:endParaRPr lang="en-IN" dirty="0"/>
          </a:p>
        </p:txBody>
      </p:sp>
      <p:sp>
        <p:nvSpPr>
          <p:cNvPr id="9" name="TextBox 8">
            <a:extLst>
              <a:ext uri="{FF2B5EF4-FFF2-40B4-BE49-F238E27FC236}">
                <a16:creationId xmlns:a16="http://schemas.microsoft.com/office/drawing/2014/main" id="{5D0BF8B7-C620-5EF9-9BC4-8E4724F67677}"/>
              </a:ext>
            </a:extLst>
          </p:cNvPr>
          <p:cNvSpPr txBox="1"/>
          <p:nvPr/>
        </p:nvSpPr>
        <p:spPr>
          <a:xfrm>
            <a:off x="10659789" y="5380672"/>
            <a:ext cx="1223692" cy="1477328"/>
          </a:xfrm>
          <a:prstGeom prst="rect">
            <a:avLst/>
          </a:prstGeom>
          <a:noFill/>
        </p:spPr>
        <p:txBody>
          <a:bodyPr wrap="square">
            <a:spAutoFit/>
          </a:bodyPr>
          <a:lstStyle/>
          <a:p>
            <a:pPr algn="ctr"/>
            <a:r>
              <a:rPr lang="en-US" dirty="0">
                <a:solidFill>
                  <a:srgbClr val="040C28"/>
                </a:solidFill>
                <a:latin typeface="Google Sans"/>
              </a:rPr>
              <a:t>Compound- whose concentration measured</a:t>
            </a:r>
            <a:endParaRPr lang="en-IN" dirty="0"/>
          </a:p>
        </p:txBody>
      </p:sp>
    </p:spTree>
    <p:extLst>
      <p:ext uri="{BB962C8B-B14F-4D97-AF65-F5344CB8AC3E}">
        <p14:creationId xmlns:p14="http://schemas.microsoft.com/office/powerpoint/2010/main" val="12108492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3" name="Content Placeholder 2">
            <a:extLst>
              <a:ext uri="{FF2B5EF4-FFF2-40B4-BE49-F238E27FC236}">
                <a16:creationId xmlns:a16="http://schemas.microsoft.com/office/drawing/2014/main" id="{758EFFCB-6AF7-01FF-9B9A-9A59AB7236DD}"/>
              </a:ext>
            </a:extLst>
          </p:cNvPr>
          <p:cNvSpPr>
            <a:spLocks noGrp="1"/>
          </p:cNvSpPr>
          <p:nvPr>
            <p:ph idx="1"/>
          </p:nvPr>
        </p:nvSpPr>
        <p:spPr/>
        <p:txBody>
          <a:bodyPr/>
          <a:lstStyle/>
          <a:p>
            <a:endParaRPr lang="en-IN"/>
          </a:p>
        </p:txBody>
      </p:sp>
      <p:pic>
        <p:nvPicPr>
          <p:cNvPr id="1026" name="Picture 2" descr="Biosensor Applications, Uses, Examples and Advantages - ETechnoG">
            <a:extLst>
              <a:ext uri="{FF2B5EF4-FFF2-40B4-BE49-F238E27FC236}">
                <a16:creationId xmlns:a16="http://schemas.microsoft.com/office/drawing/2014/main" id="{2B8D1D39-A5CA-ACD0-599E-2215EBFD9E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833438"/>
            <a:ext cx="10182225" cy="534352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12B6F54-6525-ABA4-7562-E1EBAD745B83}"/>
              </a:ext>
            </a:extLst>
          </p:cNvPr>
          <p:cNvSpPr txBox="1"/>
          <p:nvPr/>
        </p:nvSpPr>
        <p:spPr>
          <a:xfrm>
            <a:off x="1302725" y="5894685"/>
            <a:ext cx="2106300" cy="923330"/>
          </a:xfrm>
          <a:prstGeom prst="rect">
            <a:avLst/>
          </a:prstGeom>
          <a:noFill/>
        </p:spPr>
        <p:txBody>
          <a:bodyPr wrap="square">
            <a:spAutoFit/>
          </a:bodyPr>
          <a:lstStyle/>
          <a:p>
            <a:pPr algn="ctr"/>
            <a:r>
              <a:rPr lang="en-US" dirty="0">
                <a:solidFill>
                  <a:srgbClr val="040C28"/>
                </a:solidFill>
                <a:latin typeface="Google Sans"/>
              </a:rPr>
              <a:t>Compound- whose concentration measured</a:t>
            </a:r>
            <a:endParaRPr lang="en-IN" dirty="0"/>
          </a:p>
        </p:txBody>
      </p:sp>
      <p:sp>
        <p:nvSpPr>
          <p:cNvPr id="5" name="TextBox 4">
            <a:extLst>
              <a:ext uri="{FF2B5EF4-FFF2-40B4-BE49-F238E27FC236}">
                <a16:creationId xmlns:a16="http://schemas.microsoft.com/office/drawing/2014/main" id="{CDC09E3C-928E-EB09-6288-CFAE17D74BB6}"/>
              </a:ext>
            </a:extLst>
          </p:cNvPr>
          <p:cNvSpPr txBox="1"/>
          <p:nvPr/>
        </p:nvSpPr>
        <p:spPr>
          <a:xfrm>
            <a:off x="4683294" y="3846780"/>
            <a:ext cx="2492036" cy="923330"/>
          </a:xfrm>
          <a:prstGeom prst="rect">
            <a:avLst/>
          </a:prstGeom>
          <a:noFill/>
        </p:spPr>
        <p:txBody>
          <a:bodyPr wrap="square">
            <a:spAutoFit/>
          </a:bodyPr>
          <a:lstStyle/>
          <a:p>
            <a:pPr algn="ctr"/>
            <a:r>
              <a:rPr lang="en-US" dirty="0">
                <a:solidFill>
                  <a:srgbClr val="040C28"/>
                </a:solidFill>
                <a:latin typeface="Google Sans"/>
              </a:rPr>
              <a:t>U</a:t>
            </a:r>
            <a:r>
              <a:rPr lang="en-US" b="0" i="0" dirty="0">
                <a:solidFill>
                  <a:srgbClr val="040C28"/>
                </a:solidFill>
                <a:effectLst/>
                <a:latin typeface="Google Sans"/>
              </a:rPr>
              <a:t>sed to increase the power,  voltage of a signal</a:t>
            </a:r>
            <a:r>
              <a:rPr lang="en-US" b="0" i="0" dirty="0">
                <a:solidFill>
                  <a:srgbClr val="4D5156"/>
                </a:solidFill>
                <a:effectLst/>
                <a:latin typeface="Google Sans"/>
              </a:rPr>
              <a:t>.</a:t>
            </a:r>
            <a:endParaRPr lang="en-IN" dirty="0"/>
          </a:p>
        </p:txBody>
      </p:sp>
      <p:sp>
        <p:nvSpPr>
          <p:cNvPr id="6" name="TextBox 5">
            <a:extLst>
              <a:ext uri="{FF2B5EF4-FFF2-40B4-BE49-F238E27FC236}">
                <a16:creationId xmlns:a16="http://schemas.microsoft.com/office/drawing/2014/main" id="{6BC7B7DF-C517-D915-9975-65B3F58CD383}"/>
              </a:ext>
            </a:extLst>
          </p:cNvPr>
          <p:cNvSpPr txBox="1"/>
          <p:nvPr/>
        </p:nvSpPr>
        <p:spPr>
          <a:xfrm>
            <a:off x="7510994" y="3846780"/>
            <a:ext cx="1586883" cy="646331"/>
          </a:xfrm>
          <a:prstGeom prst="rect">
            <a:avLst/>
          </a:prstGeom>
          <a:noFill/>
        </p:spPr>
        <p:txBody>
          <a:bodyPr wrap="square">
            <a:spAutoFit/>
          </a:bodyPr>
          <a:lstStyle/>
          <a:p>
            <a:pPr algn="ctr"/>
            <a:r>
              <a:rPr lang="en-US" dirty="0">
                <a:solidFill>
                  <a:srgbClr val="040C28"/>
                </a:solidFill>
                <a:latin typeface="Google Sans"/>
              </a:rPr>
              <a:t>Process signal for display</a:t>
            </a:r>
            <a:endParaRPr lang="en-IN" dirty="0"/>
          </a:p>
        </p:txBody>
      </p:sp>
      <p:sp>
        <p:nvSpPr>
          <p:cNvPr id="7" name="TextBox 6">
            <a:extLst>
              <a:ext uri="{FF2B5EF4-FFF2-40B4-BE49-F238E27FC236}">
                <a16:creationId xmlns:a16="http://schemas.microsoft.com/office/drawing/2014/main" id="{8F77F5D5-9B4E-B8DD-35A0-18A3E5E19F69}"/>
              </a:ext>
            </a:extLst>
          </p:cNvPr>
          <p:cNvSpPr txBox="1"/>
          <p:nvPr/>
        </p:nvSpPr>
        <p:spPr>
          <a:xfrm>
            <a:off x="9457596" y="3862906"/>
            <a:ext cx="1586883" cy="369332"/>
          </a:xfrm>
          <a:prstGeom prst="rect">
            <a:avLst/>
          </a:prstGeom>
          <a:noFill/>
        </p:spPr>
        <p:txBody>
          <a:bodyPr wrap="square">
            <a:spAutoFit/>
          </a:bodyPr>
          <a:lstStyle/>
          <a:p>
            <a:pPr algn="ctr"/>
            <a:r>
              <a:rPr lang="en-US" dirty="0">
                <a:solidFill>
                  <a:srgbClr val="040C28"/>
                </a:solidFill>
                <a:latin typeface="Google Sans"/>
              </a:rPr>
              <a:t>Visual results</a:t>
            </a:r>
            <a:endParaRPr lang="en-IN" dirty="0"/>
          </a:p>
        </p:txBody>
      </p:sp>
      <p:sp>
        <p:nvSpPr>
          <p:cNvPr id="8" name="TextBox 7">
            <a:extLst>
              <a:ext uri="{FF2B5EF4-FFF2-40B4-BE49-F238E27FC236}">
                <a16:creationId xmlns:a16="http://schemas.microsoft.com/office/drawing/2014/main" id="{3712917B-EE0B-810D-2507-5509C48B5C04}"/>
              </a:ext>
            </a:extLst>
          </p:cNvPr>
          <p:cNvSpPr txBox="1"/>
          <p:nvPr/>
        </p:nvSpPr>
        <p:spPr>
          <a:xfrm>
            <a:off x="4912126" y="5804992"/>
            <a:ext cx="1879292" cy="923330"/>
          </a:xfrm>
          <a:prstGeom prst="rect">
            <a:avLst/>
          </a:prstGeom>
          <a:noFill/>
        </p:spPr>
        <p:txBody>
          <a:bodyPr wrap="square">
            <a:spAutoFit/>
          </a:bodyPr>
          <a:lstStyle/>
          <a:p>
            <a:pPr algn="ctr"/>
            <a:r>
              <a:rPr lang="en-US" dirty="0">
                <a:solidFill>
                  <a:srgbClr val="040C28"/>
                </a:solidFill>
                <a:latin typeface="Google Sans"/>
              </a:rPr>
              <a:t>Biological signal&gt;&gt;electrical signal</a:t>
            </a:r>
            <a:endParaRPr lang="en-IN" dirty="0"/>
          </a:p>
        </p:txBody>
      </p:sp>
      <p:sp>
        <p:nvSpPr>
          <p:cNvPr id="9" name="TextBox 8">
            <a:extLst>
              <a:ext uri="{FF2B5EF4-FFF2-40B4-BE49-F238E27FC236}">
                <a16:creationId xmlns:a16="http://schemas.microsoft.com/office/drawing/2014/main" id="{9B9AD511-004A-4B36-BD5F-3E3E8C1FDC5F}"/>
              </a:ext>
            </a:extLst>
          </p:cNvPr>
          <p:cNvSpPr txBox="1"/>
          <p:nvPr/>
        </p:nvSpPr>
        <p:spPr>
          <a:xfrm>
            <a:off x="3409025" y="5892581"/>
            <a:ext cx="1586883" cy="646331"/>
          </a:xfrm>
          <a:prstGeom prst="rect">
            <a:avLst/>
          </a:prstGeom>
          <a:noFill/>
        </p:spPr>
        <p:txBody>
          <a:bodyPr wrap="square">
            <a:spAutoFit/>
          </a:bodyPr>
          <a:lstStyle/>
          <a:p>
            <a:pPr algn="ctr"/>
            <a:r>
              <a:rPr lang="en-US" dirty="0">
                <a:solidFill>
                  <a:srgbClr val="040C28"/>
                </a:solidFill>
                <a:latin typeface="Google Sans"/>
              </a:rPr>
              <a:t>Biological material</a:t>
            </a:r>
            <a:endParaRPr lang="en-IN" dirty="0"/>
          </a:p>
        </p:txBody>
      </p:sp>
    </p:spTree>
    <p:extLst>
      <p:ext uri="{BB962C8B-B14F-4D97-AF65-F5344CB8AC3E}">
        <p14:creationId xmlns:p14="http://schemas.microsoft.com/office/powerpoint/2010/main" val="214849686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AD5A9-D6CD-433B-BC14-12FB16DA1579}"/>
              </a:ext>
            </a:extLst>
          </p:cNvPr>
          <p:cNvSpPr>
            <a:spLocks noGrp="1"/>
          </p:cNvSpPr>
          <p:nvPr>
            <p:ph type="title"/>
          </p:nvPr>
        </p:nvSpPr>
        <p:spPr>
          <a:xfrm>
            <a:off x="838200" y="136525"/>
            <a:ext cx="10515600" cy="886731"/>
          </a:xfrm>
        </p:spPr>
        <p:txBody>
          <a:bodyPr/>
          <a:lstStyle/>
          <a:p>
            <a:pPr algn="ctr"/>
            <a:r>
              <a:rPr lang="en-IN" b="1" dirty="0">
                <a:solidFill>
                  <a:schemeClr val="accent3"/>
                </a:solidFill>
                <a:effectLst>
                  <a:outerShdw blurRad="38100" dist="38100" dir="2700000" algn="tl">
                    <a:srgbClr val="000000">
                      <a:alpha val="43137"/>
                    </a:srgbClr>
                  </a:outerShdw>
                </a:effectLst>
              </a:rPr>
              <a:t>Basic Principle of Biosensor</a:t>
            </a:r>
          </a:p>
        </p:txBody>
      </p:sp>
      <p:sp>
        <p:nvSpPr>
          <p:cNvPr id="3" name="Content Placeholder 2">
            <a:extLst>
              <a:ext uri="{FF2B5EF4-FFF2-40B4-BE49-F238E27FC236}">
                <a16:creationId xmlns:a16="http://schemas.microsoft.com/office/drawing/2014/main" id="{B123225E-8796-4C9A-A67A-FC24D527B576}"/>
              </a:ext>
            </a:extLst>
          </p:cNvPr>
          <p:cNvSpPr>
            <a:spLocks noGrp="1"/>
          </p:cNvSpPr>
          <p:nvPr>
            <p:ph idx="1"/>
          </p:nvPr>
        </p:nvSpPr>
        <p:spPr>
          <a:xfrm>
            <a:off x="838200" y="1023257"/>
            <a:ext cx="10797540" cy="3663043"/>
          </a:xfrm>
        </p:spPr>
        <p:txBody>
          <a:bodyPr>
            <a:normAutofit/>
          </a:bodyPr>
          <a:lstStyle/>
          <a:p>
            <a:r>
              <a:rPr lang="en-US" b="0" i="0" dirty="0">
                <a:solidFill>
                  <a:srgbClr val="3B3835"/>
                </a:solidFill>
                <a:effectLst/>
                <a:latin typeface="HelveticaNeue-Light"/>
              </a:rPr>
              <a:t>Basic principle of biosensor involved in three element :</a:t>
            </a:r>
          </a:p>
          <a:p>
            <a:pPr marL="811213" indent="-457200" algn="just">
              <a:buFont typeface="+mj-lt"/>
              <a:buAutoNum type="arabicPeriod"/>
            </a:pPr>
            <a:r>
              <a:rPr lang="en-US" b="1" dirty="0">
                <a:solidFill>
                  <a:srgbClr val="3B3835"/>
                </a:solidFill>
                <a:latin typeface="HelveticaNeue-Light"/>
              </a:rPr>
              <a:t>B</a:t>
            </a:r>
            <a:r>
              <a:rPr lang="en-US" b="1" i="0" dirty="0">
                <a:solidFill>
                  <a:srgbClr val="3B3835"/>
                </a:solidFill>
                <a:effectLst/>
                <a:latin typeface="HelveticaNeue-Light"/>
              </a:rPr>
              <a:t>iological recognition element </a:t>
            </a:r>
            <a:r>
              <a:rPr lang="en-US" b="0" i="0" dirty="0">
                <a:solidFill>
                  <a:srgbClr val="3B3835"/>
                </a:solidFill>
                <a:effectLst/>
                <a:latin typeface="HelveticaNeue-Light"/>
              </a:rPr>
              <a:t>which highly specific towards the biological material analytes produces.</a:t>
            </a:r>
            <a:endParaRPr lang="en-US" dirty="0">
              <a:solidFill>
                <a:srgbClr val="3B3835"/>
              </a:solidFill>
              <a:latin typeface="HelveticaNeue-Light"/>
            </a:endParaRPr>
          </a:p>
          <a:p>
            <a:pPr marL="811213" indent="-457200" algn="just">
              <a:buFont typeface="+mj-lt"/>
              <a:buAutoNum type="arabicPeriod"/>
            </a:pPr>
            <a:r>
              <a:rPr lang="en-US" b="1" i="0" dirty="0">
                <a:solidFill>
                  <a:srgbClr val="3B3835"/>
                </a:solidFill>
                <a:effectLst/>
                <a:latin typeface="HelveticaNeue-Light"/>
              </a:rPr>
              <a:t>Transducers</a:t>
            </a:r>
            <a:r>
              <a:rPr lang="en-US" b="0" i="0" dirty="0">
                <a:solidFill>
                  <a:srgbClr val="3B3835"/>
                </a:solidFill>
                <a:effectLst/>
                <a:latin typeface="HelveticaNeue-Light"/>
              </a:rPr>
              <a:t> detect and transduces signal from biological target - receptor molecule to electrical signal which is due to reaction occur.</a:t>
            </a:r>
          </a:p>
          <a:p>
            <a:pPr marL="811213" indent="-457200" algn="just">
              <a:buFont typeface="+mj-lt"/>
              <a:buAutoNum type="arabicPeriod"/>
            </a:pPr>
            <a:r>
              <a:rPr lang="en-US" b="0" i="0" dirty="0">
                <a:solidFill>
                  <a:srgbClr val="3B3835"/>
                </a:solidFill>
                <a:effectLst/>
                <a:latin typeface="HelveticaNeue-Light"/>
              </a:rPr>
              <a:t>After transduction, signal from biological to </a:t>
            </a:r>
            <a:r>
              <a:rPr lang="en-US" b="1" i="0" dirty="0">
                <a:solidFill>
                  <a:srgbClr val="3B3835"/>
                </a:solidFill>
                <a:effectLst/>
                <a:latin typeface="HelveticaNeue-Light"/>
              </a:rPr>
              <a:t>electrical signal </a:t>
            </a:r>
            <a:r>
              <a:rPr lang="en-US" b="0" i="0" dirty="0">
                <a:solidFill>
                  <a:srgbClr val="3B3835"/>
                </a:solidFill>
                <a:effectLst/>
                <a:latin typeface="HelveticaNeue-Light"/>
              </a:rPr>
              <a:t>where its </a:t>
            </a:r>
            <a:r>
              <a:rPr lang="en-US" b="1" i="0" dirty="0">
                <a:solidFill>
                  <a:srgbClr val="3B3835"/>
                </a:solidFill>
                <a:effectLst/>
                <a:latin typeface="HelveticaNeue-Light"/>
              </a:rPr>
              <a:t>amplification</a:t>
            </a:r>
            <a:r>
              <a:rPr lang="en-US" b="0" i="0" dirty="0">
                <a:solidFill>
                  <a:srgbClr val="3B3835"/>
                </a:solidFill>
                <a:effectLst/>
                <a:latin typeface="HelveticaNeue-Light"/>
              </a:rPr>
              <a:t> is necessary and takes place and </a:t>
            </a:r>
            <a:r>
              <a:rPr lang="en-US" b="1" i="0" dirty="0">
                <a:solidFill>
                  <a:srgbClr val="3B3835"/>
                </a:solidFill>
                <a:effectLst/>
                <a:latin typeface="HelveticaNeue-Light"/>
              </a:rPr>
              <a:t>read out in detector </a:t>
            </a:r>
            <a:r>
              <a:rPr lang="en-US" b="0" i="0" dirty="0">
                <a:solidFill>
                  <a:srgbClr val="3B3835"/>
                </a:solidFill>
                <a:effectLst/>
                <a:latin typeface="HelveticaNeue-Light"/>
              </a:rPr>
              <a:t>after processing the </a:t>
            </a:r>
            <a:r>
              <a:rPr lang="en-US" b="1" i="0" dirty="0">
                <a:solidFill>
                  <a:srgbClr val="3B3835"/>
                </a:solidFill>
                <a:effectLst/>
                <a:latin typeface="HelveticaNeue-Light"/>
              </a:rPr>
              <a:t>values are displayed</a:t>
            </a:r>
            <a:r>
              <a:rPr lang="en-US" b="0" i="0" dirty="0">
                <a:solidFill>
                  <a:srgbClr val="3B3835"/>
                </a:solidFill>
                <a:effectLst/>
                <a:latin typeface="HelveticaNeue-Light"/>
              </a:rPr>
              <a:t> for monitor and controlling the system.</a:t>
            </a:r>
            <a:endParaRPr lang="en-IN" dirty="0"/>
          </a:p>
        </p:txBody>
      </p:sp>
      <p:sp>
        <p:nvSpPr>
          <p:cNvPr id="4" name="Slide Number Placeholder 3">
            <a:extLst>
              <a:ext uri="{FF2B5EF4-FFF2-40B4-BE49-F238E27FC236}">
                <a16:creationId xmlns:a16="http://schemas.microsoft.com/office/drawing/2014/main" id="{15A07625-BFF5-4C57-8CAD-457E49D173D4}"/>
              </a:ext>
            </a:extLst>
          </p:cNvPr>
          <p:cNvSpPr>
            <a:spLocks noGrp="1"/>
          </p:cNvSpPr>
          <p:nvPr>
            <p:ph type="sldNum" sz="quarter" idx="12"/>
          </p:nvPr>
        </p:nvSpPr>
        <p:spPr/>
        <p:txBody>
          <a:bodyPr/>
          <a:lstStyle/>
          <a:p>
            <a:fld id="{BDCDBBEF-AA6C-4BA6-85B2-A17D7F280E38}" type="slidenum">
              <a:rPr lang="en-US" smtClean="0"/>
              <a:pPr/>
              <a:t>10</a:t>
            </a:fld>
            <a:endParaRPr lang="en-US"/>
          </a:p>
        </p:txBody>
      </p:sp>
      <p:pic>
        <p:nvPicPr>
          <p:cNvPr id="6" name="Picture 5">
            <a:extLst>
              <a:ext uri="{FF2B5EF4-FFF2-40B4-BE49-F238E27FC236}">
                <a16:creationId xmlns:a16="http://schemas.microsoft.com/office/drawing/2014/main" id="{A0A466E4-4B89-4EC3-849D-CD405939D968}"/>
              </a:ext>
            </a:extLst>
          </p:cNvPr>
          <p:cNvPicPr>
            <a:picLocks noChangeAspect="1"/>
          </p:cNvPicPr>
          <p:nvPr/>
        </p:nvPicPr>
        <p:blipFill rotWithShape="1">
          <a:blip r:embed="rId2"/>
          <a:srcRect t="60500" b="9000"/>
          <a:stretch/>
        </p:blipFill>
        <p:spPr>
          <a:xfrm>
            <a:off x="838200" y="4686301"/>
            <a:ext cx="10797540" cy="1670050"/>
          </a:xfrm>
          <a:prstGeom prst="rect">
            <a:avLst/>
          </a:prstGeom>
        </p:spPr>
      </p:pic>
    </p:spTree>
    <p:extLst>
      <p:ext uri="{BB962C8B-B14F-4D97-AF65-F5344CB8AC3E}">
        <p14:creationId xmlns:p14="http://schemas.microsoft.com/office/powerpoint/2010/main" val="12696728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4FC003-61B8-4DAE-AB8C-0A5EFF48D069}"/>
              </a:ext>
            </a:extLst>
          </p:cNvPr>
          <p:cNvSpPr>
            <a:spLocks noGrp="1"/>
          </p:cNvSpPr>
          <p:nvPr>
            <p:ph idx="1"/>
          </p:nvPr>
        </p:nvSpPr>
        <p:spPr>
          <a:xfrm>
            <a:off x="377190" y="1245869"/>
            <a:ext cx="8583930" cy="5475605"/>
          </a:xfrm>
        </p:spPr>
        <p:txBody>
          <a:bodyPr>
            <a:normAutofit fontScale="92500" lnSpcReduction="20000"/>
          </a:bodyPr>
          <a:lstStyle/>
          <a:p>
            <a:pPr algn="just"/>
            <a:r>
              <a:rPr lang="en-US" sz="2800" b="0" i="0" dirty="0">
                <a:solidFill>
                  <a:srgbClr val="3B3835"/>
                </a:solidFill>
                <a:effectLst/>
              </a:rPr>
              <a:t>The </a:t>
            </a:r>
            <a:r>
              <a:rPr lang="en-US" sz="2800" b="1" i="0" dirty="0">
                <a:solidFill>
                  <a:srgbClr val="3B3835"/>
                </a:solidFill>
                <a:effectLst/>
              </a:rPr>
              <a:t>biological material </a:t>
            </a:r>
            <a:r>
              <a:rPr lang="en-US" sz="2800" b="0" i="0" dirty="0">
                <a:solidFill>
                  <a:srgbClr val="3B3835"/>
                </a:solidFill>
                <a:effectLst/>
              </a:rPr>
              <a:t>is immobilized and a contact is made between the immobilized biological material and the transducer</a:t>
            </a:r>
          </a:p>
          <a:p>
            <a:pPr algn="just"/>
            <a:r>
              <a:rPr lang="en-US" sz="2800" b="0" i="0" dirty="0">
                <a:solidFill>
                  <a:srgbClr val="3B3835"/>
                </a:solidFill>
                <a:effectLst/>
              </a:rPr>
              <a:t>The </a:t>
            </a:r>
            <a:r>
              <a:rPr lang="en-US" sz="2800" b="1" i="0" dirty="0">
                <a:solidFill>
                  <a:srgbClr val="3B3835"/>
                </a:solidFill>
                <a:effectLst/>
              </a:rPr>
              <a:t>analyte</a:t>
            </a:r>
            <a:r>
              <a:rPr lang="en-US" sz="2800" b="0" i="0" dirty="0">
                <a:solidFill>
                  <a:srgbClr val="3B3835"/>
                </a:solidFill>
                <a:effectLst/>
              </a:rPr>
              <a:t> binds to the biological material to form a </a:t>
            </a:r>
            <a:r>
              <a:rPr lang="en-US" sz="2800" b="1" i="0" dirty="0">
                <a:solidFill>
                  <a:srgbClr val="3B3835"/>
                </a:solidFill>
                <a:effectLst/>
              </a:rPr>
              <a:t>bound</a:t>
            </a:r>
            <a:r>
              <a:rPr lang="en-US" sz="2800" b="0" i="0" dirty="0">
                <a:solidFill>
                  <a:srgbClr val="3B3835"/>
                </a:solidFill>
                <a:effectLst/>
              </a:rPr>
              <a:t> </a:t>
            </a:r>
            <a:r>
              <a:rPr lang="en-US" sz="2800" b="1" i="0" dirty="0">
                <a:solidFill>
                  <a:srgbClr val="3B3835"/>
                </a:solidFill>
                <a:effectLst/>
              </a:rPr>
              <a:t>analyte</a:t>
            </a:r>
            <a:r>
              <a:rPr lang="en-US" sz="2800" b="0" i="0" dirty="0">
                <a:solidFill>
                  <a:srgbClr val="3B3835"/>
                </a:solidFill>
                <a:effectLst/>
              </a:rPr>
              <a:t> which in turn produces the </a:t>
            </a:r>
            <a:r>
              <a:rPr lang="en-US" sz="2800" b="1" i="0" dirty="0">
                <a:solidFill>
                  <a:srgbClr val="3B3835"/>
                </a:solidFill>
                <a:effectLst/>
              </a:rPr>
              <a:t>biological response </a:t>
            </a:r>
            <a:r>
              <a:rPr lang="en-US" sz="2800" b="0" i="0" dirty="0">
                <a:solidFill>
                  <a:srgbClr val="3B3835"/>
                </a:solidFill>
                <a:effectLst/>
              </a:rPr>
              <a:t>that can be measured. </a:t>
            </a:r>
          </a:p>
          <a:p>
            <a:pPr algn="just"/>
            <a:r>
              <a:rPr lang="en-US" sz="2800" b="0" i="0" dirty="0">
                <a:solidFill>
                  <a:srgbClr val="3B3835"/>
                </a:solidFill>
                <a:effectLst/>
              </a:rPr>
              <a:t>Sometimes the analyte is converted to a product which could be associated with the release of heat, gas (oxygen), electrons or hydrogen ions. </a:t>
            </a:r>
          </a:p>
          <a:p>
            <a:pPr algn="just"/>
            <a:r>
              <a:rPr lang="en-US" sz="2800" b="0" i="0" dirty="0">
                <a:solidFill>
                  <a:srgbClr val="3B3835"/>
                </a:solidFill>
                <a:effectLst/>
              </a:rPr>
              <a:t>The transducer measures this interaction and outputs a signal. </a:t>
            </a:r>
          </a:p>
          <a:p>
            <a:pPr algn="just"/>
            <a:r>
              <a:rPr lang="en-US" sz="2800" b="0" i="0" dirty="0">
                <a:solidFill>
                  <a:srgbClr val="3B3835"/>
                </a:solidFill>
                <a:effectLst/>
              </a:rPr>
              <a:t>The intensity of the </a:t>
            </a:r>
            <a:r>
              <a:rPr lang="en-US" sz="2800" b="1" i="0" dirty="0">
                <a:solidFill>
                  <a:srgbClr val="3B3835"/>
                </a:solidFill>
                <a:effectLst/>
              </a:rPr>
              <a:t>signal output is proportional to the concentration of the analyte. </a:t>
            </a:r>
          </a:p>
          <a:p>
            <a:pPr algn="just"/>
            <a:r>
              <a:rPr lang="en-US" sz="2800" b="0" i="0" dirty="0">
                <a:solidFill>
                  <a:srgbClr val="3B3835"/>
                </a:solidFill>
                <a:effectLst/>
              </a:rPr>
              <a:t>The </a:t>
            </a:r>
            <a:r>
              <a:rPr lang="en-US" sz="2800" b="1" i="0" dirty="0">
                <a:solidFill>
                  <a:srgbClr val="3B3835"/>
                </a:solidFill>
                <a:effectLst/>
              </a:rPr>
              <a:t>transducer</a:t>
            </a:r>
            <a:r>
              <a:rPr lang="en-US" sz="2800" b="0" i="0" dirty="0">
                <a:solidFill>
                  <a:srgbClr val="3B3835"/>
                </a:solidFill>
                <a:effectLst/>
              </a:rPr>
              <a:t> then converts the product linked </a:t>
            </a:r>
            <a:r>
              <a:rPr lang="en-US" sz="2800" b="1" i="0" dirty="0">
                <a:solidFill>
                  <a:srgbClr val="3B3835"/>
                </a:solidFill>
                <a:effectLst/>
              </a:rPr>
              <a:t>changes </a:t>
            </a:r>
            <a:r>
              <a:rPr lang="en-US" sz="2800" b="0" i="0" dirty="0">
                <a:solidFill>
                  <a:srgbClr val="3B3835"/>
                </a:solidFill>
                <a:effectLst/>
              </a:rPr>
              <a:t>into </a:t>
            </a:r>
            <a:r>
              <a:rPr lang="en-US" sz="2800" b="1" i="0" dirty="0">
                <a:solidFill>
                  <a:srgbClr val="3B3835"/>
                </a:solidFill>
                <a:effectLst/>
              </a:rPr>
              <a:t>electrical signals </a:t>
            </a:r>
            <a:r>
              <a:rPr lang="en-US" sz="2800" b="0" i="0" dirty="0">
                <a:solidFill>
                  <a:srgbClr val="3B3835"/>
                </a:solidFill>
                <a:effectLst/>
              </a:rPr>
              <a:t>which can be amplified and </a:t>
            </a:r>
            <a:r>
              <a:rPr lang="en-US" sz="2800" b="1" i="0" dirty="0">
                <a:solidFill>
                  <a:srgbClr val="3B3835"/>
                </a:solidFill>
                <a:effectLst/>
              </a:rPr>
              <a:t>measured </a:t>
            </a:r>
            <a:r>
              <a:rPr lang="en-US" sz="2800" b="1" i="0" u="none" strike="noStrike" dirty="0">
                <a:solidFill>
                  <a:srgbClr val="000000"/>
                </a:solidFill>
                <a:effectLst/>
              </a:rPr>
              <a:t>by the electronic system</a:t>
            </a:r>
            <a:r>
              <a:rPr lang="en-US" sz="2800" b="0" i="0" u="none" strike="noStrike" dirty="0">
                <a:solidFill>
                  <a:srgbClr val="000000"/>
                </a:solidFill>
                <a:effectLst/>
              </a:rPr>
              <a:t>. </a:t>
            </a:r>
            <a:endParaRPr lang="en-IN" sz="2800" dirty="0"/>
          </a:p>
        </p:txBody>
      </p:sp>
      <p:sp>
        <p:nvSpPr>
          <p:cNvPr id="4" name="Slide Number Placeholder 3">
            <a:extLst>
              <a:ext uri="{FF2B5EF4-FFF2-40B4-BE49-F238E27FC236}">
                <a16:creationId xmlns:a16="http://schemas.microsoft.com/office/drawing/2014/main" id="{BA4AC92F-4ED3-4CCB-B0EA-8C47437B0800}"/>
              </a:ext>
            </a:extLst>
          </p:cNvPr>
          <p:cNvSpPr>
            <a:spLocks noGrp="1"/>
          </p:cNvSpPr>
          <p:nvPr>
            <p:ph type="sldNum" sz="quarter" idx="12"/>
          </p:nvPr>
        </p:nvSpPr>
        <p:spPr/>
        <p:txBody>
          <a:bodyPr/>
          <a:lstStyle/>
          <a:p>
            <a:fld id="{BDCDBBEF-AA6C-4BA6-85B2-A17D7F280E38}" type="slidenum">
              <a:rPr lang="en-US" smtClean="0"/>
              <a:pPr/>
              <a:t>11</a:t>
            </a:fld>
            <a:endParaRPr lang="en-US"/>
          </a:p>
        </p:txBody>
      </p:sp>
      <p:sp>
        <p:nvSpPr>
          <p:cNvPr id="6" name="Title 1">
            <a:extLst>
              <a:ext uri="{FF2B5EF4-FFF2-40B4-BE49-F238E27FC236}">
                <a16:creationId xmlns:a16="http://schemas.microsoft.com/office/drawing/2014/main" id="{9D4278ED-120C-43FB-B083-CA4FFE16024B}"/>
              </a:ext>
            </a:extLst>
          </p:cNvPr>
          <p:cNvSpPr>
            <a:spLocks noGrp="1"/>
          </p:cNvSpPr>
          <p:nvPr>
            <p:ph type="title"/>
          </p:nvPr>
        </p:nvSpPr>
        <p:spPr>
          <a:xfrm>
            <a:off x="838200" y="136525"/>
            <a:ext cx="10515600" cy="983615"/>
          </a:xfrm>
        </p:spPr>
        <p:txBody>
          <a:bodyPr/>
          <a:lstStyle/>
          <a:p>
            <a:pPr algn="ctr"/>
            <a:r>
              <a:rPr lang="en-IN" b="1" dirty="0">
                <a:solidFill>
                  <a:schemeClr val="accent3"/>
                </a:solidFill>
                <a:effectLst>
                  <a:outerShdw blurRad="38100" dist="38100" dir="2700000" algn="tl">
                    <a:srgbClr val="000000">
                      <a:alpha val="43137"/>
                    </a:srgbClr>
                  </a:outerShdw>
                </a:effectLst>
                <a:highlight>
                  <a:srgbClr val="FFFF00"/>
                </a:highlight>
              </a:rPr>
              <a:t>Working Principle of Biosensor</a:t>
            </a:r>
          </a:p>
        </p:txBody>
      </p:sp>
      <p:pic>
        <p:nvPicPr>
          <p:cNvPr id="8" name="Picture 7">
            <a:extLst>
              <a:ext uri="{FF2B5EF4-FFF2-40B4-BE49-F238E27FC236}">
                <a16:creationId xmlns:a16="http://schemas.microsoft.com/office/drawing/2014/main" id="{95FAC203-BDAC-46B9-8103-386E1972EA68}"/>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t="5726"/>
          <a:stretch/>
        </p:blipFill>
        <p:spPr>
          <a:xfrm>
            <a:off x="8961120" y="1087121"/>
            <a:ext cx="2853690" cy="5269229"/>
          </a:xfrm>
          <a:prstGeom prst="rect">
            <a:avLst/>
          </a:prstGeom>
        </p:spPr>
      </p:pic>
    </p:spTree>
    <p:extLst>
      <p:ext uri="{BB962C8B-B14F-4D97-AF65-F5344CB8AC3E}">
        <p14:creationId xmlns:p14="http://schemas.microsoft.com/office/powerpoint/2010/main" val="344390426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02D82F3-035A-4359-BA63-D4BFBC1ECF83}"/>
              </a:ext>
            </a:extLst>
          </p:cNvPr>
          <p:cNvSpPr>
            <a:spLocks noGrp="1"/>
          </p:cNvSpPr>
          <p:nvPr>
            <p:ph type="sldNum" sz="quarter" idx="12"/>
          </p:nvPr>
        </p:nvSpPr>
        <p:spPr/>
        <p:txBody>
          <a:bodyPr/>
          <a:lstStyle/>
          <a:p>
            <a:fld id="{BDCDBBEF-AA6C-4BA6-85B2-A17D7F280E38}" type="slidenum">
              <a:rPr lang="en-US" smtClean="0"/>
              <a:pPr/>
              <a:t>12</a:t>
            </a:fld>
            <a:endParaRPr lang="en-US"/>
          </a:p>
        </p:txBody>
      </p:sp>
      <p:pic>
        <p:nvPicPr>
          <p:cNvPr id="3" name="Picture 2">
            <a:extLst>
              <a:ext uri="{FF2B5EF4-FFF2-40B4-BE49-F238E27FC236}">
                <a16:creationId xmlns:a16="http://schemas.microsoft.com/office/drawing/2014/main" id="{C3ADE92F-3007-4D14-97AB-C0B4206625B5}"/>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r="2047"/>
          <a:stretch/>
        </p:blipFill>
        <p:spPr>
          <a:xfrm>
            <a:off x="838200" y="674370"/>
            <a:ext cx="10717530" cy="5509261"/>
          </a:xfrm>
          <a:prstGeom prst="rect">
            <a:avLst/>
          </a:prstGeom>
        </p:spPr>
      </p:pic>
    </p:spTree>
    <p:extLst>
      <p:ext uri="{BB962C8B-B14F-4D97-AF65-F5344CB8AC3E}">
        <p14:creationId xmlns:p14="http://schemas.microsoft.com/office/powerpoint/2010/main" val="254807530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BC3443-F28B-4655-BDD0-45570BED8B0E}"/>
              </a:ext>
            </a:extLst>
          </p:cNvPr>
          <p:cNvSpPr>
            <a:spLocks noGrp="1"/>
          </p:cNvSpPr>
          <p:nvPr>
            <p:ph type="sldNum" sz="quarter" idx="12"/>
          </p:nvPr>
        </p:nvSpPr>
        <p:spPr/>
        <p:txBody>
          <a:bodyPr/>
          <a:lstStyle/>
          <a:p>
            <a:fld id="{BDCDBBEF-AA6C-4BA6-85B2-A17D7F280E38}" type="slidenum">
              <a:rPr lang="en-US" smtClean="0">
                <a:solidFill>
                  <a:schemeClr val="tx1"/>
                </a:solidFill>
              </a:rPr>
              <a:pPr/>
              <a:t>13</a:t>
            </a:fld>
            <a:endParaRPr lang="en-US">
              <a:solidFill>
                <a:schemeClr val="tx1"/>
              </a:solidFill>
            </a:endParaRPr>
          </a:p>
        </p:txBody>
      </p:sp>
      <p:graphicFrame>
        <p:nvGraphicFramePr>
          <p:cNvPr id="4" name="Diagram 3">
            <a:extLst>
              <a:ext uri="{FF2B5EF4-FFF2-40B4-BE49-F238E27FC236}">
                <a16:creationId xmlns:a16="http://schemas.microsoft.com/office/drawing/2014/main" id="{B9A661BE-D797-4799-9F2F-90EB7F9AE5BD}"/>
              </a:ext>
            </a:extLst>
          </p:cNvPr>
          <p:cNvGraphicFramePr/>
          <p:nvPr>
            <p:extLst>
              <p:ext uri="{D42A27DB-BD31-4B8C-83A1-F6EECF244321}">
                <p14:modId xmlns:p14="http://schemas.microsoft.com/office/powerpoint/2010/main" val="2232971697"/>
              </p:ext>
            </p:extLst>
          </p:nvPr>
        </p:nvGraphicFramePr>
        <p:xfrm>
          <a:off x="786130" y="1256876"/>
          <a:ext cx="6624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1">
            <a:extLst>
              <a:ext uri="{FF2B5EF4-FFF2-40B4-BE49-F238E27FC236}">
                <a16:creationId xmlns:a16="http://schemas.microsoft.com/office/drawing/2014/main" id="{028A9473-E6CF-4472-B1B9-C488AA534D55}"/>
              </a:ext>
            </a:extLst>
          </p:cNvPr>
          <p:cNvSpPr txBox="1">
            <a:spLocks/>
          </p:cNvSpPr>
          <p:nvPr/>
        </p:nvSpPr>
        <p:spPr>
          <a:xfrm>
            <a:off x="838200" y="182457"/>
            <a:ext cx="6774180" cy="91482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cap="all" dirty="0">
                <a:effectLst>
                  <a:outerShdw blurRad="38100" dist="38100" dir="2700000" algn="tl">
                    <a:srgbClr val="000000">
                      <a:alpha val="43137"/>
                    </a:srgbClr>
                  </a:outerShdw>
                </a:effectLst>
              </a:rPr>
              <a:t>The Analyte</a:t>
            </a:r>
            <a:endParaRPr lang="en-IN" sz="4000" b="1" cap="all" dirty="0">
              <a:effectLst>
                <a:outerShdw blurRad="38100" dist="38100" dir="2700000" algn="tl">
                  <a:srgbClr val="000000">
                    <a:alpha val="43137"/>
                  </a:srgbClr>
                </a:outerShdw>
              </a:effectLst>
            </a:endParaRPr>
          </a:p>
        </p:txBody>
      </p:sp>
      <p:pic>
        <p:nvPicPr>
          <p:cNvPr id="6" name="Picture 5">
            <a:extLst>
              <a:ext uri="{FF2B5EF4-FFF2-40B4-BE49-F238E27FC236}">
                <a16:creationId xmlns:a16="http://schemas.microsoft.com/office/drawing/2014/main" id="{9F00399B-7C6D-46BC-AC09-ACD69386AE66}"/>
              </a:ext>
            </a:extLst>
          </p:cNvPr>
          <p:cNvPicPr>
            <a:picLocks noChangeAspect="1"/>
          </p:cNvPicPr>
          <p:nvPr/>
        </p:nvPicPr>
        <p:blipFill rotWithShape="1">
          <a:blip r:embed="rId7"/>
          <a:srcRect l="18715" t="8885" r="12069" b="5543"/>
          <a:stretch/>
        </p:blipFill>
        <p:spPr>
          <a:xfrm>
            <a:off x="7509510" y="2342727"/>
            <a:ext cx="4427220" cy="3075094"/>
          </a:xfrm>
          <a:prstGeom prst="rect">
            <a:avLst/>
          </a:prstGeom>
        </p:spPr>
      </p:pic>
    </p:spTree>
    <p:extLst>
      <p:ext uri="{BB962C8B-B14F-4D97-AF65-F5344CB8AC3E}">
        <p14:creationId xmlns:p14="http://schemas.microsoft.com/office/powerpoint/2010/main" val="306339865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69CD659-6B4B-436D-90B8-F6E710E07BB2}"/>
              </a:ext>
            </a:extLst>
          </p:cNvPr>
          <p:cNvSpPr>
            <a:spLocks noGrp="1"/>
          </p:cNvSpPr>
          <p:nvPr>
            <p:ph type="sldNum" sz="quarter" idx="12"/>
          </p:nvPr>
        </p:nvSpPr>
        <p:spPr/>
        <p:txBody>
          <a:bodyPr/>
          <a:lstStyle/>
          <a:p>
            <a:fld id="{BDCDBBEF-AA6C-4BA6-85B2-A17D7F280E38}" type="slidenum">
              <a:rPr lang="en-US" smtClean="0"/>
              <a:pPr/>
              <a:t>14</a:t>
            </a:fld>
            <a:endParaRPr lang="en-US"/>
          </a:p>
        </p:txBody>
      </p:sp>
      <p:pic>
        <p:nvPicPr>
          <p:cNvPr id="7" name="Picture 6">
            <a:extLst>
              <a:ext uri="{FF2B5EF4-FFF2-40B4-BE49-F238E27FC236}">
                <a16:creationId xmlns:a16="http://schemas.microsoft.com/office/drawing/2014/main" id="{DA2B2D92-E992-4743-B55F-4C575C9B9F83}"/>
              </a:ext>
            </a:extLst>
          </p:cNvPr>
          <p:cNvPicPr>
            <a:picLocks noChangeAspect="1"/>
          </p:cNvPicPr>
          <p:nvPr/>
        </p:nvPicPr>
        <p:blipFill rotWithShape="1">
          <a:blip r:embed="rId2"/>
          <a:srcRect l="39593" t="39582" r="12445"/>
          <a:stretch/>
        </p:blipFill>
        <p:spPr>
          <a:xfrm>
            <a:off x="8267546" y="4343400"/>
            <a:ext cx="3101648" cy="2396067"/>
          </a:xfrm>
          <a:prstGeom prst="rect">
            <a:avLst/>
          </a:prstGeom>
        </p:spPr>
      </p:pic>
      <p:sp>
        <p:nvSpPr>
          <p:cNvPr id="9" name="Title 1">
            <a:extLst>
              <a:ext uri="{FF2B5EF4-FFF2-40B4-BE49-F238E27FC236}">
                <a16:creationId xmlns:a16="http://schemas.microsoft.com/office/drawing/2014/main" id="{F30ABAB3-0ADC-4BA7-A47B-77AE05AA924D}"/>
              </a:ext>
            </a:extLst>
          </p:cNvPr>
          <p:cNvSpPr txBox="1">
            <a:spLocks/>
          </p:cNvSpPr>
          <p:nvPr/>
        </p:nvSpPr>
        <p:spPr>
          <a:xfrm>
            <a:off x="838200" y="118535"/>
            <a:ext cx="6774180" cy="1127334"/>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cap="all" dirty="0">
                <a:effectLst>
                  <a:outerShdw blurRad="38100" dist="38100" dir="2700000" algn="tl">
                    <a:srgbClr val="000000">
                      <a:alpha val="43137"/>
                    </a:srgbClr>
                  </a:outerShdw>
                </a:effectLst>
              </a:rPr>
              <a:t>Bioreceptor</a:t>
            </a:r>
          </a:p>
          <a:p>
            <a:pPr algn="ctr">
              <a:spcBef>
                <a:spcPts val="600"/>
              </a:spcBef>
            </a:pPr>
            <a:r>
              <a:rPr lang="en-US" sz="3500" b="1" dirty="0"/>
              <a:t>(Biological Element) </a:t>
            </a:r>
            <a:endParaRPr lang="en-IN" sz="3500" b="1" dirty="0"/>
          </a:p>
        </p:txBody>
      </p:sp>
      <p:graphicFrame>
        <p:nvGraphicFramePr>
          <p:cNvPr id="10" name="Diagram 9">
            <a:extLst>
              <a:ext uri="{FF2B5EF4-FFF2-40B4-BE49-F238E27FC236}">
                <a16:creationId xmlns:a16="http://schemas.microsoft.com/office/drawing/2014/main" id="{7B34F989-56FB-4C6D-8093-1909FB77325F}"/>
              </a:ext>
            </a:extLst>
          </p:cNvPr>
          <p:cNvGraphicFramePr/>
          <p:nvPr>
            <p:extLst>
              <p:ext uri="{D42A27DB-BD31-4B8C-83A1-F6EECF244321}">
                <p14:modId xmlns:p14="http://schemas.microsoft.com/office/powerpoint/2010/main" val="3222133379"/>
              </p:ext>
            </p:extLst>
          </p:nvPr>
        </p:nvGraphicFramePr>
        <p:xfrm>
          <a:off x="514350" y="1245869"/>
          <a:ext cx="6774180" cy="54935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10">
            <a:extLst>
              <a:ext uri="{FF2B5EF4-FFF2-40B4-BE49-F238E27FC236}">
                <a16:creationId xmlns:a16="http://schemas.microsoft.com/office/drawing/2014/main" id="{A3AF3ADB-B94A-41D3-A2DE-884FEAC4E60A}"/>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50000"/>
                    </a14:imgEffect>
                  </a14:imgLayer>
                </a14:imgProps>
              </a:ext>
            </a:extLst>
          </a:blip>
          <a:stretch>
            <a:fillRect/>
          </a:stretch>
        </p:blipFill>
        <p:spPr>
          <a:xfrm>
            <a:off x="7532370" y="594360"/>
            <a:ext cx="4572000" cy="3463925"/>
          </a:xfrm>
          <a:prstGeom prst="rect">
            <a:avLst/>
          </a:prstGeom>
        </p:spPr>
      </p:pic>
    </p:spTree>
    <p:extLst>
      <p:ext uri="{BB962C8B-B14F-4D97-AF65-F5344CB8AC3E}">
        <p14:creationId xmlns:p14="http://schemas.microsoft.com/office/powerpoint/2010/main" val="269116644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5327"/>
            <a:ext cx="10515600" cy="1325563"/>
          </a:xfrm>
        </p:spPr>
        <p:txBody>
          <a:bodyPr>
            <a:normAutofit/>
          </a:bodyPr>
          <a:lstStyle/>
          <a:p>
            <a:pPr algn="ctr"/>
            <a:r>
              <a:rPr lang="en-IN" sz="4000" b="1" dirty="0">
                <a:highlight>
                  <a:srgbClr val="FFFF00"/>
                </a:highlight>
              </a:rPr>
              <a:t>Types of biosensors</a:t>
            </a:r>
          </a:p>
        </p:txBody>
      </p:sp>
      <p:sp>
        <p:nvSpPr>
          <p:cNvPr id="3" name="Content Placeholder 2"/>
          <p:cNvSpPr>
            <a:spLocks noGrp="1"/>
          </p:cNvSpPr>
          <p:nvPr>
            <p:ph idx="1"/>
          </p:nvPr>
        </p:nvSpPr>
        <p:spPr/>
        <p:txBody>
          <a:bodyPr/>
          <a:lstStyle/>
          <a:p>
            <a:pPr marL="0" indent="0" algn="just">
              <a:buNone/>
            </a:pPr>
            <a:r>
              <a:rPr lang="en-US" b="1" dirty="0"/>
              <a:t>Based on Transducer</a:t>
            </a:r>
          </a:p>
          <a:p>
            <a:pPr marL="0" indent="0" algn="just">
              <a:buNone/>
            </a:pPr>
            <a:endParaRPr lang="en-IN" b="1" dirty="0"/>
          </a:p>
          <a:p>
            <a:pPr marL="457200" lvl="0" indent="-457200" algn="just">
              <a:buFont typeface="+mj-lt"/>
              <a:buAutoNum type="arabicPeriod"/>
            </a:pPr>
            <a:r>
              <a:rPr lang="en-US"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Ion-sensitive biosensor</a:t>
            </a:r>
          </a:p>
          <a:p>
            <a:pPr marL="457200" indent="-457200" algn="just">
              <a:buFont typeface="+mj-lt"/>
              <a:buAutoNum type="arabicPeriod"/>
            </a:pPr>
            <a:r>
              <a:rPr lang="en-US"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Calorimetric/Thermometric  Biosensor</a:t>
            </a:r>
          </a:p>
          <a:p>
            <a:pPr marL="457200" indent="-457200" algn="just">
              <a:buFont typeface="+mj-lt"/>
              <a:buAutoNum type="arabicPeriod"/>
            </a:pPr>
            <a:r>
              <a:rPr lang="en-US"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Electrochemical Biosensor</a:t>
            </a:r>
          </a:p>
          <a:p>
            <a:pPr marL="0" lvl="0" indent="0">
              <a:buNone/>
            </a:pPr>
            <a:r>
              <a:rPr lang="en-IN"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4. </a:t>
            </a:r>
            <a:r>
              <a:rPr lang="en-US"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Wearable Biosensors</a:t>
            </a:r>
            <a:endParaRPr lang="en-IN"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457200" lvl="0" indent="-457200" algn="just">
              <a:buFont typeface="+mj-lt"/>
              <a:buAutoNum type="arabicPeriod"/>
            </a:pPr>
            <a:endParaRPr lang="en-IN" dirty="0">
              <a:latin typeface="Arial" panose="020B0604020202020204" pitchFamily="34" charset="0"/>
              <a:cs typeface="Arial" panose="020B0604020202020204" pitchFamily="34" charset="0"/>
            </a:endParaRPr>
          </a:p>
          <a:p>
            <a:pPr marL="0" indent="0" algn="just">
              <a:buNone/>
            </a:pPr>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Tree>
    <p:extLst>
      <p:ext uri="{BB962C8B-B14F-4D97-AF65-F5344CB8AC3E}">
        <p14:creationId xmlns:p14="http://schemas.microsoft.com/office/powerpoint/2010/main" val="56397558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F5BA7-E769-4E72-96DF-DA23F79E14DF}"/>
              </a:ext>
            </a:extLst>
          </p:cNvPr>
          <p:cNvSpPr>
            <a:spLocks noGrp="1"/>
          </p:cNvSpPr>
          <p:nvPr>
            <p:ph type="title"/>
          </p:nvPr>
        </p:nvSpPr>
        <p:spPr>
          <a:xfrm>
            <a:off x="-1532138" y="14065"/>
            <a:ext cx="10515600" cy="995045"/>
          </a:xfrm>
        </p:spPr>
        <p:txBody>
          <a:bodyPr>
            <a:normAutofit/>
          </a:bodyPr>
          <a:lstStyle/>
          <a:p>
            <a:pPr algn="ctr"/>
            <a:r>
              <a:rPr lang="en-IN" sz="4000" b="1" dirty="0">
                <a:effectLst>
                  <a:outerShdw blurRad="38100" dist="38100" dir="2700000" algn="tl">
                    <a:srgbClr val="000000">
                      <a:alpha val="43137"/>
                    </a:srgbClr>
                  </a:outerShdw>
                </a:effectLst>
              </a:rPr>
              <a:t>1. Ion Sensitive Biosensor</a:t>
            </a:r>
          </a:p>
        </p:txBody>
      </p:sp>
      <p:sp>
        <p:nvSpPr>
          <p:cNvPr id="4" name="Slide Number Placeholder 3">
            <a:extLst>
              <a:ext uri="{FF2B5EF4-FFF2-40B4-BE49-F238E27FC236}">
                <a16:creationId xmlns:a16="http://schemas.microsoft.com/office/drawing/2014/main" id="{C2947AE8-B963-474B-98AA-4257B03D19DF}"/>
              </a:ext>
            </a:extLst>
          </p:cNvPr>
          <p:cNvSpPr>
            <a:spLocks noGrp="1"/>
          </p:cNvSpPr>
          <p:nvPr>
            <p:ph type="sldNum" sz="quarter" idx="12"/>
          </p:nvPr>
        </p:nvSpPr>
        <p:spPr/>
        <p:txBody>
          <a:bodyPr/>
          <a:lstStyle/>
          <a:p>
            <a:fld id="{BDCDBBEF-AA6C-4BA6-85B2-A17D7F280E38}" type="slidenum">
              <a:rPr lang="en-US" smtClean="0"/>
              <a:pPr/>
              <a:t>16</a:t>
            </a:fld>
            <a:endParaRPr lang="en-US"/>
          </a:p>
        </p:txBody>
      </p:sp>
      <p:sp>
        <p:nvSpPr>
          <p:cNvPr id="8" name="TextBox 7">
            <a:extLst>
              <a:ext uri="{FF2B5EF4-FFF2-40B4-BE49-F238E27FC236}">
                <a16:creationId xmlns:a16="http://schemas.microsoft.com/office/drawing/2014/main" id="{EA90ECD4-29F2-4175-816F-BE5D127B254B}"/>
              </a:ext>
            </a:extLst>
          </p:cNvPr>
          <p:cNvSpPr txBox="1"/>
          <p:nvPr/>
        </p:nvSpPr>
        <p:spPr>
          <a:xfrm>
            <a:off x="0" y="1085318"/>
            <a:ext cx="7096897" cy="5755422"/>
          </a:xfrm>
          <a:prstGeom prst="rect">
            <a:avLst/>
          </a:prstGeom>
          <a:noFill/>
        </p:spPr>
        <p:txBody>
          <a:bodyPr wrap="square">
            <a:spAutoFit/>
          </a:bodyPr>
          <a:lstStyle/>
          <a:p>
            <a:pPr marL="342900" indent="-342900" algn="just">
              <a:buFont typeface="Arial" panose="020B0604020202020204" pitchFamily="34" charset="0"/>
              <a:buChar char="•"/>
            </a:pPr>
            <a:r>
              <a:rPr lang="en-US" sz="2300" dirty="0"/>
              <a:t>These are </a:t>
            </a:r>
            <a:r>
              <a:rPr lang="en-US" sz="2300" b="1" dirty="0"/>
              <a:t>semiconductor FETs </a:t>
            </a:r>
          </a:p>
          <a:p>
            <a:pPr marL="342900" indent="-342900" algn="just">
              <a:buFont typeface="Arial" panose="020B0604020202020204" pitchFamily="34" charset="0"/>
              <a:buChar char="•"/>
            </a:pPr>
            <a:r>
              <a:rPr lang="en-US" sz="2300" b="1" dirty="0"/>
              <a:t>Having an ion-sensitive surface (Selectively permeable to analyte ions).</a:t>
            </a:r>
          </a:p>
          <a:p>
            <a:pPr marL="342900" indent="-342900" algn="just">
              <a:buFont typeface="Arial" panose="020B0604020202020204" pitchFamily="34" charset="0"/>
              <a:buChar char="•"/>
            </a:pPr>
            <a:r>
              <a:rPr lang="en-US" sz="2300" b="1" dirty="0"/>
              <a:t>Ions diffuse through layer, ,,,,,cause change in surface potential. </a:t>
            </a:r>
          </a:p>
          <a:p>
            <a:pPr marL="342900" indent="-342900" algn="just">
              <a:buFont typeface="Arial" panose="020B0604020202020204" pitchFamily="34" charset="0"/>
              <a:buChar char="•"/>
            </a:pPr>
            <a:r>
              <a:rPr lang="en-US" sz="2300" b="1" dirty="0"/>
              <a:t>Change in the potential can be subsequently measured.</a:t>
            </a:r>
          </a:p>
          <a:p>
            <a:pPr marL="342900" indent="-342900" algn="just">
              <a:buFont typeface="Arial" panose="020B0604020202020204" pitchFamily="34" charset="0"/>
              <a:buChar char="•"/>
            </a:pPr>
            <a:endParaRPr lang="en-US" sz="2300" b="1" dirty="0"/>
          </a:p>
          <a:p>
            <a:pPr marL="342900" indent="-342900" algn="just">
              <a:buFont typeface="Arial" panose="020B0604020202020204" pitchFamily="34" charset="0"/>
              <a:buChar char="•"/>
            </a:pPr>
            <a:endParaRPr lang="en-US" sz="2300" b="1" dirty="0"/>
          </a:p>
          <a:p>
            <a:pPr marL="342900" indent="-342900" algn="just">
              <a:buFont typeface="Arial" panose="020B0604020202020204" pitchFamily="34" charset="0"/>
              <a:buChar char="•"/>
            </a:pPr>
            <a:endParaRPr lang="en-US" sz="2300" b="1" dirty="0"/>
          </a:p>
          <a:p>
            <a:pPr marL="285750" indent="-285750" algn="just">
              <a:buFont typeface="Arial" panose="020B0604020202020204" pitchFamily="34" charset="0"/>
              <a:buChar char="•"/>
            </a:pPr>
            <a:r>
              <a:rPr lang="en-US" sz="2300" dirty="0"/>
              <a:t>The Ion Sensitive Field Effect Transistor (ISFET) can be constructed by covering the sensor electrode with a polymer layer. </a:t>
            </a:r>
          </a:p>
          <a:p>
            <a:pPr marL="285750" indent="-285750" algn="just">
              <a:buFont typeface="Arial" panose="020B0604020202020204" pitchFamily="34" charset="0"/>
              <a:buChar char="•"/>
            </a:pPr>
            <a:r>
              <a:rPr lang="en-US" sz="2300" dirty="0"/>
              <a:t>This type of biosensor is also called an ENFET (Enzyme Field Effect Transistor) and is primarily used for </a:t>
            </a:r>
            <a:r>
              <a:rPr lang="en-US" sz="2300" b="1" dirty="0"/>
              <a:t>pH detection.</a:t>
            </a:r>
          </a:p>
        </p:txBody>
      </p:sp>
      <p:pic>
        <p:nvPicPr>
          <p:cNvPr id="1026" name="Picture 2" descr="A typical representation of ion sensitive layer usually used in... |  Download Scientific Diagram">
            <a:extLst>
              <a:ext uri="{FF2B5EF4-FFF2-40B4-BE49-F238E27FC236}">
                <a16:creationId xmlns:a16="http://schemas.microsoft.com/office/drawing/2014/main" id="{CCFA2468-0FCD-37DA-78FD-CD156AD9CA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9464" y="-62143"/>
            <a:ext cx="4938986" cy="27402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831283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C533A3-F244-4CE5-B556-C010719FEA76}"/>
              </a:ext>
            </a:extLst>
          </p:cNvPr>
          <p:cNvSpPr>
            <a:spLocks noGrp="1"/>
          </p:cNvSpPr>
          <p:nvPr>
            <p:ph type="sldNum" sz="quarter" idx="12"/>
          </p:nvPr>
        </p:nvSpPr>
        <p:spPr/>
        <p:txBody>
          <a:bodyPr/>
          <a:lstStyle/>
          <a:p>
            <a:fld id="{BDCDBBEF-AA6C-4BA6-85B2-A17D7F280E38}" type="slidenum">
              <a:rPr lang="en-US" smtClean="0"/>
              <a:pPr/>
              <a:t>17</a:t>
            </a:fld>
            <a:endParaRPr lang="en-US"/>
          </a:p>
        </p:txBody>
      </p:sp>
      <p:sp>
        <p:nvSpPr>
          <p:cNvPr id="4" name="Title 1">
            <a:extLst>
              <a:ext uri="{FF2B5EF4-FFF2-40B4-BE49-F238E27FC236}">
                <a16:creationId xmlns:a16="http://schemas.microsoft.com/office/drawing/2014/main" id="{1B4727B4-D2C1-42A7-B09E-30E8C0F8F355}"/>
              </a:ext>
            </a:extLst>
          </p:cNvPr>
          <p:cNvSpPr txBox="1">
            <a:spLocks/>
          </p:cNvSpPr>
          <p:nvPr/>
        </p:nvSpPr>
        <p:spPr>
          <a:xfrm>
            <a:off x="838200" y="136525"/>
            <a:ext cx="10515600" cy="6750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effectLst>
                  <a:outerShdw blurRad="38100" dist="38100" dir="2700000" algn="tl">
                    <a:srgbClr val="000000">
                      <a:alpha val="43137"/>
                    </a:srgbClr>
                  </a:outerShdw>
                </a:effectLst>
              </a:rPr>
              <a:t>2. Calorimetric/Thermometric  Biosensor </a:t>
            </a:r>
            <a:endParaRPr lang="en-IN" sz="4000" b="1" dirty="0">
              <a:effectLst>
                <a:outerShdw blurRad="38100" dist="38100" dir="2700000" algn="tl">
                  <a:srgbClr val="000000">
                    <a:alpha val="43137"/>
                  </a:srgbClr>
                </a:outerShdw>
              </a:effectLst>
            </a:endParaRPr>
          </a:p>
        </p:txBody>
      </p:sp>
      <p:graphicFrame>
        <p:nvGraphicFramePr>
          <p:cNvPr id="6" name="Diagram 5">
            <a:extLst>
              <a:ext uri="{FF2B5EF4-FFF2-40B4-BE49-F238E27FC236}">
                <a16:creationId xmlns:a16="http://schemas.microsoft.com/office/drawing/2014/main" id="{1D5FB3F9-54D0-4E6F-AEBC-50AE74229D81}"/>
              </a:ext>
            </a:extLst>
          </p:cNvPr>
          <p:cNvGraphicFramePr/>
          <p:nvPr>
            <p:extLst>
              <p:ext uri="{D42A27DB-BD31-4B8C-83A1-F6EECF244321}">
                <p14:modId xmlns:p14="http://schemas.microsoft.com/office/powerpoint/2010/main" val="2989883242"/>
              </p:ext>
            </p:extLst>
          </p:nvPr>
        </p:nvGraphicFramePr>
        <p:xfrm>
          <a:off x="139906" y="996498"/>
          <a:ext cx="11912188" cy="58615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5920677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A8ED18-B9E2-4970-93DC-9B5C63901AC5}"/>
              </a:ext>
            </a:extLst>
          </p:cNvPr>
          <p:cNvSpPr>
            <a:spLocks noGrp="1"/>
          </p:cNvSpPr>
          <p:nvPr>
            <p:ph type="sldNum" sz="quarter" idx="12"/>
          </p:nvPr>
        </p:nvSpPr>
        <p:spPr/>
        <p:txBody>
          <a:bodyPr/>
          <a:lstStyle/>
          <a:p>
            <a:fld id="{BDCDBBEF-AA6C-4BA6-85B2-A17D7F280E38}" type="slidenum">
              <a:rPr lang="en-US" smtClean="0"/>
              <a:pPr/>
              <a:t>18</a:t>
            </a:fld>
            <a:endParaRPr lang="en-US"/>
          </a:p>
        </p:txBody>
      </p:sp>
      <p:sp>
        <p:nvSpPr>
          <p:cNvPr id="3" name="Title 1">
            <a:extLst>
              <a:ext uri="{FF2B5EF4-FFF2-40B4-BE49-F238E27FC236}">
                <a16:creationId xmlns:a16="http://schemas.microsoft.com/office/drawing/2014/main" id="{956F2A21-3288-448A-80B9-380E34BB3853}"/>
              </a:ext>
            </a:extLst>
          </p:cNvPr>
          <p:cNvSpPr txBox="1">
            <a:spLocks/>
          </p:cNvSpPr>
          <p:nvPr/>
        </p:nvSpPr>
        <p:spPr>
          <a:xfrm>
            <a:off x="838200" y="136525"/>
            <a:ext cx="10515600" cy="8350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effectLst>
                  <a:outerShdw blurRad="38100" dist="38100" dir="2700000" algn="tl">
                    <a:srgbClr val="000000">
                      <a:alpha val="43137"/>
                    </a:srgbClr>
                  </a:outerShdw>
                </a:effectLst>
              </a:rPr>
              <a:t>3. Electrochemical Biosensor</a:t>
            </a:r>
            <a:endParaRPr lang="en-IN" b="1" dirty="0">
              <a:effectLst>
                <a:outerShdw blurRad="38100" dist="38100" dir="2700000" algn="tl">
                  <a:srgbClr val="000000">
                    <a:alpha val="43137"/>
                  </a:srgbClr>
                </a:outerShdw>
              </a:effectLst>
            </a:endParaRPr>
          </a:p>
        </p:txBody>
      </p:sp>
      <p:graphicFrame>
        <p:nvGraphicFramePr>
          <p:cNvPr id="4" name="Diagram 3">
            <a:extLst>
              <a:ext uri="{FF2B5EF4-FFF2-40B4-BE49-F238E27FC236}">
                <a16:creationId xmlns:a16="http://schemas.microsoft.com/office/drawing/2014/main" id="{410C771D-1EE3-489E-BFF9-00DD48CF5EDF}"/>
              </a:ext>
            </a:extLst>
          </p:cNvPr>
          <p:cNvGraphicFramePr/>
          <p:nvPr>
            <p:extLst>
              <p:ext uri="{D42A27DB-BD31-4B8C-83A1-F6EECF244321}">
                <p14:modId xmlns:p14="http://schemas.microsoft.com/office/powerpoint/2010/main" val="2871984923"/>
              </p:ext>
            </p:extLst>
          </p:nvPr>
        </p:nvGraphicFramePr>
        <p:xfrm>
          <a:off x="575310" y="1017270"/>
          <a:ext cx="11311890" cy="55441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0706772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6441" y="200249"/>
            <a:ext cx="5699241" cy="6156101"/>
          </a:xfrm>
        </p:spPr>
        <p:txBody>
          <a:bodyPr>
            <a:noAutofit/>
          </a:bodyPr>
          <a:lstStyle/>
          <a:p>
            <a:pPr marL="0" indent="0" algn="ctr" fontAlgn="base">
              <a:buNone/>
            </a:pPr>
            <a:r>
              <a:rPr lang="en-US" sz="4000" b="1" dirty="0"/>
              <a:t>4. Wearable Biosensors </a:t>
            </a:r>
          </a:p>
          <a:p>
            <a:pPr algn="just" fontAlgn="base"/>
            <a:r>
              <a:rPr lang="en-US" sz="3200" dirty="0"/>
              <a:t>Digital device, </a:t>
            </a:r>
            <a:r>
              <a:rPr lang="en-US" sz="3200" b="1" dirty="0"/>
              <a:t>used to wear on the human body </a:t>
            </a:r>
            <a:r>
              <a:rPr lang="en-US" sz="3200" dirty="0"/>
              <a:t>(like smart watches, smart shirts, tattoos which allows the levels of blood glucose, Blood Pressure, the rate of heartbeat).</a:t>
            </a:r>
          </a:p>
          <a:p>
            <a:pPr algn="just" fontAlgn="base"/>
            <a:r>
              <a:rPr lang="en-US" sz="3200" dirty="0"/>
              <a:t>Wearable biosensors (WBSs) are </a:t>
            </a:r>
            <a:r>
              <a:rPr lang="en-US" sz="3200" b="1" dirty="0"/>
              <a:t>portable electronic devices </a:t>
            </a:r>
            <a:r>
              <a:rPr lang="en-US" sz="3200" dirty="0"/>
              <a:t>that integrate sensors into/or with the human body</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pic>
        <p:nvPicPr>
          <p:cNvPr id="1030" name="Picture 6" descr="Wearable Biosensors in Congenital Heart Disease: Needs to Advance the Field  | JACC: Advances">
            <a:extLst>
              <a:ext uri="{FF2B5EF4-FFF2-40B4-BE49-F238E27FC236}">
                <a16:creationId xmlns:a16="http://schemas.microsoft.com/office/drawing/2014/main" id="{00A5A5DA-9616-D99D-6183-83D9DEA723C8}"/>
              </a:ext>
            </a:extLst>
          </p:cNvPr>
          <p:cNvPicPr>
            <a:picLocks noChangeAspect="1" noChangeArrowheads="1"/>
          </p:cNvPicPr>
          <p:nvPr/>
        </p:nvPicPr>
        <p:blipFill rotWithShape="1">
          <a:blip r:embed="rId2">
            <a:extLst>
              <a:ext uri="{28A0092B-C50C-407E-A947-70E740481C1C}">
                <a14:useLocalDpi xmlns:a14="http://schemas.microsoft.com/office/drawing/2010/main"/>
              </a:ext>
            </a:extLst>
          </a:blip>
          <a:srcRect l="14160" t="10905" r="13840" b="7647"/>
          <a:stretch/>
        </p:blipFill>
        <p:spPr bwMode="auto">
          <a:xfrm>
            <a:off x="6226320" y="538606"/>
            <a:ext cx="5965680" cy="5965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1577761"/>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EFAF46-3BC6-42FB-B834-FB519F3AE3C7}"/>
              </a:ext>
            </a:extLst>
          </p:cNvPr>
          <p:cNvSpPr>
            <a:spLocks noGrp="1"/>
          </p:cNvSpPr>
          <p:nvPr>
            <p:ph type="sldNum" sz="quarter" idx="12"/>
          </p:nvPr>
        </p:nvSpPr>
        <p:spPr/>
        <p:txBody>
          <a:bodyPr/>
          <a:lstStyle/>
          <a:p>
            <a:fld id="{BDCDBBEF-AA6C-4BA6-85B2-A17D7F280E38}" type="slidenum">
              <a:rPr lang="en-US" smtClean="0"/>
              <a:pPr/>
              <a:t>20</a:t>
            </a:fld>
            <a:endParaRPr lang="en-US"/>
          </a:p>
        </p:txBody>
      </p:sp>
      <p:sp>
        <p:nvSpPr>
          <p:cNvPr id="3" name="Title 1">
            <a:extLst>
              <a:ext uri="{FF2B5EF4-FFF2-40B4-BE49-F238E27FC236}">
                <a16:creationId xmlns:a16="http://schemas.microsoft.com/office/drawing/2014/main" id="{6B06C627-CE3F-4CE8-857E-6BB8C3465A4E}"/>
              </a:ext>
            </a:extLst>
          </p:cNvPr>
          <p:cNvSpPr txBox="1">
            <a:spLocks/>
          </p:cNvSpPr>
          <p:nvPr/>
        </p:nvSpPr>
        <p:spPr>
          <a:xfrm>
            <a:off x="838200" y="227965"/>
            <a:ext cx="11014710" cy="80073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fr-FR" sz="4000" b="1" dirty="0">
              <a:solidFill>
                <a:schemeClr val="accent3"/>
              </a:solidFill>
              <a:effectLst>
                <a:outerShdw blurRad="38100" dist="38100" dir="2700000" algn="tl">
                  <a:srgbClr val="000000">
                    <a:alpha val="43137"/>
                  </a:srgbClr>
                </a:outerShdw>
              </a:effectLst>
            </a:endParaRPr>
          </a:p>
        </p:txBody>
      </p:sp>
      <p:graphicFrame>
        <p:nvGraphicFramePr>
          <p:cNvPr id="4" name="Diagram 3">
            <a:extLst>
              <a:ext uri="{FF2B5EF4-FFF2-40B4-BE49-F238E27FC236}">
                <a16:creationId xmlns:a16="http://schemas.microsoft.com/office/drawing/2014/main" id="{70966867-BDFD-4986-AFDB-9BED494BC1F8}"/>
              </a:ext>
            </a:extLst>
          </p:cNvPr>
          <p:cNvGraphicFramePr/>
          <p:nvPr>
            <p:extLst>
              <p:ext uri="{D42A27DB-BD31-4B8C-83A1-F6EECF244321}">
                <p14:modId xmlns:p14="http://schemas.microsoft.com/office/powerpoint/2010/main" val="1201481113"/>
              </p:ext>
            </p:extLst>
          </p:nvPr>
        </p:nvGraphicFramePr>
        <p:xfrm>
          <a:off x="838200" y="136525"/>
          <a:ext cx="11140440" cy="45269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DEF8F28E-7D18-4FB2-826E-A3AD1B01CC00}"/>
              </a:ext>
            </a:extLst>
          </p:cNvPr>
          <p:cNvPicPr>
            <a:picLocks noChangeAspect="1"/>
          </p:cNvPicPr>
          <p:nvPr/>
        </p:nvPicPr>
        <p:blipFill>
          <a:blip r:embed="rId7"/>
          <a:stretch>
            <a:fillRect/>
          </a:stretch>
        </p:blipFill>
        <p:spPr>
          <a:xfrm>
            <a:off x="2398394" y="4429760"/>
            <a:ext cx="8161409" cy="2428240"/>
          </a:xfrm>
          <a:prstGeom prst="rect">
            <a:avLst/>
          </a:prstGeom>
        </p:spPr>
      </p:pic>
    </p:spTree>
    <p:extLst>
      <p:ext uri="{BB962C8B-B14F-4D97-AF65-F5344CB8AC3E}">
        <p14:creationId xmlns:p14="http://schemas.microsoft.com/office/powerpoint/2010/main" val="171316263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B9F379B-A830-44B2-CC1C-15799B8E4A9E}"/>
              </a:ext>
            </a:extLst>
          </p:cNvPr>
          <p:cNvSpPr>
            <a:spLocks noGrp="1"/>
          </p:cNvSpPr>
          <p:nvPr>
            <p:ph type="sldNum" sz="quarter" idx="12"/>
          </p:nvPr>
        </p:nvSpPr>
        <p:spPr/>
        <p:txBody>
          <a:bodyPr/>
          <a:lstStyle/>
          <a:p>
            <a:fld id="{BDCDBBEF-AA6C-4BA6-85B2-A17D7F280E38}" type="slidenum">
              <a:rPr lang="en-US" smtClean="0"/>
              <a:pPr/>
              <a:t>21</a:t>
            </a:fld>
            <a:endParaRPr lang="en-US"/>
          </a:p>
        </p:txBody>
      </p:sp>
      <p:sp>
        <p:nvSpPr>
          <p:cNvPr id="4" name="TextBox 3">
            <a:extLst>
              <a:ext uri="{FF2B5EF4-FFF2-40B4-BE49-F238E27FC236}">
                <a16:creationId xmlns:a16="http://schemas.microsoft.com/office/drawing/2014/main" id="{EE62E3CC-AE3B-1773-623F-1B8A6A02262C}"/>
              </a:ext>
            </a:extLst>
          </p:cNvPr>
          <p:cNvSpPr txBox="1"/>
          <p:nvPr/>
        </p:nvSpPr>
        <p:spPr>
          <a:xfrm>
            <a:off x="757117" y="644356"/>
            <a:ext cx="8173819" cy="923330"/>
          </a:xfrm>
          <a:prstGeom prst="rect">
            <a:avLst/>
          </a:prstGeom>
          <a:noFill/>
        </p:spPr>
        <p:txBody>
          <a:bodyPr wrap="square">
            <a:spAutoFit/>
          </a:bodyPr>
          <a:lstStyle/>
          <a:p>
            <a:pPr algn="just"/>
            <a:r>
              <a:rPr lang="en-US" b="0" i="0" dirty="0">
                <a:solidFill>
                  <a:srgbClr val="202124"/>
                </a:solidFill>
                <a:effectLst/>
                <a:latin typeface="Google Sans"/>
              </a:rPr>
              <a:t>Enzymes are </a:t>
            </a:r>
            <a:r>
              <a:rPr lang="en-US" b="0" i="0" dirty="0">
                <a:solidFill>
                  <a:srgbClr val="040C28"/>
                </a:solidFill>
                <a:effectLst/>
                <a:latin typeface="Google Sans"/>
              </a:rPr>
              <a:t>proteins that help speed up metabolism, or the chemical reactions in our bodies</a:t>
            </a:r>
            <a:r>
              <a:rPr lang="en-US" b="0" i="0" dirty="0">
                <a:solidFill>
                  <a:srgbClr val="202124"/>
                </a:solidFill>
                <a:effectLst/>
                <a:latin typeface="Google Sans"/>
              </a:rPr>
              <a:t>. They build some substances and break others down. All living things have enzymes. Our bodies naturally produce enzymes.</a:t>
            </a:r>
            <a:endParaRPr lang="en-IN" dirty="0"/>
          </a:p>
        </p:txBody>
      </p:sp>
      <p:pic>
        <p:nvPicPr>
          <p:cNvPr id="4098" name="Picture 2" descr="Enzymes - Structure, Classification, and Function">
            <a:extLst>
              <a:ext uri="{FF2B5EF4-FFF2-40B4-BE49-F238E27FC236}">
                <a16:creationId xmlns:a16="http://schemas.microsoft.com/office/drawing/2014/main" id="{B6017F42-6127-B9CD-969E-D96E296AF2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917" y="2062858"/>
            <a:ext cx="5572125" cy="183832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Classification of Enzymes ~ Biotechfront">
            <a:extLst>
              <a:ext uri="{FF2B5EF4-FFF2-40B4-BE49-F238E27FC236}">
                <a16:creationId xmlns:a16="http://schemas.microsoft.com/office/drawing/2014/main" id="{8DA64B55-A429-AFF3-4AC1-62B176F877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035" y="3901183"/>
            <a:ext cx="4711527" cy="244637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Pin on biochemistry">
            <a:extLst>
              <a:ext uri="{FF2B5EF4-FFF2-40B4-BE49-F238E27FC236}">
                <a16:creationId xmlns:a16="http://schemas.microsoft.com/office/drawing/2014/main" id="{EF5424E5-9600-4374-66D5-6F340DE7D3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7257" y="2138255"/>
            <a:ext cx="6882934" cy="462670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826AF46-1809-1615-0D01-DB7F25D4DAD2}"/>
              </a:ext>
            </a:extLst>
          </p:cNvPr>
          <p:cNvSpPr txBox="1"/>
          <p:nvPr/>
        </p:nvSpPr>
        <p:spPr>
          <a:xfrm>
            <a:off x="1655762" y="136525"/>
            <a:ext cx="9240838" cy="461665"/>
          </a:xfrm>
          <a:prstGeom prst="rect">
            <a:avLst/>
          </a:prstGeom>
          <a:noFill/>
        </p:spPr>
        <p:txBody>
          <a:bodyPr wrap="square">
            <a:spAutoFit/>
          </a:bodyPr>
          <a:lstStyle/>
          <a:p>
            <a:pPr algn="ctr"/>
            <a:r>
              <a:rPr lang="en-US" sz="2400" b="0" i="0" dirty="0">
                <a:solidFill>
                  <a:srgbClr val="202124"/>
                </a:solidFill>
                <a:effectLst/>
                <a:highlight>
                  <a:srgbClr val="FFFF00"/>
                </a:highlight>
                <a:latin typeface="Google Sans"/>
              </a:rPr>
              <a:t>ENZYMES</a:t>
            </a:r>
            <a:endParaRPr lang="en-IN" sz="2400" dirty="0">
              <a:highlight>
                <a:srgbClr val="FFFF00"/>
              </a:highlight>
            </a:endParaRPr>
          </a:p>
        </p:txBody>
      </p:sp>
      <p:sp>
        <p:nvSpPr>
          <p:cNvPr id="5" name="TextBox 4">
            <a:extLst>
              <a:ext uri="{FF2B5EF4-FFF2-40B4-BE49-F238E27FC236}">
                <a16:creationId xmlns:a16="http://schemas.microsoft.com/office/drawing/2014/main" id="{A94799FB-8AC2-185B-1FDA-E40A11968D63}"/>
              </a:ext>
            </a:extLst>
          </p:cNvPr>
          <p:cNvSpPr txBox="1"/>
          <p:nvPr/>
        </p:nvSpPr>
        <p:spPr>
          <a:xfrm>
            <a:off x="1418457" y="1743906"/>
            <a:ext cx="6822488" cy="369332"/>
          </a:xfrm>
          <a:prstGeom prst="rect">
            <a:avLst/>
          </a:prstGeom>
          <a:noFill/>
        </p:spPr>
        <p:txBody>
          <a:bodyPr wrap="square">
            <a:spAutoFit/>
          </a:bodyPr>
          <a:lstStyle/>
          <a:p>
            <a:pPr algn="ctr"/>
            <a:r>
              <a:rPr lang="en-US" sz="1800" b="0" i="0" dirty="0">
                <a:solidFill>
                  <a:srgbClr val="202124"/>
                </a:solidFill>
                <a:effectLst/>
                <a:highlight>
                  <a:srgbClr val="FFFF00"/>
                </a:highlight>
                <a:latin typeface="Google Sans"/>
              </a:rPr>
              <a:t>CLASSIFICATION OF ENZYMES/ TYPES with </a:t>
            </a:r>
            <a:r>
              <a:rPr lang="en-US" sz="1800" b="0" i="0" dirty="0" err="1">
                <a:solidFill>
                  <a:srgbClr val="202124"/>
                </a:solidFill>
                <a:effectLst/>
                <a:highlight>
                  <a:srgbClr val="FFFF00"/>
                </a:highlight>
                <a:latin typeface="Google Sans"/>
              </a:rPr>
              <a:t>e.g</a:t>
            </a:r>
            <a:endParaRPr lang="en-IN" dirty="0"/>
          </a:p>
        </p:txBody>
      </p:sp>
      <p:pic>
        <p:nvPicPr>
          <p:cNvPr id="2050" name="Picture 2" descr="What Are The Enzymes In Raw Organic Honey And What Do They Do Inside T –  Latin Honey Shop">
            <a:extLst>
              <a:ext uri="{FF2B5EF4-FFF2-40B4-BE49-F238E27FC236}">
                <a16:creationId xmlns:a16="http://schemas.microsoft.com/office/drawing/2014/main" id="{31A580D5-160A-4B43-8C02-2E0076FF4F12}"/>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8902284" y="50198"/>
            <a:ext cx="3267907" cy="19118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73274A4-A785-0AB6-4EC2-1D66D6EDFB73}"/>
              </a:ext>
            </a:extLst>
          </p:cNvPr>
          <p:cNvSpPr txBox="1"/>
          <p:nvPr/>
        </p:nvSpPr>
        <p:spPr>
          <a:xfrm>
            <a:off x="1956694" y="6347553"/>
            <a:ext cx="1885367" cy="369332"/>
          </a:xfrm>
          <a:prstGeom prst="rect">
            <a:avLst/>
          </a:prstGeom>
          <a:noFill/>
        </p:spPr>
        <p:txBody>
          <a:bodyPr wrap="square" rtlCol="0">
            <a:spAutoFit/>
          </a:bodyPr>
          <a:lstStyle/>
          <a:p>
            <a:r>
              <a:rPr lang="en-US" b="1" dirty="0"/>
              <a:t>OTHLIL</a:t>
            </a:r>
            <a:endParaRPr lang="en-IN" b="1" dirty="0"/>
          </a:p>
        </p:txBody>
      </p:sp>
    </p:spTree>
    <p:extLst>
      <p:ext uri="{BB962C8B-B14F-4D97-AF65-F5344CB8AC3E}">
        <p14:creationId xmlns:p14="http://schemas.microsoft.com/office/powerpoint/2010/main" val="312163926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97E6B8-D191-8E5E-2405-AB5DA1A0042B}"/>
              </a:ext>
            </a:extLst>
          </p:cNvPr>
          <p:cNvSpPr>
            <a:spLocks noGrp="1"/>
          </p:cNvSpPr>
          <p:nvPr>
            <p:ph type="sldNum" sz="quarter" idx="12"/>
          </p:nvPr>
        </p:nvSpPr>
        <p:spPr/>
        <p:txBody>
          <a:bodyPr/>
          <a:lstStyle/>
          <a:p>
            <a:fld id="{BDCDBBEF-AA6C-4BA6-85B2-A17D7F280E38}" type="slidenum">
              <a:rPr lang="en-US" smtClean="0"/>
              <a:pPr/>
              <a:t>22</a:t>
            </a:fld>
            <a:endParaRPr lang="en-US"/>
          </a:p>
        </p:txBody>
      </p:sp>
      <p:pic>
        <p:nvPicPr>
          <p:cNvPr id="3" name="Picture 2">
            <a:extLst>
              <a:ext uri="{FF2B5EF4-FFF2-40B4-BE49-F238E27FC236}">
                <a16:creationId xmlns:a16="http://schemas.microsoft.com/office/drawing/2014/main" id="{894B71E1-BF9D-8ADA-928E-AFF25B283801}"/>
              </a:ext>
            </a:extLst>
          </p:cNvPr>
          <p:cNvPicPr>
            <a:picLocks noChangeAspect="1"/>
          </p:cNvPicPr>
          <p:nvPr/>
        </p:nvPicPr>
        <p:blipFill>
          <a:blip r:embed="rId2"/>
          <a:stretch>
            <a:fillRect/>
          </a:stretch>
        </p:blipFill>
        <p:spPr>
          <a:xfrm>
            <a:off x="2152650" y="647700"/>
            <a:ext cx="7886700" cy="5562600"/>
          </a:xfrm>
          <a:prstGeom prst="rect">
            <a:avLst/>
          </a:prstGeom>
        </p:spPr>
      </p:pic>
    </p:spTree>
    <p:extLst>
      <p:ext uri="{BB962C8B-B14F-4D97-AF65-F5344CB8AC3E}">
        <p14:creationId xmlns:p14="http://schemas.microsoft.com/office/powerpoint/2010/main" val="20836286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1803DC-1B30-4473-810A-A78275827160}"/>
              </a:ext>
            </a:extLst>
          </p:cNvPr>
          <p:cNvSpPr>
            <a:spLocks noGrp="1"/>
          </p:cNvSpPr>
          <p:nvPr>
            <p:ph type="sldNum" sz="quarter" idx="12"/>
          </p:nvPr>
        </p:nvSpPr>
        <p:spPr/>
        <p:txBody>
          <a:bodyPr/>
          <a:lstStyle/>
          <a:p>
            <a:fld id="{BDCDBBEF-AA6C-4BA6-85B2-A17D7F280E38}" type="slidenum">
              <a:rPr lang="en-US" smtClean="0"/>
              <a:pPr/>
              <a:t>23</a:t>
            </a:fld>
            <a:endParaRPr lang="en-US"/>
          </a:p>
        </p:txBody>
      </p:sp>
      <p:graphicFrame>
        <p:nvGraphicFramePr>
          <p:cNvPr id="3" name="Diagram 2">
            <a:extLst>
              <a:ext uri="{FF2B5EF4-FFF2-40B4-BE49-F238E27FC236}">
                <a16:creationId xmlns:a16="http://schemas.microsoft.com/office/drawing/2014/main" id="{2B948740-81CC-43F3-800F-EBD6B6413379}"/>
              </a:ext>
            </a:extLst>
          </p:cNvPr>
          <p:cNvGraphicFramePr/>
          <p:nvPr>
            <p:extLst>
              <p:ext uri="{D42A27DB-BD31-4B8C-83A1-F6EECF244321}">
                <p14:modId xmlns:p14="http://schemas.microsoft.com/office/powerpoint/2010/main" val="1045586419"/>
              </p:ext>
            </p:extLst>
          </p:nvPr>
        </p:nvGraphicFramePr>
        <p:xfrm>
          <a:off x="884274" y="154280"/>
          <a:ext cx="10833396"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705811"/>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IN" b="1" dirty="0"/>
              <a:t>Glucose Sensors</a:t>
            </a:r>
            <a:br>
              <a:rPr lang="en-IN" dirty="0"/>
            </a:br>
            <a:endParaRPr lang="en-IN" dirty="0"/>
          </a:p>
        </p:txBody>
      </p:sp>
      <p:sp>
        <p:nvSpPr>
          <p:cNvPr id="3" name="Content Placeholder 2"/>
          <p:cNvSpPr>
            <a:spLocks noGrp="1"/>
          </p:cNvSpPr>
          <p:nvPr>
            <p:ph idx="1"/>
          </p:nvPr>
        </p:nvSpPr>
        <p:spPr/>
        <p:txBody>
          <a:bodyPr>
            <a:normAutofit/>
          </a:bodyPr>
          <a:lstStyle/>
          <a:p>
            <a:pPr lvl="0" algn="just"/>
            <a:r>
              <a:rPr lang="en-IN" sz="3200" b="1" dirty="0"/>
              <a:t>Transducer: </a:t>
            </a:r>
            <a:r>
              <a:rPr lang="en-IN" sz="3200" dirty="0"/>
              <a:t>Convert biochemical signals into electrical signals. </a:t>
            </a:r>
          </a:p>
          <a:p>
            <a:pPr lvl="0" algn="just"/>
            <a:r>
              <a:rPr lang="en-IN" sz="3200" b="1" dirty="0"/>
              <a:t>Electronics and display:</a:t>
            </a:r>
            <a:r>
              <a:rPr lang="en-IN" sz="3200" dirty="0"/>
              <a:t> </a:t>
            </a:r>
            <a:r>
              <a:rPr lang="en-US" sz="3200" dirty="0"/>
              <a:t>The processed signals are then quantified and shown on either the glucose meter’s display or the receiver for a continuous glucose monitor (or compatible app).</a:t>
            </a:r>
            <a:endParaRPr lang="en-IN" sz="3200" dirty="0"/>
          </a:p>
          <a:p>
            <a:endParaRPr lang="en-IN" sz="32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spTree>
    <p:extLst>
      <p:ext uri="{BB962C8B-B14F-4D97-AF65-F5344CB8AC3E}">
        <p14:creationId xmlns:p14="http://schemas.microsoft.com/office/powerpoint/2010/main" val="336661583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Picture 2" descr="How Does a Glucose Sensor Work?">
            <a:extLst>
              <a:ext uri="{FF2B5EF4-FFF2-40B4-BE49-F238E27FC236}">
                <a16:creationId xmlns:a16="http://schemas.microsoft.com/office/drawing/2014/main" id="{65E24267-22F9-6798-46EA-1368DA3F90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840" y="2333658"/>
            <a:ext cx="8367920" cy="319544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4CCD762-5FE1-8F33-3DED-02BCB0381350}"/>
              </a:ext>
            </a:extLst>
          </p:cNvPr>
          <p:cNvSpPr txBox="1"/>
          <p:nvPr/>
        </p:nvSpPr>
        <p:spPr>
          <a:xfrm flipH="1">
            <a:off x="1420809" y="5943880"/>
            <a:ext cx="10200060" cy="369332"/>
          </a:xfrm>
          <a:prstGeom prst="rect">
            <a:avLst/>
          </a:prstGeom>
          <a:noFill/>
        </p:spPr>
        <p:txBody>
          <a:bodyPr wrap="square" rtlCol="0">
            <a:spAutoFit/>
          </a:bodyPr>
          <a:lstStyle/>
          <a:p>
            <a:r>
              <a:rPr lang="en-US" dirty="0"/>
              <a:t>Analyte (Glucose) + Enzyme (Glucose oxidase)----Gluconic acid----------measured and displayed </a:t>
            </a:r>
            <a:endParaRPr lang="en-IN" dirty="0"/>
          </a:p>
        </p:txBody>
      </p:sp>
      <p:sp>
        <p:nvSpPr>
          <p:cNvPr id="3" name="TextBox 2">
            <a:extLst>
              <a:ext uri="{FF2B5EF4-FFF2-40B4-BE49-F238E27FC236}">
                <a16:creationId xmlns:a16="http://schemas.microsoft.com/office/drawing/2014/main" id="{0B43430B-641C-67BB-B65F-59FA8E48EFE2}"/>
              </a:ext>
            </a:extLst>
          </p:cNvPr>
          <p:cNvSpPr txBox="1"/>
          <p:nvPr/>
        </p:nvSpPr>
        <p:spPr>
          <a:xfrm flipH="1">
            <a:off x="5306675" y="2793404"/>
            <a:ext cx="1687242" cy="276999"/>
          </a:xfrm>
          <a:prstGeom prst="rect">
            <a:avLst/>
          </a:prstGeom>
          <a:noFill/>
        </p:spPr>
        <p:txBody>
          <a:bodyPr wrap="square" rtlCol="0">
            <a:spAutoFit/>
          </a:bodyPr>
          <a:lstStyle/>
          <a:p>
            <a:r>
              <a:rPr lang="en-US" sz="1200" b="1" dirty="0"/>
              <a:t>Convert signals</a:t>
            </a:r>
            <a:endParaRPr lang="en-IN" sz="1200" b="1" dirty="0"/>
          </a:p>
        </p:txBody>
      </p:sp>
      <p:sp>
        <p:nvSpPr>
          <p:cNvPr id="4" name="TextBox 3">
            <a:extLst>
              <a:ext uri="{FF2B5EF4-FFF2-40B4-BE49-F238E27FC236}">
                <a16:creationId xmlns:a16="http://schemas.microsoft.com/office/drawing/2014/main" id="{0EA50014-98D2-7EA4-2C3E-EFBC0BE9890D}"/>
              </a:ext>
            </a:extLst>
          </p:cNvPr>
          <p:cNvSpPr txBox="1"/>
          <p:nvPr/>
        </p:nvSpPr>
        <p:spPr>
          <a:xfrm flipH="1">
            <a:off x="3160350" y="2799201"/>
            <a:ext cx="2146325" cy="276999"/>
          </a:xfrm>
          <a:prstGeom prst="rect">
            <a:avLst/>
          </a:prstGeom>
          <a:noFill/>
        </p:spPr>
        <p:txBody>
          <a:bodyPr wrap="square" rtlCol="0">
            <a:spAutoFit/>
          </a:bodyPr>
          <a:lstStyle/>
          <a:p>
            <a:r>
              <a:rPr lang="en-US" sz="1200" b="1" dirty="0"/>
              <a:t>Recognize analyte</a:t>
            </a:r>
            <a:endParaRPr lang="en-IN" sz="1200" b="1" dirty="0"/>
          </a:p>
        </p:txBody>
      </p:sp>
      <p:sp>
        <p:nvSpPr>
          <p:cNvPr id="6" name="TextBox 5">
            <a:extLst>
              <a:ext uri="{FF2B5EF4-FFF2-40B4-BE49-F238E27FC236}">
                <a16:creationId xmlns:a16="http://schemas.microsoft.com/office/drawing/2014/main" id="{AE22F5DB-18C6-654E-E7C7-4D5E28A0FD41}"/>
              </a:ext>
            </a:extLst>
          </p:cNvPr>
          <p:cNvSpPr txBox="1"/>
          <p:nvPr/>
        </p:nvSpPr>
        <p:spPr>
          <a:xfrm>
            <a:off x="-25202" y="2793403"/>
            <a:ext cx="4258714" cy="276999"/>
          </a:xfrm>
          <a:prstGeom prst="rect">
            <a:avLst/>
          </a:prstGeom>
          <a:noFill/>
        </p:spPr>
        <p:txBody>
          <a:bodyPr wrap="square">
            <a:spAutoFit/>
          </a:bodyPr>
          <a:lstStyle/>
          <a:p>
            <a:r>
              <a:rPr lang="en-US" sz="1200" b="1" dirty="0">
                <a:solidFill>
                  <a:srgbClr val="202124"/>
                </a:solidFill>
                <a:latin typeface="arial" panose="020B0604020202020204" pitchFamily="34" charset="0"/>
              </a:rPr>
              <a:t>C</a:t>
            </a:r>
            <a:r>
              <a:rPr lang="en-US" sz="1200" b="1" i="0" dirty="0">
                <a:solidFill>
                  <a:srgbClr val="202124"/>
                </a:solidFill>
                <a:effectLst/>
                <a:latin typeface="arial" panose="020B0604020202020204" pitchFamily="34" charset="0"/>
              </a:rPr>
              <a:t>hemical being identified and measured</a:t>
            </a:r>
            <a:endParaRPr lang="en-IN" sz="1200" b="1" dirty="0"/>
          </a:p>
        </p:txBody>
      </p:sp>
      <p:cxnSp>
        <p:nvCxnSpPr>
          <p:cNvPr id="8" name="Straight Connector 7">
            <a:extLst>
              <a:ext uri="{FF2B5EF4-FFF2-40B4-BE49-F238E27FC236}">
                <a16:creationId xmlns:a16="http://schemas.microsoft.com/office/drawing/2014/main" id="{F6CE0D5B-A6E1-12D8-42E9-C824E161EF2E}"/>
              </a:ext>
            </a:extLst>
          </p:cNvPr>
          <p:cNvCxnSpPr>
            <a:cxnSpLocks/>
          </p:cNvCxnSpPr>
          <p:nvPr/>
        </p:nvCxnSpPr>
        <p:spPr>
          <a:xfrm>
            <a:off x="336223" y="1786903"/>
            <a:ext cx="5524107" cy="0"/>
          </a:xfrm>
          <a:prstGeom prst="line">
            <a:avLst/>
          </a:prstGeom>
        </p:spPr>
        <p:style>
          <a:lnRef idx="3">
            <a:schemeClr val="dk1"/>
          </a:lnRef>
          <a:fillRef idx="0">
            <a:schemeClr val="dk1"/>
          </a:fillRef>
          <a:effectRef idx="2">
            <a:schemeClr val="dk1"/>
          </a:effectRef>
          <a:fontRef idx="minor">
            <a:schemeClr val="tx1"/>
          </a:fontRef>
        </p:style>
      </p:cxnSp>
      <p:sp>
        <p:nvSpPr>
          <p:cNvPr id="9" name="TextBox 8">
            <a:extLst>
              <a:ext uri="{FF2B5EF4-FFF2-40B4-BE49-F238E27FC236}">
                <a16:creationId xmlns:a16="http://schemas.microsoft.com/office/drawing/2014/main" id="{6841B8C2-16C6-6B83-1E2A-2A2168D60B52}"/>
              </a:ext>
            </a:extLst>
          </p:cNvPr>
          <p:cNvSpPr txBox="1"/>
          <p:nvPr/>
        </p:nvSpPr>
        <p:spPr>
          <a:xfrm flipH="1">
            <a:off x="952985" y="1394847"/>
            <a:ext cx="4414730" cy="369332"/>
          </a:xfrm>
          <a:prstGeom prst="rect">
            <a:avLst/>
          </a:prstGeom>
          <a:noFill/>
        </p:spPr>
        <p:txBody>
          <a:bodyPr wrap="square" rtlCol="0">
            <a:spAutoFit/>
          </a:bodyPr>
          <a:lstStyle/>
          <a:p>
            <a:r>
              <a:rPr lang="en-US" dirty="0"/>
              <a:t>Biological system + Instrument (Biosensor)</a:t>
            </a:r>
            <a:endParaRPr lang="en-IN" dirty="0"/>
          </a:p>
        </p:txBody>
      </p:sp>
      <p:cxnSp>
        <p:nvCxnSpPr>
          <p:cNvPr id="10" name="Straight Connector 9">
            <a:extLst>
              <a:ext uri="{FF2B5EF4-FFF2-40B4-BE49-F238E27FC236}">
                <a16:creationId xmlns:a16="http://schemas.microsoft.com/office/drawing/2014/main" id="{00F87856-E24B-CF18-CEA2-912F083AD1ED}"/>
              </a:ext>
            </a:extLst>
          </p:cNvPr>
          <p:cNvCxnSpPr>
            <a:cxnSpLocks/>
          </p:cNvCxnSpPr>
          <p:nvPr/>
        </p:nvCxnSpPr>
        <p:spPr>
          <a:xfrm>
            <a:off x="6150296" y="1807328"/>
            <a:ext cx="1020360" cy="0"/>
          </a:xfrm>
          <a:prstGeom prst="line">
            <a:avLst/>
          </a:prstGeom>
        </p:spPr>
        <p:style>
          <a:lnRef idx="3">
            <a:schemeClr val="dk1"/>
          </a:lnRef>
          <a:fillRef idx="0">
            <a:schemeClr val="dk1"/>
          </a:fillRef>
          <a:effectRef idx="2">
            <a:schemeClr val="dk1"/>
          </a:effectRef>
          <a:fontRef idx="minor">
            <a:schemeClr val="tx1"/>
          </a:fontRef>
        </p:style>
      </p:cxnSp>
      <p:sp>
        <p:nvSpPr>
          <p:cNvPr id="14" name="TextBox 13">
            <a:extLst>
              <a:ext uri="{FF2B5EF4-FFF2-40B4-BE49-F238E27FC236}">
                <a16:creationId xmlns:a16="http://schemas.microsoft.com/office/drawing/2014/main" id="{1A817F14-73F7-6260-51A4-2A59821B3E7C}"/>
              </a:ext>
            </a:extLst>
          </p:cNvPr>
          <p:cNvSpPr txBox="1"/>
          <p:nvPr/>
        </p:nvSpPr>
        <p:spPr>
          <a:xfrm flipH="1">
            <a:off x="6005313" y="1359498"/>
            <a:ext cx="1310326" cy="369332"/>
          </a:xfrm>
          <a:prstGeom prst="rect">
            <a:avLst/>
          </a:prstGeom>
          <a:noFill/>
        </p:spPr>
        <p:txBody>
          <a:bodyPr wrap="square" rtlCol="0">
            <a:spAutoFit/>
          </a:bodyPr>
          <a:lstStyle/>
          <a:p>
            <a:r>
              <a:rPr lang="en-US" dirty="0"/>
              <a:t>Bio signals</a:t>
            </a:r>
            <a:endParaRPr lang="en-IN" dirty="0"/>
          </a:p>
        </p:txBody>
      </p:sp>
      <p:cxnSp>
        <p:nvCxnSpPr>
          <p:cNvPr id="16" name="Straight Arrow Connector 15">
            <a:extLst>
              <a:ext uri="{FF2B5EF4-FFF2-40B4-BE49-F238E27FC236}">
                <a16:creationId xmlns:a16="http://schemas.microsoft.com/office/drawing/2014/main" id="{69B0B530-F89D-A93B-0B5F-27628E71C0C8}"/>
              </a:ext>
            </a:extLst>
          </p:cNvPr>
          <p:cNvCxnSpPr/>
          <p:nvPr/>
        </p:nvCxnSpPr>
        <p:spPr>
          <a:xfrm>
            <a:off x="6660476" y="1918878"/>
            <a:ext cx="0" cy="1640264"/>
          </a:xfrm>
          <a:prstGeom prst="straightConnector1">
            <a:avLst/>
          </a:prstGeom>
          <a:ln w="57150">
            <a:prstDash val="sysDot"/>
            <a:tailEnd type="triangle"/>
          </a:ln>
        </p:spPr>
        <p:style>
          <a:lnRef idx="3">
            <a:schemeClr val="accent1"/>
          </a:lnRef>
          <a:fillRef idx="0">
            <a:schemeClr val="accent1"/>
          </a:fillRef>
          <a:effectRef idx="2">
            <a:schemeClr val="accent1"/>
          </a:effectRef>
          <a:fontRef idx="minor">
            <a:schemeClr val="tx1"/>
          </a:fontRef>
        </p:style>
      </p:cxnSp>
      <p:sp>
        <p:nvSpPr>
          <p:cNvPr id="5" name="Title 1">
            <a:extLst>
              <a:ext uri="{FF2B5EF4-FFF2-40B4-BE49-F238E27FC236}">
                <a16:creationId xmlns:a16="http://schemas.microsoft.com/office/drawing/2014/main" id="{A448FAA0-2001-11E3-254F-6109A1C16F4E}"/>
              </a:ext>
            </a:extLst>
          </p:cNvPr>
          <p:cNvSpPr txBox="1">
            <a:spLocks/>
          </p:cNvSpPr>
          <p:nvPr/>
        </p:nvSpPr>
        <p:spPr>
          <a:xfrm>
            <a:off x="966982" y="214308"/>
            <a:ext cx="7502807" cy="907162"/>
          </a:xfrm>
          <a:prstGeom prst="rect">
            <a:avLst/>
          </a:prstGeom>
        </p:spPr>
        <p:txBody>
          <a:bodyP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4000" b="1" dirty="0">
                <a:solidFill>
                  <a:schemeClr val="accent2"/>
                </a:solidFill>
                <a:effectLst>
                  <a:outerShdw blurRad="38100" dist="38100" dir="2700000" algn="tl">
                    <a:srgbClr val="000000">
                      <a:alpha val="43137"/>
                    </a:srgbClr>
                  </a:outerShdw>
                </a:effectLst>
                <a:highlight>
                  <a:srgbClr val="FFFF00"/>
                </a:highlight>
              </a:rPr>
              <a:t>e.g. of Biosensor- GULUCOSE BIOSENSOR</a:t>
            </a:r>
          </a:p>
        </p:txBody>
      </p:sp>
      <p:pic>
        <p:nvPicPr>
          <p:cNvPr id="7" name="Picture 6">
            <a:extLst>
              <a:ext uri="{FF2B5EF4-FFF2-40B4-BE49-F238E27FC236}">
                <a16:creationId xmlns:a16="http://schemas.microsoft.com/office/drawing/2014/main" id="{DA8749A9-0085-7025-5E5D-1D8FB2172DEF}"/>
              </a:ext>
            </a:extLst>
          </p:cNvPr>
          <p:cNvPicPr>
            <a:picLocks noChangeAspect="1"/>
          </p:cNvPicPr>
          <p:nvPr/>
        </p:nvPicPr>
        <p:blipFill rotWithShape="1">
          <a:blip r:embed="rId3"/>
          <a:srcRect l="12414" r="12536"/>
          <a:stretch/>
        </p:blipFill>
        <p:spPr>
          <a:xfrm>
            <a:off x="8577286" y="2262"/>
            <a:ext cx="3614713" cy="3453135"/>
          </a:xfrm>
          <a:prstGeom prst="rect">
            <a:avLst/>
          </a:prstGeom>
        </p:spPr>
      </p:pic>
    </p:spTree>
    <p:extLst>
      <p:ext uri="{BB962C8B-B14F-4D97-AF65-F5344CB8AC3E}">
        <p14:creationId xmlns:p14="http://schemas.microsoft.com/office/powerpoint/2010/main" val="211053142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7BB35D-2280-41E0-9110-6907845C3968}"/>
              </a:ext>
            </a:extLst>
          </p:cNvPr>
          <p:cNvSpPr>
            <a:spLocks noGrp="1"/>
          </p:cNvSpPr>
          <p:nvPr>
            <p:ph type="sldNum" sz="quarter" idx="12"/>
          </p:nvPr>
        </p:nvSpPr>
        <p:spPr/>
        <p:txBody>
          <a:bodyPr/>
          <a:lstStyle/>
          <a:p>
            <a:fld id="{BDCDBBEF-AA6C-4BA6-85B2-A17D7F280E38}" type="slidenum">
              <a:rPr lang="en-US" smtClean="0"/>
              <a:pPr/>
              <a:t>26</a:t>
            </a:fld>
            <a:endParaRPr lang="en-US"/>
          </a:p>
        </p:txBody>
      </p:sp>
      <p:graphicFrame>
        <p:nvGraphicFramePr>
          <p:cNvPr id="3" name="Diagram 2">
            <a:extLst>
              <a:ext uri="{FF2B5EF4-FFF2-40B4-BE49-F238E27FC236}">
                <a16:creationId xmlns:a16="http://schemas.microsoft.com/office/drawing/2014/main" id="{1D2E7282-9388-4B08-AFF7-F2B36274F446}"/>
              </a:ext>
            </a:extLst>
          </p:cNvPr>
          <p:cNvGraphicFramePr/>
          <p:nvPr>
            <p:extLst>
              <p:ext uri="{D42A27DB-BD31-4B8C-83A1-F6EECF244321}">
                <p14:modId xmlns:p14="http://schemas.microsoft.com/office/powerpoint/2010/main" val="477166993"/>
              </p:ext>
            </p:extLst>
          </p:nvPr>
        </p:nvGraphicFramePr>
        <p:xfrm>
          <a:off x="125727" y="103430"/>
          <a:ext cx="4437395" cy="6252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353C275E-2CB8-4134-A780-31A669DE25FA}"/>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Layer>
                </a14:imgProps>
              </a:ext>
            </a:extLst>
          </a:blip>
          <a:stretch>
            <a:fillRect/>
          </a:stretch>
        </p:blipFill>
        <p:spPr>
          <a:xfrm>
            <a:off x="4631185" y="1055228"/>
            <a:ext cx="7600774" cy="4271373"/>
          </a:xfrm>
          <a:prstGeom prst="rect">
            <a:avLst/>
          </a:prstGeom>
        </p:spPr>
      </p:pic>
    </p:spTree>
    <p:extLst>
      <p:ext uri="{BB962C8B-B14F-4D97-AF65-F5344CB8AC3E}">
        <p14:creationId xmlns:p14="http://schemas.microsoft.com/office/powerpoint/2010/main" val="121971421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74A34E-29EE-46B4-9D34-8DCC06EEDDB2}"/>
              </a:ext>
            </a:extLst>
          </p:cNvPr>
          <p:cNvSpPr>
            <a:spLocks noGrp="1"/>
          </p:cNvSpPr>
          <p:nvPr>
            <p:ph type="sldNum" sz="quarter" idx="12"/>
          </p:nvPr>
        </p:nvSpPr>
        <p:spPr/>
        <p:txBody>
          <a:bodyPr/>
          <a:lstStyle/>
          <a:p>
            <a:fld id="{BDCDBBEF-AA6C-4BA6-85B2-A17D7F280E38}" type="slidenum">
              <a:rPr lang="en-US" smtClean="0"/>
              <a:pPr/>
              <a:t>27</a:t>
            </a:fld>
            <a:endParaRPr lang="en-US"/>
          </a:p>
        </p:txBody>
      </p:sp>
      <p:graphicFrame>
        <p:nvGraphicFramePr>
          <p:cNvPr id="3" name="Diagram 2">
            <a:extLst>
              <a:ext uri="{FF2B5EF4-FFF2-40B4-BE49-F238E27FC236}">
                <a16:creationId xmlns:a16="http://schemas.microsoft.com/office/drawing/2014/main" id="{14AD784B-B45B-4D03-8550-D2DCAEF6EF15}"/>
              </a:ext>
            </a:extLst>
          </p:cNvPr>
          <p:cNvGraphicFramePr/>
          <p:nvPr>
            <p:extLst>
              <p:ext uri="{D42A27DB-BD31-4B8C-83A1-F6EECF244321}">
                <p14:modId xmlns:p14="http://schemas.microsoft.com/office/powerpoint/2010/main" val="3185862309"/>
              </p:ext>
            </p:extLst>
          </p:nvPr>
        </p:nvGraphicFramePr>
        <p:xfrm>
          <a:off x="851786" y="136525"/>
          <a:ext cx="10801498"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4021611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2E2EDC-546C-412F-9995-2EDE46D64BCF}"/>
              </a:ext>
            </a:extLst>
          </p:cNvPr>
          <p:cNvSpPr>
            <a:spLocks noGrp="1"/>
          </p:cNvSpPr>
          <p:nvPr>
            <p:ph type="sldNum" sz="quarter" idx="12"/>
          </p:nvPr>
        </p:nvSpPr>
        <p:spPr/>
        <p:txBody>
          <a:bodyPr/>
          <a:lstStyle/>
          <a:p>
            <a:fld id="{BDCDBBEF-AA6C-4BA6-85B2-A17D7F280E38}" type="slidenum">
              <a:rPr lang="en-US" smtClean="0"/>
              <a:pPr/>
              <a:t>28</a:t>
            </a:fld>
            <a:endParaRPr lang="en-US"/>
          </a:p>
        </p:txBody>
      </p:sp>
      <p:pic>
        <p:nvPicPr>
          <p:cNvPr id="3" name="Picture 2">
            <a:extLst>
              <a:ext uri="{FF2B5EF4-FFF2-40B4-BE49-F238E27FC236}">
                <a16:creationId xmlns:a16="http://schemas.microsoft.com/office/drawing/2014/main" id="{BD92A08F-39DE-49FC-92B8-D8D278F01B07}"/>
              </a:ext>
            </a:extLst>
          </p:cNvPr>
          <p:cNvPicPr>
            <a:picLocks noChangeAspect="1"/>
          </p:cNvPicPr>
          <p:nvPr/>
        </p:nvPicPr>
        <p:blipFill>
          <a:blip r:embed="rId2"/>
          <a:stretch>
            <a:fillRect/>
          </a:stretch>
        </p:blipFill>
        <p:spPr>
          <a:xfrm>
            <a:off x="5655127" y="0"/>
            <a:ext cx="6249827" cy="6915260"/>
          </a:xfrm>
          <a:prstGeom prst="rect">
            <a:avLst/>
          </a:prstGeom>
        </p:spPr>
      </p:pic>
      <p:graphicFrame>
        <p:nvGraphicFramePr>
          <p:cNvPr id="4" name="Diagram 3">
            <a:extLst>
              <a:ext uri="{FF2B5EF4-FFF2-40B4-BE49-F238E27FC236}">
                <a16:creationId xmlns:a16="http://schemas.microsoft.com/office/drawing/2014/main" id="{A4FCF5E3-B00B-42CA-99B1-835045BFEDBD}"/>
              </a:ext>
            </a:extLst>
          </p:cNvPr>
          <p:cNvGraphicFramePr/>
          <p:nvPr>
            <p:extLst>
              <p:ext uri="{D42A27DB-BD31-4B8C-83A1-F6EECF244321}">
                <p14:modId xmlns:p14="http://schemas.microsoft.com/office/powerpoint/2010/main" val="3141876281"/>
              </p:ext>
            </p:extLst>
          </p:nvPr>
        </p:nvGraphicFramePr>
        <p:xfrm>
          <a:off x="797511" y="261257"/>
          <a:ext cx="4630058" cy="63354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2219115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4E87F-FA81-4D9D-A50A-15C38092A558}"/>
              </a:ext>
            </a:extLst>
          </p:cNvPr>
          <p:cNvSpPr>
            <a:spLocks noGrp="1"/>
          </p:cNvSpPr>
          <p:nvPr>
            <p:ph type="title"/>
          </p:nvPr>
        </p:nvSpPr>
        <p:spPr>
          <a:xfrm>
            <a:off x="838200" y="136525"/>
            <a:ext cx="10515600" cy="1006475"/>
          </a:xfrm>
        </p:spPr>
        <p:txBody>
          <a:bodyPr/>
          <a:lstStyle/>
          <a:p>
            <a:pPr algn="ctr"/>
            <a:r>
              <a:rPr lang="en-IN" b="1" dirty="0">
                <a:solidFill>
                  <a:schemeClr val="accent3"/>
                </a:solidFill>
                <a:effectLst>
                  <a:outerShdw blurRad="38100" dist="38100" dir="2700000" algn="tl">
                    <a:srgbClr val="000000">
                      <a:alpha val="43137"/>
                    </a:srgbClr>
                  </a:outerShdw>
                </a:effectLst>
                <a:highlight>
                  <a:srgbClr val="FFFF00"/>
                </a:highlight>
              </a:rPr>
              <a:t>Applications of Biosensors</a:t>
            </a:r>
          </a:p>
        </p:txBody>
      </p:sp>
      <p:sp>
        <p:nvSpPr>
          <p:cNvPr id="3" name="Content Placeholder 2">
            <a:extLst>
              <a:ext uri="{FF2B5EF4-FFF2-40B4-BE49-F238E27FC236}">
                <a16:creationId xmlns:a16="http://schemas.microsoft.com/office/drawing/2014/main" id="{8B67A78F-28E6-41B8-9559-183254B65493}"/>
              </a:ext>
            </a:extLst>
          </p:cNvPr>
          <p:cNvSpPr>
            <a:spLocks noGrp="1"/>
          </p:cNvSpPr>
          <p:nvPr>
            <p:ph idx="1"/>
          </p:nvPr>
        </p:nvSpPr>
        <p:spPr>
          <a:xfrm>
            <a:off x="335279" y="1429384"/>
            <a:ext cx="11640697" cy="5211445"/>
          </a:xfrm>
        </p:spPr>
        <p:txBody>
          <a:bodyPr/>
          <a:lstStyle/>
          <a:p>
            <a:pPr algn="just"/>
            <a:r>
              <a:rPr lang="en-US" b="0" i="0" dirty="0">
                <a:solidFill>
                  <a:srgbClr val="666666"/>
                </a:solidFill>
                <a:effectLst/>
                <a:latin typeface="Arial" panose="020B0604020202020204" pitchFamily="34" charset="0"/>
              </a:rPr>
              <a:t>Biosensor devices include a biological element as well as a physiochemical detector and the main function of this device is </a:t>
            </a:r>
            <a:r>
              <a:rPr lang="en-US" b="1" i="0" dirty="0">
                <a:solidFill>
                  <a:srgbClr val="666666"/>
                </a:solidFill>
                <a:effectLst/>
                <a:latin typeface="Arial" panose="020B0604020202020204" pitchFamily="34" charset="0"/>
              </a:rPr>
              <a:t>to detect analytes. </a:t>
            </a:r>
          </a:p>
          <a:p>
            <a:pPr algn="just"/>
            <a:r>
              <a:rPr lang="en-US" b="0" i="0" dirty="0">
                <a:solidFill>
                  <a:srgbClr val="666666"/>
                </a:solidFill>
                <a:effectLst/>
                <a:latin typeface="Arial" panose="020B0604020202020204" pitchFamily="34" charset="0"/>
              </a:rPr>
              <a:t>These devices are applicable in the medical, food industry, the marine sector as they offer good sensitivity &amp; stability as compared with the usual techniques. </a:t>
            </a:r>
          </a:p>
          <a:p>
            <a:pPr algn="just"/>
            <a:r>
              <a:rPr lang="en-US" b="0" i="0" dirty="0">
                <a:solidFill>
                  <a:srgbClr val="666666"/>
                </a:solidFill>
                <a:effectLst/>
                <a:latin typeface="Arial" panose="020B0604020202020204" pitchFamily="34" charset="0"/>
              </a:rPr>
              <a:t>In recent years, these sensors have become very popular, and they are applicable in different fields.</a:t>
            </a:r>
            <a:endParaRPr lang="en-IN" dirty="0"/>
          </a:p>
        </p:txBody>
      </p:sp>
      <p:sp>
        <p:nvSpPr>
          <p:cNvPr id="4" name="Slide Number Placeholder 3">
            <a:extLst>
              <a:ext uri="{FF2B5EF4-FFF2-40B4-BE49-F238E27FC236}">
                <a16:creationId xmlns:a16="http://schemas.microsoft.com/office/drawing/2014/main" id="{8C152B30-8FE7-48AD-B8AC-549264FE74E0}"/>
              </a:ext>
            </a:extLst>
          </p:cNvPr>
          <p:cNvSpPr>
            <a:spLocks noGrp="1"/>
          </p:cNvSpPr>
          <p:nvPr>
            <p:ph type="sldNum" sz="quarter" idx="12"/>
          </p:nvPr>
        </p:nvSpPr>
        <p:spPr/>
        <p:txBody>
          <a:bodyPr/>
          <a:lstStyle/>
          <a:p>
            <a:fld id="{BDCDBBEF-AA6C-4BA6-85B2-A17D7F280E38}" type="slidenum">
              <a:rPr lang="en-US" smtClean="0"/>
              <a:pPr/>
              <a:t>29</a:t>
            </a:fld>
            <a:endParaRPr lang="en-US"/>
          </a:p>
        </p:txBody>
      </p:sp>
    </p:spTree>
    <p:extLst>
      <p:ext uri="{BB962C8B-B14F-4D97-AF65-F5344CB8AC3E}">
        <p14:creationId xmlns:p14="http://schemas.microsoft.com/office/powerpoint/2010/main" val="125379477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0A961C9-896A-49D0-65F9-E30D819F77D9}"/>
              </a:ext>
            </a:extLst>
          </p:cNvPr>
          <p:cNvSpPr>
            <a:spLocks noGrp="1"/>
          </p:cNvSpPr>
          <p:nvPr>
            <p:ph type="sldNum" sz="quarter" idx="12"/>
          </p:nvPr>
        </p:nvSpPr>
        <p:spPr/>
        <p:txBody>
          <a:bodyPr/>
          <a:lstStyle/>
          <a:p>
            <a:fld id="{BDCDBBEF-AA6C-4BA6-85B2-A17D7F280E38}" type="slidenum">
              <a:rPr lang="en-US" smtClean="0"/>
              <a:pPr/>
              <a:t>30</a:t>
            </a:fld>
            <a:endParaRPr lang="en-US"/>
          </a:p>
        </p:txBody>
      </p:sp>
      <p:pic>
        <p:nvPicPr>
          <p:cNvPr id="5" name="Picture 2" descr="Various applications where biosensors have been used. Picture adapted... |  Download Scientific Diagram">
            <a:extLst>
              <a:ext uri="{FF2B5EF4-FFF2-40B4-BE49-F238E27FC236}">
                <a16:creationId xmlns:a16="http://schemas.microsoft.com/office/drawing/2014/main" id="{777C885B-ACB6-B129-E1A9-3B54F3E3A0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3005" y="0"/>
            <a:ext cx="8348358" cy="6851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032880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239FE-4E81-4919-A556-B203F31E3BB2}"/>
              </a:ext>
            </a:extLst>
          </p:cNvPr>
          <p:cNvSpPr>
            <a:spLocks noGrp="1"/>
          </p:cNvSpPr>
          <p:nvPr>
            <p:ph type="title"/>
          </p:nvPr>
        </p:nvSpPr>
        <p:spPr>
          <a:xfrm>
            <a:off x="838200" y="136525"/>
            <a:ext cx="10515600" cy="1097915"/>
          </a:xfrm>
        </p:spPr>
        <p:txBody>
          <a:bodyPr>
            <a:normAutofit/>
          </a:bodyPr>
          <a:lstStyle/>
          <a:p>
            <a:pPr algn="ctr"/>
            <a:r>
              <a:rPr lang="en-IN" b="1" dirty="0">
                <a:solidFill>
                  <a:schemeClr val="accent3"/>
                </a:solidFill>
                <a:effectLst>
                  <a:outerShdw blurRad="38100" dist="38100" dir="2700000" algn="tl">
                    <a:srgbClr val="000000">
                      <a:alpha val="43137"/>
                    </a:srgbClr>
                  </a:outerShdw>
                </a:effectLst>
                <a:highlight>
                  <a:srgbClr val="FFFF00"/>
                </a:highlight>
              </a:rPr>
              <a:t>Applications of Biosensors/ </a:t>
            </a:r>
            <a:r>
              <a:rPr lang="en-US" dirty="0">
                <a:highlight>
                  <a:srgbClr val="FFFF00"/>
                </a:highlight>
              </a:rPr>
              <a:t>Immunosensor  utilized in medical app?</a:t>
            </a:r>
            <a:endParaRPr lang="en-IN" dirty="0">
              <a:highlight>
                <a:srgbClr val="FFFF00"/>
              </a:highlight>
            </a:endParaRPr>
          </a:p>
        </p:txBody>
      </p:sp>
      <p:sp>
        <p:nvSpPr>
          <p:cNvPr id="3" name="Content Placeholder 2">
            <a:extLst>
              <a:ext uri="{FF2B5EF4-FFF2-40B4-BE49-F238E27FC236}">
                <a16:creationId xmlns:a16="http://schemas.microsoft.com/office/drawing/2014/main" id="{78282440-6382-4FB5-AF35-64D06705AD35}"/>
              </a:ext>
            </a:extLst>
          </p:cNvPr>
          <p:cNvSpPr>
            <a:spLocks noGrp="1"/>
          </p:cNvSpPr>
          <p:nvPr>
            <p:ph idx="1"/>
          </p:nvPr>
        </p:nvSpPr>
        <p:spPr>
          <a:xfrm>
            <a:off x="838200" y="1234440"/>
            <a:ext cx="10923270" cy="5292090"/>
          </a:xfrm>
        </p:spPr>
        <p:txBody>
          <a:bodyPr>
            <a:normAutofit/>
          </a:bodyPr>
          <a:lstStyle/>
          <a:p>
            <a:r>
              <a:rPr lang="en-US" dirty="0"/>
              <a:t>Some examples of the fields that use biosensor technology include:</a:t>
            </a:r>
          </a:p>
          <a:p>
            <a:pPr lvl="1"/>
            <a:r>
              <a:rPr lang="en-US" dirty="0"/>
              <a:t>General healthcare monitoring</a:t>
            </a:r>
          </a:p>
          <a:p>
            <a:pPr lvl="1"/>
            <a:r>
              <a:rPr lang="en-IN" dirty="0"/>
              <a:t>Medical Diagnosis</a:t>
            </a:r>
          </a:p>
          <a:p>
            <a:pPr lvl="1"/>
            <a:r>
              <a:rPr lang="en-IN" dirty="0"/>
              <a:t>Metabolites Measurement</a:t>
            </a:r>
          </a:p>
          <a:p>
            <a:pPr lvl="1"/>
            <a:r>
              <a:rPr lang="en-US" dirty="0"/>
              <a:t>Screening for disease</a:t>
            </a:r>
          </a:p>
          <a:p>
            <a:pPr lvl="1"/>
            <a:r>
              <a:rPr lang="en-US" dirty="0"/>
              <a:t>Clinical analysis and diagnosis of disease</a:t>
            </a:r>
          </a:p>
          <a:p>
            <a:pPr lvl="1"/>
            <a:r>
              <a:rPr lang="en-IN" dirty="0"/>
              <a:t>Drug development and improvement</a:t>
            </a:r>
            <a:endParaRPr lang="en-US" dirty="0"/>
          </a:p>
          <a:p>
            <a:pPr lvl="1"/>
            <a:r>
              <a:rPr lang="en-US" dirty="0"/>
              <a:t>Veterinary and agricultural applications</a:t>
            </a:r>
          </a:p>
          <a:p>
            <a:pPr lvl="1"/>
            <a:r>
              <a:rPr lang="en-US" dirty="0"/>
              <a:t>Industrial processing and monitoring</a:t>
            </a:r>
          </a:p>
          <a:p>
            <a:pPr lvl="1"/>
            <a:r>
              <a:rPr lang="en-US" dirty="0"/>
              <a:t>Environmental pollution control</a:t>
            </a:r>
          </a:p>
          <a:p>
            <a:pPr lvl="1"/>
            <a:r>
              <a:rPr lang="en-IN" dirty="0"/>
              <a:t>Study &amp; Interaction of Biomolecules</a:t>
            </a:r>
          </a:p>
          <a:p>
            <a:pPr lvl="1"/>
            <a:r>
              <a:rPr lang="en-IN" dirty="0"/>
              <a:t>Detection of Crime</a:t>
            </a:r>
          </a:p>
          <a:p>
            <a:pPr lvl="1"/>
            <a:r>
              <a:rPr lang="en-IN" dirty="0"/>
              <a:t>Quality Control</a:t>
            </a:r>
          </a:p>
          <a:p>
            <a:pPr lvl="1"/>
            <a:endParaRPr lang="en-IN" dirty="0"/>
          </a:p>
          <a:p>
            <a:pPr lvl="1"/>
            <a:endParaRPr lang="en-IN" dirty="0"/>
          </a:p>
          <a:p>
            <a:pPr lvl="1"/>
            <a:endParaRPr lang="en-US" dirty="0"/>
          </a:p>
          <a:p>
            <a:pPr lvl="1"/>
            <a:endParaRPr lang="en-US" dirty="0"/>
          </a:p>
          <a:p>
            <a:endParaRPr lang="en-IN" dirty="0"/>
          </a:p>
        </p:txBody>
      </p:sp>
      <p:sp>
        <p:nvSpPr>
          <p:cNvPr id="4" name="Slide Number Placeholder 3">
            <a:extLst>
              <a:ext uri="{FF2B5EF4-FFF2-40B4-BE49-F238E27FC236}">
                <a16:creationId xmlns:a16="http://schemas.microsoft.com/office/drawing/2014/main" id="{8592572F-83E6-45D9-9251-1BBEB5C75038}"/>
              </a:ext>
            </a:extLst>
          </p:cNvPr>
          <p:cNvSpPr>
            <a:spLocks noGrp="1"/>
          </p:cNvSpPr>
          <p:nvPr>
            <p:ph type="sldNum" sz="quarter" idx="12"/>
          </p:nvPr>
        </p:nvSpPr>
        <p:spPr/>
        <p:txBody>
          <a:bodyPr/>
          <a:lstStyle/>
          <a:p>
            <a:fld id="{BDCDBBEF-AA6C-4BA6-85B2-A17D7F280E38}" type="slidenum">
              <a:rPr lang="en-US" smtClean="0"/>
              <a:pPr/>
              <a:t>31</a:t>
            </a:fld>
            <a:endParaRPr lang="en-US"/>
          </a:p>
        </p:txBody>
      </p:sp>
    </p:spTree>
    <p:extLst>
      <p:ext uri="{BB962C8B-B14F-4D97-AF65-F5344CB8AC3E}">
        <p14:creationId xmlns:p14="http://schemas.microsoft.com/office/powerpoint/2010/main" val="277092127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9AF39A-DA82-4327-BA2C-C7A9FB9CD068}"/>
              </a:ext>
            </a:extLst>
          </p:cNvPr>
          <p:cNvSpPr>
            <a:spLocks noGrp="1"/>
          </p:cNvSpPr>
          <p:nvPr>
            <p:ph type="sldNum" sz="quarter" idx="12"/>
          </p:nvPr>
        </p:nvSpPr>
        <p:spPr/>
        <p:txBody>
          <a:bodyPr/>
          <a:lstStyle/>
          <a:p>
            <a:fld id="{BDCDBBEF-AA6C-4BA6-85B2-A17D7F280E38}" type="slidenum">
              <a:rPr lang="en-US" smtClean="0"/>
              <a:pPr/>
              <a:t>32</a:t>
            </a:fld>
            <a:endParaRPr lang="en-US"/>
          </a:p>
        </p:txBody>
      </p:sp>
      <p:graphicFrame>
        <p:nvGraphicFramePr>
          <p:cNvPr id="3" name="Diagram 2">
            <a:extLst>
              <a:ext uri="{FF2B5EF4-FFF2-40B4-BE49-F238E27FC236}">
                <a16:creationId xmlns:a16="http://schemas.microsoft.com/office/drawing/2014/main" id="{0343B16D-8E40-4A56-83F4-58E62B4801D0}"/>
              </a:ext>
            </a:extLst>
          </p:cNvPr>
          <p:cNvGraphicFramePr/>
          <p:nvPr>
            <p:extLst>
              <p:ext uri="{D42A27DB-BD31-4B8C-83A1-F6EECF244321}">
                <p14:modId xmlns:p14="http://schemas.microsoft.com/office/powerpoint/2010/main" val="3836767557"/>
              </p:ext>
            </p:extLst>
          </p:nvPr>
        </p:nvGraphicFramePr>
        <p:xfrm>
          <a:off x="946150" y="251460"/>
          <a:ext cx="10723880" cy="64700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151106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sz="3600" b="1" dirty="0">
                <a:latin typeface="Times New Roman" panose="02020603050405020304" pitchFamily="18" charset="0"/>
                <a:cs typeface="Times New Roman" panose="02020603050405020304" pitchFamily="18" charset="0"/>
              </a:rPr>
              <a:t>REFERENCES    </a:t>
            </a:r>
          </a:p>
        </p:txBody>
      </p:sp>
      <p:sp>
        <p:nvSpPr>
          <p:cNvPr id="3" name="Content Placeholder 2"/>
          <p:cNvSpPr>
            <a:spLocks noGrp="1"/>
          </p:cNvSpPr>
          <p:nvPr>
            <p:ph idx="1"/>
          </p:nvPr>
        </p:nvSpPr>
        <p:spPr/>
        <p:txBody>
          <a:bodyPr>
            <a:normAutofit lnSpcReduction="10000"/>
          </a:bodyPr>
          <a:lstStyle/>
          <a:p>
            <a:r>
              <a:rPr lang="en-US" dirty="0">
                <a:latin typeface="+mj-lt"/>
              </a:rPr>
              <a:t> </a:t>
            </a:r>
            <a:r>
              <a:rPr lang="en-US" dirty="0" err="1">
                <a:latin typeface="+mj-lt"/>
              </a:rPr>
              <a:t>C.B.Powar</a:t>
            </a:r>
            <a:r>
              <a:rPr lang="en-US" dirty="0">
                <a:latin typeface="+mj-lt"/>
              </a:rPr>
              <a:t>, 2010.Cell Biology.5</a:t>
            </a:r>
            <a:r>
              <a:rPr lang="en-US" baseline="30000" dirty="0">
                <a:latin typeface="+mj-lt"/>
              </a:rPr>
              <a:t>th</a:t>
            </a:r>
            <a:r>
              <a:rPr lang="en-US" dirty="0">
                <a:latin typeface="+mj-lt"/>
              </a:rPr>
              <a:t> </a:t>
            </a:r>
            <a:r>
              <a:rPr lang="en-US" dirty="0" err="1">
                <a:latin typeface="+mj-lt"/>
              </a:rPr>
              <a:t>Ed,Himalyan</a:t>
            </a:r>
            <a:r>
              <a:rPr lang="en-US" dirty="0">
                <a:latin typeface="+mj-lt"/>
              </a:rPr>
              <a:t> Publishing House.</a:t>
            </a:r>
          </a:p>
          <a:p>
            <a:r>
              <a:rPr lang="en-US" dirty="0">
                <a:latin typeface="+mj-lt"/>
              </a:rPr>
              <a:t> </a:t>
            </a:r>
            <a:r>
              <a:rPr lang="en-US" dirty="0" err="1">
                <a:latin typeface="+mj-lt"/>
              </a:rPr>
              <a:t>Leshie</a:t>
            </a:r>
            <a:r>
              <a:rPr lang="en-US" dirty="0">
                <a:latin typeface="+mj-lt"/>
              </a:rPr>
              <a:t> Cromwell, </a:t>
            </a:r>
            <a:r>
              <a:rPr lang="en-US" dirty="0" err="1">
                <a:latin typeface="+mj-lt"/>
              </a:rPr>
              <a:t>Fred.J</a:t>
            </a:r>
            <a:r>
              <a:rPr lang="en-US" dirty="0">
                <a:latin typeface="+mj-lt"/>
              </a:rPr>
              <a:t>. </a:t>
            </a:r>
            <a:r>
              <a:rPr lang="en-US" dirty="0" err="1">
                <a:latin typeface="+mj-lt"/>
              </a:rPr>
              <a:t>Weibell</a:t>
            </a:r>
            <a:r>
              <a:rPr lang="en-US" dirty="0">
                <a:latin typeface="+mj-lt"/>
              </a:rPr>
              <a:t> and </a:t>
            </a:r>
            <a:r>
              <a:rPr lang="en-US" dirty="0" err="1">
                <a:latin typeface="+mj-lt"/>
              </a:rPr>
              <a:t>Erich.A.Pfeiffer</a:t>
            </a:r>
            <a:r>
              <a:rPr lang="en-US" dirty="0">
                <a:latin typeface="+mj-lt"/>
              </a:rPr>
              <a:t>. 2003. Biomedical instrumentation and measurements. 2</a:t>
            </a:r>
            <a:r>
              <a:rPr lang="en-US" baseline="30000" dirty="0">
                <a:latin typeface="+mj-lt"/>
              </a:rPr>
              <a:t>nd</a:t>
            </a:r>
            <a:r>
              <a:rPr lang="en-US" dirty="0">
                <a:latin typeface="+mj-lt"/>
              </a:rPr>
              <a:t> edition, PHI.</a:t>
            </a:r>
          </a:p>
          <a:p>
            <a:r>
              <a:rPr lang="en-US" dirty="0">
                <a:latin typeface="+mj-lt"/>
              </a:rPr>
              <a:t> John G. Webster 1998. Medical Instrumentation: Applications and Design, 3</a:t>
            </a:r>
            <a:r>
              <a:rPr lang="en-US" baseline="30000" dirty="0">
                <a:latin typeface="+mj-lt"/>
              </a:rPr>
              <a:t>rd</a:t>
            </a:r>
            <a:r>
              <a:rPr lang="en-US" dirty="0">
                <a:latin typeface="+mj-lt"/>
              </a:rPr>
              <a:t> edition, Jon Wiley and Sons, New York.</a:t>
            </a:r>
          </a:p>
          <a:p>
            <a:r>
              <a:rPr lang="en-US" dirty="0">
                <a:latin typeface="+mj-lt"/>
              </a:rPr>
              <a:t>Jeremy M. Berg, John L. </a:t>
            </a:r>
            <a:r>
              <a:rPr lang="en-US" dirty="0" err="1">
                <a:latin typeface="+mj-lt"/>
              </a:rPr>
              <a:t>Tymoczko</a:t>
            </a:r>
            <a:r>
              <a:rPr lang="en-US" dirty="0">
                <a:latin typeface="+mj-lt"/>
              </a:rPr>
              <a:t> and </a:t>
            </a:r>
            <a:r>
              <a:rPr lang="en-US" dirty="0" err="1">
                <a:latin typeface="+mj-lt"/>
              </a:rPr>
              <a:t>Lubert</a:t>
            </a:r>
            <a:r>
              <a:rPr lang="en-US" dirty="0">
                <a:latin typeface="+mj-lt"/>
              </a:rPr>
              <a:t> </a:t>
            </a:r>
            <a:r>
              <a:rPr lang="en-US" dirty="0" err="1">
                <a:latin typeface="+mj-lt"/>
              </a:rPr>
              <a:t>Stryer</a:t>
            </a:r>
            <a:r>
              <a:rPr lang="en-US" dirty="0">
                <a:latin typeface="+mj-lt"/>
              </a:rPr>
              <a:t>. 2006. “Biochemistry,” 6th Ed. W.H. Freeman and Co.  Ltd.</a:t>
            </a:r>
          </a:p>
          <a:p>
            <a:r>
              <a:rPr lang="en-US" dirty="0">
                <a:latin typeface="+mj-lt"/>
              </a:rPr>
              <a:t>Robert Weaver. 2012 “Molecular Biology,” 5th Edition, </a:t>
            </a:r>
            <a:r>
              <a:rPr lang="en-US" dirty="0" err="1">
                <a:latin typeface="+mj-lt"/>
              </a:rPr>
              <a:t>MCGraw</a:t>
            </a:r>
            <a:r>
              <a:rPr lang="en-US" dirty="0">
                <a:latin typeface="+mj-lt"/>
              </a:rPr>
              <a:t>-Hill. </a:t>
            </a:r>
          </a:p>
          <a:p>
            <a:r>
              <a:rPr lang="en-US" dirty="0">
                <a:latin typeface="+mj-lt"/>
              </a:rPr>
              <a:t>Jon Cooper, </a:t>
            </a:r>
            <a:r>
              <a:rPr lang="en-US" b="1" dirty="0">
                <a:latin typeface="+mj-lt"/>
              </a:rPr>
              <a:t>, 2</a:t>
            </a:r>
            <a:r>
              <a:rPr lang="en-US" dirty="0">
                <a:latin typeface="+mj-lt"/>
              </a:rPr>
              <a:t>004. “Biosensors A Practical Approach” Bellwether Books. </a:t>
            </a:r>
          </a:p>
          <a:p>
            <a:r>
              <a:rPr lang="en-US" dirty="0">
                <a:latin typeface="+mj-lt"/>
              </a:rPr>
              <a:t> Martin Alexander, 1994 “Biodegradation and Bioremediation,” Academic Press. </a:t>
            </a:r>
          </a:p>
          <a:p>
            <a:endParaRPr lang="en-US" dirty="0">
              <a:latin typeface="+mj-lt"/>
            </a:endParaRPr>
          </a:p>
          <a:p>
            <a:endParaRPr lang="en-IN" sz="2400" dirty="0">
              <a:latin typeface="+mj-lt"/>
              <a:ea typeface="Cambria"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33</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9549309"/>
      </p:ext>
    </p:extLst>
  </p:cSld>
  <p:clrMapOvr>
    <a:masterClrMapping/>
  </p:clrMapOvr>
  <mc:AlternateContent xmlns:mc="http://schemas.openxmlformats.org/markup-compatibility/2006" xmlns:p14="http://schemas.microsoft.com/office/powerpoint/2010/main">
    <mc:Choice Requires="p14">
      <p:transition spd="med" p14:dur="700" advTm="24312">
        <p:fade/>
      </p:transition>
    </mc:Choice>
    <mc:Fallback xmlns="">
      <p:transition spd="med" advTm="24312">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Times New Roman" panose="02020603050405020304" pitchFamily="18" charset="0"/>
                <a:ea typeface="Segoe UI" panose="020B0502040204020203" pitchFamily="34" charset="0"/>
                <a:cs typeface="Times New Roman" panose="02020603050405020304" pitchFamily="18"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3" imgW="2169000" imgH="2169360" progId="">
                    <p:embed/>
                  </p:oleObj>
                </mc:Choice>
                <mc:Fallback>
                  <p:oleObj name="CorelDRAW" r:id="rId3"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mc:AlternateContent xmlns:mc="http://schemas.openxmlformats.org/markup-compatibility/2006" xmlns:p14="http://schemas.microsoft.com/office/powerpoint/2010/main">
    <mc:Choice Requires="p14">
      <p:transition spd="med" p14:dur="700" advTm="1626">
        <p:fade/>
      </p:transition>
    </mc:Choice>
    <mc:Fallback xmlns="">
      <p:transition spd="med" advTm="1626">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FBF8B2CB-3EEA-4916-8710-B037C4D7A582"/>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FFFD\uFFFD\u0016*{50290AD1-BC77-4456-97D3-AFD2A2658E91}&quot;,&quot;C:\\Users\\dell\\Desktop\\unit 2 content BB\\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ure 20 transducers"/>
  <p:tag name="ISPRING_FIRST_PUBLISH" val="1"/>
</p:tagLst>
</file>

<file path=ppt/theme/theme1.xml><?xml version="1.0" encoding="utf-8"?>
<a:theme xmlns:a="http://schemas.openxmlformats.org/drawingml/2006/main" name="1_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11056</TotalTime>
  <Words>2021</Words>
  <Application>Microsoft Office PowerPoint</Application>
  <PresentationFormat>Widescreen</PresentationFormat>
  <Paragraphs>260</Paragraphs>
  <Slides>34</Slides>
  <Notes>3</Notes>
  <HiddenSlides>0</HiddenSlides>
  <MMClips>0</MMClips>
  <ScaleCrop>false</ScaleCrop>
  <HeadingPairs>
    <vt:vector size="10"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34</vt:i4>
      </vt:variant>
      <vt:variant>
        <vt:lpstr>Custom Shows</vt:lpstr>
      </vt:variant>
      <vt:variant>
        <vt:i4>1</vt:i4>
      </vt:variant>
    </vt:vector>
  </HeadingPairs>
  <TitlesOfParts>
    <vt:vector size="48" baseType="lpstr">
      <vt:lpstr>Arial</vt:lpstr>
      <vt:lpstr>Arial</vt:lpstr>
      <vt:lpstr>Calibri</vt:lpstr>
      <vt:lpstr>Calibri Light</vt:lpstr>
      <vt:lpstr>Cambria</vt:lpstr>
      <vt:lpstr>Casper</vt:lpstr>
      <vt:lpstr>Google Sans</vt:lpstr>
      <vt:lpstr>HelveticaNeue-Light</vt:lpstr>
      <vt:lpstr>Raleway ExtraBold</vt:lpstr>
      <vt:lpstr>Times New Roman</vt:lpstr>
      <vt:lpstr>1_Office Theme</vt:lpstr>
      <vt:lpstr>Contents Slide Master</vt:lpstr>
      <vt:lpstr>CorelDRAW</vt:lpstr>
      <vt:lpstr>PowerPoint Presentation</vt:lpstr>
      <vt:lpstr>Course Outcome </vt:lpstr>
      <vt:lpstr>SYLLABUS</vt:lpstr>
      <vt:lpstr>Introduction of  Biosensors</vt:lpstr>
      <vt:lpstr>PowerPoint Presentation</vt:lpstr>
      <vt:lpstr>Biosensor</vt:lpstr>
      <vt:lpstr>PowerPoint Presentation</vt:lpstr>
      <vt:lpstr>GENERAL FEATURES OF BIOSENSOR</vt:lpstr>
      <vt:lpstr>PowerPoint Presentation</vt:lpstr>
      <vt:lpstr>Basic Principle of Biosensor</vt:lpstr>
      <vt:lpstr>Working Principle of Biosensor</vt:lpstr>
      <vt:lpstr>PowerPoint Presentation</vt:lpstr>
      <vt:lpstr>PowerPoint Presentation</vt:lpstr>
      <vt:lpstr>PowerPoint Presentation</vt:lpstr>
      <vt:lpstr>Types of biosensors</vt:lpstr>
      <vt:lpstr>1. Ion Sensitive Biosensor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Glucose Sensors </vt:lpstr>
      <vt:lpstr>PowerPoint Presentation</vt:lpstr>
      <vt:lpstr>PowerPoint Presentation</vt:lpstr>
      <vt:lpstr>PowerPoint Presentation</vt:lpstr>
      <vt:lpstr>PowerPoint Presentation</vt:lpstr>
      <vt:lpstr>Applications of Biosensors</vt:lpstr>
      <vt:lpstr>PowerPoint Presentation</vt:lpstr>
      <vt:lpstr>Applications of Biosensors/ Immunosensor  utilized in medical app?</vt:lpstr>
      <vt:lpstr>PowerPoint Presentation</vt:lpstr>
      <vt:lpstr>REFERENCES    </vt:lpstr>
      <vt:lpstr>PowerPoint Presentation</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Lecure 20 transducers</dc:title>
  <dc:creator>Branding</dc:creator>
  <cp:lastModifiedBy>matharu8832@gmail.com</cp:lastModifiedBy>
  <cp:revision>795</cp:revision>
  <dcterms:created xsi:type="dcterms:W3CDTF">2019-01-09T10:33:58Z</dcterms:created>
  <dcterms:modified xsi:type="dcterms:W3CDTF">2023-10-21T08:01:20Z</dcterms:modified>
</cp:coreProperties>
</file>