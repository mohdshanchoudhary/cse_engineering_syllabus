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theme/themeOverride2.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6"/>
  </p:notesMasterIdLst>
  <p:handoutMasterIdLst>
    <p:handoutMasterId r:id="rId27"/>
  </p:handoutMasterIdLst>
  <p:sldIdLst>
    <p:sldId id="277" r:id="rId3"/>
    <p:sldId id="381" r:id="rId4"/>
    <p:sldId id="494" r:id="rId5"/>
    <p:sldId id="505" r:id="rId6"/>
    <p:sldId id="524" r:id="rId7"/>
    <p:sldId id="495" r:id="rId8"/>
    <p:sldId id="408" r:id="rId9"/>
    <p:sldId id="410" r:id="rId10"/>
    <p:sldId id="496" r:id="rId11"/>
    <p:sldId id="497" r:id="rId12"/>
    <p:sldId id="508" r:id="rId13"/>
    <p:sldId id="509" r:id="rId14"/>
    <p:sldId id="513" r:id="rId15"/>
    <p:sldId id="517" r:id="rId16"/>
    <p:sldId id="521" r:id="rId17"/>
    <p:sldId id="523" r:id="rId18"/>
    <p:sldId id="529" r:id="rId19"/>
    <p:sldId id="545" r:id="rId20"/>
    <p:sldId id="530" r:id="rId21"/>
    <p:sldId id="535" r:id="rId22"/>
    <p:sldId id="546" r:id="rId23"/>
    <p:sldId id="284"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85" autoAdjust="0"/>
    <p:restoredTop sz="88755" autoAdjust="0"/>
  </p:normalViewPr>
  <p:slideViewPr>
    <p:cSldViewPr snapToGrid="0">
      <p:cViewPr varScale="1">
        <p:scale>
          <a:sx n="86" d="100"/>
          <a:sy n="86" d="100"/>
        </p:scale>
        <p:origin x="586" y="67"/>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02BAFCB6-52BE-469E-851C-FEC21D123C66}"/>
    <pc:docChg chg="undo redo custSel addSld delSld modSld sldOrd">
      <pc:chgData name="Devinder Kaur" userId="89161a673412ba18" providerId="LiveId" clId="{02BAFCB6-52BE-469E-851C-FEC21D123C66}" dt="2021-12-13T10:35:25.491" v="2911" actId="113"/>
      <pc:docMkLst>
        <pc:docMk/>
      </pc:docMkLst>
      <pc:sldChg chg="delSp modSp mod">
        <pc:chgData name="Devinder Kaur" userId="89161a673412ba18" providerId="LiveId" clId="{02BAFCB6-52BE-469E-851C-FEC21D123C66}" dt="2021-11-30T09:58:04.864" v="2499" actId="14100"/>
        <pc:sldMkLst>
          <pc:docMk/>
          <pc:sldMk cId="3361918424" sldId="284"/>
        </pc:sldMkLst>
        <pc:spChg chg="mod">
          <ac:chgData name="Devinder Kaur" userId="89161a673412ba18" providerId="LiveId" clId="{02BAFCB6-52BE-469E-851C-FEC21D123C66}" dt="2021-11-30T09:57:53.712" v="2495" actId="14100"/>
          <ac:spMkLst>
            <pc:docMk/>
            <pc:sldMk cId="3361918424" sldId="284"/>
            <ac:spMk id="2" creationId="{00000000-0000-0000-0000-000000000000}"/>
          </ac:spMkLst>
        </pc:spChg>
        <pc:spChg chg="mod">
          <ac:chgData name="Devinder Kaur" userId="89161a673412ba18" providerId="LiveId" clId="{02BAFCB6-52BE-469E-851C-FEC21D123C66}" dt="2021-11-30T09:58:04.864" v="2499" actId="14100"/>
          <ac:spMkLst>
            <pc:docMk/>
            <pc:sldMk cId="3361918424" sldId="284"/>
            <ac:spMk id="3" creationId="{00000000-0000-0000-0000-000000000000}"/>
          </ac:spMkLst>
        </pc:spChg>
        <pc:spChg chg="del mod">
          <ac:chgData name="Devinder Kaur" userId="89161a673412ba18" providerId="LiveId" clId="{02BAFCB6-52BE-469E-851C-FEC21D123C66}" dt="2021-11-30T09:57:40.677" v="2492" actId="478"/>
          <ac:spMkLst>
            <pc:docMk/>
            <pc:sldMk cId="3361918424" sldId="284"/>
            <ac:spMk id="5" creationId="{00000000-0000-0000-0000-000000000000}"/>
          </ac:spMkLst>
        </pc:spChg>
        <pc:spChg chg="del mod">
          <ac:chgData name="Devinder Kaur" userId="89161a673412ba18" providerId="LiveId" clId="{02BAFCB6-52BE-469E-851C-FEC21D123C66}" dt="2021-11-30T09:57:44.652" v="2493" actId="478"/>
          <ac:spMkLst>
            <pc:docMk/>
            <pc:sldMk cId="3361918424" sldId="284"/>
            <ac:spMk id="6" creationId="{00000000-0000-0000-0000-000000000000}"/>
          </ac:spMkLst>
        </pc:spChg>
      </pc:sldChg>
      <pc:sldChg chg="addSp modSp del mod ord">
        <pc:chgData name="Devinder Kaur" userId="89161a673412ba18" providerId="LiveId" clId="{02BAFCB6-52BE-469E-851C-FEC21D123C66}" dt="2021-11-29T07:14:27.970" v="170" actId="47"/>
        <pc:sldMkLst>
          <pc:docMk/>
          <pc:sldMk cId="0" sldId="343"/>
        </pc:sldMkLst>
        <pc:spChg chg="mod">
          <ac:chgData name="Devinder Kaur" userId="89161a673412ba18" providerId="LiveId" clId="{02BAFCB6-52BE-469E-851C-FEC21D123C66}" dt="2021-11-29T07:08:54.036" v="90" actId="27636"/>
          <ac:spMkLst>
            <pc:docMk/>
            <pc:sldMk cId="0" sldId="343"/>
            <ac:spMk id="3" creationId="{02F7C923-8382-4B98-84A7-C8EE7F74B786}"/>
          </ac:spMkLst>
        </pc:spChg>
        <pc:spChg chg="add mod">
          <ac:chgData name="Devinder Kaur" userId="89161a673412ba18" providerId="LiveId" clId="{02BAFCB6-52BE-469E-851C-FEC21D123C66}" dt="2021-11-29T07:09:12.851" v="96" actId="14100"/>
          <ac:spMkLst>
            <pc:docMk/>
            <pc:sldMk cId="0" sldId="343"/>
            <ac:spMk id="5" creationId="{B19A0A7D-E3D2-4875-B46D-2D5BE8AAF275}"/>
          </ac:spMkLst>
        </pc:spChg>
        <pc:spChg chg="mod">
          <ac:chgData name="Devinder Kaur" userId="89161a673412ba18" providerId="LiveId" clId="{02BAFCB6-52BE-469E-851C-FEC21D123C66}" dt="2021-11-29T07:09:03.268" v="93" actId="14100"/>
          <ac:spMkLst>
            <pc:docMk/>
            <pc:sldMk cId="0" sldId="343"/>
            <ac:spMk id="15362" creationId="{26789B68-3CF9-4258-BA41-69F5FBFE8D97}"/>
          </ac:spMkLst>
        </pc:spChg>
      </pc:sldChg>
      <pc:sldChg chg="modSp del mod">
        <pc:chgData name="Devinder Kaur" userId="89161a673412ba18" providerId="LiveId" clId="{02BAFCB6-52BE-469E-851C-FEC21D123C66}" dt="2021-11-29T08:08:59.461" v="695" actId="47"/>
        <pc:sldMkLst>
          <pc:docMk/>
          <pc:sldMk cId="0" sldId="352"/>
        </pc:sldMkLst>
        <pc:spChg chg="mod">
          <ac:chgData name="Devinder Kaur" userId="89161a673412ba18" providerId="LiveId" clId="{02BAFCB6-52BE-469E-851C-FEC21D123C66}" dt="2021-11-29T08:04:04.932" v="616" actId="27636"/>
          <ac:spMkLst>
            <pc:docMk/>
            <pc:sldMk cId="0" sldId="352"/>
            <ac:spMk id="3" creationId="{650B5AAF-CF60-427C-A3CE-2899A9E0F93D}"/>
          </ac:spMkLst>
        </pc:spChg>
      </pc:sldChg>
      <pc:sldChg chg="modSp mod">
        <pc:chgData name="Devinder Kaur" userId="89161a673412ba18" providerId="LiveId" clId="{02BAFCB6-52BE-469E-851C-FEC21D123C66}" dt="2021-12-11T07:06:07.526" v="2749" actId="20577"/>
        <pc:sldMkLst>
          <pc:docMk/>
          <pc:sldMk cId="1151394046" sldId="422"/>
        </pc:sldMkLst>
        <pc:spChg chg="mod">
          <ac:chgData name="Devinder Kaur" userId="89161a673412ba18" providerId="LiveId" clId="{02BAFCB6-52BE-469E-851C-FEC21D123C66}" dt="2021-12-11T07:06:07.526" v="2749" actId="20577"/>
          <ac:spMkLst>
            <pc:docMk/>
            <pc:sldMk cId="1151394046" sldId="422"/>
            <ac:spMk id="4" creationId="{CFDD82DA-A224-45E3-97C8-CE72778F6196}"/>
          </ac:spMkLst>
        </pc:spChg>
      </pc:sldChg>
      <pc:sldChg chg="del">
        <pc:chgData name="Devinder Kaur" userId="89161a673412ba18" providerId="LiveId" clId="{02BAFCB6-52BE-469E-851C-FEC21D123C66}" dt="2021-11-29T08:01:08.871" v="608" actId="2696"/>
        <pc:sldMkLst>
          <pc:docMk/>
          <pc:sldMk cId="1717129918" sldId="442"/>
        </pc:sldMkLst>
      </pc:sldChg>
      <pc:sldChg chg="modSp mod">
        <pc:chgData name="Devinder Kaur" userId="89161a673412ba18" providerId="LiveId" clId="{02BAFCB6-52BE-469E-851C-FEC21D123C66}" dt="2021-11-29T12:29:59.742" v="697" actId="113"/>
        <pc:sldMkLst>
          <pc:docMk/>
          <pc:sldMk cId="2605150284" sldId="442"/>
        </pc:sldMkLst>
        <pc:spChg chg="mod">
          <ac:chgData name="Devinder Kaur" userId="89161a673412ba18" providerId="LiveId" clId="{02BAFCB6-52BE-469E-851C-FEC21D123C66}" dt="2021-11-29T12:29:59.742" v="697" actId="113"/>
          <ac:spMkLst>
            <pc:docMk/>
            <pc:sldMk cId="2605150284" sldId="442"/>
            <ac:spMk id="3" creationId="{6A6E3E77-9CC6-44C7-83DC-007DA4C1587F}"/>
          </ac:spMkLst>
        </pc:spChg>
      </pc:sldChg>
      <pc:sldChg chg="addSp delSp modSp mod">
        <pc:chgData name="Devinder Kaur" userId="89161a673412ba18" providerId="LiveId" clId="{02BAFCB6-52BE-469E-851C-FEC21D123C66}" dt="2021-11-29T07:54:24.944" v="522" actId="14100"/>
        <pc:sldMkLst>
          <pc:docMk/>
          <pc:sldMk cId="1588389297" sldId="446"/>
        </pc:sldMkLst>
        <pc:spChg chg="mod">
          <ac:chgData name="Devinder Kaur" userId="89161a673412ba18" providerId="LiveId" clId="{02BAFCB6-52BE-469E-851C-FEC21D123C66}" dt="2021-11-29T07:54:24.944" v="522" actId="14100"/>
          <ac:spMkLst>
            <pc:docMk/>
            <pc:sldMk cId="1588389297" sldId="446"/>
            <ac:spMk id="3" creationId="{EFB32610-6427-4EF8-98BB-5C8F7A21FC85}"/>
          </ac:spMkLst>
        </pc:spChg>
        <pc:spChg chg="add del mod">
          <ac:chgData name="Devinder Kaur" userId="89161a673412ba18" providerId="LiveId" clId="{02BAFCB6-52BE-469E-851C-FEC21D123C66}" dt="2021-11-29T06:55:03.551" v="48" actId="22"/>
          <ac:spMkLst>
            <pc:docMk/>
            <pc:sldMk cId="1588389297" sldId="446"/>
            <ac:spMk id="6" creationId="{54302395-C996-4CC8-89BC-821838F6C566}"/>
          </ac:spMkLst>
        </pc:spChg>
      </pc:sldChg>
      <pc:sldChg chg="delSp">
        <pc:chgData name="Devinder Kaur" userId="89161a673412ba18" providerId="LiveId" clId="{02BAFCB6-52BE-469E-851C-FEC21D123C66}" dt="2021-11-29T07:53:09.685" v="515"/>
        <pc:sldMkLst>
          <pc:docMk/>
          <pc:sldMk cId="3882373386" sldId="447"/>
        </pc:sldMkLst>
        <pc:picChg chg="del">
          <ac:chgData name="Devinder Kaur" userId="89161a673412ba18" providerId="LiveId" clId="{02BAFCB6-52BE-469E-851C-FEC21D123C66}" dt="2021-11-29T07:53:09.685" v="515"/>
          <ac:picMkLst>
            <pc:docMk/>
            <pc:sldMk cId="3882373386" sldId="447"/>
            <ac:picMk id="2" creationId="{0B41F45F-DABE-4A4D-B08E-20E1C004C2FF}"/>
          </ac:picMkLst>
        </pc:picChg>
      </pc:sldChg>
      <pc:sldChg chg="ord">
        <pc:chgData name="Devinder Kaur" userId="89161a673412ba18" providerId="LiveId" clId="{02BAFCB6-52BE-469E-851C-FEC21D123C66}" dt="2021-11-29T07:58:14.673" v="603"/>
        <pc:sldMkLst>
          <pc:docMk/>
          <pc:sldMk cId="3571683946" sldId="450"/>
        </pc:sldMkLst>
      </pc:sldChg>
      <pc:sldChg chg="del ord">
        <pc:chgData name="Devinder Kaur" userId="89161a673412ba18" providerId="LiveId" clId="{02BAFCB6-52BE-469E-851C-FEC21D123C66}" dt="2021-11-29T08:02:13.824" v="613" actId="2696"/>
        <pc:sldMkLst>
          <pc:docMk/>
          <pc:sldMk cId="1092694584" sldId="452"/>
        </pc:sldMkLst>
      </pc:sldChg>
      <pc:sldChg chg="addSp delSp modSp mod">
        <pc:chgData name="Devinder Kaur" userId="89161a673412ba18" providerId="LiveId" clId="{02BAFCB6-52BE-469E-851C-FEC21D123C66}" dt="2021-12-13T10:18:34.342" v="2873" actId="113"/>
        <pc:sldMkLst>
          <pc:docMk/>
          <pc:sldMk cId="2006769375" sldId="453"/>
        </pc:sldMkLst>
        <pc:spChg chg="mod">
          <ac:chgData name="Devinder Kaur" userId="89161a673412ba18" providerId="LiveId" clId="{02BAFCB6-52BE-469E-851C-FEC21D123C66}" dt="2021-11-29T13:01:42.209" v="979" actId="1036"/>
          <ac:spMkLst>
            <pc:docMk/>
            <pc:sldMk cId="2006769375" sldId="453"/>
            <ac:spMk id="2" creationId="{82B9D0C1-3D42-49AB-843D-6649AE85698B}"/>
          </ac:spMkLst>
        </pc:spChg>
        <pc:spChg chg="mod">
          <ac:chgData name="Devinder Kaur" userId="89161a673412ba18" providerId="LiveId" clId="{02BAFCB6-52BE-469E-851C-FEC21D123C66}" dt="2021-12-13T10:18:34.342" v="2873" actId="113"/>
          <ac:spMkLst>
            <pc:docMk/>
            <pc:sldMk cId="2006769375" sldId="453"/>
            <ac:spMk id="3" creationId="{A3CFBA45-A64D-424D-AAC5-D8AF766DBE8B}"/>
          </ac:spMkLst>
        </pc:spChg>
        <pc:spChg chg="del mod">
          <ac:chgData name="Devinder Kaur" userId="89161a673412ba18" providerId="LiveId" clId="{02BAFCB6-52BE-469E-851C-FEC21D123C66}" dt="2021-11-29T12:59:14.448" v="950" actId="478"/>
          <ac:spMkLst>
            <pc:docMk/>
            <pc:sldMk cId="2006769375" sldId="453"/>
            <ac:spMk id="7" creationId="{7EBA2FEA-1415-451C-9B88-624D4991FB0E}"/>
          </ac:spMkLst>
        </pc:spChg>
        <pc:graphicFrameChg chg="add mod modGraphic">
          <ac:chgData name="Devinder Kaur" userId="89161a673412ba18" providerId="LiveId" clId="{02BAFCB6-52BE-469E-851C-FEC21D123C66}" dt="2021-12-13T10:16:16.228" v="2862" actId="20577"/>
          <ac:graphicFrameMkLst>
            <pc:docMk/>
            <pc:sldMk cId="2006769375" sldId="453"/>
            <ac:graphicFrameMk id="5" creationId="{0034FF5E-ED18-4A26-B765-757187B00DFA}"/>
          </ac:graphicFrameMkLst>
        </pc:graphicFrameChg>
        <pc:picChg chg="del mod">
          <ac:chgData name="Devinder Kaur" userId="89161a673412ba18" providerId="LiveId" clId="{02BAFCB6-52BE-469E-851C-FEC21D123C66}" dt="2021-11-29T13:01:23.446" v="966" actId="478"/>
          <ac:picMkLst>
            <pc:docMk/>
            <pc:sldMk cId="2006769375" sldId="453"/>
            <ac:picMk id="5" creationId="{7EE646A2-3DAA-4CF2-BE95-F4C5C407D70A}"/>
          </ac:picMkLst>
        </pc:picChg>
      </pc:sldChg>
      <pc:sldChg chg="del">
        <pc:chgData name="Devinder Kaur" userId="89161a673412ba18" providerId="LiveId" clId="{02BAFCB6-52BE-469E-851C-FEC21D123C66}" dt="2021-11-29T12:55:34.568" v="934" actId="2696"/>
        <pc:sldMkLst>
          <pc:docMk/>
          <pc:sldMk cId="2630829382" sldId="453"/>
        </pc:sldMkLst>
      </pc:sldChg>
      <pc:sldChg chg="modSp mod">
        <pc:chgData name="Devinder Kaur" userId="89161a673412ba18" providerId="LiveId" clId="{02BAFCB6-52BE-469E-851C-FEC21D123C66}" dt="2021-11-29T12:32:02.591" v="739" actId="1037"/>
        <pc:sldMkLst>
          <pc:docMk/>
          <pc:sldMk cId="3046141785" sldId="458"/>
        </pc:sldMkLst>
        <pc:spChg chg="mod">
          <ac:chgData name="Devinder Kaur" userId="89161a673412ba18" providerId="LiveId" clId="{02BAFCB6-52BE-469E-851C-FEC21D123C66}" dt="2021-11-29T12:31:58.304" v="735" actId="14100"/>
          <ac:spMkLst>
            <pc:docMk/>
            <pc:sldMk cId="3046141785" sldId="458"/>
            <ac:spMk id="5" creationId="{66F2292D-6E7D-42B5-A2A0-5FE541C7B905}"/>
          </ac:spMkLst>
        </pc:spChg>
        <pc:picChg chg="mod">
          <ac:chgData name="Devinder Kaur" userId="89161a673412ba18" providerId="LiveId" clId="{02BAFCB6-52BE-469E-851C-FEC21D123C66}" dt="2021-11-29T12:32:02.591" v="739" actId="1037"/>
          <ac:picMkLst>
            <pc:docMk/>
            <pc:sldMk cId="3046141785" sldId="458"/>
            <ac:picMk id="3" creationId="{669142DF-7176-43A7-8013-A35466959906}"/>
          </ac:picMkLst>
        </pc:picChg>
      </pc:sldChg>
      <pc:sldChg chg="del">
        <pc:chgData name="Devinder Kaur" userId="89161a673412ba18" providerId="LiveId" clId="{02BAFCB6-52BE-469E-851C-FEC21D123C66}" dt="2021-11-29T07:52:52.205" v="514" actId="2696"/>
        <pc:sldMkLst>
          <pc:docMk/>
          <pc:sldMk cId="1182464335" sldId="459"/>
        </pc:sldMkLst>
      </pc:sldChg>
      <pc:sldChg chg="addSp modSp mod ord">
        <pc:chgData name="Devinder Kaur" userId="89161a673412ba18" providerId="LiveId" clId="{02BAFCB6-52BE-469E-851C-FEC21D123C66}" dt="2021-11-29T07:56:42.826" v="600" actId="1037"/>
        <pc:sldMkLst>
          <pc:docMk/>
          <pc:sldMk cId="2401965984" sldId="459"/>
        </pc:sldMkLst>
        <pc:spChg chg="mod">
          <ac:chgData name="Devinder Kaur" userId="89161a673412ba18" providerId="LiveId" clId="{02BAFCB6-52BE-469E-851C-FEC21D123C66}" dt="2021-11-29T07:55:03.382" v="528" actId="1076"/>
          <ac:spMkLst>
            <pc:docMk/>
            <pc:sldMk cId="2401965984" sldId="459"/>
            <ac:spMk id="2" creationId="{45F373A4-CFB2-44DB-9D40-666724829375}"/>
          </ac:spMkLst>
        </pc:spChg>
        <pc:spChg chg="mod">
          <ac:chgData name="Devinder Kaur" userId="89161a673412ba18" providerId="LiveId" clId="{02BAFCB6-52BE-469E-851C-FEC21D123C66}" dt="2021-11-29T07:56:36.538" v="591" actId="14100"/>
          <ac:spMkLst>
            <pc:docMk/>
            <pc:sldMk cId="2401965984" sldId="459"/>
            <ac:spMk id="3" creationId="{264B07A1-7D58-4EE7-B741-5842207072BA}"/>
          </ac:spMkLst>
        </pc:spChg>
        <pc:spChg chg="add mod">
          <ac:chgData name="Devinder Kaur" userId="89161a673412ba18" providerId="LiveId" clId="{02BAFCB6-52BE-469E-851C-FEC21D123C66}" dt="2021-11-29T07:56:20.077" v="589" actId="14100"/>
          <ac:spMkLst>
            <pc:docMk/>
            <pc:sldMk cId="2401965984" sldId="459"/>
            <ac:spMk id="8" creationId="{3F23D272-0A04-4720-9904-F80BE2D6C5D5}"/>
          </ac:spMkLst>
        </pc:spChg>
        <pc:picChg chg="mod">
          <ac:chgData name="Devinder Kaur" userId="89161a673412ba18" providerId="LiveId" clId="{02BAFCB6-52BE-469E-851C-FEC21D123C66}" dt="2021-11-29T07:56:42.826" v="600" actId="1037"/>
          <ac:picMkLst>
            <pc:docMk/>
            <pc:sldMk cId="2401965984" sldId="459"/>
            <ac:picMk id="7" creationId="{F3200974-19A7-49EE-875E-5C0F4283EB62}"/>
          </ac:picMkLst>
        </pc:picChg>
      </pc:sldChg>
      <pc:sldChg chg="delSp modSp mod">
        <pc:chgData name="Devinder Kaur" userId="89161a673412ba18" providerId="LiveId" clId="{02BAFCB6-52BE-469E-851C-FEC21D123C66}" dt="2021-11-29T12:37:16.548" v="928" actId="14100"/>
        <pc:sldMkLst>
          <pc:docMk/>
          <pc:sldMk cId="3609509337" sldId="461"/>
        </pc:sldMkLst>
        <pc:spChg chg="mod">
          <ac:chgData name="Devinder Kaur" userId="89161a673412ba18" providerId="LiveId" clId="{02BAFCB6-52BE-469E-851C-FEC21D123C66}" dt="2021-11-29T12:37:06.728" v="927" actId="27636"/>
          <ac:spMkLst>
            <pc:docMk/>
            <pc:sldMk cId="3609509337" sldId="461"/>
            <ac:spMk id="3" creationId="{ABD2A7B3-314A-4F94-935A-9E3272184A81}"/>
          </ac:spMkLst>
        </pc:spChg>
        <pc:picChg chg="del mod">
          <ac:chgData name="Devinder Kaur" userId="89161a673412ba18" providerId="LiveId" clId="{02BAFCB6-52BE-469E-851C-FEC21D123C66}" dt="2021-11-29T12:33:32.812" v="741" actId="21"/>
          <ac:picMkLst>
            <pc:docMk/>
            <pc:sldMk cId="3609509337" sldId="461"/>
            <ac:picMk id="6" creationId="{6A34EE99-5F67-4FE5-A120-86EFEBDBA6DD}"/>
          </ac:picMkLst>
        </pc:picChg>
        <pc:picChg chg="mod">
          <ac:chgData name="Devinder Kaur" userId="89161a673412ba18" providerId="LiveId" clId="{02BAFCB6-52BE-469E-851C-FEC21D123C66}" dt="2021-11-29T12:37:16.548" v="928" actId="14100"/>
          <ac:picMkLst>
            <pc:docMk/>
            <pc:sldMk cId="3609509337" sldId="461"/>
            <ac:picMk id="5122" creationId="{8B9AF571-6921-4C41-9FFF-1879A961D3E1}"/>
          </ac:picMkLst>
        </pc:picChg>
      </pc:sldChg>
      <pc:sldChg chg="addSp modSp new mod">
        <pc:chgData name="Devinder Kaur" userId="89161a673412ba18" providerId="LiveId" clId="{02BAFCB6-52BE-469E-851C-FEC21D123C66}" dt="2021-11-29T06:51:46.478" v="13" actId="14100"/>
        <pc:sldMkLst>
          <pc:docMk/>
          <pc:sldMk cId="212605222" sldId="463"/>
        </pc:sldMkLst>
        <pc:picChg chg="add mod modCrop">
          <ac:chgData name="Devinder Kaur" userId="89161a673412ba18" providerId="LiveId" clId="{02BAFCB6-52BE-469E-851C-FEC21D123C66}" dt="2021-11-29T06:51:46.478" v="13" actId="14100"/>
          <ac:picMkLst>
            <pc:docMk/>
            <pc:sldMk cId="212605222" sldId="463"/>
            <ac:picMk id="3" creationId="{A3AAA238-527F-4425-8308-18632226A795}"/>
          </ac:picMkLst>
        </pc:picChg>
      </pc:sldChg>
      <pc:sldChg chg="new del">
        <pc:chgData name="Devinder Kaur" userId="89161a673412ba18" providerId="LiveId" clId="{02BAFCB6-52BE-469E-851C-FEC21D123C66}" dt="2021-11-29T06:50:48.875" v="1" actId="680"/>
        <pc:sldMkLst>
          <pc:docMk/>
          <pc:sldMk cId="3673059837" sldId="463"/>
        </pc:sldMkLst>
      </pc:sldChg>
      <pc:sldChg chg="modSp new mod">
        <pc:chgData name="Devinder Kaur" userId="89161a673412ba18" providerId="LiveId" clId="{02BAFCB6-52BE-469E-851C-FEC21D123C66}" dt="2021-11-29T07:15:06.859" v="182" actId="207"/>
        <pc:sldMkLst>
          <pc:docMk/>
          <pc:sldMk cId="498021227" sldId="464"/>
        </pc:sldMkLst>
        <pc:spChg chg="mod">
          <ac:chgData name="Devinder Kaur" userId="89161a673412ba18" providerId="LiveId" clId="{02BAFCB6-52BE-469E-851C-FEC21D123C66}" dt="2021-11-29T07:15:06.859" v="182" actId="207"/>
          <ac:spMkLst>
            <pc:docMk/>
            <pc:sldMk cId="498021227" sldId="464"/>
            <ac:spMk id="2" creationId="{956FA495-0E3D-4C50-8B78-85B2B127490B}"/>
          </ac:spMkLst>
        </pc:spChg>
        <pc:spChg chg="mod">
          <ac:chgData name="Devinder Kaur" userId="89161a673412ba18" providerId="LiveId" clId="{02BAFCB6-52BE-469E-851C-FEC21D123C66}" dt="2021-11-29T07:13:58.332" v="168" actId="1036"/>
          <ac:spMkLst>
            <pc:docMk/>
            <pc:sldMk cId="498021227" sldId="464"/>
            <ac:spMk id="3" creationId="{C633CFAE-73C3-4F83-A7D9-82D4427C08EB}"/>
          </ac:spMkLst>
        </pc:spChg>
        <pc:spChg chg="mod">
          <ac:chgData name="Devinder Kaur" userId="89161a673412ba18" providerId="LiveId" clId="{02BAFCB6-52BE-469E-851C-FEC21D123C66}" dt="2021-11-29T07:13:58.332" v="168" actId="1036"/>
          <ac:spMkLst>
            <pc:docMk/>
            <pc:sldMk cId="498021227" sldId="464"/>
            <ac:spMk id="4" creationId="{4F697A0F-692D-43F6-B429-9776DB4B4936}"/>
          </ac:spMkLst>
        </pc:spChg>
      </pc:sldChg>
      <pc:sldChg chg="addSp delSp modSp new mod">
        <pc:chgData name="Devinder Kaur" userId="89161a673412ba18" providerId="LiveId" clId="{02BAFCB6-52BE-469E-851C-FEC21D123C66}" dt="2021-11-29T07:24:30.161" v="212" actId="14100"/>
        <pc:sldMkLst>
          <pc:docMk/>
          <pc:sldMk cId="2310749902" sldId="465"/>
        </pc:sldMkLst>
        <pc:spChg chg="mod">
          <ac:chgData name="Devinder Kaur" userId="89161a673412ba18" providerId="LiveId" clId="{02BAFCB6-52BE-469E-851C-FEC21D123C66}" dt="2021-11-29T07:15:13.669" v="185"/>
          <ac:spMkLst>
            <pc:docMk/>
            <pc:sldMk cId="2310749902" sldId="465"/>
            <ac:spMk id="2" creationId="{341EF100-98FF-4FF3-A2AC-AB1B2C65AADB}"/>
          </ac:spMkLst>
        </pc:spChg>
        <pc:spChg chg="mod">
          <ac:chgData name="Devinder Kaur" userId="89161a673412ba18" providerId="LiveId" clId="{02BAFCB6-52BE-469E-851C-FEC21D123C66}" dt="2021-11-29T07:19:47.943" v="206" actId="27636"/>
          <ac:spMkLst>
            <pc:docMk/>
            <pc:sldMk cId="2310749902" sldId="465"/>
            <ac:spMk id="3" creationId="{FCBAFE4F-813D-46BB-8DA7-59BA2A5B6005}"/>
          </ac:spMkLst>
        </pc:spChg>
        <pc:spChg chg="del mod">
          <ac:chgData name="Devinder Kaur" userId="89161a673412ba18" providerId="LiveId" clId="{02BAFCB6-52BE-469E-851C-FEC21D123C66}" dt="2021-11-29T07:24:21.779" v="210"/>
          <ac:spMkLst>
            <pc:docMk/>
            <pc:sldMk cId="2310749902" sldId="465"/>
            <ac:spMk id="4" creationId="{794254DB-5DFE-4459-99D5-A253B5493E83}"/>
          </ac:spMkLst>
        </pc:spChg>
        <pc:picChg chg="add mod">
          <ac:chgData name="Devinder Kaur" userId="89161a673412ba18" providerId="LiveId" clId="{02BAFCB6-52BE-469E-851C-FEC21D123C66}" dt="2021-11-29T07:24:30.161" v="212" actId="14100"/>
          <ac:picMkLst>
            <pc:docMk/>
            <pc:sldMk cId="2310749902" sldId="465"/>
            <ac:picMk id="6" creationId="{2E824299-F91E-4621-8F24-E9C763209AF7}"/>
          </ac:picMkLst>
        </pc:picChg>
      </pc:sldChg>
      <pc:sldChg chg="delSp modSp new mod">
        <pc:chgData name="Devinder Kaur" userId="89161a673412ba18" providerId="LiveId" clId="{02BAFCB6-52BE-469E-851C-FEC21D123C66}" dt="2021-11-29T08:02:31.054" v="614"/>
        <pc:sldMkLst>
          <pc:docMk/>
          <pc:sldMk cId="2187025669" sldId="466"/>
        </pc:sldMkLst>
        <pc:spChg chg="mod">
          <ac:chgData name="Devinder Kaur" userId="89161a673412ba18" providerId="LiveId" clId="{02BAFCB6-52BE-469E-851C-FEC21D123C66}" dt="2021-11-29T07:28:58.523" v="230" actId="14100"/>
          <ac:spMkLst>
            <pc:docMk/>
            <pc:sldMk cId="2187025669" sldId="466"/>
            <ac:spMk id="2" creationId="{A45D5ACD-633F-4DEE-A2AD-B20AD490E501}"/>
          </ac:spMkLst>
        </pc:spChg>
        <pc:spChg chg="mod">
          <ac:chgData name="Devinder Kaur" userId="89161a673412ba18" providerId="LiveId" clId="{02BAFCB6-52BE-469E-851C-FEC21D123C66}" dt="2021-11-29T07:57:56.628" v="601" actId="313"/>
          <ac:spMkLst>
            <pc:docMk/>
            <pc:sldMk cId="2187025669" sldId="466"/>
            <ac:spMk id="3" creationId="{A2D08D88-7335-4158-A2EF-D0D6B74D59EB}"/>
          </ac:spMkLst>
        </pc:spChg>
        <pc:spChg chg="del mod">
          <ac:chgData name="Devinder Kaur" userId="89161a673412ba18" providerId="LiveId" clId="{02BAFCB6-52BE-469E-851C-FEC21D123C66}" dt="2021-11-29T07:34:17.946" v="259" actId="478"/>
          <ac:spMkLst>
            <pc:docMk/>
            <pc:sldMk cId="2187025669" sldId="466"/>
            <ac:spMk id="4" creationId="{6D8700B3-6847-40F3-AAB0-C06710EF8A3D}"/>
          </ac:spMkLst>
        </pc:spChg>
        <pc:picChg chg="del">
          <ac:chgData name="Devinder Kaur" userId="89161a673412ba18" providerId="LiveId" clId="{02BAFCB6-52BE-469E-851C-FEC21D123C66}" dt="2021-11-29T08:02:31.054" v="614"/>
          <ac:picMkLst>
            <pc:docMk/>
            <pc:sldMk cId="2187025669" sldId="466"/>
            <ac:picMk id="6" creationId="{63C525A0-DCF0-4420-B9D4-FD916A8E9A2E}"/>
          </ac:picMkLst>
        </pc:picChg>
      </pc:sldChg>
      <pc:sldChg chg="addSp delSp modSp new mod ord">
        <pc:chgData name="Devinder Kaur" userId="89161a673412ba18" providerId="LiveId" clId="{02BAFCB6-52BE-469E-851C-FEC21D123C66}" dt="2021-11-29T12:36:10.316" v="892" actId="14100"/>
        <pc:sldMkLst>
          <pc:docMk/>
          <pc:sldMk cId="406489898" sldId="467"/>
        </pc:sldMkLst>
        <pc:spChg chg="mod">
          <ac:chgData name="Devinder Kaur" userId="89161a673412ba18" providerId="LiveId" clId="{02BAFCB6-52BE-469E-851C-FEC21D123C66}" dt="2021-11-29T07:46:05.018" v="357" actId="14100"/>
          <ac:spMkLst>
            <pc:docMk/>
            <pc:sldMk cId="406489898" sldId="467"/>
            <ac:spMk id="2" creationId="{BCA3F4E7-1884-4AF2-9A0F-9FA71CAA5DCC}"/>
          </ac:spMkLst>
        </pc:spChg>
        <pc:spChg chg="mod">
          <ac:chgData name="Devinder Kaur" userId="89161a673412ba18" providerId="LiveId" clId="{02BAFCB6-52BE-469E-851C-FEC21D123C66}" dt="2021-11-29T12:35:40.163" v="882" actId="255"/>
          <ac:spMkLst>
            <pc:docMk/>
            <pc:sldMk cId="406489898" sldId="467"/>
            <ac:spMk id="3" creationId="{BC0624CB-5769-46E6-A657-8D705C6A3225}"/>
          </ac:spMkLst>
        </pc:spChg>
        <pc:spChg chg="add mod">
          <ac:chgData name="Devinder Kaur" userId="89161a673412ba18" providerId="LiveId" clId="{02BAFCB6-52BE-469E-851C-FEC21D123C66}" dt="2021-11-29T12:36:01.998" v="890" actId="1035"/>
          <ac:spMkLst>
            <pc:docMk/>
            <pc:sldMk cId="406489898" sldId="467"/>
            <ac:spMk id="7" creationId="{39C62767-1F45-4220-B94E-9E2ECE124032}"/>
          </ac:spMkLst>
        </pc:spChg>
        <pc:picChg chg="add mod">
          <ac:chgData name="Devinder Kaur" userId="89161a673412ba18" providerId="LiveId" clId="{02BAFCB6-52BE-469E-851C-FEC21D123C66}" dt="2021-11-29T12:36:10.316" v="892" actId="14100"/>
          <ac:picMkLst>
            <pc:docMk/>
            <pc:sldMk cId="406489898" sldId="467"/>
            <ac:picMk id="5" creationId="{2AC3F55E-1A37-4B49-88FA-2CC442CFA743}"/>
          </ac:picMkLst>
        </pc:picChg>
        <pc:picChg chg="add del mod">
          <ac:chgData name="Devinder Kaur" userId="89161a673412ba18" providerId="LiveId" clId="{02BAFCB6-52BE-469E-851C-FEC21D123C66}" dt="2021-11-29T07:40:19.791" v="299" actId="478"/>
          <ac:picMkLst>
            <pc:docMk/>
            <pc:sldMk cId="406489898" sldId="467"/>
            <ac:picMk id="5" creationId="{41D0A2C4-539A-4953-9AFB-667A69C1E308}"/>
          </ac:picMkLst>
        </pc:picChg>
      </pc:sldChg>
      <pc:sldChg chg="addSp delSp modSp new mod">
        <pc:chgData name="Devinder Kaur" userId="89161a673412ba18" providerId="LiveId" clId="{02BAFCB6-52BE-469E-851C-FEC21D123C66}" dt="2021-11-29T08:01:32.919" v="610"/>
        <pc:sldMkLst>
          <pc:docMk/>
          <pc:sldMk cId="1011000154" sldId="468"/>
        </pc:sldMkLst>
        <pc:spChg chg="mod">
          <ac:chgData name="Devinder Kaur" userId="89161a673412ba18" providerId="LiveId" clId="{02BAFCB6-52BE-469E-851C-FEC21D123C66}" dt="2021-11-29T07:50:56.638" v="403" actId="14100"/>
          <ac:spMkLst>
            <pc:docMk/>
            <pc:sldMk cId="1011000154" sldId="468"/>
            <ac:spMk id="2" creationId="{40F39B66-C669-404A-9EEF-D5B831FEEBD0}"/>
          </ac:spMkLst>
        </pc:spChg>
        <pc:spChg chg="mod">
          <ac:chgData name="Devinder Kaur" userId="89161a673412ba18" providerId="LiveId" clId="{02BAFCB6-52BE-469E-851C-FEC21D123C66}" dt="2021-11-29T07:51:51.207" v="510" actId="14100"/>
          <ac:spMkLst>
            <pc:docMk/>
            <pc:sldMk cId="1011000154" sldId="468"/>
            <ac:spMk id="3" creationId="{398A961A-8C79-49C6-8360-B34890E1E86F}"/>
          </ac:spMkLst>
        </pc:spChg>
        <pc:spChg chg="add mod">
          <ac:chgData name="Devinder Kaur" userId="89161a673412ba18" providerId="LiveId" clId="{02BAFCB6-52BE-469E-851C-FEC21D123C66}" dt="2021-11-29T07:52:05.277" v="513" actId="14100"/>
          <ac:spMkLst>
            <pc:docMk/>
            <pc:sldMk cId="1011000154" sldId="468"/>
            <ac:spMk id="7" creationId="{1271E0E4-273A-472D-A9DE-3FF43A5B46D0}"/>
          </ac:spMkLst>
        </pc:spChg>
        <pc:picChg chg="add mod">
          <ac:chgData name="Devinder Kaur" userId="89161a673412ba18" providerId="LiveId" clId="{02BAFCB6-52BE-469E-851C-FEC21D123C66}" dt="2021-11-29T07:51:59.159" v="512" actId="14100"/>
          <ac:picMkLst>
            <pc:docMk/>
            <pc:sldMk cId="1011000154" sldId="468"/>
            <ac:picMk id="5" creationId="{BBA24631-F2E6-4845-9AA9-1D90217455A7}"/>
          </ac:picMkLst>
        </pc:picChg>
        <pc:picChg chg="del">
          <ac:chgData name="Devinder Kaur" userId="89161a673412ba18" providerId="LiveId" clId="{02BAFCB6-52BE-469E-851C-FEC21D123C66}" dt="2021-11-29T08:01:25.222" v="609"/>
          <ac:picMkLst>
            <pc:docMk/>
            <pc:sldMk cId="1011000154" sldId="468"/>
            <ac:picMk id="8" creationId="{AAB1EA8D-36E8-46C3-B382-AF2F135FB004}"/>
          </ac:picMkLst>
        </pc:picChg>
        <pc:picChg chg="del">
          <ac:chgData name="Devinder Kaur" userId="89161a673412ba18" providerId="LiveId" clId="{02BAFCB6-52BE-469E-851C-FEC21D123C66}" dt="2021-11-29T08:01:32.919" v="610"/>
          <ac:picMkLst>
            <pc:docMk/>
            <pc:sldMk cId="1011000154" sldId="468"/>
            <ac:picMk id="9" creationId="{A0959FA9-30D7-4B1C-8CCF-BFAF5BB3FCE7}"/>
          </ac:picMkLst>
        </pc:picChg>
      </pc:sldChg>
      <pc:sldChg chg="addSp modSp mod">
        <pc:chgData name="Devinder Kaur" userId="89161a673412ba18" providerId="LiveId" clId="{02BAFCB6-52BE-469E-851C-FEC21D123C66}" dt="2021-11-29T12:38:05.709" v="932" actId="14100"/>
        <pc:sldMkLst>
          <pc:docMk/>
          <pc:sldMk cId="0" sldId="469"/>
        </pc:sldMkLst>
        <pc:spChg chg="mod">
          <ac:chgData name="Devinder Kaur" userId="89161a673412ba18" providerId="LiveId" clId="{02BAFCB6-52BE-469E-851C-FEC21D123C66}" dt="2021-11-29T12:37:57.531" v="930" actId="14100"/>
          <ac:spMkLst>
            <pc:docMk/>
            <pc:sldMk cId="0" sldId="469"/>
            <ac:spMk id="2" creationId="{1AC54997-DA3D-4789-9EAE-E6F78764A7F4}"/>
          </ac:spMkLst>
        </pc:spChg>
        <pc:spChg chg="mod">
          <ac:chgData name="Devinder Kaur" userId="89161a673412ba18" providerId="LiveId" clId="{02BAFCB6-52BE-469E-851C-FEC21D123C66}" dt="2021-11-29T12:38:05.709" v="932" actId="14100"/>
          <ac:spMkLst>
            <pc:docMk/>
            <pc:sldMk cId="0" sldId="469"/>
            <ac:spMk id="36867" creationId="{3A2088C1-9893-4C76-A3A7-F01214A6F4AE}"/>
          </ac:spMkLst>
        </pc:spChg>
        <pc:picChg chg="add mod">
          <ac:chgData name="Devinder Kaur" userId="89161a673412ba18" providerId="LiveId" clId="{02BAFCB6-52BE-469E-851C-FEC21D123C66}" dt="2021-11-29T08:05:55.335" v="653"/>
          <ac:picMkLst>
            <pc:docMk/>
            <pc:sldMk cId="0" sldId="469"/>
            <ac:picMk id="3" creationId="{3F42BF1C-F315-4CFE-BC08-C2E9FF9F4569}"/>
          </ac:picMkLst>
        </pc:picChg>
      </pc:sldChg>
      <pc:sldChg chg="new del">
        <pc:chgData name="Devinder Kaur" userId="89161a673412ba18" providerId="LiveId" clId="{02BAFCB6-52BE-469E-851C-FEC21D123C66}" dt="2021-11-29T12:30:41.123" v="699" actId="47"/>
        <pc:sldMkLst>
          <pc:docMk/>
          <pc:sldMk cId="1253014160" sldId="470"/>
        </pc:sldMkLst>
      </pc:sldChg>
      <pc:sldChg chg="addSp delSp modSp new mod">
        <pc:chgData name="Devinder Kaur" userId="89161a673412ba18" providerId="LiveId" clId="{02BAFCB6-52BE-469E-851C-FEC21D123C66}" dt="2021-11-29T16:56:24.755" v="1194" actId="1038"/>
        <pc:sldMkLst>
          <pc:docMk/>
          <pc:sldMk cId="3186108299" sldId="470"/>
        </pc:sldMkLst>
        <pc:spChg chg="mod">
          <ac:chgData name="Devinder Kaur" userId="89161a673412ba18" providerId="LiveId" clId="{02BAFCB6-52BE-469E-851C-FEC21D123C66}" dt="2021-11-29T16:56:24.755" v="1194" actId="1038"/>
          <ac:spMkLst>
            <pc:docMk/>
            <pc:sldMk cId="3186108299" sldId="470"/>
            <ac:spMk id="2" creationId="{6D4CA2C4-696C-4CE6-A52A-009DDDC85DA0}"/>
          </ac:spMkLst>
        </pc:spChg>
        <pc:spChg chg="del mod">
          <ac:chgData name="Devinder Kaur" userId="89161a673412ba18" providerId="LiveId" clId="{02BAFCB6-52BE-469E-851C-FEC21D123C66}" dt="2021-11-29T13:05:20.043" v="1010" actId="21"/>
          <ac:spMkLst>
            <pc:docMk/>
            <pc:sldMk cId="3186108299" sldId="470"/>
            <ac:spMk id="3" creationId="{C1172CAB-7222-4D11-BF7F-8A2292CFE8EB}"/>
          </ac:spMkLst>
        </pc:spChg>
        <pc:spChg chg="add mod">
          <ac:chgData name="Devinder Kaur" userId="89161a673412ba18" providerId="LiveId" clId="{02BAFCB6-52BE-469E-851C-FEC21D123C66}" dt="2021-11-29T13:11:19.564" v="1078" actId="113"/>
          <ac:spMkLst>
            <pc:docMk/>
            <pc:sldMk cId="3186108299" sldId="470"/>
            <ac:spMk id="6" creationId="{EE53CD1B-8DEE-4502-9DFF-72B437719142}"/>
          </ac:spMkLst>
        </pc:spChg>
      </pc:sldChg>
      <pc:sldChg chg="addSp delSp modSp mod">
        <pc:chgData name="Devinder Kaur" userId="89161a673412ba18" providerId="LiveId" clId="{02BAFCB6-52BE-469E-851C-FEC21D123C66}" dt="2021-12-13T10:21:17.166" v="2897" actId="255"/>
        <pc:sldMkLst>
          <pc:docMk/>
          <pc:sldMk cId="3038856664" sldId="471"/>
        </pc:sldMkLst>
        <pc:spChg chg="mod">
          <ac:chgData name="Devinder Kaur" userId="89161a673412ba18" providerId="LiveId" clId="{02BAFCB6-52BE-469E-851C-FEC21D123C66}" dt="2021-11-29T13:03:04.736" v="989"/>
          <ac:spMkLst>
            <pc:docMk/>
            <pc:sldMk cId="3038856664" sldId="471"/>
            <ac:spMk id="2" creationId="{82B9D0C1-3D42-49AB-843D-6649AE85698B}"/>
          </ac:spMkLst>
        </pc:spChg>
        <pc:spChg chg="del">
          <ac:chgData name="Devinder Kaur" userId="89161a673412ba18" providerId="LiveId" clId="{02BAFCB6-52BE-469E-851C-FEC21D123C66}" dt="2021-11-29T13:02:00.652" v="983" actId="478"/>
          <ac:spMkLst>
            <pc:docMk/>
            <pc:sldMk cId="3038856664" sldId="471"/>
            <ac:spMk id="3" creationId="{A3CFBA45-A64D-424D-AAC5-D8AF766DBE8B}"/>
          </ac:spMkLst>
        </pc:spChg>
        <pc:spChg chg="mod">
          <ac:chgData name="Devinder Kaur" userId="89161a673412ba18" providerId="LiveId" clId="{02BAFCB6-52BE-469E-851C-FEC21D123C66}" dt="2021-12-13T10:21:17.166" v="2897" actId="255"/>
          <ac:spMkLst>
            <pc:docMk/>
            <pc:sldMk cId="3038856664" sldId="471"/>
            <ac:spMk id="7" creationId="{7EBA2FEA-1415-451C-9B88-624D4991FB0E}"/>
          </ac:spMkLst>
        </pc:spChg>
        <pc:spChg chg="add del mod">
          <ac:chgData name="Devinder Kaur" userId="89161a673412ba18" providerId="LiveId" clId="{02BAFCB6-52BE-469E-851C-FEC21D123C66}" dt="2021-11-29T13:02:03.714" v="984" actId="478"/>
          <ac:spMkLst>
            <pc:docMk/>
            <pc:sldMk cId="3038856664" sldId="471"/>
            <ac:spMk id="8" creationId="{644A9153-FF16-46F9-8708-0955F4A19EB6}"/>
          </ac:spMkLst>
        </pc:spChg>
        <pc:spChg chg="add mod">
          <ac:chgData name="Devinder Kaur" userId="89161a673412ba18" providerId="LiveId" clId="{02BAFCB6-52BE-469E-851C-FEC21D123C66}" dt="2021-11-29T13:06:49.257" v="1055" actId="123"/>
          <ac:spMkLst>
            <pc:docMk/>
            <pc:sldMk cId="3038856664" sldId="471"/>
            <ac:spMk id="9" creationId="{571F4D7A-1650-471F-B4D9-4ACDA28FEF94}"/>
          </ac:spMkLst>
        </pc:spChg>
        <pc:picChg chg="mod">
          <ac:chgData name="Devinder Kaur" userId="89161a673412ba18" providerId="LiveId" clId="{02BAFCB6-52BE-469E-851C-FEC21D123C66}" dt="2021-11-29T13:06:57.147" v="1057" actId="14100"/>
          <ac:picMkLst>
            <pc:docMk/>
            <pc:sldMk cId="3038856664" sldId="471"/>
            <ac:picMk id="5" creationId="{7EE646A2-3DAA-4CF2-BE95-F4C5C407D70A}"/>
          </ac:picMkLst>
        </pc:picChg>
      </pc:sldChg>
      <pc:sldChg chg="new del">
        <pc:chgData name="Devinder Kaur" userId="89161a673412ba18" providerId="LiveId" clId="{02BAFCB6-52BE-469E-851C-FEC21D123C66}" dt="2021-11-29T12:58:58.977" v="948" actId="680"/>
        <pc:sldMkLst>
          <pc:docMk/>
          <pc:sldMk cId="3070120632" sldId="471"/>
        </pc:sldMkLst>
      </pc:sldChg>
      <pc:sldChg chg="addSp delSp modSp new mod">
        <pc:chgData name="Devinder Kaur" userId="89161a673412ba18" providerId="LiveId" clId="{02BAFCB6-52BE-469E-851C-FEC21D123C66}" dt="2021-11-29T13:25:28.275" v="1171" actId="6549"/>
        <pc:sldMkLst>
          <pc:docMk/>
          <pc:sldMk cId="2243030330" sldId="472"/>
        </pc:sldMkLst>
        <pc:spChg chg="mod">
          <ac:chgData name="Devinder Kaur" userId="89161a673412ba18" providerId="LiveId" clId="{02BAFCB6-52BE-469E-851C-FEC21D123C66}" dt="2021-11-29T13:19:55.413" v="1154" actId="14100"/>
          <ac:spMkLst>
            <pc:docMk/>
            <pc:sldMk cId="2243030330" sldId="472"/>
            <ac:spMk id="6" creationId="{55D5D5CB-55F7-4394-A6AF-806529655E5A}"/>
          </ac:spMkLst>
        </pc:spChg>
        <pc:spChg chg="mod">
          <ac:chgData name="Devinder Kaur" userId="89161a673412ba18" providerId="LiveId" clId="{02BAFCB6-52BE-469E-851C-FEC21D123C66}" dt="2021-11-29T13:19:55.413" v="1154" actId="14100"/>
          <ac:spMkLst>
            <pc:docMk/>
            <pc:sldMk cId="2243030330" sldId="472"/>
            <ac:spMk id="7" creationId="{FE42C5A3-F0E2-4CD7-9686-AD2AFF2B2861}"/>
          </ac:spMkLst>
        </pc:spChg>
        <pc:spChg chg="mod">
          <ac:chgData name="Devinder Kaur" userId="89161a673412ba18" providerId="LiveId" clId="{02BAFCB6-52BE-469E-851C-FEC21D123C66}" dt="2021-11-29T13:19:55.413" v="1154" actId="14100"/>
          <ac:spMkLst>
            <pc:docMk/>
            <pc:sldMk cId="2243030330" sldId="472"/>
            <ac:spMk id="8" creationId="{D8FDCD19-E5F1-4193-AC0C-698F17A21DFE}"/>
          </ac:spMkLst>
        </pc:spChg>
        <pc:spChg chg="mod">
          <ac:chgData name="Devinder Kaur" userId="89161a673412ba18" providerId="LiveId" clId="{02BAFCB6-52BE-469E-851C-FEC21D123C66}" dt="2021-11-29T13:19:55.413" v="1154" actId="14100"/>
          <ac:spMkLst>
            <pc:docMk/>
            <pc:sldMk cId="2243030330" sldId="472"/>
            <ac:spMk id="9" creationId="{8A00C653-6E8F-4229-891D-17B6B296592D}"/>
          </ac:spMkLst>
        </pc:spChg>
        <pc:spChg chg="mod">
          <ac:chgData name="Devinder Kaur" userId="89161a673412ba18" providerId="LiveId" clId="{02BAFCB6-52BE-469E-851C-FEC21D123C66}" dt="2021-11-29T13:19:55.413" v="1154" actId="14100"/>
          <ac:spMkLst>
            <pc:docMk/>
            <pc:sldMk cId="2243030330" sldId="472"/>
            <ac:spMk id="10" creationId="{6E330437-DA46-4ADB-8FD6-93AD1B7B4E87}"/>
          </ac:spMkLst>
        </pc:spChg>
        <pc:spChg chg="mod">
          <ac:chgData name="Devinder Kaur" userId="89161a673412ba18" providerId="LiveId" clId="{02BAFCB6-52BE-469E-851C-FEC21D123C66}" dt="2021-11-29T13:19:55.413" v="1154" actId="14100"/>
          <ac:spMkLst>
            <pc:docMk/>
            <pc:sldMk cId="2243030330" sldId="472"/>
            <ac:spMk id="11" creationId="{20BAC5B8-CF24-4AE1-A446-A680B1B4B81D}"/>
          </ac:spMkLst>
        </pc:spChg>
        <pc:spChg chg="mod">
          <ac:chgData name="Devinder Kaur" userId="89161a673412ba18" providerId="LiveId" clId="{02BAFCB6-52BE-469E-851C-FEC21D123C66}" dt="2021-11-29T13:19:55.413" v="1154" actId="14100"/>
          <ac:spMkLst>
            <pc:docMk/>
            <pc:sldMk cId="2243030330" sldId="472"/>
            <ac:spMk id="12" creationId="{09D7EC72-C17B-411A-9588-93E2B5EEBE1D}"/>
          </ac:spMkLst>
        </pc:spChg>
        <pc:spChg chg="mod">
          <ac:chgData name="Devinder Kaur" userId="89161a673412ba18" providerId="LiveId" clId="{02BAFCB6-52BE-469E-851C-FEC21D123C66}" dt="2021-11-29T13:19:55.413" v="1154" actId="14100"/>
          <ac:spMkLst>
            <pc:docMk/>
            <pc:sldMk cId="2243030330" sldId="472"/>
            <ac:spMk id="13" creationId="{D6E28775-1CD0-4E1D-850A-C5A192770394}"/>
          </ac:spMkLst>
        </pc:spChg>
        <pc:spChg chg="mod">
          <ac:chgData name="Devinder Kaur" userId="89161a673412ba18" providerId="LiveId" clId="{02BAFCB6-52BE-469E-851C-FEC21D123C66}" dt="2021-11-29T13:19:55.413" v="1154" actId="14100"/>
          <ac:spMkLst>
            <pc:docMk/>
            <pc:sldMk cId="2243030330" sldId="472"/>
            <ac:spMk id="14" creationId="{BBF8E0F2-C3FF-4A47-B080-F3AE3683B6E6}"/>
          </ac:spMkLst>
        </pc:spChg>
        <pc:spChg chg="mod">
          <ac:chgData name="Devinder Kaur" userId="89161a673412ba18" providerId="LiveId" clId="{02BAFCB6-52BE-469E-851C-FEC21D123C66}" dt="2021-11-29T13:19:55.413" v="1154" actId="14100"/>
          <ac:spMkLst>
            <pc:docMk/>
            <pc:sldMk cId="2243030330" sldId="472"/>
            <ac:spMk id="15" creationId="{82D7C7B4-4FC1-441E-8954-92978C4C69A9}"/>
          </ac:spMkLst>
        </pc:spChg>
        <pc:spChg chg="mod">
          <ac:chgData name="Devinder Kaur" userId="89161a673412ba18" providerId="LiveId" clId="{02BAFCB6-52BE-469E-851C-FEC21D123C66}" dt="2021-11-29T13:19:55.413" v="1154" actId="14100"/>
          <ac:spMkLst>
            <pc:docMk/>
            <pc:sldMk cId="2243030330" sldId="472"/>
            <ac:spMk id="16" creationId="{B01832B1-03DD-4ABA-BC02-55FF9CF6FCB6}"/>
          </ac:spMkLst>
        </pc:spChg>
        <pc:spChg chg="mod">
          <ac:chgData name="Devinder Kaur" userId="89161a673412ba18" providerId="LiveId" clId="{02BAFCB6-52BE-469E-851C-FEC21D123C66}" dt="2021-11-29T13:19:55.413" v="1154" actId="14100"/>
          <ac:spMkLst>
            <pc:docMk/>
            <pc:sldMk cId="2243030330" sldId="472"/>
            <ac:spMk id="17" creationId="{8C9AD447-424B-4123-9109-644DE9D7834B}"/>
          </ac:spMkLst>
        </pc:spChg>
        <pc:spChg chg="mod">
          <ac:chgData name="Devinder Kaur" userId="89161a673412ba18" providerId="LiveId" clId="{02BAFCB6-52BE-469E-851C-FEC21D123C66}" dt="2021-11-29T13:19:55.413" v="1154" actId="14100"/>
          <ac:spMkLst>
            <pc:docMk/>
            <pc:sldMk cId="2243030330" sldId="472"/>
            <ac:spMk id="18" creationId="{81A0FDEE-AD18-44E5-9E8C-A18ED906F10C}"/>
          </ac:spMkLst>
        </pc:spChg>
        <pc:spChg chg="mod">
          <ac:chgData name="Devinder Kaur" userId="89161a673412ba18" providerId="LiveId" clId="{02BAFCB6-52BE-469E-851C-FEC21D123C66}" dt="2021-11-29T13:19:55.413" v="1154" actId="14100"/>
          <ac:spMkLst>
            <pc:docMk/>
            <pc:sldMk cId="2243030330" sldId="472"/>
            <ac:spMk id="19" creationId="{EA63EE60-5D82-47F2-9196-D1753DF1C3CE}"/>
          </ac:spMkLst>
        </pc:spChg>
        <pc:spChg chg="mod">
          <ac:chgData name="Devinder Kaur" userId="89161a673412ba18" providerId="LiveId" clId="{02BAFCB6-52BE-469E-851C-FEC21D123C66}" dt="2021-11-29T13:19:55.413" v="1154" actId="14100"/>
          <ac:spMkLst>
            <pc:docMk/>
            <pc:sldMk cId="2243030330" sldId="472"/>
            <ac:spMk id="20" creationId="{B0D0DD36-BC8E-4481-B0E8-7A517890FEDE}"/>
          </ac:spMkLst>
        </pc:spChg>
        <pc:spChg chg="mod">
          <ac:chgData name="Devinder Kaur" userId="89161a673412ba18" providerId="LiveId" clId="{02BAFCB6-52BE-469E-851C-FEC21D123C66}" dt="2021-11-29T13:19:55.413" v="1154" actId="14100"/>
          <ac:spMkLst>
            <pc:docMk/>
            <pc:sldMk cId="2243030330" sldId="472"/>
            <ac:spMk id="21" creationId="{C883D117-9C1A-4A53-83FB-15DF7E2E0614}"/>
          </ac:spMkLst>
        </pc:spChg>
        <pc:spChg chg="mod">
          <ac:chgData name="Devinder Kaur" userId="89161a673412ba18" providerId="LiveId" clId="{02BAFCB6-52BE-469E-851C-FEC21D123C66}" dt="2021-11-29T13:19:55.413" v="1154" actId="14100"/>
          <ac:spMkLst>
            <pc:docMk/>
            <pc:sldMk cId="2243030330" sldId="472"/>
            <ac:spMk id="22" creationId="{242B13C0-5849-4D26-A727-54DBA1DE0DE8}"/>
          </ac:spMkLst>
        </pc:spChg>
        <pc:spChg chg="mod">
          <ac:chgData name="Devinder Kaur" userId="89161a673412ba18" providerId="LiveId" clId="{02BAFCB6-52BE-469E-851C-FEC21D123C66}" dt="2021-11-29T13:19:55.413" v="1154" actId="14100"/>
          <ac:spMkLst>
            <pc:docMk/>
            <pc:sldMk cId="2243030330" sldId="472"/>
            <ac:spMk id="23" creationId="{EC7F1C23-478F-426A-A577-0E957409165E}"/>
          </ac:spMkLst>
        </pc:spChg>
        <pc:spChg chg="mod">
          <ac:chgData name="Devinder Kaur" userId="89161a673412ba18" providerId="LiveId" clId="{02BAFCB6-52BE-469E-851C-FEC21D123C66}" dt="2021-11-29T13:19:55.413" v="1154" actId="14100"/>
          <ac:spMkLst>
            <pc:docMk/>
            <pc:sldMk cId="2243030330" sldId="472"/>
            <ac:spMk id="24" creationId="{5243D774-FD3B-48C6-8BD0-1C469D5E69EE}"/>
          </ac:spMkLst>
        </pc:spChg>
        <pc:spChg chg="mod">
          <ac:chgData name="Devinder Kaur" userId="89161a673412ba18" providerId="LiveId" clId="{02BAFCB6-52BE-469E-851C-FEC21D123C66}" dt="2021-11-29T13:19:55.413" v="1154" actId="14100"/>
          <ac:spMkLst>
            <pc:docMk/>
            <pc:sldMk cId="2243030330" sldId="472"/>
            <ac:spMk id="25" creationId="{D0AEFD87-FC84-4FD0-90FA-278D3D07DA21}"/>
          </ac:spMkLst>
        </pc:spChg>
        <pc:spChg chg="mod">
          <ac:chgData name="Devinder Kaur" userId="89161a673412ba18" providerId="LiveId" clId="{02BAFCB6-52BE-469E-851C-FEC21D123C66}" dt="2021-11-29T13:19:55.413" v="1154" actId="14100"/>
          <ac:spMkLst>
            <pc:docMk/>
            <pc:sldMk cId="2243030330" sldId="472"/>
            <ac:spMk id="26" creationId="{BC6F6DB2-7DBD-4AFA-BC72-4E6831B4A18B}"/>
          </ac:spMkLst>
        </pc:spChg>
        <pc:spChg chg="mod">
          <ac:chgData name="Devinder Kaur" userId="89161a673412ba18" providerId="LiveId" clId="{02BAFCB6-52BE-469E-851C-FEC21D123C66}" dt="2021-11-29T13:19:55.413" v="1154" actId="14100"/>
          <ac:spMkLst>
            <pc:docMk/>
            <pc:sldMk cId="2243030330" sldId="472"/>
            <ac:spMk id="27" creationId="{98CDB675-03E8-4DE0-89C3-9BB6876444FC}"/>
          </ac:spMkLst>
        </pc:spChg>
        <pc:spChg chg="mod">
          <ac:chgData name="Devinder Kaur" userId="89161a673412ba18" providerId="LiveId" clId="{02BAFCB6-52BE-469E-851C-FEC21D123C66}" dt="2021-11-29T13:19:55.413" v="1154" actId="14100"/>
          <ac:spMkLst>
            <pc:docMk/>
            <pc:sldMk cId="2243030330" sldId="472"/>
            <ac:spMk id="28" creationId="{D46AF0F5-12D4-47C8-A198-A310F70946B3}"/>
          </ac:spMkLst>
        </pc:spChg>
        <pc:spChg chg="mod">
          <ac:chgData name="Devinder Kaur" userId="89161a673412ba18" providerId="LiveId" clId="{02BAFCB6-52BE-469E-851C-FEC21D123C66}" dt="2021-11-29T13:19:55.413" v="1154" actId="14100"/>
          <ac:spMkLst>
            <pc:docMk/>
            <pc:sldMk cId="2243030330" sldId="472"/>
            <ac:spMk id="29" creationId="{B3512662-F036-4208-8C7A-D3DBEB93EEE2}"/>
          </ac:spMkLst>
        </pc:spChg>
        <pc:spChg chg="add mod">
          <ac:chgData name="Devinder Kaur" userId="89161a673412ba18" providerId="LiveId" clId="{02BAFCB6-52BE-469E-851C-FEC21D123C66}" dt="2021-11-29T13:25:28.275" v="1171" actId="6549"/>
          <ac:spMkLst>
            <pc:docMk/>
            <pc:sldMk cId="2243030330" sldId="472"/>
            <ac:spMk id="31" creationId="{89BEBF6C-2BAE-4949-A98B-5A39DF628C88}"/>
          </ac:spMkLst>
        </pc:spChg>
        <pc:grpChg chg="add mod">
          <ac:chgData name="Devinder Kaur" userId="89161a673412ba18" providerId="LiveId" clId="{02BAFCB6-52BE-469E-851C-FEC21D123C66}" dt="2021-11-29T13:19:55.413" v="1154" actId="14100"/>
          <ac:grpSpMkLst>
            <pc:docMk/>
            <pc:sldMk cId="2243030330" sldId="472"/>
            <ac:grpSpMk id="4" creationId="{82B1DA9A-691B-4DD6-A20C-97219A44E015}"/>
          </ac:grpSpMkLst>
        </pc:grpChg>
        <pc:picChg chg="add del">
          <ac:chgData name="Devinder Kaur" userId="89161a673412ba18" providerId="LiveId" clId="{02BAFCB6-52BE-469E-851C-FEC21D123C66}" dt="2021-11-29T13:17:15.136" v="1081" actId="478"/>
          <ac:picMkLst>
            <pc:docMk/>
            <pc:sldMk cId="2243030330" sldId="472"/>
            <ac:picMk id="3" creationId="{2EF44B84-7C68-43C8-A763-F55203BBC89C}"/>
          </ac:picMkLst>
        </pc:picChg>
        <pc:picChg chg="mod">
          <ac:chgData name="Devinder Kaur" userId="89161a673412ba18" providerId="LiveId" clId="{02BAFCB6-52BE-469E-851C-FEC21D123C66}" dt="2021-11-29T13:19:55.413" v="1154" actId="14100"/>
          <ac:picMkLst>
            <pc:docMk/>
            <pc:sldMk cId="2243030330" sldId="472"/>
            <ac:picMk id="5" creationId="{F0CD21DA-EF10-4053-A55D-282DC078181A}"/>
          </ac:picMkLst>
        </pc:picChg>
      </pc:sldChg>
      <pc:sldChg chg="modSp new mod">
        <pc:chgData name="Devinder Kaur" userId="89161a673412ba18" providerId="LiveId" clId="{02BAFCB6-52BE-469E-851C-FEC21D123C66}" dt="2021-11-29T17:02:00.269" v="1224" actId="27636"/>
        <pc:sldMkLst>
          <pc:docMk/>
          <pc:sldMk cId="2004139981" sldId="473"/>
        </pc:sldMkLst>
        <pc:spChg chg="mod">
          <ac:chgData name="Devinder Kaur" userId="89161a673412ba18" providerId="LiveId" clId="{02BAFCB6-52BE-469E-851C-FEC21D123C66}" dt="2021-11-29T16:59:21.252" v="1206"/>
          <ac:spMkLst>
            <pc:docMk/>
            <pc:sldMk cId="2004139981" sldId="473"/>
            <ac:spMk id="2" creationId="{E1B66E7A-FCF3-4894-8285-C5E87E27D033}"/>
          </ac:spMkLst>
        </pc:spChg>
        <pc:spChg chg="mod">
          <ac:chgData name="Devinder Kaur" userId="89161a673412ba18" providerId="LiveId" clId="{02BAFCB6-52BE-469E-851C-FEC21D123C66}" dt="2021-11-29T17:02:00.269" v="1224" actId="27636"/>
          <ac:spMkLst>
            <pc:docMk/>
            <pc:sldMk cId="2004139981" sldId="473"/>
            <ac:spMk id="3" creationId="{CDBCE57D-100D-4888-9C0F-8C800997D91A}"/>
          </ac:spMkLst>
        </pc:spChg>
      </pc:sldChg>
      <pc:sldChg chg="addSp delSp modSp new mod">
        <pc:chgData name="Devinder Kaur" userId="89161a673412ba18" providerId="LiveId" clId="{02BAFCB6-52BE-469E-851C-FEC21D123C66}" dt="2021-12-07T10:42:05.563" v="2606" actId="113"/>
        <pc:sldMkLst>
          <pc:docMk/>
          <pc:sldMk cId="1521474496" sldId="474"/>
        </pc:sldMkLst>
        <pc:spChg chg="del">
          <ac:chgData name="Devinder Kaur" userId="89161a673412ba18" providerId="LiveId" clId="{02BAFCB6-52BE-469E-851C-FEC21D123C66}" dt="2021-11-29T17:03:39.877" v="1230" actId="478"/>
          <ac:spMkLst>
            <pc:docMk/>
            <pc:sldMk cId="1521474496" sldId="474"/>
            <ac:spMk id="2" creationId="{00663523-D4D7-4A0B-8042-C9C9350E4371}"/>
          </ac:spMkLst>
        </pc:spChg>
        <pc:spChg chg="mod">
          <ac:chgData name="Devinder Kaur" userId="89161a673412ba18" providerId="LiveId" clId="{02BAFCB6-52BE-469E-851C-FEC21D123C66}" dt="2021-12-07T10:42:05.563" v="2606" actId="113"/>
          <ac:spMkLst>
            <pc:docMk/>
            <pc:sldMk cId="1521474496" sldId="474"/>
            <ac:spMk id="3" creationId="{A13D1AD8-22DE-4B95-BB5C-BBB030522D11}"/>
          </ac:spMkLst>
        </pc:spChg>
        <pc:spChg chg="mod">
          <ac:chgData name="Devinder Kaur" userId="89161a673412ba18" providerId="LiveId" clId="{02BAFCB6-52BE-469E-851C-FEC21D123C66}" dt="2021-11-29T17:05:02.006" v="1245" actId="1035"/>
          <ac:spMkLst>
            <pc:docMk/>
            <pc:sldMk cId="1521474496" sldId="474"/>
            <ac:spMk id="7" creationId="{D797BBFB-D960-4B14-B644-EBA7FE21ADCF}"/>
          </ac:spMkLst>
        </pc:spChg>
        <pc:spChg chg="mod">
          <ac:chgData name="Devinder Kaur" userId="89161a673412ba18" providerId="LiveId" clId="{02BAFCB6-52BE-469E-851C-FEC21D123C66}" dt="2021-11-29T17:05:02.006" v="1245" actId="1035"/>
          <ac:spMkLst>
            <pc:docMk/>
            <pc:sldMk cId="1521474496" sldId="474"/>
            <ac:spMk id="8" creationId="{E716C7A6-7291-4D49-A538-97AC17757DD4}"/>
          </ac:spMkLst>
        </pc:spChg>
        <pc:spChg chg="mod">
          <ac:chgData name="Devinder Kaur" userId="89161a673412ba18" providerId="LiveId" clId="{02BAFCB6-52BE-469E-851C-FEC21D123C66}" dt="2021-11-29T17:05:02.006" v="1245" actId="1035"/>
          <ac:spMkLst>
            <pc:docMk/>
            <pc:sldMk cId="1521474496" sldId="474"/>
            <ac:spMk id="9" creationId="{FC5E22E8-CE9D-4566-8508-C56F61EC1A85}"/>
          </ac:spMkLst>
        </pc:spChg>
        <pc:spChg chg="mod">
          <ac:chgData name="Devinder Kaur" userId="89161a673412ba18" providerId="LiveId" clId="{02BAFCB6-52BE-469E-851C-FEC21D123C66}" dt="2021-11-29T17:05:02.006" v="1245" actId="1035"/>
          <ac:spMkLst>
            <pc:docMk/>
            <pc:sldMk cId="1521474496" sldId="474"/>
            <ac:spMk id="10" creationId="{C68CFC2F-4514-44B6-B7DD-05470F5BE4C4}"/>
          </ac:spMkLst>
        </pc:spChg>
        <pc:spChg chg="mod">
          <ac:chgData name="Devinder Kaur" userId="89161a673412ba18" providerId="LiveId" clId="{02BAFCB6-52BE-469E-851C-FEC21D123C66}" dt="2021-11-29T17:05:02.006" v="1245" actId="1035"/>
          <ac:spMkLst>
            <pc:docMk/>
            <pc:sldMk cId="1521474496" sldId="474"/>
            <ac:spMk id="11" creationId="{4BDDFE35-2EE6-462D-A850-D49C73A2EEBC}"/>
          </ac:spMkLst>
        </pc:spChg>
        <pc:spChg chg="mod">
          <ac:chgData name="Devinder Kaur" userId="89161a673412ba18" providerId="LiveId" clId="{02BAFCB6-52BE-469E-851C-FEC21D123C66}" dt="2021-11-29T17:05:02.006" v="1245" actId="1035"/>
          <ac:spMkLst>
            <pc:docMk/>
            <pc:sldMk cId="1521474496" sldId="474"/>
            <ac:spMk id="12" creationId="{967B9602-66BF-4572-A726-A37377CFCB4D}"/>
          </ac:spMkLst>
        </pc:spChg>
        <pc:spChg chg="mod">
          <ac:chgData name="Devinder Kaur" userId="89161a673412ba18" providerId="LiveId" clId="{02BAFCB6-52BE-469E-851C-FEC21D123C66}" dt="2021-11-29T17:05:02.006" v="1245" actId="1035"/>
          <ac:spMkLst>
            <pc:docMk/>
            <pc:sldMk cId="1521474496" sldId="474"/>
            <ac:spMk id="13" creationId="{E4486A38-6B32-40D3-9294-0D2B1F51D009}"/>
          </ac:spMkLst>
        </pc:spChg>
        <pc:spChg chg="mod">
          <ac:chgData name="Devinder Kaur" userId="89161a673412ba18" providerId="LiveId" clId="{02BAFCB6-52BE-469E-851C-FEC21D123C66}" dt="2021-11-29T17:05:02.006" v="1245" actId="1035"/>
          <ac:spMkLst>
            <pc:docMk/>
            <pc:sldMk cId="1521474496" sldId="474"/>
            <ac:spMk id="14" creationId="{C034A644-A127-4CC5-949A-1FCF9EE39991}"/>
          </ac:spMkLst>
        </pc:spChg>
        <pc:grpChg chg="add mod">
          <ac:chgData name="Devinder Kaur" userId="89161a673412ba18" providerId="LiveId" clId="{02BAFCB6-52BE-469E-851C-FEC21D123C66}" dt="2021-11-29T17:05:19.069" v="1248" actId="404"/>
          <ac:grpSpMkLst>
            <pc:docMk/>
            <pc:sldMk cId="1521474496" sldId="474"/>
            <ac:grpSpMk id="5" creationId="{E7D165E4-2D69-454F-A973-AD814B8C6328}"/>
          </ac:grpSpMkLst>
        </pc:grpChg>
        <pc:picChg chg="mod">
          <ac:chgData name="Devinder Kaur" userId="89161a673412ba18" providerId="LiveId" clId="{02BAFCB6-52BE-469E-851C-FEC21D123C66}" dt="2021-11-29T17:05:02.006" v="1245" actId="1035"/>
          <ac:picMkLst>
            <pc:docMk/>
            <pc:sldMk cId="1521474496" sldId="474"/>
            <ac:picMk id="6" creationId="{23B0D02F-755A-4238-8FEA-55AB0ACE9975}"/>
          </ac:picMkLst>
        </pc:picChg>
      </pc:sldChg>
      <pc:sldChg chg="addSp delSp modSp new mod">
        <pc:chgData name="Devinder Kaur" userId="89161a673412ba18" providerId="LiveId" clId="{02BAFCB6-52BE-469E-851C-FEC21D123C66}" dt="2021-12-07T10:40:40.205" v="2605" actId="14100"/>
        <pc:sldMkLst>
          <pc:docMk/>
          <pc:sldMk cId="3540436111" sldId="475"/>
        </pc:sldMkLst>
        <pc:spChg chg="mod">
          <ac:chgData name="Devinder Kaur" userId="89161a673412ba18" providerId="LiveId" clId="{02BAFCB6-52BE-469E-851C-FEC21D123C66}" dt="2021-11-29T17:11:20.435" v="1278"/>
          <ac:spMkLst>
            <pc:docMk/>
            <pc:sldMk cId="3540436111" sldId="475"/>
            <ac:spMk id="2" creationId="{4E7E8FFD-E92D-4E15-B60B-EBCAED3DAA4F}"/>
          </ac:spMkLst>
        </pc:spChg>
        <pc:spChg chg="mod">
          <ac:chgData name="Devinder Kaur" userId="89161a673412ba18" providerId="LiveId" clId="{02BAFCB6-52BE-469E-851C-FEC21D123C66}" dt="2021-12-07T10:40:40.205" v="2605" actId="14100"/>
          <ac:spMkLst>
            <pc:docMk/>
            <pc:sldMk cId="3540436111" sldId="475"/>
            <ac:spMk id="3" creationId="{CE260FDE-08AD-4BC8-B6ED-25144A6FCF32}"/>
          </ac:spMkLst>
        </pc:spChg>
        <pc:picChg chg="add mod modCrop">
          <ac:chgData name="Devinder Kaur" userId="89161a673412ba18" providerId="LiveId" clId="{02BAFCB6-52BE-469E-851C-FEC21D123C66}" dt="2021-11-30T05:10:42.554" v="1482" actId="14100"/>
          <ac:picMkLst>
            <pc:docMk/>
            <pc:sldMk cId="3540436111" sldId="475"/>
            <ac:picMk id="5" creationId="{A7775E61-4867-49E3-AB0F-7ABE1F535E55}"/>
          </ac:picMkLst>
        </pc:picChg>
        <pc:picChg chg="add mod">
          <ac:chgData name="Devinder Kaur" userId="89161a673412ba18" providerId="LiveId" clId="{02BAFCB6-52BE-469E-851C-FEC21D123C66}" dt="2021-11-30T05:14:53.890" v="1500" actId="1076"/>
          <ac:picMkLst>
            <pc:docMk/>
            <pc:sldMk cId="3540436111" sldId="475"/>
            <ac:picMk id="6" creationId="{42382FF2-10E6-4454-9908-07F185ED6F3A}"/>
          </ac:picMkLst>
        </pc:picChg>
        <pc:picChg chg="add del mod">
          <ac:chgData name="Devinder Kaur" userId="89161a673412ba18" providerId="LiveId" clId="{02BAFCB6-52BE-469E-851C-FEC21D123C66}" dt="2021-11-29T17:12:56.856" v="1288"/>
          <ac:picMkLst>
            <pc:docMk/>
            <pc:sldMk cId="3540436111" sldId="475"/>
            <ac:picMk id="4098" creationId="{F8F31BE6-5C86-4FF4-A551-EB3617A5EDE7}"/>
          </ac:picMkLst>
        </pc:picChg>
        <pc:picChg chg="add del mod">
          <ac:chgData name="Devinder Kaur" userId="89161a673412ba18" providerId="LiveId" clId="{02BAFCB6-52BE-469E-851C-FEC21D123C66}" dt="2021-11-29T17:14:30.963" v="1332" actId="478"/>
          <ac:picMkLst>
            <pc:docMk/>
            <pc:sldMk cId="3540436111" sldId="475"/>
            <ac:picMk id="4100" creationId="{854B2735-BAA6-4F21-9F90-042EBCA958CF}"/>
          </ac:picMkLst>
        </pc:picChg>
      </pc:sldChg>
      <pc:sldChg chg="addSp delSp modSp new mod">
        <pc:chgData name="Devinder Kaur" userId="89161a673412ba18" providerId="LiveId" clId="{02BAFCB6-52BE-469E-851C-FEC21D123C66}" dt="2021-12-07T10:45:51.250" v="2618" actId="20578"/>
        <pc:sldMkLst>
          <pc:docMk/>
          <pc:sldMk cId="1850787397" sldId="476"/>
        </pc:sldMkLst>
        <pc:spChg chg="mod">
          <ac:chgData name="Devinder Kaur" userId="89161a673412ba18" providerId="LiveId" clId="{02BAFCB6-52BE-469E-851C-FEC21D123C66}" dt="2021-11-29T17:19:51.866" v="1374" actId="207"/>
          <ac:spMkLst>
            <pc:docMk/>
            <pc:sldMk cId="1850787397" sldId="476"/>
            <ac:spMk id="2" creationId="{B3571D3A-B684-409F-8A44-16A495D054FA}"/>
          </ac:spMkLst>
        </pc:spChg>
        <pc:spChg chg="mod">
          <ac:chgData name="Devinder Kaur" userId="89161a673412ba18" providerId="LiveId" clId="{02BAFCB6-52BE-469E-851C-FEC21D123C66}" dt="2021-12-07T10:45:51.250" v="2618" actId="20578"/>
          <ac:spMkLst>
            <pc:docMk/>
            <pc:sldMk cId="1850787397" sldId="476"/>
            <ac:spMk id="3" creationId="{25A7B856-947C-4CD3-B510-B73DD2656A94}"/>
          </ac:spMkLst>
        </pc:spChg>
        <pc:picChg chg="del">
          <ac:chgData name="Devinder Kaur" userId="89161a673412ba18" providerId="LiveId" clId="{02BAFCB6-52BE-469E-851C-FEC21D123C66}" dt="2021-11-30T05:20:17.469" v="1514"/>
          <ac:picMkLst>
            <pc:docMk/>
            <pc:sldMk cId="1850787397" sldId="476"/>
            <ac:picMk id="5" creationId="{7507D645-B13A-4EA8-882C-87ED80B82167}"/>
          </ac:picMkLst>
        </pc:picChg>
        <pc:picChg chg="add del mod">
          <ac:chgData name="Devinder Kaur" userId="89161a673412ba18" providerId="LiveId" clId="{02BAFCB6-52BE-469E-851C-FEC21D123C66}" dt="2021-11-29T17:22:31.102" v="1397" actId="478"/>
          <ac:picMkLst>
            <pc:docMk/>
            <pc:sldMk cId="1850787397" sldId="476"/>
            <ac:picMk id="5" creationId="{CE9A5A3A-8ED7-4334-9E90-D71C6EFF384A}"/>
          </ac:picMkLst>
        </pc:picChg>
      </pc:sldChg>
      <pc:sldChg chg="addSp modSp new mod">
        <pc:chgData name="Devinder Kaur" userId="89161a673412ba18" providerId="LiveId" clId="{02BAFCB6-52BE-469E-851C-FEC21D123C66}" dt="2021-11-30T08:50:23.058" v="2343" actId="27636"/>
        <pc:sldMkLst>
          <pc:docMk/>
          <pc:sldMk cId="1051519402" sldId="477"/>
        </pc:sldMkLst>
        <pc:spChg chg="mod">
          <ac:chgData name="Devinder Kaur" userId="89161a673412ba18" providerId="LiveId" clId="{02BAFCB6-52BE-469E-851C-FEC21D123C66}" dt="2021-11-30T08:48:25.519" v="2284"/>
          <ac:spMkLst>
            <pc:docMk/>
            <pc:sldMk cId="1051519402" sldId="477"/>
            <ac:spMk id="2" creationId="{E29C012E-F9C4-4959-82A4-90B4BECB4475}"/>
          </ac:spMkLst>
        </pc:spChg>
        <pc:spChg chg="mod">
          <ac:chgData name="Devinder Kaur" userId="89161a673412ba18" providerId="LiveId" clId="{02BAFCB6-52BE-469E-851C-FEC21D123C66}" dt="2021-11-30T08:50:23.058" v="2343" actId="27636"/>
          <ac:spMkLst>
            <pc:docMk/>
            <pc:sldMk cId="1051519402" sldId="477"/>
            <ac:spMk id="3" creationId="{63DC25C7-D08E-4F6D-BEEE-6395D543E758}"/>
          </ac:spMkLst>
        </pc:spChg>
        <pc:picChg chg="add mod">
          <ac:chgData name="Devinder Kaur" userId="89161a673412ba18" providerId="LiveId" clId="{02BAFCB6-52BE-469E-851C-FEC21D123C66}" dt="2021-11-30T08:50:14.093" v="2341" actId="1035"/>
          <ac:picMkLst>
            <pc:docMk/>
            <pc:sldMk cId="1051519402" sldId="477"/>
            <ac:picMk id="5" creationId="{CD0B9941-F0EB-48FE-8DDF-F71CE706BCE2}"/>
          </ac:picMkLst>
        </pc:picChg>
      </pc:sldChg>
      <pc:sldChg chg="modSp mod ord">
        <pc:chgData name="Devinder Kaur" userId="89161a673412ba18" providerId="LiveId" clId="{02BAFCB6-52BE-469E-851C-FEC21D123C66}" dt="2021-11-30T07:53:28.345" v="1914"/>
        <pc:sldMkLst>
          <pc:docMk/>
          <pc:sldMk cId="3922629916" sldId="478"/>
        </pc:sldMkLst>
        <pc:spChg chg="mod">
          <ac:chgData name="Devinder Kaur" userId="89161a673412ba18" providerId="LiveId" clId="{02BAFCB6-52BE-469E-851C-FEC21D123C66}" dt="2021-11-30T05:29:30.136" v="1579" actId="27636"/>
          <ac:spMkLst>
            <pc:docMk/>
            <pc:sldMk cId="3922629916" sldId="478"/>
            <ac:spMk id="3" creationId="{63DC25C7-D08E-4F6D-BEEE-6395D543E758}"/>
          </ac:spMkLst>
        </pc:spChg>
      </pc:sldChg>
      <pc:sldChg chg="addSp delSp modSp new mod modNotesTx">
        <pc:chgData name="Devinder Kaur" userId="89161a673412ba18" providerId="LiveId" clId="{02BAFCB6-52BE-469E-851C-FEC21D123C66}" dt="2021-11-30T05:41:45.080" v="1788" actId="14100"/>
        <pc:sldMkLst>
          <pc:docMk/>
          <pc:sldMk cId="3211273052" sldId="479"/>
        </pc:sldMkLst>
        <pc:spChg chg="mod">
          <ac:chgData name="Devinder Kaur" userId="89161a673412ba18" providerId="LiveId" clId="{02BAFCB6-52BE-469E-851C-FEC21D123C66}" dt="2021-11-30T05:31:21.402" v="1592" actId="122"/>
          <ac:spMkLst>
            <pc:docMk/>
            <pc:sldMk cId="3211273052" sldId="479"/>
            <ac:spMk id="2" creationId="{E80F3422-066D-4550-AAF2-3F45E3A2C075}"/>
          </ac:spMkLst>
        </pc:spChg>
        <pc:spChg chg="mod">
          <ac:chgData name="Devinder Kaur" userId="89161a673412ba18" providerId="LiveId" clId="{02BAFCB6-52BE-469E-851C-FEC21D123C66}" dt="2021-11-30T05:41:45.080" v="1788" actId="14100"/>
          <ac:spMkLst>
            <pc:docMk/>
            <pc:sldMk cId="3211273052" sldId="479"/>
            <ac:spMk id="3" creationId="{5E84FE93-8250-4FFC-ADB2-43325A77168C}"/>
          </ac:spMkLst>
        </pc:spChg>
        <pc:spChg chg="mod">
          <ac:chgData name="Devinder Kaur" userId="89161a673412ba18" providerId="LiveId" clId="{02BAFCB6-52BE-469E-851C-FEC21D123C66}" dt="2021-11-30T05:36:20.873" v="1725" actId="1076"/>
          <ac:spMkLst>
            <pc:docMk/>
            <pc:sldMk cId="3211273052" sldId="479"/>
            <ac:spMk id="7" creationId="{29AABE04-B2B9-462E-BBFA-1709F1F9FDDC}"/>
          </ac:spMkLst>
        </pc:spChg>
        <pc:spChg chg="mod">
          <ac:chgData name="Devinder Kaur" userId="89161a673412ba18" providerId="LiveId" clId="{02BAFCB6-52BE-469E-851C-FEC21D123C66}" dt="2021-11-30T05:36:20.873" v="1725" actId="1076"/>
          <ac:spMkLst>
            <pc:docMk/>
            <pc:sldMk cId="3211273052" sldId="479"/>
            <ac:spMk id="8" creationId="{E64C61F6-440D-4F0B-ABD0-A1E7BB01A989}"/>
          </ac:spMkLst>
        </pc:spChg>
        <pc:spChg chg="mod">
          <ac:chgData name="Devinder Kaur" userId="89161a673412ba18" providerId="LiveId" clId="{02BAFCB6-52BE-469E-851C-FEC21D123C66}" dt="2021-11-30T05:36:20.873" v="1725" actId="1076"/>
          <ac:spMkLst>
            <pc:docMk/>
            <pc:sldMk cId="3211273052" sldId="479"/>
            <ac:spMk id="9" creationId="{90C9106B-9B50-41F2-A987-9DC774A78441}"/>
          </ac:spMkLst>
        </pc:spChg>
        <pc:spChg chg="mod">
          <ac:chgData name="Devinder Kaur" userId="89161a673412ba18" providerId="LiveId" clId="{02BAFCB6-52BE-469E-851C-FEC21D123C66}" dt="2021-11-30T05:36:20.873" v="1725" actId="1076"/>
          <ac:spMkLst>
            <pc:docMk/>
            <pc:sldMk cId="3211273052" sldId="479"/>
            <ac:spMk id="10" creationId="{9CE52BC1-9C31-480D-A622-A45B65E9FB02}"/>
          </ac:spMkLst>
        </pc:spChg>
        <pc:spChg chg="mod">
          <ac:chgData name="Devinder Kaur" userId="89161a673412ba18" providerId="LiveId" clId="{02BAFCB6-52BE-469E-851C-FEC21D123C66}" dt="2021-11-30T05:36:20.873" v="1725" actId="1076"/>
          <ac:spMkLst>
            <pc:docMk/>
            <pc:sldMk cId="3211273052" sldId="479"/>
            <ac:spMk id="11" creationId="{61EACFBA-E5E1-4919-AB5D-247281D0F3D5}"/>
          </ac:spMkLst>
        </pc:spChg>
        <pc:spChg chg="mod">
          <ac:chgData name="Devinder Kaur" userId="89161a673412ba18" providerId="LiveId" clId="{02BAFCB6-52BE-469E-851C-FEC21D123C66}" dt="2021-11-30T05:36:20.873" v="1725" actId="1076"/>
          <ac:spMkLst>
            <pc:docMk/>
            <pc:sldMk cId="3211273052" sldId="479"/>
            <ac:spMk id="12" creationId="{8F667846-B409-4CC3-9E1B-DA0676B5FC3A}"/>
          </ac:spMkLst>
        </pc:spChg>
        <pc:spChg chg="mod">
          <ac:chgData name="Devinder Kaur" userId="89161a673412ba18" providerId="LiveId" clId="{02BAFCB6-52BE-469E-851C-FEC21D123C66}" dt="2021-11-30T05:36:20.873" v="1725" actId="1076"/>
          <ac:spMkLst>
            <pc:docMk/>
            <pc:sldMk cId="3211273052" sldId="479"/>
            <ac:spMk id="13" creationId="{22651BBA-48C8-42F4-9988-FB773CDFF0CB}"/>
          </ac:spMkLst>
        </pc:spChg>
        <pc:spChg chg="mod">
          <ac:chgData name="Devinder Kaur" userId="89161a673412ba18" providerId="LiveId" clId="{02BAFCB6-52BE-469E-851C-FEC21D123C66}" dt="2021-11-30T05:36:20.873" v="1725" actId="1076"/>
          <ac:spMkLst>
            <pc:docMk/>
            <pc:sldMk cId="3211273052" sldId="479"/>
            <ac:spMk id="14" creationId="{B2D90E9E-3315-49B6-8EB6-9901B7AA4669}"/>
          </ac:spMkLst>
        </pc:spChg>
        <pc:spChg chg="mod">
          <ac:chgData name="Devinder Kaur" userId="89161a673412ba18" providerId="LiveId" clId="{02BAFCB6-52BE-469E-851C-FEC21D123C66}" dt="2021-11-30T05:36:20.873" v="1725" actId="1076"/>
          <ac:spMkLst>
            <pc:docMk/>
            <pc:sldMk cId="3211273052" sldId="479"/>
            <ac:spMk id="15" creationId="{C39C7AAB-3392-4F76-A87C-7F2F73EAAB42}"/>
          </ac:spMkLst>
        </pc:spChg>
        <pc:spChg chg="mod">
          <ac:chgData name="Devinder Kaur" userId="89161a673412ba18" providerId="LiveId" clId="{02BAFCB6-52BE-469E-851C-FEC21D123C66}" dt="2021-11-30T05:36:20.873" v="1725" actId="1076"/>
          <ac:spMkLst>
            <pc:docMk/>
            <pc:sldMk cId="3211273052" sldId="479"/>
            <ac:spMk id="16" creationId="{76B43FD1-1DE5-490B-B215-846ACF9A8E62}"/>
          </ac:spMkLst>
        </pc:spChg>
        <pc:spChg chg="mod">
          <ac:chgData name="Devinder Kaur" userId="89161a673412ba18" providerId="LiveId" clId="{02BAFCB6-52BE-469E-851C-FEC21D123C66}" dt="2021-11-30T05:36:20.873" v="1725" actId="1076"/>
          <ac:spMkLst>
            <pc:docMk/>
            <pc:sldMk cId="3211273052" sldId="479"/>
            <ac:spMk id="17" creationId="{E71CEE3F-5577-4C02-B605-2D7AE0EED8AF}"/>
          </ac:spMkLst>
        </pc:spChg>
        <pc:spChg chg="mod">
          <ac:chgData name="Devinder Kaur" userId="89161a673412ba18" providerId="LiveId" clId="{02BAFCB6-52BE-469E-851C-FEC21D123C66}" dt="2021-11-30T05:36:20.873" v="1725" actId="1076"/>
          <ac:spMkLst>
            <pc:docMk/>
            <pc:sldMk cId="3211273052" sldId="479"/>
            <ac:spMk id="18" creationId="{29D3AFC1-5E33-4A61-B436-E35EA2709210}"/>
          </ac:spMkLst>
        </pc:spChg>
        <pc:spChg chg="mod">
          <ac:chgData name="Devinder Kaur" userId="89161a673412ba18" providerId="LiveId" clId="{02BAFCB6-52BE-469E-851C-FEC21D123C66}" dt="2021-11-30T05:36:20.873" v="1725" actId="1076"/>
          <ac:spMkLst>
            <pc:docMk/>
            <pc:sldMk cId="3211273052" sldId="479"/>
            <ac:spMk id="19" creationId="{B538C3CC-74CB-4A4B-9B5F-390E0DE4DFE6}"/>
          </ac:spMkLst>
        </pc:spChg>
        <pc:spChg chg="mod">
          <ac:chgData name="Devinder Kaur" userId="89161a673412ba18" providerId="LiveId" clId="{02BAFCB6-52BE-469E-851C-FEC21D123C66}" dt="2021-11-30T05:36:20.873" v="1725" actId="1076"/>
          <ac:spMkLst>
            <pc:docMk/>
            <pc:sldMk cId="3211273052" sldId="479"/>
            <ac:spMk id="20" creationId="{614E8006-EB68-4637-B67E-D04136D2AAE2}"/>
          </ac:spMkLst>
        </pc:spChg>
        <pc:spChg chg="mod">
          <ac:chgData name="Devinder Kaur" userId="89161a673412ba18" providerId="LiveId" clId="{02BAFCB6-52BE-469E-851C-FEC21D123C66}" dt="2021-11-30T05:36:20.873" v="1725" actId="1076"/>
          <ac:spMkLst>
            <pc:docMk/>
            <pc:sldMk cId="3211273052" sldId="479"/>
            <ac:spMk id="21" creationId="{D1AC414A-A589-4731-892E-A9AECFC926F4}"/>
          </ac:spMkLst>
        </pc:spChg>
        <pc:spChg chg="mod">
          <ac:chgData name="Devinder Kaur" userId="89161a673412ba18" providerId="LiveId" clId="{02BAFCB6-52BE-469E-851C-FEC21D123C66}" dt="2021-11-30T05:36:20.873" v="1725" actId="1076"/>
          <ac:spMkLst>
            <pc:docMk/>
            <pc:sldMk cId="3211273052" sldId="479"/>
            <ac:spMk id="22" creationId="{ED6EA128-8B9F-4F52-A8DD-BB24C4FC2683}"/>
          </ac:spMkLst>
        </pc:spChg>
        <pc:spChg chg="mod">
          <ac:chgData name="Devinder Kaur" userId="89161a673412ba18" providerId="LiveId" clId="{02BAFCB6-52BE-469E-851C-FEC21D123C66}" dt="2021-11-30T05:36:20.873" v="1725" actId="1076"/>
          <ac:spMkLst>
            <pc:docMk/>
            <pc:sldMk cId="3211273052" sldId="479"/>
            <ac:spMk id="23" creationId="{CB0C32B8-3AE5-4C19-BD19-0CAF13491A31}"/>
          </ac:spMkLst>
        </pc:spChg>
        <pc:spChg chg="mod">
          <ac:chgData name="Devinder Kaur" userId="89161a673412ba18" providerId="LiveId" clId="{02BAFCB6-52BE-469E-851C-FEC21D123C66}" dt="2021-11-30T05:36:20.873" v="1725" actId="1076"/>
          <ac:spMkLst>
            <pc:docMk/>
            <pc:sldMk cId="3211273052" sldId="479"/>
            <ac:spMk id="24" creationId="{D3727C28-DCFB-42BC-8DAC-25411E9AABC8}"/>
          </ac:spMkLst>
        </pc:spChg>
        <pc:spChg chg="mod">
          <ac:chgData name="Devinder Kaur" userId="89161a673412ba18" providerId="LiveId" clId="{02BAFCB6-52BE-469E-851C-FEC21D123C66}" dt="2021-11-30T05:36:20.873" v="1725" actId="1076"/>
          <ac:spMkLst>
            <pc:docMk/>
            <pc:sldMk cId="3211273052" sldId="479"/>
            <ac:spMk id="25" creationId="{2DCA6CC8-2FD5-47FC-AED5-777F3E6E7B1F}"/>
          </ac:spMkLst>
        </pc:spChg>
        <pc:spChg chg="mod">
          <ac:chgData name="Devinder Kaur" userId="89161a673412ba18" providerId="LiveId" clId="{02BAFCB6-52BE-469E-851C-FEC21D123C66}" dt="2021-11-30T05:36:20.873" v="1725" actId="1076"/>
          <ac:spMkLst>
            <pc:docMk/>
            <pc:sldMk cId="3211273052" sldId="479"/>
            <ac:spMk id="26" creationId="{84534852-4E49-46B8-9B37-BF15C4E028DC}"/>
          </ac:spMkLst>
        </pc:spChg>
        <pc:spChg chg="mod">
          <ac:chgData name="Devinder Kaur" userId="89161a673412ba18" providerId="LiveId" clId="{02BAFCB6-52BE-469E-851C-FEC21D123C66}" dt="2021-11-30T05:36:20.873" v="1725" actId="1076"/>
          <ac:spMkLst>
            <pc:docMk/>
            <pc:sldMk cId="3211273052" sldId="479"/>
            <ac:spMk id="27" creationId="{25DBBA80-6B85-4A58-BBBF-722F326BF464}"/>
          </ac:spMkLst>
        </pc:spChg>
        <pc:spChg chg="mod">
          <ac:chgData name="Devinder Kaur" userId="89161a673412ba18" providerId="LiveId" clId="{02BAFCB6-52BE-469E-851C-FEC21D123C66}" dt="2021-11-30T05:36:20.873" v="1725" actId="1076"/>
          <ac:spMkLst>
            <pc:docMk/>
            <pc:sldMk cId="3211273052" sldId="479"/>
            <ac:spMk id="28" creationId="{9360C126-7B67-44DB-97A9-FF43142B8740}"/>
          </ac:spMkLst>
        </pc:spChg>
        <pc:spChg chg="mod">
          <ac:chgData name="Devinder Kaur" userId="89161a673412ba18" providerId="LiveId" clId="{02BAFCB6-52BE-469E-851C-FEC21D123C66}" dt="2021-11-30T05:36:20.873" v="1725" actId="1076"/>
          <ac:spMkLst>
            <pc:docMk/>
            <pc:sldMk cId="3211273052" sldId="479"/>
            <ac:spMk id="31" creationId="{75EEF5C0-4A45-4323-B104-7FD94AFD36AD}"/>
          </ac:spMkLst>
        </pc:spChg>
        <pc:spChg chg="mod">
          <ac:chgData name="Devinder Kaur" userId="89161a673412ba18" providerId="LiveId" clId="{02BAFCB6-52BE-469E-851C-FEC21D123C66}" dt="2021-11-30T05:36:20.873" v="1725" actId="1076"/>
          <ac:spMkLst>
            <pc:docMk/>
            <pc:sldMk cId="3211273052" sldId="479"/>
            <ac:spMk id="32" creationId="{D9FC9B09-7AC8-4AAA-BEFD-68DDED3DED2E}"/>
          </ac:spMkLst>
        </pc:spChg>
        <pc:spChg chg="mod">
          <ac:chgData name="Devinder Kaur" userId="89161a673412ba18" providerId="LiveId" clId="{02BAFCB6-52BE-469E-851C-FEC21D123C66}" dt="2021-11-30T05:36:20.873" v="1725" actId="1076"/>
          <ac:spMkLst>
            <pc:docMk/>
            <pc:sldMk cId="3211273052" sldId="479"/>
            <ac:spMk id="33" creationId="{C2192A4F-7847-49A2-8311-6AFE95BF88EB}"/>
          </ac:spMkLst>
        </pc:spChg>
        <pc:spChg chg="mod">
          <ac:chgData name="Devinder Kaur" userId="89161a673412ba18" providerId="LiveId" clId="{02BAFCB6-52BE-469E-851C-FEC21D123C66}" dt="2021-11-30T05:36:20.873" v="1725" actId="1076"/>
          <ac:spMkLst>
            <pc:docMk/>
            <pc:sldMk cId="3211273052" sldId="479"/>
            <ac:spMk id="34" creationId="{68B17500-2136-456E-AF1D-17615E49A3A2}"/>
          </ac:spMkLst>
        </pc:spChg>
        <pc:spChg chg="mod">
          <ac:chgData name="Devinder Kaur" userId="89161a673412ba18" providerId="LiveId" clId="{02BAFCB6-52BE-469E-851C-FEC21D123C66}" dt="2021-11-30T05:36:20.873" v="1725" actId="1076"/>
          <ac:spMkLst>
            <pc:docMk/>
            <pc:sldMk cId="3211273052" sldId="479"/>
            <ac:spMk id="35" creationId="{FD267EDD-5038-4BA3-A5C7-AA59D21816E8}"/>
          </ac:spMkLst>
        </pc:spChg>
        <pc:spChg chg="mod">
          <ac:chgData name="Devinder Kaur" userId="89161a673412ba18" providerId="LiveId" clId="{02BAFCB6-52BE-469E-851C-FEC21D123C66}" dt="2021-11-30T05:41:17.955" v="1784" actId="14100"/>
          <ac:spMkLst>
            <pc:docMk/>
            <pc:sldMk cId="3211273052" sldId="479"/>
            <ac:spMk id="38" creationId="{31307B61-4B44-44DB-B121-F8621BFEDFB2}"/>
          </ac:spMkLst>
        </pc:spChg>
        <pc:spChg chg="mod">
          <ac:chgData name="Devinder Kaur" userId="89161a673412ba18" providerId="LiveId" clId="{02BAFCB6-52BE-469E-851C-FEC21D123C66}" dt="2021-11-30T05:41:17.955" v="1784" actId="14100"/>
          <ac:spMkLst>
            <pc:docMk/>
            <pc:sldMk cId="3211273052" sldId="479"/>
            <ac:spMk id="39" creationId="{4874D977-4BA0-4CC6-9E66-483C7DCFAA20}"/>
          </ac:spMkLst>
        </pc:spChg>
        <pc:spChg chg="mod">
          <ac:chgData name="Devinder Kaur" userId="89161a673412ba18" providerId="LiveId" clId="{02BAFCB6-52BE-469E-851C-FEC21D123C66}" dt="2021-11-30T05:41:17.955" v="1784" actId="14100"/>
          <ac:spMkLst>
            <pc:docMk/>
            <pc:sldMk cId="3211273052" sldId="479"/>
            <ac:spMk id="40" creationId="{4AE65B6F-B63F-4540-97FC-FCD0C917046B}"/>
          </ac:spMkLst>
        </pc:spChg>
        <pc:spChg chg="mod">
          <ac:chgData name="Devinder Kaur" userId="89161a673412ba18" providerId="LiveId" clId="{02BAFCB6-52BE-469E-851C-FEC21D123C66}" dt="2021-11-30T05:41:17.955" v="1784" actId="14100"/>
          <ac:spMkLst>
            <pc:docMk/>
            <pc:sldMk cId="3211273052" sldId="479"/>
            <ac:spMk id="41" creationId="{026A676E-4C03-41C2-9A9D-547EB103309C}"/>
          </ac:spMkLst>
        </pc:spChg>
        <pc:spChg chg="mod">
          <ac:chgData name="Devinder Kaur" userId="89161a673412ba18" providerId="LiveId" clId="{02BAFCB6-52BE-469E-851C-FEC21D123C66}" dt="2021-11-30T05:41:17.955" v="1784" actId="14100"/>
          <ac:spMkLst>
            <pc:docMk/>
            <pc:sldMk cId="3211273052" sldId="479"/>
            <ac:spMk id="42" creationId="{511AA3C5-0C20-4090-86D1-5A090FC6A56C}"/>
          </ac:spMkLst>
        </pc:spChg>
        <pc:spChg chg="mod">
          <ac:chgData name="Devinder Kaur" userId="89161a673412ba18" providerId="LiveId" clId="{02BAFCB6-52BE-469E-851C-FEC21D123C66}" dt="2021-11-30T05:41:17.955" v="1784" actId="14100"/>
          <ac:spMkLst>
            <pc:docMk/>
            <pc:sldMk cId="3211273052" sldId="479"/>
            <ac:spMk id="43" creationId="{3B818BC2-21A0-4E49-B99D-7F680863ECD3}"/>
          </ac:spMkLst>
        </pc:spChg>
        <pc:spChg chg="mod">
          <ac:chgData name="Devinder Kaur" userId="89161a673412ba18" providerId="LiveId" clId="{02BAFCB6-52BE-469E-851C-FEC21D123C66}" dt="2021-11-30T05:41:17.955" v="1784" actId="14100"/>
          <ac:spMkLst>
            <pc:docMk/>
            <pc:sldMk cId="3211273052" sldId="479"/>
            <ac:spMk id="44" creationId="{D5A82702-06BF-4C2D-87A1-38A23C089CE2}"/>
          </ac:spMkLst>
        </pc:spChg>
        <pc:spChg chg="mod">
          <ac:chgData name="Devinder Kaur" userId="89161a673412ba18" providerId="LiveId" clId="{02BAFCB6-52BE-469E-851C-FEC21D123C66}" dt="2021-11-30T05:41:17.955" v="1784" actId="14100"/>
          <ac:spMkLst>
            <pc:docMk/>
            <pc:sldMk cId="3211273052" sldId="479"/>
            <ac:spMk id="45" creationId="{9A46CB61-F5F8-4A66-B6BF-F837C5169029}"/>
          </ac:spMkLst>
        </pc:spChg>
        <pc:spChg chg="mod">
          <ac:chgData name="Devinder Kaur" userId="89161a673412ba18" providerId="LiveId" clId="{02BAFCB6-52BE-469E-851C-FEC21D123C66}" dt="2021-11-30T05:41:17.955" v="1784" actId="14100"/>
          <ac:spMkLst>
            <pc:docMk/>
            <pc:sldMk cId="3211273052" sldId="479"/>
            <ac:spMk id="46" creationId="{825BD5BF-DB56-4140-9A0D-A3C6CAF8EB7D}"/>
          </ac:spMkLst>
        </pc:spChg>
        <pc:spChg chg="mod">
          <ac:chgData name="Devinder Kaur" userId="89161a673412ba18" providerId="LiveId" clId="{02BAFCB6-52BE-469E-851C-FEC21D123C66}" dt="2021-11-30T05:41:17.955" v="1784" actId="14100"/>
          <ac:spMkLst>
            <pc:docMk/>
            <pc:sldMk cId="3211273052" sldId="479"/>
            <ac:spMk id="47" creationId="{5AA73439-1FD6-4FB6-ABF7-BCB41A3E918D}"/>
          </ac:spMkLst>
        </pc:spChg>
        <pc:spChg chg="mod">
          <ac:chgData name="Devinder Kaur" userId="89161a673412ba18" providerId="LiveId" clId="{02BAFCB6-52BE-469E-851C-FEC21D123C66}" dt="2021-11-30T05:41:17.955" v="1784" actId="14100"/>
          <ac:spMkLst>
            <pc:docMk/>
            <pc:sldMk cId="3211273052" sldId="479"/>
            <ac:spMk id="48" creationId="{A7A3C56E-6F5F-41A3-BF2D-532696DA7EC7}"/>
          </ac:spMkLst>
        </pc:spChg>
        <pc:spChg chg="mod">
          <ac:chgData name="Devinder Kaur" userId="89161a673412ba18" providerId="LiveId" clId="{02BAFCB6-52BE-469E-851C-FEC21D123C66}" dt="2021-11-30T05:41:17.955" v="1784" actId="14100"/>
          <ac:spMkLst>
            <pc:docMk/>
            <pc:sldMk cId="3211273052" sldId="479"/>
            <ac:spMk id="49" creationId="{A2B4AF6E-3E0D-4A40-99A4-0673A42F741C}"/>
          </ac:spMkLst>
        </pc:spChg>
        <pc:spChg chg="mod">
          <ac:chgData name="Devinder Kaur" userId="89161a673412ba18" providerId="LiveId" clId="{02BAFCB6-52BE-469E-851C-FEC21D123C66}" dt="2021-11-30T05:41:17.955" v="1784" actId="14100"/>
          <ac:spMkLst>
            <pc:docMk/>
            <pc:sldMk cId="3211273052" sldId="479"/>
            <ac:spMk id="50" creationId="{108DBFF4-5B92-4D7D-A95F-2DEE6167A2B3}"/>
          </ac:spMkLst>
        </pc:spChg>
        <pc:spChg chg="mod">
          <ac:chgData name="Devinder Kaur" userId="89161a673412ba18" providerId="LiveId" clId="{02BAFCB6-52BE-469E-851C-FEC21D123C66}" dt="2021-11-30T05:41:17.955" v="1784" actId="14100"/>
          <ac:spMkLst>
            <pc:docMk/>
            <pc:sldMk cId="3211273052" sldId="479"/>
            <ac:spMk id="51" creationId="{ED20C06C-679B-4E65-9B50-0C971E256B16}"/>
          </ac:spMkLst>
        </pc:spChg>
        <pc:spChg chg="mod">
          <ac:chgData name="Devinder Kaur" userId="89161a673412ba18" providerId="LiveId" clId="{02BAFCB6-52BE-469E-851C-FEC21D123C66}" dt="2021-11-30T05:41:17.955" v="1784" actId="14100"/>
          <ac:spMkLst>
            <pc:docMk/>
            <pc:sldMk cId="3211273052" sldId="479"/>
            <ac:spMk id="52" creationId="{100F10FD-8FF3-4E12-9E7D-DD196D5663CE}"/>
          </ac:spMkLst>
        </pc:spChg>
        <pc:spChg chg="mod">
          <ac:chgData name="Devinder Kaur" userId="89161a673412ba18" providerId="LiveId" clId="{02BAFCB6-52BE-469E-851C-FEC21D123C66}" dt="2021-11-30T05:41:17.955" v="1784" actId="14100"/>
          <ac:spMkLst>
            <pc:docMk/>
            <pc:sldMk cId="3211273052" sldId="479"/>
            <ac:spMk id="53" creationId="{9265906D-6C69-4732-AB43-FBAE310BCB86}"/>
          </ac:spMkLst>
        </pc:spChg>
        <pc:spChg chg="mod">
          <ac:chgData name="Devinder Kaur" userId="89161a673412ba18" providerId="LiveId" clId="{02BAFCB6-52BE-469E-851C-FEC21D123C66}" dt="2021-11-30T05:41:17.955" v="1784" actId="14100"/>
          <ac:spMkLst>
            <pc:docMk/>
            <pc:sldMk cId="3211273052" sldId="479"/>
            <ac:spMk id="54" creationId="{2FA98BC1-41F9-4F8B-9C2F-87288542D53C}"/>
          </ac:spMkLst>
        </pc:spChg>
        <pc:spChg chg="mod">
          <ac:chgData name="Devinder Kaur" userId="89161a673412ba18" providerId="LiveId" clId="{02BAFCB6-52BE-469E-851C-FEC21D123C66}" dt="2021-11-30T05:41:17.955" v="1784" actId="14100"/>
          <ac:spMkLst>
            <pc:docMk/>
            <pc:sldMk cId="3211273052" sldId="479"/>
            <ac:spMk id="55" creationId="{64E04313-B03E-41D7-B554-F26567690C57}"/>
          </ac:spMkLst>
        </pc:spChg>
        <pc:spChg chg="mod">
          <ac:chgData name="Devinder Kaur" userId="89161a673412ba18" providerId="LiveId" clId="{02BAFCB6-52BE-469E-851C-FEC21D123C66}" dt="2021-11-30T05:41:17.955" v="1784" actId="14100"/>
          <ac:spMkLst>
            <pc:docMk/>
            <pc:sldMk cId="3211273052" sldId="479"/>
            <ac:spMk id="56" creationId="{206540DA-C933-40B3-920E-1532EB5E9710}"/>
          </ac:spMkLst>
        </pc:spChg>
        <pc:spChg chg="mod">
          <ac:chgData name="Devinder Kaur" userId="89161a673412ba18" providerId="LiveId" clId="{02BAFCB6-52BE-469E-851C-FEC21D123C66}" dt="2021-11-30T05:41:17.955" v="1784" actId="14100"/>
          <ac:spMkLst>
            <pc:docMk/>
            <pc:sldMk cId="3211273052" sldId="479"/>
            <ac:spMk id="57" creationId="{F7952A07-F96F-48E8-AC3C-F5ECB831183B}"/>
          </ac:spMkLst>
        </pc:spChg>
        <pc:spChg chg="mod">
          <ac:chgData name="Devinder Kaur" userId="89161a673412ba18" providerId="LiveId" clId="{02BAFCB6-52BE-469E-851C-FEC21D123C66}" dt="2021-11-30T05:41:17.955" v="1784" actId="14100"/>
          <ac:spMkLst>
            <pc:docMk/>
            <pc:sldMk cId="3211273052" sldId="479"/>
            <ac:spMk id="58" creationId="{C80F5239-5127-4759-B8B7-8DC601A93FFE}"/>
          </ac:spMkLst>
        </pc:spChg>
        <pc:spChg chg="mod">
          <ac:chgData name="Devinder Kaur" userId="89161a673412ba18" providerId="LiveId" clId="{02BAFCB6-52BE-469E-851C-FEC21D123C66}" dt="2021-11-30T05:41:17.955" v="1784" actId="14100"/>
          <ac:spMkLst>
            <pc:docMk/>
            <pc:sldMk cId="3211273052" sldId="479"/>
            <ac:spMk id="59" creationId="{3291EC51-D5B6-41C3-A8CD-D1C356C20C40}"/>
          </ac:spMkLst>
        </pc:spChg>
        <pc:spChg chg="mod">
          <ac:chgData name="Devinder Kaur" userId="89161a673412ba18" providerId="LiveId" clId="{02BAFCB6-52BE-469E-851C-FEC21D123C66}" dt="2021-11-30T05:41:17.955" v="1784" actId="14100"/>
          <ac:spMkLst>
            <pc:docMk/>
            <pc:sldMk cId="3211273052" sldId="479"/>
            <ac:spMk id="62" creationId="{769E7524-C595-4E1A-9569-ED7C2CB41736}"/>
          </ac:spMkLst>
        </pc:spChg>
        <pc:spChg chg="mod">
          <ac:chgData name="Devinder Kaur" userId="89161a673412ba18" providerId="LiveId" clId="{02BAFCB6-52BE-469E-851C-FEC21D123C66}" dt="2021-11-30T05:41:17.955" v="1784" actId="14100"/>
          <ac:spMkLst>
            <pc:docMk/>
            <pc:sldMk cId="3211273052" sldId="479"/>
            <ac:spMk id="63" creationId="{FF117155-AF46-4A1A-A205-0BE6575D506D}"/>
          </ac:spMkLst>
        </pc:spChg>
        <pc:spChg chg="mod">
          <ac:chgData name="Devinder Kaur" userId="89161a673412ba18" providerId="LiveId" clId="{02BAFCB6-52BE-469E-851C-FEC21D123C66}" dt="2021-11-30T05:41:17.955" v="1784" actId="14100"/>
          <ac:spMkLst>
            <pc:docMk/>
            <pc:sldMk cId="3211273052" sldId="479"/>
            <ac:spMk id="64" creationId="{ADE10842-D07D-4EF5-8478-90E8835DB4A1}"/>
          </ac:spMkLst>
        </pc:spChg>
        <pc:spChg chg="mod">
          <ac:chgData name="Devinder Kaur" userId="89161a673412ba18" providerId="LiveId" clId="{02BAFCB6-52BE-469E-851C-FEC21D123C66}" dt="2021-11-30T05:41:17.955" v="1784" actId="14100"/>
          <ac:spMkLst>
            <pc:docMk/>
            <pc:sldMk cId="3211273052" sldId="479"/>
            <ac:spMk id="65" creationId="{F09502C9-0D50-41C8-BCE2-745248B76269}"/>
          </ac:spMkLst>
        </pc:spChg>
        <pc:spChg chg="mod">
          <ac:chgData name="Devinder Kaur" userId="89161a673412ba18" providerId="LiveId" clId="{02BAFCB6-52BE-469E-851C-FEC21D123C66}" dt="2021-11-30T05:41:17.955" v="1784" actId="14100"/>
          <ac:spMkLst>
            <pc:docMk/>
            <pc:sldMk cId="3211273052" sldId="479"/>
            <ac:spMk id="66" creationId="{13CB8BE4-0899-4BD1-8260-7D434F9EEC04}"/>
          </ac:spMkLst>
        </pc:spChg>
        <pc:grpChg chg="add del mod">
          <ac:chgData name="Devinder Kaur" userId="89161a673412ba18" providerId="LiveId" clId="{02BAFCB6-52BE-469E-851C-FEC21D123C66}" dt="2021-11-30T05:37:46.591" v="1726" actId="478"/>
          <ac:grpSpMkLst>
            <pc:docMk/>
            <pc:sldMk cId="3211273052" sldId="479"/>
            <ac:grpSpMk id="5" creationId="{4E7FA90D-DDEA-4B5C-8950-59B11FCE07B6}"/>
          </ac:grpSpMkLst>
        </pc:grpChg>
        <pc:grpChg chg="mod">
          <ac:chgData name="Devinder Kaur" userId="89161a673412ba18" providerId="LiveId" clId="{02BAFCB6-52BE-469E-851C-FEC21D123C66}" dt="2021-11-30T05:36:20.873" v="1725" actId="1076"/>
          <ac:grpSpMkLst>
            <pc:docMk/>
            <pc:sldMk cId="3211273052" sldId="479"/>
            <ac:grpSpMk id="29" creationId="{DC7A4699-1518-48B5-A42B-E697C754634C}"/>
          </ac:grpSpMkLst>
        </pc:grpChg>
        <pc:grpChg chg="mod">
          <ac:chgData name="Devinder Kaur" userId="89161a673412ba18" providerId="LiveId" clId="{02BAFCB6-52BE-469E-851C-FEC21D123C66}" dt="2021-11-30T05:36:20.873" v="1725" actId="1076"/>
          <ac:grpSpMkLst>
            <pc:docMk/>
            <pc:sldMk cId="3211273052" sldId="479"/>
            <ac:grpSpMk id="30" creationId="{30ECEB05-6774-4212-B93C-CC7B99F746D6}"/>
          </ac:grpSpMkLst>
        </pc:grpChg>
        <pc:grpChg chg="add mod">
          <ac:chgData name="Devinder Kaur" userId="89161a673412ba18" providerId="LiveId" clId="{02BAFCB6-52BE-469E-851C-FEC21D123C66}" dt="2021-11-30T05:41:17.955" v="1784" actId="14100"/>
          <ac:grpSpMkLst>
            <pc:docMk/>
            <pc:sldMk cId="3211273052" sldId="479"/>
            <ac:grpSpMk id="36" creationId="{43FF1D1A-8160-4F88-80A3-AD0DB8D9D154}"/>
          </ac:grpSpMkLst>
        </pc:grpChg>
        <pc:grpChg chg="mod">
          <ac:chgData name="Devinder Kaur" userId="89161a673412ba18" providerId="LiveId" clId="{02BAFCB6-52BE-469E-851C-FEC21D123C66}" dt="2021-11-30T05:41:17.955" v="1784" actId="14100"/>
          <ac:grpSpMkLst>
            <pc:docMk/>
            <pc:sldMk cId="3211273052" sldId="479"/>
            <ac:grpSpMk id="60" creationId="{690705B3-601E-42CE-95C8-47C7F90AF4BB}"/>
          </ac:grpSpMkLst>
        </pc:grpChg>
        <pc:grpChg chg="mod">
          <ac:chgData name="Devinder Kaur" userId="89161a673412ba18" providerId="LiveId" clId="{02BAFCB6-52BE-469E-851C-FEC21D123C66}" dt="2021-11-30T05:41:17.955" v="1784" actId="14100"/>
          <ac:grpSpMkLst>
            <pc:docMk/>
            <pc:sldMk cId="3211273052" sldId="479"/>
            <ac:grpSpMk id="61" creationId="{BC5524C0-F0E4-4814-ADB3-1CE35CD073CB}"/>
          </ac:grpSpMkLst>
        </pc:grpChg>
        <pc:picChg chg="mod">
          <ac:chgData name="Devinder Kaur" userId="89161a673412ba18" providerId="LiveId" clId="{02BAFCB6-52BE-469E-851C-FEC21D123C66}" dt="2021-11-30T05:36:20.873" v="1725" actId="1076"/>
          <ac:picMkLst>
            <pc:docMk/>
            <pc:sldMk cId="3211273052" sldId="479"/>
            <ac:picMk id="6" creationId="{1D892B69-7341-47EF-8811-38FF7AE862E6}"/>
          </ac:picMkLst>
        </pc:picChg>
        <pc:picChg chg="mod">
          <ac:chgData name="Devinder Kaur" userId="89161a673412ba18" providerId="LiveId" clId="{02BAFCB6-52BE-469E-851C-FEC21D123C66}" dt="2021-11-30T05:41:17.955" v="1784" actId="14100"/>
          <ac:picMkLst>
            <pc:docMk/>
            <pc:sldMk cId="3211273052" sldId="479"/>
            <ac:picMk id="37" creationId="{5FFB99D7-03FB-44F8-8CD5-375AB32B1E6A}"/>
          </ac:picMkLst>
        </pc:picChg>
      </pc:sldChg>
      <pc:sldChg chg="new del">
        <pc:chgData name="Devinder Kaur" userId="89161a673412ba18" providerId="LiveId" clId="{02BAFCB6-52BE-469E-851C-FEC21D123C66}" dt="2021-11-30T05:30:46.057" v="1581" actId="680"/>
        <pc:sldMkLst>
          <pc:docMk/>
          <pc:sldMk cId="3217735588" sldId="479"/>
        </pc:sldMkLst>
      </pc:sldChg>
      <pc:sldChg chg="addSp delSp modSp mod">
        <pc:chgData name="Devinder Kaur" userId="89161a673412ba18" providerId="LiveId" clId="{02BAFCB6-52BE-469E-851C-FEC21D123C66}" dt="2021-12-07T10:23:36.141" v="2557" actId="113"/>
        <pc:sldMkLst>
          <pc:docMk/>
          <pc:sldMk cId="2362205249" sldId="480"/>
        </pc:sldMkLst>
        <pc:spChg chg="mod">
          <ac:chgData name="Devinder Kaur" userId="89161a673412ba18" providerId="LiveId" clId="{02BAFCB6-52BE-469E-851C-FEC21D123C66}" dt="2021-12-07T10:23:36.141" v="2557" actId="113"/>
          <ac:spMkLst>
            <pc:docMk/>
            <pc:sldMk cId="2362205249" sldId="480"/>
            <ac:spMk id="3" creationId="{5E84FE93-8250-4FFC-ADB2-43325A77168C}"/>
          </ac:spMkLst>
        </pc:spChg>
        <pc:spChg chg="mod">
          <ac:chgData name="Devinder Kaur" userId="89161a673412ba18" providerId="LiveId" clId="{02BAFCB6-52BE-469E-851C-FEC21D123C66}" dt="2021-11-30T05:35:52.728" v="1724" actId="14100"/>
          <ac:spMkLst>
            <pc:docMk/>
            <pc:sldMk cId="2362205249" sldId="480"/>
            <ac:spMk id="38" creationId="{1F920B84-0554-4570-BC83-994D1236EA44}"/>
          </ac:spMkLst>
        </pc:spChg>
        <pc:spChg chg="mod">
          <ac:chgData name="Devinder Kaur" userId="89161a673412ba18" providerId="LiveId" clId="{02BAFCB6-52BE-469E-851C-FEC21D123C66}" dt="2021-11-30T05:35:52.728" v="1724" actId="14100"/>
          <ac:spMkLst>
            <pc:docMk/>
            <pc:sldMk cId="2362205249" sldId="480"/>
            <ac:spMk id="39" creationId="{9C3FA870-B791-473A-A24D-55611A89C5E7}"/>
          </ac:spMkLst>
        </pc:spChg>
        <pc:spChg chg="mod">
          <ac:chgData name="Devinder Kaur" userId="89161a673412ba18" providerId="LiveId" clId="{02BAFCB6-52BE-469E-851C-FEC21D123C66}" dt="2021-11-30T05:35:52.728" v="1724" actId="14100"/>
          <ac:spMkLst>
            <pc:docMk/>
            <pc:sldMk cId="2362205249" sldId="480"/>
            <ac:spMk id="40" creationId="{BDB0E557-01EF-4135-BB47-3BF14F1CAEE4}"/>
          </ac:spMkLst>
        </pc:spChg>
        <pc:spChg chg="mod">
          <ac:chgData name="Devinder Kaur" userId="89161a673412ba18" providerId="LiveId" clId="{02BAFCB6-52BE-469E-851C-FEC21D123C66}" dt="2021-11-30T05:35:52.728" v="1724" actId="14100"/>
          <ac:spMkLst>
            <pc:docMk/>
            <pc:sldMk cId="2362205249" sldId="480"/>
            <ac:spMk id="41" creationId="{5227EB7A-09E4-46C3-BA29-0EFF052DD8B0}"/>
          </ac:spMkLst>
        </pc:spChg>
        <pc:spChg chg="mod">
          <ac:chgData name="Devinder Kaur" userId="89161a673412ba18" providerId="LiveId" clId="{02BAFCB6-52BE-469E-851C-FEC21D123C66}" dt="2021-11-30T05:35:52.728" v="1724" actId="14100"/>
          <ac:spMkLst>
            <pc:docMk/>
            <pc:sldMk cId="2362205249" sldId="480"/>
            <ac:spMk id="42" creationId="{40A7DF5F-1EAA-433E-831C-4C9D2EA6998F}"/>
          </ac:spMkLst>
        </pc:spChg>
        <pc:spChg chg="mod">
          <ac:chgData name="Devinder Kaur" userId="89161a673412ba18" providerId="LiveId" clId="{02BAFCB6-52BE-469E-851C-FEC21D123C66}" dt="2021-11-30T05:35:52.728" v="1724" actId="14100"/>
          <ac:spMkLst>
            <pc:docMk/>
            <pc:sldMk cId="2362205249" sldId="480"/>
            <ac:spMk id="43" creationId="{6566076E-456A-4349-8C2A-57B395178254}"/>
          </ac:spMkLst>
        </pc:spChg>
        <pc:spChg chg="mod">
          <ac:chgData name="Devinder Kaur" userId="89161a673412ba18" providerId="LiveId" clId="{02BAFCB6-52BE-469E-851C-FEC21D123C66}" dt="2021-11-30T05:35:52.728" v="1724" actId="14100"/>
          <ac:spMkLst>
            <pc:docMk/>
            <pc:sldMk cId="2362205249" sldId="480"/>
            <ac:spMk id="44" creationId="{237856BC-65E6-4565-909B-2C2F42873DE6}"/>
          </ac:spMkLst>
        </pc:spChg>
        <pc:spChg chg="mod">
          <ac:chgData name="Devinder Kaur" userId="89161a673412ba18" providerId="LiveId" clId="{02BAFCB6-52BE-469E-851C-FEC21D123C66}" dt="2021-11-30T05:35:52.728" v="1724" actId="14100"/>
          <ac:spMkLst>
            <pc:docMk/>
            <pc:sldMk cId="2362205249" sldId="480"/>
            <ac:spMk id="45" creationId="{0D1595E8-8261-485F-BE48-C9895898A914}"/>
          </ac:spMkLst>
        </pc:spChg>
        <pc:spChg chg="mod">
          <ac:chgData name="Devinder Kaur" userId="89161a673412ba18" providerId="LiveId" clId="{02BAFCB6-52BE-469E-851C-FEC21D123C66}" dt="2021-11-30T05:35:52.728" v="1724" actId="14100"/>
          <ac:spMkLst>
            <pc:docMk/>
            <pc:sldMk cId="2362205249" sldId="480"/>
            <ac:spMk id="46" creationId="{9CBC5FBC-C22D-4B9F-9AD1-68D72A4E5850}"/>
          </ac:spMkLst>
        </pc:spChg>
        <pc:spChg chg="mod">
          <ac:chgData name="Devinder Kaur" userId="89161a673412ba18" providerId="LiveId" clId="{02BAFCB6-52BE-469E-851C-FEC21D123C66}" dt="2021-11-30T05:35:52.728" v="1724" actId="14100"/>
          <ac:spMkLst>
            <pc:docMk/>
            <pc:sldMk cId="2362205249" sldId="480"/>
            <ac:spMk id="47" creationId="{E0B4A98D-F615-48C7-A58C-4159823B9922}"/>
          </ac:spMkLst>
        </pc:spChg>
        <pc:spChg chg="mod">
          <ac:chgData name="Devinder Kaur" userId="89161a673412ba18" providerId="LiveId" clId="{02BAFCB6-52BE-469E-851C-FEC21D123C66}" dt="2021-11-30T05:35:52.728" v="1724" actId="14100"/>
          <ac:spMkLst>
            <pc:docMk/>
            <pc:sldMk cId="2362205249" sldId="480"/>
            <ac:spMk id="48" creationId="{31FA22AA-787A-4FB1-8740-516CD7E69FEC}"/>
          </ac:spMkLst>
        </pc:spChg>
        <pc:spChg chg="mod">
          <ac:chgData name="Devinder Kaur" userId="89161a673412ba18" providerId="LiveId" clId="{02BAFCB6-52BE-469E-851C-FEC21D123C66}" dt="2021-11-30T05:35:52.728" v="1724" actId="14100"/>
          <ac:spMkLst>
            <pc:docMk/>
            <pc:sldMk cId="2362205249" sldId="480"/>
            <ac:spMk id="49" creationId="{3EFED145-B127-41F3-8125-74AA98259C1D}"/>
          </ac:spMkLst>
        </pc:spChg>
        <pc:spChg chg="mod">
          <ac:chgData name="Devinder Kaur" userId="89161a673412ba18" providerId="LiveId" clId="{02BAFCB6-52BE-469E-851C-FEC21D123C66}" dt="2021-11-30T05:35:52.728" v="1724" actId="14100"/>
          <ac:spMkLst>
            <pc:docMk/>
            <pc:sldMk cId="2362205249" sldId="480"/>
            <ac:spMk id="50" creationId="{AC27A697-D7E2-48F3-AD72-7731049BB6A2}"/>
          </ac:spMkLst>
        </pc:spChg>
        <pc:spChg chg="mod">
          <ac:chgData name="Devinder Kaur" userId="89161a673412ba18" providerId="LiveId" clId="{02BAFCB6-52BE-469E-851C-FEC21D123C66}" dt="2021-11-30T05:35:52.728" v="1724" actId="14100"/>
          <ac:spMkLst>
            <pc:docMk/>
            <pc:sldMk cId="2362205249" sldId="480"/>
            <ac:spMk id="51" creationId="{56424725-B8FC-4158-9A70-B47F8BE947C6}"/>
          </ac:spMkLst>
        </pc:spChg>
        <pc:spChg chg="mod">
          <ac:chgData name="Devinder Kaur" userId="89161a673412ba18" providerId="LiveId" clId="{02BAFCB6-52BE-469E-851C-FEC21D123C66}" dt="2021-11-30T05:35:52.728" v="1724" actId="14100"/>
          <ac:spMkLst>
            <pc:docMk/>
            <pc:sldMk cId="2362205249" sldId="480"/>
            <ac:spMk id="52" creationId="{4421075A-5485-4B50-A47A-3338A268F9E7}"/>
          </ac:spMkLst>
        </pc:spChg>
        <pc:spChg chg="mod">
          <ac:chgData name="Devinder Kaur" userId="89161a673412ba18" providerId="LiveId" clId="{02BAFCB6-52BE-469E-851C-FEC21D123C66}" dt="2021-11-30T05:35:52.728" v="1724" actId="14100"/>
          <ac:spMkLst>
            <pc:docMk/>
            <pc:sldMk cId="2362205249" sldId="480"/>
            <ac:spMk id="53" creationId="{3123D6BA-E778-4EF4-9728-E764452232BA}"/>
          </ac:spMkLst>
        </pc:spChg>
        <pc:spChg chg="mod">
          <ac:chgData name="Devinder Kaur" userId="89161a673412ba18" providerId="LiveId" clId="{02BAFCB6-52BE-469E-851C-FEC21D123C66}" dt="2021-11-30T05:35:52.728" v="1724" actId="14100"/>
          <ac:spMkLst>
            <pc:docMk/>
            <pc:sldMk cId="2362205249" sldId="480"/>
            <ac:spMk id="54" creationId="{57D70D69-936B-478F-B446-21CA98B5E8BD}"/>
          </ac:spMkLst>
        </pc:spChg>
        <pc:spChg chg="mod">
          <ac:chgData name="Devinder Kaur" userId="89161a673412ba18" providerId="LiveId" clId="{02BAFCB6-52BE-469E-851C-FEC21D123C66}" dt="2021-11-30T05:35:52.728" v="1724" actId="14100"/>
          <ac:spMkLst>
            <pc:docMk/>
            <pc:sldMk cId="2362205249" sldId="480"/>
            <ac:spMk id="55" creationId="{191218B8-D541-40BB-821D-13B16A67F55B}"/>
          </ac:spMkLst>
        </pc:spChg>
        <pc:spChg chg="mod">
          <ac:chgData name="Devinder Kaur" userId="89161a673412ba18" providerId="LiveId" clId="{02BAFCB6-52BE-469E-851C-FEC21D123C66}" dt="2021-11-30T05:35:52.728" v="1724" actId="14100"/>
          <ac:spMkLst>
            <pc:docMk/>
            <pc:sldMk cId="2362205249" sldId="480"/>
            <ac:spMk id="56" creationId="{C98CFFE7-A856-452F-B21F-D5606D1C91C7}"/>
          </ac:spMkLst>
        </pc:spChg>
        <pc:spChg chg="mod">
          <ac:chgData name="Devinder Kaur" userId="89161a673412ba18" providerId="LiveId" clId="{02BAFCB6-52BE-469E-851C-FEC21D123C66}" dt="2021-11-30T05:35:52.728" v="1724" actId="14100"/>
          <ac:spMkLst>
            <pc:docMk/>
            <pc:sldMk cId="2362205249" sldId="480"/>
            <ac:spMk id="57" creationId="{749606A8-FDBA-43C3-9FD7-8824985801E2}"/>
          </ac:spMkLst>
        </pc:spChg>
        <pc:spChg chg="mod">
          <ac:chgData name="Devinder Kaur" userId="89161a673412ba18" providerId="LiveId" clId="{02BAFCB6-52BE-469E-851C-FEC21D123C66}" dt="2021-11-30T05:35:52.728" v="1724" actId="14100"/>
          <ac:spMkLst>
            <pc:docMk/>
            <pc:sldMk cId="2362205249" sldId="480"/>
            <ac:spMk id="58" creationId="{7D5F3DF7-D630-4C04-96C9-F325E0304E9F}"/>
          </ac:spMkLst>
        </pc:spChg>
        <pc:spChg chg="mod">
          <ac:chgData name="Devinder Kaur" userId="89161a673412ba18" providerId="LiveId" clId="{02BAFCB6-52BE-469E-851C-FEC21D123C66}" dt="2021-11-30T05:35:52.728" v="1724" actId="14100"/>
          <ac:spMkLst>
            <pc:docMk/>
            <pc:sldMk cId="2362205249" sldId="480"/>
            <ac:spMk id="59" creationId="{E2A31CD8-0C18-458B-8335-15E5FC9FB904}"/>
          </ac:spMkLst>
        </pc:spChg>
        <pc:spChg chg="mod">
          <ac:chgData name="Devinder Kaur" userId="89161a673412ba18" providerId="LiveId" clId="{02BAFCB6-52BE-469E-851C-FEC21D123C66}" dt="2021-11-30T05:35:52.728" v="1724" actId="14100"/>
          <ac:spMkLst>
            <pc:docMk/>
            <pc:sldMk cId="2362205249" sldId="480"/>
            <ac:spMk id="60" creationId="{B461FAEC-DF7A-461A-9709-95535689DFCD}"/>
          </ac:spMkLst>
        </pc:spChg>
        <pc:spChg chg="mod">
          <ac:chgData name="Devinder Kaur" userId="89161a673412ba18" providerId="LiveId" clId="{02BAFCB6-52BE-469E-851C-FEC21D123C66}" dt="2021-11-30T05:35:52.728" v="1724" actId="14100"/>
          <ac:spMkLst>
            <pc:docMk/>
            <pc:sldMk cId="2362205249" sldId="480"/>
            <ac:spMk id="65" creationId="{B2CA5508-84FE-4BD1-8937-6C09FEA2D46E}"/>
          </ac:spMkLst>
        </pc:spChg>
        <pc:spChg chg="mod">
          <ac:chgData name="Devinder Kaur" userId="89161a673412ba18" providerId="LiveId" clId="{02BAFCB6-52BE-469E-851C-FEC21D123C66}" dt="2021-11-30T05:35:52.728" v="1724" actId="14100"/>
          <ac:spMkLst>
            <pc:docMk/>
            <pc:sldMk cId="2362205249" sldId="480"/>
            <ac:spMk id="66" creationId="{49B894AC-308F-4127-9D82-F41465124F8B}"/>
          </ac:spMkLst>
        </pc:spChg>
        <pc:spChg chg="mod">
          <ac:chgData name="Devinder Kaur" userId="89161a673412ba18" providerId="LiveId" clId="{02BAFCB6-52BE-469E-851C-FEC21D123C66}" dt="2021-11-30T05:35:52.728" v="1724" actId="14100"/>
          <ac:spMkLst>
            <pc:docMk/>
            <pc:sldMk cId="2362205249" sldId="480"/>
            <ac:spMk id="67" creationId="{05E404A1-B7DB-49E8-8933-BFAFD1D897B9}"/>
          </ac:spMkLst>
        </pc:spChg>
        <pc:spChg chg="mod">
          <ac:chgData name="Devinder Kaur" userId="89161a673412ba18" providerId="LiveId" clId="{02BAFCB6-52BE-469E-851C-FEC21D123C66}" dt="2021-11-30T05:35:52.728" v="1724" actId="14100"/>
          <ac:spMkLst>
            <pc:docMk/>
            <pc:sldMk cId="2362205249" sldId="480"/>
            <ac:spMk id="68" creationId="{DD837AE6-B89A-45C3-9355-2F3E24B96AD9}"/>
          </ac:spMkLst>
        </pc:spChg>
        <pc:spChg chg="mod">
          <ac:chgData name="Devinder Kaur" userId="89161a673412ba18" providerId="LiveId" clId="{02BAFCB6-52BE-469E-851C-FEC21D123C66}" dt="2021-11-30T05:35:52.728" v="1724" actId="14100"/>
          <ac:spMkLst>
            <pc:docMk/>
            <pc:sldMk cId="2362205249" sldId="480"/>
            <ac:spMk id="69" creationId="{E1491AAB-5DD5-475E-A0C6-948D954A9C44}"/>
          </ac:spMkLst>
        </pc:spChg>
        <pc:spChg chg="mod">
          <ac:chgData name="Devinder Kaur" userId="89161a673412ba18" providerId="LiveId" clId="{02BAFCB6-52BE-469E-851C-FEC21D123C66}" dt="2021-11-30T05:35:52.728" v="1724" actId="14100"/>
          <ac:spMkLst>
            <pc:docMk/>
            <pc:sldMk cId="2362205249" sldId="480"/>
            <ac:spMk id="70" creationId="{8A7C6724-73B3-4CB5-B724-931D120346F2}"/>
          </ac:spMkLst>
        </pc:spChg>
        <pc:spChg chg="mod">
          <ac:chgData name="Devinder Kaur" userId="89161a673412ba18" providerId="LiveId" clId="{02BAFCB6-52BE-469E-851C-FEC21D123C66}" dt="2021-11-30T05:35:52.728" v="1724" actId="14100"/>
          <ac:spMkLst>
            <pc:docMk/>
            <pc:sldMk cId="2362205249" sldId="480"/>
            <ac:spMk id="71" creationId="{D4524E8D-AB61-46CD-B5B4-19D93835645A}"/>
          </ac:spMkLst>
        </pc:spChg>
        <pc:spChg chg="mod">
          <ac:chgData name="Devinder Kaur" userId="89161a673412ba18" providerId="LiveId" clId="{02BAFCB6-52BE-469E-851C-FEC21D123C66}" dt="2021-11-30T05:35:52.728" v="1724" actId="14100"/>
          <ac:spMkLst>
            <pc:docMk/>
            <pc:sldMk cId="2362205249" sldId="480"/>
            <ac:spMk id="72" creationId="{5B0CCD20-F85B-4F71-883F-C4D1293F27A5}"/>
          </ac:spMkLst>
        </pc:spChg>
        <pc:spChg chg="mod">
          <ac:chgData name="Devinder Kaur" userId="89161a673412ba18" providerId="LiveId" clId="{02BAFCB6-52BE-469E-851C-FEC21D123C66}" dt="2021-11-30T05:35:52.728" v="1724" actId="14100"/>
          <ac:spMkLst>
            <pc:docMk/>
            <pc:sldMk cId="2362205249" sldId="480"/>
            <ac:spMk id="73" creationId="{490DDD34-E303-4B98-B911-263BDEC6DA88}"/>
          </ac:spMkLst>
        </pc:spChg>
        <pc:spChg chg="mod">
          <ac:chgData name="Devinder Kaur" userId="89161a673412ba18" providerId="LiveId" clId="{02BAFCB6-52BE-469E-851C-FEC21D123C66}" dt="2021-11-30T05:35:52.728" v="1724" actId="14100"/>
          <ac:spMkLst>
            <pc:docMk/>
            <pc:sldMk cId="2362205249" sldId="480"/>
            <ac:spMk id="74" creationId="{0642780C-6516-42B9-BA4F-C6E2D7975C7E}"/>
          </ac:spMkLst>
        </pc:spChg>
        <pc:spChg chg="mod">
          <ac:chgData name="Devinder Kaur" userId="89161a673412ba18" providerId="LiveId" clId="{02BAFCB6-52BE-469E-851C-FEC21D123C66}" dt="2021-11-30T05:42:06.280" v="1791" actId="14100"/>
          <ac:spMkLst>
            <pc:docMk/>
            <pc:sldMk cId="2362205249" sldId="480"/>
            <ac:spMk id="77" creationId="{B26868BE-037B-480F-922E-927901047BA0}"/>
          </ac:spMkLst>
        </pc:spChg>
        <pc:spChg chg="mod">
          <ac:chgData name="Devinder Kaur" userId="89161a673412ba18" providerId="LiveId" clId="{02BAFCB6-52BE-469E-851C-FEC21D123C66}" dt="2021-11-30T05:42:06.280" v="1791" actId="14100"/>
          <ac:spMkLst>
            <pc:docMk/>
            <pc:sldMk cId="2362205249" sldId="480"/>
            <ac:spMk id="78" creationId="{32265B76-C493-4722-AF2D-2362B1441A4E}"/>
          </ac:spMkLst>
        </pc:spChg>
        <pc:spChg chg="mod">
          <ac:chgData name="Devinder Kaur" userId="89161a673412ba18" providerId="LiveId" clId="{02BAFCB6-52BE-469E-851C-FEC21D123C66}" dt="2021-11-30T05:42:06.280" v="1791" actId="14100"/>
          <ac:spMkLst>
            <pc:docMk/>
            <pc:sldMk cId="2362205249" sldId="480"/>
            <ac:spMk id="79" creationId="{1B7DA9DF-52F3-4307-A10D-D4878CD94E2F}"/>
          </ac:spMkLst>
        </pc:spChg>
        <pc:spChg chg="mod">
          <ac:chgData name="Devinder Kaur" userId="89161a673412ba18" providerId="LiveId" clId="{02BAFCB6-52BE-469E-851C-FEC21D123C66}" dt="2021-11-30T05:42:06.280" v="1791" actId="14100"/>
          <ac:spMkLst>
            <pc:docMk/>
            <pc:sldMk cId="2362205249" sldId="480"/>
            <ac:spMk id="80" creationId="{79271E32-6B7B-404E-BA10-1F35C0A8730E}"/>
          </ac:spMkLst>
        </pc:spChg>
        <pc:spChg chg="mod">
          <ac:chgData name="Devinder Kaur" userId="89161a673412ba18" providerId="LiveId" clId="{02BAFCB6-52BE-469E-851C-FEC21D123C66}" dt="2021-11-30T05:42:06.280" v="1791" actId="14100"/>
          <ac:spMkLst>
            <pc:docMk/>
            <pc:sldMk cId="2362205249" sldId="480"/>
            <ac:spMk id="81" creationId="{C62295EC-961B-4958-BF68-6D7ADF4895CC}"/>
          </ac:spMkLst>
        </pc:spChg>
        <pc:spChg chg="mod">
          <ac:chgData name="Devinder Kaur" userId="89161a673412ba18" providerId="LiveId" clId="{02BAFCB6-52BE-469E-851C-FEC21D123C66}" dt="2021-11-30T05:42:06.280" v="1791" actId="14100"/>
          <ac:spMkLst>
            <pc:docMk/>
            <pc:sldMk cId="2362205249" sldId="480"/>
            <ac:spMk id="82" creationId="{B97055A0-CDDD-45A3-9727-C7087EF274D6}"/>
          </ac:spMkLst>
        </pc:spChg>
        <pc:spChg chg="mod">
          <ac:chgData name="Devinder Kaur" userId="89161a673412ba18" providerId="LiveId" clId="{02BAFCB6-52BE-469E-851C-FEC21D123C66}" dt="2021-11-30T05:42:06.280" v="1791" actId="14100"/>
          <ac:spMkLst>
            <pc:docMk/>
            <pc:sldMk cId="2362205249" sldId="480"/>
            <ac:spMk id="83" creationId="{25646619-E713-4F31-9785-7505C6D5EE91}"/>
          </ac:spMkLst>
        </pc:spChg>
        <pc:spChg chg="mod">
          <ac:chgData name="Devinder Kaur" userId="89161a673412ba18" providerId="LiveId" clId="{02BAFCB6-52BE-469E-851C-FEC21D123C66}" dt="2021-11-30T05:42:06.280" v="1791" actId="14100"/>
          <ac:spMkLst>
            <pc:docMk/>
            <pc:sldMk cId="2362205249" sldId="480"/>
            <ac:spMk id="84" creationId="{1C23C85B-7105-4610-8BA0-DD3A92544065}"/>
          </ac:spMkLst>
        </pc:spChg>
        <pc:spChg chg="mod">
          <ac:chgData name="Devinder Kaur" userId="89161a673412ba18" providerId="LiveId" clId="{02BAFCB6-52BE-469E-851C-FEC21D123C66}" dt="2021-11-30T05:42:06.280" v="1791" actId="14100"/>
          <ac:spMkLst>
            <pc:docMk/>
            <pc:sldMk cId="2362205249" sldId="480"/>
            <ac:spMk id="85" creationId="{6B583983-356B-4434-BE00-79B890746D95}"/>
          </ac:spMkLst>
        </pc:spChg>
        <pc:spChg chg="mod">
          <ac:chgData name="Devinder Kaur" userId="89161a673412ba18" providerId="LiveId" clId="{02BAFCB6-52BE-469E-851C-FEC21D123C66}" dt="2021-11-30T05:42:06.280" v="1791" actId="14100"/>
          <ac:spMkLst>
            <pc:docMk/>
            <pc:sldMk cId="2362205249" sldId="480"/>
            <ac:spMk id="86" creationId="{D576A4C5-C797-4471-BEDA-811EF34C1102}"/>
          </ac:spMkLst>
        </pc:spChg>
        <pc:spChg chg="mod">
          <ac:chgData name="Devinder Kaur" userId="89161a673412ba18" providerId="LiveId" clId="{02BAFCB6-52BE-469E-851C-FEC21D123C66}" dt="2021-11-30T05:42:06.280" v="1791" actId="14100"/>
          <ac:spMkLst>
            <pc:docMk/>
            <pc:sldMk cId="2362205249" sldId="480"/>
            <ac:spMk id="87" creationId="{EBB76BE9-BA9D-45BD-9027-FF2BBBCC9C63}"/>
          </ac:spMkLst>
        </pc:spChg>
        <pc:spChg chg="mod">
          <ac:chgData name="Devinder Kaur" userId="89161a673412ba18" providerId="LiveId" clId="{02BAFCB6-52BE-469E-851C-FEC21D123C66}" dt="2021-11-30T05:42:06.280" v="1791" actId="14100"/>
          <ac:spMkLst>
            <pc:docMk/>
            <pc:sldMk cId="2362205249" sldId="480"/>
            <ac:spMk id="88" creationId="{C239950F-B077-4608-BDCA-020D985CD4AC}"/>
          </ac:spMkLst>
        </pc:spChg>
        <pc:spChg chg="mod">
          <ac:chgData name="Devinder Kaur" userId="89161a673412ba18" providerId="LiveId" clId="{02BAFCB6-52BE-469E-851C-FEC21D123C66}" dt="2021-11-30T05:42:06.280" v="1791" actId="14100"/>
          <ac:spMkLst>
            <pc:docMk/>
            <pc:sldMk cId="2362205249" sldId="480"/>
            <ac:spMk id="89" creationId="{C0ECE50E-ACE7-4532-B5D7-09176736F1CF}"/>
          </ac:spMkLst>
        </pc:spChg>
        <pc:spChg chg="mod">
          <ac:chgData name="Devinder Kaur" userId="89161a673412ba18" providerId="LiveId" clId="{02BAFCB6-52BE-469E-851C-FEC21D123C66}" dt="2021-11-30T05:42:06.280" v="1791" actId="14100"/>
          <ac:spMkLst>
            <pc:docMk/>
            <pc:sldMk cId="2362205249" sldId="480"/>
            <ac:spMk id="90" creationId="{108719B1-7A6D-4520-AFA3-E2F26F162A99}"/>
          </ac:spMkLst>
        </pc:spChg>
        <pc:spChg chg="mod">
          <ac:chgData name="Devinder Kaur" userId="89161a673412ba18" providerId="LiveId" clId="{02BAFCB6-52BE-469E-851C-FEC21D123C66}" dt="2021-11-30T05:42:06.280" v="1791" actId="14100"/>
          <ac:spMkLst>
            <pc:docMk/>
            <pc:sldMk cId="2362205249" sldId="480"/>
            <ac:spMk id="91" creationId="{B345A3FB-C64C-4072-82D2-CE2053E057F2}"/>
          </ac:spMkLst>
        </pc:spChg>
        <pc:spChg chg="mod">
          <ac:chgData name="Devinder Kaur" userId="89161a673412ba18" providerId="LiveId" clId="{02BAFCB6-52BE-469E-851C-FEC21D123C66}" dt="2021-11-30T05:42:06.280" v="1791" actId="14100"/>
          <ac:spMkLst>
            <pc:docMk/>
            <pc:sldMk cId="2362205249" sldId="480"/>
            <ac:spMk id="92" creationId="{0FFEED8E-CC8F-4756-9B89-A5B19B062002}"/>
          </ac:spMkLst>
        </pc:spChg>
        <pc:spChg chg="mod">
          <ac:chgData name="Devinder Kaur" userId="89161a673412ba18" providerId="LiveId" clId="{02BAFCB6-52BE-469E-851C-FEC21D123C66}" dt="2021-11-30T05:42:06.280" v="1791" actId="14100"/>
          <ac:spMkLst>
            <pc:docMk/>
            <pc:sldMk cId="2362205249" sldId="480"/>
            <ac:spMk id="93" creationId="{3AA42AFF-7DE9-4B67-B034-68614160FAFE}"/>
          </ac:spMkLst>
        </pc:spChg>
        <pc:spChg chg="mod">
          <ac:chgData name="Devinder Kaur" userId="89161a673412ba18" providerId="LiveId" clId="{02BAFCB6-52BE-469E-851C-FEC21D123C66}" dt="2021-11-30T05:42:06.280" v="1791" actId="14100"/>
          <ac:spMkLst>
            <pc:docMk/>
            <pc:sldMk cId="2362205249" sldId="480"/>
            <ac:spMk id="94" creationId="{8FD3465A-AA82-444E-8309-3ED7CB5A2E58}"/>
          </ac:spMkLst>
        </pc:spChg>
        <pc:spChg chg="mod">
          <ac:chgData name="Devinder Kaur" userId="89161a673412ba18" providerId="LiveId" clId="{02BAFCB6-52BE-469E-851C-FEC21D123C66}" dt="2021-11-30T05:42:06.280" v="1791" actId="14100"/>
          <ac:spMkLst>
            <pc:docMk/>
            <pc:sldMk cId="2362205249" sldId="480"/>
            <ac:spMk id="95" creationId="{39035A63-6552-47A0-A0FB-644C5E7068E4}"/>
          </ac:spMkLst>
        </pc:spChg>
        <pc:spChg chg="mod">
          <ac:chgData name="Devinder Kaur" userId="89161a673412ba18" providerId="LiveId" clId="{02BAFCB6-52BE-469E-851C-FEC21D123C66}" dt="2021-11-30T05:42:06.280" v="1791" actId="14100"/>
          <ac:spMkLst>
            <pc:docMk/>
            <pc:sldMk cId="2362205249" sldId="480"/>
            <ac:spMk id="96" creationId="{DD83599F-8ED8-4949-94EC-A3A78D9E753F}"/>
          </ac:spMkLst>
        </pc:spChg>
        <pc:spChg chg="mod">
          <ac:chgData name="Devinder Kaur" userId="89161a673412ba18" providerId="LiveId" clId="{02BAFCB6-52BE-469E-851C-FEC21D123C66}" dt="2021-11-30T05:42:06.280" v="1791" actId="14100"/>
          <ac:spMkLst>
            <pc:docMk/>
            <pc:sldMk cId="2362205249" sldId="480"/>
            <ac:spMk id="97" creationId="{1DC3E782-BDC7-4B24-883C-65092E92523D}"/>
          </ac:spMkLst>
        </pc:spChg>
        <pc:spChg chg="mod">
          <ac:chgData name="Devinder Kaur" userId="89161a673412ba18" providerId="LiveId" clId="{02BAFCB6-52BE-469E-851C-FEC21D123C66}" dt="2021-11-30T05:42:06.280" v="1791" actId="14100"/>
          <ac:spMkLst>
            <pc:docMk/>
            <pc:sldMk cId="2362205249" sldId="480"/>
            <ac:spMk id="98" creationId="{1A4C95F8-C6C2-49E9-BA44-491A31407998}"/>
          </ac:spMkLst>
        </pc:spChg>
        <pc:spChg chg="mod">
          <ac:chgData name="Devinder Kaur" userId="89161a673412ba18" providerId="LiveId" clId="{02BAFCB6-52BE-469E-851C-FEC21D123C66}" dt="2021-11-30T05:42:06.280" v="1791" actId="14100"/>
          <ac:spMkLst>
            <pc:docMk/>
            <pc:sldMk cId="2362205249" sldId="480"/>
            <ac:spMk id="99" creationId="{63F36AC4-9AD0-4A59-B77E-11EA74A94E3B}"/>
          </ac:spMkLst>
        </pc:spChg>
        <pc:spChg chg="mod">
          <ac:chgData name="Devinder Kaur" userId="89161a673412ba18" providerId="LiveId" clId="{02BAFCB6-52BE-469E-851C-FEC21D123C66}" dt="2021-11-30T05:42:06.280" v="1791" actId="14100"/>
          <ac:spMkLst>
            <pc:docMk/>
            <pc:sldMk cId="2362205249" sldId="480"/>
            <ac:spMk id="104" creationId="{192A1363-C2FF-4639-88C0-D047A28410ED}"/>
          </ac:spMkLst>
        </pc:spChg>
        <pc:spChg chg="mod">
          <ac:chgData name="Devinder Kaur" userId="89161a673412ba18" providerId="LiveId" clId="{02BAFCB6-52BE-469E-851C-FEC21D123C66}" dt="2021-11-30T05:42:06.280" v="1791" actId="14100"/>
          <ac:spMkLst>
            <pc:docMk/>
            <pc:sldMk cId="2362205249" sldId="480"/>
            <ac:spMk id="105" creationId="{9DC88BBB-5F8C-4F96-BCD3-EEE30BD69D10}"/>
          </ac:spMkLst>
        </pc:spChg>
        <pc:spChg chg="mod">
          <ac:chgData name="Devinder Kaur" userId="89161a673412ba18" providerId="LiveId" clId="{02BAFCB6-52BE-469E-851C-FEC21D123C66}" dt="2021-11-30T05:42:06.280" v="1791" actId="14100"/>
          <ac:spMkLst>
            <pc:docMk/>
            <pc:sldMk cId="2362205249" sldId="480"/>
            <ac:spMk id="106" creationId="{201335C3-09A1-40F3-96B4-B730532E5EC7}"/>
          </ac:spMkLst>
        </pc:spChg>
        <pc:spChg chg="mod">
          <ac:chgData name="Devinder Kaur" userId="89161a673412ba18" providerId="LiveId" clId="{02BAFCB6-52BE-469E-851C-FEC21D123C66}" dt="2021-11-30T05:42:06.280" v="1791" actId="14100"/>
          <ac:spMkLst>
            <pc:docMk/>
            <pc:sldMk cId="2362205249" sldId="480"/>
            <ac:spMk id="107" creationId="{D25A9612-ED1F-46B4-B2C4-AE945043A51E}"/>
          </ac:spMkLst>
        </pc:spChg>
        <pc:spChg chg="mod">
          <ac:chgData name="Devinder Kaur" userId="89161a673412ba18" providerId="LiveId" clId="{02BAFCB6-52BE-469E-851C-FEC21D123C66}" dt="2021-11-30T05:42:06.280" v="1791" actId="14100"/>
          <ac:spMkLst>
            <pc:docMk/>
            <pc:sldMk cId="2362205249" sldId="480"/>
            <ac:spMk id="108" creationId="{BE948C15-F12B-49AE-A44A-10E18C59DD09}"/>
          </ac:spMkLst>
        </pc:spChg>
        <pc:spChg chg="mod">
          <ac:chgData name="Devinder Kaur" userId="89161a673412ba18" providerId="LiveId" clId="{02BAFCB6-52BE-469E-851C-FEC21D123C66}" dt="2021-11-30T05:42:06.280" v="1791" actId="14100"/>
          <ac:spMkLst>
            <pc:docMk/>
            <pc:sldMk cId="2362205249" sldId="480"/>
            <ac:spMk id="109" creationId="{10CDE8AD-7679-41D9-9C66-82571B81E8AC}"/>
          </ac:spMkLst>
        </pc:spChg>
        <pc:spChg chg="mod">
          <ac:chgData name="Devinder Kaur" userId="89161a673412ba18" providerId="LiveId" clId="{02BAFCB6-52BE-469E-851C-FEC21D123C66}" dt="2021-11-30T05:42:06.280" v="1791" actId="14100"/>
          <ac:spMkLst>
            <pc:docMk/>
            <pc:sldMk cId="2362205249" sldId="480"/>
            <ac:spMk id="110" creationId="{A50528B2-9733-4D58-989A-B1BE778D29A2}"/>
          </ac:spMkLst>
        </pc:spChg>
        <pc:spChg chg="mod">
          <ac:chgData name="Devinder Kaur" userId="89161a673412ba18" providerId="LiveId" clId="{02BAFCB6-52BE-469E-851C-FEC21D123C66}" dt="2021-11-30T05:42:06.280" v="1791" actId="14100"/>
          <ac:spMkLst>
            <pc:docMk/>
            <pc:sldMk cId="2362205249" sldId="480"/>
            <ac:spMk id="111" creationId="{4F556128-E239-423C-A1DB-66D99320D250}"/>
          </ac:spMkLst>
        </pc:spChg>
        <pc:spChg chg="mod">
          <ac:chgData name="Devinder Kaur" userId="89161a673412ba18" providerId="LiveId" clId="{02BAFCB6-52BE-469E-851C-FEC21D123C66}" dt="2021-11-30T05:42:06.280" v="1791" actId="14100"/>
          <ac:spMkLst>
            <pc:docMk/>
            <pc:sldMk cId="2362205249" sldId="480"/>
            <ac:spMk id="112" creationId="{74320695-EB8C-4528-9A44-B092A4D5A08E}"/>
          </ac:spMkLst>
        </pc:spChg>
        <pc:spChg chg="mod">
          <ac:chgData name="Devinder Kaur" userId="89161a673412ba18" providerId="LiveId" clId="{02BAFCB6-52BE-469E-851C-FEC21D123C66}" dt="2021-11-30T05:42:06.280" v="1791" actId="14100"/>
          <ac:spMkLst>
            <pc:docMk/>
            <pc:sldMk cId="2362205249" sldId="480"/>
            <ac:spMk id="113" creationId="{4D1D65D0-A1EE-4AE5-9E28-1F27A54FDD0B}"/>
          </ac:spMkLst>
        </pc:spChg>
        <pc:grpChg chg="del">
          <ac:chgData name="Devinder Kaur" userId="89161a673412ba18" providerId="LiveId" clId="{02BAFCB6-52BE-469E-851C-FEC21D123C66}" dt="2021-11-30T05:35:13.819" v="1695" actId="478"/>
          <ac:grpSpMkLst>
            <pc:docMk/>
            <pc:sldMk cId="2362205249" sldId="480"/>
            <ac:grpSpMk id="5" creationId="{4E7FA90D-DDEA-4B5C-8950-59B11FCE07B6}"/>
          </ac:grpSpMkLst>
        </pc:grpChg>
        <pc:grpChg chg="add del mod">
          <ac:chgData name="Devinder Kaur" userId="89161a673412ba18" providerId="LiveId" clId="{02BAFCB6-52BE-469E-851C-FEC21D123C66}" dt="2021-11-30T05:39:59.042" v="1759" actId="478"/>
          <ac:grpSpMkLst>
            <pc:docMk/>
            <pc:sldMk cId="2362205249" sldId="480"/>
            <ac:grpSpMk id="36" creationId="{8176186B-EF8D-4779-ADCA-D7E9758EDF7D}"/>
          </ac:grpSpMkLst>
        </pc:grpChg>
        <pc:grpChg chg="mod">
          <ac:chgData name="Devinder Kaur" userId="89161a673412ba18" providerId="LiveId" clId="{02BAFCB6-52BE-469E-851C-FEC21D123C66}" dt="2021-11-30T05:35:52.728" v="1724" actId="14100"/>
          <ac:grpSpMkLst>
            <pc:docMk/>
            <pc:sldMk cId="2362205249" sldId="480"/>
            <ac:grpSpMk id="61" creationId="{A077F1E5-E2AD-48EA-A5DC-501F299D2243}"/>
          </ac:grpSpMkLst>
        </pc:grpChg>
        <pc:grpChg chg="mod">
          <ac:chgData name="Devinder Kaur" userId="89161a673412ba18" providerId="LiveId" clId="{02BAFCB6-52BE-469E-851C-FEC21D123C66}" dt="2021-11-30T05:35:52.728" v="1724" actId="14100"/>
          <ac:grpSpMkLst>
            <pc:docMk/>
            <pc:sldMk cId="2362205249" sldId="480"/>
            <ac:grpSpMk id="62" creationId="{51A0A957-DB11-4669-8602-CB066756D874}"/>
          </ac:grpSpMkLst>
        </pc:grpChg>
        <pc:grpChg chg="mod">
          <ac:chgData name="Devinder Kaur" userId="89161a673412ba18" providerId="LiveId" clId="{02BAFCB6-52BE-469E-851C-FEC21D123C66}" dt="2021-11-30T05:35:52.728" v="1724" actId="14100"/>
          <ac:grpSpMkLst>
            <pc:docMk/>
            <pc:sldMk cId="2362205249" sldId="480"/>
            <ac:grpSpMk id="63" creationId="{4B1E55D9-857A-4146-BD29-FEDD3C4B85AE}"/>
          </ac:grpSpMkLst>
        </pc:grpChg>
        <pc:grpChg chg="mod">
          <ac:chgData name="Devinder Kaur" userId="89161a673412ba18" providerId="LiveId" clId="{02BAFCB6-52BE-469E-851C-FEC21D123C66}" dt="2021-11-30T05:35:52.728" v="1724" actId="14100"/>
          <ac:grpSpMkLst>
            <pc:docMk/>
            <pc:sldMk cId="2362205249" sldId="480"/>
            <ac:grpSpMk id="64" creationId="{F527D95F-3D77-4608-9392-58B1C3EBDDF4}"/>
          </ac:grpSpMkLst>
        </pc:grpChg>
        <pc:grpChg chg="add mod">
          <ac:chgData name="Devinder Kaur" userId="89161a673412ba18" providerId="LiveId" clId="{02BAFCB6-52BE-469E-851C-FEC21D123C66}" dt="2021-11-30T05:42:06.280" v="1791" actId="14100"/>
          <ac:grpSpMkLst>
            <pc:docMk/>
            <pc:sldMk cId="2362205249" sldId="480"/>
            <ac:grpSpMk id="75" creationId="{3CE4D467-F6F7-4E84-9E7F-E4910A233CF4}"/>
          </ac:grpSpMkLst>
        </pc:grpChg>
        <pc:grpChg chg="mod">
          <ac:chgData name="Devinder Kaur" userId="89161a673412ba18" providerId="LiveId" clId="{02BAFCB6-52BE-469E-851C-FEC21D123C66}" dt="2021-11-30T05:42:06.280" v="1791" actId="14100"/>
          <ac:grpSpMkLst>
            <pc:docMk/>
            <pc:sldMk cId="2362205249" sldId="480"/>
            <ac:grpSpMk id="100" creationId="{63CE3088-DEC8-4C42-A372-13532205D278}"/>
          </ac:grpSpMkLst>
        </pc:grpChg>
        <pc:grpChg chg="mod">
          <ac:chgData name="Devinder Kaur" userId="89161a673412ba18" providerId="LiveId" clId="{02BAFCB6-52BE-469E-851C-FEC21D123C66}" dt="2021-11-30T05:42:06.280" v="1791" actId="14100"/>
          <ac:grpSpMkLst>
            <pc:docMk/>
            <pc:sldMk cId="2362205249" sldId="480"/>
            <ac:grpSpMk id="101" creationId="{4AA0B963-B271-4CCB-9E36-0207F45EF886}"/>
          </ac:grpSpMkLst>
        </pc:grpChg>
        <pc:grpChg chg="mod">
          <ac:chgData name="Devinder Kaur" userId="89161a673412ba18" providerId="LiveId" clId="{02BAFCB6-52BE-469E-851C-FEC21D123C66}" dt="2021-11-30T05:42:06.280" v="1791" actId="14100"/>
          <ac:grpSpMkLst>
            <pc:docMk/>
            <pc:sldMk cId="2362205249" sldId="480"/>
            <ac:grpSpMk id="102" creationId="{742B8454-6F2D-496F-8F04-E5D502789D57}"/>
          </ac:grpSpMkLst>
        </pc:grpChg>
        <pc:grpChg chg="mod">
          <ac:chgData name="Devinder Kaur" userId="89161a673412ba18" providerId="LiveId" clId="{02BAFCB6-52BE-469E-851C-FEC21D123C66}" dt="2021-11-30T05:42:06.280" v="1791" actId="14100"/>
          <ac:grpSpMkLst>
            <pc:docMk/>
            <pc:sldMk cId="2362205249" sldId="480"/>
            <ac:grpSpMk id="103" creationId="{1E15C5CF-0AC1-4175-9920-D82E7FF4D903}"/>
          </ac:grpSpMkLst>
        </pc:grpChg>
        <pc:picChg chg="mod">
          <ac:chgData name="Devinder Kaur" userId="89161a673412ba18" providerId="LiveId" clId="{02BAFCB6-52BE-469E-851C-FEC21D123C66}" dt="2021-11-30T05:35:52.728" v="1724" actId="14100"/>
          <ac:picMkLst>
            <pc:docMk/>
            <pc:sldMk cId="2362205249" sldId="480"/>
            <ac:picMk id="37" creationId="{576287A5-52E6-4E0C-BC92-CF7B4EDEAF2A}"/>
          </ac:picMkLst>
        </pc:picChg>
        <pc:picChg chg="mod">
          <ac:chgData name="Devinder Kaur" userId="89161a673412ba18" providerId="LiveId" clId="{02BAFCB6-52BE-469E-851C-FEC21D123C66}" dt="2021-11-30T05:42:06.280" v="1791" actId="14100"/>
          <ac:picMkLst>
            <pc:docMk/>
            <pc:sldMk cId="2362205249" sldId="480"/>
            <ac:picMk id="76" creationId="{38638D07-6F71-4245-9AB7-438EC65F5586}"/>
          </ac:picMkLst>
        </pc:picChg>
      </pc:sldChg>
      <pc:sldChg chg="addSp delSp modSp mod">
        <pc:chgData name="Devinder Kaur" userId="89161a673412ba18" providerId="LiveId" clId="{02BAFCB6-52BE-469E-851C-FEC21D123C66}" dt="2021-11-30T07:59:17.420" v="1916" actId="20577"/>
        <pc:sldMkLst>
          <pc:docMk/>
          <pc:sldMk cId="523357751" sldId="481"/>
        </pc:sldMkLst>
        <pc:spChg chg="del">
          <ac:chgData name="Devinder Kaur" userId="89161a673412ba18" providerId="LiveId" clId="{02BAFCB6-52BE-469E-851C-FEC21D123C66}" dt="2021-11-30T05:44:23.060" v="1810" actId="478"/>
          <ac:spMkLst>
            <pc:docMk/>
            <pc:sldMk cId="523357751" sldId="481"/>
            <ac:spMk id="2" creationId="{E80F3422-066D-4550-AAF2-3F45E3A2C075}"/>
          </ac:spMkLst>
        </pc:spChg>
        <pc:spChg chg="mod">
          <ac:chgData name="Devinder Kaur" userId="89161a673412ba18" providerId="LiveId" clId="{02BAFCB6-52BE-469E-851C-FEC21D123C66}" dt="2021-11-30T07:59:17.420" v="1916" actId="20577"/>
          <ac:spMkLst>
            <pc:docMk/>
            <pc:sldMk cId="523357751" sldId="481"/>
            <ac:spMk id="3" creationId="{5E84FE93-8250-4FFC-ADB2-43325A77168C}"/>
          </ac:spMkLst>
        </pc:spChg>
        <pc:spChg chg="add del mod">
          <ac:chgData name="Devinder Kaur" userId="89161a673412ba18" providerId="LiveId" clId="{02BAFCB6-52BE-469E-851C-FEC21D123C66}" dt="2021-11-30T05:44:27.162" v="1811" actId="478"/>
          <ac:spMkLst>
            <pc:docMk/>
            <pc:sldMk cId="523357751" sldId="481"/>
            <ac:spMk id="6" creationId="{A4AB7D1C-651C-4F2D-864D-7D0AAF0E799A}"/>
          </ac:spMkLst>
        </pc:spChg>
        <pc:spChg chg="mod">
          <ac:chgData name="Devinder Kaur" userId="89161a673412ba18" providerId="LiveId" clId="{02BAFCB6-52BE-469E-851C-FEC21D123C66}" dt="2021-11-30T05:44:16.794" v="1809" actId="1037"/>
          <ac:spMkLst>
            <pc:docMk/>
            <pc:sldMk cId="523357751" sldId="481"/>
            <ac:spMk id="46" creationId="{53C0250C-0F39-42A2-B608-C3E987C43F78}"/>
          </ac:spMkLst>
        </pc:spChg>
        <pc:spChg chg="mod">
          <ac:chgData name="Devinder Kaur" userId="89161a673412ba18" providerId="LiveId" clId="{02BAFCB6-52BE-469E-851C-FEC21D123C66}" dt="2021-11-30T05:44:16.794" v="1809" actId="1037"/>
          <ac:spMkLst>
            <pc:docMk/>
            <pc:sldMk cId="523357751" sldId="481"/>
            <ac:spMk id="47" creationId="{C8DF640B-CF15-4103-95DF-4A5C82D181CF}"/>
          </ac:spMkLst>
        </pc:spChg>
        <pc:spChg chg="mod">
          <ac:chgData name="Devinder Kaur" userId="89161a673412ba18" providerId="LiveId" clId="{02BAFCB6-52BE-469E-851C-FEC21D123C66}" dt="2021-11-30T05:44:16.794" v="1809" actId="1037"/>
          <ac:spMkLst>
            <pc:docMk/>
            <pc:sldMk cId="523357751" sldId="481"/>
            <ac:spMk id="48" creationId="{13DFA866-884C-474D-8CEF-0FB57FD24B10}"/>
          </ac:spMkLst>
        </pc:spChg>
        <pc:spChg chg="mod">
          <ac:chgData name="Devinder Kaur" userId="89161a673412ba18" providerId="LiveId" clId="{02BAFCB6-52BE-469E-851C-FEC21D123C66}" dt="2021-11-30T05:44:16.794" v="1809" actId="1037"/>
          <ac:spMkLst>
            <pc:docMk/>
            <pc:sldMk cId="523357751" sldId="481"/>
            <ac:spMk id="49" creationId="{3F311CAC-E3E0-4CC7-B791-B5A14527060F}"/>
          </ac:spMkLst>
        </pc:spChg>
        <pc:spChg chg="mod">
          <ac:chgData name="Devinder Kaur" userId="89161a673412ba18" providerId="LiveId" clId="{02BAFCB6-52BE-469E-851C-FEC21D123C66}" dt="2021-11-30T05:44:16.794" v="1809" actId="1037"/>
          <ac:spMkLst>
            <pc:docMk/>
            <pc:sldMk cId="523357751" sldId="481"/>
            <ac:spMk id="50" creationId="{2800BCD8-E520-45D0-983A-CCEFD7E87DBC}"/>
          </ac:spMkLst>
        </pc:spChg>
        <pc:spChg chg="mod">
          <ac:chgData name="Devinder Kaur" userId="89161a673412ba18" providerId="LiveId" clId="{02BAFCB6-52BE-469E-851C-FEC21D123C66}" dt="2021-11-30T05:44:16.794" v="1809" actId="1037"/>
          <ac:spMkLst>
            <pc:docMk/>
            <pc:sldMk cId="523357751" sldId="481"/>
            <ac:spMk id="51" creationId="{BA584297-F0DD-4F0B-984A-0D6D25D365E5}"/>
          </ac:spMkLst>
        </pc:spChg>
        <pc:spChg chg="mod">
          <ac:chgData name="Devinder Kaur" userId="89161a673412ba18" providerId="LiveId" clId="{02BAFCB6-52BE-469E-851C-FEC21D123C66}" dt="2021-11-30T05:44:16.794" v="1809" actId="1037"/>
          <ac:spMkLst>
            <pc:docMk/>
            <pc:sldMk cId="523357751" sldId="481"/>
            <ac:spMk id="52" creationId="{CCE076F1-58B0-4953-BE60-B34A161F45CC}"/>
          </ac:spMkLst>
        </pc:spChg>
        <pc:spChg chg="mod">
          <ac:chgData name="Devinder Kaur" userId="89161a673412ba18" providerId="LiveId" clId="{02BAFCB6-52BE-469E-851C-FEC21D123C66}" dt="2021-11-30T05:44:16.794" v="1809" actId="1037"/>
          <ac:spMkLst>
            <pc:docMk/>
            <pc:sldMk cId="523357751" sldId="481"/>
            <ac:spMk id="53" creationId="{3F8FFD9C-30F8-45DF-8794-3F3E1F14EB60}"/>
          </ac:spMkLst>
        </pc:spChg>
        <pc:spChg chg="mod">
          <ac:chgData name="Devinder Kaur" userId="89161a673412ba18" providerId="LiveId" clId="{02BAFCB6-52BE-469E-851C-FEC21D123C66}" dt="2021-11-30T05:44:16.794" v="1809" actId="1037"/>
          <ac:spMkLst>
            <pc:docMk/>
            <pc:sldMk cId="523357751" sldId="481"/>
            <ac:spMk id="54" creationId="{96987CA1-C034-4217-BDA4-B801370A2402}"/>
          </ac:spMkLst>
        </pc:spChg>
        <pc:spChg chg="mod">
          <ac:chgData name="Devinder Kaur" userId="89161a673412ba18" providerId="LiveId" clId="{02BAFCB6-52BE-469E-851C-FEC21D123C66}" dt="2021-11-30T05:44:16.794" v="1809" actId="1037"/>
          <ac:spMkLst>
            <pc:docMk/>
            <pc:sldMk cId="523357751" sldId="481"/>
            <ac:spMk id="55" creationId="{F23DCEF9-3965-4A9E-AC32-E4693CE6D8F2}"/>
          </ac:spMkLst>
        </pc:spChg>
        <pc:spChg chg="mod">
          <ac:chgData name="Devinder Kaur" userId="89161a673412ba18" providerId="LiveId" clId="{02BAFCB6-52BE-469E-851C-FEC21D123C66}" dt="2021-11-30T05:44:16.794" v="1809" actId="1037"/>
          <ac:spMkLst>
            <pc:docMk/>
            <pc:sldMk cId="523357751" sldId="481"/>
            <ac:spMk id="56" creationId="{4946F850-1E16-45DE-9718-1DE327576355}"/>
          </ac:spMkLst>
        </pc:spChg>
        <pc:spChg chg="mod">
          <ac:chgData name="Devinder Kaur" userId="89161a673412ba18" providerId="LiveId" clId="{02BAFCB6-52BE-469E-851C-FEC21D123C66}" dt="2021-11-30T05:44:16.794" v="1809" actId="1037"/>
          <ac:spMkLst>
            <pc:docMk/>
            <pc:sldMk cId="523357751" sldId="481"/>
            <ac:spMk id="57" creationId="{0AC714AD-BCAB-4741-98CD-F7B089185B6C}"/>
          </ac:spMkLst>
        </pc:spChg>
        <pc:spChg chg="mod">
          <ac:chgData name="Devinder Kaur" userId="89161a673412ba18" providerId="LiveId" clId="{02BAFCB6-52BE-469E-851C-FEC21D123C66}" dt="2021-11-30T05:44:16.794" v="1809" actId="1037"/>
          <ac:spMkLst>
            <pc:docMk/>
            <pc:sldMk cId="523357751" sldId="481"/>
            <ac:spMk id="58" creationId="{FF4A1E7F-4E50-4F3D-9271-B0895E8A1F66}"/>
          </ac:spMkLst>
        </pc:spChg>
        <pc:spChg chg="mod">
          <ac:chgData name="Devinder Kaur" userId="89161a673412ba18" providerId="LiveId" clId="{02BAFCB6-52BE-469E-851C-FEC21D123C66}" dt="2021-11-30T05:44:16.794" v="1809" actId="1037"/>
          <ac:spMkLst>
            <pc:docMk/>
            <pc:sldMk cId="523357751" sldId="481"/>
            <ac:spMk id="59" creationId="{2F7E406B-F930-49CD-AD14-A8D5B6A7BAE3}"/>
          </ac:spMkLst>
        </pc:spChg>
        <pc:spChg chg="mod">
          <ac:chgData name="Devinder Kaur" userId="89161a673412ba18" providerId="LiveId" clId="{02BAFCB6-52BE-469E-851C-FEC21D123C66}" dt="2021-11-30T05:44:16.794" v="1809" actId="1037"/>
          <ac:spMkLst>
            <pc:docMk/>
            <pc:sldMk cId="523357751" sldId="481"/>
            <ac:spMk id="60" creationId="{9C38F2DD-B850-47AD-9AA8-9A415240C86C}"/>
          </ac:spMkLst>
        </pc:spChg>
        <pc:spChg chg="mod">
          <ac:chgData name="Devinder Kaur" userId="89161a673412ba18" providerId="LiveId" clId="{02BAFCB6-52BE-469E-851C-FEC21D123C66}" dt="2021-11-30T05:44:16.794" v="1809" actId="1037"/>
          <ac:spMkLst>
            <pc:docMk/>
            <pc:sldMk cId="523357751" sldId="481"/>
            <ac:spMk id="61" creationId="{31D6CA2F-4ED5-46DB-BF1B-4538DABD6A23}"/>
          </ac:spMkLst>
        </pc:spChg>
        <pc:spChg chg="mod">
          <ac:chgData name="Devinder Kaur" userId="89161a673412ba18" providerId="LiveId" clId="{02BAFCB6-52BE-469E-851C-FEC21D123C66}" dt="2021-11-30T05:44:16.794" v="1809" actId="1037"/>
          <ac:spMkLst>
            <pc:docMk/>
            <pc:sldMk cId="523357751" sldId="481"/>
            <ac:spMk id="62" creationId="{DAFAA06F-E60B-4B45-907F-CA8326B4AEAF}"/>
          </ac:spMkLst>
        </pc:spChg>
        <pc:spChg chg="mod">
          <ac:chgData name="Devinder Kaur" userId="89161a673412ba18" providerId="LiveId" clId="{02BAFCB6-52BE-469E-851C-FEC21D123C66}" dt="2021-11-30T05:44:16.794" v="1809" actId="1037"/>
          <ac:spMkLst>
            <pc:docMk/>
            <pc:sldMk cId="523357751" sldId="481"/>
            <ac:spMk id="63" creationId="{7E7313EE-FFF3-4BD0-BC6D-874645BCA955}"/>
          </ac:spMkLst>
        </pc:spChg>
        <pc:spChg chg="mod">
          <ac:chgData name="Devinder Kaur" userId="89161a673412ba18" providerId="LiveId" clId="{02BAFCB6-52BE-469E-851C-FEC21D123C66}" dt="2021-11-30T05:44:16.794" v="1809" actId="1037"/>
          <ac:spMkLst>
            <pc:docMk/>
            <pc:sldMk cId="523357751" sldId="481"/>
            <ac:spMk id="64" creationId="{DF2F7F32-2480-4B96-BAB0-75A91156A5A3}"/>
          </ac:spMkLst>
        </pc:spChg>
        <pc:spChg chg="mod">
          <ac:chgData name="Devinder Kaur" userId="89161a673412ba18" providerId="LiveId" clId="{02BAFCB6-52BE-469E-851C-FEC21D123C66}" dt="2021-11-30T05:44:16.794" v="1809" actId="1037"/>
          <ac:spMkLst>
            <pc:docMk/>
            <pc:sldMk cId="523357751" sldId="481"/>
            <ac:spMk id="65" creationId="{38701E3E-ADA5-4875-90DD-482505D4AFFF}"/>
          </ac:spMkLst>
        </pc:spChg>
        <pc:spChg chg="mod">
          <ac:chgData name="Devinder Kaur" userId="89161a673412ba18" providerId="LiveId" clId="{02BAFCB6-52BE-469E-851C-FEC21D123C66}" dt="2021-11-30T05:44:16.794" v="1809" actId="1037"/>
          <ac:spMkLst>
            <pc:docMk/>
            <pc:sldMk cId="523357751" sldId="481"/>
            <ac:spMk id="66" creationId="{2A07F68C-BE5D-45A7-83C5-2E1093CE522F}"/>
          </ac:spMkLst>
        </pc:spChg>
        <pc:spChg chg="mod">
          <ac:chgData name="Devinder Kaur" userId="89161a673412ba18" providerId="LiveId" clId="{02BAFCB6-52BE-469E-851C-FEC21D123C66}" dt="2021-11-30T05:44:16.794" v="1809" actId="1037"/>
          <ac:spMkLst>
            <pc:docMk/>
            <pc:sldMk cId="523357751" sldId="481"/>
            <ac:spMk id="67" creationId="{861870D4-8D7E-4B61-AA55-3F91F09C37C0}"/>
          </ac:spMkLst>
        </pc:spChg>
        <pc:spChg chg="mod">
          <ac:chgData name="Devinder Kaur" userId="89161a673412ba18" providerId="LiveId" clId="{02BAFCB6-52BE-469E-851C-FEC21D123C66}" dt="2021-11-30T05:44:16.794" v="1809" actId="1037"/>
          <ac:spMkLst>
            <pc:docMk/>
            <pc:sldMk cId="523357751" sldId="481"/>
            <ac:spMk id="68" creationId="{A45C9703-E853-4A79-BA69-CA46A8C5FB5D}"/>
          </ac:spMkLst>
        </pc:spChg>
        <pc:spChg chg="mod">
          <ac:chgData name="Devinder Kaur" userId="89161a673412ba18" providerId="LiveId" clId="{02BAFCB6-52BE-469E-851C-FEC21D123C66}" dt="2021-11-30T05:44:16.794" v="1809" actId="1037"/>
          <ac:spMkLst>
            <pc:docMk/>
            <pc:sldMk cId="523357751" sldId="481"/>
            <ac:spMk id="69" creationId="{5EBD8B48-B058-4D34-8E6B-355BAC669AC9}"/>
          </ac:spMkLst>
        </pc:spChg>
        <pc:spChg chg="mod">
          <ac:chgData name="Devinder Kaur" userId="89161a673412ba18" providerId="LiveId" clId="{02BAFCB6-52BE-469E-851C-FEC21D123C66}" dt="2021-11-30T05:44:16.794" v="1809" actId="1037"/>
          <ac:spMkLst>
            <pc:docMk/>
            <pc:sldMk cId="523357751" sldId="481"/>
            <ac:spMk id="115" creationId="{618BF720-488A-409B-AB8F-BFE97EF6EAAD}"/>
          </ac:spMkLst>
        </pc:spChg>
        <pc:spChg chg="mod">
          <ac:chgData name="Devinder Kaur" userId="89161a673412ba18" providerId="LiveId" clId="{02BAFCB6-52BE-469E-851C-FEC21D123C66}" dt="2021-11-30T05:44:16.794" v="1809" actId="1037"/>
          <ac:spMkLst>
            <pc:docMk/>
            <pc:sldMk cId="523357751" sldId="481"/>
            <ac:spMk id="116" creationId="{ED0186E4-99FC-4C07-88C9-3D42FF3C682E}"/>
          </ac:spMkLst>
        </pc:spChg>
        <pc:spChg chg="mod">
          <ac:chgData name="Devinder Kaur" userId="89161a673412ba18" providerId="LiveId" clId="{02BAFCB6-52BE-469E-851C-FEC21D123C66}" dt="2021-11-30T05:44:16.794" v="1809" actId="1037"/>
          <ac:spMkLst>
            <pc:docMk/>
            <pc:sldMk cId="523357751" sldId="481"/>
            <ac:spMk id="117" creationId="{3161E215-7A3B-4790-9798-571FA85D2BDB}"/>
          </ac:spMkLst>
        </pc:spChg>
        <pc:spChg chg="mod">
          <ac:chgData name="Devinder Kaur" userId="89161a673412ba18" providerId="LiveId" clId="{02BAFCB6-52BE-469E-851C-FEC21D123C66}" dt="2021-11-30T05:44:16.794" v="1809" actId="1037"/>
          <ac:spMkLst>
            <pc:docMk/>
            <pc:sldMk cId="523357751" sldId="481"/>
            <ac:spMk id="118" creationId="{3CC74C70-3749-4E14-8B8A-D0A63FB73187}"/>
          </ac:spMkLst>
        </pc:spChg>
        <pc:spChg chg="mod">
          <ac:chgData name="Devinder Kaur" userId="89161a673412ba18" providerId="LiveId" clId="{02BAFCB6-52BE-469E-851C-FEC21D123C66}" dt="2021-11-30T05:44:16.794" v="1809" actId="1037"/>
          <ac:spMkLst>
            <pc:docMk/>
            <pc:sldMk cId="523357751" sldId="481"/>
            <ac:spMk id="119" creationId="{136999A9-2E5F-4023-9288-A379ECA14A5C}"/>
          </ac:spMkLst>
        </pc:spChg>
        <pc:spChg chg="mod">
          <ac:chgData name="Devinder Kaur" userId="89161a673412ba18" providerId="LiveId" clId="{02BAFCB6-52BE-469E-851C-FEC21D123C66}" dt="2021-11-30T05:44:16.794" v="1809" actId="1037"/>
          <ac:spMkLst>
            <pc:docMk/>
            <pc:sldMk cId="523357751" sldId="481"/>
            <ac:spMk id="120" creationId="{AC68FC7D-BB20-4E55-BE06-338CC83C51F0}"/>
          </ac:spMkLst>
        </pc:spChg>
        <pc:spChg chg="mod">
          <ac:chgData name="Devinder Kaur" userId="89161a673412ba18" providerId="LiveId" clId="{02BAFCB6-52BE-469E-851C-FEC21D123C66}" dt="2021-11-30T05:44:16.794" v="1809" actId="1037"/>
          <ac:spMkLst>
            <pc:docMk/>
            <pc:sldMk cId="523357751" sldId="481"/>
            <ac:spMk id="121" creationId="{B3200F38-989B-45AC-BCA9-E82A559A68DD}"/>
          </ac:spMkLst>
        </pc:spChg>
        <pc:spChg chg="mod">
          <ac:chgData name="Devinder Kaur" userId="89161a673412ba18" providerId="LiveId" clId="{02BAFCB6-52BE-469E-851C-FEC21D123C66}" dt="2021-11-30T05:44:16.794" v="1809" actId="1037"/>
          <ac:spMkLst>
            <pc:docMk/>
            <pc:sldMk cId="523357751" sldId="481"/>
            <ac:spMk id="122" creationId="{EC06DD51-A810-49AB-BDA0-FD0723389ECD}"/>
          </ac:spMkLst>
        </pc:spChg>
        <pc:spChg chg="mod">
          <ac:chgData name="Devinder Kaur" userId="89161a673412ba18" providerId="LiveId" clId="{02BAFCB6-52BE-469E-851C-FEC21D123C66}" dt="2021-11-30T05:44:16.794" v="1809" actId="1037"/>
          <ac:spMkLst>
            <pc:docMk/>
            <pc:sldMk cId="523357751" sldId="481"/>
            <ac:spMk id="123" creationId="{A66A1201-55B9-43B5-89C5-C5CBF24378AB}"/>
          </ac:spMkLst>
        </pc:spChg>
        <pc:spChg chg="mod">
          <ac:chgData name="Devinder Kaur" userId="89161a673412ba18" providerId="LiveId" clId="{02BAFCB6-52BE-469E-851C-FEC21D123C66}" dt="2021-11-30T05:44:16.794" v="1809" actId="1037"/>
          <ac:spMkLst>
            <pc:docMk/>
            <pc:sldMk cId="523357751" sldId="481"/>
            <ac:spMk id="124" creationId="{74D12D4D-99A1-4A53-BEDF-61175A403FD6}"/>
          </ac:spMkLst>
        </pc:spChg>
        <pc:spChg chg="mod">
          <ac:chgData name="Devinder Kaur" userId="89161a673412ba18" providerId="LiveId" clId="{02BAFCB6-52BE-469E-851C-FEC21D123C66}" dt="2021-11-30T05:44:16.794" v="1809" actId="1037"/>
          <ac:spMkLst>
            <pc:docMk/>
            <pc:sldMk cId="523357751" sldId="481"/>
            <ac:spMk id="125" creationId="{905F0694-B452-4173-99A3-A0AA195B04F9}"/>
          </ac:spMkLst>
        </pc:spChg>
        <pc:spChg chg="mod">
          <ac:chgData name="Devinder Kaur" userId="89161a673412ba18" providerId="LiveId" clId="{02BAFCB6-52BE-469E-851C-FEC21D123C66}" dt="2021-11-30T05:44:16.794" v="1809" actId="1037"/>
          <ac:spMkLst>
            <pc:docMk/>
            <pc:sldMk cId="523357751" sldId="481"/>
            <ac:spMk id="126" creationId="{842C308D-8269-4BEB-A095-9CA5BE15D9DD}"/>
          </ac:spMkLst>
        </pc:spChg>
        <pc:spChg chg="mod">
          <ac:chgData name="Devinder Kaur" userId="89161a673412ba18" providerId="LiveId" clId="{02BAFCB6-52BE-469E-851C-FEC21D123C66}" dt="2021-11-30T05:44:16.794" v="1809" actId="1037"/>
          <ac:spMkLst>
            <pc:docMk/>
            <pc:sldMk cId="523357751" sldId="481"/>
            <ac:spMk id="127" creationId="{FCFCB8E0-E77E-49DB-82B7-EDE5FCB532CD}"/>
          </ac:spMkLst>
        </pc:spChg>
        <pc:spChg chg="mod">
          <ac:chgData name="Devinder Kaur" userId="89161a673412ba18" providerId="LiveId" clId="{02BAFCB6-52BE-469E-851C-FEC21D123C66}" dt="2021-11-30T05:44:16.794" v="1809" actId="1037"/>
          <ac:spMkLst>
            <pc:docMk/>
            <pc:sldMk cId="523357751" sldId="481"/>
            <ac:spMk id="128" creationId="{7EA10E51-B954-478D-A4EC-39CDE221F7FC}"/>
          </ac:spMkLst>
        </pc:spChg>
        <pc:spChg chg="mod">
          <ac:chgData name="Devinder Kaur" userId="89161a673412ba18" providerId="LiveId" clId="{02BAFCB6-52BE-469E-851C-FEC21D123C66}" dt="2021-11-30T05:44:16.794" v="1809" actId="1037"/>
          <ac:spMkLst>
            <pc:docMk/>
            <pc:sldMk cId="523357751" sldId="481"/>
            <ac:spMk id="129" creationId="{D8AEE373-9D90-40E4-BFDB-1E8A814F8725}"/>
          </ac:spMkLst>
        </pc:spChg>
        <pc:spChg chg="mod">
          <ac:chgData name="Devinder Kaur" userId="89161a673412ba18" providerId="LiveId" clId="{02BAFCB6-52BE-469E-851C-FEC21D123C66}" dt="2021-11-30T05:44:16.794" v="1809" actId="1037"/>
          <ac:spMkLst>
            <pc:docMk/>
            <pc:sldMk cId="523357751" sldId="481"/>
            <ac:spMk id="130" creationId="{E462617C-D7DB-4A06-8220-2940121BF2DB}"/>
          </ac:spMkLst>
        </pc:spChg>
        <pc:grpChg chg="add mod">
          <ac:chgData name="Devinder Kaur" userId="89161a673412ba18" providerId="LiveId" clId="{02BAFCB6-52BE-469E-851C-FEC21D123C66}" dt="2021-11-30T05:44:16.794" v="1809" actId="1037"/>
          <ac:grpSpMkLst>
            <pc:docMk/>
            <pc:sldMk cId="523357751" sldId="481"/>
            <ac:grpSpMk id="44" creationId="{62663748-FC43-4882-A85D-5D1DC05ADCEC}"/>
          </ac:grpSpMkLst>
        </pc:grpChg>
        <pc:grpChg chg="mod">
          <ac:chgData name="Devinder Kaur" userId="89161a673412ba18" providerId="LiveId" clId="{02BAFCB6-52BE-469E-851C-FEC21D123C66}" dt="2021-11-30T05:44:16.794" v="1809" actId="1037"/>
          <ac:grpSpMkLst>
            <pc:docMk/>
            <pc:sldMk cId="523357751" sldId="481"/>
            <ac:grpSpMk id="70" creationId="{B9093031-2F43-4F01-AD26-31C608848BF5}"/>
          </ac:grpSpMkLst>
        </pc:grpChg>
        <pc:grpChg chg="mod">
          <ac:chgData name="Devinder Kaur" userId="89161a673412ba18" providerId="LiveId" clId="{02BAFCB6-52BE-469E-851C-FEC21D123C66}" dt="2021-11-30T05:44:16.794" v="1809" actId="1037"/>
          <ac:grpSpMkLst>
            <pc:docMk/>
            <pc:sldMk cId="523357751" sldId="481"/>
            <ac:grpSpMk id="71" creationId="{53487E5A-9297-4336-B36F-7EFAF79266CA}"/>
          </ac:grpSpMkLst>
        </pc:grpChg>
        <pc:grpChg chg="mod">
          <ac:chgData name="Devinder Kaur" userId="89161a673412ba18" providerId="LiveId" clId="{02BAFCB6-52BE-469E-851C-FEC21D123C66}" dt="2021-11-30T05:44:16.794" v="1809" actId="1037"/>
          <ac:grpSpMkLst>
            <pc:docMk/>
            <pc:sldMk cId="523357751" sldId="481"/>
            <ac:grpSpMk id="72" creationId="{6BEDA76F-17CA-4082-867E-A58DD4B882BB}"/>
          </ac:grpSpMkLst>
        </pc:grpChg>
        <pc:grpChg chg="mod">
          <ac:chgData name="Devinder Kaur" userId="89161a673412ba18" providerId="LiveId" clId="{02BAFCB6-52BE-469E-851C-FEC21D123C66}" dt="2021-11-30T05:44:16.794" v="1809" actId="1037"/>
          <ac:grpSpMkLst>
            <pc:docMk/>
            <pc:sldMk cId="523357751" sldId="481"/>
            <ac:grpSpMk id="73" creationId="{9EDB6630-887F-4F4C-8BE9-B28AE6C7BEC7}"/>
          </ac:grpSpMkLst>
        </pc:grpChg>
        <pc:grpChg chg="mod">
          <ac:chgData name="Devinder Kaur" userId="89161a673412ba18" providerId="LiveId" clId="{02BAFCB6-52BE-469E-851C-FEC21D123C66}" dt="2021-11-30T05:44:16.794" v="1809" actId="1037"/>
          <ac:grpSpMkLst>
            <pc:docMk/>
            <pc:sldMk cId="523357751" sldId="481"/>
            <ac:grpSpMk id="74" creationId="{474080A9-95F0-4340-B94C-95C4C7EC5609}"/>
          </ac:grpSpMkLst>
        </pc:grpChg>
        <pc:grpChg chg="del">
          <ac:chgData name="Devinder Kaur" userId="89161a673412ba18" providerId="LiveId" clId="{02BAFCB6-52BE-469E-851C-FEC21D123C66}" dt="2021-11-30T05:43:48.401" v="1797" actId="478"/>
          <ac:grpSpMkLst>
            <pc:docMk/>
            <pc:sldMk cId="523357751" sldId="481"/>
            <ac:grpSpMk id="75" creationId="{3CE4D467-F6F7-4E84-9E7F-E4910A233CF4}"/>
          </ac:grpSpMkLst>
        </pc:grpChg>
        <pc:grpChg chg="mod">
          <ac:chgData name="Devinder Kaur" userId="89161a673412ba18" providerId="LiveId" clId="{02BAFCB6-52BE-469E-851C-FEC21D123C66}" dt="2021-11-30T05:44:16.794" v="1809" actId="1037"/>
          <ac:grpSpMkLst>
            <pc:docMk/>
            <pc:sldMk cId="523357751" sldId="481"/>
            <ac:grpSpMk id="114" creationId="{8BC00B00-F0E6-443A-8A1F-F41E4413908C}"/>
          </ac:grpSpMkLst>
        </pc:grpChg>
        <pc:picChg chg="mod">
          <ac:chgData name="Devinder Kaur" userId="89161a673412ba18" providerId="LiveId" clId="{02BAFCB6-52BE-469E-851C-FEC21D123C66}" dt="2021-11-30T05:44:16.794" v="1809" actId="1037"/>
          <ac:picMkLst>
            <pc:docMk/>
            <pc:sldMk cId="523357751" sldId="481"/>
            <ac:picMk id="45" creationId="{C4F82A56-6EB7-47CF-BE7F-91DA3DD21A6B}"/>
          </ac:picMkLst>
        </pc:picChg>
      </pc:sldChg>
      <pc:sldChg chg="addSp delSp modSp mod">
        <pc:chgData name="Devinder Kaur" userId="89161a673412ba18" providerId="LiveId" clId="{02BAFCB6-52BE-469E-851C-FEC21D123C66}" dt="2021-11-30T07:59:25.491" v="1917" actId="20577"/>
        <pc:sldMkLst>
          <pc:docMk/>
          <pc:sldMk cId="2615853838" sldId="482"/>
        </pc:sldMkLst>
        <pc:spChg chg="mod">
          <ac:chgData name="Devinder Kaur" userId="89161a673412ba18" providerId="LiveId" clId="{02BAFCB6-52BE-469E-851C-FEC21D123C66}" dt="2021-11-30T07:59:25.491" v="1917" actId="20577"/>
          <ac:spMkLst>
            <pc:docMk/>
            <pc:sldMk cId="2615853838" sldId="482"/>
            <ac:spMk id="3" creationId="{5E84FE93-8250-4FFC-ADB2-43325A77168C}"/>
          </ac:spMkLst>
        </pc:spChg>
        <pc:spChg chg="mod">
          <ac:chgData name="Devinder Kaur" userId="89161a673412ba18" providerId="LiveId" clId="{02BAFCB6-52BE-469E-851C-FEC21D123C66}" dt="2021-11-30T05:46:22.851" v="1872" actId="1037"/>
          <ac:spMkLst>
            <pc:docMk/>
            <pc:sldMk cId="2615853838" sldId="482"/>
            <ac:spMk id="77" creationId="{0A4FC949-5221-4135-8DBF-A65757AA6947}"/>
          </ac:spMkLst>
        </pc:spChg>
        <pc:spChg chg="mod">
          <ac:chgData name="Devinder Kaur" userId="89161a673412ba18" providerId="LiveId" clId="{02BAFCB6-52BE-469E-851C-FEC21D123C66}" dt="2021-11-30T05:46:22.851" v="1872" actId="1037"/>
          <ac:spMkLst>
            <pc:docMk/>
            <pc:sldMk cId="2615853838" sldId="482"/>
            <ac:spMk id="78" creationId="{4A5B9C44-A9A1-4CB2-9B6F-2ABC16EC8114}"/>
          </ac:spMkLst>
        </pc:spChg>
        <pc:spChg chg="mod">
          <ac:chgData name="Devinder Kaur" userId="89161a673412ba18" providerId="LiveId" clId="{02BAFCB6-52BE-469E-851C-FEC21D123C66}" dt="2021-11-30T05:46:22.851" v="1872" actId="1037"/>
          <ac:spMkLst>
            <pc:docMk/>
            <pc:sldMk cId="2615853838" sldId="482"/>
            <ac:spMk id="79" creationId="{01C0A923-6D91-4C45-98CE-3C0B9B3E1399}"/>
          </ac:spMkLst>
        </pc:spChg>
        <pc:spChg chg="mod">
          <ac:chgData name="Devinder Kaur" userId="89161a673412ba18" providerId="LiveId" clId="{02BAFCB6-52BE-469E-851C-FEC21D123C66}" dt="2021-11-30T05:46:22.851" v="1872" actId="1037"/>
          <ac:spMkLst>
            <pc:docMk/>
            <pc:sldMk cId="2615853838" sldId="482"/>
            <ac:spMk id="80" creationId="{13A36E50-98D0-4DCB-96A5-48238EE9D975}"/>
          </ac:spMkLst>
        </pc:spChg>
        <pc:spChg chg="mod">
          <ac:chgData name="Devinder Kaur" userId="89161a673412ba18" providerId="LiveId" clId="{02BAFCB6-52BE-469E-851C-FEC21D123C66}" dt="2021-11-30T05:46:22.851" v="1872" actId="1037"/>
          <ac:spMkLst>
            <pc:docMk/>
            <pc:sldMk cId="2615853838" sldId="482"/>
            <ac:spMk id="81" creationId="{F986DB8D-3153-4919-89BB-2AF7AEBEDDC6}"/>
          </ac:spMkLst>
        </pc:spChg>
        <pc:spChg chg="mod">
          <ac:chgData name="Devinder Kaur" userId="89161a673412ba18" providerId="LiveId" clId="{02BAFCB6-52BE-469E-851C-FEC21D123C66}" dt="2021-11-30T05:46:22.851" v="1872" actId="1037"/>
          <ac:spMkLst>
            <pc:docMk/>
            <pc:sldMk cId="2615853838" sldId="482"/>
            <ac:spMk id="82" creationId="{D7C8AB40-C7B8-4FB4-8E60-BAB836774C35}"/>
          </ac:spMkLst>
        </pc:spChg>
        <pc:spChg chg="mod">
          <ac:chgData name="Devinder Kaur" userId="89161a673412ba18" providerId="LiveId" clId="{02BAFCB6-52BE-469E-851C-FEC21D123C66}" dt="2021-11-30T05:46:22.851" v="1872" actId="1037"/>
          <ac:spMkLst>
            <pc:docMk/>
            <pc:sldMk cId="2615853838" sldId="482"/>
            <ac:spMk id="83" creationId="{673F6145-87DB-4E37-AF72-7BA59E390E94}"/>
          </ac:spMkLst>
        </pc:spChg>
        <pc:spChg chg="mod">
          <ac:chgData name="Devinder Kaur" userId="89161a673412ba18" providerId="LiveId" clId="{02BAFCB6-52BE-469E-851C-FEC21D123C66}" dt="2021-11-30T05:46:22.851" v="1872" actId="1037"/>
          <ac:spMkLst>
            <pc:docMk/>
            <pc:sldMk cId="2615853838" sldId="482"/>
            <ac:spMk id="84" creationId="{5C33A4E4-BE9B-4B2D-AB91-9CC74BA54C2E}"/>
          </ac:spMkLst>
        </pc:spChg>
        <pc:spChg chg="mod">
          <ac:chgData name="Devinder Kaur" userId="89161a673412ba18" providerId="LiveId" clId="{02BAFCB6-52BE-469E-851C-FEC21D123C66}" dt="2021-11-30T05:46:22.851" v="1872" actId="1037"/>
          <ac:spMkLst>
            <pc:docMk/>
            <pc:sldMk cId="2615853838" sldId="482"/>
            <ac:spMk id="85" creationId="{6ADFC263-CD01-4635-85D5-16B659196646}"/>
          </ac:spMkLst>
        </pc:spChg>
        <pc:spChg chg="mod">
          <ac:chgData name="Devinder Kaur" userId="89161a673412ba18" providerId="LiveId" clId="{02BAFCB6-52BE-469E-851C-FEC21D123C66}" dt="2021-11-30T05:46:22.851" v="1872" actId="1037"/>
          <ac:spMkLst>
            <pc:docMk/>
            <pc:sldMk cId="2615853838" sldId="482"/>
            <ac:spMk id="86" creationId="{87BB14C2-7181-46E8-8A2B-92B1758D101A}"/>
          </ac:spMkLst>
        </pc:spChg>
        <pc:spChg chg="mod">
          <ac:chgData name="Devinder Kaur" userId="89161a673412ba18" providerId="LiveId" clId="{02BAFCB6-52BE-469E-851C-FEC21D123C66}" dt="2021-11-30T05:46:22.851" v="1872" actId="1037"/>
          <ac:spMkLst>
            <pc:docMk/>
            <pc:sldMk cId="2615853838" sldId="482"/>
            <ac:spMk id="87" creationId="{8BCAC73D-8793-4BDE-9EBF-EC693D71DA94}"/>
          </ac:spMkLst>
        </pc:spChg>
        <pc:spChg chg="mod">
          <ac:chgData name="Devinder Kaur" userId="89161a673412ba18" providerId="LiveId" clId="{02BAFCB6-52BE-469E-851C-FEC21D123C66}" dt="2021-11-30T05:46:22.851" v="1872" actId="1037"/>
          <ac:spMkLst>
            <pc:docMk/>
            <pc:sldMk cId="2615853838" sldId="482"/>
            <ac:spMk id="88" creationId="{263FDCC1-33F8-4AE2-9A88-47667DB4436C}"/>
          </ac:spMkLst>
        </pc:spChg>
        <pc:spChg chg="mod">
          <ac:chgData name="Devinder Kaur" userId="89161a673412ba18" providerId="LiveId" clId="{02BAFCB6-52BE-469E-851C-FEC21D123C66}" dt="2021-11-30T05:46:22.851" v="1872" actId="1037"/>
          <ac:spMkLst>
            <pc:docMk/>
            <pc:sldMk cId="2615853838" sldId="482"/>
            <ac:spMk id="89" creationId="{FBE296A0-F57F-415F-A6E3-66478C0FE35E}"/>
          </ac:spMkLst>
        </pc:spChg>
        <pc:spChg chg="mod">
          <ac:chgData name="Devinder Kaur" userId="89161a673412ba18" providerId="LiveId" clId="{02BAFCB6-52BE-469E-851C-FEC21D123C66}" dt="2021-11-30T05:46:22.851" v="1872" actId="1037"/>
          <ac:spMkLst>
            <pc:docMk/>
            <pc:sldMk cId="2615853838" sldId="482"/>
            <ac:spMk id="90" creationId="{0993FC87-EF7A-44AC-A58F-5545AA9723F4}"/>
          </ac:spMkLst>
        </pc:spChg>
        <pc:spChg chg="mod">
          <ac:chgData name="Devinder Kaur" userId="89161a673412ba18" providerId="LiveId" clId="{02BAFCB6-52BE-469E-851C-FEC21D123C66}" dt="2021-11-30T05:46:22.851" v="1872" actId="1037"/>
          <ac:spMkLst>
            <pc:docMk/>
            <pc:sldMk cId="2615853838" sldId="482"/>
            <ac:spMk id="91" creationId="{3B2395C2-6EE4-4BFE-B18D-2330114831C0}"/>
          </ac:spMkLst>
        </pc:spChg>
        <pc:spChg chg="mod">
          <ac:chgData name="Devinder Kaur" userId="89161a673412ba18" providerId="LiveId" clId="{02BAFCB6-52BE-469E-851C-FEC21D123C66}" dt="2021-11-30T05:46:22.851" v="1872" actId="1037"/>
          <ac:spMkLst>
            <pc:docMk/>
            <pc:sldMk cId="2615853838" sldId="482"/>
            <ac:spMk id="92" creationId="{8A613BBB-DD0E-4B91-941F-4C36CD46C31F}"/>
          </ac:spMkLst>
        </pc:spChg>
        <pc:spChg chg="mod">
          <ac:chgData name="Devinder Kaur" userId="89161a673412ba18" providerId="LiveId" clId="{02BAFCB6-52BE-469E-851C-FEC21D123C66}" dt="2021-11-30T05:46:22.851" v="1872" actId="1037"/>
          <ac:spMkLst>
            <pc:docMk/>
            <pc:sldMk cId="2615853838" sldId="482"/>
            <ac:spMk id="93" creationId="{34334E8B-9DD5-423C-B3A0-DB5E4C849A00}"/>
          </ac:spMkLst>
        </pc:spChg>
        <pc:spChg chg="mod">
          <ac:chgData name="Devinder Kaur" userId="89161a673412ba18" providerId="LiveId" clId="{02BAFCB6-52BE-469E-851C-FEC21D123C66}" dt="2021-11-30T05:46:22.851" v="1872" actId="1037"/>
          <ac:spMkLst>
            <pc:docMk/>
            <pc:sldMk cId="2615853838" sldId="482"/>
            <ac:spMk id="94" creationId="{2EECABB4-FFE9-4E7D-8355-B0BAEDEFA0C9}"/>
          </ac:spMkLst>
        </pc:spChg>
        <pc:spChg chg="mod">
          <ac:chgData name="Devinder Kaur" userId="89161a673412ba18" providerId="LiveId" clId="{02BAFCB6-52BE-469E-851C-FEC21D123C66}" dt="2021-11-30T05:46:22.851" v="1872" actId="1037"/>
          <ac:spMkLst>
            <pc:docMk/>
            <pc:sldMk cId="2615853838" sldId="482"/>
            <ac:spMk id="95" creationId="{17A07DE0-BD74-4CD1-9E6B-6568D146B397}"/>
          </ac:spMkLst>
        </pc:spChg>
        <pc:spChg chg="mod">
          <ac:chgData name="Devinder Kaur" userId="89161a673412ba18" providerId="LiveId" clId="{02BAFCB6-52BE-469E-851C-FEC21D123C66}" dt="2021-11-30T05:46:22.851" v="1872" actId="1037"/>
          <ac:spMkLst>
            <pc:docMk/>
            <pc:sldMk cId="2615853838" sldId="482"/>
            <ac:spMk id="96" creationId="{94C7842D-B92C-4B00-BBD0-4EC500EAEFC1}"/>
          </ac:spMkLst>
        </pc:spChg>
        <pc:spChg chg="mod">
          <ac:chgData name="Devinder Kaur" userId="89161a673412ba18" providerId="LiveId" clId="{02BAFCB6-52BE-469E-851C-FEC21D123C66}" dt="2021-11-30T05:46:22.851" v="1872" actId="1037"/>
          <ac:spMkLst>
            <pc:docMk/>
            <pc:sldMk cId="2615853838" sldId="482"/>
            <ac:spMk id="97" creationId="{A8EBEF6E-9381-4181-9E27-916D21912999}"/>
          </ac:spMkLst>
        </pc:spChg>
        <pc:spChg chg="mod">
          <ac:chgData name="Devinder Kaur" userId="89161a673412ba18" providerId="LiveId" clId="{02BAFCB6-52BE-469E-851C-FEC21D123C66}" dt="2021-11-30T05:46:22.851" v="1872" actId="1037"/>
          <ac:spMkLst>
            <pc:docMk/>
            <pc:sldMk cId="2615853838" sldId="482"/>
            <ac:spMk id="98" creationId="{C1F32E06-ADC7-410E-A6EF-5F7ED6089E31}"/>
          </ac:spMkLst>
        </pc:spChg>
        <pc:spChg chg="mod">
          <ac:chgData name="Devinder Kaur" userId="89161a673412ba18" providerId="LiveId" clId="{02BAFCB6-52BE-469E-851C-FEC21D123C66}" dt="2021-11-30T05:46:22.851" v="1872" actId="1037"/>
          <ac:spMkLst>
            <pc:docMk/>
            <pc:sldMk cId="2615853838" sldId="482"/>
            <ac:spMk id="99" creationId="{008B6E9C-ABE5-4A74-BF0B-FD0D87D2E810}"/>
          </ac:spMkLst>
        </pc:spChg>
        <pc:spChg chg="mod">
          <ac:chgData name="Devinder Kaur" userId="89161a673412ba18" providerId="LiveId" clId="{02BAFCB6-52BE-469E-851C-FEC21D123C66}" dt="2021-11-30T05:46:22.851" v="1872" actId="1037"/>
          <ac:spMkLst>
            <pc:docMk/>
            <pc:sldMk cId="2615853838" sldId="482"/>
            <ac:spMk id="100" creationId="{020B811D-33A9-4956-B3D9-C0F2902FB777}"/>
          </ac:spMkLst>
        </pc:spChg>
        <pc:spChg chg="mod">
          <ac:chgData name="Devinder Kaur" userId="89161a673412ba18" providerId="LiveId" clId="{02BAFCB6-52BE-469E-851C-FEC21D123C66}" dt="2021-11-30T05:46:22.851" v="1872" actId="1037"/>
          <ac:spMkLst>
            <pc:docMk/>
            <pc:sldMk cId="2615853838" sldId="482"/>
            <ac:spMk id="109" creationId="{CD39D2C5-FECE-4FC1-B841-874E90CB2FFB}"/>
          </ac:spMkLst>
        </pc:spChg>
        <pc:spChg chg="mod">
          <ac:chgData name="Devinder Kaur" userId="89161a673412ba18" providerId="LiveId" clId="{02BAFCB6-52BE-469E-851C-FEC21D123C66}" dt="2021-11-30T05:46:22.851" v="1872" actId="1037"/>
          <ac:spMkLst>
            <pc:docMk/>
            <pc:sldMk cId="2615853838" sldId="482"/>
            <ac:spMk id="110" creationId="{CCF19CD4-E71A-4120-BD82-A239A1FEA94B}"/>
          </ac:spMkLst>
        </pc:spChg>
        <pc:spChg chg="mod">
          <ac:chgData name="Devinder Kaur" userId="89161a673412ba18" providerId="LiveId" clId="{02BAFCB6-52BE-469E-851C-FEC21D123C66}" dt="2021-11-30T05:46:22.851" v="1872" actId="1037"/>
          <ac:spMkLst>
            <pc:docMk/>
            <pc:sldMk cId="2615853838" sldId="482"/>
            <ac:spMk id="111" creationId="{55BE10AE-14F3-4800-A2AC-7B7B493EEBD3}"/>
          </ac:spMkLst>
        </pc:spChg>
        <pc:spChg chg="mod">
          <ac:chgData name="Devinder Kaur" userId="89161a673412ba18" providerId="LiveId" clId="{02BAFCB6-52BE-469E-851C-FEC21D123C66}" dt="2021-11-30T05:46:22.851" v="1872" actId="1037"/>
          <ac:spMkLst>
            <pc:docMk/>
            <pc:sldMk cId="2615853838" sldId="482"/>
            <ac:spMk id="112" creationId="{84BDB0C3-18BA-4C4A-A9E9-5217F65EB163}"/>
          </ac:spMkLst>
        </pc:spChg>
        <pc:spChg chg="mod">
          <ac:chgData name="Devinder Kaur" userId="89161a673412ba18" providerId="LiveId" clId="{02BAFCB6-52BE-469E-851C-FEC21D123C66}" dt="2021-11-30T05:46:22.851" v="1872" actId="1037"/>
          <ac:spMkLst>
            <pc:docMk/>
            <pc:sldMk cId="2615853838" sldId="482"/>
            <ac:spMk id="113" creationId="{AD2CE69D-4F57-43EB-B44B-EAEDD9CEF34E}"/>
          </ac:spMkLst>
        </pc:spChg>
        <pc:spChg chg="mod">
          <ac:chgData name="Devinder Kaur" userId="89161a673412ba18" providerId="LiveId" clId="{02BAFCB6-52BE-469E-851C-FEC21D123C66}" dt="2021-11-30T05:46:22.851" v="1872" actId="1037"/>
          <ac:spMkLst>
            <pc:docMk/>
            <pc:sldMk cId="2615853838" sldId="482"/>
            <ac:spMk id="131" creationId="{7CC52A0E-CCE8-4059-8AA4-6896DC4DEBE8}"/>
          </ac:spMkLst>
        </pc:spChg>
        <pc:spChg chg="mod">
          <ac:chgData name="Devinder Kaur" userId="89161a673412ba18" providerId="LiveId" clId="{02BAFCB6-52BE-469E-851C-FEC21D123C66}" dt="2021-11-30T05:46:22.851" v="1872" actId="1037"/>
          <ac:spMkLst>
            <pc:docMk/>
            <pc:sldMk cId="2615853838" sldId="482"/>
            <ac:spMk id="132" creationId="{6B892268-1A0A-4056-9583-1287F030D699}"/>
          </ac:spMkLst>
        </pc:spChg>
        <pc:spChg chg="mod">
          <ac:chgData name="Devinder Kaur" userId="89161a673412ba18" providerId="LiveId" clId="{02BAFCB6-52BE-469E-851C-FEC21D123C66}" dt="2021-11-30T05:46:22.851" v="1872" actId="1037"/>
          <ac:spMkLst>
            <pc:docMk/>
            <pc:sldMk cId="2615853838" sldId="482"/>
            <ac:spMk id="133" creationId="{CB22CF0F-48EF-4BC6-AEAA-E8DEC6D61983}"/>
          </ac:spMkLst>
        </pc:spChg>
        <pc:spChg chg="mod">
          <ac:chgData name="Devinder Kaur" userId="89161a673412ba18" providerId="LiveId" clId="{02BAFCB6-52BE-469E-851C-FEC21D123C66}" dt="2021-11-30T05:46:22.851" v="1872" actId="1037"/>
          <ac:spMkLst>
            <pc:docMk/>
            <pc:sldMk cId="2615853838" sldId="482"/>
            <ac:spMk id="134" creationId="{69DC5561-E3C8-434B-9E04-BFBE9687EE95}"/>
          </ac:spMkLst>
        </pc:spChg>
        <pc:spChg chg="mod">
          <ac:chgData name="Devinder Kaur" userId="89161a673412ba18" providerId="LiveId" clId="{02BAFCB6-52BE-469E-851C-FEC21D123C66}" dt="2021-11-30T05:46:22.851" v="1872" actId="1037"/>
          <ac:spMkLst>
            <pc:docMk/>
            <pc:sldMk cId="2615853838" sldId="482"/>
            <ac:spMk id="135" creationId="{81853D23-DF50-4E9A-A987-FEB745E8A84B}"/>
          </ac:spMkLst>
        </pc:spChg>
        <pc:spChg chg="mod">
          <ac:chgData name="Devinder Kaur" userId="89161a673412ba18" providerId="LiveId" clId="{02BAFCB6-52BE-469E-851C-FEC21D123C66}" dt="2021-11-30T05:46:22.851" v="1872" actId="1037"/>
          <ac:spMkLst>
            <pc:docMk/>
            <pc:sldMk cId="2615853838" sldId="482"/>
            <ac:spMk id="136" creationId="{1D62F781-C043-449A-8415-7303A2BBDF78}"/>
          </ac:spMkLst>
        </pc:spChg>
        <pc:spChg chg="mod">
          <ac:chgData name="Devinder Kaur" userId="89161a673412ba18" providerId="LiveId" clId="{02BAFCB6-52BE-469E-851C-FEC21D123C66}" dt="2021-11-30T05:46:22.851" v="1872" actId="1037"/>
          <ac:spMkLst>
            <pc:docMk/>
            <pc:sldMk cId="2615853838" sldId="482"/>
            <ac:spMk id="137" creationId="{3C43A91E-EBFB-40F4-9DD6-A51D436F8253}"/>
          </ac:spMkLst>
        </pc:spChg>
        <pc:spChg chg="mod">
          <ac:chgData name="Devinder Kaur" userId="89161a673412ba18" providerId="LiveId" clId="{02BAFCB6-52BE-469E-851C-FEC21D123C66}" dt="2021-11-30T05:46:22.851" v="1872" actId="1037"/>
          <ac:spMkLst>
            <pc:docMk/>
            <pc:sldMk cId="2615853838" sldId="482"/>
            <ac:spMk id="138" creationId="{6DA3B707-FA6F-44E0-A0EA-54EE8106AA37}"/>
          </ac:spMkLst>
        </pc:spChg>
        <pc:spChg chg="mod">
          <ac:chgData name="Devinder Kaur" userId="89161a673412ba18" providerId="LiveId" clId="{02BAFCB6-52BE-469E-851C-FEC21D123C66}" dt="2021-11-30T05:46:22.851" v="1872" actId="1037"/>
          <ac:spMkLst>
            <pc:docMk/>
            <pc:sldMk cId="2615853838" sldId="482"/>
            <ac:spMk id="139" creationId="{13C4749D-DEB2-4FDD-8A09-B23D52282452}"/>
          </ac:spMkLst>
        </pc:spChg>
        <pc:spChg chg="mod">
          <ac:chgData name="Devinder Kaur" userId="89161a673412ba18" providerId="LiveId" clId="{02BAFCB6-52BE-469E-851C-FEC21D123C66}" dt="2021-11-30T05:46:22.851" v="1872" actId="1037"/>
          <ac:spMkLst>
            <pc:docMk/>
            <pc:sldMk cId="2615853838" sldId="482"/>
            <ac:spMk id="140" creationId="{BCDE24E7-66B6-4033-B6AB-53CF550E9148}"/>
          </ac:spMkLst>
        </pc:spChg>
        <pc:spChg chg="mod">
          <ac:chgData name="Devinder Kaur" userId="89161a673412ba18" providerId="LiveId" clId="{02BAFCB6-52BE-469E-851C-FEC21D123C66}" dt="2021-11-30T05:46:22.851" v="1872" actId="1037"/>
          <ac:spMkLst>
            <pc:docMk/>
            <pc:sldMk cId="2615853838" sldId="482"/>
            <ac:spMk id="141" creationId="{92243139-0641-4FC0-AE4F-CA2A7B91E061}"/>
          </ac:spMkLst>
        </pc:spChg>
        <pc:spChg chg="mod">
          <ac:chgData name="Devinder Kaur" userId="89161a673412ba18" providerId="LiveId" clId="{02BAFCB6-52BE-469E-851C-FEC21D123C66}" dt="2021-11-30T05:46:22.851" v="1872" actId="1037"/>
          <ac:spMkLst>
            <pc:docMk/>
            <pc:sldMk cId="2615853838" sldId="482"/>
            <ac:spMk id="142" creationId="{E8001D6A-79F0-4ED9-855E-A383D6F821B0}"/>
          </ac:spMkLst>
        </pc:spChg>
        <pc:spChg chg="mod">
          <ac:chgData name="Devinder Kaur" userId="89161a673412ba18" providerId="LiveId" clId="{02BAFCB6-52BE-469E-851C-FEC21D123C66}" dt="2021-11-30T05:46:22.851" v="1872" actId="1037"/>
          <ac:spMkLst>
            <pc:docMk/>
            <pc:sldMk cId="2615853838" sldId="482"/>
            <ac:spMk id="143" creationId="{B33BD508-9778-41C0-9974-DBAACFC945BC}"/>
          </ac:spMkLst>
        </pc:spChg>
        <pc:spChg chg="mod">
          <ac:chgData name="Devinder Kaur" userId="89161a673412ba18" providerId="LiveId" clId="{02BAFCB6-52BE-469E-851C-FEC21D123C66}" dt="2021-11-30T05:46:22.851" v="1872" actId="1037"/>
          <ac:spMkLst>
            <pc:docMk/>
            <pc:sldMk cId="2615853838" sldId="482"/>
            <ac:spMk id="144" creationId="{1A72319B-1FAA-4D83-86C3-724A864A2092}"/>
          </ac:spMkLst>
        </pc:spChg>
        <pc:spChg chg="mod">
          <ac:chgData name="Devinder Kaur" userId="89161a673412ba18" providerId="LiveId" clId="{02BAFCB6-52BE-469E-851C-FEC21D123C66}" dt="2021-11-30T05:46:22.851" v="1872" actId="1037"/>
          <ac:spMkLst>
            <pc:docMk/>
            <pc:sldMk cId="2615853838" sldId="482"/>
            <ac:spMk id="145" creationId="{011FF9F4-E6E3-4F47-A04B-23626F8A4ECA}"/>
          </ac:spMkLst>
        </pc:spChg>
        <pc:spChg chg="mod">
          <ac:chgData name="Devinder Kaur" userId="89161a673412ba18" providerId="LiveId" clId="{02BAFCB6-52BE-469E-851C-FEC21D123C66}" dt="2021-11-30T05:46:22.851" v="1872" actId="1037"/>
          <ac:spMkLst>
            <pc:docMk/>
            <pc:sldMk cId="2615853838" sldId="482"/>
            <ac:spMk id="146" creationId="{C167C96F-5AF3-43CC-8E81-6036F946F60B}"/>
          </ac:spMkLst>
        </pc:spChg>
        <pc:grpChg chg="del">
          <ac:chgData name="Devinder Kaur" userId="89161a673412ba18" providerId="LiveId" clId="{02BAFCB6-52BE-469E-851C-FEC21D123C66}" dt="2021-11-30T05:45:53.199" v="1815" actId="478"/>
          <ac:grpSpMkLst>
            <pc:docMk/>
            <pc:sldMk cId="2615853838" sldId="482"/>
            <ac:grpSpMk id="44" creationId="{62663748-FC43-4882-A85D-5D1DC05ADCEC}"/>
          </ac:grpSpMkLst>
        </pc:grpChg>
        <pc:grpChg chg="add mod">
          <ac:chgData name="Devinder Kaur" userId="89161a673412ba18" providerId="LiveId" clId="{02BAFCB6-52BE-469E-851C-FEC21D123C66}" dt="2021-11-30T05:46:22.851" v="1872" actId="1037"/>
          <ac:grpSpMkLst>
            <pc:docMk/>
            <pc:sldMk cId="2615853838" sldId="482"/>
            <ac:grpSpMk id="75" creationId="{C41DACFD-112B-429C-B027-438AD78D53BC}"/>
          </ac:grpSpMkLst>
        </pc:grpChg>
        <pc:grpChg chg="mod">
          <ac:chgData name="Devinder Kaur" userId="89161a673412ba18" providerId="LiveId" clId="{02BAFCB6-52BE-469E-851C-FEC21D123C66}" dt="2021-11-30T05:46:22.851" v="1872" actId="1037"/>
          <ac:grpSpMkLst>
            <pc:docMk/>
            <pc:sldMk cId="2615853838" sldId="482"/>
            <ac:grpSpMk id="101" creationId="{0F8742BA-CA5D-48AD-9165-2A81FA2BA777}"/>
          </ac:grpSpMkLst>
        </pc:grpChg>
        <pc:grpChg chg="mod">
          <ac:chgData name="Devinder Kaur" userId="89161a673412ba18" providerId="LiveId" clId="{02BAFCB6-52BE-469E-851C-FEC21D123C66}" dt="2021-11-30T05:46:22.851" v="1872" actId="1037"/>
          <ac:grpSpMkLst>
            <pc:docMk/>
            <pc:sldMk cId="2615853838" sldId="482"/>
            <ac:grpSpMk id="102" creationId="{CEB949F6-9827-4EA8-B65B-594D6CC6CF00}"/>
          </ac:grpSpMkLst>
        </pc:grpChg>
        <pc:grpChg chg="mod">
          <ac:chgData name="Devinder Kaur" userId="89161a673412ba18" providerId="LiveId" clId="{02BAFCB6-52BE-469E-851C-FEC21D123C66}" dt="2021-11-30T05:46:22.851" v="1872" actId="1037"/>
          <ac:grpSpMkLst>
            <pc:docMk/>
            <pc:sldMk cId="2615853838" sldId="482"/>
            <ac:grpSpMk id="103" creationId="{73C9D742-EE3A-4A48-A1DB-394FB601075D}"/>
          </ac:grpSpMkLst>
        </pc:grpChg>
        <pc:grpChg chg="mod">
          <ac:chgData name="Devinder Kaur" userId="89161a673412ba18" providerId="LiveId" clId="{02BAFCB6-52BE-469E-851C-FEC21D123C66}" dt="2021-11-30T05:46:22.851" v="1872" actId="1037"/>
          <ac:grpSpMkLst>
            <pc:docMk/>
            <pc:sldMk cId="2615853838" sldId="482"/>
            <ac:grpSpMk id="104" creationId="{CA0CDB16-9B39-41E2-A3DB-251B512BE224}"/>
          </ac:grpSpMkLst>
        </pc:grpChg>
        <pc:grpChg chg="mod">
          <ac:chgData name="Devinder Kaur" userId="89161a673412ba18" providerId="LiveId" clId="{02BAFCB6-52BE-469E-851C-FEC21D123C66}" dt="2021-11-30T05:46:22.851" v="1872" actId="1037"/>
          <ac:grpSpMkLst>
            <pc:docMk/>
            <pc:sldMk cId="2615853838" sldId="482"/>
            <ac:grpSpMk id="105" creationId="{208365C3-1187-407C-8541-88F2F0672A4E}"/>
          </ac:grpSpMkLst>
        </pc:grpChg>
        <pc:grpChg chg="mod">
          <ac:chgData name="Devinder Kaur" userId="89161a673412ba18" providerId="LiveId" clId="{02BAFCB6-52BE-469E-851C-FEC21D123C66}" dt="2021-11-30T05:46:22.851" v="1872" actId="1037"/>
          <ac:grpSpMkLst>
            <pc:docMk/>
            <pc:sldMk cId="2615853838" sldId="482"/>
            <ac:grpSpMk id="106" creationId="{9CCFDD62-5F66-4F79-9BE7-8717B0A1359C}"/>
          </ac:grpSpMkLst>
        </pc:grpChg>
        <pc:grpChg chg="mod">
          <ac:chgData name="Devinder Kaur" userId="89161a673412ba18" providerId="LiveId" clId="{02BAFCB6-52BE-469E-851C-FEC21D123C66}" dt="2021-11-30T05:46:22.851" v="1872" actId="1037"/>
          <ac:grpSpMkLst>
            <pc:docMk/>
            <pc:sldMk cId="2615853838" sldId="482"/>
            <ac:grpSpMk id="107" creationId="{D2B02E2E-395F-4C4C-B8BE-AC952264BFB0}"/>
          </ac:grpSpMkLst>
        </pc:grpChg>
        <pc:grpChg chg="mod">
          <ac:chgData name="Devinder Kaur" userId="89161a673412ba18" providerId="LiveId" clId="{02BAFCB6-52BE-469E-851C-FEC21D123C66}" dt="2021-11-30T05:46:22.851" v="1872" actId="1037"/>
          <ac:grpSpMkLst>
            <pc:docMk/>
            <pc:sldMk cId="2615853838" sldId="482"/>
            <ac:grpSpMk id="108" creationId="{7BDA2D53-97EC-4956-9A96-6D2B53ADD121}"/>
          </ac:grpSpMkLst>
        </pc:grpChg>
        <pc:picChg chg="mod">
          <ac:chgData name="Devinder Kaur" userId="89161a673412ba18" providerId="LiveId" clId="{02BAFCB6-52BE-469E-851C-FEC21D123C66}" dt="2021-11-30T05:46:22.851" v="1872" actId="1037"/>
          <ac:picMkLst>
            <pc:docMk/>
            <pc:sldMk cId="2615853838" sldId="482"/>
            <ac:picMk id="76" creationId="{21EB4681-8B76-4307-85BC-B92C0C6C4025}"/>
          </ac:picMkLst>
        </pc:picChg>
      </pc:sldChg>
      <pc:sldChg chg="addSp delSp modSp add mod">
        <pc:chgData name="Devinder Kaur" userId="89161a673412ba18" providerId="LiveId" clId="{02BAFCB6-52BE-469E-851C-FEC21D123C66}" dt="2021-11-30T07:52:04.879" v="1912" actId="14100"/>
        <pc:sldMkLst>
          <pc:docMk/>
          <pc:sldMk cId="3225053480" sldId="483"/>
        </pc:sldMkLst>
        <pc:spChg chg="mod">
          <ac:chgData name="Devinder Kaur" userId="89161a673412ba18" providerId="LiveId" clId="{02BAFCB6-52BE-469E-851C-FEC21D123C66}" dt="2021-11-30T07:52:04.879" v="1912" actId="14100"/>
          <ac:spMkLst>
            <pc:docMk/>
            <pc:sldMk cId="3225053480" sldId="483"/>
            <ac:spMk id="3" creationId="{5E84FE93-8250-4FFC-ADB2-43325A77168C}"/>
          </ac:spMkLst>
        </pc:spChg>
        <pc:spChg chg="mod">
          <ac:chgData name="Devinder Kaur" userId="89161a673412ba18" providerId="LiveId" clId="{02BAFCB6-52BE-469E-851C-FEC21D123C66}" dt="2021-11-30T05:48:44.757" v="1909" actId="1037"/>
          <ac:spMkLst>
            <pc:docMk/>
            <pc:sldMk cId="3225053480" sldId="483"/>
            <ac:spMk id="61" creationId="{35F1D3A5-881D-4BF4-8486-FE4A2EDF3D6F}"/>
          </ac:spMkLst>
        </pc:spChg>
        <pc:spChg chg="mod">
          <ac:chgData name="Devinder Kaur" userId="89161a673412ba18" providerId="LiveId" clId="{02BAFCB6-52BE-469E-851C-FEC21D123C66}" dt="2021-11-30T05:48:44.757" v="1909" actId="1037"/>
          <ac:spMkLst>
            <pc:docMk/>
            <pc:sldMk cId="3225053480" sldId="483"/>
            <ac:spMk id="62" creationId="{FFB07799-7B01-432B-8A12-AEEB86A01362}"/>
          </ac:spMkLst>
        </pc:spChg>
        <pc:spChg chg="mod">
          <ac:chgData name="Devinder Kaur" userId="89161a673412ba18" providerId="LiveId" clId="{02BAFCB6-52BE-469E-851C-FEC21D123C66}" dt="2021-11-30T05:48:44.757" v="1909" actId="1037"/>
          <ac:spMkLst>
            <pc:docMk/>
            <pc:sldMk cId="3225053480" sldId="483"/>
            <ac:spMk id="63" creationId="{05714F99-A9F7-4305-8788-E208EC03DE2D}"/>
          </ac:spMkLst>
        </pc:spChg>
        <pc:spChg chg="mod">
          <ac:chgData name="Devinder Kaur" userId="89161a673412ba18" providerId="LiveId" clId="{02BAFCB6-52BE-469E-851C-FEC21D123C66}" dt="2021-11-30T05:48:44.757" v="1909" actId="1037"/>
          <ac:spMkLst>
            <pc:docMk/>
            <pc:sldMk cId="3225053480" sldId="483"/>
            <ac:spMk id="64" creationId="{298EC784-B789-48C6-B585-3DB4A33425A2}"/>
          </ac:spMkLst>
        </pc:spChg>
        <pc:spChg chg="mod">
          <ac:chgData name="Devinder Kaur" userId="89161a673412ba18" providerId="LiveId" clId="{02BAFCB6-52BE-469E-851C-FEC21D123C66}" dt="2021-11-30T05:48:44.757" v="1909" actId="1037"/>
          <ac:spMkLst>
            <pc:docMk/>
            <pc:sldMk cId="3225053480" sldId="483"/>
            <ac:spMk id="65" creationId="{CF367656-2505-473E-81DF-92A03371A57D}"/>
          </ac:spMkLst>
        </pc:spChg>
        <pc:spChg chg="mod">
          <ac:chgData name="Devinder Kaur" userId="89161a673412ba18" providerId="LiveId" clId="{02BAFCB6-52BE-469E-851C-FEC21D123C66}" dt="2021-11-30T05:48:44.757" v="1909" actId="1037"/>
          <ac:spMkLst>
            <pc:docMk/>
            <pc:sldMk cId="3225053480" sldId="483"/>
            <ac:spMk id="66" creationId="{AF93DBD3-35EE-47F1-8D6C-DA5C6312A368}"/>
          </ac:spMkLst>
        </pc:spChg>
        <pc:spChg chg="mod">
          <ac:chgData name="Devinder Kaur" userId="89161a673412ba18" providerId="LiveId" clId="{02BAFCB6-52BE-469E-851C-FEC21D123C66}" dt="2021-11-30T05:48:44.757" v="1909" actId="1037"/>
          <ac:spMkLst>
            <pc:docMk/>
            <pc:sldMk cId="3225053480" sldId="483"/>
            <ac:spMk id="67" creationId="{1A81EA07-120A-4693-992A-48A028257F79}"/>
          </ac:spMkLst>
        </pc:spChg>
        <pc:spChg chg="mod">
          <ac:chgData name="Devinder Kaur" userId="89161a673412ba18" providerId="LiveId" clId="{02BAFCB6-52BE-469E-851C-FEC21D123C66}" dt="2021-11-30T05:48:44.757" v="1909" actId="1037"/>
          <ac:spMkLst>
            <pc:docMk/>
            <pc:sldMk cId="3225053480" sldId="483"/>
            <ac:spMk id="68" creationId="{D9EB013F-0F21-4224-94F6-5B66FF934937}"/>
          </ac:spMkLst>
        </pc:spChg>
        <pc:spChg chg="mod">
          <ac:chgData name="Devinder Kaur" userId="89161a673412ba18" providerId="LiveId" clId="{02BAFCB6-52BE-469E-851C-FEC21D123C66}" dt="2021-11-30T05:48:44.757" v="1909" actId="1037"/>
          <ac:spMkLst>
            <pc:docMk/>
            <pc:sldMk cId="3225053480" sldId="483"/>
            <ac:spMk id="69" creationId="{CB344C99-B843-4C44-9570-2F808F0BAF9D}"/>
          </ac:spMkLst>
        </pc:spChg>
        <pc:spChg chg="mod">
          <ac:chgData name="Devinder Kaur" userId="89161a673412ba18" providerId="LiveId" clId="{02BAFCB6-52BE-469E-851C-FEC21D123C66}" dt="2021-11-30T05:48:44.757" v="1909" actId="1037"/>
          <ac:spMkLst>
            <pc:docMk/>
            <pc:sldMk cId="3225053480" sldId="483"/>
            <ac:spMk id="70" creationId="{7A5E851E-0E91-4AA7-8B5D-8C8726E1F3AC}"/>
          </ac:spMkLst>
        </pc:spChg>
        <pc:spChg chg="mod">
          <ac:chgData name="Devinder Kaur" userId="89161a673412ba18" providerId="LiveId" clId="{02BAFCB6-52BE-469E-851C-FEC21D123C66}" dt="2021-11-30T05:48:44.757" v="1909" actId="1037"/>
          <ac:spMkLst>
            <pc:docMk/>
            <pc:sldMk cId="3225053480" sldId="483"/>
            <ac:spMk id="71" creationId="{59F06F1F-539C-4BCA-A770-6D90D95B1D6F}"/>
          </ac:spMkLst>
        </pc:spChg>
        <pc:spChg chg="mod">
          <ac:chgData name="Devinder Kaur" userId="89161a673412ba18" providerId="LiveId" clId="{02BAFCB6-52BE-469E-851C-FEC21D123C66}" dt="2021-11-30T05:48:44.757" v="1909" actId="1037"/>
          <ac:spMkLst>
            <pc:docMk/>
            <pc:sldMk cId="3225053480" sldId="483"/>
            <ac:spMk id="72" creationId="{980299D7-28C0-4661-B174-58C8DAF9E784}"/>
          </ac:spMkLst>
        </pc:spChg>
        <pc:spChg chg="mod">
          <ac:chgData name="Devinder Kaur" userId="89161a673412ba18" providerId="LiveId" clId="{02BAFCB6-52BE-469E-851C-FEC21D123C66}" dt="2021-11-30T05:48:44.757" v="1909" actId="1037"/>
          <ac:spMkLst>
            <pc:docMk/>
            <pc:sldMk cId="3225053480" sldId="483"/>
            <ac:spMk id="73" creationId="{B73FF51C-4E98-438B-A4ED-1D65696CA2DC}"/>
          </ac:spMkLst>
        </pc:spChg>
        <pc:spChg chg="mod">
          <ac:chgData name="Devinder Kaur" userId="89161a673412ba18" providerId="LiveId" clId="{02BAFCB6-52BE-469E-851C-FEC21D123C66}" dt="2021-11-30T05:48:44.757" v="1909" actId="1037"/>
          <ac:spMkLst>
            <pc:docMk/>
            <pc:sldMk cId="3225053480" sldId="483"/>
            <ac:spMk id="74" creationId="{5CBD2EC6-7903-493D-976E-CB034FF073EF}"/>
          </ac:spMkLst>
        </pc:spChg>
        <pc:spChg chg="mod">
          <ac:chgData name="Devinder Kaur" userId="89161a673412ba18" providerId="LiveId" clId="{02BAFCB6-52BE-469E-851C-FEC21D123C66}" dt="2021-11-30T05:48:44.757" v="1909" actId="1037"/>
          <ac:spMkLst>
            <pc:docMk/>
            <pc:sldMk cId="3225053480" sldId="483"/>
            <ac:spMk id="114" creationId="{71CE4791-1E7A-4461-8AC1-FA63766D904A}"/>
          </ac:spMkLst>
        </pc:spChg>
        <pc:spChg chg="mod">
          <ac:chgData name="Devinder Kaur" userId="89161a673412ba18" providerId="LiveId" clId="{02BAFCB6-52BE-469E-851C-FEC21D123C66}" dt="2021-11-30T05:48:44.757" v="1909" actId="1037"/>
          <ac:spMkLst>
            <pc:docMk/>
            <pc:sldMk cId="3225053480" sldId="483"/>
            <ac:spMk id="115" creationId="{8E14D5BD-395C-4A10-8980-7C9F09FF1CAF}"/>
          </ac:spMkLst>
        </pc:spChg>
        <pc:spChg chg="mod">
          <ac:chgData name="Devinder Kaur" userId="89161a673412ba18" providerId="LiveId" clId="{02BAFCB6-52BE-469E-851C-FEC21D123C66}" dt="2021-11-30T05:48:44.757" v="1909" actId="1037"/>
          <ac:spMkLst>
            <pc:docMk/>
            <pc:sldMk cId="3225053480" sldId="483"/>
            <ac:spMk id="116" creationId="{971EDBC3-2F06-480A-AA5F-6F628BC144DF}"/>
          </ac:spMkLst>
        </pc:spChg>
        <pc:spChg chg="mod">
          <ac:chgData name="Devinder Kaur" userId="89161a673412ba18" providerId="LiveId" clId="{02BAFCB6-52BE-469E-851C-FEC21D123C66}" dt="2021-11-30T05:48:44.757" v="1909" actId="1037"/>
          <ac:spMkLst>
            <pc:docMk/>
            <pc:sldMk cId="3225053480" sldId="483"/>
            <ac:spMk id="117" creationId="{DFE6A266-772F-465B-A020-D18AA0A9DF9F}"/>
          </ac:spMkLst>
        </pc:spChg>
        <pc:spChg chg="mod">
          <ac:chgData name="Devinder Kaur" userId="89161a673412ba18" providerId="LiveId" clId="{02BAFCB6-52BE-469E-851C-FEC21D123C66}" dt="2021-11-30T05:48:44.757" v="1909" actId="1037"/>
          <ac:spMkLst>
            <pc:docMk/>
            <pc:sldMk cId="3225053480" sldId="483"/>
            <ac:spMk id="118" creationId="{2EF6ACD7-6A82-4249-A588-5DBD0287D03C}"/>
          </ac:spMkLst>
        </pc:spChg>
        <pc:spChg chg="mod">
          <ac:chgData name="Devinder Kaur" userId="89161a673412ba18" providerId="LiveId" clId="{02BAFCB6-52BE-469E-851C-FEC21D123C66}" dt="2021-11-30T05:48:44.757" v="1909" actId="1037"/>
          <ac:spMkLst>
            <pc:docMk/>
            <pc:sldMk cId="3225053480" sldId="483"/>
            <ac:spMk id="119" creationId="{4911DE9B-2D07-4C36-824B-F2AB8FC2BD4C}"/>
          </ac:spMkLst>
        </pc:spChg>
        <pc:spChg chg="mod">
          <ac:chgData name="Devinder Kaur" userId="89161a673412ba18" providerId="LiveId" clId="{02BAFCB6-52BE-469E-851C-FEC21D123C66}" dt="2021-11-30T05:48:44.757" v="1909" actId="1037"/>
          <ac:spMkLst>
            <pc:docMk/>
            <pc:sldMk cId="3225053480" sldId="483"/>
            <ac:spMk id="120" creationId="{3562F0DD-EC91-4FAF-842D-DFC5AF4DA6B9}"/>
          </ac:spMkLst>
        </pc:spChg>
        <pc:spChg chg="mod">
          <ac:chgData name="Devinder Kaur" userId="89161a673412ba18" providerId="LiveId" clId="{02BAFCB6-52BE-469E-851C-FEC21D123C66}" dt="2021-11-30T05:48:44.757" v="1909" actId="1037"/>
          <ac:spMkLst>
            <pc:docMk/>
            <pc:sldMk cId="3225053480" sldId="483"/>
            <ac:spMk id="121" creationId="{ED4E339D-2E54-4F49-A2AA-9C91DC6B96EC}"/>
          </ac:spMkLst>
        </pc:spChg>
        <pc:spChg chg="mod">
          <ac:chgData name="Devinder Kaur" userId="89161a673412ba18" providerId="LiveId" clId="{02BAFCB6-52BE-469E-851C-FEC21D123C66}" dt="2021-11-30T05:48:44.757" v="1909" actId="1037"/>
          <ac:spMkLst>
            <pc:docMk/>
            <pc:sldMk cId="3225053480" sldId="483"/>
            <ac:spMk id="122" creationId="{80CE4E02-C465-4451-BCCE-0596D58D8D72}"/>
          </ac:spMkLst>
        </pc:spChg>
        <pc:spChg chg="mod">
          <ac:chgData name="Devinder Kaur" userId="89161a673412ba18" providerId="LiveId" clId="{02BAFCB6-52BE-469E-851C-FEC21D123C66}" dt="2021-11-30T05:48:44.757" v="1909" actId="1037"/>
          <ac:spMkLst>
            <pc:docMk/>
            <pc:sldMk cId="3225053480" sldId="483"/>
            <ac:spMk id="123" creationId="{34E7DD85-686C-4A8F-9AC2-1AECE29A1B9A}"/>
          </ac:spMkLst>
        </pc:spChg>
        <pc:spChg chg="mod">
          <ac:chgData name="Devinder Kaur" userId="89161a673412ba18" providerId="LiveId" clId="{02BAFCB6-52BE-469E-851C-FEC21D123C66}" dt="2021-11-30T05:48:44.757" v="1909" actId="1037"/>
          <ac:spMkLst>
            <pc:docMk/>
            <pc:sldMk cId="3225053480" sldId="483"/>
            <ac:spMk id="151" creationId="{A09504FA-7D99-493E-962E-6ADD9ACB5328}"/>
          </ac:spMkLst>
        </pc:spChg>
        <pc:spChg chg="mod">
          <ac:chgData name="Devinder Kaur" userId="89161a673412ba18" providerId="LiveId" clId="{02BAFCB6-52BE-469E-851C-FEC21D123C66}" dt="2021-11-30T05:48:44.757" v="1909" actId="1037"/>
          <ac:spMkLst>
            <pc:docMk/>
            <pc:sldMk cId="3225053480" sldId="483"/>
            <ac:spMk id="152" creationId="{225B8AB0-E332-40E8-B80B-12EB75976725}"/>
          </ac:spMkLst>
        </pc:spChg>
        <pc:spChg chg="mod">
          <ac:chgData name="Devinder Kaur" userId="89161a673412ba18" providerId="LiveId" clId="{02BAFCB6-52BE-469E-851C-FEC21D123C66}" dt="2021-11-30T05:48:44.757" v="1909" actId="1037"/>
          <ac:spMkLst>
            <pc:docMk/>
            <pc:sldMk cId="3225053480" sldId="483"/>
            <ac:spMk id="153" creationId="{934D40C1-43F7-4787-81E2-20A2224825B8}"/>
          </ac:spMkLst>
        </pc:spChg>
        <pc:spChg chg="mod">
          <ac:chgData name="Devinder Kaur" userId="89161a673412ba18" providerId="LiveId" clId="{02BAFCB6-52BE-469E-851C-FEC21D123C66}" dt="2021-11-30T05:48:44.757" v="1909" actId="1037"/>
          <ac:spMkLst>
            <pc:docMk/>
            <pc:sldMk cId="3225053480" sldId="483"/>
            <ac:spMk id="154" creationId="{01B92ED9-824A-4B27-8625-BE7EBA4820DE}"/>
          </ac:spMkLst>
        </pc:spChg>
        <pc:spChg chg="mod">
          <ac:chgData name="Devinder Kaur" userId="89161a673412ba18" providerId="LiveId" clId="{02BAFCB6-52BE-469E-851C-FEC21D123C66}" dt="2021-11-30T05:48:44.757" v="1909" actId="1037"/>
          <ac:spMkLst>
            <pc:docMk/>
            <pc:sldMk cId="3225053480" sldId="483"/>
            <ac:spMk id="155" creationId="{020E6578-F82B-4CE8-A73A-23CABC13FAA3}"/>
          </ac:spMkLst>
        </pc:spChg>
        <pc:spChg chg="mod">
          <ac:chgData name="Devinder Kaur" userId="89161a673412ba18" providerId="LiveId" clId="{02BAFCB6-52BE-469E-851C-FEC21D123C66}" dt="2021-11-30T05:48:44.757" v="1909" actId="1037"/>
          <ac:spMkLst>
            <pc:docMk/>
            <pc:sldMk cId="3225053480" sldId="483"/>
            <ac:spMk id="156" creationId="{973DAA62-5F5E-4223-A1C5-B8601832A831}"/>
          </ac:spMkLst>
        </pc:spChg>
        <pc:spChg chg="mod">
          <ac:chgData name="Devinder Kaur" userId="89161a673412ba18" providerId="LiveId" clId="{02BAFCB6-52BE-469E-851C-FEC21D123C66}" dt="2021-11-30T05:48:44.757" v="1909" actId="1037"/>
          <ac:spMkLst>
            <pc:docMk/>
            <pc:sldMk cId="3225053480" sldId="483"/>
            <ac:spMk id="157" creationId="{08CE5F90-1D6E-4158-BCE9-6C976A932711}"/>
          </ac:spMkLst>
        </pc:spChg>
        <pc:spChg chg="mod">
          <ac:chgData name="Devinder Kaur" userId="89161a673412ba18" providerId="LiveId" clId="{02BAFCB6-52BE-469E-851C-FEC21D123C66}" dt="2021-11-30T05:48:44.757" v="1909" actId="1037"/>
          <ac:spMkLst>
            <pc:docMk/>
            <pc:sldMk cId="3225053480" sldId="483"/>
            <ac:spMk id="158" creationId="{56799997-7D03-4CBC-9DBA-8DB0DB964F82}"/>
          </ac:spMkLst>
        </pc:spChg>
        <pc:spChg chg="mod">
          <ac:chgData name="Devinder Kaur" userId="89161a673412ba18" providerId="LiveId" clId="{02BAFCB6-52BE-469E-851C-FEC21D123C66}" dt="2021-11-30T05:48:44.757" v="1909" actId="1037"/>
          <ac:spMkLst>
            <pc:docMk/>
            <pc:sldMk cId="3225053480" sldId="483"/>
            <ac:spMk id="159" creationId="{546AF0EA-2434-4054-9B98-A4220D0DC77B}"/>
          </ac:spMkLst>
        </pc:spChg>
        <pc:spChg chg="mod">
          <ac:chgData name="Devinder Kaur" userId="89161a673412ba18" providerId="LiveId" clId="{02BAFCB6-52BE-469E-851C-FEC21D123C66}" dt="2021-11-30T05:48:44.757" v="1909" actId="1037"/>
          <ac:spMkLst>
            <pc:docMk/>
            <pc:sldMk cId="3225053480" sldId="483"/>
            <ac:spMk id="160" creationId="{9D3E7745-ADCC-4B06-97B6-A4880B9BADFB}"/>
          </ac:spMkLst>
        </pc:spChg>
        <pc:spChg chg="mod">
          <ac:chgData name="Devinder Kaur" userId="89161a673412ba18" providerId="LiveId" clId="{02BAFCB6-52BE-469E-851C-FEC21D123C66}" dt="2021-11-30T05:48:44.757" v="1909" actId="1037"/>
          <ac:spMkLst>
            <pc:docMk/>
            <pc:sldMk cId="3225053480" sldId="483"/>
            <ac:spMk id="161" creationId="{3758DCAB-03AD-4CDB-9B81-9D5CD3A2F3B1}"/>
          </ac:spMkLst>
        </pc:spChg>
        <pc:spChg chg="mod">
          <ac:chgData name="Devinder Kaur" userId="89161a673412ba18" providerId="LiveId" clId="{02BAFCB6-52BE-469E-851C-FEC21D123C66}" dt="2021-11-30T05:48:44.757" v="1909" actId="1037"/>
          <ac:spMkLst>
            <pc:docMk/>
            <pc:sldMk cId="3225053480" sldId="483"/>
            <ac:spMk id="162" creationId="{1CF8C371-22DA-4E56-9647-71A99262A9AA}"/>
          </ac:spMkLst>
        </pc:spChg>
        <pc:spChg chg="mod">
          <ac:chgData name="Devinder Kaur" userId="89161a673412ba18" providerId="LiveId" clId="{02BAFCB6-52BE-469E-851C-FEC21D123C66}" dt="2021-11-30T05:48:44.757" v="1909" actId="1037"/>
          <ac:spMkLst>
            <pc:docMk/>
            <pc:sldMk cId="3225053480" sldId="483"/>
            <ac:spMk id="163" creationId="{72919FF9-37D0-42FB-B4D0-C0A617853CFF}"/>
          </ac:spMkLst>
        </pc:spChg>
        <pc:spChg chg="mod">
          <ac:chgData name="Devinder Kaur" userId="89161a673412ba18" providerId="LiveId" clId="{02BAFCB6-52BE-469E-851C-FEC21D123C66}" dt="2021-11-30T05:48:44.757" v="1909" actId="1037"/>
          <ac:spMkLst>
            <pc:docMk/>
            <pc:sldMk cId="3225053480" sldId="483"/>
            <ac:spMk id="164" creationId="{46F59502-3952-407F-B003-4F68CC739F7A}"/>
          </ac:spMkLst>
        </pc:spChg>
        <pc:spChg chg="mod">
          <ac:chgData name="Devinder Kaur" userId="89161a673412ba18" providerId="LiveId" clId="{02BAFCB6-52BE-469E-851C-FEC21D123C66}" dt="2021-11-30T05:48:44.757" v="1909" actId="1037"/>
          <ac:spMkLst>
            <pc:docMk/>
            <pc:sldMk cId="3225053480" sldId="483"/>
            <ac:spMk id="165" creationId="{5EFD0868-4119-49D2-BDB1-D8675AF69856}"/>
          </ac:spMkLst>
        </pc:spChg>
        <pc:spChg chg="mod">
          <ac:chgData name="Devinder Kaur" userId="89161a673412ba18" providerId="LiveId" clId="{02BAFCB6-52BE-469E-851C-FEC21D123C66}" dt="2021-11-30T05:48:44.757" v="1909" actId="1037"/>
          <ac:spMkLst>
            <pc:docMk/>
            <pc:sldMk cId="3225053480" sldId="483"/>
            <ac:spMk id="166" creationId="{DD3BB220-8C5A-4586-A637-07B01A687C14}"/>
          </ac:spMkLst>
        </pc:spChg>
        <pc:spChg chg="mod">
          <ac:chgData name="Devinder Kaur" userId="89161a673412ba18" providerId="LiveId" clId="{02BAFCB6-52BE-469E-851C-FEC21D123C66}" dt="2021-11-30T05:48:44.757" v="1909" actId="1037"/>
          <ac:spMkLst>
            <pc:docMk/>
            <pc:sldMk cId="3225053480" sldId="483"/>
            <ac:spMk id="167" creationId="{0E77D676-BBC2-4661-8ACD-F49B2A7C183F}"/>
          </ac:spMkLst>
        </pc:spChg>
        <pc:spChg chg="mod">
          <ac:chgData name="Devinder Kaur" userId="89161a673412ba18" providerId="LiveId" clId="{02BAFCB6-52BE-469E-851C-FEC21D123C66}" dt="2021-11-30T05:48:44.757" v="1909" actId="1037"/>
          <ac:spMkLst>
            <pc:docMk/>
            <pc:sldMk cId="3225053480" sldId="483"/>
            <ac:spMk id="168" creationId="{AB6F3646-0B3A-4FB9-B4DF-BC599E186152}"/>
          </ac:spMkLst>
        </pc:spChg>
        <pc:spChg chg="mod">
          <ac:chgData name="Devinder Kaur" userId="89161a673412ba18" providerId="LiveId" clId="{02BAFCB6-52BE-469E-851C-FEC21D123C66}" dt="2021-11-30T05:48:44.757" v="1909" actId="1037"/>
          <ac:spMkLst>
            <pc:docMk/>
            <pc:sldMk cId="3225053480" sldId="483"/>
            <ac:spMk id="169" creationId="{D0D453E0-8F7C-4EAE-AA1E-449A291A5F75}"/>
          </ac:spMkLst>
        </pc:spChg>
        <pc:spChg chg="mod">
          <ac:chgData name="Devinder Kaur" userId="89161a673412ba18" providerId="LiveId" clId="{02BAFCB6-52BE-469E-851C-FEC21D123C66}" dt="2021-11-30T05:48:44.757" v="1909" actId="1037"/>
          <ac:spMkLst>
            <pc:docMk/>
            <pc:sldMk cId="3225053480" sldId="483"/>
            <ac:spMk id="170" creationId="{097F3641-195E-4624-841A-29608EF709A4}"/>
          </ac:spMkLst>
        </pc:spChg>
        <pc:spChg chg="mod">
          <ac:chgData name="Devinder Kaur" userId="89161a673412ba18" providerId="LiveId" clId="{02BAFCB6-52BE-469E-851C-FEC21D123C66}" dt="2021-11-30T05:48:44.757" v="1909" actId="1037"/>
          <ac:spMkLst>
            <pc:docMk/>
            <pc:sldMk cId="3225053480" sldId="483"/>
            <ac:spMk id="171" creationId="{0493556F-F3AF-4909-A329-E352F8074141}"/>
          </ac:spMkLst>
        </pc:spChg>
        <pc:spChg chg="mod">
          <ac:chgData name="Devinder Kaur" userId="89161a673412ba18" providerId="LiveId" clId="{02BAFCB6-52BE-469E-851C-FEC21D123C66}" dt="2021-11-30T05:48:44.757" v="1909" actId="1037"/>
          <ac:spMkLst>
            <pc:docMk/>
            <pc:sldMk cId="3225053480" sldId="483"/>
            <ac:spMk id="172" creationId="{3F8C7ECD-7859-4696-81AF-B12629D419B9}"/>
          </ac:spMkLst>
        </pc:spChg>
        <pc:spChg chg="mod">
          <ac:chgData name="Devinder Kaur" userId="89161a673412ba18" providerId="LiveId" clId="{02BAFCB6-52BE-469E-851C-FEC21D123C66}" dt="2021-11-30T05:48:44.757" v="1909" actId="1037"/>
          <ac:spMkLst>
            <pc:docMk/>
            <pc:sldMk cId="3225053480" sldId="483"/>
            <ac:spMk id="173" creationId="{E2B6B27F-1132-498B-9A7D-8DB117FCB743}"/>
          </ac:spMkLst>
        </pc:spChg>
        <pc:spChg chg="mod">
          <ac:chgData name="Devinder Kaur" userId="89161a673412ba18" providerId="LiveId" clId="{02BAFCB6-52BE-469E-851C-FEC21D123C66}" dt="2021-11-30T05:48:44.757" v="1909" actId="1037"/>
          <ac:spMkLst>
            <pc:docMk/>
            <pc:sldMk cId="3225053480" sldId="483"/>
            <ac:spMk id="174" creationId="{1C729B45-1D6A-441E-8EB5-95AAA63A55A8}"/>
          </ac:spMkLst>
        </pc:spChg>
        <pc:spChg chg="mod">
          <ac:chgData name="Devinder Kaur" userId="89161a673412ba18" providerId="LiveId" clId="{02BAFCB6-52BE-469E-851C-FEC21D123C66}" dt="2021-11-30T05:48:44.757" v="1909" actId="1037"/>
          <ac:spMkLst>
            <pc:docMk/>
            <pc:sldMk cId="3225053480" sldId="483"/>
            <ac:spMk id="175" creationId="{882DF053-3469-4179-A00B-1206CBD86F0F}"/>
          </ac:spMkLst>
        </pc:spChg>
        <pc:spChg chg="mod">
          <ac:chgData name="Devinder Kaur" userId="89161a673412ba18" providerId="LiveId" clId="{02BAFCB6-52BE-469E-851C-FEC21D123C66}" dt="2021-11-30T05:48:44.757" v="1909" actId="1037"/>
          <ac:spMkLst>
            <pc:docMk/>
            <pc:sldMk cId="3225053480" sldId="483"/>
            <ac:spMk id="176" creationId="{CBC14C12-DC9D-4B9A-9725-A23363C68ACC}"/>
          </ac:spMkLst>
        </pc:spChg>
        <pc:spChg chg="mod">
          <ac:chgData name="Devinder Kaur" userId="89161a673412ba18" providerId="LiveId" clId="{02BAFCB6-52BE-469E-851C-FEC21D123C66}" dt="2021-11-30T05:48:44.757" v="1909" actId="1037"/>
          <ac:spMkLst>
            <pc:docMk/>
            <pc:sldMk cId="3225053480" sldId="483"/>
            <ac:spMk id="177" creationId="{68BD2613-8036-4E86-8B18-AFABCFC20346}"/>
          </ac:spMkLst>
        </pc:spChg>
        <pc:spChg chg="mod">
          <ac:chgData name="Devinder Kaur" userId="89161a673412ba18" providerId="LiveId" clId="{02BAFCB6-52BE-469E-851C-FEC21D123C66}" dt="2021-11-30T05:48:44.757" v="1909" actId="1037"/>
          <ac:spMkLst>
            <pc:docMk/>
            <pc:sldMk cId="3225053480" sldId="483"/>
            <ac:spMk id="178" creationId="{215E4EA3-D89B-4466-81C5-786CBE003D35}"/>
          </ac:spMkLst>
        </pc:spChg>
        <pc:grpChg chg="add mod">
          <ac:chgData name="Devinder Kaur" userId="89161a673412ba18" providerId="LiveId" clId="{02BAFCB6-52BE-469E-851C-FEC21D123C66}" dt="2021-11-30T05:48:44.757" v="1909" actId="1037"/>
          <ac:grpSpMkLst>
            <pc:docMk/>
            <pc:sldMk cId="3225053480" sldId="483"/>
            <ac:grpSpMk id="59" creationId="{E029E6BB-9DAC-436F-87A6-C6ADF06B61ED}"/>
          </ac:grpSpMkLst>
        </pc:grpChg>
        <pc:grpChg chg="del">
          <ac:chgData name="Devinder Kaur" userId="89161a673412ba18" providerId="LiveId" clId="{02BAFCB6-52BE-469E-851C-FEC21D123C66}" dt="2021-11-30T05:48:04.208" v="1876" actId="478"/>
          <ac:grpSpMkLst>
            <pc:docMk/>
            <pc:sldMk cId="3225053480" sldId="483"/>
            <ac:grpSpMk id="75" creationId="{C41DACFD-112B-429C-B027-438AD78D53BC}"/>
          </ac:grpSpMkLst>
        </pc:grpChg>
        <pc:grpChg chg="mod">
          <ac:chgData name="Devinder Kaur" userId="89161a673412ba18" providerId="LiveId" clId="{02BAFCB6-52BE-469E-851C-FEC21D123C66}" dt="2021-11-30T05:48:44.757" v="1909" actId="1037"/>
          <ac:grpSpMkLst>
            <pc:docMk/>
            <pc:sldMk cId="3225053480" sldId="483"/>
            <ac:grpSpMk id="124" creationId="{F53BB2F0-ED1A-4B98-AB27-3E8E0310FDBB}"/>
          </ac:grpSpMkLst>
        </pc:grpChg>
        <pc:grpChg chg="mod">
          <ac:chgData name="Devinder Kaur" userId="89161a673412ba18" providerId="LiveId" clId="{02BAFCB6-52BE-469E-851C-FEC21D123C66}" dt="2021-11-30T05:48:44.757" v="1909" actId="1037"/>
          <ac:grpSpMkLst>
            <pc:docMk/>
            <pc:sldMk cId="3225053480" sldId="483"/>
            <ac:grpSpMk id="125" creationId="{D33A4756-7F35-4CC4-A1D0-328E04CF0238}"/>
          </ac:grpSpMkLst>
        </pc:grpChg>
        <pc:grpChg chg="mod">
          <ac:chgData name="Devinder Kaur" userId="89161a673412ba18" providerId="LiveId" clId="{02BAFCB6-52BE-469E-851C-FEC21D123C66}" dt="2021-11-30T05:48:44.757" v="1909" actId="1037"/>
          <ac:grpSpMkLst>
            <pc:docMk/>
            <pc:sldMk cId="3225053480" sldId="483"/>
            <ac:grpSpMk id="126" creationId="{1077903D-880F-4E4B-9EDC-4556C6489AB7}"/>
          </ac:grpSpMkLst>
        </pc:grpChg>
        <pc:grpChg chg="mod">
          <ac:chgData name="Devinder Kaur" userId="89161a673412ba18" providerId="LiveId" clId="{02BAFCB6-52BE-469E-851C-FEC21D123C66}" dt="2021-11-30T05:48:44.757" v="1909" actId="1037"/>
          <ac:grpSpMkLst>
            <pc:docMk/>
            <pc:sldMk cId="3225053480" sldId="483"/>
            <ac:grpSpMk id="127" creationId="{FC492948-6E1A-4F05-B2D1-1D5B0FD9451E}"/>
          </ac:grpSpMkLst>
        </pc:grpChg>
        <pc:grpChg chg="mod">
          <ac:chgData name="Devinder Kaur" userId="89161a673412ba18" providerId="LiveId" clId="{02BAFCB6-52BE-469E-851C-FEC21D123C66}" dt="2021-11-30T05:48:44.757" v="1909" actId="1037"/>
          <ac:grpSpMkLst>
            <pc:docMk/>
            <pc:sldMk cId="3225053480" sldId="483"/>
            <ac:grpSpMk id="128" creationId="{439AC03F-450C-478B-8BF7-2838CEF6C917}"/>
          </ac:grpSpMkLst>
        </pc:grpChg>
        <pc:grpChg chg="mod">
          <ac:chgData name="Devinder Kaur" userId="89161a673412ba18" providerId="LiveId" clId="{02BAFCB6-52BE-469E-851C-FEC21D123C66}" dt="2021-11-30T05:48:44.757" v="1909" actId="1037"/>
          <ac:grpSpMkLst>
            <pc:docMk/>
            <pc:sldMk cId="3225053480" sldId="483"/>
            <ac:grpSpMk id="129" creationId="{1530BC75-7878-4529-BE09-7E1C2DDB42B1}"/>
          </ac:grpSpMkLst>
        </pc:grpChg>
        <pc:grpChg chg="mod">
          <ac:chgData name="Devinder Kaur" userId="89161a673412ba18" providerId="LiveId" clId="{02BAFCB6-52BE-469E-851C-FEC21D123C66}" dt="2021-11-30T05:48:44.757" v="1909" actId="1037"/>
          <ac:grpSpMkLst>
            <pc:docMk/>
            <pc:sldMk cId="3225053480" sldId="483"/>
            <ac:grpSpMk id="130" creationId="{AC12426B-595D-4C33-A1D9-9CAE7CC2E286}"/>
          </ac:grpSpMkLst>
        </pc:grpChg>
        <pc:grpChg chg="mod">
          <ac:chgData name="Devinder Kaur" userId="89161a673412ba18" providerId="LiveId" clId="{02BAFCB6-52BE-469E-851C-FEC21D123C66}" dt="2021-11-30T05:48:44.757" v="1909" actId="1037"/>
          <ac:grpSpMkLst>
            <pc:docMk/>
            <pc:sldMk cId="3225053480" sldId="483"/>
            <ac:grpSpMk id="147" creationId="{7EA04855-221D-4CBF-A7A4-7EDEA6CA4FDE}"/>
          </ac:grpSpMkLst>
        </pc:grpChg>
        <pc:grpChg chg="mod">
          <ac:chgData name="Devinder Kaur" userId="89161a673412ba18" providerId="LiveId" clId="{02BAFCB6-52BE-469E-851C-FEC21D123C66}" dt="2021-11-30T05:48:44.757" v="1909" actId="1037"/>
          <ac:grpSpMkLst>
            <pc:docMk/>
            <pc:sldMk cId="3225053480" sldId="483"/>
            <ac:grpSpMk id="148" creationId="{9A86F4C5-69D9-413B-9D69-5618BA0B6E80}"/>
          </ac:grpSpMkLst>
        </pc:grpChg>
        <pc:grpChg chg="mod">
          <ac:chgData name="Devinder Kaur" userId="89161a673412ba18" providerId="LiveId" clId="{02BAFCB6-52BE-469E-851C-FEC21D123C66}" dt="2021-11-30T05:48:44.757" v="1909" actId="1037"/>
          <ac:grpSpMkLst>
            <pc:docMk/>
            <pc:sldMk cId="3225053480" sldId="483"/>
            <ac:grpSpMk id="149" creationId="{31FD6462-E784-4AD2-903A-E8C004826372}"/>
          </ac:grpSpMkLst>
        </pc:grpChg>
        <pc:grpChg chg="mod">
          <ac:chgData name="Devinder Kaur" userId="89161a673412ba18" providerId="LiveId" clId="{02BAFCB6-52BE-469E-851C-FEC21D123C66}" dt="2021-11-30T05:48:44.757" v="1909" actId="1037"/>
          <ac:grpSpMkLst>
            <pc:docMk/>
            <pc:sldMk cId="3225053480" sldId="483"/>
            <ac:grpSpMk id="150" creationId="{215B5E8B-7390-474A-B509-A5E7B11FAB8E}"/>
          </ac:grpSpMkLst>
        </pc:grpChg>
        <pc:picChg chg="mod">
          <ac:chgData name="Devinder Kaur" userId="89161a673412ba18" providerId="LiveId" clId="{02BAFCB6-52BE-469E-851C-FEC21D123C66}" dt="2021-11-30T05:48:44.757" v="1909" actId="1037"/>
          <ac:picMkLst>
            <pc:docMk/>
            <pc:sldMk cId="3225053480" sldId="483"/>
            <ac:picMk id="60" creationId="{504C7700-3E1F-4A4B-99D1-E0AF11EDC219}"/>
          </ac:picMkLst>
        </pc:picChg>
      </pc:sldChg>
      <pc:sldChg chg="addSp delSp modSp new mod">
        <pc:chgData name="Devinder Kaur" userId="89161a673412ba18" providerId="LiveId" clId="{02BAFCB6-52BE-469E-851C-FEC21D123C66}" dt="2021-12-07T10:25:45.347" v="2558" actId="113"/>
        <pc:sldMkLst>
          <pc:docMk/>
          <pc:sldMk cId="1791026670" sldId="484"/>
        </pc:sldMkLst>
        <pc:spChg chg="mod">
          <ac:chgData name="Devinder Kaur" userId="89161a673412ba18" providerId="LiveId" clId="{02BAFCB6-52BE-469E-851C-FEC21D123C66}" dt="2021-11-30T08:01:53.416" v="1951" actId="14100"/>
          <ac:spMkLst>
            <pc:docMk/>
            <pc:sldMk cId="1791026670" sldId="484"/>
            <ac:spMk id="6" creationId="{C59DDECE-F17B-47D6-98EF-1685EC224AE0}"/>
          </ac:spMkLst>
        </pc:spChg>
        <pc:spChg chg="mod">
          <ac:chgData name="Devinder Kaur" userId="89161a673412ba18" providerId="LiveId" clId="{02BAFCB6-52BE-469E-851C-FEC21D123C66}" dt="2021-11-30T08:01:53.416" v="1951" actId="14100"/>
          <ac:spMkLst>
            <pc:docMk/>
            <pc:sldMk cId="1791026670" sldId="484"/>
            <ac:spMk id="7" creationId="{E597881F-917E-46EB-A072-6C92C332CA25}"/>
          </ac:spMkLst>
        </pc:spChg>
        <pc:spChg chg="mod">
          <ac:chgData name="Devinder Kaur" userId="89161a673412ba18" providerId="LiveId" clId="{02BAFCB6-52BE-469E-851C-FEC21D123C66}" dt="2021-11-30T08:01:53.416" v="1951" actId="14100"/>
          <ac:spMkLst>
            <pc:docMk/>
            <pc:sldMk cId="1791026670" sldId="484"/>
            <ac:spMk id="8" creationId="{872596A5-CF7A-410B-8100-FB193F8D69AB}"/>
          </ac:spMkLst>
        </pc:spChg>
        <pc:spChg chg="mod">
          <ac:chgData name="Devinder Kaur" userId="89161a673412ba18" providerId="LiveId" clId="{02BAFCB6-52BE-469E-851C-FEC21D123C66}" dt="2021-11-30T08:01:53.416" v="1951" actId="14100"/>
          <ac:spMkLst>
            <pc:docMk/>
            <pc:sldMk cId="1791026670" sldId="484"/>
            <ac:spMk id="9" creationId="{A219A579-DA75-4007-821A-D40DB68F88B7}"/>
          </ac:spMkLst>
        </pc:spChg>
        <pc:spChg chg="mod">
          <ac:chgData name="Devinder Kaur" userId="89161a673412ba18" providerId="LiveId" clId="{02BAFCB6-52BE-469E-851C-FEC21D123C66}" dt="2021-11-30T08:01:53.416" v="1951" actId="14100"/>
          <ac:spMkLst>
            <pc:docMk/>
            <pc:sldMk cId="1791026670" sldId="484"/>
            <ac:spMk id="10" creationId="{64496946-F5C0-4B8A-91B5-761DEC199CE1}"/>
          </ac:spMkLst>
        </pc:spChg>
        <pc:spChg chg="mod">
          <ac:chgData name="Devinder Kaur" userId="89161a673412ba18" providerId="LiveId" clId="{02BAFCB6-52BE-469E-851C-FEC21D123C66}" dt="2021-11-30T08:01:53.416" v="1951" actId="14100"/>
          <ac:spMkLst>
            <pc:docMk/>
            <pc:sldMk cId="1791026670" sldId="484"/>
            <ac:spMk id="11" creationId="{659FC0A4-F95A-46BC-91E7-236841638245}"/>
          </ac:spMkLst>
        </pc:spChg>
        <pc:spChg chg="mod">
          <ac:chgData name="Devinder Kaur" userId="89161a673412ba18" providerId="LiveId" clId="{02BAFCB6-52BE-469E-851C-FEC21D123C66}" dt="2021-11-30T08:01:53.416" v="1951" actId="14100"/>
          <ac:spMkLst>
            <pc:docMk/>
            <pc:sldMk cId="1791026670" sldId="484"/>
            <ac:spMk id="12" creationId="{301F44A4-95FE-4874-AE57-91EB743B5EA4}"/>
          </ac:spMkLst>
        </pc:spChg>
        <pc:spChg chg="mod">
          <ac:chgData name="Devinder Kaur" userId="89161a673412ba18" providerId="LiveId" clId="{02BAFCB6-52BE-469E-851C-FEC21D123C66}" dt="2021-11-30T08:01:53.416" v="1951" actId="14100"/>
          <ac:spMkLst>
            <pc:docMk/>
            <pc:sldMk cId="1791026670" sldId="484"/>
            <ac:spMk id="13" creationId="{07217BF2-E2B1-43F3-87A3-C435D892059C}"/>
          </ac:spMkLst>
        </pc:spChg>
        <pc:spChg chg="mod">
          <ac:chgData name="Devinder Kaur" userId="89161a673412ba18" providerId="LiveId" clId="{02BAFCB6-52BE-469E-851C-FEC21D123C66}" dt="2021-11-30T08:01:53.416" v="1951" actId="14100"/>
          <ac:spMkLst>
            <pc:docMk/>
            <pc:sldMk cId="1791026670" sldId="484"/>
            <ac:spMk id="14" creationId="{B8DB0BEC-27C4-477E-88CE-374FC383DC12}"/>
          </ac:spMkLst>
        </pc:spChg>
        <pc:spChg chg="mod">
          <ac:chgData name="Devinder Kaur" userId="89161a673412ba18" providerId="LiveId" clId="{02BAFCB6-52BE-469E-851C-FEC21D123C66}" dt="2021-11-30T08:01:53.416" v="1951" actId="14100"/>
          <ac:spMkLst>
            <pc:docMk/>
            <pc:sldMk cId="1791026670" sldId="484"/>
            <ac:spMk id="15" creationId="{EE75DCE3-2B71-4B5D-8D7C-9B3033CE7EA1}"/>
          </ac:spMkLst>
        </pc:spChg>
        <pc:spChg chg="mod">
          <ac:chgData name="Devinder Kaur" userId="89161a673412ba18" providerId="LiveId" clId="{02BAFCB6-52BE-469E-851C-FEC21D123C66}" dt="2021-11-30T08:01:53.416" v="1951" actId="14100"/>
          <ac:spMkLst>
            <pc:docMk/>
            <pc:sldMk cId="1791026670" sldId="484"/>
            <ac:spMk id="16" creationId="{8AE88166-323A-499E-8AF9-6BFAB2C91B3D}"/>
          </ac:spMkLst>
        </pc:spChg>
        <pc:spChg chg="mod">
          <ac:chgData name="Devinder Kaur" userId="89161a673412ba18" providerId="LiveId" clId="{02BAFCB6-52BE-469E-851C-FEC21D123C66}" dt="2021-11-30T08:01:53.416" v="1951" actId="14100"/>
          <ac:spMkLst>
            <pc:docMk/>
            <pc:sldMk cId="1791026670" sldId="484"/>
            <ac:spMk id="17" creationId="{93BA7A4A-4AA9-4E49-A986-62371C58C48E}"/>
          </ac:spMkLst>
        </pc:spChg>
        <pc:spChg chg="mod">
          <ac:chgData name="Devinder Kaur" userId="89161a673412ba18" providerId="LiveId" clId="{02BAFCB6-52BE-469E-851C-FEC21D123C66}" dt="2021-11-30T08:01:53.416" v="1951" actId="14100"/>
          <ac:spMkLst>
            <pc:docMk/>
            <pc:sldMk cId="1791026670" sldId="484"/>
            <ac:spMk id="18" creationId="{F503FB51-5AF3-47BE-A5E8-7C0104227F29}"/>
          </ac:spMkLst>
        </pc:spChg>
        <pc:spChg chg="mod">
          <ac:chgData name="Devinder Kaur" userId="89161a673412ba18" providerId="LiveId" clId="{02BAFCB6-52BE-469E-851C-FEC21D123C66}" dt="2021-11-30T08:01:53.416" v="1951" actId="14100"/>
          <ac:spMkLst>
            <pc:docMk/>
            <pc:sldMk cId="1791026670" sldId="484"/>
            <ac:spMk id="25" creationId="{DB4FF0B4-BD92-4B4F-BADF-DF780F65E3E0}"/>
          </ac:spMkLst>
        </pc:spChg>
        <pc:spChg chg="mod">
          <ac:chgData name="Devinder Kaur" userId="89161a673412ba18" providerId="LiveId" clId="{02BAFCB6-52BE-469E-851C-FEC21D123C66}" dt="2021-11-30T08:01:53.416" v="1951" actId="14100"/>
          <ac:spMkLst>
            <pc:docMk/>
            <pc:sldMk cId="1791026670" sldId="484"/>
            <ac:spMk id="26" creationId="{04911B6E-9EA0-4DB3-B246-EECD03044857}"/>
          </ac:spMkLst>
        </pc:spChg>
        <pc:spChg chg="mod">
          <ac:chgData name="Devinder Kaur" userId="89161a673412ba18" providerId="LiveId" clId="{02BAFCB6-52BE-469E-851C-FEC21D123C66}" dt="2021-11-30T08:01:53.416" v="1951" actId="14100"/>
          <ac:spMkLst>
            <pc:docMk/>
            <pc:sldMk cId="1791026670" sldId="484"/>
            <ac:spMk id="27" creationId="{176A2566-B4EB-45C4-826D-7483BAC84F59}"/>
          </ac:spMkLst>
        </pc:spChg>
        <pc:spChg chg="mod">
          <ac:chgData name="Devinder Kaur" userId="89161a673412ba18" providerId="LiveId" clId="{02BAFCB6-52BE-469E-851C-FEC21D123C66}" dt="2021-11-30T08:01:53.416" v="1951" actId="14100"/>
          <ac:spMkLst>
            <pc:docMk/>
            <pc:sldMk cId="1791026670" sldId="484"/>
            <ac:spMk id="28" creationId="{328D3202-3748-4899-AF57-3108B8C5F7A7}"/>
          </ac:spMkLst>
        </pc:spChg>
        <pc:spChg chg="mod">
          <ac:chgData name="Devinder Kaur" userId="89161a673412ba18" providerId="LiveId" clId="{02BAFCB6-52BE-469E-851C-FEC21D123C66}" dt="2021-11-30T08:01:53.416" v="1951" actId="14100"/>
          <ac:spMkLst>
            <pc:docMk/>
            <pc:sldMk cId="1791026670" sldId="484"/>
            <ac:spMk id="29" creationId="{2EF695C0-A0F4-4AC4-8447-4DB5575786E9}"/>
          </ac:spMkLst>
        </pc:spChg>
        <pc:spChg chg="mod">
          <ac:chgData name="Devinder Kaur" userId="89161a673412ba18" providerId="LiveId" clId="{02BAFCB6-52BE-469E-851C-FEC21D123C66}" dt="2021-11-30T08:01:53.416" v="1951" actId="14100"/>
          <ac:spMkLst>
            <pc:docMk/>
            <pc:sldMk cId="1791026670" sldId="484"/>
            <ac:spMk id="30" creationId="{6A1E28ED-304E-4DB3-AC85-F5E618B5F31E}"/>
          </ac:spMkLst>
        </pc:spChg>
        <pc:spChg chg="mod">
          <ac:chgData name="Devinder Kaur" userId="89161a673412ba18" providerId="LiveId" clId="{02BAFCB6-52BE-469E-851C-FEC21D123C66}" dt="2021-11-30T08:01:53.416" v="1951" actId="14100"/>
          <ac:spMkLst>
            <pc:docMk/>
            <pc:sldMk cId="1791026670" sldId="484"/>
            <ac:spMk id="31" creationId="{2B16BC0F-1D29-44D9-B8BE-52389919764B}"/>
          </ac:spMkLst>
        </pc:spChg>
        <pc:spChg chg="mod">
          <ac:chgData name="Devinder Kaur" userId="89161a673412ba18" providerId="LiveId" clId="{02BAFCB6-52BE-469E-851C-FEC21D123C66}" dt="2021-11-30T08:01:53.416" v="1951" actId="14100"/>
          <ac:spMkLst>
            <pc:docMk/>
            <pc:sldMk cId="1791026670" sldId="484"/>
            <ac:spMk id="32" creationId="{0868C765-7C8D-43F9-9CC5-EFCBD6F9DBDD}"/>
          </ac:spMkLst>
        </pc:spChg>
        <pc:spChg chg="mod">
          <ac:chgData name="Devinder Kaur" userId="89161a673412ba18" providerId="LiveId" clId="{02BAFCB6-52BE-469E-851C-FEC21D123C66}" dt="2021-11-30T08:01:53.416" v="1951" actId="14100"/>
          <ac:spMkLst>
            <pc:docMk/>
            <pc:sldMk cId="1791026670" sldId="484"/>
            <ac:spMk id="33" creationId="{564E3B90-33A2-41E9-AFB1-46AE7B149A75}"/>
          </ac:spMkLst>
        </pc:spChg>
        <pc:spChg chg="mod">
          <ac:chgData name="Devinder Kaur" userId="89161a673412ba18" providerId="LiveId" clId="{02BAFCB6-52BE-469E-851C-FEC21D123C66}" dt="2021-11-30T08:01:53.416" v="1951" actId="14100"/>
          <ac:spMkLst>
            <pc:docMk/>
            <pc:sldMk cId="1791026670" sldId="484"/>
            <ac:spMk id="34" creationId="{CB8A94BE-589F-4621-9963-52D45C4D8C6C}"/>
          </ac:spMkLst>
        </pc:spChg>
        <pc:spChg chg="mod">
          <ac:chgData name="Devinder Kaur" userId="89161a673412ba18" providerId="LiveId" clId="{02BAFCB6-52BE-469E-851C-FEC21D123C66}" dt="2021-11-30T08:01:53.416" v="1951" actId="14100"/>
          <ac:spMkLst>
            <pc:docMk/>
            <pc:sldMk cId="1791026670" sldId="484"/>
            <ac:spMk id="35" creationId="{8891E83F-226E-43F7-8EA1-FA01A146F429}"/>
          </ac:spMkLst>
        </pc:spChg>
        <pc:spChg chg="mod">
          <ac:chgData name="Devinder Kaur" userId="89161a673412ba18" providerId="LiveId" clId="{02BAFCB6-52BE-469E-851C-FEC21D123C66}" dt="2021-11-30T08:01:53.416" v="1951" actId="14100"/>
          <ac:spMkLst>
            <pc:docMk/>
            <pc:sldMk cId="1791026670" sldId="484"/>
            <ac:spMk id="36" creationId="{58E7B2B0-409D-4618-B03D-B148490365BB}"/>
          </ac:spMkLst>
        </pc:spChg>
        <pc:spChg chg="mod">
          <ac:chgData name="Devinder Kaur" userId="89161a673412ba18" providerId="LiveId" clId="{02BAFCB6-52BE-469E-851C-FEC21D123C66}" dt="2021-11-30T08:01:53.416" v="1951" actId="14100"/>
          <ac:spMkLst>
            <pc:docMk/>
            <pc:sldMk cId="1791026670" sldId="484"/>
            <ac:spMk id="37" creationId="{D0975777-AFD6-4408-A146-34D4340ED8E0}"/>
          </ac:spMkLst>
        </pc:spChg>
        <pc:spChg chg="add mod">
          <ac:chgData name="Devinder Kaur" userId="89161a673412ba18" providerId="LiveId" clId="{02BAFCB6-52BE-469E-851C-FEC21D123C66}" dt="2021-12-07T10:25:45.347" v="2558" actId="113"/>
          <ac:spMkLst>
            <pc:docMk/>
            <pc:sldMk cId="1791026670" sldId="484"/>
            <ac:spMk id="39" creationId="{DF8D6E27-0E99-4F0C-892E-28F27674E6A4}"/>
          </ac:spMkLst>
        </pc:spChg>
        <pc:grpChg chg="add del mod">
          <ac:chgData name="Devinder Kaur" userId="89161a673412ba18" providerId="LiveId" clId="{02BAFCB6-52BE-469E-851C-FEC21D123C66}" dt="2021-12-07T08:14:48.690" v="2500" actId="478"/>
          <ac:grpSpMkLst>
            <pc:docMk/>
            <pc:sldMk cId="1791026670" sldId="484"/>
            <ac:grpSpMk id="4" creationId="{1DB966E7-BDAB-43C3-A87C-E0BA46716657}"/>
          </ac:grpSpMkLst>
        </pc:grpChg>
        <pc:grpChg chg="mod">
          <ac:chgData name="Devinder Kaur" userId="89161a673412ba18" providerId="LiveId" clId="{02BAFCB6-52BE-469E-851C-FEC21D123C66}" dt="2021-11-30T08:01:53.416" v="1951" actId="14100"/>
          <ac:grpSpMkLst>
            <pc:docMk/>
            <pc:sldMk cId="1791026670" sldId="484"/>
            <ac:grpSpMk id="19" creationId="{D523BBB8-38E5-4DF5-9103-443D48A56B6E}"/>
          </ac:grpSpMkLst>
        </pc:grpChg>
        <pc:grpChg chg="mod">
          <ac:chgData name="Devinder Kaur" userId="89161a673412ba18" providerId="LiveId" clId="{02BAFCB6-52BE-469E-851C-FEC21D123C66}" dt="2021-11-30T08:01:53.416" v="1951" actId="14100"/>
          <ac:grpSpMkLst>
            <pc:docMk/>
            <pc:sldMk cId="1791026670" sldId="484"/>
            <ac:grpSpMk id="20" creationId="{542E732E-0F37-44B9-B4FD-E7045FBCAB88}"/>
          </ac:grpSpMkLst>
        </pc:grpChg>
        <pc:grpChg chg="mod">
          <ac:chgData name="Devinder Kaur" userId="89161a673412ba18" providerId="LiveId" clId="{02BAFCB6-52BE-469E-851C-FEC21D123C66}" dt="2021-11-30T08:01:53.416" v="1951" actId="14100"/>
          <ac:grpSpMkLst>
            <pc:docMk/>
            <pc:sldMk cId="1791026670" sldId="484"/>
            <ac:grpSpMk id="21" creationId="{06C24E4C-9418-4746-A5A5-7B622AC74213}"/>
          </ac:grpSpMkLst>
        </pc:grpChg>
        <pc:grpChg chg="mod">
          <ac:chgData name="Devinder Kaur" userId="89161a673412ba18" providerId="LiveId" clId="{02BAFCB6-52BE-469E-851C-FEC21D123C66}" dt="2021-11-30T08:01:53.416" v="1951" actId="14100"/>
          <ac:grpSpMkLst>
            <pc:docMk/>
            <pc:sldMk cId="1791026670" sldId="484"/>
            <ac:grpSpMk id="22" creationId="{03BDF572-DE74-4816-82D0-D498EFF2EDFC}"/>
          </ac:grpSpMkLst>
        </pc:grpChg>
        <pc:grpChg chg="mod">
          <ac:chgData name="Devinder Kaur" userId="89161a673412ba18" providerId="LiveId" clId="{02BAFCB6-52BE-469E-851C-FEC21D123C66}" dt="2021-11-30T08:01:53.416" v="1951" actId="14100"/>
          <ac:grpSpMkLst>
            <pc:docMk/>
            <pc:sldMk cId="1791026670" sldId="484"/>
            <ac:grpSpMk id="23" creationId="{CAFF4C60-F1E7-41D9-B653-3482BF9476CD}"/>
          </ac:grpSpMkLst>
        </pc:grpChg>
        <pc:grpChg chg="mod">
          <ac:chgData name="Devinder Kaur" userId="89161a673412ba18" providerId="LiveId" clId="{02BAFCB6-52BE-469E-851C-FEC21D123C66}" dt="2021-11-30T08:01:53.416" v="1951" actId="14100"/>
          <ac:grpSpMkLst>
            <pc:docMk/>
            <pc:sldMk cId="1791026670" sldId="484"/>
            <ac:grpSpMk id="24" creationId="{3A8F8302-303C-4981-8C0E-A1EDF62CAC97}"/>
          </ac:grpSpMkLst>
        </pc:grpChg>
        <pc:picChg chg="add del">
          <ac:chgData name="Devinder Kaur" userId="89161a673412ba18" providerId="LiveId" clId="{02BAFCB6-52BE-469E-851C-FEC21D123C66}" dt="2021-11-30T08:00:08.441" v="1920"/>
          <ac:picMkLst>
            <pc:docMk/>
            <pc:sldMk cId="1791026670" sldId="484"/>
            <ac:picMk id="3" creationId="{B84896F5-AE8F-40D1-A5A4-B70DF09C91F3}"/>
          </ac:picMkLst>
        </pc:picChg>
        <pc:picChg chg="mod">
          <ac:chgData name="Devinder Kaur" userId="89161a673412ba18" providerId="LiveId" clId="{02BAFCB6-52BE-469E-851C-FEC21D123C66}" dt="2021-11-30T08:01:53.416" v="1951" actId="14100"/>
          <ac:picMkLst>
            <pc:docMk/>
            <pc:sldMk cId="1791026670" sldId="484"/>
            <ac:picMk id="5" creationId="{942502C5-0C37-44A2-AB89-476693E671A6}"/>
          </ac:picMkLst>
        </pc:picChg>
        <pc:picChg chg="add mod">
          <ac:chgData name="Devinder Kaur" userId="89161a673412ba18" providerId="LiveId" clId="{02BAFCB6-52BE-469E-851C-FEC21D123C66}" dt="2021-12-07T08:15:35.261" v="2549" actId="1038"/>
          <ac:picMkLst>
            <pc:docMk/>
            <pc:sldMk cId="1791026670" sldId="484"/>
            <ac:picMk id="1026" creationId="{BEA8DBA7-6407-4628-9A21-66F755F013DB}"/>
          </ac:picMkLst>
        </pc:picChg>
      </pc:sldChg>
      <pc:sldChg chg="addSp modSp new mod">
        <pc:chgData name="Devinder Kaur" userId="89161a673412ba18" providerId="LiveId" clId="{02BAFCB6-52BE-469E-851C-FEC21D123C66}" dt="2021-11-30T08:39:37.083" v="2262" actId="27636"/>
        <pc:sldMkLst>
          <pc:docMk/>
          <pc:sldMk cId="4084444921" sldId="485"/>
        </pc:sldMkLst>
        <pc:spChg chg="mod">
          <ac:chgData name="Devinder Kaur" userId="89161a673412ba18" providerId="LiveId" clId="{02BAFCB6-52BE-469E-851C-FEC21D123C66}" dt="2021-11-30T08:08:11.598" v="2015" actId="1036"/>
          <ac:spMkLst>
            <pc:docMk/>
            <pc:sldMk cId="4084444921" sldId="485"/>
            <ac:spMk id="2" creationId="{7282F586-313B-4A70-8FE9-FB3F8760B7D8}"/>
          </ac:spMkLst>
        </pc:spChg>
        <pc:spChg chg="mod">
          <ac:chgData name="Devinder Kaur" userId="89161a673412ba18" providerId="LiveId" clId="{02BAFCB6-52BE-469E-851C-FEC21D123C66}" dt="2021-11-30T08:39:37.083" v="2262" actId="27636"/>
          <ac:spMkLst>
            <pc:docMk/>
            <pc:sldMk cId="4084444921" sldId="485"/>
            <ac:spMk id="3" creationId="{C24F9578-D2CE-4B29-9236-AFB817F38B1D}"/>
          </ac:spMkLst>
        </pc:spChg>
        <pc:spChg chg="mod">
          <ac:chgData name="Devinder Kaur" userId="89161a673412ba18" providerId="LiveId" clId="{02BAFCB6-52BE-469E-851C-FEC21D123C66}" dt="2021-11-30T08:07:46.535" v="2008" actId="1038"/>
          <ac:spMkLst>
            <pc:docMk/>
            <pc:sldMk cId="4084444921" sldId="485"/>
            <ac:spMk id="7" creationId="{05A20913-FBD3-417A-A142-56259A22250D}"/>
          </ac:spMkLst>
        </pc:spChg>
        <pc:spChg chg="mod">
          <ac:chgData name="Devinder Kaur" userId="89161a673412ba18" providerId="LiveId" clId="{02BAFCB6-52BE-469E-851C-FEC21D123C66}" dt="2021-11-30T08:07:46.535" v="2008" actId="1038"/>
          <ac:spMkLst>
            <pc:docMk/>
            <pc:sldMk cId="4084444921" sldId="485"/>
            <ac:spMk id="8" creationId="{CDA92F41-BB6F-45C5-A487-99E23613DCC1}"/>
          </ac:spMkLst>
        </pc:spChg>
        <pc:spChg chg="mod">
          <ac:chgData name="Devinder Kaur" userId="89161a673412ba18" providerId="LiveId" clId="{02BAFCB6-52BE-469E-851C-FEC21D123C66}" dt="2021-11-30T08:07:46.535" v="2008" actId="1038"/>
          <ac:spMkLst>
            <pc:docMk/>
            <pc:sldMk cId="4084444921" sldId="485"/>
            <ac:spMk id="9" creationId="{137A02DF-F841-462C-B835-7E90FBF95846}"/>
          </ac:spMkLst>
        </pc:spChg>
        <pc:spChg chg="mod">
          <ac:chgData name="Devinder Kaur" userId="89161a673412ba18" providerId="LiveId" clId="{02BAFCB6-52BE-469E-851C-FEC21D123C66}" dt="2021-11-30T08:07:46.535" v="2008" actId="1038"/>
          <ac:spMkLst>
            <pc:docMk/>
            <pc:sldMk cId="4084444921" sldId="485"/>
            <ac:spMk id="10" creationId="{54174317-C236-4F8B-9D05-F1D4DFF8EBF4}"/>
          </ac:spMkLst>
        </pc:spChg>
        <pc:spChg chg="mod">
          <ac:chgData name="Devinder Kaur" userId="89161a673412ba18" providerId="LiveId" clId="{02BAFCB6-52BE-469E-851C-FEC21D123C66}" dt="2021-11-30T08:07:46.535" v="2008" actId="1038"/>
          <ac:spMkLst>
            <pc:docMk/>
            <pc:sldMk cId="4084444921" sldId="485"/>
            <ac:spMk id="11" creationId="{551E6B4C-3C01-4FD5-93C5-BA765FE22C8D}"/>
          </ac:spMkLst>
        </pc:spChg>
        <pc:spChg chg="mod">
          <ac:chgData name="Devinder Kaur" userId="89161a673412ba18" providerId="LiveId" clId="{02BAFCB6-52BE-469E-851C-FEC21D123C66}" dt="2021-11-30T08:07:46.535" v="2008" actId="1038"/>
          <ac:spMkLst>
            <pc:docMk/>
            <pc:sldMk cId="4084444921" sldId="485"/>
            <ac:spMk id="12" creationId="{9A9372EE-F228-4A6C-BD3B-6D4D3A3EC9C1}"/>
          </ac:spMkLst>
        </pc:spChg>
        <pc:spChg chg="mod">
          <ac:chgData name="Devinder Kaur" userId="89161a673412ba18" providerId="LiveId" clId="{02BAFCB6-52BE-469E-851C-FEC21D123C66}" dt="2021-11-30T08:07:46.535" v="2008" actId="1038"/>
          <ac:spMkLst>
            <pc:docMk/>
            <pc:sldMk cId="4084444921" sldId="485"/>
            <ac:spMk id="13" creationId="{4FDBEBA7-B812-4BE0-B20C-9FE7FC33C48E}"/>
          </ac:spMkLst>
        </pc:spChg>
        <pc:spChg chg="mod">
          <ac:chgData name="Devinder Kaur" userId="89161a673412ba18" providerId="LiveId" clId="{02BAFCB6-52BE-469E-851C-FEC21D123C66}" dt="2021-11-30T08:07:46.535" v="2008" actId="1038"/>
          <ac:spMkLst>
            <pc:docMk/>
            <pc:sldMk cId="4084444921" sldId="485"/>
            <ac:spMk id="14" creationId="{18E2EF6B-5229-4F64-95CC-BDDE8852D302}"/>
          </ac:spMkLst>
        </pc:spChg>
        <pc:spChg chg="mod">
          <ac:chgData name="Devinder Kaur" userId="89161a673412ba18" providerId="LiveId" clId="{02BAFCB6-52BE-469E-851C-FEC21D123C66}" dt="2021-11-30T08:07:46.535" v="2008" actId="1038"/>
          <ac:spMkLst>
            <pc:docMk/>
            <pc:sldMk cId="4084444921" sldId="485"/>
            <ac:spMk id="15" creationId="{AFD5DB74-7EEB-46F1-8087-BEDA84403E36}"/>
          </ac:spMkLst>
        </pc:spChg>
        <pc:spChg chg="mod">
          <ac:chgData name="Devinder Kaur" userId="89161a673412ba18" providerId="LiveId" clId="{02BAFCB6-52BE-469E-851C-FEC21D123C66}" dt="2021-11-30T08:07:46.535" v="2008" actId="1038"/>
          <ac:spMkLst>
            <pc:docMk/>
            <pc:sldMk cId="4084444921" sldId="485"/>
            <ac:spMk id="16" creationId="{E3541A59-1BF3-4B4A-ABDE-870DFF62EBC3}"/>
          </ac:spMkLst>
        </pc:spChg>
        <pc:spChg chg="mod">
          <ac:chgData name="Devinder Kaur" userId="89161a673412ba18" providerId="LiveId" clId="{02BAFCB6-52BE-469E-851C-FEC21D123C66}" dt="2021-11-30T08:07:46.535" v="2008" actId="1038"/>
          <ac:spMkLst>
            <pc:docMk/>
            <pc:sldMk cId="4084444921" sldId="485"/>
            <ac:spMk id="17" creationId="{A6609F23-654C-470E-BB1D-58ADC625E0FD}"/>
          </ac:spMkLst>
        </pc:spChg>
        <pc:spChg chg="mod">
          <ac:chgData name="Devinder Kaur" userId="89161a673412ba18" providerId="LiveId" clId="{02BAFCB6-52BE-469E-851C-FEC21D123C66}" dt="2021-11-30T08:07:46.535" v="2008" actId="1038"/>
          <ac:spMkLst>
            <pc:docMk/>
            <pc:sldMk cId="4084444921" sldId="485"/>
            <ac:spMk id="18" creationId="{AC63B964-E76E-493C-A1FA-4963E81C076C}"/>
          </ac:spMkLst>
        </pc:spChg>
        <pc:spChg chg="mod">
          <ac:chgData name="Devinder Kaur" userId="89161a673412ba18" providerId="LiveId" clId="{02BAFCB6-52BE-469E-851C-FEC21D123C66}" dt="2021-11-30T08:07:46.535" v="2008" actId="1038"/>
          <ac:spMkLst>
            <pc:docMk/>
            <pc:sldMk cId="4084444921" sldId="485"/>
            <ac:spMk id="19" creationId="{6FD34E3A-96AA-4A28-B583-EE7CE9B14139}"/>
          </ac:spMkLst>
        </pc:spChg>
        <pc:spChg chg="mod">
          <ac:chgData name="Devinder Kaur" userId="89161a673412ba18" providerId="LiveId" clId="{02BAFCB6-52BE-469E-851C-FEC21D123C66}" dt="2021-11-30T08:07:46.535" v="2008" actId="1038"/>
          <ac:spMkLst>
            <pc:docMk/>
            <pc:sldMk cId="4084444921" sldId="485"/>
            <ac:spMk id="23" creationId="{C7FA0F1C-734F-45CE-BB9D-0B99BAD05C4D}"/>
          </ac:spMkLst>
        </pc:spChg>
        <pc:spChg chg="mod">
          <ac:chgData name="Devinder Kaur" userId="89161a673412ba18" providerId="LiveId" clId="{02BAFCB6-52BE-469E-851C-FEC21D123C66}" dt="2021-11-30T08:07:46.535" v="2008" actId="1038"/>
          <ac:spMkLst>
            <pc:docMk/>
            <pc:sldMk cId="4084444921" sldId="485"/>
            <ac:spMk id="24" creationId="{4163FDD2-3DF1-4EA4-9A67-1C68FA54F875}"/>
          </ac:spMkLst>
        </pc:spChg>
        <pc:spChg chg="mod">
          <ac:chgData name="Devinder Kaur" userId="89161a673412ba18" providerId="LiveId" clId="{02BAFCB6-52BE-469E-851C-FEC21D123C66}" dt="2021-11-30T08:07:46.535" v="2008" actId="1038"/>
          <ac:spMkLst>
            <pc:docMk/>
            <pc:sldMk cId="4084444921" sldId="485"/>
            <ac:spMk id="25" creationId="{686CF67B-8162-49FA-B62F-AF67FC500D5B}"/>
          </ac:spMkLst>
        </pc:spChg>
        <pc:spChg chg="mod">
          <ac:chgData name="Devinder Kaur" userId="89161a673412ba18" providerId="LiveId" clId="{02BAFCB6-52BE-469E-851C-FEC21D123C66}" dt="2021-11-30T08:07:46.535" v="2008" actId="1038"/>
          <ac:spMkLst>
            <pc:docMk/>
            <pc:sldMk cId="4084444921" sldId="485"/>
            <ac:spMk id="26" creationId="{F60D8066-6D6B-43F4-83D9-E1D645F49AA2}"/>
          </ac:spMkLst>
        </pc:spChg>
        <pc:spChg chg="mod">
          <ac:chgData name="Devinder Kaur" userId="89161a673412ba18" providerId="LiveId" clId="{02BAFCB6-52BE-469E-851C-FEC21D123C66}" dt="2021-11-30T08:07:46.535" v="2008" actId="1038"/>
          <ac:spMkLst>
            <pc:docMk/>
            <pc:sldMk cId="4084444921" sldId="485"/>
            <ac:spMk id="27" creationId="{F6910A4B-6A64-4AD8-BB1E-F578EEE374EF}"/>
          </ac:spMkLst>
        </pc:spChg>
        <pc:spChg chg="mod">
          <ac:chgData name="Devinder Kaur" userId="89161a673412ba18" providerId="LiveId" clId="{02BAFCB6-52BE-469E-851C-FEC21D123C66}" dt="2021-11-30T08:07:46.535" v="2008" actId="1038"/>
          <ac:spMkLst>
            <pc:docMk/>
            <pc:sldMk cId="4084444921" sldId="485"/>
            <ac:spMk id="28" creationId="{BEE75BAC-F01F-4641-8E21-002DB24BFD57}"/>
          </ac:spMkLst>
        </pc:spChg>
        <pc:spChg chg="mod">
          <ac:chgData name="Devinder Kaur" userId="89161a673412ba18" providerId="LiveId" clId="{02BAFCB6-52BE-469E-851C-FEC21D123C66}" dt="2021-11-30T08:07:46.535" v="2008" actId="1038"/>
          <ac:spMkLst>
            <pc:docMk/>
            <pc:sldMk cId="4084444921" sldId="485"/>
            <ac:spMk id="29" creationId="{53D5E31E-FB0E-4283-9D39-5821E16D6A59}"/>
          </ac:spMkLst>
        </pc:spChg>
        <pc:spChg chg="mod">
          <ac:chgData name="Devinder Kaur" userId="89161a673412ba18" providerId="LiveId" clId="{02BAFCB6-52BE-469E-851C-FEC21D123C66}" dt="2021-11-30T08:07:46.535" v="2008" actId="1038"/>
          <ac:spMkLst>
            <pc:docMk/>
            <pc:sldMk cId="4084444921" sldId="485"/>
            <ac:spMk id="30" creationId="{B3341C2A-9704-4B9F-900D-DB31BA04D016}"/>
          </ac:spMkLst>
        </pc:spChg>
        <pc:grpChg chg="add mod">
          <ac:chgData name="Devinder Kaur" userId="89161a673412ba18" providerId="LiveId" clId="{02BAFCB6-52BE-469E-851C-FEC21D123C66}" dt="2021-11-30T08:07:46.535" v="2008" actId="1038"/>
          <ac:grpSpMkLst>
            <pc:docMk/>
            <pc:sldMk cId="4084444921" sldId="485"/>
            <ac:grpSpMk id="5" creationId="{A157B562-9941-40D4-91AD-36D95385831B}"/>
          </ac:grpSpMkLst>
        </pc:grpChg>
        <pc:grpChg chg="mod">
          <ac:chgData name="Devinder Kaur" userId="89161a673412ba18" providerId="LiveId" clId="{02BAFCB6-52BE-469E-851C-FEC21D123C66}" dt="2021-11-30T08:07:46.535" v="2008" actId="1038"/>
          <ac:grpSpMkLst>
            <pc:docMk/>
            <pc:sldMk cId="4084444921" sldId="485"/>
            <ac:grpSpMk id="20" creationId="{3AC3F281-88DE-4820-B32E-691D3DB0F4F9}"/>
          </ac:grpSpMkLst>
        </pc:grpChg>
        <pc:grpChg chg="mod">
          <ac:chgData name="Devinder Kaur" userId="89161a673412ba18" providerId="LiveId" clId="{02BAFCB6-52BE-469E-851C-FEC21D123C66}" dt="2021-11-30T08:07:46.535" v="2008" actId="1038"/>
          <ac:grpSpMkLst>
            <pc:docMk/>
            <pc:sldMk cId="4084444921" sldId="485"/>
            <ac:grpSpMk id="21" creationId="{B8EB7203-FA92-454B-B771-0FF985F916C2}"/>
          </ac:grpSpMkLst>
        </pc:grpChg>
        <pc:grpChg chg="mod">
          <ac:chgData name="Devinder Kaur" userId="89161a673412ba18" providerId="LiveId" clId="{02BAFCB6-52BE-469E-851C-FEC21D123C66}" dt="2021-11-30T08:07:46.535" v="2008" actId="1038"/>
          <ac:grpSpMkLst>
            <pc:docMk/>
            <pc:sldMk cId="4084444921" sldId="485"/>
            <ac:grpSpMk id="22" creationId="{798F46DA-87AD-4770-93E1-AF356E74B314}"/>
          </ac:grpSpMkLst>
        </pc:grpChg>
        <pc:picChg chg="mod">
          <ac:chgData name="Devinder Kaur" userId="89161a673412ba18" providerId="LiveId" clId="{02BAFCB6-52BE-469E-851C-FEC21D123C66}" dt="2021-11-30T08:07:46.535" v="2008" actId="1038"/>
          <ac:picMkLst>
            <pc:docMk/>
            <pc:sldMk cId="4084444921" sldId="485"/>
            <ac:picMk id="6" creationId="{0628CAD0-5603-4EB0-9D96-B92DE4499AF3}"/>
          </ac:picMkLst>
        </pc:picChg>
      </pc:sldChg>
      <pc:sldChg chg="addSp delSp modSp new mod modNotesTx">
        <pc:chgData name="Devinder Kaur" userId="89161a673412ba18" providerId="LiveId" clId="{02BAFCB6-52BE-469E-851C-FEC21D123C66}" dt="2021-11-30T08:47:32.323" v="2280"/>
        <pc:sldMkLst>
          <pc:docMk/>
          <pc:sldMk cId="42528257" sldId="486"/>
        </pc:sldMkLst>
        <pc:spChg chg="mod">
          <ac:chgData name="Devinder Kaur" userId="89161a673412ba18" providerId="LiveId" clId="{02BAFCB6-52BE-469E-851C-FEC21D123C66}" dt="2021-11-30T08:11:01.761" v="2028" actId="14100"/>
          <ac:spMkLst>
            <pc:docMk/>
            <pc:sldMk cId="42528257" sldId="486"/>
            <ac:spMk id="2" creationId="{07CA2F80-8441-4BCD-8A5D-88906D78E1F8}"/>
          </ac:spMkLst>
        </pc:spChg>
        <pc:spChg chg="mod">
          <ac:chgData name="Devinder Kaur" userId="89161a673412ba18" providerId="LiveId" clId="{02BAFCB6-52BE-469E-851C-FEC21D123C66}" dt="2021-11-30T08:17:38.430" v="2201" actId="14100"/>
          <ac:spMkLst>
            <pc:docMk/>
            <pc:sldMk cId="42528257" sldId="486"/>
            <ac:spMk id="3" creationId="{E8292B0F-438F-4427-9EBE-91F591785B2D}"/>
          </ac:spMkLst>
        </pc:spChg>
        <pc:spChg chg="mod">
          <ac:chgData name="Devinder Kaur" userId="89161a673412ba18" providerId="LiveId" clId="{02BAFCB6-52BE-469E-851C-FEC21D123C66}" dt="2021-11-30T08:12:10.468" v="2042"/>
          <ac:spMkLst>
            <pc:docMk/>
            <pc:sldMk cId="42528257" sldId="486"/>
            <ac:spMk id="6" creationId="{960905F0-3555-42C0-85FD-1CB10E208E50}"/>
          </ac:spMkLst>
        </pc:spChg>
        <pc:spChg chg="mod">
          <ac:chgData name="Devinder Kaur" userId="89161a673412ba18" providerId="LiveId" clId="{02BAFCB6-52BE-469E-851C-FEC21D123C66}" dt="2021-11-30T08:12:10.468" v="2042"/>
          <ac:spMkLst>
            <pc:docMk/>
            <pc:sldMk cId="42528257" sldId="486"/>
            <ac:spMk id="7" creationId="{94B017E0-7334-4865-A6FD-DD7FE53EFE68}"/>
          </ac:spMkLst>
        </pc:spChg>
        <pc:spChg chg="mod">
          <ac:chgData name="Devinder Kaur" userId="89161a673412ba18" providerId="LiveId" clId="{02BAFCB6-52BE-469E-851C-FEC21D123C66}" dt="2021-11-30T08:12:10.468" v="2042"/>
          <ac:spMkLst>
            <pc:docMk/>
            <pc:sldMk cId="42528257" sldId="486"/>
            <ac:spMk id="8" creationId="{46F92A0B-97A0-4A69-96B5-31126917D3D4}"/>
          </ac:spMkLst>
        </pc:spChg>
        <pc:spChg chg="mod">
          <ac:chgData name="Devinder Kaur" userId="89161a673412ba18" providerId="LiveId" clId="{02BAFCB6-52BE-469E-851C-FEC21D123C66}" dt="2021-11-30T08:12:10.468" v="2042"/>
          <ac:spMkLst>
            <pc:docMk/>
            <pc:sldMk cId="42528257" sldId="486"/>
            <ac:spMk id="9" creationId="{F9888413-2A46-42AB-9283-CB6FE50A300B}"/>
          </ac:spMkLst>
        </pc:spChg>
        <pc:spChg chg="mod">
          <ac:chgData name="Devinder Kaur" userId="89161a673412ba18" providerId="LiveId" clId="{02BAFCB6-52BE-469E-851C-FEC21D123C66}" dt="2021-11-30T08:12:10.468" v="2042"/>
          <ac:spMkLst>
            <pc:docMk/>
            <pc:sldMk cId="42528257" sldId="486"/>
            <ac:spMk id="10" creationId="{EE425EB7-D86F-493A-A030-828391ADA212}"/>
          </ac:spMkLst>
        </pc:spChg>
        <pc:spChg chg="mod">
          <ac:chgData name="Devinder Kaur" userId="89161a673412ba18" providerId="LiveId" clId="{02BAFCB6-52BE-469E-851C-FEC21D123C66}" dt="2021-11-30T08:12:10.468" v="2042"/>
          <ac:spMkLst>
            <pc:docMk/>
            <pc:sldMk cId="42528257" sldId="486"/>
            <ac:spMk id="11" creationId="{9391FC9A-0620-4D07-9F02-E4728E3EE6F1}"/>
          </ac:spMkLst>
        </pc:spChg>
        <pc:spChg chg="mod">
          <ac:chgData name="Devinder Kaur" userId="89161a673412ba18" providerId="LiveId" clId="{02BAFCB6-52BE-469E-851C-FEC21D123C66}" dt="2021-11-30T08:12:10.468" v="2042"/>
          <ac:spMkLst>
            <pc:docMk/>
            <pc:sldMk cId="42528257" sldId="486"/>
            <ac:spMk id="12" creationId="{5DFB9815-E776-4EC9-A9BF-8889DF6EE37B}"/>
          </ac:spMkLst>
        </pc:spChg>
        <pc:spChg chg="mod">
          <ac:chgData name="Devinder Kaur" userId="89161a673412ba18" providerId="LiveId" clId="{02BAFCB6-52BE-469E-851C-FEC21D123C66}" dt="2021-11-30T08:12:10.468" v="2042"/>
          <ac:spMkLst>
            <pc:docMk/>
            <pc:sldMk cId="42528257" sldId="486"/>
            <ac:spMk id="13" creationId="{6CB5FEFE-1BDC-46E7-BFE6-0309236C974E}"/>
          </ac:spMkLst>
        </pc:spChg>
        <pc:spChg chg="mod">
          <ac:chgData name="Devinder Kaur" userId="89161a673412ba18" providerId="LiveId" clId="{02BAFCB6-52BE-469E-851C-FEC21D123C66}" dt="2021-11-30T08:12:10.468" v="2042"/>
          <ac:spMkLst>
            <pc:docMk/>
            <pc:sldMk cId="42528257" sldId="486"/>
            <ac:spMk id="14" creationId="{D2004548-2CB3-4996-8265-6785A483EDC4}"/>
          </ac:spMkLst>
        </pc:spChg>
        <pc:spChg chg="mod">
          <ac:chgData name="Devinder Kaur" userId="89161a673412ba18" providerId="LiveId" clId="{02BAFCB6-52BE-469E-851C-FEC21D123C66}" dt="2021-11-30T08:12:10.468" v="2042"/>
          <ac:spMkLst>
            <pc:docMk/>
            <pc:sldMk cId="42528257" sldId="486"/>
            <ac:spMk id="15" creationId="{09F1BECE-5510-498D-B8FF-C583DD9151DA}"/>
          </ac:spMkLst>
        </pc:spChg>
        <pc:spChg chg="mod">
          <ac:chgData name="Devinder Kaur" userId="89161a673412ba18" providerId="LiveId" clId="{02BAFCB6-52BE-469E-851C-FEC21D123C66}" dt="2021-11-30T08:12:10.468" v="2042"/>
          <ac:spMkLst>
            <pc:docMk/>
            <pc:sldMk cId="42528257" sldId="486"/>
            <ac:spMk id="16" creationId="{6002D8FA-0B1D-45CB-ACF6-10473E5EC503}"/>
          </ac:spMkLst>
        </pc:spChg>
        <pc:spChg chg="mod">
          <ac:chgData name="Devinder Kaur" userId="89161a673412ba18" providerId="LiveId" clId="{02BAFCB6-52BE-469E-851C-FEC21D123C66}" dt="2021-11-30T08:12:10.468" v="2042"/>
          <ac:spMkLst>
            <pc:docMk/>
            <pc:sldMk cId="42528257" sldId="486"/>
            <ac:spMk id="17" creationId="{07DFC727-C9B6-4B92-98EF-D64E4F21E255}"/>
          </ac:spMkLst>
        </pc:spChg>
        <pc:spChg chg="mod">
          <ac:chgData name="Devinder Kaur" userId="89161a673412ba18" providerId="LiveId" clId="{02BAFCB6-52BE-469E-851C-FEC21D123C66}" dt="2021-11-30T08:12:10.468" v="2042"/>
          <ac:spMkLst>
            <pc:docMk/>
            <pc:sldMk cId="42528257" sldId="486"/>
            <ac:spMk id="18" creationId="{93D79F07-BB84-4A85-A703-86708F5484BF}"/>
          </ac:spMkLst>
        </pc:spChg>
        <pc:spChg chg="mod">
          <ac:chgData name="Devinder Kaur" userId="89161a673412ba18" providerId="LiveId" clId="{02BAFCB6-52BE-469E-851C-FEC21D123C66}" dt="2021-11-30T08:12:10.468" v="2042"/>
          <ac:spMkLst>
            <pc:docMk/>
            <pc:sldMk cId="42528257" sldId="486"/>
            <ac:spMk id="19" creationId="{3A366456-6CD4-4F48-8A07-1EF64B3869CB}"/>
          </ac:spMkLst>
        </pc:spChg>
        <pc:spChg chg="mod">
          <ac:chgData name="Devinder Kaur" userId="89161a673412ba18" providerId="LiveId" clId="{02BAFCB6-52BE-469E-851C-FEC21D123C66}" dt="2021-11-30T08:12:10.468" v="2042"/>
          <ac:spMkLst>
            <pc:docMk/>
            <pc:sldMk cId="42528257" sldId="486"/>
            <ac:spMk id="20" creationId="{EC168333-35B5-4C08-BACF-E6355AA5487A}"/>
          </ac:spMkLst>
        </pc:spChg>
        <pc:spChg chg="mod">
          <ac:chgData name="Devinder Kaur" userId="89161a673412ba18" providerId="LiveId" clId="{02BAFCB6-52BE-469E-851C-FEC21D123C66}" dt="2021-11-30T08:12:10.468" v="2042"/>
          <ac:spMkLst>
            <pc:docMk/>
            <pc:sldMk cId="42528257" sldId="486"/>
            <ac:spMk id="21" creationId="{5B8BC844-F822-4E80-8865-4581FE15AE08}"/>
          </ac:spMkLst>
        </pc:spChg>
        <pc:spChg chg="mod">
          <ac:chgData name="Devinder Kaur" userId="89161a673412ba18" providerId="LiveId" clId="{02BAFCB6-52BE-469E-851C-FEC21D123C66}" dt="2021-11-30T08:12:10.468" v="2042"/>
          <ac:spMkLst>
            <pc:docMk/>
            <pc:sldMk cId="42528257" sldId="486"/>
            <ac:spMk id="22" creationId="{B6F96C36-9058-4694-AA30-0537F8FD3533}"/>
          </ac:spMkLst>
        </pc:spChg>
        <pc:spChg chg="mod">
          <ac:chgData name="Devinder Kaur" userId="89161a673412ba18" providerId="LiveId" clId="{02BAFCB6-52BE-469E-851C-FEC21D123C66}" dt="2021-11-30T08:12:10.468" v="2042"/>
          <ac:spMkLst>
            <pc:docMk/>
            <pc:sldMk cId="42528257" sldId="486"/>
            <ac:spMk id="23" creationId="{4E9CDBD4-AB94-40B2-B93A-7061793DC73A}"/>
          </ac:spMkLst>
        </pc:spChg>
        <pc:spChg chg="mod">
          <ac:chgData name="Devinder Kaur" userId="89161a673412ba18" providerId="LiveId" clId="{02BAFCB6-52BE-469E-851C-FEC21D123C66}" dt="2021-11-30T08:12:10.468" v="2042"/>
          <ac:spMkLst>
            <pc:docMk/>
            <pc:sldMk cId="42528257" sldId="486"/>
            <ac:spMk id="24" creationId="{57A0EE1D-D777-45E2-8A73-A5B096AC8D89}"/>
          </ac:spMkLst>
        </pc:spChg>
        <pc:spChg chg="mod">
          <ac:chgData name="Devinder Kaur" userId="89161a673412ba18" providerId="LiveId" clId="{02BAFCB6-52BE-469E-851C-FEC21D123C66}" dt="2021-11-30T08:12:10.468" v="2042"/>
          <ac:spMkLst>
            <pc:docMk/>
            <pc:sldMk cId="42528257" sldId="486"/>
            <ac:spMk id="25" creationId="{C7A38D4E-F29D-4D32-A1DD-A621167860CA}"/>
          </ac:spMkLst>
        </pc:spChg>
        <pc:spChg chg="mod">
          <ac:chgData name="Devinder Kaur" userId="89161a673412ba18" providerId="LiveId" clId="{02BAFCB6-52BE-469E-851C-FEC21D123C66}" dt="2021-11-30T08:12:10.468" v="2042"/>
          <ac:spMkLst>
            <pc:docMk/>
            <pc:sldMk cId="42528257" sldId="486"/>
            <ac:spMk id="26" creationId="{0D7E6B16-F53B-4F06-A4F1-E21B8BB49904}"/>
          </ac:spMkLst>
        </pc:spChg>
        <pc:spChg chg="mod">
          <ac:chgData name="Devinder Kaur" userId="89161a673412ba18" providerId="LiveId" clId="{02BAFCB6-52BE-469E-851C-FEC21D123C66}" dt="2021-11-30T08:15:16.015" v="2198" actId="14100"/>
          <ac:spMkLst>
            <pc:docMk/>
            <pc:sldMk cId="42528257" sldId="486"/>
            <ac:spMk id="30" creationId="{94BE3D6D-8DFA-49FC-A958-135431FD9C07}"/>
          </ac:spMkLst>
        </pc:spChg>
        <pc:spChg chg="mod">
          <ac:chgData name="Devinder Kaur" userId="89161a673412ba18" providerId="LiveId" clId="{02BAFCB6-52BE-469E-851C-FEC21D123C66}" dt="2021-11-30T08:15:16.015" v="2198" actId="14100"/>
          <ac:spMkLst>
            <pc:docMk/>
            <pc:sldMk cId="42528257" sldId="486"/>
            <ac:spMk id="31" creationId="{A0AF38FB-42F8-419B-85CE-96AA463961FD}"/>
          </ac:spMkLst>
        </pc:spChg>
        <pc:spChg chg="mod">
          <ac:chgData name="Devinder Kaur" userId="89161a673412ba18" providerId="LiveId" clId="{02BAFCB6-52BE-469E-851C-FEC21D123C66}" dt="2021-11-30T08:15:16.015" v="2198" actId="14100"/>
          <ac:spMkLst>
            <pc:docMk/>
            <pc:sldMk cId="42528257" sldId="486"/>
            <ac:spMk id="32" creationId="{A3F0878D-4BF6-4C7E-BDE2-A1865D8D3529}"/>
          </ac:spMkLst>
        </pc:spChg>
        <pc:spChg chg="mod">
          <ac:chgData name="Devinder Kaur" userId="89161a673412ba18" providerId="LiveId" clId="{02BAFCB6-52BE-469E-851C-FEC21D123C66}" dt="2021-11-30T08:15:16.015" v="2198" actId="14100"/>
          <ac:spMkLst>
            <pc:docMk/>
            <pc:sldMk cId="42528257" sldId="486"/>
            <ac:spMk id="33" creationId="{221A1F83-3377-4D2A-BB83-2959D22F217B}"/>
          </ac:spMkLst>
        </pc:spChg>
        <pc:spChg chg="mod">
          <ac:chgData name="Devinder Kaur" userId="89161a673412ba18" providerId="LiveId" clId="{02BAFCB6-52BE-469E-851C-FEC21D123C66}" dt="2021-11-30T08:15:16.015" v="2198" actId="14100"/>
          <ac:spMkLst>
            <pc:docMk/>
            <pc:sldMk cId="42528257" sldId="486"/>
            <ac:spMk id="34" creationId="{B77928AD-C46A-45DA-AA6E-4AEBD70D0C20}"/>
          </ac:spMkLst>
        </pc:spChg>
        <pc:spChg chg="mod">
          <ac:chgData name="Devinder Kaur" userId="89161a673412ba18" providerId="LiveId" clId="{02BAFCB6-52BE-469E-851C-FEC21D123C66}" dt="2021-11-30T08:15:16.015" v="2198" actId="14100"/>
          <ac:spMkLst>
            <pc:docMk/>
            <pc:sldMk cId="42528257" sldId="486"/>
            <ac:spMk id="35" creationId="{215A51FB-43FB-492E-B469-9133E8CB33DF}"/>
          </ac:spMkLst>
        </pc:spChg>
        <pc:spChg chg="mod">
          <ac:chgData name="Devinder Kaur" userId="89161a673412ba18" providerId="LiveId" clId="{02BAFCB6-52BE-469E-851C-FEC21D123C66}" dt="2021-11-30T08:15:16.015" v="2198" actId="14100"/>
          <ac:spMkLst>
            <pc:docMk/>
            <pc:sldMk cId="42528257" sldId="486"/>
            <ac:spMk id="36" creationId="{25FA1B49-0595-4811-ABF6-4090EF7D4EA4}"/>
          </ac:spMkLst>
        </pc:spChg>
        <pc:spChg chg="mod">
          <ac:chgData name="Devinder Kaur" userId="89161a673412ba18" providerId="LiveId" clId="{02BAFCB6-52BE-469E-851C-FEC21D123C66}" dt="2021-11-30T08:15:16.015" v="2198" actId="14100"/>
          <ac:spMkLst>
            <pc:docMk/>
            <pc:sldMk cId="42528257" sldId="486"/>
            <ac:spMk id="37" creationId="{40FC695F-A4A7-44E8-9DC8-AD3C7623091F}"/>
          </ac:spMkLst>
        </pc:spChg>
        <pc:spChg chg="mod">
          <ac:chgData name="Devinder Kaur" userId="89161a673412ba18" providerId="LiveId" clId="{02BAFCB6-52BE-469E-851C-FEC21D123C66}" dt="2021-11-30T08:15:16.015" v="2198" actId="14100"/>
          <ac:spMkLst>
            <pc:docMk/>
            <pc:sldMk cId="42528257" sldId="486"/>
            <ac:spMk id="38" creationId="{E0C7BA7D-73F9-4CF5-9CC3-904A0CB58C74}"/>
          </ac:spMkLst>
        </pc:spChg>
        <pc:spChg chg="mod">
          <ac:chgData name="Devinder Kaur" userId="89161a673412ba18" providerId="LiveId" clId="{02BAFCB6-52BE-469E-851C-FEC21D123C66}" dt="2021-11-30T08:15:16.015" v="2198" actId="14100"/>
          <ac:spMkLst>
            <pc:docMk/>
            <pc:sldMk cId="42528257" sldId="486"/>
            <ac:spMk id="39" creationId="{15BE992D-290B-45A6-9B98-F8A099D53229}"/>
          </ac:spMkLst>
        </pc:spChg>
        <pc:spChg chg="mod">
          <ac:chgData name="Devinder Kaur" userId="89161a673412ba18" providerId="LiveId" clId="{02BAFCB6-52BE-469E-851C-FEC21D123C66}" dt="2021-11-30T08:15:16.015" v="2198" actId="14100"/>
          <ac:spMkLst>
            <pc:docMk/>
            <pc:sldMk cId="42528257" sldId="486"/>
            <ac:spMk id="40" creationId="{C45767F2-1F63-42E4-9E9B-90FF75393BD6}"/>
          </ac:spMkLst>
        </pc:spChg>
        <pc:spChg chg="mod">
          <ac:chgData name="Devinder Kaur" userId="89161a673412ba18" providerId="LiveId" clId="{02BAFCB6-52BE-469E-851C-FEC21D123C66}" dt="2021-11-30T08:15:16.015" v="2198" actId="14100"/>
          <ac:spMkLst>
            <pc:docMk/>
            <pc:sldMk cId="42528257" sldId="486"/>
            <ac:spMk id="41" creationId="{019D3DDE-96A7-419B-85B3-BC71C76FCAA9}"/>
          </ac:spMkLst>
        </pc:spChg>
        <pc:spChg chg="mod">
          <ac:chgData name="Devinder Kaur" userId="89161a673412ba18" providerId="LiveId" clId="{02BAFCB6-52BE-469E-851C-FEC21D123C66}" dt="2021-11-30T08:15:16.015" v="2198" actId="14100"/>
          <ac:spMkLst>
            <pc:docMk/>
            <pc:sldMk cId="42528257" sldId="486"/>
            <ac:spMk id="42" creationId="{90B622A3-A265-4715-A70F-41AFD59662E6}"/>
          </ac:spMkLst>
        </pc:spChg>
        <pc:spChg chg="mod">
          <ac:chgData name="Devinder Kaur" userId="89161a673412ba18" providerId="LiveId" clId="{02BAFCB6-52BE-469E-851C-FEC21D123C66}" dt="2021-11-30T08:15:16.015" v="2198" actId="14100"/>
          <ac:spMkLst>
            <pc:docMk/>
            <pc:sldMk cId="42528257" sldId="486"/>
            <ac:spMk id="43" creationId="{2937A304-CEFD-42E0-AE06-A7FA84F2AB83}"/>
          </ac:spMkLst>
        </pc:spChg>
        <pc:spChg chg="mod">
          <ac:chgData name="Devinder Kaur" userId="89161a673412ba18" providerId="LiveId" clId="{02BAFCB6-52BE-469E-851C-FEC21D123C66}" dt="2021-11-30T08:15:16.015" v="2198" actId="14100"/>
          <ac:spMkLst>
            <pc:docMk/>
            <pc:sldMk cId="42528257" sldId="486"/>
            <ac:spMk id="44" creationId="{632E73F4-4DD8-4BE5-AF71-E4FA28B8BC7C}"/>
          </ac:spMkLst>
        </pc:spChg>
        <pc:spChg chg="mod">
          <ac:chgData name="Devinder Kaur" userId="89161a673412ba18" providerId="LiveId" clId="{02BAFCB6-52BE-469E-851C-FEC21D123C66}" dt="2021-11-30T08:15:16.015" v="2198" actId="14100"/>
          <ac:spMkLst>
            <pc:docMk/>
            <pc:sldMk cId="42528257" sldId="486"/>
            <ac:spMk id="45" creationId="{CACFBDB8-9D20-439F-8E44-DC5423C78210}"/>
          </ac:spMkLst>
        </pc:spChg>
        <pc:spChg chg="mod">
          <ac:chgData name="Devinder Kaur" userId="89161a673412ba18" providerId="LiveId" clId="{02BAFCB6-52BE-469E-851C-FEC21D123C66}" dt="2021-11-30T08:15:16.015" v="2198" actId="14100"/>
          <ac:spMkLst>
            <pc:docMk/>
            <pc:sldMk cId="42528257" sldId="486"/>
            <ac:spMk id="46" creationId="{06108409-52C3-4928-BC50-727126E144B9}"/>
          </ac:spMkLst>
        </pc:spChg>
        <pc:spChg chg="mod">
          <ac:chgData name="Devinder Kaur" userId="89161a673412ba18" providerId="LiveId" clId="{02BAFCB6-52BE-469E-851C-FEC21D123C66}" dt="2021-11-30T08:15:16.015" v="2198" actId="14100"/>
          <ac:spMkLst>
            <pc:docMk/>
            <pc:sldMk cId="42528257" sldId="486"/>
            <ac:spMk id="47" creationId="{DEDE058B-71AE-4936-B46D-4929AA57A8BB}"/>
          </ac:spMkLst>
        </pc:spChg>
        <pc:spChg chg="mod">
          <ac:chgData name="Devinder Kaur" userId="89161a673412ba18" providerId="LiveId" clId="{02BAFCB6-52BE-469E-851C-FEC21D123C66}" dt="2021-11-30T08:15:16.015" v="2198" actId="14100"/>
          <ac:spMkLst>
            <pc:docMk/>
            <pc:sldMk cId="42528257" sldId="486"/>
            <ac:spMk id="48" creationId="{DED7413F-5BA2-4191-9E66-036E72F59DA9}"/>
          </ac:spMkLst>
        </pc:spChg>
        <pc:spChg chg="mod">
          <ac:chgData name="Devinder Kaur" userId="89161a673412ba18" providerId="LiveId" clId="{02BAFCB6-52BE-469E-851C-FEC21D123C66}" dt="2021-11-30T08:15:16.015" v="2198" actId="14100"/>
          <ac:spMkLst>
            <pc:docMk/>
            <pc:sldMk cId="42528257" sldId="486"/>
            <ac:spMk id="49" creationId="{1BDD0E9A-6591-40F2-B7E7-AC348C244277}"/>
          </ac:spMkLst>
        </pc:spChg>
        <pc:spChg chg="mod">
          <ac:chgData name="Devinder Kaur" userId="89161a673412ba18" providerId="LiveId" clId="{02BAFCB6-52BE-469E-851C-FEC21D123C66}" dt="2021-11-30T08:15:16.015" v="2198" actId="14100"/>
          <ac:spMkLst>
            <pc:docMk/>
            <pc:sldMk cId="42528257" sldId="486"/>
            <ac:spMk id="50" creationId="{1C7B6F30-1390-4370-8A4B-D30A1383977F}"/>
          </ac:spMkLst>
        </pc:spChg>
        <pc:spChg chg="mod">
          <ac:chgData name="Devinder Kaur" userId="89161a673412ba18" providerId="LiveId" clId="{02BAFCB6-52BE-469E-851C-FEC21D123C66}" dt="2021-11-30T08:43:13.020" v="2279" actId="14100"/>
          <ac:spMkLst>
            <pc:docMk/>
            <pc:sldMk cId="42528257" sldId="486"/>
            <ac:spMk id="56" creationId="{1165D8EA-9D18-49F5-9C31-EB0846BA95F4}"/>
          </ac:spMkLst>
        </pc:spChg>
        <pc:spChg chg="mod">
          <ac:chgData name="Devinder Kaur" userId="89161a673412ba18" providerId="LiveId" clId="{02BAFCB6-52BE-469E-851C-FEC21D123C66}" dt="2021-11-30T08:43:13.020" v="2279" actId="14100"/>
          <ac:spMkLst>
            <pc:docMk/>
            <pc:sldMk cId="42528257" sldId="486"/>
            <ac:spMk id="57" creationId="{DA68A6C7-732C-4DA1-AD2A-D999C0FE3B10}"/>
          </ac:spMkLst>
        </pc:spChg>
        <pc:spChg chg="mod">
          <ac:chgData name="Devinder Kaur" userId="89161a673412ba18" providerId="LiveId" clId="{02BAFCB6-52BE-469E-851C-FEC21D123C66}" dt="2021-11-30T08:43:13.020" v="2279" actId="14100"/>
          <ac:spMkLst>
            <pc:docMk/>
            <pc:sldMk cId="42528257" sldId="486"/>
            <ac:spMk id="58" creationId="{F991FE80-EC26-4702-86E0-2300CDC0D331}"/>
          </ac:spMkLst>
        </pc:spChg>
        <pc:spChg chg="mod">
          <ac:chgData name="Devinder Kaur" userId="89161a673412ba18" providerId="LiveId" clId="{02BAFCB6-52BE-469E-851C-FEC21D123C66}" dt="2021-11-30T08:43:13.020" v="2279" actId="14100"/>
          <ac:spMkLst>
            <pc:docMk/>
            <pc:sldMk cId="42528257" sldId="486"/>
            <ac:spMk id="59" creationId="{FC0606EF-CC86-4876-9886-EA051AA96702}"/>
          </ac:spMkLst>
        </pc:spChg>
        <pc:spChg chg="mod">
          <ac:chgData name="Devinder Kaur" userId="89161a673412ba18" providerId="LiveId" clId="{02BAFCB6-52BE-469E-851C-FEC21D123C66}" dt="2021-11-30T08:43:13.020" v="2279" actId="14100"/>
          <ac:spMkLst>
            <pc:docMk/>
            <pc:sldMk cId="42528257" sldId="486"/>
            <ac:spMk id="60" creationId="{A4212F29-E52F-42AD-9E9B-4A30C7B2D035}"/>
          </ac:spMkLst>
        </pc:spChg>
        <pc:spChg chg="mod">
          <ac:chgData name="Devinder Kaur" userId="89161a673412ba18" providerId="LiveId" clId="{02BAFCB6-52BE-469E-851C-FEC21D123C66}" dt="2021-11-30T08:43:13.020" v="2279" actId="14100"/>
          <ac:spMkLst>
            <pc:docMk/>
            <pc:sldMk cId="42528257" sldId="486"/>
            <ac:spMk id="61" creationId="{8491E99D-00E4-4B5F-8563-B78AB7801B55}"/>
          </ac:spMkLst>
        </pc:spChg>
        <pc:spChg chg="mod">
          <ac:chgData name="Devinder Kaur" userId="89161a673412ba18" providerId="LiveId" clId="{02BAFCB6-52BE-469E-851C-FEC21D123C66}" dt="2021-11-30T08:43:13.020" v="2279" actId="14100"/>
          <ac:spMkLst>
            <pc:docMk/>
            <pc:sldMk cId="42528257" sldId="486"/>
            <ac:spMk id="62" creationId="{78F86B54-7465-4B5D-A6D5-69E720C7599E}"/>
          </ac:spMkLst>
        </pc:spChg>
        <pc:spChg chg="mod">
          <ac:chgData name="Devinder Kaur" userId="89161a673412ba18" providerId="LiveId" clId="{02BAFCB6-52BE-469E-851C-FEC21D123C66}" dt="2021-11-30T08:43:13.020" v="2279" actId="14100"/>
          <ac:spMkLst>
            <pc:docMk/>
            <pc:sldMk cId="42528257" sldId="486"/>
            <ac:spMk id="63" creationId="{D4778AE5-2210-4203-ADE4-4685412D715A}"/>
          </ac:spMkLst>
        </pc:spChg>
        <pc:spChg chg="mod">
          <ac:chgData name="Devinder Kaur" userId="89161a673412ba18" providerId="LiveId" clId="{02BAFCB6-52BE-469E-851C-FEC21D123C66}" dt="2021-11-30T08:43:13.020" v="2279" actId="14100"/>
          <ac:spMkLst>
            <pc:docMk/>
            <pc:sldMk cId="42528257" sldId="486"/>
            <ac:spMk id="64" creationId="{08A07819-4ACB-4E46-91CE-E02BBAD16E9E}"/>
          </ac:spMkLst>
        </pc:spChg>
        <pc:spChg chg="mod">
          <ac:chgData name="Devinder Kaur" userId="89161a673412ba18" providerId="LiveId" clId="{02BAFCB6-52BE-469E-851C-FEC21D123C66}" dt="2021-11-30T08:43:13.020" v="2279" actId="14100"/>
          <ac:spMkLst>
            <pc:docMk/>
            <pc:sldMk cId="42528257" sldId="486"/>
            <ac:spMk id="66" creationId="{8ECA2AB0-4C79-4644-BA5F-5A97577A5388}"/>
          </ac:spMkLst>
        </pc:spChg>
        <pc:spChg chg="mod">
          <ac:chgData name="Devinder Kaur" userId="89161a673412ba18" providerId="LiveId" clId="{02BAFCB6-52BE-469E-851C-FEC21D123C66}" dt="2021-11-30T08:43:13.020" v="2279" actId="14100"/>
          <ac:spMkLst>
            <pc:docMk/>
            <pc:sldMk cId="42528257" sldId="486"/>
            <ac:spMk id="67" creationId="{B4C4C7AF-3F38-4F59-9FAF-58E00A8D6C85}"/>
          </ac:spMkLst>
        </pc:spChg>
        <pc:spChg chg="mod">
          <ac:chgData name="Devinder Kaur" userId="89161a673412ba18" providerId="LiveId" clId="{02BAFCB6-52BE-469E-851C-FEC21D123C66}" dt="2021-11-30T08:43:13.020" v="2279" actId="14100"/>
          <ac:spMkLst>
            <pc:docMk/>
            <pc:sldMk cId="42528257" sldId="486"/>
            <ac:spMk id="68" creationId="{BC0B641B-108F-4095-8018-0C8824AE71A8}"/>
          </ac:spMkLst>
        </pc:spChg>
        <pc:spChg chg="mod">
          <ac:chgData name="Devinder Kaur" userId="89161a673412ba18" providerId="LiveId" clId="{02BAFCB6-52BE-469E-851C-FEC21D123C66}" dt="2021-11-30T08:43:13.020" v="2279" actId="14100"/>
          <ac:spMkLst>
            <pc:docMk/>
            <pc:sldMk cId="42528257" sldId="486"/>
            <ac:spMk id="69" creationId="{ED03DF3F-3AD9-44EF-A02F-8DB1FCF94433}"/>
          </ac:spMkLst>
        </pc:spChg>
        <pc:grpChg chg="add del mod">
          <ac:chgData name="Devinder Kaur" userId="89161a673412ba18" providerId="LiveId" clId="{02BAFCB6-52BE-469E-851C-FEC21D123C66}" dt="2021-11-30T08:12:14.637" v="2043"/>
          <ac:grpSpMkLst>
            <pc:docMk/>
            <pc:sldMk cId="42528257" sldId="486"/>
            <ac:grpSpMk id="5" creationId="{FC7EE983-D098-49C9-A55F-C678B6663911}"/>
          </ac:grpSpMkLst>
        </pc:grpChg>
        <pc:grpChg chg="add del mod">
          <ac:chgData name="Devinder Kaur" userId="89161a673412ba18" providerId="LiveId" clId="{02BAFCB6-52BE-469E-851C-FEC21D123C66}" dt="2021-11-30T08:12:46.432" v="2045" actId="165"/>
          <ac:grpSpMkLst>
            <pc:docMk/>
            <pc:sldMk cId="42528257" sldId="486"/>
            <ac:grpSpMk id="27" creationId="{C1A7E3A4-9474-4C91-AEA8-762D2BD3155E}"/>
          </ac:grpSpMkLst>
        </pc:grpChg>
        <pc:grpChg chg="mod topLvl">
          <ac:chgData name="Devinder Kaur" userId="89161a673412ba18" providerId="LiveId" clId="{02BAFCB6-52BE-469E-851C-FEC21D123C66}" dt="2021-11-30T08:15:16.015" v="2198" actId="14100"/>
          <ac:grpSpMkLst>
            <pc:docMk/>
            <pc:sldMk cId="42528257" sldId="486"/>
            <ac:grpSpMk id="29" creationId="{A3354AFB-3ACF-4EB9-8A29-FB9AED2F0754}"/>
          </ac:grpSpMkLst>
        </pc:grpChg>
        <pc:grpChg chg="add del mod">
          <ac:chgData name="Devinder Kaur" userId="89161a673412ba18" providerId="LiveId" clId="{02BAFCB6-52BE-469E-851C-FEC21D123C66}" dt="2021-11-30T08:41:57.635" v="2265" actId="21"/>
          <ac:grpSpMkLst>
            <pc:docMk/>
            <pc:sldMk cId="42528257" sldId="486"/>
            <ac:grpSpMk id="51" creationId="{7E6B8F90-B80B-4A46-83C5-4F368C865E81}"/>
          </ac:grpSpMkLst>
        </pc:grpChg>
        <pc:grpChg chg="add mod">
          <ac:chgData name="Devinder Kaur" userId="89161a673412ba18" providerId="LiveId" clId="{02BAFCB6-52BE-469E-851C-FEC21D123C66}" dt="2021-11-30T08:43:13.020" v="2279" actId="14100"/>
          <ac:grpSpMkLst>
            <pc:docMk/>
            <pc:sldMk cId="42528257" sldId="486"/>
            <ac:grpSpMk id="54" creationId="{A1920D19-85B9-457B-B673-85D764540565}"/>
          </ac:grpSpMkLst>
        </pc:grpChg>
        <pc:grpChg chg="mod">
          <ac:chgData name="Devinder Kaur" userId="89161a673412ba18" providerId="LiveId" clId="{02BAFCB6-52BE-469E-851C-FEC21D123C66}" dt="2021-11-30T08:43:13.020" v="2279" actId="14100"/>
          <ac:grpSpMkLst>
            <pc:docMk/>
            <pc:sldMk cId="42528257" sldId="486"/>
            <ac:grpSpMk id="65" creationId="{5870872D-3548-46D8-9FB2-82277832A8B7}"/>
          </ac:grpSpMkLst>
        </pc:grpChg>
        <pc:picChg chg="mod topLvl">
          <ac:chgData name="Devinder Kaur" userId="89161a673412ba18" providerId="LiveId" clId="{02BAFCB6-52BE-469E-851C-FEC21D123C66}" dt="2021-11-30T08:15:16.015" v="2198" actId="14100"/>
          <ac:picMkLst>
            <pc:docMk/>
            <pc:sldMk cId="42528257" sldId="486"/>
            <ac:picMk id="28" creationId="{D0F8B038-2EF2-4106-92B0-BAE8938BCB02}"/>
          </ac:picMkLst>
        </pc:picChg>
        <pc:picChg chg="add del mod">
          <ac:chgData name="Devinder Kaur" userId="89161a673412ba18" providerId="LiveId" clId="{02BAFCB6-52BE-469E-851C-FEC21D123C66}" dt="2021-11-30T08:41:40.211" v="2263" actId="21"/>
          <ac:picMkLst>
            <pc:docMk/>
            <pc:sldMk cId="42528257" sldId="486"/>
            <ac:picMk id="52" creationId="{78F64DB6-D377-466D-96AD-EF44D60D82C0}"/>
          </ac:picMkLst>
        </pc:picChg>
        <pc:picChg chg="add mod">
          <ac:chgData name="Devinder Kaur" userId="89161a673412ba18" providerId="LiveId" clId="{02BAFCB6-52BE-469E-851C-FEC21D123C66}" dt="2021-11-30T08:41:43.768" v="2264"/>
          <ac:picMkLst>
            <pc:docMk/>
            <pc:sldMk cId="42528257" sldId="486"/>
            <ac:picMk id="53" creationId="{CDCC99D4-B6D8-4505-BC12-3928D43D1687}"/>
          </ac:picMkLst>
        </pc:picChg>
        <pc:picChg chg="mod">
          <ac:chgData name="Devinder Kaur" userId="89161a673412ba18" providerId="LiveId" clId="{02BAFCB6-52BE-469E-851C-FEC21D123C66}" dt="2021-11-30T08:43:13.020" v="2279" actId="14100"/>
          <ac:picMkLst>
            <pc:docMk/>
            <pc:sldMk cId="42528257" sldId="486"/>
            <ac:picMk id="55" creationId="{0737FA40-CC83-436F-9E19-E7F358789C8C}"/>
          </ac:picMkLst>
        </pc:picChg>
      </pc:sldChg>
      <pc:sldChg chg="addSp modSp new mod">
        <pc:chgData name="Devinder Kaur" userId="89161a673412ba18" providerId="LiveId" clId="{02BAFCB6-52BE-469E-851C-FEC21D123C66}" dt="2021-12-13T10:35:25.491" v="2911" actId="113"/>
        <pc:sldMkLst>
          <pc:docMk/>
          <pc:sldMk cId="505979305" sldId="487"/>
        </pc:sldMkLst>
        <pc:spChg chg="mod">
          <ac:chgData name="Devinder Kaur" userId="89161a673412ba18" providerId="LiveId" clId="{02BAFCB6-52BE-469E-851C-FEC21D123C66}" dt="2021-12-07T10:28:18.519" v="2562" actId="14100"/>
          <ac:spMkLst>
            <pc:docMk/>
            <pc:sldMk cId="505979305" sldId="487"/>
            <ac:spMk id="2" creationId="{3267DF93-6D43-4BFD-A9E5-38508C95F87D}"/>
          </ac:spMkLst>
        </pc:spChg>
        <pc:spChg chg="mod">
          <ac:chgData name="Devinder Kaur" userId="89161a673412ba18" providerId="LiveId" clId="{02BAFCB6-52BE-469E-851C-FEC21D123C66}" dt="2021-12-13T10:35:25.491" v="2911" actId="113"/>
          <ac:spMkLst>
            <pc:docMk/>
            <pc:sldMk cId="505979305" sldId="487"/>
            <ac:spMk id="3" creationId="{1D7AF53E-DBF8-44A5-BBA2-936AAA7FB4B1}"/>
          </ac:spMkLst>
        </pc:spChg>
        <pc:spChg chg="mod">
          <ac:chgData name="Devinder Kaur" userId="89161a673412ba18" providerId="LiveId" clId="{02BAFCB6-52BE-469E-851C-FEC21D123C66}" dt="2021-12-07T10:28:05.602" v="2561" actId="14100"/>
          <ac:spMkLst>
            <pc:docMk/>
            <pc:sldMk cId="505979305" sldId="487"/>
            <ac:spMk id="7" creationId="{43D81E34-438F-411E-BEE5-54BB819FD947}"/>
          </ac:spMkLst>
        </pc:spChg>
        <pc:spChg chg="mod">
          <ac:chgData name="Devinder Kaur" userId="89161a673412ba18" providerId="LiveId" clId="{02BAFCB6-52BE-469E-851C-FEC21D123C66}" dt="2021-12-07T10:28:05.602" v="2561" actId="14100"/>
          <ac:spMkLst>
            <pc:docMk/>
            <pc:sldMk cId="505979305" sldId="487"/>
            <ac:spMk id="8" creationId="{00C68902-72E8-44B4-A2D9-29A2C1A939AD}"/>
          </ac:spMkLst>
        </pc:spChg>
        <pc:spChg chg="mod">
          <ac:chgData name="Devinder Kaur" userId="89161a673412ba18" providerId="LiveId" clId="{02BAFCB6-52BE-469E-851C-FEC21D123C66}" dt="2021-12-07T10:28:05.602" v="2561" actId="14100"/>
          <ac:spMkLst>
            <pc:docMk/>
            <pc:sldMk cId="505979305" sldId="487"/>
            <ac:spMk id="9" creationId="{E93FB28C-EA33-4ACD-97B1-F2DDEB53AFD0}"/>
          </ac:spMkLst>
        </pc:spChg>
        <pc:spChg chg="mod">
          <ac:chgData name="Devinder Kaur" userId="89161a673412ba18" providerId="LiveId" clId="{02BAFCB6-52BE-469E-851C-FEC21D123C66}" dt="2021-12-07T10:28:05.602" v="2561" actId="14100"/>
          <ac:spMkLst>
            <pc:docMk/>
            <pc:sldMk cId="505979305" sldId="487"/>
            <ac:spMk id="10" creationId="{1F6C531C-AA1A-41A5-B1A6-847FA5EC4307}"/>
          </ac:spMkLst>
        </pc:spChg>
        <pc:spChg chg="mod">
          <ac:chgData name="Devinder Kaur" userId="89161a673412ba18" providerId="LiveId" clId="{02BAFCB6-52BE-469E-851C-FEC21D123C66}" dt="2021-12-07T10:28:05.602" v="2561" actId="14100"/>
          <ac:spMkLst>
            <pc:docMk/>
            <pc:sldMk cId="505979305" sldId="487"/>
            <ac:spMk id="11" creationId="{7E497FAB-4249-4C8F-AA0A-CFB28D37430F}"/>
          </ac:spMkLst>
        </pc:spChg>
        <pc:spChg chg="mod">
          <ac:chgData name="Devinder Kaur" userId="89161a673412ba18" providerId="LiveId" clId="{02BAFCB6-52BE-469E-851C-FEC21D123C66}" dt="2021-12-07T10:28:05.602" v="2561" actId="14100"/>
          <ac:spMkLst>
            <pc:docMk/>
            <pc:sldMk cId="505979305" sldId="487"/>
            <ac:spMk id="12" creationId="{7F1F89B8-4E02-460F-B588-AE60C6CDB61C}"/>
          </ac:spMkLst>
        </pc:spChg>
        <pc:spChg chg="mod">
          <ac:chgData name="Devinder Kaur" userId="89161a673412ba18" providerId="LiveId" clId="{02BAFCB6-52BE-469E-851C-FEC21D123C66}" dt="2021-12-07T10:28:05.602" v="2561" actId="14100"/>
          <ac:spMkLst>
            <pc:docMk/>
            <pc:sldMk cId="505979305" sldId="487"/>
            <ac:spMk id="13" creationId="{17FC6D75-5C9C-4D2F-9FC3-3C49C543D380}"/>
          </ac:spMkLst>
        </pc:spChg>
        <pc:spChg chg="mod">
          <ac:chgData name="Devinder Kaur" userId="89161a673412ba18" providerId="LiveId" clId="{02BAFCB6-52BE-469E-851C-FEC21D123C66}" dt="2021-12-07T10:28:05.602" v="2561" actId="14100"/>
          <ac:spMkLst>
            <pc:docMk/>
            <pc:sldMk cId="505979305" sldId="487"/>
            <ac:spMk id="14" creationId="{8E8F17F8-89C1-42C9-9A6E-6B138E3B2EED}"/>
          </ac:spMkLst>
        </pc:spChg>
        <pc:spChg chg="mod">
          <ac:chgData name="Devinder Kaur" userId="89161a673412ba18" providerId="LiveId" clId="{02BAFCB6-52BE-469E-851C-FEC21D123C66}" dt="2021-12-07T10:28:05.602" v="2561" actId="14100"/>
          <ac:spMkLst>
            <pc:docMk/>
            <pc:sldMk cId="505979305" sldId="487"/>
            <ac:spMk id="15" creationId="{AE083698-6578-422D-BD18-169385C5AB2C}"/>
          </ac:spMkLst>
        </pc:spChg>
        <pc:spChg chg="mod">
          <ac:chgData name="Devinder Kaur" userId="89161a673412ba18" providerId="LiveId" clId="{02BAFCB6-52BE-469E-851C-FEC21D123C66}" dt="2021-12-07T10:28:05.602" v="2561" actId="14100"/>
          <ac:spMkLst>
            <pc:docMk/>
            <pc:sldMk cId="505979305" sldId="487"/>
            <ac:spMk id="16" creationId="{2A2A5C0A-1F09-47E4-98AD-1C0801ECD643}"/>
          </ac:spMkLst>
        </pc:spChg>
        <pc:spChg chg="mod">
          <ac:chgData name="Devinder Kaur" userId="89161a673412ba18" providerId="LiveId" clId="{02BAFCB6-52BE-469E-851C-FEC21D123C66}" dt="2021-12-07T10:28:05.602" v="2561" actId="14100"/>
          <ac:spMkLst>
            <pc:docMk/>
            <pc:sldMk cId="505979305" sldId="487"/>
            <ac:spMk id="17" creationId="{A6A03792-9AE9-48B1-AB9C-EA5875FB3D1E}"/>
          </ac:spMkLst>
        </pc:spChg>
        <pc:spChg chg="mod">
          <ac:chgData name="Devinder Kaur" userId="89161a673412ba18" providerId="LiveId" clId="{02BAFCB6-52BE-469E-851C-FEC21D123C66}" dt="2021-12-07T10:28:05.602" v="2561" actId="14100"/>
          <ac:spMkLst>
            <pc:docMk/>
            <pc:sldMk cId="505979305" sldId="487"/>
            <ac:spMk id="18" creationId="{74E8269D-03A9-4A7D-9AFF-FFFE28581BFF}"/>
          </ac:spMkLst>
        </pc:spChg>
        <pc:spChg chg="mod">
          <ac:chgData name="Devinder Kaur" userId="89161a673412ba18" providerId="LiveId" clId="{02BAFCB6-52BE-469E-851C-FEC21D123C66}" dt="2021-12-07T10:28:05.602" v="2561" actId="14100"/>
          <ac:spMkLst>
            <pc:docMk/>
            <pc:sldMk cId="505979305" sldId="487"/>
            <ac:spMk id="23" creationId="{36D77B52-69E1-45EC-BB98-590F45ABEFD0}"/>
          </ac:spMkLst>
        </pc:spChg>
        <pc:spChg chg="mod">
          <ac:chgData name="Devinder Kaur" userId="89161a673412ba18" providerId="LiveId" clId="{02BAFCB6-52BE-469E-851C-FEC21D123C66}" dt="2021-12-07T10:28:05.602" v="2561" actId="14100"/>
          <ac:spMkLst>
            <pc:docMk/>
            <pc:sldMk cId="505979305" sldId="487"/>
            <ac:spMk id="24" creationId="{61DECEED-4AFC-4371-8365-8AC0289E4F07}"/>
          </ac:spMkLst>
        </pc:spChg>
        <pc:spChg chg="mod">
          <ac:chgData name="Devinder Kaur" userId="89161a673412ba18" providerId="LiveId" clId="{02BAFCB6-52BE-469E-851C-FEC21D123C66}" dt="2021-12-07T10:28:05.602" v="2561" actId="14100"/>
          <ac:spMkLst>
            <pc:docMk/>
            <pc:sldMk cId="505979305" sldId="487"/>
            <ac:spMk id="25" creationId="{125C148D-81EE-4870-9927-04C0AEF99DFC}"/>
          </ac:spMkLst>
        </pc:spChg>
        <pc:spChg chg="mod">
          <ac:chgData name="Devinder Kaur" userId="89161a673412ba18" providerId="LiveId" clId="{02BAFCB6-52BE-469E-851C-FEC21D123C66}" dt="2021-12-07T10:28:05.602" v="2561" actId="14100"/>
          <ac:spMkLst>
            <pc:docMk/>
            <pc:sldMk cId="505979305" sldId="487"/>
            <ac:spMk id="26" creationId="{9BDB5F1F-BFC2-4DF9-9631-5C8ECC882D2D}"/>
          </ac:spMkLst>
        </pc:spChg>
        <pc:spChg chg="mod">
          <ac:chgData name="Devinder Kaur" userId="89161a673412ba18" providerId="LiveId" clId="{02BAFCB6-52BE-469E-851C-FEC21D123C66}" dt="2021-12-07T10:28:05.602" v="2561" actId="14100"/>
          <ac:spMkLst>
            <pc:docMk/>
            <pc:sldMk cId="505979305" sldId="487"/>
            <ac:spMk id="27" creationId="{A6183665-3112-40D5-ADFF-B65A776F05E9}"/>
          </ac:spMkLst>
        </pc:spChg>
        <pc:spChg chg="mod">
          <ac:chgData name="Devinder Kaur" userId="89161a673412ba18" providerId="LiveId" clId="{02BAFCB6-52BE-469E-851C-FEC21D123C66}" dt="2021-12-07T10:28:05.602" v="2561" actId="14100"/>
          <ac:spMkLst>
            <pc:docMk/>
            <pc:sldMk cId="505979305" sldId="487"/>
            <ac:spMk id="28" creationId="{DC0E02DB-9B19-4775-9D29-6194E2BE5E1B}"/>
          </ac:spMkLst>
        </pc:spChg>
        <pc:spChg chg="mod">
          <ac:chgData name="Devinder Kaur" userId="89161a673412ba18" providerId="LiveId" clId="{02BAFCB6-52BE-469E-851C-FEC21D123C66}" dt="2021-12-07T10:28:05.602" v="2561" actId="14100"/>
          <ac:spMkLst>
            <pc:docMk/>
            <pc:sldMk cId="505979305" sldId="487"/>
            <ac:spMk id="29" creationId="{774DEB11-60BE-4419-9584-5AC9CE58CE77}"/>
          </ac:spMkLst>
        </pc:spChg>
        <pc:spChg chg="mod">
          <ac:chgData name="Devinder Kaur" userId="89161a673412ba18" providerId="LiveId" clId="{02BAFCB6-52BE-469E-851C-FEC21D123C66}" dt="2021-12-07T10:28:05.602" v="2561" actId="14100"/>
          <ac:spMkLst>
            <pc:docMk/>
            <pc:sldMk cId="505979305" sldId="487"/>
            <ac:spMk id="30" creationId="{A296A2E8-0C69-45B7-9077-1CF25A67FEAA}"/>
          </ac:spMkLst>
        </pc:spChg>
        <pc:spChg chg="mod">
          <ac:chgData name="Devinder Kaur" userId="89161a673412ba18" providerId="LiveId" clId="{02BAFCB6-52BE-469E-851C-FEC21D123C66}" dt="2021-12-07T10:28:05.602" v="2561" actId="14100"/>
          <ac:spMkLst>
            <pc:docMk/>
            <pc:sldMk cId="505979305" sldId="487"/>
            <ac:spMk id="31" creationId="{84394B10-F2F6-4547-B60C-726B5636E3CE}"/>
          </ac:spMkLst>
        </pc:spChg>
        <pc:spChg chg="mod">
          <ac:chgData name="Devinder Kaur" userId="89161a673412ba18" providerId="LiveId" clId="{02BAFCB6-52BE-469E-851C-FEC21D123C66}" dt="2021-12-07T10:28:05.602" v="2561" actId="14100"/>
          <ac:spMkLst>
            <pc:docMk/>
            <pc:sldMk cId="505979305" sldId="487"/>
            <ac:spMk id="32" creationId="{7D47E62F-A6BD-4BEF-94A0-BE28E99AD0E1}"/>
          </ac:spMkLst>
        </pc:spChg>
        <pc:spChg chg="mod">
          <ac:chgData name="Devinder Kaur" userId="89161a673412ba18" providerId="LiveId" clId="{02BAFCB6-52BE-469E-851C-FEC21D123C66}" dt="2021-12-07T10:28:05.602" v="2561" actId="14100"/>
          <ac:spMkLst>
            <pc:docMk/>
            <pc:sldMk cId="505979305" sldId="487"/>
            <ac:spMk id="33" creationId="{6A7A0C3F-7BF6-4375-88AF-8282F72BEB95}"/>
          </ac:spMkLst>
        </pc:spChg>
        <pc:spChg chg="mod">
          <ac:chgData name="Devinder Kaur" userId="89161a673412ba18" providerId="LiveId" clId="{02BAFCB6-52BE-469E-851C-FEC21D123C66}" dt="2021-12-07T10:28:05.602" v="2561" actId="14100"/>
          <ac:spMkLst>
            <pc:docMk/>
            <pc:sldMk cId="505979305" sldId="487"/>
            <ac:spMk id="34" creationId="{2A7758DA-042B-4A9D-A899-5ED8DD6B37C5}"/>
          </ac:spMkLst>
        </pc:spChg>
        <pc:spChg chg="mod">
          <ac:chgData name="Devinder Kaur" userId="89161a673412ba18" providerId="LiveId" clId="{02BAFCB6-52BE-469E-851C-FEC21D123C66}" dt="2021-12-07T10:28:05.602" v="2561" actId="14100"/>
          <ac:spMkLst>
            <pc:docMk/>
            <pc:sldMk cId="505979305" sldId="487"/>
            <ac:spMk id="35" creationId="{AD57ACF6-5EA9-4E4D-B09B-F2B51B13A444}"/>
          </ac:spMkLst>
        </pc:spChg>
        <pc:spChg chg="mod">
          <ac:chgData name="Devinder Kaur" userId="89161a673412ba18" providerId="LiveId" clId="{02BAFCB6-52BE-469E-851C-FEC21D123C66}" dt="2021-12-07T10:28:05.602" v="2561" actId="14100"/>
          <ac:spMkLst>
            <pc:docMk/>
            <pc:sldMk cId="505979305" sldId="487"/>
            <ac:spMk id="36" creationId="{9CC3D990-2D90-4BEA-8FB4-85CB6770509B}"/>
          </ac:spMkLst>
        </pc:spChg>
        <pc:spChg chg="mod">
          <ac:chgData name="Devinder Kaur" userId="89161a673412ba18" providerId="LiveId" clId="{02BAFCB6-52BE-469E-851C-FEC21D123C66}" dt="2021-12-07T10:28:05.602" v="2561" actId="14100"/>
          <ac:spMkLst>
            <pc:docMk/>
            <pc:sldMk cId="505979305" sldId="487"/>
            <ac:spMk id="37" creationId="{CCA69E97-4904-41AE-828F-47B6D951484E}"/>
          </ac:spMkLst>
        </pc:spChg>
        <pc:grpChg chg="add mod">
          <ac:chgData name="Devinder Kaur" userId="89161a673412ba18" providerId="LiveId" clId="{02BAFCB6-52BE-469E-851C-FEC21D123C66}" dt="2021-12-07T10:28:05.602" v="2561" actId="14100"/>
          <ac:grpSpMkLst>
            <pc:docMk/>
            <pc:sldMk cId="505979305" sldId="487"/>
            <ac:grpSpMk id="5" creationId="{767B0093-FB91-4EC2-B073-7BA181C2D82F}"/>
          </ac:grpSpMkLst>
        </pc:grpChg>
        <pc:grpChg chg="mod">
          <ac:chgData name="Devinder Kaur" userId="89161a673412ba18" providerId="LiveId" clId="{02BAFCB6-52BE-469E-851C-FEC21D123C66}" dt="2021-12-07T10:28:05.602" v="2561" actId="14100"/>
          <ac:grpSpMkLst>
            <pc:docMk/>
            <pc:sldMk cId="505979305" sldId="487"/>
            <ac:grpSpMk id="19" creationId="{2347CE4E-D592-4551-AF8D-A8365C161E1B}"/>
          </ac:grpSpMkLst>
        </pc:grpChg>
        <pc:grpChg chg="mod">
          <ac:chgData name="Devinder Kaur" userId="89161a673412ba18" providerId="LiveId" clId="{02BAFCB6-52BE-469E-851C-FEC21D123C66}" dt="2021-12-07T10:28:05.602" v="2561" actId="14100"/>
          <ac:grpSpMkLst>
            <pc:docMk/>
            <pc:sldMk cId="505979305" sldId="487"/>
            <ac:grpSpMk id="20" creationId="{84BF4FE0-ECDC-4C0F-A04B-DDA7DE610F48}"/>
          </ac:grpSpMkLst>
        </pc:grpChg>
        <pc:grpChg chg="mod">
          <ac:chgData name="Devinder Kaur" userId="89161a673412ba18" providerId="LiveId" clId="{02BAFCB6-52BE-469E-851C-FEC21D123C66}" dt="2021-12-07T10:28:05.602" v="2561" actId="14100"/>
          <ac:grpSpMkLst>
            <pc:docMk/>
            <pc:sldMk cId="505979305" sldId="487"/>
            <ac:grpSpMk id="21" creationId="{C6229F85-9777-436B-8E93-DC3BF22FBE56}"/>
          </ac:grpSpMkLst>
        </pc:grpChg>
        <pc:grpChg chg="mod">
          <ac:chgData name="Devinder Kaur" userId="89161a673412ba18" providerId="LiveId" clId="{02BAFCB6-52BE-469E-851C-FEC21D123C66}" dt="2021-12-07T10:28:05.602" v="2561" actId="14100"/>
          <ac:grpSpMkLst>
            <pc:docMk/>
            <pc:sldMk cId="505979305" sldId="487"/>
            <ac:grpSpMk id="22" creationId="{4E936D88-9AF8-4570-9DD6-1519F0E77813}"/>
          </ac:grpSpMkLst>
        </pc:grpChg>
        <pc:picChg chg="mod">
          <ac:chgData name="Devinder Kaur" userId="89161a673412ba18" providerId="LiveId" clId="{02BAFCB6-52BE-469E-851C-FEC21D123C66}" dt="2021-12-07T10:28:05.602" v="2561" actId="14100"/>
          <ac:picMkLst>
            <pc:docMk/>
            <pc:sldMk cId="505979305" sldId="487"/>
            <ac:picMk id="6" creationId="{E16BCA0D-F4F4-43A4-AA45-A150597287FB}"/>
          </ac:picMkLst>
        </pc:picChg>
      </pc:sldChg>
      <pc:sldChg chg="addSp delSp modSp new del mod">
        <pc:chgData name="Devinder Kaur" userId="89161a673412ba18" providerId="LiveId" clId="{02BAFCB6-52BE-469E-851C-FEC21D123C66}" dt="2021-11-30T08:51:13.900" v="2344" actId="47"/>
        <pc:sldMkLst>
          <pc:docMk/>
          <pc:sldMk cId="1787953553" sldId="487"/>
        </pc:sldMkLst>
        <pc:spChg chg="mod">
          <ac:chgData name="Devinder Kaur" userId="89161a673412ba18" providerId="LiveId" clId="{02BAFCB6-52BE-469E-851C-FEC21D123C66}" dt="2021-11-30T08:36:36.875" v="2235" actId="1036"/>
          <ac:spMkLst>
            <pc:docMk/>
            <pc:sldMk cId="1787953553" sldId="487"/>
            <ac:spMk id="5" creationId="{071E68E4-C58E-4DFB-9BD0-512F3DFE1F01}"/>
          </ac:spMkLst>
        </pc:spChg>
        <pc:spChg chg="mod">
          <ac:chgData name="Devinder Kaur" userId="89161a673412ba18" providerId="LiveId" clId="{02BAFCB6-52BE-469E-851C-FEC21D123C66}" dt="2021-11-30T08:36:36.875" v="2235" actId="1036"/>
          <ac:spMkLst>
            <pc:docMk/>
            <pc:sldMk cId="1787953553" sldId="487"/>
            <ac:spMk id="6" creationId="{96DEEDE5-EC5B-444A-9314-C1CCCCBA2BE5}"/>
          </ac:spMkLst>
        </pc:spChg>
        <pc:spChg chg="mod">
          <ac:chgData name="Devinder Kaur" userId="89161a673412ba18" providerId="LiveId" clId="{02BAFCB6-52BE-469E-851C-FEC21D123C66}" dt="2021-11-30T08:36:36.875" v="2235" actId="1036"/>
          <ac:spMkLst>
            <pc:docMk/>
            <pc:sldMk cId="1787953553" sldId="487"/>
            <ac:spMk id="7" creationId="{4780E02E-C050-4F73-B86F-F082DD196712}"/>
          </ac:spMkLst>
        </pc:spChg>
        <pc:spChg chg="mod">
          <ac:chgData name="Devinder Kaur" userId="89161a673412ba18" providerId="LiveId" clId="{02BAFCB6-52BE-469E-851C-FEC21D123C66}" dt="2021-11-30T08:36:36.875" v="2235" actId="1036"/>
          <ac:spMkLst>
            <pc:docMk/>
            <pc:sldMk cId="1787953553" sldId="487"/>
            <ac:spMk id="8" creationId="{84BC6DA5-98AE-48DD-AA3C-7181B0E047A3}"/>
          </ac:spMkLst>
        </pc:spChg>
        <pc:spChg chg="mod">
          <ac:chgData name="Devinder Kaur" userId="89161a673412ba18" providerId="LiveId" clId="{02BAFCB6-52BE-469E-851C-FEC21D123C66}" dt="2021-11-30T08:36:36.875" v="2235" actId="1036"/>
          <ac:spMkLst>
            <pc:docMk/>
            <pc:sldMk cId="1787953553" sldId="487"/>
            <ac:spMk id="9" creationId="{B621B81F-8A06-4C58-A90B-65F61CC742CC}"/>
          </ac:spMkLst>
        </pc:spChg>
        <pc:spChg chg="mod">
          <ac:chgData name="Devinder Kaur" userId="89161a673412ba18" providerId="LiveId" clId="{02BAFCB6-52BE-469E-851C-FEC21D123C66}" dt="2021-11-30T08:36:36.875" v="2235" actId="1036"/>
          <ac:spMkLst>
            <pc:docMk/>
            <pc:sldMk cId="1787953553" sldId="487"/>
            <ac:spMk id="10" creationId="{B5C81BFE-D34D-4EC0-9A1E-82FF5FB4339A}"/>
          </ac:spMkLst>
        </pc:spChg>
        <pc:spChg chg="mod">
          <ac:chgData name="Devinder Kaur" userId="89161a673412ba18" providerId="LiveId" clId="{02BAFCB6-52BE-469E-851C-FEC21D123C66}" dt="2021-11-30T08:36:36.875" v="2235" actId="1036"/>
          <ac:spMkLst>
            <pc:docMk/>
            <pc:sldMk cId="1787953553" sldId="487"/>
            <ac:spMk id="11" creationId="{8F6A1413-8CE2-47D1-AB4E-878E2512C561}"/>
          </ac:spMkLst>
        </pc:spChg>
        <pc:spChg chg="mod">
          <ac:chgData name="Devinder Kaur" userId="89161a673412ba18" providerId="LiveId" clId="{02BAFCB6-52BE-469E-851C-FEC21D123C66}" dt="2021-11-30T08:36:36.875" v="2235" actId="1036"/>
          <ac:spMkLst>
            <pc:docMk/>
            <pc:sldMk cId="1787953553" sldId="487"/>
            <ac:spMk id="12" creationId="{81C5A557-AE41-4125-8529-8ED5194A6852}"/>
          </ac:spMkLst>
        </pc:spChg>
        <pc:spChg chg="mod">
          <ac:chgData name="Devinder Kaur" userId="89161a673412ba18" providerId="LiveId" clId="{02BAFCB6-52BE-469E-851C-FEC21D123C66}" dt="2021-11-30T08:36:36.875" v="2235" actId="1036"/>
          <ac:spMkLst>
            <pc:docMk/>
            <pc:sldMk cId="1787953553" sldId="487"/>
            <ac:spMk id="13" creationId="{5BA9B0F8-211D-4DC4-96A9-1B9ACB86CA34}"/>
          </ac:spMkLst>
        </pc:spChg>
        <pc:spChg chg="mod">
          <ac:chgData name="Devinder Kaur" userId="89161a673412ba18" providerId="LiveId" clId="{02BAFCB6-52BE-469E-851C-FEC21D123C66}" dt="2021-11-30T08:36:36.875" v="2235" actId="1036"/>
          <ac:spMkLst>
            <pc:docMk/>
            <pc:sldMk cId="1787953553" sldId="487"/>
            <ac:spMk id="15" creationId="{EFF3AD25-DF78-4816-8192-706647221208}"/>
          </ac:spMkLst>
        </pc:spChg>
        <pc:spChg chg="mod">
          <ac:chgData name="Devinder Kaur" userId="89161a673412ba18" providerId="LiveId" clId="{02BAFCB6-52BE-469E-851C-FEC21D123C66}" dt="2021-11-30T08:36:36.875" v="2235" actId="1036"/>
          <ac:spMkLst>
            <pc:docMk/>
            <pc:sldMk cId="1787953553" sldId="487"/>
            <ac:spMk id="16" creationId="{3287CC46-63F5-4BA8-8600-3505D0CACC4B}"/>
          </ac:spMkLst>
        </pc:spChg>
        <pc:spChg chg="mod">
          <ac:chgData name="Devinder Kaur" userId="89161a673412ba18" providerId="LiveId" clId="{02BAFCB6-52BE-469E-851C-FEC21D123C66}" dt="2021-11-30T08:36:36.875" v="2235" actId="1036"/>
          <ac:spMkLst>
            <pc:docMk/>
            <pc:sldMk cId="1787953553" sldId="487"/>
            <ac:spMk id="17" creationId="{A1105C70-C292-49DA-893E-7362FEBC791C}"/>
          </ac:spMkLst>
        </pc:spChg>
        <pc:spChg chg="mod">
          <ac:chgData name="Devinder Kaur" userId="89161a673412ba18" providerId="LiveId" clId="{02BAFCB6-52BE-469E-851C-FEC21D123C66}" dt="2021-11-30T08:36:36.875" v="2235" actId="1036"/>
          <ac:spMkLst>
            <pc:docMk/>
            <pc:sldMk cId="1787953553" sldId="487"/>
            <ac:spMk id="18" creationId="{A7E8C375-EB10-4CBD-8D3C-F9EFDED57DAA}"/>
          </ac:spMkLst>
        </pc:spChg>
        <pc:spChg chg="add mod">
          <ac:chgData name="Devinder Kaur" userId="89161a673412ba18" providerId="LiveId" clId="{02BAFCB6-52BE-469E-851C-FEC21D123C66}" dt="2021-11-30T08:36:24.178" v="2206"/>
          <ac:spMkLst>
            <pc:docMk/>
            <pc:sldMk cId="1787953553" sldId="487"/>
            <ac:spMk id="19" creationId="{7B783CCD-EF81-4F34-B59B-3C2EA84B473D}"/>
          </ac:spMkLst>
        </pc:spChg>
        <pc:grpChg chg="add del mod">
          <ac:chgData name="Devinder Kaur" userId="89161a673412ba18" providerId="LiveId" clId="{02BAFCB6-52BE-469E-851C-FEC21D123C66}" dt="2021-11-30T08:42:38.476" v="2267" actId="21"/>
          <ac:grpSpMkLst>
            <pc:docMk/>
            <pc:sldMk cId="1787953553" sldId="487"/>
            <ac:grpSpMk id="3" creationId="{4D48DDE2-66F1-4078-AC91-E6673F9E2D15}"/>
          </ac:grpSpMkLst>
        </pc:grpChg>
        <pc:grpChg chg="mod">
          <ac:chgData name="Devinder Kaur" userId="89161a673412ba18" providerId="LiveId" clId="{02BAFCB6-52BE-469E-851C-FEC21D123C66}" dt="2021-11-30T08:36:36.875" v="2235" actId="1036"/>
          <ac:grpSpMkLst>
            <pc:docMk/>
            <pc:sldMk cId="1787953553" sldId="487"/>
            <ac:grpSpMk id="14" creationId="{3EB5B86F-D4FF-4132-A4BF-442F930A0EBF}"/>
          </ac:grpSpMkLst>
        </pc:grpChg>
        <pc:picChg chg="mod">
          <ac:chgData name="Devinder Kaur" userId="89161a673412ba18" providerId="LiveId" clId="{02BAFCB6-52BE-469E-851C-FEC21D123C66}" dt="2021-11-30T08:36:36.875" v="2235" actId="1036"/>
          <ac:picMkLst>
            <pc:docMk/>
            <pc:sldMk cId="1787953553" sldId="487"/>
            <ac:picMk id="4" creationId="{1B4CC388-67FD-4E91-9EC1-EA204BDB4529}"/>
          </ac:picMkLst>
        </pc:picChg>
        <pc:picChg chg="add del">
          <ac:chgData name="Devinder Kaur" userId="89161a673412ba18" providerId="LiveId" clId="{02BAFCB6-52BE-469E-851C-FEC21D123C66}" dt="2021-11-30T08:47:48.279" v="2281" actId="478"/>
          <ac:picMkLst>
            <pc:docMk/>
            <pc:sldMk cId="1787953553" sldId="487"/>
            <ac:picMk id="20" creationId="{996E9363-6A55-41AD-AACD-14C41A44B912}"/>
          </ac:picMkLst>
        </pc:picChg>
      </pc:sldChg>
      <pc:sldChg chg="addSp delSp modSp new mod modNotesTx">
        <pc:chgData name="Devinder Kaur" userId="89161a673412ba18" providerId="LiveId" clId="{02BAFCB6-52BE-469E-851C-FEC21D123C66}" dt="2021-11-30T09:21:07.875" v="2433" actId="22"/>
        <pc:sldMkLst>
          <pc:docMk/>
          <pc:sldMk cId="892209231" sldId="488"/>
        </pc:sldMkLst>
        <pc:spChg chg="mod">
          <ac:chgData name="Devinder Kaur" userId="89161a673412ba18" providerId="LiveId" clId="{02BAFCB6-52BE-469E-851C-FEC21D123C66}" dt="2021-11-30T08:59:44.956" v="2401" actId="113"/>
          <ac:spMkLst>
            <pc:docMk/>
            <pc:sldMk cId="892209231" sldId="488"/>
            <ac:spMk id="2" creationId="{112FCE2E-03DC-4E65-9E00-06EA92823A53}"/>
          </ac:spMkLst>
        </pc:spChg>
        <pc:spChg chg="mod">
          <ac:chgData name="Devinder Kaur" userId="89161a673412ba18" providerId="LiveId" clId="{02BAFCB6-52BE-469E-851C-FEC21D123C66}" dt="2021-11-30T09:06:04.833" v="2428" actId="14100"/>
          <ac:spMkLst>
            <pc:docMk/>
            <pc:sldMk cId="892209231" sldId="488"/>
            <ac:spMk id="3" creationId="{12F243F8-03DD-406E-AB49-FD4EC283EF82}"/>
          </ac:spMkLst>
        </pc:spChg>
        <pc:spChg chg="add del">
          <ac:chgData name="Devinder Kaur" userId="89161a673412ba18" providerId="LiveId" clId="{02BAFCB6-52BE-469E-851C-FEC21D123C66}" dt="2021-11-30T09:21:07.875" v="2433" actId="22"/>
          <ac:spMkLst>
            <pc:docMk/>
            <pc:sldMk cId="892209231" sldId="488"/>
            <ac:spMk id="6" creationId="{C3D2274D-0E36-4DB3-AB17-27D8105030B3}"/>
          </ac:spMkLst>
        </pc:spChg>
      </pc:sldChg>
      <pc:sldChg chg="new del">
        <pc:chgData name="Devinder Kaur" userId="89161a673412ba18" providerId="LiveId" clId="{02BAFCB6-52BE-469E-851C-FEC21D123C66}" dt="2021-11-30T09:06:54.656" v="2431" actId="47"/>
        <pc:sldMkLst>
          <pc:docMk/>
          <pc:sldMk cId="3511031665" sldId="489"/>
        </pc:sldMkLst>
      </pc:sldChg>
      <pc:sldChg chg="addSp modSp new del mod">
        <pc:chgData name="Devinder Kaur" userId="89161a673412ba18" providerId="LiveId" clId="{02BAFCB6-52BE-469E-851C-FEC21D123C66}" dt="2021-11-30T09:22:27.189" v="2442" actId="2696"/>
        <pc:sldMkLst>
          <pc:docMk/>
          <pc:sldMk cId="4248643097" sldId="489"/>
        </pc:sldMkLst>
        <pc:picChg chg="add mod">
          <ac:chgData name="Devinder Kaur" userId="89161a673412ba18" providerId="LiveId" clId="{02BAFCB6-52BE-469E-851C-FEC21D123C66}" dt="2021-11-30T09:21:38.166" v="2437" actId="14100"/>
          <ac:picMkLst>
            <pc:docMk/>
            <pc:sldMk cId="4248643097" sldId="489"/>
            <ac:picMk id="3" creationId="{4DC7F531-553A-4C18-B95D-DAB1023F5586}"/>
          </ac:picMkLst>
        </pc:picChg>
      </pc:sldChg>
      <pc:sldChg chg="addSp modSp new del mod">
        <pc:chgData name="Devinder Kaur" userId="89161a673412ba18" providerId="LiveId" clId="{02BAFCB6-52BE-469E-851C-FEC21D123C66}" dt="2021-11-30T09:22:27.189" v="2442" actId="2696"/>
        <pc:sldMkLst>
          <pc:docMk/>
          <pc:sldMk cId="1232407643" sldId="490"/>
        </pc:sldMkLst>
        <pc:picChg chg="add mod">
          <ac:chgData name="Devinder Kaur" userId="89161a673412ba18" providerId="LiveId" clId="{02BAFCB6-52BE-469E-851C-FEC21D123C66}" dt="2021-11-30T09:22:07.541" v="2441" actId="14100"/>
          <ac:picMkLst>
            <pc:docMk/>
            <pc:sldMk cId="1232407643" sldId="490"/>
            <ac:picMk id="3" creationId="{35689845-9ABE-45ED-A763-4956B9968C44}"/>
          </ac:picMkLst>
        </pc:picChg>
      </pc:sldChg>
      <pc:sldChg chg="addSp modSp new mod">
        <pc:chgData name="Devinder Kaur" userId="89161a673412ba18" providerId="LiveId" clId="{02BAFCB6-52BE-469E-851C-FEC21D123C66}" dt="2021-12-07T10:08:53.384" v="2556" actId="14100"/>
        <pc:sldMkLst>
          <pc:docMk/>
          <pc:sldMk cId="4156100645" sldId="491"/>
        </pc:sldMkLst>
        <pc:picChg chg="add mod">
          <ac:chgData name="Devinder Kaur" userId="89161a673412ba18" providerId="LiveId" clId="{02BAFCB6-52BE-469E-851C-FEC21D123C66}" dt="2021-12-07T10:08:53.384" v="2556" actId="14100"/>
          <ac:picMkLst>
            <pc:docMk/>
            <pc:sldMk cId="4156100645" sldId="491"/>
            <ac:picMk id="3" creationId="{EC59C3E4-5BE0-4BE8-81CE-777BE9EEDB90}"/>
          </ac:picMkLst>
        </pc:picChg>
      </pc:sldChg>
    </pc:docChg>
  </pc:docChgLst>
  <pc:docChgLst>
    <pc:chgData name="Devinder Kaur" userId="89161a673412ba18" providerId="LiveId" clId="{9295A64B-F4BC-4383-AC41-0D3A24D56845}"/>
    <pc:docChg chg="undo redo custSel addSld delSld modSld sldOrd">
      <pc:chgData name="Devinder Kaur" userId="89161a673412ba18" providerId="LiveId" clId="{9295A64B-F4BC-4383-AC41-0D3A24D56845}" dt="2021-11-23T09:40:03.038" v="2227"/>
      <pc:docMkLst>
        <pc:docMk/>
      </pc:docMkLst>
      <pc:sldChg chg="delSp modSp mod">
        <pc:chgData name="Devinder Kaur" userId="89161a673412ba18" providerId="LiveId" clId="{9295A64B-F4BC-4383-AC41-0D3A24D56845}" dt="2021-11-20T07:08:06.624" v="402" actId="1038"/>
        <pc:sldMkLst>
          <pc:docMk/>
          <pc:sldMk cId="2247371207" sldId="281"/>
        </pc:sldMkLst>
        <pc:spChg chg="mod">
          <ac:chgData name="Devinder Kaur" userId="89161a673412ba18" providerId="LiveId" clId="{9295A64B-F4BC-4383-AC41-0D3A24D56845}" dt="2021-11-20T07:07:54.243" v="395" actId="123"/>
          <ac:spMkLst>
            <pc:docMk/>
            <pc:sldMk cId="2247371207" sldId="281"/>
            <ac:spMk id="12291" creationId="{00000000-0000-0000-0000-000000000000}"/>
          </ac:spMkLst>
        </pc:spChg>
        <pc:picChg chg="del">
          <ac:chgData name="Devinder Kaur" userId="89161a673412ba18" providerId="LiveId" clId="{9295A64B-F4BC-4383-AC41-0D3A24D56845}" dt="2021-11-20T07:07:23.001" v="364" actId="478"/>
          <ac:picMkLst>
            <pc:docMk/>
            <pc:sldMk cId="2247371207" sldId="281"/>
            <ac:picMk id="6" creationId="{00000000-0000-0000-0000-000000000000}"/>
          </ac:picMkLst>
        </pc:picChg>
        <pc:picChg chg="mod">
          <ac:chgData name="Devinder Kaur" userId="89161a673412ba18" providerId="LiveId" clId="{9295A64B-F4BC-4383-AC41-0D3A24D56845}" dt="2021-11-20T07:08:06.624" v="402" actId="1038"/>
          <ac:picMkLst>
            <pc:docMk/>
            <pc:sldMk cId="2247371207" sldId="281"/>
            <ac:picMk id="1028" creationId="{00000000-0000-0000-0000-000000000000}"/>
          </ac:picMkLst>
        </pc:picChg>
      </pc:sldChg>
      <pc:sldChg chg="delSp modSp mod">
        <pc:chgData name="Devinder Kaur" userId="89161a673412ba18" providerId="LiveId" clId="{9295A64B-F4BC-4383-AC41-0D3A24D56845}" dt="2021-11-20T07:10:30.680" v="414" actId="403"/>
        <pc:sldMkLst>
          <pc:docMk/>
          <pc:sldMk cId="4075529772" sldId="282"/>
        </pc:sldMkLst>
        <pc:spChg chg="mod">
          <ac:chgData name="Devinder Kaur" userId="89161a673412ba18" providerId="LiveId" clId="{9295A64B-F4BC-4383-AC41-0D3A24D56845}" dt="2021-11-20T07:10:30.680" v="414" actId="403"/>
          <ac:spMkLst>
            <pc:docMk/>
            <pc:sldMk cId="4075529772" sldId="282"/>
            <ac:spMk id="13314" creationId="{00000000-0000-0000-0000-000000000000}"/>
          </ac:spMkLst>
        </pc:spChg>
        <pc:picChg chg="del">
          <ac:chgData name="Devinder Kaur" userId="89161a673412ba18" providerId="LiveId" clId="{9295A64B-F4BC-4383-AC41-0D3A24D56845}" dt="2021-11-20T07:09:09.067" v="407" actId="478"/>
          <ac:picMkLst>
            <pc:docMk/>
            <pc:sldMk cId="4075529772" sldId="282"/>
            <ac:picMk id="5" creationId="{00000000-0000-0000-0000-000000000000}"/>
          </ac:picMkLst>
        </pc:picChg>
      </pc:sldChg>
      <pc:sldChg chg="delSp modSp mod">
        <pc:chgData name="Devinder Kaur" userId="89161a673412ba18" providerId="LiveId" clId="{9295A64B-F4BC-4383-AC41-0D3A24D56845}" dt="2021-11-20T07:13:10.457" v="434" actId="12788"/>
        <pc:sldMkLst>
          <pc:docMk/>
          <pc:sldMk cId="3378593476" sldId="283"/>
        </pc:sldMkLst>
        <pc:spChg chg="mod">
          <ac:chgData name="Devinder Kaur" userId="89161a673412ba18" providerId="LiveId" clId="{9295A64B-F4BC-4383-AC41-0D3A24D56845}" dt="2021-11-20T07:13:10.457" v="434" actId="12788"/>
          <ac:spMkLst>
            <pc:docMk/>
            <pc:sldMk cId="3378593476" sldId="283"/>
            <ac:spMk id="13" creationId="{00000000-0000-0000-0000-000000000000}"/>
          </ac:spMkLst>
        </pc:spChg>
        <pc:spChg chg="mod">
          <ac:chgData name="Devinder Kaur" userId="89161a673412ba18" providerId="LiveId" clId="{9295A64B-F4BC-4383-AC41-0D3A24D56845}" dt="2021-11-20T07:13:10.457" v="434" actId="12788"/>
          <ac:spMkLst>
            <pc:docMk/>
            <pc:sldMk cId="3378593476" sldId="283"/>
            <ac:spMk id="14338" creationId="{00000000-0000-0000-0000-000000000000}"/>
          </ac:spMkLst>
        </pc:spChg>
        <pc:picChg chg="del">
          <ac:chgData name="Devinder Kaur" userId="89161a673412ba18" providerId="LiveId" clId="{9295A64B-F4BC-4383-AC41-0D3A24D56845}" dt="2021-11-20T07:11:44.992" v="419" actId="478"/>
          <ac:picMkLst>
            <pc:docMk/>
            <pc:sldMk cId="3378593476" sldId="283"/>
            <ac:picMk id="5" creationId="{00000000-0000-0000-0000-000000000000}"/>
          </ac:picMkLst>
        </pc:picChg>
      </pc:sldChg>
      <pc:sldChg chg="del">
        <pc:chgData name="Devinder Kaur" userId="89161a673412ba18" providerId="LiveId" clId="{9295A64B-F4BC-4383-AC41-0D3A24D56845}" dt="2021-11-23T09:11:27.342" v="2024" actId="47"/>
        <pc:sldMkLst>
          <pc:docMk/>
          <pc:sldMk cId="65251248" sldId="285"/>
        </pc:sldMkLst>
      </pc:sldChg>
      <pc:sldChg chg="delSp modSp del mod">
        <pc:chgData name="Devinder Kaur" userId="89161a673412ba18" providerId="LiveId" clId="{9295A64B-F4BC-4383-AC41-0D3A24D56845}" dt="2021-11-22T07:24:25.701" v="1611" actId="2696"/>
        <pc:sldMkLst>
          <pc:docMk/>
          <pc:sldMk cId="3532008881" sldId="285"/>
        </pc:sldMkLst>
        <pc:spChg chg="mod">
          <ac:chgData name="Devinder Kaur" userId="89161a673412ba18" providerId="LiveId" clId="{9295A64B-F4BC-4383-AC41-0D3A24D56845}" dt="2021-11-20T07:26:20.232" v="749" actId="12788"/>
          <ac:spMkLst>
            <pc:docMk/>
            <pc:sldMk cId="3532008881" sldId="285"/>
            <ac:spMk id="7" creationId="{00000000-0000-0000-0000-000000000000}"/>
          </ac:spMkLst>
        </pc:spChg>
        <pc:spChg chg="mod">
          <ac:chgData name="Devinder Kaur" userId="89161a673412ba18" providerId="LiveId" clId="{9295A64B-F4BC-4383-AC41-0D3A24D56845}" dt="2021-11-20T07:26:25.507" v="750" actId="14100"/>
          <ac:spMkLst>
            <pc:docMk/>
            <pc:sldMk cId="3532008881" sldId="285"/>
            <ac:spMk id="8" creationId="{00000000-0000-0000-0000-000000000000}"/>
          </ac:spMkLst>
        </pc:spChg>
        <pc:spChg chg="mod">
          <ac:chgData name="Devinder Kaur" userId="89161a673412ba18" providerId="LiveId" clId="{9295A64B-F4BC-4383-AC41-0D3A24D56845}" dt="2021-11-20T07:25:05.105" v="706" actId="552"/>
          <ac:spMkLst>
            <pc:docMk/>
            <pc:sldMk cId="3532008881" sldId="285"/>
            <ac:spMk id="9" creationId="{00000000-0000-0000-0000-000000000000}"/>
          </ac:spMkLst>
        </pc:spChg>
        <pc:spChg chg="mod">
          <ac:chgData name="Devinder Kaur" userId="89161a673412ba18" providerId="LiveId" clId="{9295A64B-F4BC-4383-AC41-0D3A24D56845}" dt="2021-11-20T07:25:05.105" v="706" actId="552"/>
          <ac:spMkLst>
            <pc:docMk/>
            <pc:sldMk cId="3532008881" sldId="285"/>
            <ac:spMk id="16388" creationId="{00000000-0000-0000-0000-000000000000}"/>
          </ac:spMkLst>
        </pc:spChg>
        <pc:picChg chg="del">
          <ac:chgData name="Devinder Kaur" userId="89161a673412ba18" providerId="LiveId" clId="{9295A64B-F4BC-4383-AC41-0D3A24D56845}" dt="2021-11-20T07:19:45.146" v="475" actId="478"/>
          <ac:picMkLst>
            <pc:docMk/>
            <pc:sldMk cId="3532008881" sldId="285"/>
            <ac:picMk id="10" creationId="{00000000-0000-0000-0000-000000000000}"/>
          </ac:picMkLst>
        </pc:picChg>
        <pc:picChg chg="mod">
          <ac:chgData name="Devinder Kaur" userId="89161a673412ba18" providerId="LiveId" clId="{9295A64B-F4BC-4383-AC41-0D3A24D56845}" dt="2021-11-20T07:26:07.540" v="747" actId="14100"/>
          <ac:picMkLst>
            <pc:docMk/>
            <pc:sldMk cId="3532008881" sldId="285"/>
            <ac:picMk id="2050" creationId="{00000000-0000-0000-0000-000000000000}"/>
          </ac:picMkLst>
        </pc:picChg>
      </pc:sldChg>
      <pc:sldChg chg="delSp modSp mod">
        <pc:chgData name="Devinder Kaur" userId="89161a673412ba18" providerId="LiveId" clId="{9295A64B-F4BC-4383-AC41-0D3A24D56845}" dt="2021-11-20T09:32:08.499" v="1366" actId="14100"/>
        <pc:sldMkLst>
          <pc:docMk/>
          <pc:sldMk cId="3553239906" sldId="286"/>
        </pc:sldMkLst>
        <pc:spChg chg="mod">
          <ac:chgData name="Devinder Kaur" userId="89161a673412ba18" providerId="LiveId" clId="{9295A64B-F4BC-4383-AC41-0D3A24D56845}" dt="2021-11-20T07:41:34.567" v="763" actId="403"/>
          <ac:spMkLst>
            <pc:docMk/>
            <pc:sldMk cId="3553239906" sldId="286"/>
            <ac:spMk id="7" creationId="{00000000-0000-0000-0000-000000000000}"/>
          </ac:spMkLst>
        </pc:spChg>
        <pc:spChg chg="mod">
          <ac:chgData name="Devinder Kaur" userId="89161a673412ba18" providerId="LiveId" clId="{9295A64B-F4BC-4383-AC41-0D3A24D56845}" dt="2021-11-20T09:32:08.499" v="1366" actId="14100"/>
          <ac:spMkLst>
            <pc:docMk/>
            <pc:sldMk cId="3553239906" sldId="286"/>
            <ac:spMk id="17411" creationId="{00000000-0000-0000-0000-000000000000}"/>
          </ac:spMkLst>
        </pc:spChg>
        <pc:picChg chg="del">
          <ac:chgData name="Devinder Kaur" userId="89161a673412ba18" providerId="LiveId" clId="{9295A64B-F4BC-4383-AC41-0D3A24D56845}" dt="2021-11-20T07:41:05.610" v="754" actId="478"/>
          <ac:picMkLst>
            <pc:docMk/>
            <pc:sldMk cId="3553239906" sldId="286"/>
            <ac:picMk id="8" creationId="{00000000-0000-0000-0000-000000000000}"/>
          </ac:picMkLst>
        </pc:picChg>
        <pc:picChg chg="del">
          <ac:chgData name="Devinder Kaur" userId="89161a673412ba18" providerId="LiveId" clId="{9295A64B-F4BC-4383-AC41-0D3A24D56845}" dt="2021-11-20T07:41:10.159" v="755" actId="478"/>
          <ac:picMkLst>
            <pc:docMk/>
            <pc:sldMk cId="3553239906" sldId="286"/>
            <ac:picMk id="3076" creationId="{00000000-0000-0000-0000-000000000000}"/>
          </ac:picMkLst>
        </pc:picChg>
        <pc:picChg chg="mod">
          <ac:chgData name="Devinder Kaur" userId="89161a673412ba18" providerId="LiveId" clId="{9295A64B-F4BC-4383-AC41-0D3A24D56845}" dt="2021-11-20T07:41:43.262" v="765" actId="1076"/>
          <ac:picMkLst>
            <pc:docMk/>
            <pc:sldMk cId="3553239906" sldId="286"/>
            <ac:picMk id="17412" creationId="{00000000-0000-0000-0000-000000000000}"/>
          </ac:picMkLst>
        </pc:picChg>
      </pc:sldChg>
      <pc:sldChg chg="delSp modSp mod">
        <pc:chgData name="Devinder Kaur" userId="89161a673412ba18" providerId="LiveId" clId="{9295A64B-F4BC-4383-AC41-0D3A24D56845}" dt="2021-11-20T09:32:46.192" v="1389" actId="1036"/>
        <pc:sldMkLst>
          <pc:docMk/>
          <pc:sldMk cId="4008022660" sldId="287"/>
        </pc:sldMkLst>
        <pc:spChg chg="mod">
          <ac:chgData name="Devinder Kaur" userId="89161a673412ba18" providerId="LiveId" clId="{9295A64B-F4BC-4383-AC41-0D3A24D56845}" dt="2021-11-20T08:00:06.178" v="768" actId="14100"/>
          <ac:spMkLst>
            <pc:docMk/>
            <pc:sldMk cId="4008022660" sldId="287"/>
            <ac:spMk id="7" creationId="{00000000-0000-0000-0000-000000000000}"/>
          </ac:spMkLst>
        </pc:spChg>
        <pc:spChg chg="mod">
          <ac:chgData name="Devinder Kaur" userId="89161a673412ba18" providerId="LiveId" clId="{9295A64B-F4BC-4383-AC41-0D3A24D56845}" dt="2021-11-20T08:01:06.363" v="809" actId="20577"/>
          <ac:spMkLst>
            <pc:docMk/>
            <pc:sldMk cId="4008022660" sldId="287"/>
            <ac:spMk id="8" creationId="{00000000-0000-0000-0000-000000000000}"/>
          </ac:spMkLst>
        </pc:spChg>
        <pc:spChg chg="mod">
          <ac:chgData name="Devinder Kaur" userId="89161a673412ba18" providerId="LiveId" clId="{9295A64B-F4BC-4383-AC41-0D3A24D56845}" dt="2021-11-20T08:02:22.207" v="850" actId="14100"/>
          <ac:spMkLst>
            <pc:docMk/>
            <pc:sldMk cId="4008022660" sldId="287"/>
            <ac:spMk id="9" creationId="{00000000-0000-0000-0000-000000000000}"/>
          </ac:spMkLst>
        </pc:spChg>
        <pc:spChg chg="mod">
          <ac:chgData name="Devinder Kaur" userId="89161a673412ba18" providerId="LiveId" clId="{9295A64B-F4BC-4383-AC41-0D3A24D56845}" dt="2021-11-20T08:02:36.819" v="894" actId="1036"/>
          <ac:spMkLst>
            <pc:docMk/>
            <pc:sldMk cId="4008022660" sldId="287"/>
            <ac:spMk id="10" creationId="{00000000-0000-0000-0000-000000000000}"/>
          </ac:spMkLst>
        </pc:spChg>
        <pc:spChg chg="del">
          <ac:chgData name="Devinder Kaur" userId="89161a673412ba18" providerId="LiveId" clId="{9295A64B-F4BC-4383-AC41-0D3A24D56845}" dt="2021-11-20T07:43:09.911" v="767" actId="478"/>
          <ac:spMkLst>
            <pc:docMk/>
            <pc:sldMk cId="4008022660" sldId="287"/>
            <ac:spMk id="11" creationId="{00000000-0000-0000-0000-000000000000}"/>
          </ac:spMkLst>
        </pc:spChg>
        <pc:picChg chg="del">
          <ac:chgData name="Devinder Kaur" userId="89161a673412ba18" providerId="LiveId" clId="{9295A64B-F4BC-4383-AC41-0D3A24D56845}" dt="2021-11-20T07:43:04.851" v="766" actId="478"/>
          <ac:picMkLst>
            <pc:docMk/>
            <pc:sldMk cId="4008022660" sldId="287"/>
            <ac:picMk id="12" creationId="{00000000-0000-0000-0000-000000000000}"/>
          </ac:picMkLst>
        </pc:picChg>
        <pc:picChg chg="mod">
          <ac:chgData name="Devinder Kaur" userId="89161a673412ba18" providerId="LiveId" clId="{9295A64B-F4BC-4383-AC41-0D3A24D56845}" dt="2021-11-20T09:32:46.192" v="1389" actId="1036"/>
          <ac:picMkLst>
            <pc:docMk/>
            <pc:sldMk cId="4008022660" sldId="287"/>
            <ac:picMk id="5122" creationId="{00000000-0000-0000-0000-000000000000}"/>
          </ac:picMkLst>
        </pc:picChg>
      </pc:sldChg>
      <pc:sldChg chg="delSp modSp mod">
        <pc:chgData name="Devinder Kaur" userId="89161a673412ba18" providerId="LiveId" clId="{9295A64B-F4BC-4383-AC41-0D3A24D56845}" dt="2021-11-20T08:03:38.263" v="903" actId="20577"/>
        <pc:sldMkLst>
          <pc:docMk/>
          <pc:sldMk cId="2899595832" sldId="288"/>
        </pc:sldMkLst>
        <pc:spChg chg="mod">
          <ac:chgData name="Devinder Kaur" userId="89161a673412ba18" providerId="LiveId" clId="{9295A64B-F4BC-4383-AC41-0D3A24D56845}" dt="2021-11-20T08:03:38.263" v="903" actId="20577"/>
          <ac:spMkLst>
            <pc:docMk/>
            <pc:sldMk cId="2899595832" sldId="288"/>
            <ac:spMk id="3" creationId="{00000000-0000-0000-0000-000000000000}"/>
          </ac:spMkLst>
        </pc:spChg>
        <pc:picChg chg="del">
          <ac:chgData name="Devinder Kaur" userId="89161a673412ba18" providerId="LiveId" clId="{9295A64B-F4BC-4383-AC41-0D3A24D56845}" dt="2021-11-20T08:02:59.244" v="895" actId="478"/>
          <ac:picMkLst>
            <pc:docMk/>
            <pc:sldMk cId="2899595832" sldId="288"/>
            <ac:picMk id="5" creationId="{00000000-0000-0000-0000-000000000000}"/>
          </ac:picMkLst>
        </pc:picChg>
      </pc:sldChg>
      <pc:sldChg chg="addSp delSp modSp mod modNotesTx">
        <pc:chgData name="Devinder Kaur" userId="89161a673412ba18" providerId="LiveId" clId="{9295A64B-F4BC-4383-AC41-0D3A24D56845}" dt="2021-11-20T10:33:38.620" v="1570"/>
        <pc:sldMkLst>
          <pc:docMk/>
          <pc:sldMk cId="651260955" sldId="289"/>
        </pc:sldMkLst>
        <pc:spChg chg="mod">
          <ac:chgData name="Devinder Kaur" userId="89161a673412ba18" providerId="LiveId" clId="{9295A64B-F4BC-4383-AC41-0D3A24D56845}" dt="2021-11-20T08:08:47.522" v="1048"/>
          <ac:spMkLst>
            <pc:docMk/>
            <pc:sldMk cId="651260955" sldId="289"/>
            <ac:spMk id="7" creationId="{00000000-0000-0000-0000-000000000000}"/>
          </ac:spMkLst>
        </pc:spChg>
        <pc:spChg chg="mod">
          <ac:chgData name="Devinder Kaur" userId="89161a673412ba18" providerId="LiveId" clId="{9295A64B-F4BC-4383-AC41-0D3A24D56845}" dt="2021-11-20T10:30:53.105" v="1566" actId="20577"/>
          <ac:spMkLst>
            <pc:docMk/>
            <pc:sldMk cId="651260955" sldId="289"/>
            <ac:spMk id="20484" creationId="{00000000-0000-0000-0000-000000000000}"/>
          </ac:spMkLst>
        </pc:spChg>
        <pc:picChg chg="add mod modCrop">
          <ac:chgData name="Devinder Kaur" userId="89161a673412ba18" providerId="LiveId" clId="{9295A64B-F4BC-4383-AC41-0D3A24D56845}" dt="2021-11-20T08:09:08.859" v="1052" actId="1038"/>
          <ac:picMkLst>
            <pc:docMk/>
            <pc:sldMk cId="651260955" sldId="289"/>
            <ac:picMk id="2" creationId="{CA194D80-FE38-4CF9-9901-1D605AE1A004}"/>
          </ac:picMkLst>
        </pc:picChg>
        <pc:picChg chg="add del mod">
          <ac:chgData name="Devinder Kaur" userId="89161a673412ba18" providerId="LiveId" clId="{9295A64B-F4BC-4383-AC41-0D3A24D56845}" dt="2021-11-20T10:31:15.191" v="1567" actId="478"/>
          <ac:picMkLst>
            <pc:docMk/>
            <pc:sldMk cId="651260955" sldId="289"/>
            <ac:picMk id="3" creationId="{277D3905-AF35-469C-8830-285C7EF2AE6F}"/>
          </ac:picMkLst>
        </pc:picChg>
        <pc:picChg chg="del">
          <ac:chgData name="Devinder Kaur" userId="89161a673412ba18" providerId="LiveId" clId="{9295A64B-F4BC-4383-AC41-0D3A24D56845}" dt="2021-11-20T08:04:37.069" v="911" actId="478"/>
          <ac:picMkLst>
            <pc:docMk/>
            <pc:sldMk cId="651260955" sldId="289"/>
            <ac:picMk id="6" creationId="{00000000-0000-0000-0000-000000000000}"/>
          </ac:picMkLst>
        </pc:picChg>
        <pc:picChg chg="del mod">
          <ac:chgData name="Devinder Kaur" userId="89161a673412ba18" providerId="LiveId" clId="{9295A64B-F4BC-4383-AC41-0D3A24D56845}" dt="2021-11-20T08:07:04.145" v="953" actId="478"/>
          <ac:picMkLst>
            <pc:docMk/>
            <pc:sldMk cId="651260955" sldId="289"/>
            <ac:picMk id="20482" creationId="{00000000-0000-0000-0000-000000000000}"/>
          </ac:picMkLst>
        </pc:picChg>
      </pc:sldChg>
      <pc:sldChg chg="delSp modSp mod">
        <pc:chgData name="Devinder Kaur" userId="89161a673412ba18" providerId="LiveId" clId="{9295A64B-F4BC-4383-AC41-0D3A24D56845}" dt="2021-11-20T08:10:25.312" v="1068" actId="20577"/>
        <pc:sldMkLst>
          <pc:docMk/>
          <pc:sldMk cId="1374972507" sldId="290"/>
        </pc:sldMkLst>
        <pc:spChg chg="mod">
          <ac:chgData name="Devinder Kaur" userId="89161a673412ba18" providerId="LiveId" clId="{9295A64B-F4BC-4383-AC41-0D3A24D56845}" dt="2021-11-20T08:10:25.312" v="1068" actId="20577"/>
          <ac:spMkLst>
            <pc:docMk/>
            <pc:sldMk cId="1374972507" sldId="290"/>
            <ac:spMk id="3" creationId="{00000000-0000-0000-0000-000000000000}"/>
          </ac:spMkLst>
        </pc:spChg>
        <pc:picChg chg="del">
          <ac:chgData name="Devinder Kaur" userId="89161a673412ba18" providerId="LiveId" clId="{9295A64B-F4BC-4383-AC41-0D3A24D56845}" dt="2021-11-20T08:09:49.582" v="1059" actId="478"/>
          <ac:picMkLst>
            <pc:docMk/>
            <pc:sldMk cId="1374972507" sldId="290"/>
            <ac:picMk id="5" creationId="{00000000-0000-0000-0000-000000000000}"/>
          </ac:picMkLst>
        </pc:picChg>
      </pc:sldChg>
      <pc:sldChg chg="delSp modSp mod">
        <pc:chgData name="Devinder Kaur" userId="89161a673412ba18" providerId="LiveId" clId="{9295A64B-F4BC-4383-AC41-0D3A24D56845}" dt="2021-11-20T08:13:50.548" v="1237" actId="6549"/>
        <pc:sldMkLst>
          <pc:docMk/>
          <pc:sldMk cId="4129635999" sldId="291"/>
        </pc:sldMkLst>
        <pc:spChg chg="mod">
          <ac:chgData name="Devinder Kaur" userId="89161a673412ba18" providerId="LiveId" clId="{9295A64B-F4BC-4383-AC41-0D3A24D56845}" dt="2021-11-20T08:13:50.548" v="1237" actId="6549"/>
          <ac:spMkLst>
            <pc:docMk/>
            <pc:sldMk cId="4129635999" sldId="291"/>
            <ac:spMk id="3" creationId="{00000000-0000-0000-0000-000000000000}"/>
          </ac:spMkLst>
        </pc:spChg>
        <pc:spChg chg="mod">
          <ac:chgData name="Devinder Kaur" userId="89161a673412ba18" providerId="LiveId" clId="{9295A64B-F4BC-4383-AC41-0D3A24D56845}" dt="2021-11-20T08:12:52.816" v="1107" actId="403"/>
          <ac:spMkLst>
            <pc:docMk/>
            <pc:sldMk cId="4129635999" sldId="291"/>
            <ac:spMk id="5" creationId="{00000000-0000-0000-0000-000000000000}"/>
          </ac:spMkLst>
        </pc:spChg>
        <pc:picChg chg="del">
          <ac:chgData name="Devinder Kaur" userId="89161a673412ba18" providerId="LiveId" clId="{9295A64B-F4BC-4383-AC41-0D3A24D56845}" dt="2021-11-20T08:10:34.184" v="1069" actId="478"/>
          <ac:picMkLst>
            <pc:docMk/>
            <pc:sldMk cId="4129635999" sldId="291"/>
            <ac:picMk id="6" creationId="{00000000-0000-0000-0000-000000000000}"/>
          </ac:picMkLst>
        </pc:picChg>
      </pc:sldChg>
      <pc:sldChg chg="del">
        <pc:chgData name="Devinder Kaur" userId="89161a673412ba18" providerId="LiveId" clId="{9295A64B-F4BC-4383-AC41-0D3A24D56845}" dt="2021-11-20T08:13:59.459" v="1238" actId="47"/>
        <pc:sldMkLst>
          <pc:docMk/>
          <pc:sldMk cId="1912150725" sldId="292"/>
        </pc:sldMkLst>
      </pc:sldChg>
      <pc:sldChg chg="addSp delSp modSp mod">
        <pc:chgData name="Devinder Kaur" userId="89161a673412ba18" providerId="LiveId" clId="{9295A64B-F4BC-4383-AC41-0D3A24D56845}" dt="2021-11-20T10:28:09.733" v="1508" actId="21"/>
        <pc:sldMkLst>
          <pc:docMk/>
          <pc:sldMk cId="2940580942" sldId="293"/>
        </pc:sldMkLst>
        <pc:spChg chg="del">
          <ac:chgData name="Devinder Kaur" userId="89161a673412ba18" providerId="LiveId" clId="{9295A64B-F4BC-4383-AC41-0D3A24D56845}" dt="2021-11-20T08:14:49.797" v="1246" actId="478"/>
          <ac:spMkLst>
            <pc:docMk/>
            <pc:sldMk cId="2940580942" sldId="293"/>
            <ac:spMk id="6" creationId="{00000000-0000-0000-0000-000000000000}"/>
          </ac:spMkLst>
        </pc:spChg>
        <pc:spChg chg="mod">
          <ac:chgData name="Devinder Kaur" userId="89161a673412ba18" providerId="LiveId" clId="{9295A64B-F4BC-4383-AC41-0D3A24D56845}" dt="2021-11-20T08:16:24.005" v="1355" actId="1035"/>
          <ac:spMkLst>
            <pc:docMk/>
            <pc:sldMk cId="2940580942" sldId="293"/>
            <ac:spMk id="7" creationId="{00000000-0000-0000-0000-000000000000}"/>
          </ac:spMkLst>
        </pc:spChg>
        <pc:spChg chg="mod">
          <ac:chgData name="Devinder Kaur" userId="89161a673412ba18" providerId="LiveId" clId="{9295A64B-F4BC-4383-AC41-0D3A24D56845}" dt="2021-11-20T08:16:11.831" v="1342" actId="14100"/>
          <ac:spMkLst>
            <pc:docMk/>
            <pc:sldMk cId="2940580942" sldId="293"/>
            <ac:spMk id="9" creationId="{00000000-0000-0000-0000-000000000000}"/>
          </ac:spMkLst>
        </pc:spChg>
        <pc:spChg chg="del">
          <ac:chgData name="Devinder Kaur" userId="89161a673412ba18" providerId="LiveId" clId="{9295A64B-F4BC-4383-AC41-0D3A24D56845}" dt="2021-11-20T08:14:54.051" v="1247" actId="478"/>
          <ac:spMkLst>
            <pc:docMk/>
            <pc:sldMk cId="2940580942" sldId="293"/>
            <ac:spMk id="10" creationId="{00000000-0000-0000-0000-000000000000}"/>
          </ac:spMkLst>
        </pc:spChg>
        <pc:spChg chg="mod">
          <ac:chgData name="Devinder Kaur" userId="89161a673412ba18" providerId="LiveId" clId="{9295A64B-F4BC-4383-AC41-0D3A24D56845}" dt="2021-11-20T09:34:31.633" v="1390" actId="20577"/>
          <ac:spMkLst>
            <pc:docMk/>
            <pc:sldMk cId="2940580942" sldId="293"/>
            <ac:spMk id="11" creationId="{00000000-0000-0000-0000-000000000000}"/>
          </ac:spMkLst>
        </pc:spChg>
        <pc:picChg chg="add del mod">
          <ac:chgData name="Devinder Kaur" userId="89161a673412ba18" providerId="LiveId" clId="{9295A64B-F4BC-4383-AC41-0D3A24D56845}" dt="2021-11-20T10:28:09.733" v="1508" actId="21"/>
          <ac:picMkLst>
            <pc:docMk/>
            <pc:sldMk cId="2940580942" sldId="293"/>
            <ac:picMk id="2" creationId="{44DFAA6E-007A-406F-AA8E-68A0F21D658B}"/>
          </ac:picMkLst>
        </pc:picChg>
        <pc:picChg chg="del">
          <ac:chgData name="Devinder Kaur" userId="89161a673412ba18" providerId="LiveId" clId="{9295A64B-F4BC-4383-AC41-0D3A24D56845}" dt="2021-11-20T08:14:10.015" v="1239" actId="478"/>
          <ac:picMkLst>
            <pc:docMk/>
            <pc:sldMk cId="2940580942" sldId="293"/>
            <ac:picMk id="13" creationId="{00000000-0000-0000-0000-000000000000}"/>
          </ac:picMkLst>
        </pc:picChg>
        <pc:picChg chg="mod">
          <ac:chgData name="Devinder Kaur" userId="89161a673412ba18" providerId="LiveId" clId="{9295A64B-F4BC-4383-AC41-0D3A24D56845}" dt="2021-11-20T08:16:39.517" v="1363" actId="1035"/>
          <ac:picMkLst>
            <pc:docMk/>
            <pc:sldMk cId="2940580942" sldId="293"/>
            <ac:picMk id="6146" creationId="{00000000-0000-0000-0000-000000000000}"/>
          </ac:picMkLst>
        </pc:picChg>
      </pc:sldChg>
      <pc:sldChg chg="modSp">
        <pc:chgData name="Devinder Kaur" userId="89161a673412ba18" providerId="LiveId" clId="{9295A64B-F4BC-4383-AC41-0D3A24D56845}" dt="2021-11-23T07:18:30.089" v="1751"/>
        <pc:sldMkLst>
          <pc:docMk/>
          <pc:sldMk cId="0" sldId="294"/>
        </pc:sldMkLst>
        <pc:graphicFrameChg chg="mod">
          <ac:chgData name="Devinder Kaur" userId="89161a673412ba18" providerId="LiveId" clId="{9295A64B-F4BC-4383-AC41-0D3A24D56845}" dt="2021-11-23T07:18:30.089" v="1751"/>
          <ac:graphicFrameMkLst>
            <pc:docMk/>
            <pc:sldMk cId="0" sldId="294"/>
            <ac:graphicFrameMk id="4" creationId="{711EC8E7-C4C2-49CE-8B74-58CB17C6A914}"/>
          </ac:graphicFrameMkLst>
        </pc:graphicFrameChg>
      </pc:sldChg>
      <pc:sldChg chg="addSp delSp modSp mod">
        <pc:chgData name="Devinder Kaur" userId="89161a673412ba18" providerId="LiveId" clId="{9295A64B-F4BC-4383-AC41-0D3A24D56845}" dt="2021-11-20T09:44:18.258" v="1491" actId="14100"/>
        <pc:sldMkLst>
          <pc:docMk/>
          <pc:sldMk cId="381877043" sldId="295"/>
        </pc:sldMkLst>
        <pc:spChg chg="mod">
          <ac:chgData name="Devinder Kaur" userId="89161a673412ba18" providerId="LiveId" clId="{9295A64B-F4BC-4383-AC41-0D3A24D56845}" dt="2021-11-20T09:44:18.258" v="1491" actId="14100"/>
          <ac:spMkLst>
            <pc:docMk/>
            <pc:sldMk cId="381877043" sldId="295"/>
            <ac:spMk id="3" creationId="{00000000-0000-0000-0000-000000000000}"/>
          </ac:spMkLst>
        </pc:spChg>
        <pc:spChg chg="del mod">
          <ac:chgData name="Devinder Kaur" userId="89161a673412ba18" providerId="LiveId" clId="{9295A64B-F4BC-4383-AC41-0D3A24D56845}" dt="2021-11-20T09:40:55.578" v="1473" actId="478"/>
          <ac:spMkLst>
            <pc:docMk/>
            <pc:sldMk cId="381877043" sldId="295"/>
            <ac:spMk id="6" creationId="{00000000-0000-0000-0000-000000000000}"/>
          </ac:spMkLst>
        </pc:spChg>
        <pc:spChg chg="mod">
          <ac:chgData name="Devinder Kaur" userId="89161a673412ba18" providerId="LiveId" clId="{9295A64B-F4BC-4383-AC41-0D3A24D56845}" dt="2021-11-20T09:37:45.773" v="1448" actId="1035"/>
          <ac:spMkLst>
            <pc:docMk/>
            <pc:sldMk cId="381877043" sldId="295"/>
            <ac:spMk id="7" creationId="{00000000-0000-0000-0000-000000000000}"/>
          </ac:spMkLst>
        </pc:spChg>
        <pc:picChg chg="add mod modCrop">
          <ac:chgData name="Devinder Kaur" userId="89161a673412ba18" providerId="LiveId" clId="{9295A64B-F4BC-4383-AC41-0D3A24D56845}" dt="2021-11-20T09:44:15.541" v="1490" actId="14100"/>
          <ac:picMkLst>
            <pc:docMk/>
            <pc:sldMk cId="381877043" sldId="295"/>
            <ac:picMk id="2" creationId="{5E30819A-26B4-4623-B942-28FF0287CFE6}"/>
          </ac:picMkLst>
        </pc:picChg>
        <pc:picChg chg="del">
          <ac:chgData name="Devinder Kaur" userId="89161a673412ba18" providerId="LiveId" clId="{9295A64B-F4BC-4383-AC41-0D3A24D56845}" dt="2021-11-20T09:41:48.915" v="1476" actId="478"/>
          <ac:picMkLst>
            <pc:docMk/>
            <pc:sldMk cId="381877043" sldId="295"/>
            <ac:picMk id="8" creationId="{00000000-0000-0000-0000-000000000000}"/>
          </ac:picMkLst>
        </pc:picChg>
        <pc:picChg chg="del">
          <ac:chgData name="Devinder Kaur" userId="89161a673412ba18" providerId="LiveId" clId="{9295A64B-F4BC-4383-AC41-0D3A24D56845}" dt="2021-11-20T09:39:50.928" v="1453" actId="478"/>
          <ac:picMkLst>
            <pc:docMk/>
            <pc:sldMk cId="381877043" sldId="295"/>
            <ac:picMk id="26628" creationId="{00000000-0000-0000-0000-000000000000}"/>
          </ac:picMkLst>
        </pc:picChg>
      </pc:sldChg>
      <pc:sldChg chg="delSp modSp mod">
        <pc:chgData name="Devinder Kaur" userId="89161a673412ba18" providerId="LiveId" clId="{9295A64B-F4BC-4383-AC41-0D3A24D56845}" dt="2021-11-20T09:45:22.229" v="1499" actId="14100"/>
        <pc:sldMkLst>
          <pc:docMk/>
          <pc:sldMk cId="266370214" sldId="296"/>
        </pc:sldMkLst>
        <pc:spChg chg="mod">
          <ac:chgData name="Devinder Kaur" userId="89161a673412ba18" providerId="LiveId" clId="{9295A64B-F4BC-4383-AC41-0D3A24D56845}" dt="2021-11-20T09:45:22.229" v="1499" actId="14100"/>
          <ac:spMkLst>
            <pc:docMk/>
            <pc:sldMk cId="266370214" sldId="296"/>
            <ac:spMk id="3" creationId="{00000000-0000-0000-0000-000000000000}"/>
          </ac:spMkLst>
        </pc:spChg>
        <pc:picChg chg="del">
          <ac:chgData name="Devinder Kaur" userId="89161a673412ba18" providerId="LiveId" clId="{9295A64B-F4BC-4383-AC41-0D3A24D56845}" dt="2021-11-20T09:44:29.583" v="1492" actId="478"/>
          <ac:picMkLst>
            <pc:docMk/>
            <pc:sldMk cId="266370214" sldId="296"/>
            <ac:picMk id="5" creationId="{00000000-0000-0000-0000-000000000000}"/>
          </ac:picMkLst>
        </pc:picChg>
      </pc:sldChg>
      <pc:sldChg chg="del">
        <pc:chgData name="Devinder Kaur" userId="89161a673412ba18" providerId="LiveId" clId="{9295A64B-F4BC-4383-AC41-0D3A24D56845}" dt="2021-11-20T10:14:38.372" v="1500" actId="47"/>
        <pc:sldMkLst>
          <pc:docMk/>
          <pc:sldMk cId="483328082" sldId="371"/>
        </pc:sldMkLst>
      </pc:sldChg>
      <pc:sldChg chg="del">
        <pc:chgData name="Devinder Kaur" userId="89161a673412ba18" providerId="LiveId" clId="{9295A64B-F4BC-4383-AC41-0D3A24D56845}" dt="2021-11-20T10:14:40.864" v="1501" actId="47"/>
        <pc:sldMkLst>
          <pc:docMk/>
          <pc:sldMk cId="3463408576" sldId="372"/>
        </pc:sldMkLst>
      </pc:sldChg>
      <pc:sldChg chg="del">
        <pc:chgData name="Devinder Kaur" userId="89161a673412ba18" providerId="LiveId" clId="{9295A64B-F4BC-4383-AC41-0D3A24D56845}" dt="2021-11-20T10:14:43.443" v="1502" actId="47"/>
        <pc:sldMkLst>
          <pc:docMk/>
          <pc:sldMk cId="2714655915" sldId="373"/>
        </pc:sldMkLst>
      </pc:sldChg>
      <pc:sldChg chg="del">
        <pc:chgData name="Devinder Kaur" userId="89161a673412ba18" providerId="LiveId" clId="{9295A64B-F4BC-4383-AC41-0D3A24D56845}" dt="2021-11-20T10:14:46.090" v="1503" actId="47"/>
        <pc:sldMkLst>
          <pc:docMk/>
          <pc:sldMk cId="2607375812" sldId="374"/>
        </pc:sldMkLst>
      </pc:sldChg>
      <pc:sldChg chg="del">
        <pc:chgData name="Devinder Kaur" userId="89161a673412ba18" providerId="LiveId" clId="{9295A64B-F4BC-4383-AC41-0D3A24D56845}" dt="2021-11-20T10:14:47.328" v="1504" actId="47"/>
        <pc:sldMkLst>
          <pc:docMk/>
          <pc:sldMk cId="2057133576" sldId="375"/>
        </pc:sldMkLst>
      </pc:sldChg>
      <pc:sldChg chg="del">
        <pc:chgData name="Devinder Kaur" userId="89161a673412ba18" providerId="LiveId" clId="{9295A64B-F4BC-4383-AC41-0D3A24D56845}" dt="2021-11-20T10:14:50.455" v="1505" actId="47"/>
        <pc:sldMkLst>
          <pc:docMk/>
          <pc:sldMk cId="861069009" sldId="376"/>
        </pc:sldMkLst>
      </pc:sldChg>
      <pc:sldChg chg="del">
        <pc:chgData name="Devinder Kaur" userId="89161a673412ba18" providerId="LiveId" clId="{9295A64B-F4BC-4383-AC41-0D3A24D56845}" dt="2021-11-20T10:35:16.675" v="1571" actId="47"/>
        <pc:sldMkLst>
          <pc:docMk/>
          <pc:sldMk cId="2070648346" sldId="377"/>
        </pc:sldMkLst>
      </pc:sldChg>
      <pc:sldChg chg="del">
        <pc:chgData name="Devinder Kaur" userId="89161a673412ba18" providerId="LiveId" clId="{9295A64B-F4BC-4383-AC41-0D3A24D56845}" dt="2021-11-23T07:18:40.214" v="1752" actId="47"/>
        <pc:sldMkLst>
          <pc:docMk/>
          <pc:sldMk cId="502896003" sldId="380"/>
        </pc:sldMkLst>
      </pc:sldChg>
      <pc:sldChg chg="modSp mod">
        <pc:chgData name="Devinder Kaur" userId="89161a673412ba18" providerId="LiveId" clId="{9295A64B-F4BC-4383-AC41-0D3A24D56845}" dt="2021-11-20T04:30:33.777" v="75" actId="14100"/>
        <pc:sldMkLst>
          <pc:docMk/>
          <pc:sldMk cId="3987702008" sldId="383"/>
        </pc:sldMkLst>
        <pc:spChg chg="mod">
          <ac:chgData name="Devinder Kaur" userId="89161a673412ba18" providerId="LiveId" clId="{9295A64B-F4BC-4383-AC41-0D3A24D56845}" dt="2021-11-20T04:29:56.640" v="70" actId="3062"/>
          <ac:spMkLst>
            <pc:docMk/>
            <pc:sldMk cId="3987702008" sldId="383"/>
            <ac:spMk id="2" creationId="{360FB0D0-9430-4768-B521-19DBEB05E976}"/>
          </ac:spMkLst>
        </pc:spChg>
        <pc:spChg chg="mod">
          <ac:chgData name="Devinder Kaur" userId="89161a673412ba18" providerId="LiveId" clId="{9295A64B-F4BC-4383-AC41-0D3A24D56845}" dt="2021-11-20T04:30:33.777" v="75" actId="14100"/>
          <ac:spMkLst>
            <pc:docMk/>
            <pc:sldMk cId="3987702008" sldId="383"/>
            <ac:spMk id="3" creationId="{E314D1D3-EBC7-4C39-8BAA-D445CA947CD5}"/>
          </ac:spMkLst>
        </pc:spChg>
      </pc:sldChg>
      <pc:sldChg chg="addSp delSp modSp new del mod">
        <pc:chgData name="Devinder Kaur" userId="89161a673412ba18" providerId="LiveId" clId="{9295A64B-F4BC-4383-AC41-0D3A24D56845}" dt="2021-11-20T04:23:39.055" v="4" actId="47"/>
        <pc:sldMkLst>
          <pc:docMk/>
          <pc:sldMk cId="478299984" sldId="384"/>
        </pc:sldMkLst>
        <pc:graphicFrameChg chg="add del mod modGraphic">
          <ac:chgData name="Devinder Kaur" userId="89161a673412ba18" providerId="LiveId" clId="{9295A64B-F4BC-4383-AC41-0D3A24D56845}" dt="2021-11-20T04:23:35.245" v="3" actId="478"/>
          <ac:graphicFrameMkLst>
            <pc:docMk/>
            <pc:sldMk cId="478299984" sldId="384"/>
            <ac:graphicFrameMk id="3" creationId="{C0B2A904-D69E-471C-A63C-D14614849833}"/>
          </ac:graphicFrameMkLst>
        </pc:graphicFrameChg>
      </pc:sldChg>
      <pc:sldChg chg="modSp new mod">
        <pc:chgData name="Devinder Kaur" userId="89161a673412ba18" providerId="LiveId" clId="{9295A64B-F4BC-4383-AC41-0D3A24D56845}" dt="2021-11-20T04:24:05.192" v="7"/>
        <pc:sldMkLst>
          <pc:docMk/>
          <pc:sldMk cId="793904789" sldId="384"/>
        </pc:sldMkLst>
        <pc:spChg chg="mod">
          <ac:chgData name="Devinder Kaur" userId="89161a673412ba18" providerId="LiveId" clId="{9295A64B-F4BC-4383-AC41-0D3A24D56845}" dt="2021-11-20T04:23:49.880" v="6"/>
          <ac:spMkLst>
            <pc:docMk/>
            <pc:sldMk cId="793904789" sldId="384"/>
            <ac:spMk id="2" creationId="{1C39FD89-2AF2-4BD2-ACA2-4686B3D65A90}"/>
          </ac:spMkLst>
        </pc:spChg>
        <pc:spChg chg="mod">
          <ac:chgData name="Devinder Kaur" userId="89161a673412ba18" providerId="LiveId" clId="{9295A64B-F4BC-4383-AC41-0D3A24D56845}" dt="2021-11-20T04:24:05.192" v="7"/>
          <ac:spMkLst>
            <pc:docMk/>
            <pc:sldMk cId="793904789" sldId="384"/>
            <ac:spMk id="3" creationId="{1FE08125-E691-4A55-B690-706B0F80CB9F}"/>
          </ac:spMkLst>
        </pc:spChg>
      </pc:sldChg>
      <pc:sldChg chg="addSp modSp new mod ord">
        <pc:chgData name="Devinder Kaur" userId="89161a673412ba18" providerId="LiveId" clId="{9295A64B-F4BC-4383-AC41-0D3A24D56845}" dt="2021-11-20T07:08:30.566" v="406"/>
        <pc:sldMkLst>
          <pc:docMk/>
          <pc:sldMk cId="3335671634" sldId="385"/>
        </pc:sldMkLst>
        <pc:graphicFrameChg chg="add mod modGraphic">
          <ac:chgData name="Devinder Kaur" userId="89161a673412ba18" providerId="LiveId" clId="{9295A64B-F4BC-4383-AC41-0D3A24D56845}" dt="2021-11-20T04:33:09.241" v="113" actId="404"/>
          <ac:graphicFrameMkLst>
            <pc:docMk/>
            <pc:sldMk cId="3335671634" sldId="385"/>
            <ac:graphicFrameMk id="3" creationId="{36D5A412-A859-4982-BE4E-141E4C725F58}"/>
          </ac:graphicFrameMkLst>
        </pc:graphicFrameChg>
      </pc:sldChg>
      <pc:sldChg chg="addSp modSp new mod ord">
        <pc:chgData name="Devinder Kaur" userId="89161a673412ba18" providerId="LiveId" clId="{9295A64B-F4BC-4383-AC41-0D3A24D56845}" dt="2021-11-20T07:11:24.168" v="416"/>
        <pc:sldMkLst>
          <pc:docMk/>
          <pc:sldMk cId="3435598254" sldId="386"/>
        </pc:sldMkLst>
        <pc:graphicFrameChg chg="add mod modGraphic">
          <ac:chgData name="Devinder Kaur" userId="89161a673412ba18" providerId="LiveId" clId="{9295A64B-F4BC-4383-AC41-0D3A24D56845}" dt="2021-11-20T04:35:25.954" v="130" actId="20577"/>
          <ac:graphicFrameMkLst>
            <pc:docMk/>
            <pc:sldMk cId="3435598254" sldId="386"/>
            <ac:graphicFrameMk id="3" creationId="{0758E3F2-E22C-41A3-85FD-96B45CA70D4C}"/>
          </ac:graphicFrameMkLst>
        </pc:graphicFrameChg>
      </pc:sldChg>
      <pc:sldChg chg="addSp modSp new mod ord">
        <pc:chgData name="Devinder Kaur" userId="89161a673412ba18" providerId="LiveId" clId="{9295A64B-F4BC-4383-AC41-0D3A24D56845}" dt="2021-11-20T07:13:28.966" v="436"/>
        <pc:sldMkLst>
          <pc:docMk/>
          <pc:sldMk cId="2444923482" sldId="387"/>
        </pc:sldMkLst>
        <pc:graphicFrameChg chg="add mod modGraphic">
          <ac:chgData name="Devinder Kaur" userId="89161a673412ba18" providerId="LiveId" clId="{9295A64B-F4BC-4383-AC41-0D3A24D56845}" dt="2021-11-20T04:38:59.987" v="159" actId="20577"/>
          <ac:graphicFrameMkLst>
            <pc:docMk/>
            <pc:sldMk cId="2444923482" sldId="387"/>
            <ac:graphicFrameMk id="3" creationId="{F7819030-7728-4EE9-AFD2-241F5FE7F921}"/>
          </ac:graphicFrameMkLst>
        </pc:graphicFrameChg>
      </pc:sldChg>
      <pc:sldChg chg="addSp modSp new ord">
        <pc:chgData name="Devinder Kaur" userId="89161a673412ba18" providerId="LiveId" clId="{9295A64B-F4BC-4383-AC41-0D3A24D56845}" dt="2021-11-20T07:38:11.021" v="752"/>
        <pc:sldMkLst>
          <pc:docMk/>
          <pc:sldMk cId="2624573286" sldId="388"/>
        </pc:sldMkLst>
        <pc:picChg chg="add mod">
          <ac:chgData name="Devinder Kaur" userId="89161a673412ba18" providerId="LiveId" clId="{9295A64B-F4BC-4383-AC41-0D3A24D56845}" dt="2021-11-20T04:43:08.259" v="217" actId="1036"/>
          <ac:picMkLst>
            <pc:docMk/>
            <pc:sldMk cId="2624573286" sldId="388"/>
            <ac:picMk id="3" creationId="{D7F56B56-C88F-4F78-8D42-D9AB66F0C3FD}"/>
          </ac:picMkLst>
        </pc:picChg>
        <pc:picChg chg="add mod">
          <ac:chgData name="Devinder Kaur" userId="89161a673412ba18" providerId="LiveId" clId="{9295A64B-F4BC-4383-AC41-0D3A24D56845}" dt="2021-11-20T04:42:54.604" v="184" actId="1038"/>
          <ac:picMkLst>
            <pc:docMk/>
            <pc:sldMk cId="2624573286" sldId="388"/>
            <ac:picMk id="4" creationId="{B2784749-4EA3-4074-A224-27BCB21DAA45}"/>
          </ac:picMkLst>
        </pc:picChg>
      </pc:sldChg>
      <pc:sldChg chg="addSp modSp new mod">
        <pc:chgData name="Devinder Kaur" userId="89161a673412ba18" providerId="LiveId" clId="{9295A64B-F4BC-4383-AC41-0D3A24D56845}" dt="2021-11-20T06:48:09.747" v="286" actId="14100"/>
        <pc:sldMkLst>
          <pc:docMk/>
          <pc:sldMk cId="1912555942" sldId="389"/>
        </pc:sldMkLst>
        <pc:graphicFrameChg chg="add mod modGraphic">
          <ac:chgData name="Devinder Kaur" userId="89161a673412ba18" providerId="LiveId" clId="{9295A64B-F4BC-4383-AC41-0D3A24D56845}" dt="2021-11-20T06:48:09.747" v="286" actId="14100"/>
          <ac:graphicFrameMkLst>
            <pc:docMk/>
            <pc:sldMk cId="1912555942" sldId="389"/>
            <ac:graphicFrameMk id="3" creationId="{1946E517-4796-4798-B5B9-33B3B917C5A2}"/>
          </ac:graphicFrameMkLst>
        </pc:graphicFrameChg>
      </pc:sldChg>
      <pc:sldChg chg="addSp modSp new mod ord">
        <pc:chgData name="Devinder Kaur" userId="89161a673412ba18" providerId="LiveId" clId="{9295A64B-F4BC-4383-AC41-0D3A24D56845}" dt="2021-11-20T07:08:28.280" v="404"/>
        <pc:sldMkLst>
          <pc:docMk/>
          <pc:sldMk cId="1821159219" sldId="390"/>
        </pc:sldMkLst>
        <pc:graphicFrameChg chg="add mod modGraphic">
          <ac:chgData name="Devinder Kaur" userId="89161a673412ba18" providerId="LiveId" clId="{9295A64B-F4BC-4383-AC41-0D3A24D56845}" dt="2021-11-20T06:42:55.680" v="258" actId="20577"/>
          <ac:graphicFrameMkLst>
            <pc:docMk/>
            <pc:sldMk cId="1821159219" sldId="390"/>
            <ac:graphicFrameMk id="3" creationId="{7E641CA4-3FBE-4F35-A0D8-EE636814BDB0}"/>
          </ac:graphicFrameMkLst>
        </pc:graphicFrameChg>
      </pc:sldChg>
      <pc:sldChg chg="addSp modSp new mod ord modNotesTx">
        <pc:chgData name="Devinder Kaur" userId="89161a673412ba18" providerId="LiveId" clId="{9295A64B-F4BC-4383-AC41-0D3A24D56845}" dt="2021-11-22T05:37:14.479" v="1610" actId="20577"/>
        <pc:sldMkLst>
          <pc:docMk/>
          <pc:sldMk cId="1135127693" sldId="391"/>
        </pc:sldMkLst>
        <pc:graphicFrameChg chg="add mod modGraphic">
          <ac:chgData name="Devinder Kaur" userId="89161a673412ba18" providerId="LiveId" clId="{9295A64B-F4BC-4383-AC41-0D3A24D56845}" dt="2021-11-20T06:58:20.391" v="363" actId="313"/>
          <ac:graphicFrameMkLst>
            <pc:docMk/>
            <pc:sldMk cId="1135127693" sldId="391"/>
            <ac:graphicFrameMk id="3" creationId="{7F63E7BE-E4CF-4F3D-BA2D-D81DB39B77F8}"/>
          </ac:graphicFrameMkLst>
        </pc:graphicFrameChg>
      </pc:sldChg>
      <pc:sldChg chg="delSp modSp mod ord">
        <pc:chgData name="Devinder Kaur" userId="89161a673412ba18" providerId="LiveId" clId="{9295A64B-F4BC-4383-AC41-0D3A24D56845}" dt="2021-11-20T07:18:55.627" v="474"/>
        <pc:sldMkLst>
          <pc:docMk/>
          <pc:sldMk cId="2909079257" sldId="392"/>
        </pc:sldMkLst>
        <pc:spChg chg="mod">
          <ac:chgData name="Devinder Kaur" userId="89161a673412ba18" providerId="LiveId" clId="{9295A64B-F4BC-4383-AC41-0D3A24D56845}" dt="2021-11-20T07:18:27.617" v="472" actId="1036"/>
          <ac:spMkLst>
            <pc:docMk/>
            <pc:sldMk cId="2909079257" sldId="392"/>
            <ac:spMk id="7" creationId="{00000000-0000-0000-0000-000000000000}"/>
          </ac:spMkLst>
        </pc:spChg>
        <pc:spChg chg="mod">
          <ac:chgData name="Devinder Kaur" userId="89161a673412ba18" providerId="LiveId" clId="{9295A64B-F4BC-4383-AC41-0D3A24D56845}" dt="2021-11-20T07:18:23.635" v="463" actId="27636"/>
          <ac:spMkLst>
            <pc:docMk/>
            <pc:sldMk cId="2909079257" sldId="392"/>
            <ac:spMk id="15363" creationId="{00000000-0000-0000-0000-000000000000}"/>
          </ac:spMkLst>
        </pc:spChg>
        <pc:picChg chg="del">
          <ac:chgData name="Devinder Kaur" userId="89161a673412ba18" providerId="LiveId" clId="{9295A64B-F4BC-4383-AC41-0D3A24D56845}" dt="2021-11-20T07:17:23.928" v="439" actId="478"/>
          <ac:picMkLst>
            <pc:docMk/>
            <pc:sldMk cId="2909079257" sldId="392"/>
            <ac:picMk id="5" creationId="{00000000-0000-0000-0000-000000000000}"/>
          </ac:picMkLst>
        </pc:picChg>
      </pc:sldChg>
      <pc:sldChg chg="delSp modSp mod">
        <pc:chgData name="Devinder Kaur" userId="89161a673412ba18" providerId="LiveId" clId="{9295A64B-F4BC-4383-AC41-0D3A24D56845}" dt="2021-11-20T09:37:13.296" v="1434" actId="14100"/>
        <pc:sldMkLst>
          <pc:docMk/>
          <pc:sldMk cId="2294907913" sldId="393"/>
        </pc:sldMkLst>
        <pc:spChg chg="mod">
          <ac:chgData name="Devinder Kaur" userId="89161a673412ba18" providerId="LiveId" clId="{9295A64B-F4BC-4383-AC41-0D3A24D56845}" dt="2021-11-20T09:37:13.296" v="1434" actId="14100"/>
          <ac:spMkLst>
            <pc:docMk/>
            <pc:sldMk cId="2294907913" sldId="393"/>
            <ac:spMk id="3" creationId="{00000000-0000-0000-0000-000000000000}"/>
          </ac:spMkLst>
        </pc:spChg>
        <pc:spChg chg="mod">
          <ac:chgData name="Devinder Kaur" userId="89161a673412ba18" providerId="LiveId" clId="{9295A64B-F4BC-4383-AC41-0D3A24D56845}" dt="2021-11-20T09:36:58.282" v="1432" actId="12788"/>
          <ac:spMkLst>
            <pc:docMk/>
            <pc:sldMk cId="2294907913" sldId="393"/>
            <ac:spMk id="6" creationId="{00000000-0000-0000-0000-000000000000}"/>
          </ac:spMkLst>
        </pc:spChg>
        <pc:picChg chg="del">
          <ac:chgData name="Devinder Kaur" userId="89161a673412ba18" providerId="LiveId" clId="{9295A64B-F4BC-4383-AC41-0D3A24D56845}" dt="2021-11-20T09:34:59.559" v="1397" actId="478"/>
          <ac:picMkLst>
            <pc:docMk/>
            <pc:sldMk cId="2294907913" sldId="393"/>
            <ac:picMk id="5" creationId="{00000000-0000-0000-0000-000000000000}"/>
          </ac:picMkLst>
        </pc:picChg>
      </pc:sldChg>
      <pc:sldChg chg="new">
        <pc:chgData name="Devinder Kaur" userId="89161a673412ba18" providerId="LiveId" clId="{9295A64B-F4BC-4383-AC41-0D3A24D56845}" dt="2021-11-20T10:46:49.079" v="1572" actId="680"/>
        <pc:sldMkLst>
          <pc:docMk/>
          <pc:sldMk cId="1977536464" sldId="394"/>
        </pc:sldMkLst>
      </pc:sldChg>
      <pc:sldChg chg="addSp modSp new mod ord">
        <pc:chgData name="Devinder Kaur" userId="89161a673412ba18" providerId="LiveId" clId="{9295A64B-F4BC-4383-AC41-0D3A24D56845}" dt="2021-11-23T08:56:09.229" v="1793"/>
        <pc:sldMkLst>
          <pc:docMk/>
          <pc:sldMk cId="3830565988" sldId="395"/>
        </pc:sldMkLst>
        <pc:graphicFrameChg chg="add mod modGraphic">
          <ac:chgData name="Devinder Kaur" userId="89161a673412ba18" providerId="LiveId" clId="{9295A64B-F4BC-4383-AC41-0D3A24D56845}" dt="2021-11-22T07:33:27.874" v="1614" actId="14100"/>
          <ac:graphicFrameMkLst>
            <pc:docMk/>
            <pc:sldMk cId="3830565988" sldId="395"/>
            <ac:graphicFrameMk id="3" creationId="{F1B39E77-E913-4BFC-BD8A-AC5F26E3AB80}"/>
          </ac:graphicFrameMkLst>
        </pc:graphicFrameChg>
      </pc:sldChg>
      <pc:sldChg chg="modSp new del mod">
        <pc:chgData name="Devinder Kaur" userId="89161a673412ba18" providerId="LiveId" clId="{9295A64B-F4BC-4383-AC41-0D3A24D56845}" dt="2021-11-23T08:48:42.829" v="1753" actId="47"/>
        <pc:sldMkLst>
          <pc:docMk/>
          <pc:sldMk cId="4046461821" sldId="396"/>
        </pc:sldMkLst>
        <pc:spChg chg="mod">
          <ac:chgData name="Devinder Kaur" userId="89161a673412ba18" providerId="LiveId" clId="{9295A64B-F4BC-4383-AC41-0D3A24D56845}" dt="2021-11-22T07:30:52.992" v="1613"/>
          <ac:spMkLst>
            <pc:docMk/>
            <pc:sldMk cId="4046461821" sldId="396"/>
            <ac:spMk id="3" creationId="{C6394A41-DFA4-4E34-8F61-410F998748F5}"/>
          </ac:spMkLst>
        </pc:spChg>
      </pc:sldChg>
      <pc:sldChg chg="addSp modSp new mod">
        <pc:chgData name="Devinder Kaur" userId="89161a673412ba18" providerId="LiveId" clId="{9295A64B-F4BC-4383-AC41-0D3A24D56845}" dt="2021-11-22T07:36:52.430" v="1656" actId="403"/>
        <pc:sldMkLst>
          <pc:docMk/>
          <pc:sldMk cId="1508017919" sldId="397"/>
        </pc:sldMkLst>
        <pc:graphicFrameChg chg="add mod modGraphic">
          <ac:chgData name="Devinder Kaur" userId="89161a673412ba18" providerId="LiveId" clId="{9295A64B-F4BC-4383-AC41-0D3A24D56845}" dt="2021-11-22T07:36:52.430" v="1656" actId="403"/>
          <ac:graphicFrameMkLst>
            <pc:docMk/>
            <pc:sldMk cId="1508017919" sldId="397"/>
            <ac:graphicFrameMk id="3" creationId="{B674D03F-A29D-486C-B264-95ED1E3511E7}"/>
          </ac:graphicFrameMkLst>
        </pc:graphicFrameChg>
      </pc:sldChg>
      <pc:sldChg chg="addSp modSp new mod">
        <pc:chgData name="Devinder Kaur" userId="89161a673412ba18" providerId="LiveId" clId="{9295A64B-F4BC-4383-AC41-0D3A24D56845}" dt="2021-11-22T07:40:59.962" v="1719" actId="403"/>
        <pc:sldMkLst>
          <pc:docMk/>
          <pc:sldMk cId="2708759330" sldId="398"/>
        </pc:sldMkLst>
        <pc:graphicFrameChg chg="add mod modGraphic">
          <ac:chgData name="Devinder Kaur" userId="89161a673412ba18" providerId="LiveId" clId="{9295A64B-F4BC-4383-AC41-0D3A24D56845}" dt="2021-11-22T07:40:59.962" v="1719" actId="403"/>
          <ac:graphicFrameMkLst>
            <pc:docMk/>
            <pc:sldMk cId="2708759330" sldId="398"/>
            <ac:graphicFrameMk id="3" creationId="{23000AC2-31AE-43B4-B5CC-330E87F00E0A}"/>
          </ac:graphicFrameMkLst>
        </pc:graphicFrameChg>
      </pc:sldChg>
      <pc:sldChg chg="addSp modSp new mod">
        <pc:chgData name="Devinder Kaur" userId="89161a673412ba18" providerId="LiveId" clId="{9295A64B-F4BC-4383-AC41-0D3A24D56845}" dt="2021-11-22T07:42:15.857" v="1729"/>
        <pc:sldMkLst>
          <pc:docMk/>
          <pc:sldMk cId="2519818062" sldId="399"/>
        </pc:sldMkLst>
        <pc:picChg chg="add mod modCrop">
          <ac:chgData name="Devinder Kaur" userId="89161a673412ba18" providerId="LiveId" clId="{9295A64B-F4BC-4383-AC41-0D3A24D56845}" dt="2021-11-22T07:42:15.857" v="1729"/>
          <ac:picMkLst>
            <pc:docMk/>
            <pc:sldMk cId="2519818062" sldId="399"/>
            <ac:picMk id="4" creationId="{EC14EC9F-D19C-4557-9C60-FD3EB1147DA9}"/>
          </ac:picMkLst>
        </pc:picChg>
      </pc:sldChg>
      <pc:sldChg chg="addSp modSp new mod ord">
        <pc:chgData name="Devinder Kaur" userId="89161a673412ba18" providerId="LiveId" clId="{9295A64B-F4BC-4383-AC41-0D3A24D56845}" dt="2021-11-23T09:40:03.038" v="2227"/>
        <pc:sldMkLst>
          <pc:docMk/>
          <pc:sldMk cId="2140101840" sldId="400"/>
        </pc:sldMkLst>
        <pc:picChg chg="add mod modCrop">
          <ac:chgData name="Devinder Kaur" userId="89161a673412ba18" providerId="LiveId" clId="{9295A64B-F4BC-4383-AC41-0D3A24D56845}" dt="2021-11-22T07:49:58.321" v="1749" actId="14100"/>
          <ac:picMkLst>
            <pc:docMk/>
            <pc:sldMk cId="2140101840" sldId="400"/>
            <ac:picMk id="4" creationId="{B7E788DE-45F6-4E01-9248-C63599E06DC8}"/>
          </ac:picMkLst>
        </pc:picChg>
      </pc:sldChg>
      <pc:sldChg chg="addSp modSp new mod ord">
        <pc:chgData name="Devinder Kaur" userId="89161a673412ba18" providerId="LiveId" clId="{9295A64B-F4BC-4383-AC41-0D3A24D56845}" dt="2021-11-23T08:55:12.759" v="1791"/>
        <pc:sldMkLst>
          <pc:docMk/>
          <pc:sldMk cId="1379975313" sldId="401"/>
        </pc:sldMkLst>
        <pc:graphicFrameChg chg="add mod modGraphic">
          <ac:chgData name="Devinder Kaur" userId="89161a673412ba18" providerId="LiveId" clId="{9295A64B-F4BC-4383-AC41-0D3A24D56845}" dt="2021-11-23T08:55:02.572" v="1789" actId="403"/>
          <ac:graphicFrameMkLst>
            <pc:docMk/>
            <pc:sldMk cId="1379975313" sldId="401"/>
            <ac:graphicFrameMk id="3" creationId="{4842C784-4747-4825-A2D8-C005B07DD612}"/>
          </ac:graphicFrameMkLst>
        </pc:graphicFrameChg>
      </pc:sldChg>
      <pc:sldChg chg="addSp delSp modSp new mod">
        <pc:chgData name="Devinder Kaur" userId="89161a673412ba18" providerId="LiveId" clId="{9295A64B-F4BC-4383-AC41-0D3A24D56845}" dt="2021-11-23T09:29:32.304" v="2136"/>
        <pc:sldMkLst>
          <pc:docMk/>
          <pc:sldMk cId="100560888" sldId="402"/>
        </pc:sldMkLst>
        <pc:graphicFrameChg chg="add mod modGraphic">
          <ac:chgData name="Devinder Kaur" userId="89161a673412ba18" providerId="LiveId" clId="{9295A64B-F4BC-4383-AC41-0D3A24D56845}" dt="2021-11-23T09:29:32.304" v="2136"/>
          <ac:graphicFrameMkLst>
            <pc:docMk/>
            <pc:sldMk cId="100560888" sldId="402"/>
            <ac:graphicFrameMk id="3" creationId="{24280CCA-EEC2-4133-8B44-C39348C4B73B}"/>
          </ac:graphicFrameMkLst>
        </pc:graphicFrameChg>
        <pc:picChg chg="add del mod">
          <ac:chgData name="Devinder Kaur" userId="89161a673412ba18" providerId="LiveId" clId="{9295A64B-F4BC-4383-AC41-0D3A24D56845}" dt="2021-11-23T08:58:45.038" v="1812" actId="478"/>
          <ac:picMkLst>
            <pc:docMk/>
            <pc:sldMk cId="100560888" sldId="402"/>
            <ac:picMk id="4" creationId="{24080888-D29B-43C2-9AE6-A4E79D1BBC66}"/>
          </ac:picMkLst>
        </pc:picChg>
        <pc:picChg chg="add mod">
          <ac:chgData name="Devinder Kaur" userId="89161a673412ba18" providerId="LiveId" clId="{9295A64B-F4BC-4383-AC41-0D3A24D56845}" dt="2021-11-23T09:19:49.584" v="2115" actId="555"/>
          <ac:picMkLst>
            <pc:docMk/>
            <pc:sldMk cId="100560888" sldId="402"/>
            <ac:picMk id="5" creationId="{DCF266B2-5089-4C15-AC6C-9964889BA4F0}"/>
          </ac:picMkLst>
        </pc:picChg>
      </pc:sldChg>
      <pc:sldChg chg="new del">
        <pc:chgData name="Devinder Kaur" userId="89161a673412ba18" providerId="LiveId" clId="{9295A64B-F4BC-4383-AC41-0D3A24D56845}" dt="2021-11-23T09:03:24.313" v="1893" actId="47"/>
        <pc:sldMkLst>
          <pc:docMk/>
          <pc:sldMk cId="3971645395" sldId="403"/>
        </pc:sldMkLst>
      </pc:sldChg>
      <pc:sldChg chg="addSp delSp modSp new del">
        <pc:chgData name="Devinder Kaur" userId="89161a673412ba18" providerId="LiveId" clId="{9295A64B-F4BC-4383-AC41-0D3A24D56845}" dt="2021-11-23T09:11:15.014" v="2023" actId="47"/>
        <pc:sldMkLst>
          <pc:docMk/>
          <pc:sldMk cId="2487794064" sldId="404"/>
        </pc:sldMkLst>
        <pc:spChg chg="del">
          <ac:chgData name="Devinder Kaur" userId="89161a673412ba18" providerId="LiveId" clId="{9295A64B-F4BC-4383-AC41-0D3A24D56845}" dt="2021-11-23T09:03:31.693" v="1894"/>
          <ac:spMkLst>
            <pc:docMk/>
            <pc:sldMk cId="2487794064" sldId="404"/>
            <ac:spMk id="3" creationId="{FA182166-FF66-43EB-BCCC-38B6069FE6AE}"/>
          </ac:spMkLst>
        </pc:spChg>
        <pc:picChg chg="add mod">
          <ac:chgData name="Devinder Kaur" userId="89161a673412ba18" providerId="LiveId" clId="{9295A64B-F4BC-4383-AC41-0D3A24D56845}" dt="2021-11-23T09:03:37.167" v="1895" actId="1076"/>
          <ac:picMkLst>
            <pc:docMk/>
            <pc:sldMk cId="2487794064" sldId="404"/>
            <ac:picMk id="6" creationId="{324ADF7C-7FB6-4CBE-A023-E782E665C988}"/>
          </ac:picMkLst>
        </pc:picChg>
      </pc:sldChg>
      <pc:sldChg chg="new del">
        <pc:chgData name="Devinder Kaur" userId="89161a673412ba18" providerId="LiveId" clId="{9295A64B-F4BC-4383-AC41-0D3A24D56845}" dt="2021-11-23T09:04:29.189" v="1897" actId="47"/>
        <pc:sldMkLst>
          <pc:docMk/>
          <pc:sldMk cId="248981330" sldId="405"/>
        </pc:sldMkLst>
      </pc:sldChg>
      <pc:sldChg chg="addSp delSp modSp new mod">
        <pc:chgData name="Devinder Kaur" userId="89161a673412ba18" providerId="LiveId" clId="{9295A64B-F4BC-4383-AC41-0D3A24D56845}" dt="2021-11-23T09:36:55.325" v="2223" actId="20577"/>
        <pc:sldMkLst>
          <pc:docMk/>
          <pc:sldMk cId="4287728115" sldId="405"/>
        </pc:sldMkLst>
        <pc:spChg chg="del">
          <ac:chgData name="Devinder Kaur" userId="89161a673412ba18" providerId="LiveId" clId="{9295A64B-F4BC-4383-AC41-0D3A24D56845}" dt="2021-11-23T09:08:45.412" v="1963" actId="478"/>
          <ac:spMkLst>
            <pc:docMk/>
            <pc:sldMk cId="4287728115" sldId="405"/>
            <ac:spMk id="2" creationId="{3CEADB66-ED4B-4D9C-A2F7-24D0962C2DB5}"/>
          </ac:spMkLst>
        </pc:spChg>
        <pc:spChg chg="mod">
          <ac:chgData name="Devinder Kaur" userId="89161a673412ba18" providerId="LiveId" clId="{9295A64B-F4BC-4383-AC41-0D3A24D56845}" dt="2021-11-23T09:36:23.831" v="2201" actId="14100"/>
          <ac:spMkLst>
            <pc:docMk/>
            <pc:sldMk cId="4287728115" sldId="405"/>
            <ac:spMk id="3" creationId="{90CB5CEF-7409-4F93-BC91-C6663F3A1CD9}"/>
          </ac:spMkLst>
        </pc:spChg>
        <pc:spChg chg="mod">
          <ac:chgData name="Devinder Kaur" userId="89161a673412ba18" providerId="LiveId" clId="{9295A64B-F4BC-4383-AC41-0D3A24D56845}" dt="2021-11-23T09:36:40.706" v="2219" actId="27636"/>
          <ac:spMkLst>
            <pc:docMk/>
            <pc:sldMk cId="4287728115" sldId="405"/>
            <ac:spMk id="4" creationId="{B2A4CFD7-660C-484B-B740-4C1C464B6D30}"/>
          </ac:spMkLst>
        </pc:spChg>
        <pc:spChg chg="mod">
          <ac:chgData name="Devinder Kaur" userId="89161a673412ba18" providerId="LiveId" clId="{9295A64B-F4BC-4383-AC41-0D3A24D56845}" dt="2021-11-23T09:36:33.617" v="2216" actId="1038"/>
          <ac:spMkLst>
            <pc:docMk/>
            <pc:sldMk cId="4287728115" sldId="405"/>
            <ac:spMk id="5" creationId="{65D27E77-EA06-47E1-BFEB-5A901412F60A}"/>
          </ac:spMkLst>
        </pc:spChg>
        <pc:spChg chg="mod">
          <ac:chgData name="Devinder Kaur" userId="89161a673412ba18" providerId="LiveId" clId="{9295A64B-F4BC-4383-AC41-0D3A24D56845}" dt="2021-11-23T09:36:55.325" v="2223" actId="20577"/>
          <ac:spMkLst>
            <pc:docMk/>
            <pc:sldMk cId="4287728115" sldId="405"/>
            <ac:spMk id="6" creationId="{67724626-1582-4A04-B78E-20AF7C991D00}"/>
          </ac:spMkLst>
        </pc:spChg>
        <pc:picChg chg="add del mod">
          <ac:chgData name="Devinder Kaur" userId="89161a673412ba18" providerId="LiveId" clId="{9295A64B-F4BC-4383-AC41-0D3A24D56845}" dt="2021-11-23T09:23:11.465" v="2126" actId="478"/>
          <ac:picMkLst>
            <pc:docMk/>
            <pc:sldMk cId="4287728115" sldId="405"/>
            <ac:picMk id="8" creationId="{5700746B-A78E-4E80-8A44-20B644134335}"/>
          </ac:picMkLst>
        </pc:picChg>
      </pc:sldChg>
      <pc:sldChg chg="addSp modSp new">
        <pc:chgData name="Devinder Kaur" userId="89161a673412ba18" providerId="LiveId" clId="{9295A64B-F4BC-4383-AC41-0D3A24D56845}" dt="2021-11-23T09:39:42.154" v="2225" actId="12788"/>
        <pc:sldMkLst>
          <pc:docMk/>
          <pc:sldMk cId="3908277995" sldId="406"/>
        </pc:sldMkLst>
        <pc:picChg chg="add mod">
          <ac:chgData name="Devinder Kaur" userId="89161a673412ba18" providerId="LiveId" clId="{9295A64B-F4BC-4383-AC41-0D3A24D56845}" dt="2021-11-23T09:39:42.154" v="2225" actId="12788"/>
          <ac:picMkLst>
            <pc:docMk/>
            <pc:sldMk cId="3908277995" sldId="406"/>
            <ac:picMk id="5122" creationId="{2F032112-CFE6-4535-B58F-0771529B08D7}"/>
          </ac:picMkLst>
        </pc:picChg>
      </pc:sldChg>
    </pc:docChg>
  </pc:docChgLst>
  <pc:docChgLst>
    <pc:chgData name="Devinder Kaur" userId="89161a673412ba18" providerId="LiveId" clId="{3B765CF8-0143-4468-9F38-F10B8D53125E}"/>
    <pc:docChg chg="undo redo custSel addSld delSld modSld sldOrd">
      <pc:chgData name="Devinder Kaur" userId="89161a673412ba18" providerId="LiveId" clId="{3B765CF8-0143-4468-9F38-F10B8D53125E}" dt="2021-11-27T10:01:15.662" v="7409" actId="47"/>
      <pc:docMkLst>
        <pc:docMk/>
      </pc:docMkLst>
      <pc:sldChg chg="del">
        <pc:chgData name="Devinder Kaur" userId="89161a673412ba18" providerId="LiveId" clId="{3B765CF8-0143-4468-9F38-F10B8D53125E}" dt="2021-11-23T16:49:54.944" v="651" actId="47"/>
        <pc:sldMkLst>
          <pc:docMk/>
          <pc:sldMk cId="0" sldId="264"/>
        </pc:sldMkLst>
      </pc:sldChg>
      <pc:sldChg chg="modSp mod">
        <pc:chgData name="Devinder Kaur" userId="89161a673412ba18" providerId="LiveId" clId="{3B765CF8-0143-4468-9F38-F10B8D53125E}" dt="2021-11-26T08:18:23.888" v="7194" actId="1076"/>
        <pc:sldMkLst>
          <pc:docMk/>
          <pc:sldMk cId="2656501266" sldId="279"/>
        </pc:sldMkLst>
        <pc:spChg chg="mod">
          <ac:chgData name="Devinder Kaur" userId="89161a673412ba18" providerId="LiveId" clId="{3B765CF8-0143-4468-9F38-F10B8D53125E}" dt="2021-11-26T08:18:14.950" v="7192" actId="20577"/>
          <ac:spMkLst>
            <pc:docMk/>
            <pc:sldMk cId="2656501266" sldId="279"/>
            <ac:spMk id="2" creationId="{00000000-0000-0000-0000-000000000000}"/>
          </ac:spMkLst>
        </pc:spChg>
        <pc:graphicFrameChg chg="mod">
          <ac:chgData name="Devinder Kaur" userId="89161a673412ba18" providerId="LiveId" clId="{3B765CF8-0143-4468-9F38-F10B8D53125E}" dt="2021-11-26T08:18:23.888" v="7194" actId="1076"/>
          <ac:graphicFrameMkLst>
            <pc:docMk/>
            <pc:sldMk cId="2656501266" sldId="279"/>
            <ac:graphicFrameMk id="33" creationId="{CAD0D7B8-E462-453C-B296-CA0154FA54AE}"/>
          </ac:graphicFrameMkLst>
        </pc:graphicFrameChg>
      </pc:sldChg>
      <pc:sldChg chg="modSp mod">
        <pc:chgData name="Devinder Kaur" userId="89161a673412ba18" providerId="LiveId" clId="{3B765CF8-0143-4468-9F38-F10B8D53125E}" dt="2021-11-26T10:44:37.032" v="7407"/>
        <pc:sldMkLst>
          <pc:docMk/>
          <pc:sldMk cId="3361918424" sldId="284"/>
        </pc:sldMkLst>
        <pc:spChg chg="mod">
          <ac:chgData name="Devinder Kaur" userId="89161a673412ba18" providerId="LiveId" clId="{3B765CF8-0143-4468-9F38-F10B8D53125E}" dt="2021-11-26T10:44:37.032" v="7407"/>
          <ac:spMkLst>
            <pc:docMk/>
            <pc:sldMk cId="3361918424" sldId="284"/>
            <ac:spMk id="3" creationId="{00000000-0000-0000-0000-000000000000}"/>
          </ac:spMkLst>
        </pc:spChg>
      </pc:sldChg>
      <pc:sldChg chg="modSp">
        <pc:chgData name="Devinder Kaur" userId="89161a673412ba18" providerId="LiveId" clId="{3B765CF8-0143-4468-9F38-F10B8D53125E}" dt="2021-11-25T07:52:09.516" v="5013"/>
        <pc:sldMkLst>
          <pc:docMk/>
          <pc:sldMk cId="4129635999" sldId="291"/>
        </pc:sldMkLst>
        <pc:spChg chg="mod">
          <ac:chgData name="Devinder Kaur" userId="89161a673412ba18" providerId="LiveId" clId="{3B765CF8-0143-4468-9F38-F10B8D53125E}" dt="2021-11-25T07:52:09.516" v="5013"/>
          <ac:spMkLst>
            <pc:docMk/>
            <pc:sldMk cId="4129635999" sldId="291"/>
            <ac:spMk id="5" creationId="{00000000-0000-0000-0000-000000000000}"/>
          </ac:spMkLst>
        </pc:spChg>
      </pc:sldChg>
      <pc:sldChg chg="del">
        <pc:chgData name="Devinder Kaur" userId="89161a673412ba18" providerId="LiveId" clId="{3B765CF8-0143-4468-9F38-F10B8D53125E}" dt="2021-11-26T08:17:49.850" v="7173" actId="47"/>
        <pc:sldMkLst>
          <pc:docMk/>
          <pc:sldMk cId="2533111539" sldId="316"/>
        </pc:sldMkLst>
      </pc:sldChg>
      <pc:sldChg chg="del">
        <pc:chgData name="Devinder Kaur" userId="89161a673412ba18" providerId="LiveId" clId="{3B765CF8-0143-4468-9F38-F10B8D53125E}" dt="2021-11-26T08:17:49.850" v="7173" actId="47"/>
        <pc:sldMkLst>
          <pc:docMk/>
          <pc:sldMk cId="3406024148" sldId="321"/>
        </pc:sldMkLst>
      </pc:sldChg>
      <pc:sldChg chg="del">
        <pc:chgData name="Devinder Kaur" userId="89161a673412ba18" providerId="LiveId" clId="{3B765CF8-0143-4468-9F38-F10B8D53125E}" dt="2021-11-26T08:17:49.850" v="7173" actId="47"/>
        <pc:sldMkLst>
          <pc:docMk/>
          <pc:sldMk cId="3841810144" sldId="322"/>
        </pc:sldMkLst>
      </pc:sldChg>
      <pc:sldChg chg="del">
        <pc:chgData name="Devinder Kaur" userId="89161a673412ba18" providerId="LiveId" clId="{3B765CF8-0143-4468-9F38-F10B8D53125E}" dt="2021-11-26T08:17:49.850" v="7173" actId="47"/>
        <pc:sldMkLst>
          <pc:docMk/>
          <pc:sldMk cId="984897799" sldId="323"/>
        </pc:sldMkLst>
      </pc:sldChg>
      <pc:sldChg chg="del">
        <pc:chgData name="Devinder Kaur" userId="89161a673412ba18" providerId="LiveId" clId="{3B765CF8-0143-4468-9F38-F10B8D53125E}" dt="2021-11-26T08:17:49.850" v="7173" actId="47"/>
        <pc:sldMkLst>
          <pc:docMk/>
          <pc:sldMk cId="367600881" sldId="363"/>
        </pc:sldMkLst>
      </pc:sldChg>
      <pc:sldChg chg="del">
        <pc:chgData name="Devinder Kaur" userId="89161a673412ba18" providerId="LiveId" clId="{3B765CF8-0143-4468-9F38-F10B8D53125E}" dt="2021-11-26T08:17:49.850" v="7173" actId="47"/>
        <pc:sldMkLst>
          <pc:docMk/>
          <pc:sldMk cId="1992525347" sldId="364"/>
        </pc:sldMkLst>
      </pc:sldChg>
      <pc:sldChg chg="del">
        <pc:chgData name="Devinder Kaur" userId="89161a673412ba18" providerId="LiveId" clId="{3B765CF8-0143-4468-9F38-F10B8D53125E}" dt="2021-11-26T08:17:49.850" v="7173" actId="47"/>
        <pc:sldMkLst>
          <pc:docMk/>
          <pc:sldMk cId="1077580505" sldId="365"/>
        </pc:sldMkLst>
      </pc:sldChg>
      <pc:sldChg chg="modSp del">
        <pc:chgData name="Devinder Kaur" userId="89161a673412ba18" providerId="LiveId" clId="{3B765CF8-0143-4468-9F38-F10B8D53125E}" dt="2021-11-26T08:17:49.850" v="7173" actId="47"/>
        <pc:sldMkLst>
          <pc:docMk/>
          <pc:sldMk cId="1695189873" sldId="366"/>
        </pc:sldMkLst>
        <pc:picChg chg="mod">
          <ac:chgData name="Devinder Kaur" userId="89161a673412ba18" providerId="LiveId" clId="{3B765CF8-0143-4468-9F38-F10B8D53125E}" dt="2021-11-25T09:45:11.185" v="5811" actId="14100"/>
          <ac:picMkLst>
            <pc:docMk/>
            <pc:sldMk cId="1695189873" sldId="366"/>
            <ac:picMk id="17410" creationId="{00000000-0000-0000-0000-000000000000}"/>
          </ac:picMkLst>
        </pc:picChg>
      </pc:sldChg>
      <pc:sldChg chg="del">
        <pc:chgData name="Devinder Kaur" userId="89161a673412ba18" providerId="LiveId" clId="{3B765CF8-0143-4468-9F38-F10B8D53125E}" dt="2021-11-26T08:17:49.850" v="7173" actId="47"/>
        <pc:sldMkLst>
          <pc:docMk/>
          <pc:sldMk cId="1594508506" sldId="367"/>
        </pc:sldMkLst>
      </pc:sldChg>
      <pc:sldChg chg="del">
        <pc:chgData name="Devinder Kaur" userId="89161a673412ba18" providerId="LiveId" clId="{3B765CF8-0143-4468-9F38-F10B8D53125E}" dt="2021-11-26T08:17:49.850" v="7173" actId="47"/>
        <pc:sldMkLst>
          <pc:docMk/>
          <pc:sldMk cId="783746191" sldId="368"/>
        </pc:sldMkLst>
      </pc:sldChg>
      <pc:sldChg chg="del">
        <pc:chgData name="Devinder Kaur" userId="89161a673412ba18" providerId="LiveId" clId="{3B765CF8-0143-4468-9F38-F10B8D53125E}" dt="2021-11-26T08:17:49.850" v="7173" actId="47"/>
        <pc:sldMkLst>
          <pc:docMk/>
          <pc:sldMk cId="2562221654" sldId="369"/>
        </pc:sldMkLst>
      </pc:sldChg>
      <pc:sldChg chg="del">
        <pc:chgData name="Devinder Kaur" userId="89161a673412ba18" providerId="LiveId" clId="{3B765CF8-0143-4468-9F38-F10B8D53125E}" dt="2021-11-26T08:17:49.850" v="7173" actId="47"/>
        <pc:sldMkLst>
          <pc:docMk/>
          <pc:sldMk cId="4125722010" sldId="370"/>
        </pc:sldMkLst>
      </pc:sldChg>
      <pc:sldChg chg="del">
        <pc:chgData name="Devinder Kaur" userId="89161a673412ba18" providerId="LiveId" clId="{3B765CF8-0143-4468-9F38-F10B8D53125E}" dt="2021-11-26T08:17:49.850" v="7173" actId="47"/>
        <pc:sldMkLst>
          <pc:docMk/>
          <pc:sldMk cId="3951552642" sldId="378"/>
        </pc:sldMkLst>
      </pc:sldChg>
      <pc:sldChg chg="del">
        <pc:chgData name="Devinder Kaur" userId="89161a673412ba18" providerId="LiveId" clId="{3B765CF8-0143-4468-9F38-F10B8D53125E}" dt="2021-11-26T08:17:49.850" v="7173" actId="47"/>
        <pc:sldMkLst>
          <pc:docMk/>
          <pc:sldMk cId="1028432348" sldId="379"/>
        </pc:sldMkLst>
      </pc:sldChg>
      <pc:sldChg chg="modSp mod">
        <pc:chgData name="Devinder Kaur" userId="89161a673412ba18" providerId="LiveId" clId="{3B765CF8-0143-4468-9F38-F10B8D53125E}" dt="2021-11-25T07:45:35.239" v="4988" actId="113"/>
        <pc:sldMkLst>
          <pc:docMk/>
          <pc:sldMk cId="0" sldId="381"/>
        </pc:sldMkLst>
        <pc:graphicFrameChg chg="mod modGraphic">
          <ac:chgData name="Devinder Kaur" userId="89161a673412ba18" providerId="LiveId" clId="{3B765CF8-0143-4468-9F38-F10B8D53125E}" dt="2021-11-25T07:45:35.239" v="4988" actId="113"/>
          <ac:graphicFrameMkLst>
            <pc:docMk/>
            <pc:sldMk cId="0" sldId="381"/>
            <ac:graphicFrameMk id="6" creationId="{6F774966-ABEE-421A-86C4-FF2E9BD06FAB}"/>
          </ac:graphicFrameMkLst>
        </pc:graphicFrameChg>
        <pc:cxnChg chg="mod">
          <ac:chgData name="Devinder Kaur" userId="89161a673412ba18" providerId="LiveId" clId="{3B765CF8-0143-4468-9F38-F10B8D53125E}" dt="2021-11-25T07:44:50.178" v="4983" actId="14100"/>
          <ac:cxnSpMkLst>
            <pc:docMk/>
            <pc:sldMk cId="0" sldId="381"/>
            <ac:cxnSpMk id="8" creationId="{65EE6DA7-3F8E-46CE-A5B7-337A4278EAE8}"/>
          </ac:cxnSpMkLst>
        </pc:cxnChg>
      </pc:sldChg>
      <pc:sldChg chg="modSp del mod">
        <pc:chgData name="Devinder Kaur" userId="89161a673412ba18" providerId="LiveId" clId="{3B765CF8-0143-4468-9F38-F10B8D53125E}" dt="2021-11-25T07:47:38.219" v="4999" actId="47"/>
        <pc:sldMkLst>
          <pc:docMk/>
          <pc:sldMk cId="3987702008" sldId="383"/>
        </pc:sldMkLst>
        <pc:spChg chg="mod">
          <ac:chgData name="Devinder Kaur" userId="89161a673412ba18" providerId="LiveId" clId="{3B765CF8-0143-4468-9F38-F10B8D53125E}" dt="2021-11-25T07:46:12.780" v="4989" actId="6549"/>
          <ac:spMkLst>
            <pc:docMk/>
            <pc:sldMk cId="3987702008" sldId="383"/>
            <ac:spMk id="3" creationId="{E314D1D3-EBC7-4C39-8BAA-D445CA947CD5}"/>
          </ac:spMkLst>
        </pc:spChg>
      </pc:sldChg>
      <pc:sldChg chg="del">
        <pc:chgData name="Devinder Kaur" userId="89161a673412ba18" providerId="LiveId" clId="{3B765CF8-0143-4468-9F38-F10B8D53125E}" dt="2021-11-24T07:07:34.937" v="2931" actId="47"/>
        <pc:sldMkLst>
          <pc:docMk/>
          <pc:sldMk cId="793904789" sldId="384"/>
        </pc:sldMkLst>
      </pc:sldChg>
      <pc:sldChg chg="modSp">
        <pc:chgData name="Devinder Kaur" userId="89161a673412ba18" providerId="LiveId" clId="{3B765CF8-0143-4468-9F38-F10B8D53125E}" dt="2021-11-25T07:49:25.888" v="5010"/>
        <pc:sldMkLst>
          <pc:docMk/>
          <pc:sldMk cId="3335671634" sldId="385"/>
        </pc:sldMkLst>
        <pc:graphicFrameChg chg="mod">
          <ac:chgData name="Devinder Kaur" userId="89161a673412ba18" providerId="LiveId" clId="{3B765CF8-0143-4468-9F38-F10B8D53125E}" dt="2021-11-25T07:49:25.888" v="5010"/>
          <ac:graphicFrameMkLst>
            <pc:docMk/>
            <pc:sldMk cId="3335671634" sldId="385"/>
            <ac:graphicFrameMk id="3" creationId="{36D5A412-A859-4982-BE4E-141E4C725F58}"/>
          </ac:graphicFrameMkLst>
        </pc:graphicFrameChg>
      </pc:sldChg>
      <pc:sldChg chg="modSp">
        <pc:chgData name="Devinder Kaur" userId="89161a673412ba18" providerId="LiveId" clId="{3B765CF8-0143-4468-9F38-F10B8D53125E}" dt="2021-11-25T07:49:36.392" v="5011"/>
        <pc:sldMkLst>
          <pc:docMk/>
          <pc:sldMk cId="3435598254" sldId="386"/>
        </pc:sldMkLst>
        <pc:graphicFrameChg chg="mod">
          <ac:chgData name="Devinder Kaur" userId="89161a673412ba18" providerId="LiveId" clId="{3B765CF8-0143-4468-9F38-F10B8D53125E}" dt="2021-11-25T07:49:36.392" v="5011"/>
          <ac:graphicFrameMkLst>
            <pc:docMk/>
            <pc:sldMk cId="3435598254" sldId="386"/>
            <ac:graphicFrameMk id="3" creationId="{0758E3F2-E22C-41A3-85FD-96B45CA70D4C}"/>
          </ac:graphicFrameMkLst>
        </pc:graphicFrameChg>
      </pc:sldChg>
      <pc:sldChg chg="addSp modSp mod">
        <pc:chgData name="Devinder Kaur" userId="89161a673412ba18" providerId="LiveId" clId="{3B765CF8-0143-4468-9F38-F10B8D53125E}" dt="2021-11-26T04:29:55.438" v="6452" actId="14100"/>
        <pc:sldMkLst>
          <pc:docMk/>
          <pc:sldMk cId="2624573286" sldId="388"/>
        </pc:sldMkLst>
        <pc:spChg chg="add mod">
          <ac:chgData name="Devinder Kaur" userId="89161a673412ba18" providerId="LiveId" clId="{3B765CF8-0143-4468-9F38-F10B8D53125E}" dt="2021-11-23T16:22:54.429" v="557" actId="1036"/>
          <ac:spMkLst>
            <pc:docMk/>
            <pc:sldMk cId="2624573286" sldId="388"/>
            <ac:spMk id="5" creationId="{471CADDF-6235-42AD-B39F-5C8B45EDE5F7}"/>
          </ac:spMkLst>
        </pc:spChg>
        <pc:picChg chg="mod">
          <ac:chgData name="Devinder Kaur" userId="89161a673412ba18" providerId="LiveId" clId="{3B765CF8-0143-4468-9F38-F10B8D53125E}" dt="2021-11-26T04:29:45.470" v="6449" actId="1035"/>
          <ac:picMkLst>
            <pc:docMk/>
            <pc:sldMk cId="2624573286" sldId="388"/>
            <ac:picMk id="3" creationId="{D7F56B56-C88F-4F78-8D42-D9AB66F0C3FD}"/>
          </ac:picMkLst>
        </pc:picChg>
        <pc:picChg chg="add mod modCrop">
          <ac:chgData name="Devinder Kaur" userId="89161a673412ba18" providerId="LiveId" clId="{3B765CF8-0143-4468-9F38-F10B8D53125E}" dt="2021-11-26T04:29:55.438" v="6452" actId="14100"/>
          <ac:picMkLst>
            <pc:docMk/>
            <pc:sldMk cId="2624573286" sldId="388"/>
            <ac:picMk id="6" creationId="{24538359-62DE-4B69-952F-F695118DB4C9}"/>
          </ac:picMkLst>
        </pc:picChg>
      </pc:sldChg>
      <pc:sldChg chg="modSp">
        <pc:chgData name="Devinder Kaur" userId="89161a673412ba18" providerId="LiveId" clId="{3B765CF8-0143-4468-9F38-F10B8D53125E}" dt="2021-11-25T07:49:54.479" v="5012"/>
        <pc:sldMkLst>
          <pc:docMk/>
          <pc:sldMk cId="1135127693" sldId="391"/>
        </pc:sldMkLst>
        <pc:graphicFrameChg chg="mod">
          <ac:chgData name="Devinder Kaur" userId="89161a673412ba18" providerId="LiveId" clId="{3B765CF8-0143-4468-9F38-F10B8D53125E}" dt="2021-11-25T07:49:54.479" v="5012"/>
          <ac:graphicFrameMkLst>
            <pc:docMk/>
            <pc:sldMk cId="1135127693" sldId="391"/>
            <ac:graphicFrameMk id="3" creationId="{7F63E7BE-E4CF-4F3D-BA2D-D81DB39B77F8}"/>
          </ac:graphicFrameMkLst>
        </pc:graphicFrameChg>
      </pc:sldChg>
      <pc:sldChg chg="modSp mod">
        <pc:chgData name="Devinder Kaur" userId="89161a673412ba18" providerId="LiveId" clId="{3B765CF8-0143-4468-9F38-F10B8D53125E}" dt="2021-11-23T16:21:31.516" v="525" actId="6549"/>
        <pc:sldMkLst>
          <pc:docMk/>
          <pc:sldMk cId="2909079257" sldId="392"/>
        </pc:sldMkLst>
        <pc:spChg chg="mod">
          <ac:chgData name="Devinder Kaur" userId="89161a673412ba18" providerId="LiveId" clId="{3B765CF8-0143-4468-9F38-F10B8D53125E}" dt="2021-11-23T16:21:31.516" v="525" actId="6549"/>
          <ac:spMkLst>
            <pc:docMk/>
            <pc:sldMk cId="2909079257" sldId="392"/>
            <ac:spMk id="7" creationId="{00000000-0000-0000-0000-000000000000}"/>
          </ac:spMkLst>
        </pc:spChg>
        <pc:spChg chg="mod">
          <ac:chgData name="Devinder Kaur" userId="89161a673412ba18" providerId="LiveId" clId="{3B765CF8-0143-4468-9F38-F10B8D53125E}" dt="2021-11-23T16:21:06.006" v="504" actId="14100"/>
          <ac:spMkLst>
            <pc:docMk/>
            <pc:sldMk cId="2909079257" sldId="392"/>
            <ac:spMk id="15363" creationId="{00000000-0000-0000-0000-000000000000}"/>
          </ac:spMkLst>
        </pc:spChg>
      </pc:sldChg>
      <pc:sldChg chg="del">
        <pc:chgData name="Devinder Kaur" userId="89161a673412ba18" providerId="LiveId" clId="{3B765CF8-0143-4468-9F38-F10B8D53125E}" dt="2021-11-26T08:17:49.850" v="7173" actId="47"/>
        <pc:sldMkLst>
          <pc:docMk/>
          <pc:sldMk cId="1977536464" sldId="394"/>
        </pc:sldMkLst>
      </pc:sldChg>
      <pc:sldChg chg="modSp mod">
        <pc:chgData name="Devinder Kaur" userId="89161a673412ba18" providerId="LiveId" clId="{3B765CF8-0143-4468-9F38-F10B8D53125E}" dt="2021-11-25T07:55:21.072" v="5019" actId="404"/>
        <pc:sldMkLst>
          <pc:docMk/>
          <pc:sldMk cId="1508017919" sldId="397"/>
        </pc:sldMkLst>
        <pc:graphicFrameChg chg="mod modGraphic">
          <ac:chgData name="Devinder Kaur" userId="89161a673412ba18" providerId="LiveId" clId="{3B765CF8-0143-4468-9F38-F10B8D53125E}" dt="2021-11-25T07:55:21.072" v="5019" actId="404"/>
          <ac:graphicFrameMkLst>
            <pc:docMk/>
            <pc:sldMk cId="1508017919" sldId="397"/>
            <ac:graphicFrameMk id="3" creationId="{B674D03F-A29D-486C-B264-95ED1E3511E7}"/>
          </ac:graphicFrameMkLst>
        </pc:graphicFrameChg>
      </pc:sldChg>
      <pc:sldChg chg="addSp modSp mod ord">
        <pc:chgData name="Devinder Kaur" userId="89161a673412ba18" providerId="LiveId" clId="{3B765CF8-0143-4468-9F38-F10B8D53125E}" dt="2021-11-23T15:44:54.277" v="175" actId="14100"/>
        <pc:sldMkLst>
          <pc:docMk/>
          <pc:sldMk cId="2140101840" sldId="400"/>
        </pc:sldMkLst>
        <pc:picChg chg="mod">
          <ac:chgData name="Devinder Kaur" userId="89161a673412ba18" providerId="LiveId" clId="{3B765CF8-0143-4468-9F38-F10B8D53125E}" dt="2021-11-23T15:44:54.277" v="175" actId="14100"/>
          <ac:picMkLst>
            <pc:docMk/>
            <pc:sldMk cId="2140101840" sldId="400"/>
            <ac:picMk id="4" creationId="{B7E788DE-45F6-4E01-9248-C63599E06DC8}"/>
          </ac:picMkLst>
        </pc:picChg>
        <pc:picChg chg="add mod">
          <ac:chgData name="Devinder Kaur" userId="89161a673412ba18" providerId="LiveId" clId="{3B765CF8-0143-4468-9F38-F10B8D53125E}" dt="2021-11-23T15:44:27.938" v="162" actId="1036"/>
          <ac:picMkLst>
            <pc:docMk/>
            <pc:sldMk cId="2140101840" sldId="400"/>
            <ac:picMk id="5" creationId="{5933FFA2-1A55-4BC5-B33C-356A913A6D33}"/>
          </ac:picMkLst>
        </pc:picChg>
      </pc:sldChg>
      <pc:sldChg chg="modSp">
        <pc:chgData name="Devinder Kaur" userId="89161a673412ba18" providerId="LiveId" clId="{3B765CF8-0143-4468-9F38-F10B8D53125E}" dt="2021-11-24T06:00:06.053" v="2138" actId="20577"/>
        <pc:sldMkLst>
          <pc:docMk/>
          <pc:sldMk cId="1379975313" sldId="401"/>
        </pc:sldMkLst>
        <pc:graphicFrameChg chg="mod">
          <ac:chgData name="Devinder Kaur" userId="89161a673412ba18" providerId="LiveId" clId="{3B765CF8-0143-4468-9F38-F10B8D53125E}" dt="2021-11-24T06:00:06.053" v="2138" actId="20577"/>
          <ac:graphicFrameMkLst>
            <pc:docMk/>
            <pc:sldMk cId="1379975313" sldId="401"/>
            <ac:graphicFrameMk id="3" creationId="{4842C784-4747-4825-A2D8-C005B07DD612}"/>
          </ac:graphicFrameMkLst>
        </pc:graphicFrameChg>
      </pc:sldChg>
      <pc:sldChg chg="addSp delSp modSp del mod ord">
        <pc:chgData name="Devinder Kaur" userId="89161a673412ba18" providerId="LiveId" clId="{3B765CF8-0143-4468-9F38-F10B8D53125E}" dt="2021-11-25T09:49:04.007" v="5812" actId="2696"/>
        <pc:sldMkLst>
          <pc:docMk/>
          <pc:sldMk cId="3908277995" sldId="406"/>
        </pc:sldMkLst>
        <pc:picChg chg="add mod">
          <ac:chgData name="Devinder Kaur" userId="89161a673412ba18" providerId="LiveId" clId="{3B765CF8-0143-4468-9F38-F10B8D53125E}" dt="2021-11-23T15:23:43.396" v="75" actId="1076"/>
          <ac:picMkLst>
            <pc:docMk/>
            <pc:sldMk cId="3908277995" sldId="406"/>
            <ac:picMk id="4" creationId="{106B1BA6-3A22-44B7-A451-0BEA7F797460}"/>
          </ac:picMkLst>
        </pc:picChg>
        <pc:picChg chg="del mod">
          <ac:chgData name="Devinder Kaur" userId="89161a673412ba18" providerId="LiveId" clId="{3B765CF8-0143-4468-9F38-F10B8D53125E}" dt="2021-11-23T15:22:50.563" v="61" actId="21"/>
          <ac:picMkLst>
            <pc:docMk/>
            <pc:sldMk cId="3908277995" sldId="406"/>
            <ac:picMk id="5122" creationId="{2F032112-CFE6-4535-B58F-0771529B08D7}"/>
          </ac:picMkLst>
        </pc:picChg>
      </pc:sldChg>
      <pc:sldChg chg="new del">
        <pc:chgData name="Devinder Kaur" userId="89161a673412ba18" providerId="LiveId" clId="{3B765CF8-0143-4468-9F38-F10B8D53125E}" dt="2021-11-23T15:14:12.371" v="1" actId="680"/>
        <pc:sldMkLst>
          <pc:docMk/>
          <pc:sldMk cId="1607269127" sldId="407"/>
        </pc:sldMkLst>
      </pc:sldChg>
      <pc:sldChg chg="addSp modSp new del mod">
        <pc:chgData name="Devinder Kaur" userId="89161a673412ba18" providerId="LiveId" clId="{3B765CF8-0143-4468-9F38-F10B8D53125E}" dt="2021-11-23T15:18:15.087" v="46" actId="47"/>
        <pc:sldMkLst>
          <pc:docMk/>
          <pc:sldMk cId="1964600450" sldId="407"/>
        </pc:sldMkLst>
        <pc:graphicFrameChg chg="add mod modGraphic">
          <ac:chgData name="Devinder Kaur" userId="89161a673412ba18" providerId="LiveId" clId="{3B765CF8-0143-4468-9F38-F10B8D53125E}" dt="2021-11-23T15:18:08.237" v="45"/>
          <ac:graphicFrameMkLst>
            <pc:docMk/>
            <pc:sldMk cId="1964600450" sldId="407"/>
            <ac:graphicFrameMk id="3" creationId="{5C8A151B-1821-4303-9459-7F223D08AD66}"/>
          </ac:graphicFrameMkLst>
        </pc:graphicFrameChg>
      </pc:sldChg>
      <pc:sldChg chg="new del">
        <pc:chgData name="Devinder Kaur" userId="89161a673412ba18" providerId="LiveId" clId="{3B765CF8-0143-4468-9F38-F10B8D53125E}" dt="2021-11-23T15:41:51.766" v="76" actId="47"/>
        <pc:sldMkLst>
          <pc:docMk/>
          <pc:sldMk cId="3056808432" sldId="407"/>
        </pc:sldMkLst>
      </pc:sldChg>
      <pc:sldChg chg="modSp new mod">
        <pc:chgData name="Devinder Kaur" userId="89161a673412ba18" providerId="LiveId" clId="{3B765CF8-0143-4468-9F38-F10B8D53125E}" dt="2021-11-23T16:01:08.770" v="264" actId="20577"/>
        <pc:sldMkLst>
          <pc:docMk/>
          <pc:sldMk cId="3387217471" sldId="408"/>
        </pc:sldMkLst>
        <pc:spChg chg="mod">
          <ac:chgData name="Devinder Kaur" userId="89161a673412ba18" providerId="LiveId" clId="{3B765CF8-0143-4468-9F38-F10B8D53125E}" dt="2021-11-23T15:52:46.305" v="221"/>
          <ac:spMkLst>
            <pc:docMk/>
            <pc:sldMk cId="3387217471" sldId="408"/>
            <ac:spMk id="2" creationId="{085C8349-DFF1-4564-AD52-4DC9B438A058}"/>
          </ac:spMkLst>
        </pc:spChg>
        <pc:spChg chg="mod">
          <ac:chgData name="Devinder Kaur" userId="89161a673412ba18" providerId="LiveId" clId="{3B765CF8-0143-4468-9F38-F10B8D53125E}" dt="2021-11-23T16:01:08.770" v="264" actId="20577"/>
          <ac:spMkLst>
            <pc:docMk/>
            <pc:sldMk cId="3387217471" sldId="408"/>
            <ac:spMk id="3" creationId="{76D6AAF6-6B49-4190-BFC0-ECD8740A3972}"/>
          </ac:spMkLst>
        </pc:spChg>
      </pc:sldChg>
      <pc:sldChg chg="addSp modSp new mod ord">
        <pc:chgData name="Devinder Kaur" userId="89161a673412ba18" providerId="LiveId" clId="{3B765CF8-0143-4468-9F38-F10B8D53125E}" dt="2021-11-23T15:52:46.902" v="222" actId="20578"/>
        <pc:sldMkLst>
          <pc:docMk/>
          <pc:sldMk cId="3989594696" sldId="409"/>
        </pc:sldMkLst>
        <pc:picChg chg="add mod">
          <ac:chgData name="Devinder Kaur" userId="89161a673412ba18" providerId="LiveId" clId="{3B765CF8-0143-4468-9F38-F10B8D53125E}" dt="2021-11-23T15:50:28.854" v="211"/>
          <ac:picMkLst>
            <pc:docMk/>
            <pc:sldMk cId="3989594696" sldId="409"/>
            <ac:picMk id="4" creationId="{AE1776CF-540E-46A6-AAA8-63DA041FA758}"/>
          </ac:picMkLst>
        </pc:picChg>
      </pc:sldChg>
      <pc:sldChg chg="addSp modSp new mod">
        <pc:chgData name="Devinder Kaur" userId="89161a673412ba18" providerId="LiveId" clId="{3B765CF8-0143-4468-9F38-F10B8D53125E}" dt="2021-11-24T05:56:47.555" v="2101" actId="27636"/>
        <pc:sldMkLst>
          <pc:docMk/>
          <pc:sldMk cId="4244431833" sldId="410"/>
        </pc:sldMkLst>
        <pc:spChg chg="mod">
          <ac:chgData name="Devinder Kaur" userId="89161a673412ba18" providerId="LiveId" clId="{3B765CF8-0143-4468-9F38-F10B8D53125E}" dt="2021-11-23T16:11:50.523" v="461" actId="14100"/>
          <ac:spMkLst>
            <pc:docMk/>
            <pc:sldMk cId="4244431833" sldId="410"/>
            <ac:spMk id="2" creationId="{4945409E-9A57-4C62-88C5-F3EDB39C4999}"/>
          </ac:spMkLst>
        </pc:spChg>
        <pc:spChg chg="mod">
          <ac:chgData name="Devinder Kaur" userId="89161a673412ba18" providerId="LiveId" clId="{3B765CF8-0143-4468-9F38-F10B8D53125E}" dt="2021-11-24T05:56:47.555" v="2101" actId="27636"/>
          <ac:spMkLst>
            <pc:docMk/>
            <pc:sldMk cId="4244431833" sldId="410"/>
            <ac:spMk id="3" creationId="{69F1E506-6BDA-4218-A683-F42C659F65B6}"/>
          </ac:spMkLst>
        </pc:spChg>
        <pc:picChg chg="add mod modCrop">
          <ac:chgData name="Devinder Kaur" userId="89161a673412ba18" providerId="LiveId" clId="{3B765CF8-0143-4468-9F38-F10B8D53125E}" dt="2021-11-23T16:47:51.360" v="647" actId="1038"/>
          <ac:picMkLst>
            <pc:docMk/>
            <pc:sldMk cId="4244431833" sldId="410"/>
            <ac:picMk id="6" creationId="{EC975D95-D379-4E8C-A5AE-CE82E7FFFA17}"/>
          </ac:picMkLst>
        </pc:picChg>
        <pc:picChg chg="add mod">
          <ac:chgData name="Devinder Kaur" userId="89161a673412ba18" providerId="LiveId" clId="{3B765CF8-0143-4468-9F38-F10B8D53125E}" dt="2021-11-23T16:47:20.257" v="644" actId="14100"/>
          <ac:picMkLst>
            <pc:docMk/>
            <pc:sldMk cId="4244431833" sldId="410"/>
            <ac:picMk id="7" creationId="{EAD87221-A91D-4884-BCAA-2E3667BB9F0B}"/>
          </ac:picMkLst>
        </pc:picChg>
      </pc:sldChg>
      <pc:sldChg chg="addSp delSp modSp new del mod">
        <pc:chgData name="Devinder Kaur" userId="89161a673412ba18" providerId="LiveId" clId="{3B765CF8-0143-4468-9F38-F10B8D53125E}" dt="2021-11-23T17:11:05.789" v="1075" actId="47"/>
        <pc:sldMkLst>
          <pc:docMk/>
          <pc:sldMk cId="3316962378" sldId="411"/>
        </pc:sldMkLst>
        <pc:spChg chg="mod">
          <ac:chgData name="Devinder Kaur" userId="89161a673412ba18" providerId="LiveId" clId="{3B765CF8-0143-4468-9F38-F10B8D53125E}" dt="2021-11-23T17:08:57.519" v="1047" actId="1035"/>
          <ac:spMkLst>
            <pc:docMk/>
            <pc:sldMk cId="3316962378" sldId="411"/>
            <ac:spMk id="2" creationId="{1FE976FF-CFB9-4EAF-B859-283589710601}"/>
          </ac:spMkLst>
        </pc:spChg>
        <pc:spChg chg="mod">
          <ac:chgData name="Devinder Kaur" userId="89161a673412ba18" providerId="LiveId" clId="{3B765CF8-0143-4468-9F38-F10B8D53125E}" dt="2021-11-23T17:10:19.101" v="1069" actId="27636"/>
          <ac:spMkLst>
            <pc:docMk/>
            <pc:sldMk cId="3316962378" sldId="411"/>
            <ac:spMk id="3" creationId="{55A1081E-9982-4BD7-89F4-E99BAF41F287}"/>
          </ac:spMkLst>
        </pc:spChg>
        <pc:picChg chg="add del mod">
          <ac:chgData name="Devinder Kaur" userId="89161a673412ba18" providerId="LiveId" clId="{3B765CF8-0143-4468-9F38-F10B8D53125E}" dt="2021-11-23T17:08:32.919" v="1031" actId="478"/>
          <ac:picMkLst>
            <pc:docMk/>
            <pc:sldMk cId="3316962378" sldId="411"/>
            <ac:picMk id="5" creationId="{20A63C27-C1D2-4875-B655-7FF44E259BA8}"/>
          </ac:picMkLst>
        </pc:picChg>
        <pc:picChg chg="add del mod">
          <ac:chgData name="Devinder Kaur" userId="89161a673412ba18" providerId="LiveId" clId="{3B765CF8-0143-4468-9F38-F10B8D53125E}" dt="2021-11-23T17:08:30.899" v="1029" actId="478"/>
          <ac:picMkLst>
            <pc:docMk/>
            <pc:sldMk cId="3316962378" sldId="411"/>
            <ac:picMk id="6" creationId="{F7CB1C7D-C2FE-4187-9746-F572BBBD81E7}"/>
          </ac:picMkLst>
        </pc:picChg>
        <pc:picChg chg="add del mod">
          <ac:chgData name="Devinder Kaur" userId="89161a673412ba18" providerId="LiveId" clId="{3B765CF8-0143-4468-9F38-F10B8D53125E}" dt="2021-11-23T17:08:35.371" v="1032" actId="478"/>
          <ac:picMkLst>
            <pc:docMk/>
            <pc:sldMk cId="3316962378" sldId="411"/>
            <ac:picMk id="7" creationId="{35CF5A33-08E2-46F7-8918-8FEC4767CB59}"/>
          </ac:picMkLst>
        </pc:picChg>
        <pc:picChg chg="add del mod">
          <ac:chgData name="Devinder Kaur" userId="89161a673412ba18" providerId="LiveId" clId="{3B765CF8-0143-4468-9F38-F10B8D53125E}" dt="2021-11-23T17:08:37.351" v="1033" actId="478"/>
          <ac:picMkLst>
            <pc:docMk/>
            <pc:sldMk cId="3316962378" sldId="411"/>
            <ac:picMk id="8" creationId="{7B592D42-1C8B-4EAC-A969-B69262344A64}"/>
          </ac:picMkLst>
        </pc:picChg>
        <pc:picChg chg="add mod">
          <ac:chgData name="Devinder Kaur" userId="89161a673412ba18" providerId="LiveId" clId="{3B765CF8-0143-4468-9F38-F10B8D53125E}" dt="2021-11-23T17:09:54.185" v="1061" actId="555"/>
          <ac:picMkLst>
            <pc:docMk/>
            <pc:sldMk cId="3316962378" sldId="411"/>
            <ac:picMk id="9" creationId="{C75FEE41-0AF3-4582-B15C-907BCA57D087}"/>
          </ac:picMkLst>
        </pc:picChg>
      </pc:sldChg>
      <pc:sldChg chg="addSp delSp modSp new mod">
        <pc:chgData name="Devinder Kaur" userId="89161a673412ba18" providerId="LiveId" clId="{3B765CF8-0143-4468-9F38-F10B8D53125E}" dt="2021-11-23T17:23:40.529" v="1264" actId="20578"/>
        <pc:sldMkLst>
          <pc:docMk/>
          <pc:sldMk cId="1087976788" sldId="412"/>
        </pc:sldMkLst>
        <pc:spChg chg="mod">
          <ac:chgData name="Devinder Kaur" userId="89161a673412ba18" providerId="LiveId" clId="{3B765CF8-0143-4468-9F38-F10B8D53125E}" dt="2021-11-23T17:18:44" v="1211" actId="20577"/>
          <ac:spMkLst>
            <pc:docMk/>
            <pc:sldMk cId="1087976788" sldId="412"/>
            <ac:spMk id="2" creationId="{B74D9597-B854-4C3E-B493-97C859A58EA3}"/>
          </ac:spMkLst>
        </pc:spChg>
        <pc:spChg chg="del">
          <ac:chgData name="Devinder Kaur" userId="89161a673412ba18" providerId="LiveId" clId="{3B765CF8-0143-4468-9F38-F10B8D53125E}" dt="2021-11-23T16:31:03.099" v="583"/>
          <ac:spMkLst>
            <pc:docMk/>
            <pc:sldMk cId="1087976788" sldId="412"/>
            <ac:spMk id="3" creationId="{85002677-1DB0-4638-851C-85624C732AE7}"/>
          </ac:spMkLst>
        </pc:spChg>
        <pc:spChg chg="del mod">
          <ac:chgData name="Devinder Kaur" userId="89161a673412ba18" providerId="LiveId" clId="{3B765CF8-0143-4468-9F38-F10B8D53125E}" dt="2021-11-23T17:14:06.879" v="1163" actId="21"/>
          <ac:spMkLst>
            <pc:docMk/>
            <pc:sldMk cId="1087976788" sldId="412"/>
            <ac:spMk id="4" creationId="{1CA4200D-D2F8-4E81-972C-131DC7360F16}"/>
          </ac:spMkLst>
        </pc:spChg>
        <pc:spChg chg="add mod">
          <ac:chgData name="Devinder Kaur" userId="89161a673412ba18" providerId="LiveId" clId="{3B765CF8-0143-4468-9F38-F10B8D53125E}" dt="2021-11-23T17:23:40.529" v="1264" actId="20578"/>
          <ac:spMkLst>
            <pc:docMk/>
            <pc:sldMk cId="1087976788" sldId="412"/>
            <ac:spMk id="8" creationId="{8686ABF6-86AA-4332-91DB-4710691EC212}"/>
          </ac:spMkLst>
        </pc:spChg>
        <pc:picChg chg="add mod">
          <ac:chgData name="Devinder Kaur" userId="89161a673412ba18" providerId="LiveId" clId="{3B765CF8-0143-4468-9F38-F10B8D53125E}" dt="2021-11-23T16:31:03.099" v="583"/>
          <ac:picMkLst>
            <pc:docMk/>
            <pc:sldMk cId="1087976788" sldId="412"/>
            <ac:picMk id="6" creationId="{6F2C339A-9A3C-4D71-B8B1-758792B9D740}"/>
          </ac:picMkLst>
        </pc:picChg>
        <pc:picChg chg="add mod">
          <ac:chgData name="Devinder Kaur" userId="89161a673412ba18" providerId="LiveId" clId="{3B765CF8-0143-4468-9F38-F10B8D53125E}" dt="2021-11-23T17:21:51.329" v="1238" actId="1076"/>
          <ac:picMkLst>
            <pc:docMk/>
            <pc:sldMk cId="1087976788" sldId="412"/>
            <ac:picMk id="9" creationId="{4E0B5D6D-EF6D-44B9-B6D0-607CB9AF505A}"/>
          </ac:picMkLst>
        </pc:picChg>
      </pc:sldChg>
      <pc:sldChg chg="addSp delSp modSp new del mod">
        <pc:chgData name="Devinder Kaur" userId="89161a673412ba18" providerId="LiveId" clId="{3B765CF8-0143-4468-9F38-F10B8D53125E}" dt="2021-11-23T16:49:51.772" v="650" actId="47"/>
        <pc:sldMkLst>
          <pc:docMk/>
          <pc:sldMk cId="409677866" sldId="413"/>
        </pc:sldMkLst>
        <pc:spChg chg="del">
          <ac:chgData name="Devinder Kaur" userId="89161a673412ba18" providerId="LiveId" clId="{3B765CF8-0143-4468-9F38-F10B8D53125E}" dt="2021-11-23T16:31:19.546" v="585"/>
          <ac:spMkLst>
            <pc:docMk/>
            <pc:sldMk cId="409677866" sldId="413"/>
            <ac:spMk id="3" creationId="{5E1C493E-9BA1-42F3-9285-4050D82E1C63}"/>
          </ac:spMkLst>
        </pc:spChg>
        <pc:spChg chg="mod">
          <ac:chgData name="Devinder Kaur" userId="89161a673412ba18" providerId="LiveId" clId="{3B765CF8-0143-4468-9F38-F10B8D53125E}" dt="2021-11-23T16:31:29.366" v="586"/>
          <ac:spMkLst>
            <pc:docMk/>
            <pc:sldMk cId="409677866" sldId="413"/>
            <ac:spMk id="4" creationId="{7022B2A0-2940-4DDD-B6F5-3E332ECC00F2}"/>
          </ac:spMkLst>
        </pc:spChg>
        <pc:picChg chg="add mod">
          <ac:chgData name="Devinder Kaur" userId="89161a673412ba18" providerId="LiveId" clId="{3B765CF8-0143-4468-9F38-F10B8D53125E}" dt="2021-11-23T16:31:19.546" v="585"/>
          <ac:picMkLst>
            <pc:docMk/>
            <pc:sldMk cId="409677866" sldId="413"/>
            <ac:picMk id="6" creationId="{DBB02A66-890E-432D-A737-782D90B78BA5}"/>
          </ac:picMkLst>
        </pc:picChg>
      </pc:sldChg>
      <pc:sldChg chg="addSp delSp modSp new mod">
        <pc:chgData name="Devinder Kaur" userId="89161a673412ba18" providerId="LiveId" clId="{3B765CF8-0143-4468-9F38-F10B8D53125E}" dt="2021-11-24T05:57:37.729" v="2120" actId="20577"/>
        <pc:sldMkLst>
          <pc:docMk/>
          <pc:sldMk cId="4071459864" sldId="413"/>
        </pc:sldMkLst>
        <pc:spChg chg="mod">
          <ac:chgData name="Devinder Kaur" userId="89161a673412ba18" providerId="LiveId" clId="{3B765CF8-0143-4468-9F38-F10B8D53125E}" dt="2021-11-24T05:57:21.924" v="2115" actId="14100"/>
          <ac:spMkLst>
            <pc:docMk/>
            <pc:sldMk cId="4071459864" sldId="413"/>
            <ac:spMk id="2" creationId="{27986EA1-FF9B-4D70-9D65-7CE8D6F46FC6}"/>
          </ac:spMkLst>
        </pc:spChg>
        <pc:spChg chg="del">
          <ac:chgData name="Devinder Kaur" userId="89161a673412ba18" providerId="LiveId" clId="{3B765CF8-0143-4468-9F38-F10B8D53125E}" dt="2021-11-23T17:10:42.566" v="1071"/>
          <ac:spMkLst>
            <pc:docMk/>
            <pc:sldMk cId="4071459864" sldId="413"/>
            <ac:spMk id="3" creationId="{68BF0059-90E2-4F88-A99E-65B0F6FF23F1}"/>
          </ac:spMkLst>
        </pc:spChg>
        <pc:spChg chg="mod">
          <ac:chgData name="Devinder Kaur" userId="89161a673412ba18" providerId="LiveId" clId="{3B765CF8-0143-4468-9F38-F10B8D53125E}" dt="2021-11-23T17:18:16.531" v="1201" actId="20577"/>
          <ac:spMkLst>
            <pc:docMk/>
            <pc:sldMk cId="4071459864" sldId="413"/>
            <ac:spMk id="4" creationId="{B3F41568-866A-4E27-A106-95F12A7977E8}"/>
          </ac:spMkLst>
        </pc:spChg>
        <pc:spChg chg="add del mod">
          <ac:chgData name="Devinder Kaur" userId="89161a673412ba18" providerId="LiveId" clId="{3B765CF8-0143-4468-9F38-F10B8D53125E}" dt="2021-11-23T17:12:41.623" v="1115" actId="478"/>
          <ac:spMkLst>
            <pc:docMk/>
            <pc:sldMk cId="4071459864" sldId="413"/>
            <ac:spMk id="9" creationId="{109D34E2-55FF-4856-8CF5-E836A53B2024}"/>
          </ac:spMkLst>
        </pc:spChg>
        <pc:spChg chg="add mod">
          <ac:chgData name="Devinder Kaur" userId="89161a673412ba18" providerId="LiveId" clId="{3B765CF8-0143-4468-9F38-F10B8D53125E}" dt="2021-11-24T05:57:37.729" v="2120" actId="20577"/>
          <ac:spMkLst>
            <pc:docMk/>
            <pc:sldMk cId="4071459864" sldId="413"/>
            <ac:spMk id="10" creationId="{A70AFDDE-C1E9-4069-BA0E-709B2100C263}"/>
          </ac:spMkLst>
        </pc:spChg>
        <pc:picChg chg="add del mod">
          <ac:chgData name="Devinder Kaur" userId="89161a673412ba18" providerId="LiveId" clId="{3B765CF8-0143-4468-9F38-F10B8D53125E}" dt="2021-11-23T17:12:35.146" v="1114" actId="478"/>
          <ac:picMkLst>
            <pc:docMk/>
            <pc:sldMk cId="4071459864" sldId="413"/>
            <ac:picMk id="6" creationId="{B38FDDF0-D47D-4580-9AD7-A90010B997BD}"/>
          </ac:picMkLst>
        </pc:picChg>
        <pc:picChg chg="add mod">
          <ac:chgData name="Devinder Kaur" userId="89161a673412ba18" providerId="LiveId" clId="{3B765CF8-0143-4468-9F38-F10B8D53125E}" dt="2021-11-23T17:12:57.673" v="1119" actId="14100"/>
          <ac:picMkLst>
            <pc:docMk/>
            <pc:sldMk cId="4071459864" sldId="413"/>
            <ac:picMk id="7" creationId="{5A24A6B9-ECCD-4D74-BF0C-3BA36D4E2922}"/>
          </ac:picMkLst>
        </pc:picChg>
      </pc:sldChg>
      <pc:sldChg chg="addSp delSp modSp new mod">
        <pc:chgData name="Devinder Kaur" userId="89161a673412ba18" providerId="LiveId" clId="{3B765CF8-0143-4468-9F38-F10B8D53125E}" dt="2021-11-23T17:31:42.575" v="1337" actId="27636"/>
        <pc:sldMkLst>
          <pc:docMk/>
          <pc:sldMk cId="148353152" sldId="414"/>
        </pc:sldMkLst>
        <pc:spChg chg="mod">
          <ac:chgData name="Devinder Kaur" userId="89161a673412ba18" providerId="LiveId" clId="{3B765CF8-0143-4468-9F38-F10B8D53125E}" dt="2021-11-23T17:25:26.083" v="1291" actId="27636"/>
          <ac:spMkLst>
            <pc:docMk/>
            <pc:sldMk cId="148353152" sldId="414"/>
            <ac:spMk id="2" creationId="{82F40BBE-214D-4B75-8549-0455E80C1B53}"/>
          </ac:spMkLst>
        </pc:spChg>
        <pc:spChg chg="del">
          <ac:chgData name="Devinder Kaur" userId="89161a673412ba18" providerId="LiveId" clId="{3B765CF8-0143-4468-9F38-F10B8D53125E}" dt="2021-11-23T17:24:54.983" v="1276"/>
          <ac:spMkLst>
            <pc:docMk/>
            <pc:sldMk cId="148353152" sldId="414"/>
            <ac:spMk id="3" creationId="{198B4840-612A-4C4C-AD47-9A2F4582DB3A}"/>
          </ac:spMkLst>
        </pc:spChg>
        <pc:spChg chg="mod">
          <ac:chgData name="Devinder Kaur" userId="89161a673412ba18" providerId="LiveId" clId="{3B765CF8-0143-4468-9F38-F10B8D53125E}" dt="2021-11-23T17:31:42.575" v="1337" actId="27636"/>
          <ac:spMkLst>
            <pc:docMk/>
            <pc:sldMk cId="148353152" sldId="414"/>
            <ac:spMk id="4" creationId="{602170EC-7D08-4800-81ED-35FE67848785}"/>
          </ac:spMkLst>
        </pc:spChg>
        <pc:picChg chg="add mod">
          <ac:chgData name="Devinder Kaur" userId="89161a673412ba18" providerId="LiveId" clId="{3B765CF8-0143-4468-9F38-F10B8D53125E}" dt="2021-11-23T17:31:39.840" v="1335" actId="14100"/>
          <ac:picMkLst>
            <pc:docMk/>
            <pc:sldMk cId="148353152" sldId="414"/>
            <ac:picMk id="6" creationId="{1D7E1628-F39E-4A22-AEEB-6AB4AAD0AE0E}"/>
          </ac:picMkLst>
        </pc:picChg>
        <pc:picChg chg="add del mod">
          <ac:chgData name="Devinder Kaur" userId="89161a673412ba18" providerId="LiveId" clId="{3B765CF8-0143-4468-9F38-F10B8D53125E}" dt="2021-11-23T17:27:20.948" v="1305" actId="21"/>
          <ac:picMkLst>
            <pc:docMk/>
            <pc:sldMk cId="148353152" sldId="414"/>
            <ac:picMk id="7" creationId="{A037916C-C052-4B26-A604-494E9EC6D590}"/>
          </ac:picMkLst>
        </pc:picChg>
      </pc:sldChg>
      <pc:sldChg chg="addSp delSp modSp new mod">
        <pc:chgData name="Devinder Kaur" userId="89161a673412ba18" providerId="LiveId" clId="{3B765CF8-0143-4468-9F38-F10B8D53125E}" dt="2021-11-23T17:48:00.192" v="1607" actId="6549"/>
        <pc:sldMkLst>
          <pc:docMk/>
          <pc:sldMk cId="866207403" sldId="415"/>
        </pc:sldMkLst>
        <pc:spChg chg="mod">
          <ac:chgData name="Devinder Kaur" userId="89161a673412ba18" providerId="LiveId" clId="{3B765CF8-0143-4468-9F38-F10B8D53125E}" dt="2021-11-23T17:44:09.681" v="1533" actId="14100"/>
          <ac:spMkLst>
            <pc:docMk/>
            <pc:sldMk cId="866207403" sldId="415"/>
            <ac:spMk id="2" creationId="{B576DE15-8C0B-43F6-8C8B-F62BA6958510}"/>
          </ac:spMkLst>
        </pc:spChg>
        <pc:spChg chg="del">
          <ac:chgData name="Devinder Kaur" userId="89161a673412ba18" providerId="LiveId" clId="{3B765CF8-0143-4468-9F38-F10B8D53125E}" dt="2021-11-23T17:35:33.309" v="1352"/>
          <ac:spMkLst>
            <pc:docMk/>
            <pc:sldMk cId="866207403" sldId="415"/>
            <ac:spMk id="3" creationId="{A8E2196B-1CB4-4006-9297-B50ACDDB1389}"/>
          </ac:spMkLst>
        </pc:spChg>
        <pc:spChg chg="mod">
          <ac:chgData name="Devinder Kaur" userId="89161a673412ba18" providerId="LiveId" clId="{3B765CF8-0143-4468-9F38-F10B8D53125E}" dt="2021-11-23T17:48:00.192" v="1607" actId="6549"/>
          <ac:spMkLst>
            <pc:docMk/>
            <pc:sldMk cId="866207403" sldId="415"/>
            <ac:spMk id="4" creationId="{6E2C83CF-9FE2-4DAF-840C-4D50AB3F0E41}"/>
          </ac:spMkLst>
        </pc:spChg>
        <pc:spChg chg="add mod">
          <ac:chgData name="Devinder Kaur" userId="89161a673412ba18" providerId="LiveId" clId="{3B765CF8-0143-4468-9F38-F10B8D53125E}" dt="2021-11-23T17:45:55.147" v="1598" actId="403"/>
          <ac:spMkLst>
            <pc:docMk/>
            <pc:sldMk cId="866207403" sldId="415"/>
            <ac:spMk id="8" creationId="{F098D0B4-A742-47C6-9F38-90856E27EB10}"/>
          </ac:spMkLst>
        </pc:spChg>
        <pc:picChg chg="add del mod">
          <ac:chgData name="Devinder Kaur" userId="89161a673412ba18" providerId="LiveId" clId="{3B765CF8-0143-4468-9F38-F10B8D53125E}" dt="2021-11-23T17:32:29.810" v="1346" actId="21"/>
          <ac:picMkLst>
            <pc:docMk/>
            <pc:sldMk cId="866207403" sldId="415"/>
            <ac:picMk id="6" creationId="{4E633443-D0F9-4279-BECD-DB78B9F43F95}"/>
          </ac:picMkLst>
        </pc:picChg>
        <pc:picChg chg="add mod">
          <ac:chgData name="Devinder Kaur" userId="89161a673412ba18" providerId="LiveId" clId="{3B765CF8-0143-4468-9F38-F10B8D53125E}" dt="2021-11-23T17:46:25.911" v="1600" actId="208"/>
          <ac:picMkLst>
            <pc:docMk/>
            <pc:sldMk cId="866207403" sldId="415"/>
            <ac:picMk id="7" creationId="{E25F9793-75C4-4545-8736-1F288E7495D7}"/>
          </ac:picMkLst>
        </pc:picChg>
      </pc:sldChg>
      <pc:sldChg chg="addSp delSp modSp new mod">
        <pc:chgData name="Devinder Kaur" userId="89161a673412ba18" providerId="LiveId" clId="{3B765CF8-0143-4468-9F38-F10B8D53125E}" dt="2021-11-23T17:55:18.879" v="1713" actId="1036"/>
        <pc:sldMkLst>
          <pc:docMk/>
          <pc:sldMk cId="3126151433" sldId="416"/>
        </pc:sldMkLst>
        <pc:spChg chg="mod">
          <ac:chgData name="Devinder Kaur" userId="89161a673412ba18" providerId="LiveId" clId="{3B765CF8-0143-4468-9F38-F10B8D53125E}" dt="2021-11-23T17:54:53.335" v="1697" actId="12788"/>
          <ac:spMkLst>
            <pc:docMk/>
            <pc:sldMk cId="3126151433" sldId="416"/>
            <ac:spMk id="2" creationId="{77079DB7-608D-46C0-BE66-5663BF0E78BA}"/>
          </ac:spMkLst>
        </pc:spChg>
        <pc:spChg chg="del">
          <ac:chgData name="Devinder Kaur" userId="89161a673412ba18" providerId="LiveId" clId="{3B765CF8-0143-4468-9F38-F10B8D53125E}" dt="2021-11-23T17:52:19.205" v="1624"/>
          <ac:spMkLst>
            <pc:docMk/>
            <pc:sldMk cId="3126151433" sldId="416"/>
            <ac:spMk id="3" creationId="{5595745A-403C-4110-ACFD-81975E5A7436}"/>
          </ac:spMkLst>
        </pc:spChg>
        <pc:spChg chg="mod">
          <ac:chgData name="Devinder Kaur" userId="89161a673412ba18" providerId="LiveId" clId="{3B765CF8-0143-4468-9F38-F10B8D53125E}" dt="2021-11-23T17:55:18.879" v="1713" actId="1036"/>
          <ac:spMkLst>
            <pc:docMk/>
            <pc:sldMk cId="3126151433" sldId="416"/>
            <ac:spMk id="4" creationId="{FF3EC2DE-0AB8-40C8-9EC1-31E9326EEA22}"/>
          </ac:spMkLst>
        </pc:spChg>
        <pc:spChg chg="add mod">
          <ac:chgData name="Devinder Kaur" userId="89161a673412ba18" providerId="LiveId" clId="{3B765CF8-0143-4468-9F38-F10B8D53125E}" dt="2021-11-23T17:54:43.635" v="1696" actId="403"/>
          <ac:spMkLst>
            <pc:docMk/>
            <pc:sldMk cId="3126151433" sldId="416"/>
            <ac:spMk id="10" creationId="{1DD2913E-951B-4D0D-B5BF-0670D59E789F}"/>
          </ac:spMkLst>
        </pc:spChg>
        <pc:picChg chg="add del mod">
          <ac:chgData name="Devinder Kaur" userId="89161a673412ba18" providerId="LiveId" clId="{3B765CF8-0143-4468-9F38-F10B8D53125E}" dt="2021-11-23T17:52:11.506" v="1621" actId="478"/>
          <ac:picMkLst>
            <pc:docMk/>
            <pc:sldMk cId="3126151433" sldId="416"/>
            <ac:picMk id="6" creationId="{62801EB9-137C-41A8-A577-31D17E297312}"/>
          </ac:picMkLst>
        </pc:picChg>
        <pc:picChg chg="add del mod">
          <ac:chgData name="Devinder Kaur" userId="89161a673412ba18" providerId="LiveId" clId="{3B765CF8-0143-4468-9F38-F10B8D53125E}" dt="2021-11-23T17:52:17.609" v="1623" actId="21"/>
          <ac:picMkLst>
            <pc:docMk/>
            <pc:sldMk cId="3126151433" sldId="416"/>
            <ac:picMk id="7" creationId="{A278B8B5-CC78-458D-BED8-18645A31B6C7}"/>
          </ac:picMkLst>
        </pc:picChg>
        <pc:picChg chg="add mod">
          <ac:chgData name="Devinder Kaur" userId="89161a673412ba18" providerId="LiveId" clId="{3B765CF8-0143-4468-9F38-F10B8D53125E}" dt="2021-11-23T17:55:18.879" v="1713" actId="1036"/>
          <ac:picMkLst>
            <pc:docMk/>
            <pc:sldMk cId="3126151433" sldId="416"/>
            <ac:picMk id="8" creationId="{69443DC5-D0D4-41F1-A378-D8ABD96231BD}"/>
          </ac:picMkLst>
        </pc:picChg>
      </pc:sldChg>
      <pc:sldChg chg="addSp delSp modSp new mod ord">
        <pc:chgData name="Devinder Kaur" userId="89161a673412ba18" providerId="LiveId" clId="{3B765CF8-0143-4468-9F38-F10B8D53125E}" dt="2021-11-25T07:56:57.333" v="5028" actId="14100"/>
        <pc:sldMkLst>
          <pc:docMk/>
          <pc:sldMk cId="3524959305" sldId="417"/>
        </pc:sldMkLst>
        <pc:spChg chg="mod">
          <ac:chgData name="Devinder Kaur" userId="89161a673412ba18" providerId="LiveId" clId="{3B765CF8-0143-4468-9F38-F10B8D53125E}" dt="2021-11-25T07:56:42.443" v="5020" actId="14100"/>
          <ac:spMkLst>
            <pc:docMk/>
            <pc:sldMk cId="3524959305" sldId="417"/>
            <ac:spMk id="2" creationId="{7422F019-4F64-4F66-921D-FEBB42005956}"/>
          </ac:spMkLst>
        </pc:spChg>
        <pc:spChg chg="del">
          <ac:chgData name="Devinder Kaur" userId="89161a673412ba18" providerId="LiveId" clId="{3B765CF8-0143-4468-9F38-F10B8D53125E}" dt="2021-11-23T18:17:12.936" v="1960"/>
          <ac:spMkLst>
            <pc:docMk/>
            <pc:sldMk cId="3524959305" sldId="417"/>
            <ac:spMk id="3" creationId="{D4F523F9-4484-412B-A67B-01E17F42D7C7}"/>
          </ac:spMkLst>
        </pc:spChg>
        <pc:spChg chg="mod">
          <ac:chgData name="Devinder Kaur" userId="89161a673412ba18" providerId="LiveId" clId="{3B765CF8-0143-4468-9F38-F10B8D53125E}" dt="2021-11-24T05:49:53.750" v="2067" actId="1035"/>
          <ac:spMkLst>
            <pc:docMk/>
            <pc:sldMk cId="3524959305" sldId="417"/>
            <ac:spMk id="4" creationId="{4C667089-1799-424E-993D-6081A94A9E0C}"/>
          </ac:spMkLst>
        </pc:spChg>
        <pc:spChg chg="add mod">
          <ac:chgData name="Devinder Kaur" userId="89161a673412ba18" providerId="LiveId" clId="{3B765CF8-0143-4468-9F38-F10B8D53125E}" dt="2021-11-25T07:56:57.333" v="5028" actId="14100"/>
          <ac:spMkLst>
            <pc:docMk/>
            <pc:sldMk cId="3524959305" sldId="417"/>
            <ac:spMk id="7" creationId="{E803E3CC-A892-4E6D-A6DA-A3AF5878D377}"/>
          </ac:spMkLst>
        </pc:spChg>
        <pc:picChg chg="add mod">
          <ac:chgData name="Devinder Kaur" userId="89161a673412ba18" providerId="LiveId" clId="{3B765CF8-0143-4468-9F38-F10B8D53125E}" dt="2021-11-25T07:56:49.921" v="5027" actId="1038"/>
          <ac:picMkLst>
            <pc:docMk/>
            <pc:sldMk cId="3524959305" sldId="417"/>
            <ac:picMk id="6" creationId="{CC8B7ADF-D741-42D8-B0C7-EE741DADE389}"/>
          </ac:picMkLst>
        </pc:picChg>
      </pc:sldChg>
      <pc:sldChg chg="addSp delSp modSp new mod ord">
        <pc:chgData name="Devinder Kaur" userId="89161a673412ba18" providerId="LiveId" clId="{3B765CF8-0143-4468-9F38-F10B8D53125E}" dt="2021-11-23T18:23:48.004" v="2039" actId="1036"/>
        <pc:sldMkLst>
          <pc:docMk/>
          <pc:sldMk cId="1548605973" sldId="418"/>
        </pc:sldMkLst>
        <pc:spChg chg="mod">
          <ac:chgData name="Devinder Kaur" userId="89161a673412ba18" providerId="LiveId" clId="{3B765CF8-0143-4468-9F38-F10B8D53125E}" dt="2021-11-23T18:05:23.903" v="1893" actId="14100"/>
          <ac:spMkLst>
            <pc:docMk/>
            <pc:sldMk cId="1548605973" sldId="418"/>
            <ac:spMk id="2" creationId="{2056CB8F-DEB0-43DB-991F-A57ECE897876}"/>
          </ac:spMkLst>
        </pc:spChg>
        <pc:spChg chg="mod">
          <ac:chgData name="Devinder Kaur" userId="89161a673412ba18" providerId="LiveId" clId="{3B765CF8-0143-4468-9F38-F10B8D53125E}" dt="2021-11-23T18:22:49.028" v="2026" actId="27636"/>
          <ac:spMkLst>
            <pc:docMk/>
            <pc:sldMk cId="1548605973" sldId="418"/>
            <ac:spMk id="3" creationId="{D21CC75D-F595-450A-86C6-F28A7117A873}"/>
          </ac:spMkLst>
        </pc:spChg>
        <pc:picChg chg="add del mod">
          <ac:chgData name="Devinder Kaur" userId="89161a673412ba18" providerId="LiveId" clId="{3B765CF8-0143-4468-9F38-F10B8D53125E}" dt="2021-11-23T18:04:20.189" v="1872" actId="478"/>
          <ac:picMkLst>
            <pc:docMk/>
            <pc:sldMk cId="1548605973" sldId="418"/>
            <ac:picMk id="5" creationId="{59E719BA-5412-4025-90E2-FF4FBE226452}"/>
          </ac:picMkLst>
        </pc:picChg>
        <pc:picChg chg="add mod">
          <ac:chgData name="Devinder Kaur" userId="89161a673412ba18" providerId="LiveId" clId="{3B765CF8-0143-4468-9F38-F10B8D53125E}" dt="2021-11-23T18:22:25.567" v="2017" actId="1076"/>
          <ac:picMkLst>
            <pc:docMk/>
            <pc:sldMk cId="1548605973" sldId="418"/>
            <ac:picMk id="6" creationId="{763AB282-4007-4E73-A569-A42942559CA1}"/>
          </ac:picMkLst>
        </pc:picChg>
        <pc:picChg chg="add mod modCrop">
          <ac:chgData name="Devinder Kaur" userId="89161a673412ba18" providerId="LiveId" clId="{3B765CF8-0143-4468-9F38-F10B8D53125E}" dt="2021-11-23T18:23:48.004" v="2039" actId="1036"/>
          <ac:picMkLst>
            <pc:docMk/>
            <pc:sldMk cId="1548605973" sldId="418"/>
            <ac:picMk id="7" creationId="{F70FB00B-F673-4951-A8DD-46D3CAA70816}"/>
          </ac:picMkLst>
        </pc:picChg>
      </pc:sldChg>
      <pc:sldChg chg="addSp delSp modSp new mod">
        <pc:chgData name="Devinder Kaur" userId="89161a673412ba18" providerId="LiveId" clId="{3B765CF8-0143-4468-9F38-F10B8D53125E}" dt="2021-11-23T18:15:20.440" v="1950" actId="27636"/>
        <pc:sldMkLst>
          <pc:docMk/>
          <pc:sldMk cId="1733047310" sldId="419"/>
        </pc:sldMkLst>
        <pc:spChg chg="mod">
          <ac:chgData name="Devinder Kaur" userId="89161a673412ba18" providerId="LiveId" clId="{3B765CF8-0143-4468-9F38-F10B8D53125E}" dt="2021-11-23T18:14:29.048" v="1936" actId="403"/>
          <ac:spMkLst>
            <pc:docMk/>
            <pc:sldMk cId="1733047310" sldId="419"/>
            <ac:spMk id="2" creationId="{ABB412F1-B757-4F5F-9186-1E893DFD8E05}"/>
          </ac:spMkLst>
        </pc:spChg>
        <pc:spChg chg="del">
          <ac:chgData name="Devinder Kaur" userId="89161a673412ba18" providerId="LiveId" clId="{3B765CF8-0143-4468-9F38-F10B8D53125E}" dt="2021-11-23T18:13:43.024" v="1918"/>
          <ac:spMkLst>
            <pc:docMk/>
            <pc:sldMk cId="1733047310" sldId="419"/>
            <ac:spMk id="3" creationId="{81CE7C1A-49F3-4185-9A2B-D9020A634FC0}"/>
          </ac:spMkLst>
        </pc:spChg>
        <pc:spChg chg="mod">
          <ac:chgData name="Devinder Kaur" userId="89161a673412ba18" providerId="LiveId" clId="{3B765CF8-0143-4468-9F38-F10B8D53125E}" dt="2021-11-23T18:15:20.440" v="1950" actId="27636"/>
          <ac:spMkLst>
            <pc:docMk/>
            <pc:sldMk cId="1733047310" sldId="419"/>
            <ac:spMk id="4" creationId="{60CF094E-D375-4F23-AB7D-6FB74C70623E}"/>
          </ac:spMkLst>
        </pc:spChg>
        <pc:picChg chg="add mod modCrop">
          <ac:chgData name="Devinder Kaur" userId="89161a673412ba18" providerId="LiveId" clId="{3B765CF8-0143-4468-9F38-F10B8D53125E}" dt="2021-11-23T18:15:10.015" v="1945" actId="12789"/>
          <ac:picMkLst>
            <pc:docMk/>
            <pc:sldMk cId="1733047310" sldId="419"/>
            <ac:picMk id="6" creationId="{B3369E7F-6D48-496B-B3E3-7C0F84F550EA}"/>
          </ac:picMkLst>
        </pc:picChg>
      </pc:sldChg>
      <pc:sldChg chg="addSp delSp modSp new ord">
        <pc:chgData name="Devinder Kaur" userId="89161a673412ba18" providerId="LiveId" clId="{3B765CF8-0143-4468-9F38-F10B8D53125E}" dt="2021-11-24T07:03:59.153" v="2902"/>
        <pc:sldMkLst>
          <pc:docMk/>
          <pc:sldMk cId="3219554124" sldId="420"/>
        </pc:sldMkLst>
        <pc:picChg chg="add del mod">
          <ac:chgData name="Devinder Kaur" userId="89161a673412ba18" providerId="LiveId" clId="{3B765CF8-0143-4468-9F38-F10B8D53125E}" dt="2021-11-24T06:07:15.062" v="2215"/>
          <ac:picMkLst>
            <pc:docMk/>
            <pc:sldMk cId="3219554124" sldId="420"/>
            <ac:picMk id="3" creationId="{9B9F83C7-D1D5-4B2F-88A6-5FCDB03AB4F7}"/>
          </ac:picMkLst>
        </pc:picChg>
        <pc:picChg chg="add mod">
          <ac:chgData name="Devinder Kaur" userId="89161a673412ba18" providerId="LiveId" clId="{3B765CF8-0143-4468-9F38-F10B8D53125E}" dt="2021-11-24T06:07:31.543" v="2223" actId="14100"/>
          <ac:picMkLst>
            <pc:docMk/>
            <pc:sldMk cId="3219554124" sldId="420"/>
            <ac:picMk id="4" creationId="{32A77E13-F008-456F-A6E2-07721BD71207}"/>
          </ac:picMkLst>
        </pc:picChg>
      </pc:sldChg>
      <pc:sldChg chg="addSp delSp modSp new mod ord">
        <pc:chgData name="Devinder Kaur" userId="89161a673412ba18" providerId="LiveId" clId="{3B765CF8-0143-4468-9F38-F10B8D53125E}" dt="2021-11-24T07:03:50.869" v="2900"/>
        <pc:sldMkLst>
          <pc:docMk/>
          <pc:sldMk cId="2528825155" sldId="421"/>
        </pc:sldMkLst>
        <pc:spChg chg="mod">
          <ac:chgData name="Devinder Kaur" userId="89161a673412ba18" providerId="LiveId" clId="{3B765CF8-0143-4468-9F38-F10B8D53125E}" dt="2021-11-24T06:02:51.599" v="2198" actId="1035"/>
          <ac:spMkLst>
            <pc:docMk/>
            <pc:sldMk cId="2528825155" sldId="421"/>
            <ac:spMk id="2" creationId="{C2EF9442-F046-46DA-94D8-BF20E59050A2}"/>
          </ac:spMkLst>
        </pc:spChg>
        <pc:spChg chg="del">
          <ac:chgData name="Devinder Kaur" userId="89161a673412ba18" providerId="LiveId" clId="{3B765CF8-0143-4468-9F38-F10B8D53125E}" dt="2021-11-24T05:58:11.482" v="2121"/>
          <ac:spMkLst>
            <pc:docMk/>
            <pc:sldMk cId="2528825155" sldId="421"/>
            <ac:spMk id="3" creationId="{D2F6E6B8-9A92-4472-8EE1-94FEF67F6117}"/>
          </ac:spMkLst>
        </pc:spChg>
        <pc:spChg chg="mod">
          <ac:chgData name="Devinder Kaur" userId="89161a673412ba18" providerId="LiveId" clId="{3B765CF8-0143-4468-9F38-F10B8D53125E}" dt="2021-11-24T06:04:59.949" v="2208" actId="255"/>
          <ac:spMkLst>
            <pc:docMk/>
            <pc:sldMk cId="2528825155" sldId="421"/>
            <ac:spMk id="4" creationId="{7AEE492F-F6A0-4BE9-9971-C4DA78839148}"/>
          </ac:spMkLst>
        </pc:spChg>
        <pc:spChg chg="add del mod">
          <ac:chgData name="Devinder Kaur" userId="89161a673412ba18" providerId="LiveId" clId="{3B765CF8-0143-4468-9F38-F10B8D53125E}" dt="2021-11-24T06:07:18.294" v="2219" actId="478"/>
          <ac:spMkLst>
            <pc:docMk/>
            <pc:sldMk cId="2528825155" sldId="421"/>
            <ac:spMk id="8" creationId="{B097D3B9-42F3-48DB-A476-D7AFC43EB700}"/>
          </ac:spMkLst>
        </pc:spChg>
        <pc:picChg chg="add del mod">
          <ac:chgData name="Devinder Kaur" userId="89161a673412ba18" providerId="LiveId" clId="{3B765CF8-0143-4468-9F38-F10B8D53125E}" dt="2021-11-24T06:07:18.294" v="2219" actId="478"/>
          <ac:picMkLst>
            <pc:docMk/>
            <pc:sldMk cId="2528825155" sldId="421"/>
            <ac:picMk id="6" creationId="{E5BFB786-F73E-416C-A6F2-151B04CE98C5}"/>
          </ac:picMkLst>
        </pc:picChg>
        <pc:picChg chg="add del mod">
          <ac:chgData name="Devinder Kaur" userId="89161a673412ba18" providerId="LiveId" clId="{3B765CF8-0143-4468-9F38-F10B8D53125E}" dt="2021-11-24T06:07:23.249" v="2220" actId="21"/>
          <ac:picMkLst>
            <pc:docMk/>
            <pc:sldMk cId="2528825155" sldId="421"/>
            <ac:picMk id="7" creationId="{9188FB9B-C9D5-4087-AF9B-E6F6C00B8FA9}"/>
          </ac:picMkLst>
        </pc:picChg>
      </pc:sldChg>
      <pc:sldChg chg="addSp delSp modSp new mod ord">
        <pc:chgData name="Devinder Kaur" userId="89161a673412ba18" providerId="LiveId" clId="{3B765CF8-0143-4468-9F38-F10B8D53125E}" dt="2021-11-24T06:42:12.770" v="2892" actId="14100"/>
        <pc:sldMkLst>
          <pc:docMk/>
          <pc:sldMk cId="1151394046" sldId="422"/>
        </pc:sldMkLst>
        <pc:spChg chg="mod">
          <ac:chgData name="Devinder Kaur" userId="89161a673412ba18" providerId="LiveId" clId="{3B765CF8-0143-4468-9F38-F10B8D53125E}" dt="2021-11-24T06:35:20.441" v="2870" actId="1035"/>
          <ac:spMkLst>
            <pc:docMk/>
            <pc:sldMk cId="1151394046" sldId="422"/>
            <ac:spMk id="2" creationId="{952822A7-9ADA-48DC-9E3A-471C8BD7693A}"/>
          </ac:spMkLst>
        </pc:spChg>
        <pc:spChg chg="del">
          <ac:chgData name="Devinder Kaur" userId="89161a673412ba18" providerId="LiveId" clId="{3B765CF8-0143-4468-9F38-F10B8D53125E}" dt="2021-11-24T06:26:56.182" v="2763"/>
          <ac:spMkLst>
            <pc:docMk/>
            <pc:sldMk cId="1151394046" sldId="422"/>
            <ac:spMk id="3" creationId="{88F6D8B3-557B-4353-93F9-2617C6D10CD3}"/>
          </ac:spMkLst>
        </pc:spChg>
        <pc:spChg chg="mod">
          <ac:chgData name="Devinder Kaur" userId="89161a673412ba18" providerId="LiveId" clId="{3B765CF8-0143-4468-9F38-F10B8D53125E}" dt="2021-11-24T06:35:24.280" v="2871" actId="14100"/>
          <ac:spMkLst>
            <pc:docMk/>
            <pc:sldMk cId="1151394046" sldId="422"/>
            <ac:spMk id="4" creationId="{CFDD82DA-A224-45E3-97C8-CE72778F6196}"/>
          </ac:spMkLst>
        </pc:spChg>
        <pc:picChg chg="add mod">
          <ac:chgData name="Devinder Kaur" userId="89161a673412ba18" providerId="LiveId" clId="{3B765CF8-0143-4468-9F38-F10B8D53125E}" dt="2021-11-24T06:42:12.770" v="2892" actId="14100"/>
          <ac:picMkLst>
            <pc:docMk/>
            <pc:sldMk cId="1151394046" sldId="422"/>
            <ac:picMk id="6" creationId="{67392E41-7A01-47AD-9BD1-98D84501AE41}"/>
          </ac:picMkLst>
        </pc:picChg>
        <pc:picChg chg="add del">
          <ac:chgData name="Devinder Kaur" userId="89161a673412ba18" providerId="LiveId" clId="{3B765CF8-0143-4468-9F38-F10B8D53125E}" dt="2021-11-24T06:28:43.082" v="2792" actId="21"/>
          <ac:picMkLst>
            <pc:docMk/>
            <pc:sldMk cId="1151394046" sldId="422"/>
            <ac:picMk id="7" creationId="{B41D572B-CCC1-4856-96DF-9982A0BD34BC}"/>
          </ac:picMkLst>
        </pc:picChg>
        <pc:picChg chg="add mod">
          <ac:chgData name="Devinder Kaur" userId="89161a673412ba18" providerId="LiveId" clId="{3B765CF8-0143-4468-9F38-F10B8D53125E}" dt="2021-11-24T06:33:23.973" v="2841" actId="208"/>
          <ac:picMkLst>
            <pc:docMk/>
            <pc:sldMk cId="1151394046" sldId="422"/>
            <ac:picMk id="8" creationId="{608152B6-696E-4B24-A07D-F3F99723FFFE}"/>
          </ac:picMkLst>
        </pc:picChg>
        <pc:picChg chg="add del mod">
          <ac:chgData name="Devinder Kaur" userId="89161a673412ba18" providerId="LiveId" clId="{3B765CF8-0143-4468-9F38-F10B8D53125E}" dt="2021-11-24T06:25:10.214" v="2762" actId="478"/>
          <ac:picMkLst>
            <pc:docMk/>
            <pc:sldMk cId="1151394046" sldId="422"/>
            <ac:picMk id="4098" creationId="{57B5A93E-63B4-44EE-830E-6B794F3080C5}"/>
          </ac:picMkLst>
        </pc:picChg>
      </pc:sldChg>
      <pc:sldChg chg="addSp delSp modSp new mod">
        <pc:chgData name="Devinder Kaur" userId="89161a673412ba18" providerId="LiveId" clId="{3B765CF8-0143-4468-9F38-F10B8D53125E}" dt="2021-11-24T07:25:27.143" v="3105"/>
        <pc:sldMkLst>
          <pc:docMk/>
          <pc:sldMk cId="3263867776" sldId="423"/>
        </pc:sldMkLst>
        <pc:spChg chg="mod">
          <ac:chgData name="Devinder Kaur" userId="89161a673412ba18" providerId="LiveId" clId="{3B765CF8-0143-4468-9F38-F10B8D53125E}" dt="2021-11-24T07:24:57.514" v="3097" actId="12788"/>
          <ac:spMkLst>
            <pc:docMk/>
            <pc:sldMk cId="3263867776" sldId="423"/>
            <ac:spMk id="2" creationId="{828E148F-946F-4361-B927-6370084AB9E1}"/>
          </ac:spMkLst>
        </pc:spChg>
        <pc:spChg chg="del mod">
          <ac:chgData name="Devinder Kaur" userId="89161a673412ba18" providerId="LiveId" clId="{3B765CF8-0143-4468-9F38-F10B8D53125E}" dt="2021-11-24T07:24:36.301" v="3091" actId="478"/>
          <ac:spMkLst>
            <pc:docMk/>
            <pc:sldMk cId="3263867776" sldId="423"/>
            <ac:spMk id="3" creationId="{92205DBD-9852-4CAB-AE2E-B260497B2D78}"/>
          </ac:spMkLst>
        </pc:spChg>
        <pc:spChg chg="mod">
          <ac:chgData name="Devinder Kaur" userId="89161a673412ba18" providerId="LiveId" clId="{3B765CF8-0143-4468-9F38-F10B8D53125E}" dt="2021-11-24T07:25:27.143" v="3105"/>
          <ac:spMkLst>
            <pc:docMk/>
            <pc:sldMk cId="3263867776" sldId="423"/>
            <ac:spMk id="4" creationId="{39CA4483-9F9D-40A8-8EFD-EA941555BA55}"/>
          </ac:spMkLst>
        </pc:spChg>
        <pc:picChg chg="add del mod modCrop">
          <ac:chgData name="Devinder Kaur" userId="89161a673412ba18" providerId="LiveId" clId="{3B765CF8-0143-4468-9F38-F10B8D53125E}" dt="2021-11-24T06:42:55.092" v="2893" actId="478"/>
          <ac:picMkLst>
            <pc:docMk/>
            <pc:sldMk cId="3263867776" sldId="423"/>
            <ac:picMk id="6" creationId="{76AE9D0C-48E6-4B50-83B7-C5EFFF54A138}"/>
          </ac:picMkLst>
        </pc:picChg>
        <pc:picChg chg="add del mod modCrop">
          <ac:chgData name="Devinder Kaur" userId="89161a673412ba18" providerId="LiveId" clId="{3B765CF8-0143-4468-9F38-F10B8D53125E}" dt="2021-11-24T06:42:57.224" v="2894" actId="478"/>
          <ac:picMkLst>
            <pc:docMk/>
            <pc:sldMk cId="3263867776" sldId="423"/>
            <ac:picMk id="7" creationId="{44ACDEF2-CBF2-4AC6-8863-324808C8CA61}"/>
          </ac:picMkLst>
        </pc:picChg>
        <pc:picChg chg="add del mod">
          <ac:chgData name="Devinder Kaur" userId="89161a673412ba18" providerId="LiveId" clId="{3B765CF8-0143-4468-9F38-F10B8D53125E}" dt="2021-11-24T07:16:42.323" v="3043" actId="478"/>
          <ac:picMkLst>
            <pc:docMk/>
            <pc:sldMk cId="3263867776" sldId="423"/>
            <ac:picMk id="8" creationId="{41803CA6-538D-40A8-B633-03C4ECB69BDA}"/>
          </ac:picMkLst>
        </pc:picChg>
        <pc:picChg chg="add del mod">
          <ac:chgData name="Devinder Kaur" userId="89161a673412ba18" providerId="LiveId" clId="{3B765CF8-0143-4468-9F38-F10B8D53125E}" dt="2021-11-24T07:24:32.725" v="3090" actId="478"/>
          <ac:picMkLst>
            <pc:docMk/>
            <pc:sldMk cId="3263867776" sldId="423"/>
            <ac:picMk id="9" creationId="{5D4D5FC0-EC2B-4D32-A3F9-A3DEA1E382F2}"/>
          </ac:picMkLst>
        </pc:picChg>
      </pc:sldChg>
      <pc:sldChg chg="addSp modSp new">
        <pc:chgData name="Devinder Kaur" userId="89161a673412ba18" providerId="LiveId" clId="{3B765CF8-0143-4468-9F38-F10B8D53125E}" dt="2021-11-24T06:36:44.574" v="2878" actId="14100"/>
        <pc:sldMkLst>
          <pc:docMk/>
          <pc:sldMk cId="1843065935" sldId="424"/>
        </pc:sldMkLst>
        <pc:picChg chg="add mod">
          <ac:chgData name="Devinder Kaur" userId="89161a673412ba18" providerId="LiveId" clId="{3B765CF8-0143-4468-9F38-F10B8D53125E}" dt="2021-11-24T06:36:44.574" v="2878" actId="14100"/>
          <ac:picMkLst>
            <pc:docMk/>
            <pc:sldMk cId="1843065935" sldId="424"/>
            <ac:picMk id="5122" creationId="{0873E346-CBB5-4D85-875B-7FB364C5DD10}"/>
          </ac:picMkLst>
        </pc:picChg>
      </pc:sldChg>
      <pc:sldChg chg="new del">
        <pc:chgData name="Devinder Kaur" userId="89161a673412ba18" providerId="LiveId" clId="{3B765CF8-0143-4468-9F38-F10B8D53125E}" dt="2021-11-24T06:36:20.491" v="2873" actId="680"/>
        <pc:sldMkLst>
          <pc:docMk/>
          <pc:sldMk cId="3773862544" sldId="424"/>
        </pc:sldMkLst>
      </pc:sldChg>
      <pc:sldChg chg="addSp delSp modSp new mod">
        <pc:chgData name="Devinder Kaur" userId="89161a673412ba18" providerId="LiveId" clId="{3B765CF8-0143-4468-9F38-F10B8D53125E}" dt="2021-11-24T06:40:05.969" v="2889" actId="14100"/>
        <pc:sldMkLst>
          <pc:docMk/>
          <pc:sldMk cId="4263429468" sldId="425"/>
        </pc:sldMkLst>
        <pc:picChg chg="add del mod">
          <ac:chgData name="Devinder Kaur" userId="89161a673412ba18" providerId="LiveId" clId="{3B765CF8-0143-4468-9F38-F10B8D53125E}" dt="2021-11-24T06:39:37.710" v="2884" actId="478"/>
          <ac:picMkLst>
            <pc:docMk/>
            <pc:sldMk cId="4263429468" sldId="425"/>
            <ac:picMk id="3" creationId="{43EE7B20-D97A-4F67-9BD6-CE2888BE53C5}"/>
          </ac:picMkLst>
        </pc:picChg>
        <pc:picChg chg="add mod">
          <ac:chgData name="Devinder Kaur" userId="89161a673412ba18" providerId="LiveId" clId="{3B765CF8-0143-4468-9F38-F10B8D53125E}" dt="2021-11-24T06:40:05.969" v="2889" actId="14100"/>
          <ac:picMkLst>
            <pc:docMk/>
            <pc:sldMk cId="4263429468" sldId="425"/>
            <ac:picMk id="4" creationId="{DA9979E4-ABD0-4D04-B1FD-CF90F5010B05}"/>
          </ac:picMkLst>
        </pc:picChg>
      </pc:sldChg>
      <pc:sldChg chg="addSp delSp modSp new mod">
        <pc:chgData name="Devinder Kaur" userId="89161a673412ba18" providerId="LiveId" clId="{3B765CF8-0143-4468-9F38-F10B8D53125E}" dt="2021-11-25T07:57:30.995" v="5050" actId="14100"/>
        <pc:sldMkLst>
          <pc:docMk/>
          <pc:sldMk cId="3639179652" sldId="426"/>
        </pc:sldMkLst>
        <pc:spChg chg="mod">
          <ac:chgData name="Devinder Kaur" userId="89161a673412ba18" providerId="LiveId" clId="{3B765CF8-0143-4468-9F38-F10B8D53125E}" dt="2021-11-24T07:09:56.868" v="3011" actId="1035"/>
          <ac:spMkLst>
            <pc:docMk/>
            <pc:sldMk cId="3639179652" sldId="426"/>
            <ac:spMk id="2" creationId="{2A99A001-FABE-476E-94EE-37239FFDD71D}"/>
          </ac:spMkLst>
        </pc:spChg>
        <pc:spChg chg="mod">
          <ac:chgData name="Devinder Kaur" userId="89161a673412ba18" providerId="LiveId" clId="{3B765CF8-0143-4468-9F38-F10B8D53125E}" dt="2021-11-25T07:57:30.995" v="5050" actId="14100"/>
          <ac:spMkLst>
            <pc:docMk/>
            <pc:sldMk cId="3639179652" sldId="426"/>
            <ac:spMk id="3" creationId="{59999E57-9BB1-43E0-B530-4C02D0C52035}"/>
          </ac:spMkLst>
        </pc:spChg>
        <pc:picChg chg="add del mod">
          <ac:chgData name="Devinder Kaur" userId="89161a673412ba18" providerId="LiveId" clId="{3B765CF8-0143-4468-9F38-F10B8D53125E}" dt="2021-11-24T07:09:36.852" v="2991" actId="478"/>
          <ac:picMkLst>
            <pc:docMk/>
            <pc:sldMk cId="3639179652" sldId="426"/>
            <ac:picMk id="5" creationId="{7C82A657-8866-4DB4-B729-B2E71E7D1D58}"/>
          </ac:picMkLst>
        </pc:picChg>
        <pc:picChg chg="add mod modCrop">
          <ac:chgData name="Devinder Kaur" userId="89161a673412ba18" providerId="LiveId" clId="{3B765CF8-0143-4468-9F38-F10B8D53125E}" dt="2021-11-25T07:57:21.777" v="5048" actId="1035"/>
          <ac:picMkLst>
            <pc:docMk/>
            <pc:sldMk cId="3639179652" sldId="426"/>
            <ac:picMk id="6" creationId="{703A1916-A3F5-410B-A701-F4E140F807D1}"/>
          </ac:picMkLst>
        </pc:picChg>
      </pc:sldChg>
      <pc:sldChg chg="addSp modSp new mod">
        <pc:chgData name="Devinder Kaur" userId="89161a673412ba18" providerId="LiveId" clId="{3B765CF8-0143-4468-9F38-F10B8D53125E}" dt="2021-11-24T07:16:19.737" v="3042" actId="12789"/>
        <pc:sldMkLst>
          <pc:docMk/>
          <pc:sldMk cId="1832125148" sldId="427"/>
        </pc:sldMkLst>
        <pc:picChg chg="add mod modCrop">
          <ac:chgData name="Devinder Kaur" userId="89161a673412ba18" providerId="LiveId" clId="{3B765CF8-0143-4468-9F38-F10B8D53125E}" dt="2021-11-24T07:16:19.737" v="3042" actId="12789"/>
          <ac:picMkLst>
            <pc:docMk/>
            <pc:sldMk cId="1832125148" sldId="427"/>
            <ac:picMk id="3" creationId="{24A7E23E-8317-42AD-A6BB-AED57B7BE10C}"/>
          </ac:picMkLst>
        </pc:picChg>
      </pc:sldChg>
      <pc:sldChg chg="modSp new mod">
        <pc:chgData name="Devinder Kaur" userId="89161a673412ba18" providerId="LiveId" clId="{3B765CF8-0143-4468-9F38-F10B8D53125E}" dt="2021-11-24T07:20:10.705" v="3071" actId="27636"/>
        <pc:sldMkLst>
          <pc:docMk/>
          <pc:sldMk cId="1257033020" sldId="428"/>
        </pc:sldMkLst>
        <pc:spChg chg="mod">
          <ac:chgData name="Devinder Kaur" userId="89161a673412ba18" providerId="LiveId" clId="{3B765CF8-0143-4468-9F38-F10B8D53125E}" dt="2021-11-24T07:20:00.683" v="3065" actId="14100"/>
          <ac:spMkLst>
            <pc:docMk/>
            <pc:sldMk cId="1257033020" sldId="428"/>
            <ac:spMk id="2" creationId="{D63524AD-19A5-447D-B6DB-A006833D8C34}"/>
          </ac:spMkLst>
        </pc:spChg>
        <pc:spChg chg="mod">
          <ac:chgData name="Devinder Kaur" userId="89161a673412ba18" providerId="LiveId" clId="{3B765CF8-0143-4468-9F38-F10B8D53125E}" dt="2021-11-24T07:20:10.705" v="3071" actId="27636"/>
          <ac:spMkLst>
            <pc:docMk/>
            <pc:sldMk cId="1257033020" sldId="428"/>
            <ac:spMk id="3" creationId="{A954D00E-7382-4E27-981F-DDED261FCFC4}"/>
          </ac:spMkLst>
        </pc:spChg>
      </pc:sldChg>
      <pc:sldChg chg="addSp delSp modSp new mod">
        <pc:chgData name="Devinder Kaur" userId="89161a673412ba18" providerId="LiveId" clId="{3B765CF8-0143-4468-9F38-F10B8D53125E}" dt="2021-11-24T07:52:50.862" v="4258" actId="12789"/>
        <pc:sldMkLst>
          <pc:docMk/>
          <pc:sldMk cId="3582311845" sldId="429"/>
        </pc:sldMkLst>
        <pc:spChg chg="del">
          <ac:chgData name="Devinder Kaur" userId="89161a673412ba18" providerId="LiveId" clId="{3B765CF8-0143-4468-9F38-F10B8D53125E}" dt="2021-11-24T07:33:49.989" v="3269" actId="478"/>
          <ac:spMkLst>
            <pc:docMk/>
            <pc:sldMk cId="3582311845" sldId="429"/>
            <ac:spMk id="2" creationId="{276E0772-DBB1-4358-9C0A-5EE836EBF2EA}"/>
          </ac:spMkLst>
        </pc:spChg>
        <pc:spChg chg="del">
          <ac:chgData name="Devinder Kaur" userId="89161a673412ba18" providerId="LiveId" clId="{3B765CF8-0143-4468-9F38-F10B8D53125E}" dt="2021-11-24T07:33:49.989" v="3269" actId="478"/>
          <ac:spMkLst>
            <pc:docMk/>
            <pc:sldMk cId="3582311845" sldId="429"/>
            <ac:spMk id="3" creationId="{03CDB89A-AF9C-46BC-8E21-87CD944FA434}"/>
          </ac:spMkLst>
        </pc:spChg>
        <pc:spChg chg="del">
          <ac:chgData name="Devinder Kaur" userId="89161a673412ba18" providerId="LiveId" clId="{3B765CF8-0143-4468-9F38-F10B8D53125E}" dt="2021-11-24T07:33:49.989" v="3269" actId="478"/>
          <ac:spMkLst>
            <pc:docMk/>
            <pc:sldMk cId="3582311845" sldId="429"/>
            <ac:spMk id="4" creationId="{6444A160-551B-4072-9524-66F802539F74}"/>
          </ac:spMkLst>
        </pc:spChg>
        <pc:graphicFrameChg chg="add del mod modGraphic">
          <ac:chgData name="Devinder Kaur" userId="89161a673412ba18" providerId="LiveId" clId="{3B765CF8-0143-4468-9F38-F10B8D53125E}" dt="2021-11-24T07:48:26.495" v="4056" actId="21"/>
          <ac:graphicFrameMkLst>
            <pc:docMk/>
            <pc:sldMk cId="3582311845" sldId="429"/>
            <ac:graphicFrameMk id="8" creationId="{07CA4DAB-9951-4953-80BD-641D6963CAE3}"/>
          </ac:graphicFrameMkLst>
        </pc:graphicFrameChg>
        <pc:picChg chg="add del mod">
          <ac:chgData name="Devinder Kaur" userId="89161a673412ba18" providerId="LiveId" clId="{3B765CF8-0143-4468-9F38-F10B8D53125E}" dt="2021-11-24T07:45:27.855" v="3938" actId="478"/>
          <ac:picMkLst>
            <pc:docMk/>
            <pc:sldMk cId="3582311845" sldId="429"/>
            <ac:picMk id="6" creationId="{CC4C6EA9-67B1-4DD6-9ED7-FD7FE57D849E}"/>
          </ac:picMkLst>
        </pc:picChg>
        <pc:picChg chg="add del mod">
          <ac:chgData name="Devinder Kaur" userId="89161a673412ba18" providerId="LiveId" clId="{3B765CF8-0143-4468-9F38-F10B8D53125E}" dt="2021-11-24T07:45:27.855" v="3938" actId="478"/>
          <ac:picMkLst>
            <pc:docMk/>
            <pc:sldMk cId="3582311845" sldId="429"/>
            <ac:picMk id="7" creationId="{4F05194B-E258-4B34-B41E-3A5204A2B048}"/>
          </ac:picMkLst>
        </pc:picChg>
        <pc:picChg chg="add mod">
          <ac:chgData name="Devinder Kaur" userId="89161a673412ba18" providerId="LiveId" clId="{3B765CF8-0143-4468-9F38-F10B8D53125E}" dt="2021-11-24T07:52:50.862" v="4258" actId="12789"/>
          <ac:picMkLst>
            <pc:docMk/>
            <pc:sldMk cId="3582311845" sldId="429"/>
            <ac:picMk id="9" creationId="{A6290E62-0800-4040-A3D4-DDDDBC143531}"/>
          </ac:picMkLst>
        </pc:picChg>
      </pc:sldChg>
      <pc:sldChg chg="addSp delSp modSp new mod">
        <pc:chgData name="Devinder Kaur" userId="89161a673412ba18" providerId="LiveId" clId="{3B765CF8-0143-4468-9F38-F10B8D53125E}" dt="2021-11-24T07:51:58.784" v="4252" actId="14100"/>
        <pc:sldMkLst>
          <pc:docMk/>
          <pc:sldMk cId="2328306033" sldId="430"/>
        </pc:sldMkLst>
        <pc:spChg chg="mod">
          <ac:chgData name="Devinder Kaur" userId="89161a673412ba18" providerId="LiveId" clId="{3B765CF8-0143-4468-9F38-F10B8D53125E}" dt="2021-11-24T07:50:43.155" v="4202" actId="14100"/>
          <ac:spMkLst>
            <pc:docMk/>
            <pc:sldMk cId="2328306033" sldId="430"/>
            <ac:spMk id="2" creationId="{5E02E4ED-E430-495F-A5E5-824CB7A54D36}"/>
          </ac:spMkLst>
        </pc:spChg>
        <pc:spChg chg="mod">
          <ac:chgData name="Devinder Kaur" userId="89161a673412ba18" providerId="LiveId" clId="{3B765CF8-0143-4468-9F38-F10B8D53125E}" dt="2021-11-24T07:51:45.514" v="4251" actId="14100"/>
          <ac:spMkLst>
            <pc:docMk/>
            <pc:sldMk cId="2328306033" sldId="430"/>
            <ac:spMk id="3" creationId="{03840A92-4E9E-484C-A469-E18ADEC30E01}"/>
          </ac:spMkLst>
        </pc:spChg>
        <pc:graphicFrameChg chg="add mod modGraphic">
          <ac:chgData name="Devinder Kaur" userId="89161a673412ba18" providerId="LiveId" clId="{3B765CF8-0143-4468-9F38-F10B8D53125E}" dt="2021-11-24T07:51:58.784" v="4252" actId="14100"/>
          <ac:graphicFrameMkLst>
            <pc:docMk/>
            <pc:sldMk cId="2328306033" sldId="430"/>
            <ac:graphicFrameMk id="7" creationId="{AD53DBFC-17E7-47DB-8941-303D5CB77692}"/>
          </ac:graphicFrameMkLst>
        </pc:graphicFrameChg>
        <pc:picChg chg="add del mod modCrop">
          <ac:chgData name="Devinder Kaur" userId="89161a673412ba18" providerId="LiveId" clId="{3B765CF8-0143-4468-9F38-F10B8D53125E}" dt="2021-11-24T07:33:37.648" v="3267" actId="21"/>
          <ac:picMkLst>
            <pc:docMk/>
            <pc:sldMk cId="2328306033" sldId="430"/>
            <ac:picMk id="5" creationId="{11DA6F8A-DC87-4608-93CC-567AEE7FA5B6}"/>
          </ac:picMkLst>
        </pc:picChg>
        <pc:picChg chg="add del mod modCrop">
          <ac:chgData name="Devinder Kaur" userId="89161a673412ba18" providerId="LiveId" clId="{3B765CF8-0143-4468-9F38-F10B8D53125E}" dt="2021-11-24T07:33:37.648" v="3267" actId="21"/>
          <ac:picMkLst>
            <pc:docMk/>
            <pc:sldMk cId="2328306033" sldId="430"/>
            <ac:picMk id="6" creationId="{261E6BE2-3ED5-4A10-9ECE-3FB9E770A2E2}"/>
          </ac:picMkLst>
        </pc:picChg>
      </pc:sldChg>
      <pc:sldChg chg="modSp new mod">
        <pc:chgData name="Devinder Kaur" userId="89161a673412ba18" providerId="LiveId" clId="{3B765CF8-0143-4468-9F38-F10B8D53125E}" dt="2021-11-24T07:56:13.291" v="4291" actId="27636"/>
        <pc:sldMkLst>
          <pc:docMk/>
          <pc:sldMk cId="3829534738" sldId="431"/>
        </pc:sldMkLst>
        <pc:spChg chg="mod">
          <ac:chgData name="Devinder Kaur" userId="89161a673412ba18" providerId="LiveId" clId="{3B765CF8-0143-4468-9F38-F10B8D53125E}" dt="2021-11-24T07:54:05.271" v="4266" actId="14100"/>
          <ac:spMkLst>
            <pc:docMk/>
            <pc:sldMk cId="3829534738" sldId="431"/>
            <ac:spMk id="2" creationId="{D3F229F6-F91C-43D3-B11E-CC58F4C41505}"/>
          </ac:spMkLst>
        </pc:spChg>
        <pc:spChg chg="mod">
          <ac:chgData name="Devinder Kaur" userId="89161a673412ba18" providerId="LiveId" clId="{3B765CF8-0143-4468-9F38-F10B8D53125E}" dt="2021-11-24T07:56:13.291" v="4291" actId="27636"/>
          <ac:spMkLst>
            <pc:docMk/>
            <pc:sldMk cId="3829534738" sldId="431"/>
            <ac:spMk id="3" creationId="{AEA0C72B-D483-4F6F-B00A-3C52A2863038}"/>
          </ac:spMkLst>
        </pc:spChg>
      </pc:sldChg>
      <pc:sldChg chg="addSp delSp modSp new mod">
        <pc:chgData name="Devinder Kaur" userId="89161a673412ba18" providerId="LiveId" clId="{3B765CF8-0143-4468-9F38-F10B8D53125E}" dt="2021-11-24T08:06:31.332" v="4349" actId="6549"/>
        <pc:sldMkLst>
          <pc:docMk/>
          <pc:sldMk cId="1346459234" sldId="432"/>
        </pc:sldMkLst>
        <pc:spChg chg="mod">
          <ac:chgData name="Devinder Kaur" userId="89161a673412ba18" providerId="LiveId" clId="{3B765CF8-0143-4468-9F38-F10B8D53125E}" dt="2021-11-24T07:56:08.857" v="4289" actId="14100"/>
          <ac:spMkLst>
            <pc:docMk/>
            <pc:sldMk cId="1346459234" sldId="432"/>
            <ac:spMk id="2" creationId="{3586AAA4-77FC-4931-975F-813CCA550801}"/>
          </ac:spMkLst>
        </pc:spChg>
        <pc:spChg chg="mod">
          <ac:chgData name="Devinder Kaur" userId="89161a673412ba18" providerId="LiveId" clId="{3B765CF8-0143-4468-9F38-F10B8D53125E}" dt="2021-11-24T08:06:31.332" v="4349" actId="6549"/>
          <ac:spMkLst>
            <pc:docMk/>
            <pc:sldMk cId="1346459234" sldId="432"/>
            <ac:spMk id="3" creationId="{7F0CBC1C-3D66-41B6-96AC-F60F0A83C7B8}"/>
          </ac:spMkLst>
        </pc:spChg>
        <pc:picChg chg="add del mod">
          <ac:chgData name="Devinder Kaur" userId="89161a673412ba18" providerId="LiveId" clId="{3B765CF8-0143-4468-9F38-F10B8D53125E}" dt="2021-11-24T07:58:14.397" v="4312" actId="21"/>
          <ac:picMkLst>
            <pc:docMk/>
            <pc:sldMk cId="1346459234" sldId="432"/>
            <ac:picMk id="5" creationId="{2CA93FD8-CEFD-48AB-9790-C0CB803B4098}"/>
          </ac:picMkLst>
        </pc:picChg>
        <pc:picChg chg="add mod">
          <ac:chgData name="Devinder Kaur" userId="89161a673412ba18" providerId="LiveId" clId="{3B765CF8-0143-4468-9F38-F10B8D53125E}" dt="2021-11-24T07:59:54.696" v="4331" actId="1037"/>
          <ac:picMkLst>
            <pc:docMk/>
            <pc:sldMk cId="1346459234" sldId="432"/>
            <ac:picMk id="6" creationId="{FDBC739B-1FAE-4935-9856-10DAB069322A}"/>
          </ac:picMkLst>
        </pc:picChg>
        <pc:picChg chg="add del mod">
          <ac:chgData name="Devinder Kaur" userId="89161a673412ba18" providerId="LiveId" clId="{3B765CF8-0143-4468-9F38-F10B8D53125E}" dt="2021-11-24T08:01:36.269" v="4336" actId="21"/>
          <ac:picMkLst>
            <pc:docMk/>
            <pc:sldMk cId="1346459234" sldId="432"/>
            <ac:picMk id="7" creationId="{7304155E-A965-44FB-B4CC-38E0025878A6}"/>
          </ac:picMkLst>
        </pc:picChg>
      </pc:sldChg>
      <pc:sldChg chg="modSp new mod">
        <pc:chgData name="Devinder Kaur" userId="89161a673412ba18" providerId="LiveId" clId="{3B765CF8-0143-4468-9F38-F10B8D53125E}" dt="2021-11-24T08:10:33.206" v="4392" actId="14100"/>
        <pc:sldMkLst>
          <pc:docMk/>
          <pc:sldMk cId="1794529994" sldId="433"/>
        </pc:sldMkLst>
        <pc:spChg chg="mod">
          <ac:chgData name="Devinder Kaur" userId="89161a673412ba18" providerId="LiveId" clId="{3B765CF8-0143-4468-9F38-F10B8D53125E}" dt="2021-11-24T08:10:24.726" v="4387" actId="14100"/>
          <ac:spMkLst>
            <pc:docMk/>
            <pc:sldMk cId="1794529994" sldId="433"/>
            <ac:spMk id="2" creationId="{30188A8D-6E03-4528-842B-9240002B0C27}"/>
          </ac:spMkLst>
        </pc:spChg>
        <pc:spChg chg="mod">
          <ac:chgData name="Devinder Kaur" userId="89161a673412ba18" providerId="LiveId" clId="{3B765CF8-0143-4468-9F38-F10B8D53125E}" dt="2021-11-24T08:10:33.206" v="4392" actId="14100"/>
          <ac:spMkLst>
            <pc:docMk/>
            <pc:sldMk cId="1794529994" sldId="433"/>
            <ac:spMk id="3" creationId="{44A19121-DDC1-4DB0-B505-953F66C2F0BC}"/>
          </ac:spMkLst>
        </pc:spChg>
      </pc:sldChg>
      <pc:sldChg chg="addSp modSp new mod">
        <pc:chgData name="Devinder Kaur" userId="89161a673412ba18" providerId="LiveId" clId="{3B765CF8-0143-4468-9F38-F10B8D53125E}" dt="2021-11-24T07:58:39.253" v="4320" actId="12788"/>
        <pc:sldMkLst>
          <pc:docMk/>
          <pc:sldMk cId="3815007186" sldId="434"/>
        </pc:sldMkLst>
        <pc:picChg chg="add mod">
          <ac:chgData name="Devinder Kaur" userId="89161a673412ba18" providerId="LiveId" clId="{3B765CF8-0143-4468-9F38-F10B8D53125E}" dt="2021-11-24T07:58:39.253" v="4320" actId="12788"/>
          <ac:picMkLst>
            <pc:docMk/>
            <pc:sldMk cId="3815007186" sldId="434"/>
            <ac:picMk id="3" creationId="{E6BA25D2-0C65-4AE4-86FB-F00FB58B83F0}"/>
          </ac:picMkLst>
        </pc:picChg>
      </pc:sldChg>
      <pc:sldChg chg="addSp modSp new mod">
        <pc:chgData name="Devinder Kaur" userId="89161a673412ba18" providerId="LiveId" clId="{3B765CF8-0143-4468-9F38-F10B8D53125E}" dt="2021-11-24T08:02:19.289" v="4343" actId="207"/>
        <pc:sldMkLst>
          <pc:docMk/>
          <pc:sldMk cId="3788490953" sldId="435"/>
        </pc:sldMkLst>
        <pc:spChg chg="add mod">
          <ac:chgData name="Devinder Kaur" userId="89161a673412ba18" providerId="LiveId" clId="{3B765CF8-0143-4468-9F38-F10B8D53125E}" dt="2021-11-24T08:02:19.289" v="4343" actId="207"/>
          <ac:spMkLst>
            <pc:docMk/>
            <pc:sldMk cId="3788490953" sldId="435"/>
            <ac:spMk id="4" creationId="{9CA17806-AC5F-4B79-B016-E55E0694FDA4}"/>
          </ac:spMkLst>
        </pc:spChg>
        <pc:picChg chg="add mod">
          <ac:chgData name="Devinder Kaur" userId="89161a673412ba18" providerId="LiveId" clId="{3B765CF8-0143-4468-9F38-F10B8D53125E}" dt="2021-11-24T08:01:52.507" v="4341" actId="14100"/>
          <ac:picMkLst>
            <pc:docMk/>
            <pc:sldMk cId="3788490953" sldId="435"/>
            <ac:picMk id="3" creationId="{7FCCCE86-0FB4-4935-A105-943BD01F3BC9}"/>
          </ac:picMkLst>
        </pc:picChg>
      </pc:sldChg>
      <pc:sldChg chg="addSp modSp new">
        <pc:chgData name="Devinder Kaur" userId="89161a673412ba18" providerId="LiveId" clId="{3B765CF8-0143-4468-9F38-F10B8D53125E}" dt="2021-11-24T08:13:05.668" v="4429" actId="12788"/>
        <pc:sldMkLst>
          <pc:docMk/>
          <pc:sldMk cId="893517120" sldId="436"/>
        </pc:sldMkLst>
        <pc:picChg chg="add mod">
          <ac:chgData name="Devinder Kaur" userId="89161a673412ba18" providerId="LiveId" clId="{3B765CF8-0143-4468-9F38-F10B8D53125E}" dt="2021-11-24T08:13:05.668" v="4429" actId="12788"/>
          <ac:picMkLst>
            <pc:docMk/>
            <pc:sldMk cId="893517120" sldId="436"/>
            <ac:picMk id="7170" creationId="{1DBEE108-21EE-43AF-9FC6-55A91E5EACAF}"/>
          </ac:picMkLst>
        </pc:picChg>
      </pc:sldChg>
      <pc:sldChg chg="addSp delSp modSp new mod">
        <pc:chgData name="Devinder Kaur" userId="89161a673412ba18" providerId="LiveId" clId="{3B765CF8-0143-4468-9F38-F10B8D53125E}" dt="2021-11-24T08:19:33.933" v="4480" actId="14100"/>
        <pc:sldMkLst>
          <pc:docMk/>
          <pc:sldMk cId="2184810660" sldId="437"/>
        </pc:sldMkLst>
        <pc:spChg chg="mod">
          <ac:chgData name="Devinder Kaur" userId="89161a673412ba18" providerId="LiveId" clId="{3B765CF8-0143-4468-9F38-F10B8D53125E}" dt="2021-11-24T08:14:23.658" v="4437" actId="14100"/>
          <ac:spMkLst>
            <pc:docMk/>
            <pc:sldMk cId="2184810660" sldId="437"/>
            <ac:spMk id="2" creationId="{5707B661-9EB4-4565-A1EA-E814D01F2455}"/>
          </ac:spMkLst>
        </pc:spChg>
        <pc:spChg chg="mod">
          <ac:chgData name="Devinder Kaur" userId="89161a673412ba18" providerId="LiveId" clId="{3B765CF8-0143-4468-9F38-F10B8D53125E}" dt="2021-11-24T08:19:33.933" v="4480" actId="14100"/>
          <ac:spMkLst>
            <pc:docMk/>
            <pc:sldMk cId="2184810660" sldId="437"/>
            <ac:spMk id="3" creationId="{CFD5E64E-5068-496F-A79E-0CA587351504}"/>
          </ac:spMkLst>
        </pc:spChg>
        <pc:picChg chg="add del">
          <ac:chgData name="Devinder Kaur" userId="89161a673412ba18" providerId="LiveId" clId="{3B765CF8-0143-4468-9F38-F10B8D53125E}" dt="2021-11-24T08:16:51.343" v="4446" actId="21"/>
          <ac:picMkLst>
            <pc:docMk/>
            <pc:sldMk cId="2184810660" sldId="437"/>
            <ac:picMk id="5" creationId="{CF3B816D-AD70-4FF5-8E86-A5A78AD4DD40}"/>
          </ac:picMkLst>
        </pc:picChg>
        <pc:picChg chg="add mod modCrop">
          <ac:chgData name="Devinder Kaur" userId="89161a673412ba18" providerId="LiveId" clId="{3B765CF8-0143-4468-9F38-F10B8D53125E}" dt="2021-11-24T08:19:29.174" v="4479" actId="12789"/>
          <ac:picMkLst>
            <pc:docMk/>
            <pc:sldMk cId="2184810660" sldId="437"/>
            <ac:picMk id="6" creationId="{9B1ABF16-EFB4-4099-959E-C2064CAA12CA}"/>
          </ac:picMkLst>
        </pc:picChg>
      </pc:sldChg>
      <pc:sldChg chg="addSp modSp new mod">
        <pc:chgData name="Devinder Kaur" userId="89161a673412ba18" providerId="LiveId" clId="{3B765CF8-0143-4468-9F38-F10B8D53125E}" dt="2021-11-24T08:18:20.973" v="4467" actId="12788"/>
        <pc:sldMkLst>
          <pc:docMk/>
          <pc:sldMk cId="2069043768" sldId="438"/>
        </pc:sldMkLst>
        <pc:picChg chg="add mod modCrop">
          <ac:chgData name="Devinder Kaur" userId="89161a673412ba18" providerId="LiveId" clId="{3B765CF8-0143-4468-9F38-F10B8D53125E}" dt="2021-11-24T08:18:20.973" v="4467" actId="12788"/>
          <ac:picMkLst>
            <pc:docMk/>
            <pc:sldMk cId="2069043768" sldId="438"/>
            <ac:picMk id="3" creationId="{636F5321-4C4A-4498-A8E5-A62D7E80C06C}"/>
          </ac:picMkLst>
        </pc:picChg>
        <pc:picChg chg="add mod modCrop">
          <ac:chgData name="Devinder Kaur" userId="89161a673412ba18" providerId="LiveId" clId="{3B765CF8-0143-4468-9F38-F10B8D53125E}" dt="2021-11-24T08:18:20.973" v="4467" actId="12788"/>
          <ac:picMkLst>
            <pc:docMk/>
            <pc:sldMk cId="2069043768" sldId="438"/>
            <ac:picMk id="4" creationId="{E704D546-646F-44AB-B808-2D2EE9A4A272}"/>
          </ac:picMkLst>
        </pc:picChg>
      </pc:sldChg>
      <pc:sldChg chg="modSp new mod">
        <pc:chgData name="Devinder Kaur" userId="89161a673412ba18" providerId="LiveId" clId="{3B765CF8-0143-4468-9F38-F10B8D53125E}" dt="2021-11-25T08:03:43.921" v="5063" actId="115"/>
        <pc:sldMkLst>
          <pc:docMk/>
          <pc:sldMk cId="3126708469" sldId="439"/>
        </pc:sldMkLst>
        <pc:spChg chg="mod">
          <ac:chgData name="Devinder Kaur" userId="89161a673412ba18" providerId="LiveId" clId="{3B765CF8-0143-4468-9F38-F10B8D53125E}" dt="2021-11-25T08:01:11.396" v="5052" actId="14100"/>
          <ac:spMkLst>
            <pc:docMk/>
            <pc:sldMk cId="3126708469" sldId="439"/>
            <ac:spMk id="2" creationId="{673568FA-C595-4F86-963C-87A4E59C6303}"/>
          </ac:spMkLst>
        </pc:spChg>
        <pc:spChg chg="mod">
          <ac:chgData name="Devinder Kaur" userId="89161a673412ba18" providerId="LiveId" clId="{3B765CF8-0143-4468-9F38-F10B8D53125E}" dt="2021-11-25T08:03:43.921" v="5063" actId="115"/>
          <ac:spMkLst>
            <pc:docMk/>
            <pc:sldMk cId="3126708469" sldId="439"/>
            <ac:spMk id="3" creationId="{5CF380A5-4927-4E72-B5E5-1C4E8B77B1C6}"/>
          </ac:spMkLst>
        </pc:spChg>
      </pc:sldChg>
      <pc:sldChg chg="addSp delSp modSp new mod">
        <pc:chgData name="Devinder Kaur" userId="89161a673412ba18" providerId="LiveId" clId="{3B765CF8-0143-4468-9F38-F10B8D53125E}" dt="2021-11-25T09:49:14.193" v="5813"/>
        <pc:sldMkLst>
          <pc:docMk/>
          <pc:sldMk cId="1334496686" sldId="440"/>
        </pc:sldMkLst>
        <pc:spChg chg="mod">
          <ac:chgData name="Devinder Kaur" userId="89161a673412ba18" providerId="LiveId" clId="{3B765CF8-0143-4468-9F38-F10B8D53125E}" dt="2021-11-24T09:35:26.978" v="4523" actId="14100"/>
          <ac:spMkLst>
            <pc:docMk/>
            <pc:sldMk cId="1334496686" sldId="440"/>
            <ac:spMk id="2" creationId="{07A33FAA-A2FF-4326-9121-77C384354F08}"/>
          </ac:spMkLst>
        </pc:spChg>
        <pc:spChg chg="mod">
          <ac:chgData name="Devinder Kaur" userId="89161a673412ba18" providerId="LiveId" clId="{3B765CF8-0143-4468-9F38-F10B8D53125E}" dt="2021-11-24T09:51:19.240" v="4776" actId="6549"/>
          <ac:spMkLst>
            <pc:docMk/>
            <pc:sldMk cId="1334496686" sldId="440"/>
            <ac:spMk id="3" creationId="{A3C1BAAC-E48F-44CA-8087-EDA57070B10A}"/>
          </ac:spMkLst>
        </pc:spChg>
        <pc:picChg chg="add mod modCrop">
          <ac:chgData name="Devinder Kaur" userId="89161a673412ba18" providerId="LiveId" clId="{3B765CF8-0143-4468-9F38-F10B8D53125E}" dt="2021-11-24T09:47:34.354" v="4753" actId="14100"/>
          <ac:picMkLst>
            <pc:docMk/>
            <pc:sldMk cId="1334496686" sldId="440"/>
            <ac:picMk id="5" creationId="{59594B10-8096-495B-A670-4ECD7E7CBB6A}"/>
          </ac:picMkLst>
        </pc:picChg>
        <pc:picChg chg="del">
          <ac:chgData name="Devinder Kaur" userId="89161a673412ba18" providerId="LiveId" clId="{3B765CF8-0143-4468-9F38-F10B8D53125E}" dt="2021-11-25T09:49:14.193" v="5813"/>
          <ac:picMkLst>
            <pc:docMk/>
            <pc:sldMk cId="1334496686" sldId="440"/>
            <ac:picMk id="6" creationId="{B580A704-5CD9-4552-82A5-8C1369EFC278}"/>
          </ac:picMkLst>
        </pc:picChg>
      </pc:sldChg>
      <pc:sldChg chg="addSp delSp modSp new">
        <pc:chgData name="Devinder Kaur" userId="89161a673412ba18" providerId="LiveId" clId="{3B765CF8-0143-4468-9F38-F10B8D53125E}" dt="2021-11-25T08:06:48.803" v="5084"/>
        <pc:sldMkLst>
          <pc:docMk/>
          <pc:sldMk cId="3217975899" sldId="441"/>
        </pc:sldMkLst>
        <pc:picChg chg="add del mod">
          <ac:chgData name="Devinder Kaur" userId="89161a673412ba18" providerId="LiveId" clId="{3B765CF8-0143-4468-9F38-F10B8D53125E}" dt="2021-11-25T08:06:45.651" v="5083" actId="478"/>
          <ac:picMkLst>
            <pc:docMk/>
            <pc:sldMk cId="3217975899" sldId="441"/>
            <ac:picMk id="3" creationId="{C68DA42D-ECBC-4D1B-8919-9DEE71D346B5}"/>
          </ac:picMkLst>
        </pc:picChg>
        <pc:picChg chg="add">
          <ac:chgData name="Devinder Kaur" userId="89161a673412ba18" providerId="LiveId" clId="{3B765CF8-0143-4468-9F38-F10B8D53125E}" dt="2021-11-25T08:06:48.803" v="5084"/>
          <ac:picMkLst>
            <pc:docMk/>
            <pc:sldMk cId="3217975899" sldId="441"/>
            <ac:picMk id="4098" creationId="{900143A5-0734-4AFB-8697-5825A0C952C7}"/>
          </ac:picMkLst>
        </pc:picChg>
      </pc:sldChg>
      <pc:sldChg chg="modSp new mod ord">
        <pc:chgData name="Devinder Kaur" userId="89161a673412ba18" providerId="LiveId" clId="{3B765CF8-0143-4468-9F38-F10B8D53125E}" dt="2021-11-26T07:57:43.603" v="6773" actId="14100"/>
        <pc:sldMkLst>
          <pc:docMk/>
          <pc:sldMk cId="1717129918" sldId="442"/>
        </pc:sldMkLst>
        <pc:spChg chg="mod">
          <ac:chgData name="Devinder Kaur" userId="89161a673412ba18" providerId="LiveId" clId="{3B765CF8-0143-4468-9F38-F10B8D53125E}" dt="2021-11-26T07:57:29.708" v="6769" actId="27636"/>
          <ac:spMkLst>
            <pc:docMk/>
            <pc:sldMk cId="1717129918" sldId="442"/>
            <ac:spMk id="2" creationId="{7BD939FB-E6FD-4F10-9166-DCFDB3095E34}"/>
          </ac:spMkLst>
        </pc:spChg>
        <pc:spChg chg="mod">
          <ac:chgData name="Devinder Kaur" userId="89161a673412ba18" providerId="LiveId" clId="{3B765CF8-0143-4468-9F38-F10B8D53125E}" dt="2021-11-26T07:57:43.603" v="6773" actId="14100"/>
          <ac:spMkLst>
            <pc:docMk/>
            <pc:sldMk cId="1717129918" sldId="442"/>
            <ac:spMk id="3" creationId="{6A6E3E77-9CC6-44C7-83DC-007DA4C1587F}"/>
          </ac:spMkLst>
        </pc:spChg>
      </pc:sldChg>
      <pc:sldChg chg="addSp delSp modSp new mod">
        <pc:chgData name="Devinder Kaur" userId="89161a673412ba18" providerId="LiveId" clId="{3B765CF8-0143-4468-9F38-F10B8D53125E}" dt="2021-11-26T04:35:28.012" v="6453" actId="113"/>
        <pc:sldMkLst>
          <pc:docMk/>
          <pc:sldMk cId="1390749711" sldId="443"/>
        </pc:sldMkLst>
        <pc:spChg chg="mod">
          <ac:chgData name="Devinder Kaur" userId="89161a673412ba18" providerId="LiveId" clId="{3B765CF8-0143-4468-9F38-F10B8D53125E}" dt="2021-11-26T04:35:28.012" v="6453" actId="113"/>
          <ac:spMkLst>
            <pc:docMk/>
            <pc:sldMk cId="1390749711" sldId="443"/>
            <ac:spMk id="2" creationId="{972A9FF2-FE45-411E-96BC-97329CE4FC89}"/>
          </ac:spMkLst>
        </pc:spChg>
        <pc:spChg chg="del mod">
          <ac:chgData name="Devinder Kaur" userId="89161a673412ba18" providerId="LiveId" clId="{3B765CF8-0143-4468-9F38-F10B8D53125E}" dt="2021-11-25T08:33:33.211" v="5105" actId="478"/>
          <ac:spMkLst>
            <pc:docMk/>
            <pc:sldMk cId="1390749711" sldId="443"/>
            <ac:spMk id="3" creationId="{8858A095-5A1A-4680-AC80-69276ADF1E7C}"/>
          </ac:spMkLst>
        </pc:spChg>
        <pc:graphicFrameChg chg="add mod modGraphic">
          <ac:chgData name="Devinder Kaur" userId="89161a673412ba18" providerId="LiveId" clId="{3B765CF8-0143-4468-9F38-F10B8D53125E}" dt="2021-11-25T08:35:36.708" v="5156" actId="179"/>
          <ac:graphicFrameMkLst>
            <pc:docMk/>
            <pc:sldMk cId="1390749711" sldId="443"/>
            <ac:graphicFrameMk id="5" creationId="{7C4641B7-16E6-4621-A325-297F05B82B39}"/>
          </ac:graphicFrameMkLst>
        </pc:graphicFrameChg>
        <pc:picChg chg="add del mod">
          <ac:chgData name="Devinder Kaur" userId="89161a673412ba18" providerId="LiveId" clId="{3B765CF8-0143-4468-9F38-F10B8D53125E}" dt="2021-11-24T10:02:48.888" v="4929" actId="478"/>
          <ac:picMkLst>
            <pc:docMk/>
            <pc:sldMk cId="1390749711" sldId="443"/>
            <ac:picMk id="5" creationId="{10DDACE0-E8B0-4D9A-BDAC-FA8DD1E65000}"/>
          </ac:picMkLst>
        </pc:picChg>
      </pc:sldChg>
      <pc:sldChg chg="modSp new mod">
        <pc:chgData name="Devinder Kaur" userId="89161a673412ba18" providerId="LiveId" clId="{3B765CF8-0143-4468-9F38-F10B8D53125E}" dt="2021-11-25T07:48:54.679" v="5009" actId="14100"/>
        <pc:sldMkLst>
          <pc:docMk/>
          <pc:sldMk cId="3276869159" sldId="444"/>
        </pc:sldMkLst>
        <pc:spChg chg="mod">
          <ac:chgData name="Devinder Kaur" userId="89161a673412ba18" providerId="LiveId" clId="{3B765CF8-0143-4468-9F38-F10B8D53125E}" dt="2021-11-25T07:48:54.679" v="5009" actId="14100"/>
          <ac:spMkLst>
            <pc:docMk/>
            <pc:sldMk cId="3276869159" sldId="444"/>
            <ac:spMk id="2" creationId="{D83DCB64-D207-409A-BB4E-2608F684CECA}"/>
          </ac:spMkLst>
        </pc:spChg>
        <pc:spChg chg="mod">
          <ac:chgData name="Devinder Kaur" userId="89161a673412ba18" providerId="LiveId" clId="{3B765CF8-0143-4468-9F38-F10B8D53125E}" dt="2021-11-25T07:48:43.039" v="5008" actId="207"/>
          <ac:spMkLst>
            <pc:docMk/>
            <pc:sldMk cId="3276869159" sldId="444"/>
            <ac:spMk id="3" creationId="{212F9F60-F08D-47FE-8E25-F2A6A08F1F0E}"/>
          </ac:spMkLst>
        </pc:spChg>
      </pc:sldChg>
      <pc:sldChg chg="addSp delSp modSp new mod">
        <pc:chgData name="Devinder Kaur" userId="89161a673412ba18" providerId="LiveId" clId="{3B765CF8-0143-4468-9F38-F10B8D53125E}" dt="2021-11-26T04:36:30.093" v="6455" actId="27636"/>
        <pc:sldMkLst>
          <pc:docMk/>
          <pc:sldMk cId="1311405095" sldId="445"/>
        </pc:sldMkLst>
        <pc:spChg chg="mod">
          <ac:chgData name="Devinder Kaur" userId="89161a673412ba18" providerId="LiveId" clId="{3B765CF8-0143-4468-9F38-F10B8D53125E}" dt="2021-11-25T08:55:31.209" v="5316" actId="14100"/>
          <ac:spMkLst>
            <pc:docMk/>
            <pc:sldMk cId="1311405095" sldId="445"/>
            <ac:spMk id="2" creationId="{816899C9-4AE7-466B-B243-2620B629BC40}"/>
          </ac:spMkLst>
        </pc:spChg>
        <pc:spChg chg="mod">
          <ac:chgData name="Devinder Kaur" userId="89161a673412ba18" providerId="LiveId" clId="{3B765CF8-0143-4468-9F38-F10B8D53125E}" dt="2021-11-26T04:36:30.093" v="6455" actId="27636"/>
          <ac:spMkLst>
            <pc:docMk/>
            <pc:sldMk cId="1311405095" sldId="445"/>
            <ac:spMk id="3" creationId="{4C59D3DE-D338-470E-9195-9A3214A8E4A5}"/>
          </ac:spMkLst>
        </pc:spChg>
        <pc:picChg chg="add del mod">
          <ac:chgData name="Devinder Kaur" userId="89161a673412ba18" providerId="LiveId" clId="{3B765CF8-0143-4468-9F38-F10B8D53125E}" dt="2021-11-25T08:41:27.524" v="5262" actId="478"/>
          <ac:picMkLst>
            <pc:docMk/>
            <pc:sldMk cId="1311405095" sldId="445"/>
            <ac:picMk id="5" creationId="{A391CCE5-E031-4B33-8E64-7F9C133FAA7D}"/>
          </ac:picMkLst>
        </pc:picChg>
        <pc:picChg chg="add del">
          <ac:chgData name="Devinder Kaur" userId="89161a673412ba18" providerId="LiveId" clId="{3B765CF8-0143-4468-9F38-F10B8D53125E}" dt="2021-11-25T08:40:29.991" v="5210"/>
          <ac:picMkLst>
            <pc:docMk/>
            <pc:sldMk cId="1311405095" sldId="445"/>
            <ac:picMk id="5122" creationId="{1C00435A-DEC5-49DD-9BBE-F657D6E853E0}"/>
          </ac:picMkLst>
        </pc:picChg>
      </pc:sldChg>
      <pc:sldChg chg="new del">
        <pc:chgData name="Devinder Kaur" userId="89161a673412ba18" providerId="LiveId" clId="{3B765CF8-0143-4468-9F38-F10B8D53125E}" dt="2021-11-25T08:38:06.245" v="5190" actId="680"/>
        <pc:sldMkLst>
          <pc:docMk/>
          <pc:sldMk cId="3086537580" sldId="445"/>
        </pc:sldMkLst>
      </pc:sldChg>
      <pc:sldChg chg="addSp delSp modSp new del mod">
        <pc:chgData name="Devinder Kaur" userId="89161a673412ba18" providerId="LiveId" clId="{3B765CF8-0143-4468-9F38-F10B8D53125E}" dt="2021-11-25T08:37:58.377" v="5188" actId="680"/>
        <pc:sldMkLst>
          <pc:docMk/>
          <pc:sldMk cId="3927589684" sldId="445"/>
        </pc:sldMkLst>
        <pc:spChg chg="mod">
          <ac:chgData name="Devinder Kaur" userId="89161a673412ba18" providerId="LiveId" clId="{3B765CF8-0143-4468-9F38-F10B8D53125E}" dt="2021-11-25T08:37:57.844" v="5187"/>
          <ac:spMkLst>
            <pc:docMk/>
            <pc:sldMk cId="3927589684" sldId="445"/>
            <ac:spMk id="2" creationId="{E8C19204-168E-46C4-967C-0F02D0BD0091}"/>
          </ac:spMkLst>
        </pc:spChg>
        <pc:spChg chg="add del mod">
          <ac:chgData name="Devinder Kaur" userId="89161a673412ba18" providerId="LiveId" clId="{3B765CF8-0143-4468-9F38-F10B8D53125E}" dt="2021-11-25T08:37:54.630" v="5181" actId="478"/>
          <ac:spMkLst>
            <pc:docMk/>
            <pc:sldMk cId="3927589684" sldId="445"/>
            <ac:spMk id="3" creationId="{D10E9C1E-07FC-4976-9793-28A1DEDE31B4}"/>
          </ac:spMkLst>
        </pc:spChg>
        <pc:spChg chg="add del mod">
          <ac:chgData name="Devinder Kaur" userId="89161a673412ba18" providerId="LiveId" clId="{3B765CF8-0143-4468-9F38-F10B8D53125E}" dt="2021-11-25T08:37:54.075" v="5180" actId="22"/>
          <ac:spMkLst>
            <pc:docMk/>
            <pc:sldMk cId="3927589684" sldId="445"/>
            <ac:spMk id="6" creationId="{AAE6A456-D844-475B-B3BB-B2EE57DD3691}"/>
          </ac:spMkLst>
        </pc:spChg>
      </pc:sldChg>
      <pc:sldChg chg="modSp new mod">
        <pc:chgData name="Devinder Kaur" userId="89161a673412ba18" providerId="LiveId" clId="{3B765CF8-0143-4468-9F38-F10B8D53125E}" dt="2021-11-25T08:58:23.355" v="5345" actId="123"/>
        <pc:sldMkLst>
          <pc:docMk/>
          <pc:sldMk cId="1588389297" sldId="446"/>
        </pc:sldMkLst>
        <pc:spChg chg="mod">
          <ac:chgData name="Devinder Kaur" userId="89161a673412ba18" providerId="LiveId" clId="{3B765CF8-0143-4468-9F38-F10B8D53125E}" dt="2021-11-25T08:57:02.928" v="5340" actId="1035"/>
          <ac:spMkLst>
            <pc:docMk/>
            <pc:sldMk cId="1588389297" sldId="446"/>
            <ac:spMk id="2" creationId="{729D9F19-3C87-47CF-9EBB-5FF15A260624}"/>
          </ac:spMkLst>
        </pc:spChg>
        <pc:spChg chg="mod">
          <ac:chgData name="Devinder Kaur" userId="89161a673412ba18" providerId="LiveId" clId="{3B765CF8-0143-4468-9F38-F10B8D53125E}" dt="2021-11-25T08:58:23.355" v="5345" actId="123"/>
          <ac:spMkLst>
            <pc:docMk/>
            <pc:sldMk cId="1588389297" sldId="446"/>
            <ac:spMk id="3" creationId="{EFB32610-6427-4EF8-98BB-5C8F7A21FC85}"/>
          </ac:spMkLst>
        </pc:spChg>
      </pc:sldChg>
      <pc:sldChg chg="addSp delSp modSp new mod">
        <pc:chgData name="Devinder Kaur" userId="89161a673412ba18" providerId="LiveId" clId="{3B765CF8-0143-4468-9F38-F10B8D53125E}" dt="2021-11-25T09:22:28.461" v="5725" actId="21"/>
        <pc:sldMkLst>
          <pc:docMk/>
          <pc:sldMk cId="3882373386" sldId="447"/>
        </pc:sldMkLst>
        <pc:spChg chg="del">
          <ac:chgData name="Devinder Kaur" userId="89161a673412ba18" providerId="LiveId" clId="{3B765CF8-0143-4468-9F38-F10B8D53125E}" dt="2021-11-25T08:58:43.980" v="5346"/>
          <ac:spMkLst>
            <pc:docMk/>
            <pc:sldMk cId="3882373386" sldId="447"/>
            <ac:spMk id="2" creationId="{4C9CAFEF-AEC9-4399-AD2A-F58BA027B0E3}"/>
          </ac:spMkLst>
        </pc:spChg>
        <pc:spChg chg="mod">
          <ac:chgData name="Devinder Kaur" userId="89161a673412ba18" providerId="LiveId" clId="{3B765CF8-0143-4468-9F38-F10B8D53125E}" dt="2021-11-25T09:09:16.742" v="5636" actId="1035"/>
          <ac:spMkLst>
            <pc:docMk/>
            <pc:sldMk cId="3882373386" sldId="447"/>
            <ac:spMk id="3" creationId="{507D6EA5-5188-44E9-9DAA-2A233E3838CA}"/>
          </ac:spMkLst>
        </pc:spChg>
        <pc:spChg chg="add mod">
          <ac:chgData name="Devinder Kaur" userId="89161a673412ba18" providerId="LiveId" clId="{3B765CF8-0143-4468-9F38-F10B8D53125E}" dt="2021-11-25T08:58:48.347" v="5348" actId="14100"/>
          <ac:spMkLst>
            <pc:docMk/>
            <pc:sldMk cId="3882373386" sldId="447"/>
            <ac:spMk id="5" creationId="{688B377F-8741-4FEA-A200-86ABD14CB64D}"/>
          </ac:spMkLst>
        </pc:spChg>
        <pc:picChg chg="add del mod">
          <ac:chgData name="Devinder Kaur" userId="89161a673412ba18" providerId="LiveId" clId="{3B765CF8-0143-4468-9F38-F10B8D53125E}" dt="2021-11-25T09:06:33.888" v="5608" actId="478"/>
          <ac:picMkLst>
            <pc:docMk/>
            <pc:sldMk cId="3882373386" sldId="447"/>
            <ac:picMk id="6" creationId="{5212D1DB-32F6-4757-9179-BB513472B24A}"/>
          </ac:picMkLst>
        </pc:picChg>
        <pc:picChg chg="add del mod modCrop">
          <ac:chgData name="Devinder Kaur" userId="89161a673412ba18" providerId="LiveId" clId="{3B765CF8-0143-4468-9F38-F10B8D53125E}" dt="2021-11-25T09:10:10.756" v="5640" actId="478"/>
          <ac:picMkLst>
            <pc:docMk/>
            <pc:sldMk cId="3882373386" sldId="447"/>
            <ac:picMk id="7" creationId="{7EF39FC5-D9ED-4806-95A9-FB0ABB57F5CD}"/>
          </ac:picMkLst>
        </pc:picChg>
        <pc:picChg chg="add mod">
          <ac:chgData name="Devinder Kaur" userId="89161a673412ba18" providerId="LiveId" clId="{3B765CF8-0143-4468-9F38-F10B8D53125E}" dt="2021-11-25T09:13:02.791" v="5672" actId="14100"/>
          <ac:picMkLst>
            <pc:docMk/>
            <pc:sldMk cId="3882373386" sldId="447"/>
            <ac:picMk id="8" creationId="{D8516785-DF63-4735-B9B1-BFF62F255342}"/>
          </ac:picMkLst>
        </pc:picChg>
        <pc:picChg chg="add del mod">
          <ac:chgData name="Devinder Kaur" userId="89161a673412ba18" providerId="LiveId" clId="{3B765CF8-0143-4468-9F38-F10B8D53125E}" dt="2021-11-25T09:22:28.461" v="5725" actId="21"/>
          <ac:picMkLst>
            <pc:docMk/>
            <pc:sldMk cId="3882373386" sldId="447"/>
            <ac:picMk id="9" creationId="{4BDA3931-8D56-4EB8-ABEB-174B9615DB5C}"/>
          </ac:picMkLst>
        </pc:picChg>
        <pc:picChg chg="add del mod">
          <ac:chgData name="Devinder Kaur" userId="89161a673412ba18" providerId="LiveId" clId="{3B765CF8-0143-4468-9F38-F10B8D53125E}" dt="2021-11-25T09:12:23.693" v="5659" actId="478"/>
          <ac:picMkLst>
            <pc:docMk/>
            <pc:sldMk cId="3882373386" sldId="447"/>
            <ac:picMk id="6146" creationId="{8AF8F3FB-651D-4F5E-A266-2BA5BE2A7E45}"/>
          </ac:picMkLst>
        </pc:picChg>
      </pc:sldChg>
      <pc:sldChg chg="delSp modSp new del mod ord">
        <pc:chgData name="Devinder Kaur" userId="89161a673412ba18" providerId="LiveId" clId="{3B765CF8-0143-4468-9F38-F10B8D53125E}" dt="2021-11-26T08:17:04.606" v="7172" actId="47"/>
        <pc:sldMkLst>
          <pc:docMk/>
          <pc:sldMk cId="524582378" sldId="448"/>
        </pc:sldMkLst>
        <pc:spChg chg="del">
          <ac:chgData name="Devinder Kaur" userId="89161a673412ba18" providerId="LiveId" clId="{3B765CF8-0143-4468-9F38-F10B8D53125E}" dt="2021-11-25T09:15:54.285" v="5679" actId="478"/>
          <ac:spMkLst>
            <pc:docMk/>
            <pc:sldMk cId="524582378" sldId="448"/>
            <ac:spMk id="2" creationId="{C0E2950F-F359-402B-9776-13A9AEC64DD6}"/>
          </ac:spMkLst>
        </pc:spChg>
        <pc:spChg chg="del">
          <ac:chgData name="Devinder Kaur" userId="89161a673412ba18" providerId="LiveId" clId="{3B765CF8-0143-4468-9F38-F10B8D53125E}" dt="2021-11-25T09:16:10.577" v="5684" actId="478"/>
          <ac:spMkLst>
            <pc:docMk/>
            <pc:sldMk cId="524582378" sldId="448"/>
            <ac:spMk id="3" creationId="{A18620F9-BCC3-413D-8957-78756EC48973}"/>
          </ac:spMkLst>
        </pc:spChg>
        <pc:spChg chg="mod">
          <ac:chgData name="Devinder Kaur" userId="89161a673412ba18" providerId="LiveId" clId="{3B765CF8-0143-4468-9F38-F10B8D53125E}" dt="2021-11-25T09:20:48.109" v="5722" actId="27636"/>
          <ac:spMkLst>
            <pc:docMk/>
            <pc:sldMk cId="524582378" sldId="448"/>
            <ac:spMk id="4" creationId="{5DCC6D9D-5152-489C-BA35-F0318E0DB02B}"/>
          </ac:spMkLst>
        </pc:spChg>
      </pc:sldChg>
      <pc:sldChg chg="new del ord">
        <pc:chgData name="Devinder Kaur" userId="89161a673412ba18" providerId="LiveId" clId="{3B765CF8-0143-4468-9F38-F10B8D53125E}" dt="2021-11-26T08:17:00.584" v="7171" actId="47"/>
        <pc:sldMkLst>
          <pc:docMk/>
          <pc:sldMk cId="1890800958" sldId="449"/>
        </pc:sldMkLst>
      </pc:sldChg>
      <pc:sldChg chg="addSp modSp new mod">
        <pc:chgData name="Devinder Kaur" userId="89161a673412ba18" providerId="LiveId" clId="{3B765CF8-0143-4468-9F38-F10B8D53125E}" dt="2021-11-25T09:23:14.568" v="5737" actId="12789"/>
        <pc:sldMkLst>
          <pc:docMk/>
          <pc:sldMk cId="3571683946" sldId="450"/>
        </pc:sldMkLst>
        <pc:picChg chg="add mod modCrop">
          <ac:chgData name="Devinder Kaur" userId="89161a673412ba18" providerId="LiveId" clId="{3B765CF8-0143-4468-9F38-F10B8D53125E}" dt="2021-11-25T09:23:14.568" v="5737" actId="12789"/>
          <ac:picMkLst>
            <pc:docMk/>
            <pc:sldMk cId="3571683946" sldId="450"/>
            <ac:picMk id="3" creationId="{6568D757-5FDB-4113-B2F9-B94ADFAEA3CB}"/>
          </ac:picMkLst>
        </pc:picChg>
      </pc:sldChg>
      <pc:sldChg chg="addSp delSp modSp new mod ord">
        <pc:chgData name="Devinder Kaur" userId="89161a673412ba18" providerId="LiveId" clId="{3B765CF8-0143-4468-9F38-F10B8D53125E}" dt="2021-11-26T10:37:08.095" v="7384" actId="12789"/>
        <pc:sldMkLst>
          <pc:docMk/>
          <pc:sldMk cId="3682395676" sldId="451"/>
        </pc:sldMkLst>
        <pc:picChg chg="add del mod">
          <ac:chgData name="Devinder Kaur" userId="89161a673412ba18" providerId="LiveId" clId="{3B765CF8-0143-4468-9F38-F10B8D53125E}" dt="2021-11-26T10:36:24.028" v="7367" actId="478"/>
          <ac:picMkLst>
            <pc:docMk/>
            <pc:sldMk cId="3682395676" sldId="451"/>
            <ac:picMk id="3" creationId="{39F7484F-C6D6-4950-8381-32D22B0113D5}"/>
          </ac:picMkLst>
        </pc:picChg>
        <pc:picChg chg="add del mod">
          <ac:chgData name="Devinder Kaur" userId="89161a673412ba18" providerId="LiveId" clId="{3B765CF8-0143-4468-9F38-F10B8D53125E}" dt="2021-11-25T09:28:25.296" v="5757" actId="478"/>
          <ac:picMkLst>
            <pc:docMk/>
            <pc:sldMk cId="3682395676" sldId="451"/>
            <ac:picMk id="3" creationId="{E9179948-5A0A-4031-836E-8CE972F28CDE}"/>
          </ac:picMkLst>
        </pc:picChg>
        <pc:picChg chg="add del mod modCrop">
          <ac:chgData name="Devinder Kaur" userId="89161a673412ba18" providerId="LiveId" clId="{3B765CF8-0143-4468-9F38-F10B8D53125E}" dt="2021-11-26T10:37:08.095" v="7384" actId="12789"/>
          <ac:picMkLst>
            <pc:docMk/>
            <pc:sldMk cId="3682395676" sldId="451"/>
            <ac:picMk id="4" creationId="{ECA0EE32-5B74-44F9-A652-496BDF62146E}"/>
          </ac:picMkLst>
        </pc:picChg>
        <pc:picChg chg="add mod modCrop">
          <ac:chgData name="Devinder Kaur" userId="89161a673412ba18" providerId="LiveId" clId="{3B765CF8-0143-4468-9F38-F10B8D53125E}" dt="2021-11-26T10:37:08.095" v="7384" actId="12789"/>
          <ac:picMkLst>
            <pc:docMk/>
            <pc:sldMk cId="3682395676" sldId="451"/>
            <ac:picMk id="5" creationId="{54F5D148-93D9-4314-844C-FC688F77BB84}"/>
          </ac:picMkLst>
        </pc:picChg>
      </pc:sldChg>
      <pc:sldChg chg="addSp delSp modSp new mod">
        <pc:chgData name="Devinder Kaur" userId="89161a673412ba18" providerId="LiveId" clId="{3B765CF8-0143-4468-9F38-F10B8D53125E}" dt="2021-11-25T09:26:08.564" v="5752" actId="14100"/>
        <pc:sldMkLst>
          <pc:docMk/>
          <pc:sldMk cId="1092694584" sldId="452"/>
        </pc:sldMkLst>
        <pc:picChg chg="add del mod">
          <ac:chgData name="Devinder Kaur" userId="89161a673412ba18" providerId="LiveId" clId="{3B765CF8-0143-4468-9F38-F10B8D53125E}" dt="2021-11-25T09:25:47.796" v="5746" actId="478"/>
          <ac:picMkLst>
            <pc:docMk/>
            <pc:sldMk cId="1092694584" sldId="452"/>
            <ac:picMk id="3" creationId="{CA35A691-413A-4C1A-A333-049733C166D1}"/>
          </ac:picMkLst>
        </pc:picChg>
        <pc:picChg chg="add mod">
          <ac:chgData name="Devinder Kaur" userId="89161a673412ba18" providerId="LiveId" clId="{3B765CF8-0143-4468-9F38-F10B8D53125E}" dt="2021-11-25T09:26:08.564" v="5752" actId="14100"/>
          <ac:picMkLst>
            <pc:docMk/>
            <pc:sldMk cId="1092694584" sldId="452"/>
            <ac:picMk id="4" creationId="{F2ABED0A-6646-48CC-BF79-A564B400B4D0}"/>
          </ac:picMkLst>
        </pc:picChg>
      </pc:sldChg>
      <pc:sldChg chg="addSp modSp new mod ord">
        <pc:chgData name="Devinder Kaur" userId="89161a673412ba18" providerId="LiveId" clId="{3B765CF8-0143-4468-9F38-F10B8D53125E}" dt="2021-11-26T10:37:31.719" v="7396" actId="14100"/>
        <pc:sldMkLst>
          <pc:docMk/>
          <pc:sldMk cId="2630829382" sldId="453"/>
        </pc:sldMkLst>
        <pc:spChg chg="mod">
          <ac:chgData name="Devinder Kaur" userId="89161a673412ba18" providerId="LiveId" clId="{3B765CF8-0143-4468-9F38-F10B8D53125E}" dt="2021-11-26T10:37:18.298" v="7385" actId="14100"/>
          <ac:spMkLst>
            <pc:docMk/>
            <pc:sldMk cId="2630829382" sldId="453"/>
            <ac:spMk id="2" creationId="{82B9D0C1-3D42-49AB-843D-6649AE85698B}"/>
          </ac:spMkLst>
        </pc:spChg>
        <pc:spChg chg="mod">
          <ac:chgData name="Devinder Kaur" userId="89161a673412ba18" providerId="LiveId" clId="{3B765CF8-0143-4468-9F38-F10B8D53125E}" dt="2021-11-26T10:37:31.719" v="7396" actId="14100"/>
          <ac:spMkLst>
            <pc:docMk/>
            <pc:sldMk cId="2630829382" sldId="453"/>
            <ac:spMk id="3" creationId="{A3CFBA45-A64D-424D-AAC5-D8AF766DBE8B}"/>
          </ac:spMkLst>
        </pc:spChg>
        <pc:spChg chg="add mod">
          <ac:chgData name="Devinder Kaur" userId="89161a673412ba18" providerId="LiveId" clId="{3B765CF8-0143-4468-9F38-F10B8D53125E}" dt="2021-11-26T10:36:13.221" v="7365" actId="1036"/>
          <ac:spMkLst>
            <pc:docMk/>
            <pc:sldMk cId="2630829382" sldId="453"/>
            <ac:spMk id="7" creationId="{7EBA2FEA-1415-451C-9B88-624D4991FB0E}"/>
          </ac:spMkLst>
        </pc:spChg>
        <pc:picChg chg="add mod">
          <ac:chgData name="Devinder Kaur" userId="89161a673412ba18" providerId="LiveId" clId="{3B765CF8-0143-4468-9F38-F10B8D53125E}" dt="2021-11-26T10:36:18.785" v="7366" actId="14100"/>
          <ac:picMkLst>
            <pc:docMk/>
            <pc:sldMk cId="2630829382" sldId="453"/>
            <ac:picMk id="5" creationId="{7EE646A2-3DAA-4CF2-BE95-F4C5C407D70A}"/>
          </ac:picMkLst>
        </pc:picChg>
      </pc:sldChg>
      <pc:sldChg chg="modSp new del mod ord">
        <pc:chgData name="Devinder Kaur" userId="89161a673412ba18" providerId="LiveId" clId="{3B765CF8-0143-4468-9F38-F10B8D53125E}" dt="2021-11-26T04:46:36.068" v="6468" actId="2696"/>
        <pc:sldMkLst>
          <pc:docMk/>
          <pc:sldMk cId="1627193490" sldId="454"/>
        </pc:sldMkLst>
        <pc:spChg chg="mod">
          <ac:chgData name="Devinder Kaur" userId="89161a673412ba18" providerId="LiveId" clId="{3B765CF8-0143-4468-9F38-F10B8D53125E}" dt="2021-11-25T09:54:17.227" v="5874" actId="14100"/>
          <ac:spMkLst>
            <pc:docMk/>
            <pc:sldMk cId="1627193490" sldId="454"/>
            <ac:spMk id="2" creationId="{2B23F0B7-27F5-43A9-B76B-B13B3A0CD376}"/>
          </ac:spMkLst>
        </pc:spChg>
        <pc:spChg chg="mod">
          <ac:chgData name="Devinder Kaur" userId="89161a673412ba18" providerId="LiveId" clId="{3B765CF8-0143-4468-9F38-F10B8D53125E}" dt="2021-11-25T09:55:36.379" v="5890" actId="113"/>
          <ac:spMkLst>
            <pc:docMk/>
            <pc:sldMk cId="1627193490" sldId="454"/>
            <ac:spMk id="3" creationId="{AF7F0312-8E67-4172-A383-2CFB87C3D669}"/>
          </ac:spMkLst>
        </pc:spChg>
      </pc:sldChg>
      <pc:sldChg chg="add del ord">
        <pc:chgData name="Devinder Kaur" userId="89161a673412ba18" providerId="LiveId" clId="{3B765CF8-0143-4468-9F38-F10B8D53125E}" dt="2021-11-26T08:13:57.739" v="7129" actId="47"/>
        <pc:sldMkLst>
          <pc:docMk/>
          <pc:sldMk cId="2269258596" sldId="454"/>
        </pc:sldMkLst>
      </pc:sldChg>
      <pc:sldChg chg="addSp modSp new del mod ord">
        <pc:chgData name="Devinder Kaur" userId="89161a673412ba18" providerId="LiveId" clId="{3B765CF8-0143-4468-9F38-F10B8D53125E}" dt="2021-11-26T08:13:32.369" v="7128" actId="47"/>
        <pc:sldMkLst>
          <pc:docMk/>
          <pc:sldMk cId="2376543369" sldId="455"/>
        </pc:sldMkLst>
        <pc:spChg chg="add mod">
          <ac:chgData name="Devinder Kaur" userId="89161a673412ba18" providerId="LiveId" clId="{3B765CF8-0143-4468-9F38-F10B8D53125E}" dt="2021-11-26T08:11:00.014" v="7050" actId="21"/>
          <ac:spMkLst>
            <pc:docMk/>
            <pc:sldMk cId="2376543369" sldId="455"/>
            <ac:spMk id="5" creationId="{5D9FDB32-3810-49B1-AC9C-9900E761A1B5}"/>
          </ac:spMkLst>
        </pc:spChg>
        <pc:picChg chg="add mod">
          <ac:chgData name="Devinder Kaur" userId="89161a673412ba18" providerId="LiveId" clId="{3B765CF8-0143-4468-9F38-F10B8D53125E}" dt="2021-11-26T07:59:41.689" v="6775" actId="1076"/>
          <ac:picMkLst>
            <pc:docMk/>
            <pc:sldMk cId="2376543369" sldId="455"/>
            <ac:picMk id="3" creationId="{82955DDD-434C-4595-983E-C2E4F86D003C}"/>
          </ac:picMkLst>
        </pc:picChg>
      </pc:sldChg>
      <pc:sldChg chg="modSp new mod">
        <pc:chgData name="Devinder Kaur" userId="89161a673412ba18" providerId="LiveId" clId="{3B765CF8-0143-4468-9F38-F10B8D53125E}" dt="2021-11-26T04:48:14.249" v="6477" actId="14100"/>
        <pc:sldMkLst>
          <pc:docMk/>
          <pc:sldMk cId="887228680" sldId="456"/>
        </pc:sldMkLst>
        <pc:spChg chg="mod">
          <ac:chgData name="Devinder Kaur" userId="89161a673412ba18" providerId="LiveId" clId="{3B765CF8-0143-4468-9F38-F10B8D53125E}" dt="2021-11-25T10:31:33.804" v="5902" actId="14100"/>
          <ac:spMkLst>
            <pc:docMk/>
            <pc:sldMk cId="887228680" sldId="456"/>
            <ac:spMk id="2" creationId="{8C12A17C-B0CA-42C9-B1B6-B1B4BA11A0ED}"/>
          </ac:spMkLst>
        </pc:spChg>
        <pc:spChg chg="mod">
          <ac:chgData name="Devinder Kaur" userId="89161a673412ba18" providerId="LiveId" clId="{3B765CF8-0143-4468-9F38-F10B8D53125E}" dt="2021-11-26T04:48:14.249" v="6477" actId="14100"/>
          <ac:spMkLst>
            <pc:docMk/>
            <pc:sldMk cId="887228680" sldId="456"/>
            <ac:spMk id="3" creationId="{357B3ED9-B97F-4057-A635-E64062C7054D}"/>
          </ac:spMkLst>
        </pc:spChg>
      </pc:sldChg>
      <pc:sldChg chg="addSp delSp modSp new del mod">
        <pc:chgData name="Devinder Kaur" userId="89161a673412ba18" providerId="LiveId" clId="{3B765CF8-0143-4468-9F38-F10B8D53125E}" dt="2021-11-25T10:46:39.396" v="6389" actId="47"/>
        <pc:sldMkLst>
          <pc:docMk/>
          <pc:sldMk cId="980373256" sldId="457"/>
        </pc:sldMkLst>
        <pc:spChg chg="mod">
          <ac:chgData name="Devinder Kaur" userId="89161a673412ba18" providerId="LiveId" clId="{3B765CF8-0143-4468-9F38-F10B8D53125E}" dt="2021-11-25T10:35:26.508" v="5942" actId="20577"/>
          <ac:spMkLst>
            <pc:docMk/>
            <pc:sldMk cId="980373256" sldId="457"/>
            <ac:spMk id="2" creationId="{57E221A2-7948-420E-A473-3CB45ED79BA5}"/>
          </ac:spMkLst>
        </pc:spChg>
        <pc:spChg chg="del">
          <ac:chgData name="Devinder Kaur" userId="89161a673412ba18" providerId="LiveId" clId="{3B765CF8-0143-4468-9F38-F10B8D53125E}" dt="2021-11-25T10:34:38.609" v="5924"/>
          <ac:spMkLst>
            <pc:docMk/>
            <pc:sldMk cId="980373256" sldId="457"/>
            <ac:spMk id="3" creationId="{E1F042B9-7813-416B-B195-7955C0EF4B74}"/>
          </ac:spMkLst>
        </pc:spChg>
        <pc:picChg chg="add del mod">
          <ac:chgData name="Devinder Kaur" userId="89161a673412ba18" providerId="LiveId" clId="{3B765CF8-0143-4468-9F38-F10B8D53125E}" dt="2021-11-25T10:35:39.688" v="5944" actId="21"/>
          <ac:picMkLst>
            <pc:docMk/>
            <pc:sldMk cId="980373256" sldId="457"/>
            <ac:picMk id="5" creationId="{6ADDF35E-59E6-4099-B3F2-D4353DFBA229}"/>
          </ac:picMkLst>
        </pc:picChg>
        <pc:picChg chg="add mod">
          <ac:chgData name="Devinder Kaur" userId="89161a673412ba18" providerId="LiveId" clId="{3B765CF8-0143-4468-9F38-F10B8D53125E}" dt="2021-11-25T10:34:41.514" v="5926" actId="1076"/>
          <ac:picMkLst>
            <pc:docMk/>
            <pc:sldMk cId="980373256" sldId="457"/>
            <ac:picMk id="6" creationId="{63E28EA4-1F48-489C-B409-37C2E6E9828A}"/>
          </ac:picMkLst>
        </pc:picChg>
        <pc:picChg chg="add del">
          <ac:chgData name="Devinder Kaur" userId="89161a673412ba18" providerId="LiveId" clId="{3B765CF8-0143-4468-9F38-F10B8D53125E}" dt="2021-11-25T10:43:44.962" v="6351" actId="21"/>
          <ac:picMkLst>
            <pc:docMk/>
            <pc:sldMk cId="980373256" sldId="457"/>
            <ac:picMk id="7" creationId="{2FF5FE84-D4A6-4FFF-B2F6-6C0F75DC0287}"/>
          </ac:picMkLst>
        </pc:picChg>
      </pc:sldChg>
      <pc:sldChg chg="addSp modSp new mod">
        <pc:chgData name="Devinder Kaur" userId="89161a673412ba18" providerId="LiveId" clId="{3B765CF8-0143-4468-9F38-F10B8D53125E}" dt="2021-11-26T08:16:47.148" v="7170" actId="1038"/>
        <pc:sldMkLst>
          <pc:docMk/>
          <pc:sldMk cId="3046141785" sldId="458"/>
        </pc:sldMkLst>
        <pc:spChg chg="add mod">
          <ac:chgData name="Devinder Kaur" userId="89161a673412ba18" providerId="LiveId" clId="{3B765CF8-0143-4468-9F38-F10B8D53125E}" dt="2021-11-26T08:16:40.267" v="7169" actId="1036"/>
          <ac:spMkLst>
            <pc:docMk/>
            <pc:sldMk cId="3046141785" sldId="458"/>
            <ac:spMk id="5" creationId="{66F2292D-6E7D-42B5-A2A0-5FE541C7B905}"/>
          </ac:spMkLst>
        </pc:spChg>
        <pc:picChg chg="add mod modCrop">
          <ac:chgData name="Devinder Kaur" userId="89161a673412ba18" providerId="LiveId" clId="{3B765CF8-0143-4468-9F38-F10B8D53125E}" dt="2021-11-26T08:16:47.148" v="7170" actId="1038"/>
          <ac:picMkLst>
            <pc:docMk/>
            <pc:sldMk cId="3046141785" sldId="458"/>
            <ac:picMk id="3" creationId="{669142DF-7176-43A7-8013-A35466959906}"/>
          </ac:picMkLst>
        </pc:picChg>
      </pc:sldChg>
      <pc:sldChg chg="addSp delSp modSp new mod ord">
        <pc:chgData name="Devinder Kaur" userId="89161a673412ba18" providerId="LiveId" clId="{3B765CF8-0143-4468-9F38-F10B8D53125E}" dt="2021-11-25T10:46:27.593" v="6388" actId="113"/>
        <pc:sldMkLst>
          <pc:docMk/>
          <pc:sldMk cId="1182464335" sldId="459"/>
        </pc:sldMkLst>
        <pc:spChg chg="mod">
          <ac:chgData name="Devinder Kaur" userId="89161a673412ba18" providerId="LiveId" clId="{3B765CF8-0143-4468-9F38-F10B8D53125E}" dt="2021-11-25T10:46:27.593" v="6388" actId="113"/>
          <ac:spMkLst>
            <pc:docMk/>
            <pc:sldMk cId="1182464335" sldId="459"/>
            <ac:spMk id="2" creationId="{45F373A4-CFB2-44DB-9D40-666724829375}"/>
          </ac:spMkLst>
        </pc:spChg>
        <pc:spChg chg="mod">
          <ac:chgData name="Devinder Kaur" userId="89161a673412ba18" providerId="LiveId" clId="{3B765CF8-0143-4468-9F38-F10B8D53125E}" dt="2021-11-25T10:46:11.129" v="6383" actId="14100"/>
          <ac:spMkLst>
            <pc:docMk/>
            <pc:sldMk cId="1182464335" sldId="459"/>
            <ac:spMk id="3" creationId="{264B07A1-7D58-4EE7-B741-5842207072BA}"/>
          </ac:spMkLst>
        </pc:spChg>
        <pc:picChg chg="add del mod">
          <ac:chgData name="Devinder Kaur" userId="89161a673412ba18" providerId="LiveId" clId="{3B765CF8-0143-4468-9F38-F10B8D53125E}" dt="2021-11-25T10:35:57.673" v="5950" actId="21"/>
          <ac:picMkLst>
            <pc:docMk/>
            <pc:sldMk cId="1182464335" sldId="459"/>
            <ac:picMk id="5" creationId="{79FC78FB-8D44-4FC0-B98E-E0E62622D55D}"/>
          </ac:picMkLst>
        </pc:picChg>
        <pc:picChg chg="add del mod">
          <ac:chgData name="Devinder Kaur" userId="89161a673412ba18" providerId="LiveId" clId="{3B765CF8-0143-4468-9F38-F10B8D53125E}" dt="2021-11-25T10:42:16.245" v="6336" actId="478"/>
          <ac:picMkLst>
            <pc:docMk/>
            <pc:sldMk cId="1182464335" sldId="459"/>
            <ac:picMk id="6" creationId="{2429C512-8DB8-4ABE-8CB2-373D11F0EF19}"/>
          </ac:picMkLst>
        </pc:picChg>
        <pc:picChg chg="add mod modCrop">
          <ac:chgData name="Devinder Kaur" userId="89161a673412ba18" providerId="LiveId" clId="{3B765CF8-0143-4468-9F38-F10B8D53125E}" dt="2021-11-25T10:46:15.577" v="6385" actId="14100"/>
          <ac:picMkLst>
            <pc:docMk/>
            <pc:sldMk cId="1182464335" sldId="459"/>
            <ac:picMk id="7" creationId="{F3200974-19A7-49EE-875E-5C0F4283EB62}"/>
          </ac:picMkLst>
        </pc:picChg>
      </pc:sldChg>
      <pc:sldChg chg="addSp delSp modSp new mod">
        <pc:chgData name="Devinder Kaur" userId="89161a673412ba18" providerId="LiveId" clId="{3B765CF8-0143-4468-9F38-F10B8D53125E}" dt="2021-11-26T07:46:18.893" v="6655" actId="14100"/>
        <pc:sldMkLst>
          <pc:docMk/>
          <pc:sldMk cId="3866333327" sldId="460"/>
        </pc:sldMkLst>
        <pc:spChg chg="mod">
          <ac:chgData name="Devinder Kaur" userId="89161a673412ba18" providerId="LiveId" clId="{3B765CF8-0143-4468-9F38-F10B8D53125E}" dt="2021-11-26T07:42:42.799" v="6618" actId="14100"/>
          <ac:spMkLst>
            <pc:docMk/>
            <pc:sldMk cId="3866333327" sldId="460"/>
            <ac:spMk id="2" creationId="{F775699F-B304-4834-9F36-F5B200F5FE8A}"/>
          </ac:spMkLst>
        </pc:spChg>
        <pc:spChg chg="mod">
          <ac:chgData name="Devinder Kaur" userId="89161a673412ba18" providerId="LiveId" clId="{3B765CF8-0143-4468-9F38-F10B8D53125E}" dt="2021-11-26T07:46:18.893" v="6655" actId="14100"/>
          <ac:spMkLst>
            <pc:docMk/>
            <pc:sldMk cId="3866333327" sldId="460"/>
            <ac:spMk id="3" creationId="{157A9E47-F369-42A1-94DA-E3246FA34E4C}"/>
          </ac:spMkLst>
        </pc:spChg>
        <pc:picChg chg="add del mod modCrop">
          <ac:chgData name="Devinder Kaur" userId="89161a673412ba18" providerId="LiveId" clId="{3B765CF8-0143-4468-9F38-F10B8D53125E}" dt="2021-11-26T07:33:24.271" v="6557" actId="21"/>
          <ac:picMkLst>
            <pc:docMk/>
            <pc:sldMk cId="3866333327" sldId="460"/>
            <ac:picMk id="5" creationId="{DFBC8B07-724D-427E-B088-8FD3A8935C6F}"/>
          </ac:picMkLst>
        </pc:picChg>
        <pc:picChg chg="add del mod">
          <ac:chgData name="Devinder Kaur" userId="89161a673412ba18" providerId="LiveId" clId="{3B765CF8-0143-4468-9F38-F10B8D53125E}" dt="2021-11-26T07:37:38.079" v="6588" actId="478"/>
          <ac:picMkLst>
            <pc:docMk/>
            <pc:sldMk cId="3866333327" sldId="460"/>
            <ac:picMk id="4098" creationId="{DA54F346-9144-403A-AFE9-19DF3300E9EE}"/>
          </ac:picMkLst>
        </pc:picChg>
      </pc:sldChg>
      <pc:sldChg chg="addSp delSp modSp new mod">
        <pc:chgData name="Devinder Kaur" userId="89161a673412ba18" providerId="LiveId" clId="{3B765CF8-0143-4468-9F38-F10B8D53125E}" dt="2021-11-26T07:56:33.659" v="6761" actId="1037"/>
        <pc:sldMkLst>
          <pc:docMk/>
          <pc:sldMk cId="3609509337" sldId="461"/>
        </pc:sldMkLst>
        <pc:spChg chg="del">
          <ac:chgData name="Devinder Kaur" userId="89161a673412ba18" providerId="LiveId" clId="{3B765CF8-0143-4468-9F38-F10B8D53125E}" dt="2021-11-26T07:50:42.202" v="6662" actId="478"/>
          <ac:spMkLst>
            <pc:docMk/>
            <pc:sldMk cId="3609509337" sldId="461"/>
            <ac:spMk id="2" creationId="{8171AAC1-B3EE-4358-87BB-CDEDEBB03877}"/>
          </ac:spMkLst>
        </pc:spChg>
        <pc:spChg chg="mod">
          <ac:chgData name="Devinder Kaur" userId="89161a673412ba18" providerId="LiveId" clId="{3B765CF8-0143-4468-9F38-F10B8D53125E}" dt="2021-11-26T07:52:58.809" v="6706" actId="113"/>
          <ac:spMkLst>
            <pc:docMk/>
            <pc:sldMk cId="3609509337" sldId="461"/>
            <ac:spMk id="3" creationId="{ABD2A7B3-314A-4F94-935A-9E3272184A81}"/>
          </ac:spMkLst>
        </pc:spChg>
        <pc:picChg chg="add del mod">
          <ac:chgData name="Devinder Kaur" userId="89161a673412ba18" providerId="LiveId" clId="{3B765CF8-0143-4468-9F38-F10B8D53125E}" dt="2021-11-26T07:50:12.662" v="6656" actId="478"/>
          <ac:picMkLst>
            <pc:docMk/>
            <pc:sldMk cId="3609509337" sldId="461"/>
            <ac:picMk id="5" creationId="{11D32C3B-22CB-49CC-B6B1-FE1540207E18}"/>
          </ac:picMkLst>
        </pc:picChg>
        <pc:picChg chg="add mod modCrop">
          <ac:chgData name="Devinder Kaur" userId="89161a673412ba18" providerId="LiveId" clId="{3B765CF8-0143-4468-9F38-F10B8D53125E}" dt="2021-11-26T07:56:33.659" v="6761" actId="1037"/>
          <ac:picMkLst>
            <pc:docMk/>
            <pc:sldMk cId="3609509337" sldId="461"/>
            <ac:picMk id="6" creationId="{6A34EE99-5F67-4FE5-A120-86EFEBDBA6DD}"/>
          </ac:picMkLst>
        </pc:picChg>
        <pc:picChg chg="add mod">
          <ac:chgData name="Devinder Kaur" userId="89161a673412ba18" providerId="LiveId" clId="{3B765CF8-0143-4468-9F38-F10B8D53125E}" dt="2021-11-26T07:56:33.659" v="6761" actId="1037"/>
          <ac:picMkLst>
            <pc:docMk/>
            <pc:sldMk cId="3609509337" sldId="461"/>
            <ac:picMk id="5122" creationId="{8B9AF571-6921-4C41-9FFF-1879A961D3E1}"/>
          </ac:picMkLst>
        </pc:picChg>
      </pc:sldChg>
      <pc:sldChg chg="addSp delSp modSp new mod">
        <pc:chgData name="Devinder Kaur" userId="89161a673412ba18" providerId="LiveId" clId="{3B765CF8-0143-4468-9F38-F10B8D53125E}" dt="2021-11-26T08:12:30.938" v="7127" actId="14100"/>
        <pc:sldMkLst>
          <pc:docMk/>
          <pc:sldMk cId="489512442" sldId="462"/>
        </pc:sldMkLst>
        <pc:spChg chg="add del mod">
          <ac:chgData name="Devinder Kaur" userId="89161a673412ba18" providerId="LiveId" clId="{3B765CF8-0143-4468-9F38-F10B8D53125E}" dt="2021-11-26T08:04:41.581" v="6805" actId="11529"/>
          <ac:spMkLst>
            <pc:docMk/>
            <pc:sldMk cId="489512442" sldId="462"/>
            <ac:spMk id="4" creationId="{BC53FFDF-F5C9-41E6-9846-0FC6D6DB6B94}"/>
          </ac:spMkLst>
        </pc:spChg>
        <pc:spChg chg="add mod">
          <ac:chgData name="Devinder Kaur" userId="89161a673412ba18" providerId="LiveId" clId="{3B765CF8-0143-4468-9F38-F10B8D53125E}" dt="2021-11-26T08:12:10.323" v="7094" actId="14100"/>
          <ac:spMkLst>
            <pc:docMk/>
            <pc:sldMk cId="489512442" sldId="462"/>
            <ac:spMk id="6" creationId="{1DCEAD74-95C8-45CD-BF64-C01C2B962AB2}"/>
          </ac:spMkLst>
        </pc:spChg>
        <pc:spChg chg="add mod">
          <ac:chgData name="Devinder Kaur" userId="89161a673412ba18" providerId="LiveId" clId="{3B765CF8-0143-4468-9F38-F10B8D53125E}" dt="2021-11-26T08:12:26.054" v="7126" actId="1035"/>
          <ac:spMkLst>
            <pc:docMk/>
            <pc:sldMk cId="489512442" sldId="462"/>
            <ac:spMk id="8" creationId="{1C80799C-D14C-48AF-BF28-30BEFBE3D571}"/>
          </ac:spMkLst>
        </pc:spChg>
        <pc:spChg chg="add mod">
          <ac:chgData name="Devinder Kaur" userId="89161a673412ba18" providerId="LiveId" clId="{3B765CF8-0143-4468-9F38-F10B8D53125E}" dt="2021-11-26T08:12:06.967" v="7093" actId="14100"/>
          <ac:spMkLst>
            <pc:docMk/>
            <pc:sldMk cId="489512442" sldId="462"/>
            <ac:spMk id="10" creationId="{B417D7C1-A969-4F02-AD95-71436C13BBB4}"/>
          </ac:spMkLst>
        </pc:spChg>
        <pc:spChg chg="add mod">
          <ac:chgData name="Devinder Kaur" userId="89161a673412ba18" providerId="LiveId" clId="{3B765CF8-0143-4468-9F38-F10B8D53125E}" dt="2021-11-26T08:09:54.930" v="6991" actId="20577"/>
          <ac:spMkLst>
            <pc:docMk/>
            <pc:sldMk cId="489512442" sldId="462"/>
            <ac:spMk id="12" creationId="{310F44F2-5EF1-4FAD-B1FA-6B514C464528}"/>
          </ac:spMkLst>
        </pc:spChg>
        <pc:spChg chg="add mod">
          <ac:chgData name="Devinder Kaur" userId="89161a673412ba18" providerId="LiveId" clId="{3B765CF8-0143-4468-9F38-F10B8D53125E}" dt="2021-11-26T08:11:40.810" v="7062" actId="14100"/>
          <ac:spMkLst>
            <pc:docMk/>
            <pc:sldMk cId="489512442" sldId="462"/>
            <ac:spMk id="14" creationId="{50C89E0A-9C73-4CE5-A6E0-3AB2099E6ABE}"/>
          </ac:spMkLst>
        </pc:spChg>
        <pc:spChg chg="add mod">
          <ac:chgData name="Devinder Kaur" userId="89161a673412ba18" providerId="LiveId" clId="{3B765CF8-0143-4468-9F38-F10B8D53125E}" dt="2021-11-26T08:11:49.428" v="7063" actId="14100"/>
          <ac:spMkLst>
            <pc:docMk/>
            <pc:sldMk cId="489512442" sldId="462"/>
            <ac:spMk id="16" creationId="{45D564A0-49C1-4280-A406-465A8CED345F}"/>
          </ac:spMkLst>
        </pc:spChg>
        <pc:picChg chg="add mod">
          <ac:chgData name="Devinder Kaur" userId="89161a673412ba18" providerId="LiveId" clId="{3B765CF8-0143-4468-9F38-F10B8D53125E}" dt="2021-11-26T08:12:30.938" v="7127" actId="14100"/>
          <ac:picMkLst>
            <pc:docMk/>
            <pc:sldMk cId="489512442" sldId="462"/>
            <ac:picMk id="3" creationId="{4A4BEA0F-0BD2-449F-A462-AB53C73652E8}"/>
          </ac:picMkLst>
        </pc:picChg>
      </pc:sldChg>
      <pc:sldChg chg="new del">
        <pc:chgData name="Devinder Kaur" userId="89161a673412ba18" providerId="LiveId" clId="{3B765CF8-0143-4468-9F38-F10B8D53125E}" dt="2021-11-27T10:01:15.662" v="7409" actId="47"/>
        <pc:sldMkLst>
          <pc:docMk/>
          <pc:sldMk cId="571494328" sldId="463"/>
        </pc:sldMkLst>
      </pc:sldChg>
    </pc:docChg>
  </pc:docChgLst>
  <pc:docChgLst>
    <pc:chgData name="Devinder Kaur" userId="89161a673412ba18" providerId="LiveId" clId="{20314EB2-1012-4540-8249-5ED490E8EAC8}"/>
    <pc:docChg chg="undo custSel modSld">
      <pc:chgData name="Devinder Kaur" userId="89161a673412ba18" providerId="LiveId" clId="{20314EB2-1012-4540-8249-5ED490E8EAC8}" dt="2022-03-29T09:46:30.827" v="152" actId="14100"/>
      <pc:docMkLst>
        <pc:docMk/>
      </pc:docMkLst>
      <pc:sldChg chg="modSp mod">
        <pc:chgData name="Devinder Kaur" userId="89161a673412ba18" providerId="LiveId" clId="{20314EB2-1012-4540-8249-5ED490E8EAC8}" dt="2022-03-29T04:06:06.611" v="33" actId="14100"/>
        <pc:sldMkLst>
          <pc:docMk/>
          <pc:sldMk cId="2247371207" sldId="281"/>
        </pc:sldMkLst>
        <pc:spChg chg="mod">
          <ac:chgData name="Devinder Kaur" userId="89161a673412ba18" providerId="LiveId" clId="{20314EB2-1012-4540-8249-5ED490E8EAC8}" dt="2022-03-29T04:05:29.803" v="31" actId="1035"/>
          <ac:spMkLst>
            <pc:docMk/>
            <pc:sldMk cId="2247371207" sldId="281"/>
            <ac:spMk id="12291" creationId="{00000000-0000-0000-0000-000000000000}"/>
          </ac:spMkLst>
        </pc:spChg>
        <pc:picChg chg="mod">
          <ac:chgData name="Devinder Kaur" userId="89161a673412ba18" providerId="LiveId" clId="{20314EB2-1012-4540-8249-5ED490E8EAC8}" dt="2022-03-29T04:06:06.611" v="33" actId="14100"/>
          <ac:picMkLst>
            <pc:docMk/>
            <pc:sldMk cId="2247371207" sldId="281"/>
            <ac:picMk id="1028" creationId="{00000000-0000-0000-0000-000000000000}"/>
          </ac:picMkLst>
        </pc:picChg>
      </pc:sldChg>
      <pc:sldChg chg="modSp">
        <pc:chgData name="Devinder Kaur" userId="89161a673412ba18" providerId="LiveId" clId="{20314EB2-1012-4540-8249-5ED490E8EAC8}" dt="2022-03-29T04:06:32.732" v="51" actId="1035"/>
        <pc:sldMkLst>
          <pc:docMk/>
          <pc:sldMk cId="4075529772" sldId="282"/>
        </pc:sldMkLst>
        <pc:spChg chg="mod">
          <ac:chgData name="Devinder Kaur" userId="89161a673412ba18" providerId="LiveId" clId="{20314EB2-1012-4540-8249-5ED490E8EAC8}" dt="2022-03-29T04:06:32.732" v="51" actId="1035"/>
          <ac:spMkLst>
            <pc:docMk/>
            <pc:sldMk cId="4075529772" sldId="282"/>
            <ac:spMk id="4" creationId="{00000000-0000-0000-0000-000000000000}"/>
          </ac:spMkLst>
        </pc:spChg>
        <pc:spChg chg="mod">
          <ac:chgData name="Devinder Kaur" userId="89161a673412ba18" providerId="LiveId" clId="{20314EB2-1012-4540-8249-5ED490E8EAC8}" dt="2022-03-29T04:06:25.182" v="42" actId="1035"/>
          <ac:spMkLst>
            <pc:docMk/>
            <pc:sldMk cId="4075529772" sldId="282"/>
            <ac:spMk id="13314" creationId="{00000000-0000-0000-0000-000000000000}"/>
          </ac:spMkLst>
        </pc:spChg>
      </pc:sldChg>
      <pc:sldChg chg="modSp mod">
        <pc:chgData name="Devinder Kaur" userId="89161a673412ba18" providerId="LiveId" clId="{20314EB2-1012-4540-8249-5ED490E8EAC8}" dt="2022-03-29T04:05:16.999" v="14" actId="404"/>
        <pc:sldMkLst>
          <pc:docMk/>
          <pc:sldMk cId="3335671634" sldId="385"/>
        </pc:sldMkLst>
        <pc:graphicFrameChg chg="modGraphic">
          <ac:chgData name="Devinder Kaur" userId="89161a673412ba18" providerId="LiveId" clId="{20314EB2-1012-4540-8249-5ED490E8EAC8}" dt="2022-03-29T04:05:16.999" v="14" actId="404"/>
          <ac:graphicFrameMkLst>
            <pc:docMk/>
            <pc:sldMk cId="3335671634" sldId="385"/>
            <ac:graphicFrameMk id="3" creationId="{36D5A412-A859-4982-BE4E-141E4C725F58}"/>
          </ac:graphicFrameMkLst>
        </pc:graphicFrameChg>
      </pc:sldChg>
      <pc:sldChg chg="modSp mod">
        <pc:chgData name="Devinder Kaur" userId="89161a673412ba18" providerId="LiveId" clId="{20314EB2-1012-4540-8249-5ED490E8EAC8}" dt="2022-03-29T04:06:12.863" v="34" actId="404"/>
        <pc:sldMkLst>
          <pc:docMk/>
          <pc:sldMk cId="3435598254" sldId="386"/>
        </pc:sldMkLst>
        <pc:graphicFrameChg chg="modGraphic">
          <ac:chgData name="Devinder Kaur" userId="89161a673412ba18" providerId="LiveId" clId="{20314EB2-1012-4540-8249-5ED490E8EAC8}" dt="2022-03-29T04:06:12.863" v="34" actId="404"/>
          <ac:graphicFrameMkLst>
            <pc:docMk/>
            <pc:sldMk cId="3435598254" sldId="386"/>
            <ac:graphicFrameMk id="3" creationId="{0758E3F2-E22C-41A3-85FD-96B45CA70D4C}"/>
          </ac:graphicFrameMkLst>
        </pc:graphicFrameChg>
      </pc:sldChg>
      <pc:sldChg chg="modSp mod">
        <pc:chgData name="Devinder Kaur" userId="89161a673412ba18" providerId="LiveId" clId="{20314EB2-1012-4540-8249-5ED490E8EAC8}" dt="2022-03-29T04:07:06.480" v="61" actId="1035"/>
        <pc:sldMkLst>
          <pc:docMk/>
          <pc:sldMk cId="2444923482" sldId="387"/>
        </pc:sldMkLst>
        <pc:graphicFrameChg chg="mod modGraphic">
          <ac:chgData name="Devinder Kaur" userId="89161a673412ba18" providerId="LiveId" clId="{20314EB2-1012-4540-8249-5ED490E8EAC8}" dt="2022-03-29T04:07:06.480" v="61" actId="1035"/>
          <ac:graphicFrameMkLst>
            <pc:docMk/>
            <pc:sldMk cId="2444923482" sldId="387"/>
            <ac:graphicFrameMk id="3" creationId="{F7819030-7728-4EE9-AFD2-241F5FE7F921}"/>
          </ac:graphicFrameMkLst>
        </pc:graphicFrameChg>
      </pc:sldChg>
      <pc:sldChg chg="modSp mod">
        <pc:chgData name="Devinder Kaur" userId="89161a673412ba18" providerId="LiveId" clId="{20314EB2-1012-4540-8249-5ED490E8EAC8}" dt="2022-03-29T04:08:05.374" v="146" actId="1035"/>
        <pc:sldMkLst>
          <pc:docMk/>
          <pc:sldMk cId="2624573286" sldId="388"/>
        </pc:sldMkLst>
        <pc:spChg chg="mod">
          <ac:chgData name="Devinder Kaur" userId="89161a673412ba18" providerId="LiveId" clId="{20314EB2-1012-4540-8249-5ED490E8EAC8}" dt="2022-03-29T04:08:01.531" v="135" actId="14100"/>
          <ac:spMkLst>
            <pc:docMk/>
            <pc:sldMk cId="2624573286" sldId="388"/>
            <ac:spMk id="5" creationId="{471CADDF-6235-42AD-B39F-5C8B45EDE5F7}"/>
          </ac:spMkLst>
        </pc:spChg>
        <pc:picChg chg="mod">
          <ac:chgData name="Devinder Kaur" userId="89161a673412ba18" providerId="LiveId" clId="{20314EB2-1012-4540-8249-5ED490E8EAC8}" dt="2022-03-29T04:07:51.279" v="124" actId="1037"/>
          <ac:picMkLst>
            <pc:docMk/>
            <pc:sldMk cId="2624573286" sldId="388"/>
            <ac:picMk id="3" creationId="{D7F56B56-C88F-4F78-8D42-D9AB66F0C3FD}"/>
          </ac:picMkLst>
        </pc:picChg>
        <pc:picChg chg="mod">
          <ac:chgData name="Devinder Kaur" userId="89161a673412ba18" providerId="LiveId" clId="{20314EB2-1012-4540-8249-5ED490E8EAC8}" dt="2022-03-29T04:08:05.374" v="146" actId="1035"/>
          <ac:picMkLst>
            <pc:docMk/>
            <pc:sldMk cId="2624573286" sldId="388"/>
            <ac:picMk id="4" creationId="{B2784749-4EA3-4074-A224-27BCB21DAA45}"/>
          </ac:picMkLst>
        </pc:picChg>
        <pc:picChg chg="mod">
          <ac:chgData name="Devinder Kaur" userId="89161a673412ba18" providerId="LiveId" clId="{20314EB2-1012-4540-8249-5ED490E8EAC8}" dt="2022-03-29T04:07:57.529" v="134" actId="1038"/>
          <ac:picMkLst>
            <pc:docMk/>
            <pc:sldMk cId="2624573286" sldId="388"/>
            <ac:picMk id="6" creationId="{24538359-62DE-4B69-952F-F695118DB4C9}"/>
          </ac:picMkLst>
        </pc:picChg>
      </pc:sldChg>
      <pc:sldChg chg="modSp">
        <pc:chgData name="Devinder Kaur" userId="89161a673412ba18" providerId="LiveId" clId="{20314EB2-1012-4540-8249-5ED490E8EAC8}" dt="2022-03-29T04:08:40.055" v="149" actId="113"/>
        <pc:sldMkLst>
          <pc:docMk/>
          <pc:sldMk cId="1912555942" sldId="389"/>
        </pc:sldMkLst>
        <pc:graphicFrameChg chg="mod">
          <ac:chgData name="Devinder Kaur" userId="89161a673412ba18" providerId="LiveId" clId="{20314EB2-1012-4540-8249-5ED490E8EAC8}" dt="2022-03-29T04:08:40.055" v="149" actId="113"/>
          <ac:graphicFrameMkLst>
            <pc:docMk/>
            <pc:sldMk cId="1912555942" sldId="389"/>
            <ac:graphicFrameMk id="3" creationId="{1946E517-4796-4798-B5B9-33B3B917C5A2}"/>
          </ac:graphicFrameMkLst>
        </pc:graphicFrameChg>
      </pc:sldChg>
      <pc:sldChg chg="modSp mod">
        <pc:chgData name="Devinder Kaur" userId="89161a673412ba18" providerId="LiveId" clId="{20314EB2-1012-4540-8249-5ED490E8EAC8}" dt="2022-03-29T04:05:10.881" v="13" actId="404"/>
        <pc:sldMkLst>
          <pc:docMk/>
          <pc:sldMk cId="1821159219" sldId="390"/>
        </pc:sldMkLst>
        <pc:graphicFrameChg chg="modGraphic">
          <ac:chgData name="Devinder Kaur" userId="89161a673412ba18" providerId="LiveId" clId="{20314EB2-1012-4540-8249-5ED490E8EAC8}" dt="2022-03-29T04:05:10.881" v="13" actId="404"/>
          <ac:graphicFrameMkLst>
            <pc:docMk/>
            <pc:sldMk cId="1821159219" sldId="390"/>
            <ac:graphicFrameMk id="3" creationId="{7E641CA4-3FBE-4F35-A0D8-EE636814BDB0}"/>
          </ac:graphicFrameMkLst>
        </pc:graphicFrameChg>
      </pc:sldChg>
      <pc:sldChg chg="modSp mod">
        <pc:chgData name="Devinder Kaur" userId="89161a673412ba18" providerId="LiveId" clId="{20314EB2-1012-4540-8249-5ED490E8EAC8}" dt="2022-03-29T04:07:18.643" v="63" actId="14100"/>
        <pc:sldMkLst>
          <pc:docMk/>
          <pc:sldMk cId="2909079257" sldId="392"/>
        </pc:sldMkLst>
        <pc:spChg chg="mod">
          <ac:chgData name="Devinder Kaur" userId="89161a673412ba18" providerId="LiveId" clId="{20314EB2-1012-4540-8249-5ED490E8EAC8}" dt="2022-03-29T04:07:18.643" v="63" actId="14100"/>
          <ac:spMkLst>
            <pc:docMk/>
            <pc:sldMk cId="2909079257" sldId="392"/>
            <ac:spMk id="15363" creationId="{00000000-0000-0000-0000-000000000000}"/>
          </ac:spMkLst>
        </pc:spChg>
      </pc:sldChg>
      <pc:sldChg chg="modSp mod">
        <pc:chgData name="Devinder Kaur" userId="89161a673412ba18" providerId="LiveId" clId="{20314EB2-1012-4540-8249-5ED490E8EAC8}" dt="2022-03-28T06:54:12.038" v="2" actId="113"/>
        <pc:sldMkLst>
          <pc:docMk/>
          <pc:sldMk cId="4071459864" sldId="413"/>
        </pc:sldMkLst>
        <pc:spChg chg="mod">
          <ac:chgData name="Devinder Kaur" userId="89161a673412ba18" providerId="LiveId" clId="{20314EB2-1012-4540-8249-5ED490E8EAC8}" dt="2022-03-28T06:54:12.038" v="2" actId="113"/>
          <ac:spMkLst>
            <pc:docMk/>
            <pc:sldMk cId="4071459864" sldId="413"/>
            <ac:spMk id="10" creationId="{A70AFDDE-C1E9-4069-BA0E-709B2100C263}"/>
          </ac:spMkLst>
        </pc:spChg>
      </pc:sldChg>
      <pc:sldChg chg="modSp mod">
        <pc:chgData name="Devinder Kaur" userId="89161a673412ba18" providerId="LiveId" clId="{20314EB2-1012-4540-8249-5ED490E8EAC8}" dt="2022-03-28T06:55:12.358" v="5" actId="113"/>
        <pc:sldMkLst>
          <pc:docMk/>
          <pc:sldMk cId="148353152" sldId="414"/>
        </pc:sldMkLst>
        <pc:spChg chg="mod">
          <ac:chgData name="Devinder Kaur" userId="89161a673412ba18" providerId="LiveId" clId="{20314EB2-1012-4540-8249-5ED490E8EAC8}" dt="2022-03-28T06:55:12.358" v="5" actId="113"/>
          <ac:spMkLst>
            <pc:docMk/>
            <pc:sldMk cId="148353152" sldId="414"/>
            <ac:spMk id="4" creationId="{602170EC-7D08-4800-81ED-35FE67848785}"/>
          </ac:spMkLst>
        </pc:spChg>
      </pc:sldChg>
      <pc:sldChg chg="modSp mod">
        <pc:chgData name="Devinder Kaur" userId="89161a673412ba18" providerId="LiveId" clId="{20314EB2-1012-4540-8249-5ED490E8EAC8}" dt="2022-03-28T06:56:15.926" v="9" actId="113"/>
        <pc:sldMkLst>
          <pc:docMk/>
          <pc:sldMk cId="866207403" sldId="415"/>
        </pc:sldMkLst>
        <pc:spChg chg="mod">
          <ac:chgData name="Devinder Kaur" userId="89161a673412ba18" providerId="LiveId" clId="{20314EB2-1012-4540-8249-5ED490E8EAC8}" dt="2022-03-28T06:56:15.926" v="9" actId="113"/>
          <ac:spMkLst>
            <pc:docMk/>
            <pc:sldMk cId="866207403" sldId="415"/>
            <ac:spMk id="4" creationId="{6E2C83CF-9FE2-4DAF-840C-4D50AB3F0E41}"/>
          </ac:spMkLst>
        </pc:spChg>
      </pc:sldChg>
      <pc:sldChg chg="modSp mod">
        <pc:chgData name="Devinder Kaur" userId="89161a673412ba18" providerId="LiveId" clId="{20314EB2-1012-4540-8249-5ED490E8EAC8}" dt="2022-03-28T06:57:07.992" v="10" actId="113"/>
        <pc:sldMkLst>
          <pc:docMk/>
          <pc:sldMk cId="1548605973" sldId="418"/>
        </pc:sldMkLst>
        <pc:spChg chg="mod">
          <ac:chgData name="Devinder Kaur" userId="89161a673412ba18" providerId="LiveId" clId="{20314EB2-1012-4540-8249-5ED490E8EAC8}" dt="2022-03-28T06:57:07.992" v="10" actId="113"/>
          <ac:spMkLst>
            <pc:docMk/>
            <pc:sldMk cId="1548605973" sldId="418"/>
            <ac:spMk id="3" creationId="{D21CC75D-F595-450A-86C6-F28A7117A873}"/>
          </ac:spMkLst>
        </pc:spChg>
      </pc:sldChg>
      <pc:sldChg chg="modSp mod">
        <pc:chgData name="Devinder Kaur" userId="89161a673412ba18" providerId="LiveId" clId="{20314EB2-1012-4540-8249-5ED490E8EAC8}" dt="2022-03-28T06:53:22.463" v="1" actId="113"/>
        <pc:sldMkLst>
          <pc:docMk/>
          <pc:sldMk cId="1733047310" sldId="419"/>
        </pc:sldMkLst>
        <pc:spChg chg="mod">
          <ac:chgData name="Devinder Kaur" userId="89161a673412ba18" providerId="LiveId" clId="{20314EB2-1012-4540-8249-5ED490E8EAC8}" dt="2022-03-28T06:53:22.463" v="1" actId="113"/>
          <ac:spMkLst>
            <pc:docMk/>
            <pc:sldMk cId="1733047310" sldId="419"/>
            <ac:spMk id="4" creationId="{60CF094E-D375-4F23-AB7D-6FB74C70623E}"/>
          </ac:spMkLst>
        </pc:spChg>
      </pc:sldChg>
      <pc:sldChg chg="modSp mod">
        <pc:chgData name="Devinder Kaur" userId="89161a673412ba18" providerId="LiveId" clId="{20314EB2-1012-4540-8249-5ED490E8EAC8}" dt="2022-03-28T07:00:21.028" v="12" actId="14100"/>
        <pc:sldMkLst>
          <pc:docMk/>
          <pc:sldMk cId="1151394046" sldId="422"/>
        </pc:sldMkLst>
        <pc:picChg chg="mod">
          <ac:chgData name="Devinder Kaur" userId="89161a673412ba18" providerId="LiveId" clId="{20314EB2-1012-4540-8249-5ED490E8EAC8}" dt="2022-03-28T07:00:18.333" v="11" actId="14100"/>
          <ac:picMkLst>
            <pc:docMk/>
            <pc:sldMk cId="1151394046" sldId="422"/>
            <ac:picMk id="6" creationId="{67392E41-7A01-47AD-9BD1-98D84501AE41}"/>
          </ac:picMkLst>
        </pc:picChg>
        <pc:picChg chg="mod">
          <ac:chgData name="Devinder Kaur" userId="89161a673412ba18" providerId="LiveId" clId="{20314EB2-1012-4540-8249-5ED490E8EAC8}" dt="2022-03-28T07:00:21.028" v="12" actId="14100"/>
          <ac:picMkLst>
            <pc:docMk/>
            <pc:sldMk cId="1151394046" sldId="422"/>
            <ac:picMk id="8" creationId="{608152B6-696E-4B24-A07D-F3F99723FFFE}"/>
          </ac:picMkLst>
        </pc:picChg>
      </pc:sldChg>
      <pc:sldChg chg="modSp">
        <pc:chgData name="Devinder Kaur" userId="89161a673412ba18" providerId="LiveId" clId="{20314EB2-1012-4540-8249-5ED490E8EAC8}" dt="2022-03-29T09:46:30.827" v="152" actId="14100"/>
        <pc:sldMkLst>
          <pc:docMk/>
          <pc:sldMk cId="3217975899" sldId="441"/>
        </pc:sldMkLst>
        <pc:picChg chg="mod">
          <ac:chgData name="Devinder Kaur" userId="89161a673412ba18" providerId="LiveId" clId="{20314EB2-1012-4540-8249-5ED490E8EAC8}" dt="2022-03-29T09:46:30.827" v="152" actId="14100"/>
          <ac:picMkLst>
            <pc:docMk/>
            <pc:sldMk cId="3217975899" sldId="441"/>
            <ac:picMk id="4098" creationId="{900143A5-0734-4AFB-8697-5825A0C952C7}"/>
          </ac:picMkLst>
        </pc:picChg>
      </pc:sldChg>
      <pc:sldChg chg="modSp mod">
        <pc:chgData name="Devinder Kaur" userId="89161a673412ba18" providerId="LiveId" clId="{20314EB2-1012-4540-8249-5ED490E8EAC8}" dt="2022-03-29T09:44:37.048" v="150" actId="14100"/>
        <pc:sldMkLst>
          <pc:docMk/>
          <pc:sldMk cId="4156100645" sldId="491"/>
        </pc:sldMkLst>
        <pc:picChg chg="mod">
          <ac:chgData name="Devinder Kaur" userId="89161a673412ba18" providerId="LiveId" clId="{20314EB2-1012-4540-8249-5ED490E8EAC8}" dt="2022-03-29T09:44:37.048" v="150" actId="14100"/>
          <ac:picMkLst>
            <pc:docMk/>
            <pc:sldMk cId="4156100645" sldId="491"/>
            <ac:picMk id="3" creationId="{EC59C3E4-5BE0-4BE8-81CE-777BE9EEDB90}"/>
          </ac:picMkLst>
        </pc:picChg>
      </pc:sldChg>
    </pc:docChg>
  </pc:docChgLst>
  <pc:docChgLst>
    <pc:chgData name="Devinder Kaur" userId="89161a673412ba18" providerId="LiveId" clId="{62182EAD-13BD-42DC-9A29-4887A4B2D67C}"/>
    <pc:docChg chg="undo custSel addSld delSld modSld sldOrd delMainMaster">
      <pc:chgData name="Devinder Kaur" userId="89161a673412ba18" providerId="LiveId" clId="{62182EAD-13BD-42DC-9A29-4887A4B2D67C}" dt="2022-11-24T06:17:39.060" v="139" actId="47"/>
      <pc:docMkLst>
        <pc:docMk/>
      </pc:docMkLst>
      <pc:sldChg chg="add del">
        <pc:chgData name="Devinder Kaur" userId="89161a673412ba18" providerId="LiveId" clId="{62182EAD-13BD-42DC-9A29-4887A4B2D67C}" dt="2022-11-07T09:34:07.037" v="82" actId="2696"/>
        <pc:sldMkLst>
          <pc:docMk/>
          <pc:sldMk cId="0" sldId="268"/>
        </pc:sldMkLst>
      </pc:sldChg>
      <pc:sldChg chg="add del">
        <pc:chgData name="Devinder Kaur" userId="89161a673412ba18" providerId="LiveId" clId="{62182EAD-13BD-42DC-9A29-4887A4B2D67C}" dt="2022-11-07T09:34:07.037" v="82" actId="2696"/>
        <pc:sldMkLst>
          <pc:docMk/>
          <pc:sldMk cId="0" sldId="273"/>
        </pc:sldMkLst>
      </pc:sldChg>
      <pc:sldChg chg="add del">
        <pc:chgData name="Devinder Kaur" userId="89161a673412ba18" providerId="LiveId" clId="{62182EAD-13BD-42DC-9A29-4887A4B2D67C}" dt="2022-11-07T09:34:07.037" v="82" actId="2696"/>
        <pc:sldMkLst>
          <pc:docMk/>
          <pc:sldMk cId="0" sldId="274"/>
        </pc:sldMkLst>
      </pc:sldChg>
      <pc:sldChg chg="modSp mod">
        <pc:chgData name="Devinder Kaur" userId="89161a673412ba18" providerId="LiveId" clId="{62182EAD-13BD-42DC-9A29-4887A4B2D67C}" dt="2022-11-24T06:17:09.291" v="138" actId="20577"/>
        <pc:sldMkLst>
          <pc:docMk/>
          <pc:sldMk cId="456502190" sldId="277"/>
        </pc:sldMkLst>
        <pc:spChg chg="mod">
          <ac:chgData name="Devinder Kaur" userId="89161a673412ba18" providerId="LiveId" clId="{62182EAD-13BD-42DC-9A29-4887A4B2D67C}" dt="2022-11-24T06:17:09.291" v="138" actId="20577"/>
          <ac:spMkLst>
            <pc:docMk/>
            <pc:sldMk cId="456502190" sldId="277"/>
            <ac:spMk id="26" creationId="{00000000-0000-0000-0000-000000000000}"/>
          </ac:spMkLst>
        </pc:spChg>
      </pc:sldChg>
      <pc:sldChg chg="del">
        <pc:chgData name="Devinder Kaur" userId="89161a673412ba18" providerId="LiveId" clId="{62182EAD-13BD-42DC-9A29-4887A4B2D67C}" dt="2022-11-07T09:34:07.037" v="82" actId="2696"/>
        <pc:sldMkLst>
          <pc:docMk/>
          <pc:sldMk cId="2247371207" sldId="281"/>
        </pc:sldMkLst>
      </pc:sldChg>
      <pc:sldChg chg="del">
        <pc:chgData name="Devinder Kaur" userId="89161a673412ba18" providerId="LiveId" clId="{62182EAD-13BD-42DC-9A29-4887A4B2D67C}" dt="2022-11-07T09:34:07.037" v="82" actId="2696"/>
        <pc:sldMkLst>
          <pc:docMk/>
          <pc:sldMk cId="4075529772" sldId="282"/>
        </pc:sldMkLst>
      </pc:sldChg>
      <pc:sldChg chg="del">
        <pc:chgData name="Devinder Kaur" userId="89161a673412ba18" providerId="LiveId" clId="{62182EAD-13BD-42DC-9A29-4887A4B2D67C}" dt="2022-11-07T09:16:24.019" v="20" actId="2696"/>
        <pc:sldMkLst>
          <pc:docMk/>
          <pc:sldMk cId="3378593476" sldId="283"/>
        </pc:sldMkLst>
      </pc:sldChg>
      <pc:sldChg chg="del">
        <pc:chgData name="Devinder Kaur" userId="89161a673412ba18" providerId="LiveId" clId="{62182EAD-13BD-42DC-9A29-4887A4B2D67C}" dt="2022-11-07T09:34:07.037" v="82" actId="2696"/>
        <pc:sldMkLst>
          <pc:docMk/>
          <pc:sldMk cId="3620876989" sldId="283"/>
        </pc:sldMkLst>
      </pc:sldChg>
      <pc:sldChg chg="del">
        <pc:chgData name="Devinder Kaur" userId="89161a673412ba18" providerId="LiveId" clId="{62182EAD-13BD-42DC-9A29-4887A4B2D67C}" dt="2022-11-07T09:34:07.037" v="82" actId="2696"/>
        <pc:sldMkLst>
          <pc:docMk/>
          <pc:sldMk cId="3553239906" sldId="286"/>
        </pc:sldMkLst>
      </pc:sldChg>
      <pc:sldChg chg="del">
        <pc:chgData name="Devinder Kaur" userId="89161a673412ba18" providerId="LiveId" clId="{62182EAD-13BD-42DC-9A29-4887A4B2D67C}" dt="2022-11-07T09:34:07.037" v="82" actId="2696"/>
        <pc:sldMkLst>
          <pc:docMk/>
          <pc:sldMk cId="4008022660" sldId="287"/>
        </pc:sldMkLst>
      </pc:sldChg>
      <pc:sldChg chg="del">
        <pc:chgData name="Devinder Kaur" userId="89161a673412ba18" providerId="LiveId" clId="{62182EAD-13BD-42DC-9A29-4887A4B2D67C}" dt="2022-11-07T09:34:07.037" v="82" actId="2696"/>
        <pc:sldMkLst>
          <pc:docMk/>
          <pc:sldMk cId="2899595832" sldId="288"/>
        </pc:sldMkLst>
      </pc:sldChg>
      <pc:sldChg chg="del">
        <pc:chgData name="Devinder Kaur" userId="89161a673412ba18" providerId="LiveId" clId="{62182EAD-13BD-42DC-9A29-4887A4B2D67C}" dt="2022-11-07T09:34:07.037" v="82" actId="2696"/>
        <pc:sldMkLst>
          <pc:docMk/>
          <pc:sldMk cId="651260955" sldId="289"/>
        </pc:sldMkLst>
      </pc:sldChg>
      <pc:sldChg chg="del">
        <pc:chgData name="Devinder Kaur" userId="89161a673412ba18" providerId="LiveId" clId="{62182EAD-13BD-42DC-9A29-4887A4B2D67C}" dt="2022-11-07T09:34:07.037" v="82" actId="2696"/>
        <pc:sldMkLst>
          <pc:docMk/>
          <pc:sldMk cId="1374972507" sldId="290"/>
        </pc:sldMkLst>
      </pc:sldChg>
      <pc:sldChg chg="del">
        <pc:chgData name="Devinder Kaur" userId="89161a673412ba18" providerId="LiveId" clId="{62182EAD-13BD-42DC-9A29-4887A4B2D67C}" dt="2022-11-07T09:34:07.037" v="82" actId="2696"/>
        <pc:sldMkLst>
          <pc:docMk/>
          <pc:sldMk cId="4129635999" sldId="291"/>
        </pc:sldMkLst>
      </pc:sldChg>
      <pc:sldChg chg="del">
        <pc:chgData name="Devinder Kaur" userId="89161a673412ba18" providerId="LiveId" clId="{62182EAD-13BD-42DC-9A29-4887A4B2D67C}" dt="2022-11-07T09:34:07.037" v="82" actId="2696"/>
        <pc:sldMkLst>
          <pc:docMk/>
          <pc:sldMk cId="0" sldId="292"/>
        </pc:sldMkLst>
      </pc:sldChg>
      <pc:sldChg chg="add del">
        <pc:chgData name="Devinder Kaur" userId="89161a673412ba18" providerId="LiveId" clId="{62182EAD-13BD-42DC-9A29-4887A4B2D67C}" dt="2022-11-07T09:34:07.037" v="82" actId="2696"/>
        <pc:sldMkLst>
          <pc:docMk/>
          <pc:sldMk cId="454493414" sldId="293"/>
        </pc:sldMkLst>
      </pc:sldChg>
      <pc:sldChg chg="del">
        <pc:chgData name="Devinder Kaur" userId="89161a673412ba18" providerId="LiveId" clId="{62182EAD-13BD-42DC-9A29-4887A4B2D67C}" dt="2022-11-07T09:25:27.234" v="68"/>
        <pc:sldMkLst>
          <pc:docMk/>
          <pc:sldMk cId="1241265271" sldId="293"/>
        </pc:sldMkLst>
      </pc:sldChg>
      <pc:sldChg chg="del">
        <pc:chgData name="Devinder Kaur" userId="89161a673412ba18" providerId="LiveId" clId="{62182EAD-13BD-42DC-9A29-4887A4B2D67C}" dt="2022-11-07T09:24:47.596" v="67" actId="2696"/>
        <pc:sldMkLst>
          <pc:docMk/>
          <pc:sldMk cId="2940580942" sldId="293"/>
        </pc:sldMkLst>
      </pc:sldChg>
      <pc:sldChg chg="del">
        <pc:chgData name="Devinder Kaur" userId="89161a673412ba18" providerId="LiveId" clId="{62182EAD-13BD-42DC-9A29-4887A4B2D67C}" dt="2022-11-07T09:20:22.119" v="25" actId="2696"/>
        <pc:sldMkLst>
          <pc:docMk/>
          <pc:sldMk cId="381877043" sldId="295"/>
        </pc:sldMkLst>
      </pc:sldChg>
      <pc:sldChg chg="addSp modSp del mod">
        <pc:chgData name="Devinder Kaur" userId="89161a673412ba18" providerId="LiveId" clId="{62182EAD-13BD-42DC-9A29-4887A4B2D67C}" dt="2022-11-07T09:34:07.037" v="82" actId="2696"/>
        <pc:sldMkLst>
          <pc:docMk/>
          <pc:sldMk cId="1677110990" sldId="295"/>
        </pc:sldMkLst>
        <pc:spChg chg="mod">
          <ac:chgData name="Devinder Kaur" userId="89161a673412ba18" providerId="LiveId" clId="{62182EAD-13BD-42DC-9A29-4887A4B2D67C}" dt="2022-11-07T09:22:48.330" v="62" actId="14100"/>
          <ac:spMkLst>
            <pc:docMk/>
            <pc:sldMk cId="1677110990" sldId="295"/>
            <ac:spMk id="3" creationId="{00000000-0000-0000-0000-000000000000}"/>
          </ac:spMkLst>
        </pc:spChg>
        <pc:spChg chg="add mod">
          <ac:chgData name="Devinder Kaur" userId="89161a673412ba18" providerId="LiveId" clId="{62182EAD-13BD-42DC-9A29-4887A4B2D67C}" dt="2022-11-07T09:21:58.530" v="43" actId="14100"/>
          <ac:spMkLst>
            <pc:docMk/>
            <pc:sldMk cId="1677110990" sldId="295"/>
            <ac:spMk id="5" creationId="{5B861E7F-598A-B3C8-948B-5811C203132D}"/>
          </ac:spMkLst>
        </pc:spChg>
      </pc:sldChg>
      <pc:sldChg chg="del">
        <pc:chgData name="Devinder Kaur" userId="89161a673412ba18" providerId="LiveId" clId="{62182EAD-13BD-42DC-9A29-4887A4B2D67C}" dt="2022-11-07T09:20:22.119" v="25" actId="2696"/>
        <pc:sldMkLst>
          <pc:docMk/>
          <pc:sldMk cId="266370214" sldId="296"/>
        </pc:sldMkLst>
      </pc:sldChg>
      <pc:sldChg chg="del">
        <pc:chgData name="Devinder Kaur" userId="89161a673412ba18" providerId="LiveId" clId="{62182EAD-13BD-42DC-9A29-4887A4B2D67C}" dt="2022-11-07T09:34:07.037" v="82" actId="2696"/>
        <pc:sldMkLst>
          <pc:docMk/>
          <pc:sldMk cId="3725149387" sldId="296"/>
        </pc:sldMkLst>
      </pc:sldChg>
      <pc:sldChg chg="del">
        <pc:chgData name="Devinder Kaur" userId="89161a673412ba18" providerId="LiveId" clId="{62182EAD-13BD-42DC-9A29-4887A4B2D67C}" dt="2022-11-24T06:17:39.060" v="139" actId="47"/>
        <pc:sldMkLst>
          <pc:docMk/>
          <pc:sldMk cId="0" sldId="382"/>
        </pc:sldMkLst>
      </pc:sldChg>
      <pc:sldChg chg="del">
        <pc:chgData name="Devinder Kaur" userId="89161a673412ba18" providerId="LiveId" clId="{62182EAD-13BD-42DC-9A29-4887A4B2D67C}" dt="2022-11-07T09:34:07.037" v="82" actId="2696"/>
        <pc:sldMkLst>
          <pc:docMk/>
          <pc:sldMk cId="3335671634" sldId="385"/>
        </pc:sldMkLst>
      </pc:sldChg>
      <pc:sldChg chg="del">
        <pc:chgData name="Devinder Kaur" userId="89161a673412ba18" providerId="LiveId" clId="{62182EAD-13BD-42DC-9A29-4887A4B2D67C}" dt="2022-11-07T09:34:07.037" v="82" actId="2696"/>
        <pc:sldMkLst>
          <pc:docMk/>
          <pc:sldMk cId="3435598254" sldId="386"/>
        </pc:sldMkLst>
      </pc:sldChg>
      <pc:sldChg chg="del">
        <pc:chgData name="Devinder Kaur" userId="89161a673412ba18" providerId="LiveId" clId="{62182EAD-13BD-42DC-9A29-4887A4B2D67C}" dt="2022-11-07T09:34:07.037" v="82" actId="2696"/>
        <pc:sldMkLst>
          <pc:docMk/>
          <pc:sldMk cId="2444923482" sldId="387"/>
        </pc:sldMkLst>
      </pc:sldChg>
      <pc:sldChg chg="del">
        <pc:chgData name="Devinder Kaur" userId="89161a673412ba18" providerId="LiveId" clId="{62182EAD-13BD-42DC-9A29-4887A4B2D67C}" dt="2022-11-07T09:34:07.037" v="82" actId="2696"/>
        <pc:sldMkLst>
          <pc:docMk/>
          <pc:sldMk cId="528950835" sldId="388"/>
        </pc:sldMkLst>
      </pc:sldChg>
      <pc:sldChg chg="del">
        <pc:chgData name="Devinder Kaur" userId="89161a673412ba18" providerId="LiveId" clId="{62182EAD-13BD-42DC-9A29-4887A4B2D67C}" dt="2022-11-07T09:15:20.459" v="19" actId="2696"/>
        <pc:sldMkLst>
          <pc:docMk/>
          <pc:sldMk cId="2624573286" sldId="388"/>
        </pc:sldMkLst>
      </pc:sldChg>
      <pc:sldChg chg="del">
        <pc:chgData name="Devinder Kaur" userId="89161a673412ba18" providerId="LiveId" clId="{62182EAD-13BD-42DC-9A29-4887A4B2D67C}" dt="2022-11-07T09:34:07.037" v="82" actId="2696"/>
        <pc:sldMkLst>
          <pc:docMk/>
          <pc:sldMk cId="1912555942" sldId="389"/>
        </pc:sldMkLst>
      </pc:sldChg>
      <pc:sldChg chg="del">
        <pc:chgData name="Devinder Kaur" userId="89161a673412ba18" providerId="LiveId" clId="{62182EAD-13BD-42DC-9A29-4887A4B2D67C}" dt="2022-11-07T09:34:07.037" v="82" actId="2696"/>
        <pc:sldMkLst>
          <pc:docMk/>
          <pc:sldMk cId="1821159219" sldId="390"/>
        </pc:sldMkLst>
      </pc:sldChg>
      <pc:sldChg chg="del">
        <pc:chgData name="Devinder Kaur" userId="89161a673412ba18" providerId="LiveId" clId="{62182EAD-13BD-42DC-9A29-4887A4B2D67C}" dt="2022-11-07T09:34:07.037" v="82" actId="2696"/>
        <pc:sldMkLst>
          <pc:docMk/>
          <pc:sldMk cId="1135127693" sldId="391"/>
        </pc:sldMkLst>
      </pc:sldChg>
      <pc:sldChg chg="del">
        <pc:chgData name="Devinder Kaur" userId="89161a673412ba18" providerId="LiveId" clId="{62182EAD-13BD-42DC-9A29-4887A4B2D67C}" dt="2022-11-07T09:34:07.037" v="82" actId="2696"/>
        <pc:sldMkLst>
          <pc:docMk/>
          <pc:sldMk cId="764978247" sldId="392"/>
        </pc:sldMkLst>
      </pc:sldChg>
      <pc:sldChg chg="del">
        <pc:chgData name="Devinder Kaur" userId="89161a673412ba18" providerId="LiveId" clId="{62182EAD-13BD-42DC-9A29-4887A4B2D67C}" dt="2022-11-07T09:15:20.459" v="19" actId="2696"/>
        <pc:sldMkLst>
          <pc:docMk/>
          <pc:sldMk cId="2909079257" sldId="392"/>
        </pc:sldMkLst>
      </pc:sldChg>
      <pc:sldChg chg="add del">
        <pc:chgData name="Devinder Kaur" userId="89161a673412ba18" providerId="LiveId" clId="{62182EAD-13BD-42DC-9A29-4887A4B2D67C}" dt="2022-11-07T09:34:07.037" v="82" actId="2696"/>
        <pc:sldMkLst>
          <pc:docMk/>
          <pc:sldMk cId="1304909485" sldId="393"/>
        </pc:sldMkLst>
      </pc:sldChg>
      <pc:sldChg chg="del">
        <pc:chgData name="Devinder Kaur" userId="89161a673412ba18" providerId="LiveId" clId="{62182EAD-13BD-42DC-9A29-4887A4B2D67C}" dt="2022-11-07T09:25:27.234" v="68"/>
        <pc:sldMkLst>
          <pc:docMk/>
          <pc:sldMk cId="1646348192" sldId="393"/>
        </pc:sldMkLst>
      </pc:sldChg>
      <pc:sldChg chg="delSp del">
        <pc:chgData name="Devinder Kaur" userId="89161a673412ba18" providerId="LiveId" clId="{62182EAD-13BD-42DC-9A29-4887A4B2D67C}" dt="2022-11-07T09:24:47.596" v="67" actId="2696"/>
        <pc:sldMkLst>
          <pc:docMk/>
          <pc:sldMk cId="2294907913" sldId="393"/>
        </pc:sldMkLst>
        <pc:spChg chg="del">
          <ac:chgData name="Devinder Kaur" userId="89161a673412ba18" providerId="LiveId" clId="{62182EAD-13BD-42DC-9A29-4887A4B2D67C}" dt="2022-11-07T09:01:34.912" v="0" actId="478"/>
          <ac:spMkLst>
            <pc:docMk/>
            <pc:sldMk cId="2294907913" sldId="393"/>
            <ac:spMk id="25604" creationId="{00000000-0000-0000-0000-000000000000}"/>
          </ac:spMkLst>
        </pc:spChg>
      </pc:sldChg>
      <pc:sldChg chg="ord">
        <pc:chgData name="Devinder Kaur" userId="89161a673412ba18" providerId="LiveId" clId="{62182EAD-13BD-42DC-9A29-4887A4B2D67C}" dt="2022-11-11T06:32:02.510" v="94"/>
        <pc:sldMkLst>
          <pc:docMk/>
          <pc:sldMk cId="4287728115" sldId="405"/>
        </pc:sldMkLst>
      </pc:sldChg>
      <pc:sldChg chg="del">
        <pc:chgData name="Devinder Kaur" userId="89161a673412ba18" providerId="LiveId" clId="{62182EAD-13BD-42DC-9A29-4887A4B2D67C}" dt="2022-11-11T06:32:23.161" v="95" actId="2696"/>
        <pc:sldMkLst>
          <pc:docMk/>
          <pc:sldMk cId="3989594696" sldId="409"/>
        </pc:sldMkLst>
      </pc:sldChg>
      <pc:sldChg chg="modSp mod">
        <pc:chgData name="Devinder Kaur" userId="89161a673412ba18" providerId="LiveId" clId="{62182EAD-13BD-42DC-9A29-4887A4B2D67C}" dt="2022-11-07T09:59:16.804" v="90" actId="113"/>
        <pc:sldMkLst>
          <pc:docMk/>
          <pc:sldMk cId="4071459864" sldId="413"/>
        </pc:sldMkLst>
        <pc:spChg chg="mod">
          <ac:chgData name="Devinder Kaur" userId="89161a673412ba18" providerId="LiveId" clId="{62182EAD-13BD-42DC-9A29-4887A4B2D67C}" dt="2022-11-07T09:59:16.804" v="90" actId="113"/>
          <ac:spMkLst>
            <pc:docMk/>
            <pc:sldMk cId="4071459864" sldId="413"/>
            <ac:spMk id="4" creationId="{B3F41568-866A-4E27-A106-95F12A7977E8}"/>
          </ac:spMkLst>
        </pc:spChg>
      </pc:sldChg>
      <pc:sldChg chg="modSp mod">
        <pc:chgData name="Devinder Kaur" userId="89161a673412ba18" providerId="LiveId" clId="{62182EAD-13BD-42DC-9A29-4887A4B2D67C}" dt="2022-11-07T10:07:52.564" v="91" actId="113"/>
        <pc:sldMkLst>
          <pc:docMk/>
          <pc:sldMk cId="3524959305" sldId="417"/>
        </pc:sldMkLst>
        <pc:spChg chg="mod">
          <ac:chgData name="Devinder Kaur" userId="89161a673412ba18" providerId="LiveId" clId="{62182EAD-13BD-42DC-9A29-4887A4B2D67C}" dt="2022-11-07T10:07:52.564" v="91" actId="113"/>
          <ac:spMkLst>
            <pc:docMk/>
            <pc:sldMk cId="3524959305" sldId="417"/>
            <ac:spMk id="7" creationId="{E803E3CC-A892-4E6D-A6DA-A3AF5878D377}"/>
          </ac:spMkLst>
        </pc:spChg>
      </pc:sldChg>
      <pc:sldChg chg="del">
        <pc:chgData name="Devinder Kaur" userId="89161a673412ba18" providerId="LiveId" clId="{62182EAD-13BD-42DC-9A29-4887A4B2D67C}" dt="2022-11-11T06:31:07.333" v="92" actId="2696"/>
        <pc:sldMkLst>
          <pc:docMk/>
          <pc:sldMk cId="1832125148" sldId="427"/>
        </pc:sldMkLst>
      </pc:sldChg>
      <pc:sldChg chg="modSp mod">
        <pc:chgData name="Devinder Kaur" userId="89161a673412ba18" providerId="LiveId" clId="{62182EAD-13BD-42DC-9A29-4887A4B2D67C}" dt="2022-11-11T06:34:40.646" v="100" actId="27636"/>
        <pc:sldMkLst>
          <pc:docMk/>
          <pc:sldMk cId="2184810660" sldId="437"/>
        </pc:sldMkLst>
        <pc:spChg chg="mod">
          <ac:chgData name="Devinder Kaur" userId="89161a673412ba18" providerId="LiveId" clId="{62182EAD-13BD-42DC-9A29-4887A4B2D67C}" dt="2022-11-11T06:34:40.646" v="100" actId="27636"/>
          <ac:spMkLst>
            <pc:docMk/>
            <pc:sldMk cId="2184810660" sldId="437"/>
            <ac:spMk id="3" creationId="{CFD5E64E-5068-496F-A79E-0CA587351504}"/>
          </ac:spMkLst>
        </pc:spChg>
      </pc:sldChg>
      <pc:sldChg chg="modSp mod">
        <pc:chgData name="Devinder Kaur" userId="89161a673412ba18" providerId="LiveId" clId="{62182EAD-13BD-42DC-9A29-4887A4B2D67C}" dt="2022-11-11T06:38:37.351" v="127" actId="27636"/>
        <pc:sldMkLst>
          <pc:docMk/>
          <pc:sldMk cId="1334496686" sldId="440"/>
        </pc:sldMkLst>
        <pc:spChg chg="mod">
          <ac:chgData name="Devinder Kaur" userId="89161a673412ba18" providerId="LiveId" clId="{62182EAD-13BD-42DC-9A29-4887A4B2D67C}" dt="2022-11-11T06:38:37.351" v="127" actId="27636"/>
          <ac:spMkLst>
            <pc:docMk/>
            <pc:sldMk cId="1334496686" sldId="440"/>
            <ac:spMk id="3" creationId="{A3C1BAAC-E48F-44CA-8087-EDA57070B10A}"/>
          </ac:spMkLst>
        </pc:spChg>
        <pc:picChg chg="mod">
          <ac:chgData name="Devinder Kaur" userId="89161a673412ba18" providerId="LiveId" clId="{62182EAD-13BD-42DC-9A29-4887A4B2D67C}" dt="2022-11-11T06:38:31.854" v="125" actId="1038"/>
          <ac:picMkLst>
            <pc:docMk/>
            <pc:sldMk cId="1334496686" sldId="440"/>
            <ac:picMk id="5" creationId="{59594B10-8096-495B-A670-4ECD7E7CBB6A}"/>
          </ac:picMkLst>
        </pc:picChg>
      </pc:sldChg>
      <pc:sldChg chg="modSp del mod">
        <pc:chgData name="Devinder Kaur" userId="89161a673412ba18" providerId="LiveId" clId="{62182EAD-13BD-42DC-9A29-4887A4B2D67C}" dt="2022-11-07T09:34:07.037" v="82" actId="2696"/>
        <pc:sldMkLst>
          <pc:docMk/>
          <pc:sldMk cId="3276869159" sldId="444"/>
        </pc:sldMkLst>
        <pc:spChg chg="mod">
          <ac:chgData name="Devinder Kaur" userId="89161a673412ba18" providerId="LiveId" clId="{62182EAD-13BD-42DC-9A29-4887A4B2D67C}" dt="2022-11-07T09:08:54.398" v="12" actId="20577"/>
          <ac:spMkLst>
            <pc:docMk/>
            <pc:sldMk cId="3276869159" sldId="444"/>
            <ac:spMk id="3" creationId="{212F9F60-F08D-47FE-8E25-F2A6A08F1F0E}"/>
          </ac:spMkLst>
        </pc:spChg>
      </pc:sldChg>
      <pc:sldChg chg="modSp mod">
        <pc:chgData name="Devinder Kaur" userId="89161a673412ba18" providerId="LiveId" clId="{62182EAD-13BD-42DC-9A29-4887A4B2D67C}" dt="2022-11-11T06:41:13.166" v="137" actId="20577"/>
        <pc:sldMkLst>
          <pc:docMk/>
          <pc:sldMk cId="1588389297" sldId="446"/>
        </pc:sldMkLst>
        <pc:spChg chg="mod">
          <ac:chgData name="Devinder Kaur" userId="89161a673412ba18" providerId="LiveId" clId="{62182EAD-13BD-42DC-9A29-4887A4B2D67C}" dt="2022-11-11T06:41:13.166" v="137" actId="20577"/>
          <ac:spMkLst>
            <pc:docMk/>
            <pc:sldMk cId="1588389297" sldId="446"/>
            <ac:spMk id="3" creationId="{EFB32610-6427-4EF8-98BB-5C8F7A21FC85}"/>
          </ac:spMkLst>
        </pc:spChg>
      </pc:sldChg>
      <pc:sldChg chg="del">
        <pc:chgData name="Devinder Kaur" userId="89161a673412ba18" providerId="LiveId" clId="{62182EAD-13BD-42DC-9A29-4887A4B2D67C}" dt="2022-11-07T09:34:07.037" v="82" actId="2696"/>
        <pc:sldMkLst>
          <pc:docMk/>
          <pc:sldMk cId="1218887647" sldId="448"/>
        </pc:sldMkLst>
      </pc:sldChg>
      <pc:sldChg chg="add del">
        <pc:chgData name="Devinder Kaur" userId="89161a673412ba18" providerId="LiveId" clId="{62182EAD-13BD-42DC-9A29-4887A4B2D67C}" dt="2022-11-07T09:34:07.037" v="82" actId="2696"/>
        <pc:sldMkLst>
          <pc:docMk/>
          <pc:sldMk cId="3247445141" sldId="454"/>
        </pc:sldMkLst>
      </pc:sldChg>
      <pc:sldChg chg="add del ord">
        <pc:chgData name="Devinder Kaur" userId="89161a673412ba18" providerId="LiveId" clId="{62182EAD-13BD-42DC-9A29-4887A4B2D67C}" dt="2022-11-07T09:34:07.037" v="82" actId="2696"/>
        <pc:sldMkLst>
          <pc:docMk/>
          <pc:sldMk cId="1080002282" sldId="455"/>
        </pc:sldMkLst>
      </pc:sldChg>
      <pc:sldChg chg="add del">
        <pc:chgData name="Devinder Kaur" userId="89161a673412ba18" providerId="LiveId" clId="{62182EAD-13BD-42DC-9A29-4887A4B2D67C}" dt="2022-11-07T09:34:07.037" v="82" actId="2696"/>
        <pc:sldMkLst>
          <pc:docMk/>
          <pc:sldMk cId="2346958233" sldId="457"/>
        </pc:sldMkLst>
      </pc:sldChg>
      <pc:sldChg chg="modSp mod">
        <pc:chgData name="Devinder Kaur" userId="89161a673412ba18" providerId="LiveId" clId="{62182EAD-13BD-42DC-9A29-4887A4B2D67C}" dt="2022-11-11T06:39:18.703" v="130" actId="14100"/>
        <pc:sldMkLst>
          <pc:docMk/>
          <pc:sldMk cId="212605222" sldId="463"/>
        </pc:sldMkLst>
        <pc:picChg chg="mod">
          <ac:chgData name="Devinder Kaur" userId="89161a673412ba18" providerId="LiveId" clId="{62182EAD-13BD-42DC-9A29-4887A4B2D67C}" dt="2022-11-11T06:39:18.703" v="130" actId="14100"/>
          <ac:picMkLst>
            <pc:docMk/>
            <pc:sldMk cId="212605222" sldId="463"/>
            <ac:picMk id="3" creationId="{A3AAA238-527F-4425-8308-18632226A795}"/>
          </ac:picMkLst>
        </pc:picChg>
      </pc:sldChg>
      <pc:sldChg chg="del">
        <pc:chgData name="Devinder Kaur" userId="89161a673412ba18" providerId="LiveId" clId="{62182EAD-13BD-42DC-9A29-4887A4B2D67C}" dt="2022-11-07T09:34:07.037" v="82" actId="2696"/>
        <pc:sldMkLst>
          <pc:docMk/>
          <pc:sldMk cId="3076220560" sldId="492"/>
        </pc:sldMkLst>
      </pc:sldChg>
      <pc:sldChg chg="modSp new mod">
        <pc:chgData name="Devinder Kaur" userId="89161a673412ba18" providerId="LiveId" clId="{62182EAD-13BD-42DC-9A29-4887A4B2D67C}" dt="2022-11-07T09:38:19.655" v="89" actId="113"/>
        <pc:sldMkLst>
          <pc:docMk/>
          <pc:sldMk cId="3414043945" sldId="492"/>
        </pc:sldMkLst>
        <pc:spChg chg="mod">
          <ac:chgData name="Devinder Kaur" userId="89161a673412ba18" providerId="LiveId" clId="{62182EAD-13BD-42DC-9A29-4887A4B2D67C}" dt="2022-11-07T09:38:19.655" v="89" actId="113"/>
          <ac:spMkLst>
            <pc:docMk/>
            <pc:sldMk cId="3414043945" sldId="492"/>
            <ac:spMk id="2" creationId="{11160622-988C-2492-9E81-853D838B5BCF}"/>
          </ac:spMkLst>
        </pc:spChg>
      </pc:sldChg>
      <pc:sldChg chg="modSp del mod">
        <pc:chgData name="Devinder Kaur" userId="89161a673412ba18" providerId="LiveId" clId="{62182EAD-13BD-42DC-9A29-4887A4B2D67C}" dt="2022-11-07T09:34:07.037" v="82" actId="2696"/>
        <pc:sldMkLst>
          <pc:docMk/>
          <pc:sldMk cId="89599261" sldId="493"/>
        </pc:sldMkLst>
        <pc:spChg chg="mod">
          <ac:chgData name="Devinder Kaur" userId="89161a673412ba18" providerId="LiveId" clId="{62182EAD-13BD-42DC-9A29-4887A4B2D67C}" dt="2022-11-07T09:13:59.739" v="14" actId="27636"/>
          <ac:spMkLst>
            <pc:docMk/>
            <pc:sldMk cId="89599261" sldId="493"/>
            <ac:spMk id="3" creationId="{265C9362-E4D9-48A7-AE84-DB11016138D0}"/>
          </ac:spMkLst>
        </pc:spChg>
      </pc:sldChg>
      <pc:sldChg chg="modSp del mod">
        <pc:chgData name="Devinder Kaur" userId="89161a673412ba18" providerId="LiveId" clId="{62182EAD-13BD-42DC-9A29-4887A4B2D67C}" dt="2022-11-07T09:34:07.037" v="82" actId="2696"/>
        <pc:sldMkLst>
          <pc:docMk/>
          <pc:sldMk cId="1899886567" sldId="494"/>
        </pc:sldMkLst>
        <pc:spChg chg="mod">
          <ac:chgData name="Devinder Kaur" userId="89161a673412ba18" providerId="LiveId" clId="{62182EAD-13BD-42DC-9A29-4887A4B2D67C}" dt="2022-11-07T09:13:59.791" v="15" actId="27636"/>
          <ac:spMkLst>
            <pc:docMk/>
            <pc:sldMk cId="1899886567" sldId="494"/>
            <ac:spMk id="3" creationId="{0C917BEC-2929-49D3-BCD9-A84E28C9C343}"/>
          </ac:spMkLst>
        </pc:spChg>
        <pc:spChg chg="mod">
          <ac:chgData name="Devinder Kaur" userId="89161a673412ba18" providerId="LiveId" clId="{62182EAD-13BD-42DC-9A29-4887A4B2D67C}" dt="2022-11-07T09:13:59.809" v="18" actId="27636"/>
          <ac:spMkLst>
            <pc:docMk/>
            <pc:sldMk cId="1899886567" sldId="494"/>
            <ac:spMk id="4" creationId="{EA6DFD7A-B988-4CFB-B24F-F79D5061F513}"/>
          </ac:spMkLst>
        </pc:spChg>
        <pc:spChg chg="mod">
          <ac:chgData name="Devinder Kaur" userId="89161a673412ba18" providerId="LiveId" clId="{62182EAD-13BD-42DC-9A29-4887A4B2D67C}" dt="2022-11-07T09:13:59.792" v="16" actId="27636"/>
          <ac:spMkLst>
            <pc:docMk/>
            <pc:sldMk cId="1899886567" sldId="494"/>
            <ac:spMk id="5" creationId="{FED09C72-EB4A-41D9-8410-A183AFFE5E07}"/>
          </ac:spMkLst>
        </pc:spChg>
        <pc:spChg chg="mod">
          <ac:chgData name="Devinder Kaur" userId="89161a673412ba18" providerId="LiveId" clId="{62182EAD-13BD-42DC-9A29-4887A4B2D67C}" dt="2022-11-07T09:13:59.809" v="17" actId="27636"/>
          <ac:spMkLst>
            <pc:docMk/>
            <pc:sldMk cId="1899886567" sldId="494"/>
            <ac:spMk id="6" creationId="{6D384AF8-AB4D-4A2D-ADBC-BD2F1BD02E7F}"/>
          </ac:spMkLst>
        </pc:spChg>
      </pc:sldChg>
      <pc:sldChg chg="del">
        <pc:chgData name="Devinder Kaur" userId="89161a673412ba18" providerId="LiveId" clId="{62182EAD-13BD-42DC-9A29-4887A4B2D67C}" dt="2022-11-07T09:34:07.037" v="82" actId="2696"/>
        <pc:sldMkLst>
          <pc:docMk/>
          <pc:sldMk cId="1633313903" sldId="495"/>
        </pc:sldMkLst>
      </pc:sldChg>
      <pc:sldChg chg="add del">
        <pc:chgData name="Devinder Kaur" userId="89161a673412ba18" providerId="LiveId" clId="{62182EAD-13BD-42DC-9A29-4887A4B2D67C}" dt="2022-11-07T09:34:07.037" v="82" actId="2696"/>
        <pc:sldMkLst>
          <pc:docMk/>
          <pc:sldMk cId="1150963543" sldId="496"/>
        </pc:sldMkLst>
      </pc:sldChg>
      <pc:sldChg chg="add del">
        <pc:chgData name="Devinder Kaur" userId="89161a673412ba18" providerId="LiveId" clId="{62182EAD-13BD-42DC-9A29-4887A4B2D67C}" dt="2022-11-07T09:34:07.037" v="82" actId="2696"/>
        <pc:sldMkLst>
          <pc:docMk/>
          <pc:sldMk cId="1567523935" sldId="497"/>
        </pc:sldMkLst>
      </pc:sldChg>
      <pc:sldChg chg="del">
        <pc:chgData name="Devinder Kaur" userId="89161a673412ba18" providerId="LiveId" clId="{62182EAD-13BD-42DC-9A29-4887A4B2D67C}" dt="2022-11-07T09:34:07.037" v="82" actId="2696"/>
        <pc:sldMkLst>
          <pc:docMk/>
          <pc:sldMk cId="4009363559" sldId="498"/>
        </pc:sldMkLst>
      </pc:sldChg>
      <pc:sldChg chg="del">
        <pc:chgData name="Devinder Kaur" userId="89161a673412ba18" providerId="LiveId" clId="{62182EAD-13BD-42DC-9A29-4887A4B2D67C}" dt="2022-11-07T09:34:07.037" v="82" actId="2696"/>
        <pc:sldMkLst>
          <pc:docMk/>
          <pc:sldMk cId="3614524674" sldId="499"/>
        </pc:sldMkLst>
      </pc:sldChg>
      <pc:sldChg chg="add del">
        <pc:chgData name="Devinder Kaur" userId="89161a673412ba18" providerId="LiveId" clId="{62182EAD-13BD-42DC-9A29-4887A4B2D67C}" dt="2022-11-07T09:34:07.037" v="82" actId="2696"/>
        <pc:sldMkLst>
          <pc:docMk/>
          <pc:sldMk cId="3030977826" sldId="500"/>
        </pc:sldMkLst>
      </pc:sldChg>
      <pc:sldChg chg="del">
        <pc:chgData name="Devinder Kaur" userId="89161a673412ba18" providerId="LiveId" clId="{62182EAD-13BD-42DC-9A29-4887A4B2D67C}" dt="2022-11-07T09:34:07.037" v="82" actId="2696"/>
        <pc:sldMkLst>
          <pc:docMk/>
          <pc:sldMk cId="3127404050" sldId="501"/>
        </pc:sldMkLst>
      </pc:sldChg>
      <pc:sldChg chg="del">
        <pc:chgData name="Devinder Kaur" userId="89161a673412ba18" providerId="LiveId" clId="{62182EAD-13BD-42DC-9A29-4887A4B2D67C}" dt="2022-11-07T09:34:07.037" v="82" actId="2696"/>
        <pc:sldMkLst>
          <pc:docMk/>
          <pc:sldMk cId="2143142585" sldId="502"/>
        </pc:sldMkLst>
      </pc:sldChg>
      <pc:sldChg chg="add del">
        <pc:chgData name="Devinder Kaur" userId="89161a673412ba18" providerId="LiveId" clId="{62182EAD-13BD-42DC-9A29-4887A4B2D67C}" dt="2022-11-07T09:34:07.037" v="82" actId="2696"/>
        <pc:sldMkLst>
          <pc:docMk/>
          <pc:sldMk cId="894815210" sldId="503"/>
        </pc:sldMkLst>
      </pc:sldChg>
      <pc:sldChg chg="del">
        <pc:chgData name="Devinder Kaur" userId="89161a673412ba18" providerId="LiveId" clId="{62182EAD-13BD-42DC-9A29-4887A4B2D67C}" dt="2022-11-07T09:30:46.214" v="78"/>
        <pc:sldMkLst>
          <pc:docMk/>
          <pc:sldMk cId="2956808300" sldId="503"/>
        </pc:sldMkLst>
      </pc:sldChg>
      <pc:sldChg chg="add del">
        <pc:chgData name="Devinder Kaur" userId="89161a673412ba18" providerId="LiveId" clId="{62182EAD-13BD-42DC-9A29-4887A4B2D67C}" dt="2022-11-07T09:34:07.037" v="82" actId="2696"/>
        <pc:sldMkLst>
          <pc:docMk/>
          <pc:sldMk cId="2469847588" sldId="504"/>
        </pc:sldMkLst>
      </pc:sldChg>
      <pc:sldChg chg="add del">
        <pc:chgData name="Devinder Kaur" userId="89161a673412ba18" providerId="LiveId" clId="{62182EAD-13BD-42DC-9A29-4887A4B2D67C}" dt="2022-11-07T09:34:07.037" v="82" actId="2696"/>
        <pc:sldMkLst>
          <pc:docMk/>
          <pc:sldMk cId="2427657729" sldId="505"/>
        </pc:sldMkLst>
      </pc:sldChg>
      <pc:sldChg chg="add del">
        <pc:chgData name="Devinder Kaur" userId="89161a673412ba18" providerId="LiveId" clId="{62182EAD-13BD-42DC-9A29-4887A4B2D67C}" dt="2022-11-07T09:34:07.037" v="82" actId="2696"/>
        <pc:sldMkLst>
          <pc:docMk/>
          <pc:sldMk cId="1712981943" sldId="506"/>
        </pc:sldMkLst>
      </pc:sldChg>
      <pc:sldChg chg="add del">
        <pc:chgData name="Devinder Kaur" userId="89161a673412ba18" providerId="LiveId" clId="{62182EAD-13BD-42DC-9A29-4887A4B2D67C}" dt="2022-11-07T09:34:07.037" v="82" actId="2696"/>
        <pc:sldMkLst>
          <pc:docMk/>
          <pc:sldMk cId="1824992622" sldId="507"/>
        </pc:sldMkLst>
      </pc:sldChg>
      <pc:sldChg chg="add del">
        <pc:chgData name="Devinder Kaur" userId="89161a673412ba18" providerId="LiveId" clId="{62182EAD-13BD-42DC-9A29-4887A4B2D67C}" dt="2022-11-07T09:34:07.037" v="82" actId="2696"/>
        <pc:sldMkLst>
          <pc:docMk/>
          <pc:sldMk cId="3266438709" sldId="508"/>
        </pc:sldMkLst>
      </pc:sldChg>
      <pc:sldChg chg="add del">
        <pc:chgData name="Devinder Kaur" userId="89161a673412ba18" providerId="LiveId" clId="{62182EAD-13BD-42DC-9A29-4887A4B2D67C}" dt="2022-11-07T09:34:07.037" v="82" actId="2696"/>
        <pc:sldMkLst>
          <pc:docMk/>
          <pc:sldMk cId="1708513419" sldId="509"/>
        </pc:sldMkLst>
      </pc:sldChg>
      <pc:sldChg chg="add del">
        <pc:chgData name="Devinder Kaur" userId="89161a673412ba18" providerId="LiveId" clId="{62182EAD-13BD-42DC-9A29-4887A4B2D67C}" dt="2022-11-07T09:34:07.037" v="82" actId="2696"/>
        <pc:sldMkLst>
          <pc:docMk/>
          <pc:sldMk cId="3664076648" sldId="510"/>
        </pc:sldMkLst>
      </pc:sldChg>
      <pc:sldChg chg="add del">
        <pc:chgData name="Devinder Kaur" userId="89161a673412ba18" providerId="LiveId" clId="{62182EAD-13BD-42DC-9A29-4887A4B2D67C}" dt="2022-11-07T09:34:07.037" v="82" actId="2696"/>
        <pc:sldMkLst>
          <pc:docMk/>
          <pc:sldMk cId="216894798" sldId="511"/>
        </pc:sldMkLst>
      </pc:sldChg>
      <pc:sldChg chg="add del">
        <pc:chgData name="Devinder Kaur" userId="89161a673412ba18" providerId="LiveId" clId="{62182EAD-13BD-42DC-9A29-4887A4B2D67C}" dt="2022-11-07T09:34:07.037" v="82" actId="2696"/>
        <pc:sldMkLst>
          <pc:docMk/>
          <pc:sldMk cId="720783215" sldId="512"/>
        </pc:sldMkLst>
      </pc:sldChg>
      <pc:sldChg chg="add del">
        <pc:chgData name="Devinder Kaur" userId="89161a673412ba18" providerId="LiveId" clId="{62182EAD-13BD-42DC-9A29-4887A4B2D67C}" dt="2022-11-07T09:34:07.037" v="82" actId="2696"/>
        <pc:sldMkLst>
          <pc:docMk/>
          <pc:sldMk cId="561393716" sldId="513"/>
        </pc:sldMkLst>
      </pc:sldChg>
      <pc:sldMasterChg chg="del delSldLayout">
        <pc:chgData name="Devinder Kaur" userId="89161a673412ba18" providerId="LiveId" clId="{62182EAD-13BD-42DC-9A29-4887A4B2D67C}" dt="2022-11-07T09:34:07.037" v="82" actId="2696"/>
        <pc:sldMasterMkLst>
          <pc:docMk/>
          <pc:sldMasterMk cId="3322843594" sldId="2147483702"/>
        </pc:sldMasterMkLst>
        <pc:sldLayoutChg chg="del">
          <pc:chgData name="Devinder Kaur" userId="89161a673412ba18" providerId="LiveId" clId="{62182EAD-13BD-42DC-9A29-4887A4B2D67C}" dt="2022-11-07T09:34:07.037" v="82" actId="2696"/>
          <pc:sldLayoutMkLst>
            <pc:docMk/>
            <pc:sldMasterMk cId="3322843594" sldId="2147483702"/>
            <pc:sldLayoutMk cId="2434090806" sldId="2147483703"/>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915995887" sldId="2147483704"/>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3609179569" sldId="2147483705"/>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674466517" sldId="2147483706"/>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905480997" sldId="2147483707"/>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3551433049" sldId="2147483708"/>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452950101" sldId="2147483709"/>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3211614205" sldId="2147483710"/>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415870570" sldId="2147483711"/>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612989840" sldId="2147483712"/>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976452795" sldId="2147483713"/>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81632195" sldId="2147483714"/>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806364830" sldId="2147483715"/>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83584300" sldId="2147483716"/>
          </pc:sldLayoutMkLst>
        </pc:sldLayoutChg>
      </pc:sldMasterChg>
    </pc:docChg>
  </pc:docChgLst>
  <pc:docChgLst>
    <pc:chgData name="Devinder Kaur" userId="89161a673412ba18" providerId="LiveId" clId="{301B72DA-DAD5-43B7-817D-83A773DCBB7B}"/>
    <pc:docChg chg="custSel modSld sldOrd">
      <pc:chgData name="Devinder Kaur" userId="89161a673412ba18" providerId="LiveId" clId="{301B72DA-DAD5-43B7-817D-83A773DCBB7B}" dt="2022-03-11T07:17:30" v="43"/>
      <pc:docMkLst>
        <pc:docMk/>
      </pc:docMkLst>
      <pc:sldChg chg="modSp">
        <pc:chgData name="Devinder Kaur" userId="89161a673412ba18" providerId="LiveId" clId="{301B72DA-DAD5-43B7-817D-83A773DCBB7B}" dt="2022-03-11T07:09:13.279" v="0" actId="14100"/>
        <pc:sldMkLst>
          <pc:docMk/>
          <pc:sldMk cId="4075529772" sldId="282"/>
        </pc:sldMkLst>
        <pc:spChg chg="mod">
          <ac:chgData name="Devinder Kaur" userId="89161a673412ba18" providerId="LiveId" clId="{301B72DA-DAD5-43B7-817D-83A773DCBB7B}" dt="2022-03-11T07:09:13.279" v="0" actId="14100"/>
          <ac:spMkLst>
            <pc:docMk/>
            <pc:sldMk cId="4075529772" sldId="282"/>
            <ac:spMk id="13314" creationId="{00000000-0000-0000-0000-000000000000}"/>
          </ac:spMkLst>
        </pc:spChg>
      </pc:sldChg>
      <pc:sldChg chg="modSp mod">
        <pc:chgData name="Devinder Kaur" userId="89161a673412ba18" providerId="LiveId" clId="{301B72DA-DAD5-43B7-817D-83A773DCBB7B}" dt="2022-03-11T07:12:11.350" v="1" actId="14100"/>
        <pc:sldMkLst>
          <pc:docMk/>
          <pc:sldMk cId="4008022660" sldId="287"/>
        </pc:sldMkLst>
        <pc:spChg chg="mod">
          <ac:chgData name="Devinder Kaur" userId="89161a673412ba18" providerId="LiveId" clId="{301B72DA-DAD5-43B7-817D-83A773DCBB7B}" dt="2022-03-11T07:12:11.350" v="1" actId="14100"/>
          <ac:spMkLst>
            <pc:docMk/>
            <pc:sldMk cId="4008022660" sldId="287"/>
            <ac:spMk id="9" creationId="{00000000-0000-0000-0000-000000000000}"/>
          </ac:spMkLst>
        </pc:spChg>
      </pc:sldChg>
      <pc:sldChg chg="modSp mod">
        <pc:chgData name="Devinder Kaur" userId="89161a673412ba18" providerId="LiveId" clId="{301B72DA-DAD5-43B7-817D-83A773DCBB7B}" dt="2022-03-11T07:14:35.397" v="41" actId="313"/>
        <pc:sldMkLst>
          <pc:docMk/>
          <pc:sldMk cId="381877043" sldId="295"/>
        </pc:sldMkLst>
        <pc:spChg chg="mod">
          <ac:chgData name="Devinder Kaur" userId="89161a673412ba18" providerId="LiveId" clId="{301B72DA-DAD5-43B7-817D-83A773DCBB7B}" dt="2022-03-11T07:14:35.397" v="41" actId="313"/>
          <ac:spMkLst>
            <pc:docMk/>
            <pc:sldMk cId="381877043" sldId="295"/>
            <ac:spMk id="3" creationId="{00000000-0000-0000-0000-000000000000}"/>
          </ac:spMkLst>
        </pc:spChg>
      </pc:sldChg>
      <pc:sldChg chg="ord">
        <pc:chgData name="Devinder Kaur" userId="89161a673412ba18" providerId="LiveId" clId="{301B72DA-DAD5-43B7-817D-83A773DCBB7B}" dt="2022-03-11T07:17:30" v="43"/>
        <pc:sldMkLst>
          <pc:docMk/>
          <pc:sldMk cId="2140101840" sldId="40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52D80A-EA30-4B5F-ABD0-3DE9C89DD51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0B27DE78-8E25-47B3-A277-D7D6D5F9391A}">
      <dgm:prSet phldrT="[Text]" custT="1"/>
      <dgm:spPr/>
      <dgm:t>
        <a:bodyPr/>
        <a:lstStyle/>
        <a:p>
          <a:r>
            <a:rPr lang="en-IN" sz="4000" b="1" i="0" dirty="0">
              <a:solidFill>
                <a:schemeClr val="tx1"/>
              </a:solidFill>
              <a:effectLst>
                <a:outerShdw blurRad="38100" dist="38100" dir="2700000" algn="tl">
                  <a:srgbClr val="000000">
                    <a:alpha val="43137"/>
                  </a:srgbClr>
                </a:outerShdw>
              </a:effectLst>
              <a:highlight>
                <a:srgbClr val="FFFF00"/>
              </a:highlight>
              <a:latin typeface="+mj-lt"/>
            </a:rPr>
            <a:t>Nervous System</a:t>
          </a:r>
          <a:endParaRPr lang="en-IN" sz="4000" dirty="0">
            <a:solidFill>
              <a:schemeClr val="tx1"/>
            </a:solidFill>
            <a:highlight>
              <a:srgbClr val="FFFF00"/>
            </a:highlight>
          </a:endParaRPr>
        </a:p>
      </dgm:t>
    </dgm:pt>
    <dgm:pt modelId="{80AD1566-87F3-4C99-A58C-009182DBF1C8}" type="parTrans" cxnId="{F7AC3539-01A0-4CA5-8953-D291EBF3F898}">
      <dgm:prSet/>
      <dgm:spPr/>
      <dgm:t>
        <a:bodyPr/>
        <a:lstStyle/>
        <a:p>
          <a:endParaRPr lang="en-IN"/>
        </a:p>
      </dgm:t>
    </dgm:pt>
    <dgm:pt modelId="{29C76743-26EE-489F-B234-76FDA256EAB4}" type="sibTrans" cxnId="{F7AC3539-01A0-4CA5-8953-D291EBF3F898}">
      <dgm:prSet/>
      <dgm:spPr/>
      <dgm:t>
        <a:bodyPr/>
        <a:lstStyle/>
        <a:p>
          <a:endParaRPr lang="en-IN"/>
        </a:p>
      </dgm:t>
    </dgm:pt>
    <dgm:pt modelId="{6CEDF5D4-D60B-40F9-97CC-395FDACE72C0}">
      <dgm:prSet phldrT="[Text]"/>
      <dgm:spPr/>
      <dgm:t>
        <a:bodyPr/>
        <a:lstStyle/>
        <a:p>
          <a:pPr algn="just"/>
          <a:r>
            <a:rPr lang="en-US" b="0" i="0" dirty="0"/>
            <a:t>The nervous system is a network of neurons whose main feature is to </a:t>
          </a:r>
          <a:r>
            <a:rPr lang="en-US" b="1" i="0" dirty="0"/>
            <a:t>generate, modulate and transmit information </a:t>
          </a:r>
          <a:r>
            <a:rPr lang="en-US" b="0" i="0" dirty="0"/>
            <a:t>between all the different parts of the human body.</a:t>
          </a:r>
          <a:endParaRPr lang="en-IN" dirty="0"/>
        </a:p>
      </dgm:t>
    </dgm:pt>
    <dgm:pt modelId="{4350BDF7-F18B-4E6D-B290-2C047E950345}" type="parTrans" cxnId="{DE0825EA-7F28-44F1-90CD-3A97A77EB060}">
      <dgm:prSet/>
      <dgm:spPr/>
      <dgm:t>
        <a:bodyPr/>
        <a:lstStyle/>
        <a:p>
          <a:endParaRPr lang="en-IN"/>
        </a:p>
      </dgm:t>
    </dgm:pt>
    <dgm:pt modelId="{01E4C579-8058-4730-B18B-07DC2F92C91B}" type="sibTrans" cxnId="{DE0825EA-7F28-44F1-90CD-3A97A77EB060}">
      <dgm:prSet/>
      <dgm:spPr/>
      <dgm:t>
        <a:bodyPr/>
        <a:lstStyle/>
        <a:p>
          <a:endParaRPr lang="en-IN"/>
        </a:p>
      </dgm:t>
    </dgm:pt>
    <dgm:pt modelId="{124AE85D-6918-4BC3-92BE-2DACBC7D870D}">
      <dgm:prSet phldrT="[Text]"/>
      <dgm:spPr/>
      <dgm:t>
        <a:bodyPr/>
        <a:lstStyle/>
        <a:p>
          <a:pPr algn="just"/>
          <a:r>
            <a:rPr lang="en-US" b="0" i="0" dirty="0"/>
            <a:t>This property </a:t>
          </a:r>
          <a:r>
            <a:rPr lang="en-US" b="1" i="0" dirty="0"/>
            <a:t>enables many important functions </a:t>
          </a:r>
          <a:r>
            <a:rPr lang="en-US" b="0" i="0" dirty="0"/>
            <a:t>of the nervous system, such as </a:t>
          </a:r>
          <a:r>
            <a:rPr lang="en-US" b="1" i="0" dirty="0"/>
            <a:t>regulation of vital body functions </a:t>
          </a:r>
          <a:r>
            <a:rPr lang="en-US" b="0" i="0" dirty="0"/>
            <a:t>(heartbeat, breathing, digestion), </a:t>
          </a:r>
          <a:r>
            <a:rPr lang="en-US" b="1" i="0" dirty="0"/>
            <a:t>sensation and body movements</a:t>
          </a:r>
          <a:r>
            <a:rPr lang="en-US" b="0" i="0" dirty="0"/>
            <a:t>. </a:t>
          </a:r>
          <a:endParaRPr lang="en-IN" dirty="0"/>
        </a:p>
      </dgm:t>
    </dgm:pt>
    <dgm:pt modelId="{719EA6A2-B5CC-48ED-A92E-1980C5BFA7C3}" type="parTrans" cxnId="{74331B5F-5F45-49D3-9D36-152E5958BA64}">
      <dgm:prSet/>
      <dgm:spPr/>
      <dgm:t>
        <a:bodyPr/>
        <a:lstStyle/>
        <a:p>
          <a:endParaRPr lang="en-IN"/>
        </a:p>
      </dgm:t>
    </dgm:pt>
    <dgm:pt modelId="{64EF7269-7599-4A91-93BC-127540BDCAF1}" type="sibTrans" cxnId="{74331B5F-5F45-49D3-9D36-152E5958BA64}">
      <dgm:prSet/>
      <dgm:spPr/>
      <dgm:t>
        <a:bodyPr/>
        <a:lstStyle/>
        <a:p>
          <a:endParaRPr lang="en-IN"/>
        </a:p>
      </dgm:t>
    </dgm:pt>
    <dgm:pt modelId="{FB2FF906-8CB5-4D46-9A34-2299C2F57861}" type="pres">
      <dgm:prSet presAssocID="{DF52D80A-EA30-4B5F-ABD0-3DE9C89DD516}" presName="Name0" presStyleCnt="0">
        <dgm:presLayoutVars>
          <dgm:dir/>
          <dgm:animLvl val="lvl"/>
          <dgm:resizeHandles val="exact"/>
        </dgm:presLayoutVars>
      </dgm:prSet>
      <dgm:spPr/>
    </dgm:pt>
    <dgm:pt modelId="{BA700A29-CA51-488B-8770-A90B22178AA6}" type="pres">
      <dgm:prSet presAssocID="{0B27DE78-8E25-47B3-A277-D7D6D5F9391A}" presName="composite" presStyleCnt="0"/>
      <dgm:spPr/>
    </dgm:pt>
    <dgm:pt modelId="{136E6A16-BD60-415A-A5EC-FC0F57C2FDD7}" type="pres">
      <dgm:prSet presAssocID="{0B27DE78-8E25-47B3-A277-D7D6D5F9391A}" presName="parTx" presStyleLbl="alignNode1" presStyleIdx="0" presStyleCnt="1" custLinFactNeighborX="-11813" custLinFactNeighborY="-39688">
        <dgm:presLayoutVars>
          <dgm:chMax val="0"/>
          <dgm:chPref val="0"/>
          <dgm:bulletEnabled val="1"/>
        </dgm:presLayoutVars>
      </dgm:prSet>
      <dgm:spPr/>
    </dgm:pt>
    <dgm:pt modelId="{73A6D535-29B8-48EA-8B94-1D80818E5EAF}" type="pres">
      <dgm:prSet presAssocID="{0B27DE78-8E25-47B3-A277-D7D6D5F9391A}" presName="desTx" presStyleLbl="alignAccFollowNode1" presStyleIdx="0" presStyleCnt="1" custScaleY="101724">
        <dgm:presLayoutVars>
          <dgm:bulletEnabled val="1"/>
        </dgm:presLayoutVars>
      </dgm:prSet>
      <dgm:spPr/>
    </dgm:pt>
  </dgm:ptLst>
  <dgm:cxnLst>
    <dgm:cxn modelId="{34D91700-D908-4285-866D-6E012F27F7A6}" type="presOf" srcId="{0B27DE78-8E25-47B3-A277-D7D6D5F9391A}" destId="{136E6A16-BD60-415A-A5EC-FC0F57C2FDD7}" srcOrd="0" destOrd="0" presId="urn:microsoft.com/office/officeart/2005/8/layout/hList1"/>
    <dgm:cxn modelId="{83541C1E-F50B-4160-BFB6-C6C7BF0359DC}" type="presOf" srcId="{6CEDF5D4-D60B-40F9-97CC-395FDACE72C0}" destId="{73A6D535-29B8-48EA-8B94-1D80818E5EAF}" srcOrd="0" destOrd="0" presId="urn:microsoft.com/office/officeart/2005/8/layout/hList1"/>
    <dgm:cxn modelId="{C29AD427-3BA4-4104-A682-BA340A87519E}" type="presOf" srcId="{DF52D80A-EA30-4B5F-ABD0-3DE9C89DD516}" destId="{FB2FF906-8CB5-4D46-9A34-2299C2F57861}" srcOrd="0" destOrd="0" presId="urn:microsoft.com/office/officeart/2005/8/layout/hList1"/>
    <dgm:cxn modelId="{F7AC3539-01A0-4CA5-8953-D291EBF3F898}" srcId="{DF52D80A-EA30-4B5F-ABD0-3DE9C89DD516}" destId="{0B27DE78-8E25-47B3-A277-D7D6D5F9391A}" srcOrd="0" destOrd="0" parTransId="{80AD1566-87F3-4C99-A58C-009182DBF1C8}" sibTransId="{29C76743-26EE-489F-B234-76FDA256EAB4}"/>
    <dgm:cxn modelId="{74331B5F-5F45-49D3-9D36-152E5958BA64}" srcId="{0B27DE78-8E25-47B3-A277-D7D6D5F9391A}" destId="{124AE85D-6918-4BC3-92BE-2DACBC7D870D}" srcOrd="1" destOrd="0" parTransId="{719EA6A2-B5CC-48ED-A92E-1980C5BFA7C3}" sibTransId="{64EF7269-7599-4A91-93BC-127540BDCAF1}"/>
    <dgm:cxn modelId="{744C0FB2-16FB-44A9-818C-201956BD092E}" type="presOf" srcId="{124AE85D-6918-4BC3-92BE-2DACBC7D870D}" destId="{73A6D535-29B8-48EA-8B94-1D80818E5EAF}" srcOrd="0" destOrd="1" presId="urn:microsoft.com/office/officeart/2005/8/layout/hList1"/>
    <dgm:cxn modelId="{DE0825EA-7F28-44F1-90CD-3A97A77EB060}" srcId="{0B27DE78-8E25-47B3-A277-D7D6D5F9391A}" destId="{6CEDF5D4-D60B-40F9-97CC-395FDACE72C0}" srcOrd="0" destOrd="0" parTransId="{4350BDF7-F18B-4E6D-B290-2C047E950345}" sibTransId="{01E4C579-8058-4730-B18B-07DC2F92C91B}"/>
    <dgm:cxn modelId="{AB1C0320-F4BC-447F-9F78-7CBD0E371770}" type="presParOf" srcId="{FB2FF906-8CB5-4D46-9A34-2299C2F57861}" destId="{BA700A29-CA51-488B-8770-A90B22178AA6}" srcOrd="0" destOrd="0" presId="urn:microsoft.com/office/officeart/2005/8/layout/hList1"/>
    <dgm:cxn modelId="{FF8E3A8F-5B96-4D28-8BE4-196243C2BE93}" type="presParOf" srcId="{BA700A29-CA51-488B-8770-A90B22178AA6}" destId="{136E6A16-BD60-415A-A5EC-FC0F57C2FDD7}" srcOrd="0" destOrd="0" presId="urn:microsoft.com/office/officeart/2005/8/layout/hList1"/>
    <dgm:cxn modelId="{5D6B1A08-36F8-43D2-A92E-7BD9EF6AEAD2}" type="presParOf" srcId="{BA700A29-CA51-488B-8770-A90B22178AA6}" destId="{73A6D535-29B8-48EA-8B94-1D80818E5EA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6E6A16-BD60-415A-A5EC-FC0F57C2FDD7}">
      <dsp:nvSpPr>
        <dsp:cNvPr id="0" name=""/>
        <dsp:cNvSpPr/>
      </dsp:nvSpPr>
      <dsp:spPr>
        <a:xfrm>
          <a:off x="0" y="0"/>
          <a:ext cx="10609580" cy="1065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marL="0" lvl="0" indent="0" algn="ctr" defTabSz="1778000">
            <a:lnSpc>
              <a:spcPct val="90000"/>
            </a:lnSpc>
            <a:spcBef>
              <a:spcPct val="0"/>
            </a:spcBef>
            <a:spcAft>
              <a:spcPct val="35000"/>
            </a:spcAft>
            <a:buNone/>
          </a:pPr>
          <a:r>
            <a:rPr lang="en-IN" sz="4000" b="1" i="0" kern="1200" dirty="0">
              <a:solidFill>
                <a:schemeClr val="tx1"/>
              </a:solidFill>
              <a:effectLst>
                <a:outerShdw blurRad="38100" dist="38100" dir="2700000" algn="tl">
                  <a:srgbClr val="000000">
                    <a:alpha val="43137"/>
                  </a:srgbClr>
                </a:outerShdw>
              </a:effectLst>
              <a:highlight>
                <a:srgbClr val="FFFF00"/>
              </a:highlight>
              <a:latin typeface="+mj-lt"/>
            </a:rPr>
            <a:t>Nervous System</a:t>
          </a:r>
          <a:endParaRPr lang="en-IN" sz="4000" kern="1200" dirty="0">
            <a:solidFill>
              <a:schemeClr val="tx1"/>
            </a:solidFill>
            <a:highlight>
              <a:srgbClr val="FFFF00"/>
            </a:highlight>
          </a:endParaRPr>
        </a:p>
      </dsp:txBody>
      <dsp:txXfrm>
        <a:off x="0" y="0"/>
        <a:ext cx="10609580" cy="1065600"/>
      </dsp:txXfrm>
    </dsp:sp>
    <dsp:sp modelId="{73A6D535-29B8-48EA-8B94-1D80818E5EAF}">
      <dsp:nvSpPr>
        <dsp:cNvPr id="0" name=""/>
        <dsp:cNvSpPr/>
      </dsp:nvSpPr>
      <dsp:spPr>
        <a:xfrm>
          <a:off x="0" y="1136929"/>
          <a:ext cx="10609580" cy="481014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7358" tIns="197358" rIns="263144" bIns="296037" numCol="1" spcCol="1270" anchor="t" anchorCtr="0">
          <a:noAutofit/>
        </a:bodyPr>
        <a:lstStyle/>
        <a:p>
          <a:pPr marL="285750" lvl="1" indent="-285750" algn="just" defTabSz="1644650">
            <a:lnSpc>
              <a:spcPct val="90000"/>
            </a:lnSpc>
            <a:spcBef>
              <a:spcPct val="0"/>
            </a:spcBef>
            <a:spcAft>
              <a:spcPct val="15000"/>
            </a:spcAft>
            <a:buChar char="•"/>
          </a:pPr>
          <a:r>
            <a:rPr lang="en-US" sz="3700" b="0" i="0" kern="1200" dirty="0"/>
            <a:t>The nervous system is a network of neurons whose main feature is to </a:t>
          </a:r>
          <a:r>
            <a:rPr lang="en-US" sz="3700" b="1" i="0" kern="1200" dirty="0"/>
            <a:t>generate, modulate and transmit information </a:t>
          </a:r>
          <a:r>
            <a:rPr lang="en-US" sz="3700" b="0" i="0" kern="1200" dirty="0"/>
            <a:t>between all the different parts of the human body.</a:t>
          </a:r>
          <a:endParaRPr lang="en-IN" sz="3700" kern="1200" dirty="0"/>
        </a:p>
        <a:p>
          <a:pPr marL="285750" lvl="1" indent="-285750" algn="just" defTabSz="1644650">
            <a:lnSpc>
              <a:spcPct val="90000"/>
            </a:lnSpc>
            <a:spcBef>
              <a:spcPct val="0"/>
            </a:spcBef>
            <a:spcAft>
              <a:spcPct val="15000"/>
            </a:spcAft>
            <a:buChar char="•"/>
          </a:pPr>
          <a:r>
            <a:rPr lang="en-US" sz="3700" b="0" i="0" kern="1200" dirty="0"/>
            <a:t>This property </a:t>
          </a:r>
          <a:r>
            <a:rPr lang="en-US" sz="3700" b="1" i="0" kern="1200" dirty="0"/>
            <a:t>enables many important functions </a:t>
          </a:r>
          <a:r>
            <a:rPr lang="en-US" sz="3700" b="0" i="0" kern="1200" dirty="0"/>
            <a:t>of the nervous system, such as </a:t>
          </a:r>
          <a:r>
            <a:rPr lang="en-US" sz="3700" b="1" i="0" kern="1200" dirty="0"/>
            <a:t>regulation of vital body functions </a:t>
          </a:r>
          <a:r>
            <a:rPr lang="en-US" sz="3700" b="0" i="0" kern="1200" dirty="0"/>
            <a:t>(heartbeat, breathing, digestion), </a:t>
          </a:r>
          <a:r>
            <a:rPr lang="en-US" sz="3700" b="1" i="0" kern="1200" dirty="0"/>
            <a:t>sensation and body movements</a:t>
          </a:r>
          <a:r>
            <a:rPr lang="en-US" sz="3700" b="0" i="0" kern="1200" dirty="0"/>
            <a:t>. </a:t>
          </a:r>
          <a:endParaRPr lang="en-IN" sz="3700" kern="1200" dirty="0"/>
        </a:p>
      </dsp:txBody>
      <dsp:txXfrm>
        <a:off x="0" y="1136929"/>
        <a:ext cx="10609580" cy="481014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10/6/2023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10/6/2023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10/6/2023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toppr.com/guides/evs/super-senses/sense-organ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16.png"/><Relationship Id="rId5" Type="http://schemas.openxmlformats.org/officeDocument/2006/relationships/hyperlink" Target="https://www.kenhub.com/en/library/anatomy/spinal-nerves" TargetMode="External"/><Relationship Id="rId4" Type="http://schemas.openxmlformats.org/officeDocument/2006/relationships/hyperlink" Target="https://www.kenhub.com/en/library/anatomy/the-central-nervous-syste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msdmanuals.com/home/hormonal-and-metabolic-disorders/water-balance/about-body-water" TargetMode="External"/><Relationship Id="rId2" Type="http://schemas.openxmlformats.org/officeDocument/2006/relationships/hyperlink" Target="https://www.msdmanuals.com/home/brain,-spinal-cord,-and-nerve-disorders/biology-of-the-nervous-system/nerves" TargetMode="External"/><Relationship Id="rId1" Type="http://schemas.openxmlformats.org/officeDocument/2006/relationships/slideLayout" Target="../slideLayouts/slideLayout2.xml"/><Relationship Id="rId4" Type="http://schemas.openxmlformats.org/officeDocument/2006/relationships/hyperlink" Target="https://www.msdmanuals.com/home/hormonal-and-metabolic-disorders/electrolyte-balance/overview-of-electrolyte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nurseslabs.com/nervous-system/" TargetMode="External"/><Relationship Id="rId2" Type="http://schemas.openxmlformats.org/officeDocument/2006/relationships/hyperlink" Target="https://www.kenhub.com/en/library/anatomy/the-nervous-system" TargetMode="External"/><Relationship Id="rId1" Type="http://schemas.openxmlformats.org/officeDocument/2006/relationships/slideLayout" Target="../slideLayouts/slideLayout2.xml"/><Relationship Id="rId4" Type="http://schemas.openxmlformats.org/officeDocument/2006/relationships/hyperlink" Target="https://courses.lumenlearning.com/boundless-ap/chapter/introduction-to-the-nervous-system/"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284369"/>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182104090"/>
              </p:ext>
            </p:extLst>
          </p:nvPr>
        </p:nvGraphicFramePr>
        <p:xfrm>
          <a:off x="0" y="3709941"/>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0" y="3709941"/>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604322" y="1463040"/>
            <a:ext cx="8126357" cy="357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V</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a:t>
            </a:r>
            <a:r>
              <a:rPr lang="en-US" sz="2800">
                <a:latin typeface="Times New Roman" panose="02020603050405020304" pitchFamily="18" charset="0"/>
                <a:ea typeface="Calibri" panose="020F0502020204030204" pitchFamily="34" charset="0"/>
                <a:cs typeface="Times New Roman" panose="02020603050405020304" pitchFamily="18" charset="0"/>
              </a:rPr>
              <a:t>Engineers </a:t>
            </a:r>
          </a:p>
          <a:p>
            <a:pPr lvl="0" algn="ctr" defTabSz="622300">
              <a:lnSpc>
                <a:spcPct val="90000"/>
              </a:lnSpc>
              <a:spcBef>
                <a:spcPct val="0"/>
              </a:spcBef>
              <a:spcAft>
                <a:spcPct val="35000"/>
              </a:spcAft>
            </a:pPr>
            <a:r>
              <a:rPr lang="en-US" sz="2800">
                <a:latin typeface="Times New Roman" panose="02020603050405020304" pitchFamily="18" charset="0"/>
                <a:ea typeface="Calibri" panose="020F0502020204030204" pitchFamily="34" charset="0"/>
                <a:cs typeface="Times New Roman" panose="02020603050405020304" pitchFamily="18" charset="0"/>
              </a:rPr>
              <a:t>23SZT-148</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eaLnBrk="1" hangingPunct="1"/>
            <a:endParaRPr lang="en-US" sz="1600" dirty="0">
              <a:latin typeface="Raleway ExtraBold" pitchFamily="34" charset="-52"/>
            </a:endParaRPr>
          </a:p>
        </p:txBody>
      </p:sp>
      <p:sp>
        <p:nvSpPr>
          <p:cNvPr id="2" name="Rectangle 1"/>
          <p:cNvSpPr/>
          <p:nvPr/>
        </p:nvSpPr>
        <p:spPr>
          <a:xfrm>
            <a:off x="3802522" y="5717319"/>
            <a:ext cx="2234010" cy="461665"/>
          </a:xfrm>
          <a:prstGeom prst="rect">
            <a:avLst/>
          </a:prstGeom>
        </p:spPr>
        <p:txBody>
          <a:bodyPr wrap="none">
            <a:spAutoFit/>
          </a:bodyPr>
          <a:lstStyle/>
          <a:p>
            <a:r>
              <a:rPr lang="en-IN" sz="2400" b="1" dirty="0">
                <a:ln w="0"/>
                <a:solidFill>
                  <a:schemeClr val="accent1"/>
                </a:solidFill>
                <a:effectLst>
                  <a:outerShdw blurRad="38100" dist="25400" dir="5400000" algn="ctr" rotWithShape="0">
                    <a:srgbClr val="6E747A">
                      <a:alpha val="43000"/>
                    </a:srgbClr>
                  </a:outerShdw>
                </a:effectLst>
              </a:rPr>
              <a:t>Nervous System</a:t>
            </a:r>
            <a:endParaRPr lang="en-IN" sz="2400" dirty="0"/>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a16="http://schemas.microsoft.com/office/drawing/2014/main" id="{6F774966-ABEE-421A-86C4-FF2E9BD06FAB}"/>
              </a:ext>
            </a:extLst>
          </p:cNvPr>
          <p:cNvGraphicFramePr>
            <a:graphicFrameLocks noGrp="1"/>
          </p:cNvGraphicFramePr>
          <p:nvPr>
            <p:extLst>
              <p:ext uri="{D42A27DB-BD31-4B8C-83A1-F6EECF244321}">
                <p14:modId xmlns:p14="http://schemas.microsoft.com/office/powerpoint/2010/main" val="859059387"/>
              </p:ext>
            </p:extLst>
          </p:nvPr>
        </p:nvGraphicFramePr>
        <p:xfrm>
          <a:off x="628650" y="1748790"/>
          <a:ext cx="6793327" cy="4336096"/>
        </p:xfrm>
        <a:graphic>
          <a:graphicData uri="http://schemas.openxmlformats.org/drawingml/2006/table">
            <a:tbl>
              <a:tblPr/>
              <a:tblGrid>
                <a:gridCol w="1045127">
                  <a:extLst>
                    <a:ext uri="{9D8B030D-6E8A-4147-A177-3AD203B41FA5}">
                      <a16:colId xmlns:a16="http://schemas.microsoft.com/office/drawing/2014/main" val="20000"/>
                    </a:ext>
                  </a:extLst>
                </a:gridCol>
                <a:gridCol w="4281977">
                  <a:extLst>
                    <a:ext uri="{9D8B030D-6E8A-4147-A177-3AD203B41FA5}">
                      <a16:colId xmlns:a16="http://schemas.microsoft.com/office/drawing/2014/main" val="20001"/>
                    </a:ext>
                  </a:extLst>
                </a:gridCol>
                <a:gridCol w="1466223">
                  <a:extLst>
                    <a:ext uri="{9D8B030D-6E8A-4147-A177-3AD203B41FA5}">
                      <a16:colId xmlns:a16="http://schemas.microsoft.com/office/drawing/2014/main" val="20002"/>
                    </a:ext>
                  </a:extLst>
                </a:gridCol>
              </a:tblGrid>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CO3</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5569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p>
                  </a:txBody>
                  <a:tcPr marL="114300" marR="1143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20375">
                <a:tc>
                  <a:txBody>
                    <a:bodyPr/>
                    <a:lstStyle/>
                    <a:p>
                      <a:pPr marR="53975" algn="ctr">
                        <a:lnSpc>
                          <a:spcPct val="115000"/>
                        </a:lnSpc>
                        <a:spcAft>
                          <a:spcPts val="1000"/>
                        </a:spcAft>
                      </a:pPr>
                      <a:r>
                        <a:rPr lang="en-US" sz="1600" b="1" dirty="0">
                          <a:effectLst/>
                          <a:latin typeface="Times New Roman" panose="02020603050405020304" pitchFamily="18" charset="0"/>
                          <a:ea typeface="SimSun" panose="02010600030101010101" pitchFamily="2" charset="-122"/>
                          <a:cs typeface="SimSun" panose="02010600030101010101" pitchFamily="2" charset="-122"/>
                        </a:rPr>
                        <a:t>CO5</a:t>
                      </a:r>
                      <a:endParaRPr lang="en-IN" sz="1600" b="1"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53975" algn="just">
                        <a:lnSpc>
                          <a:spcPct val="115000"/>
                        </a:lnSpc>
                        <a:spcAft>
                          <a:spcPts val="1000"/>
                        </a:spcAft>
                      </a:pPr>
                      <a:r>
                        <a:rPr lang="en-US" sz="1600" dirty="0">
                          <a:solidFill>
                            <a:srgbClr val="222222"/>
                          </a:solidFill>
                          <a:effectLst/>
                          <a:latin typeface="Times New Roman" panose="02020603050405020304" pitchFamily="18" charset="0"/>
                          <a:ea typeface="Times New Roman" panose="02020603050405020304" pitchFamily="18" charset="0"/>
                          <a:cs typeface="SimSun" panose="02010600030101010101" pitchFamily="2" charset="-122"/>
                        </a:rPr>
                        <a:t>Integrate biological principles for developing next generation technologies</a:t>
                      </a:r>
                      <a:endParaRPr lang="en-IN" sz="1600"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1748465"/>
                  </a:ext>
                </a:extLst>
              </a:tr>
            </a:tbl>
          </a:graphicData>
        </a:graphic>
      </p:graphicFrame>
      <p:sp>
        <p:nvSpPr>
          <p:cNvPr id="7" name="Rectangle 6">
            <a:extLst>
              <a:ext uri="{FF2B5EF4-FFF2-40B4-BE49-F238E27FC236}">
                <a16:creationId xmlns:a16="http://schemas.microsoft.com/office/drawing/2014/main"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a16="http://schemas.microsoft.com/office/drawing/2014/main" id="{65EE6DA7-3F8E-46CE-A5B7-337A4278EAE8}"/>
              </a:ext>
            </a:extLst>
          </p:cNvPr>
          <p:cNvCxnSpPr>
            <a:cxnSpLocks/>
          </p:cNvCxnSpPr>
          <p:nvPr/>
        </p:nvCxnSpPr>
        <p:spPr>
          <a:xfrm>
            <a:off x="7052310" y="4838700"/>
            <a:ext cx="1009015" cy="260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a16="http://schemas.microsoft.com/office/drawing/2014/main"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0272" name="Picture 3">
            <a:extLst>
              <a:ext uri="{FF2B5EF4-FFF2-40B4-BE49-F238E27FC236}">
                <a16:creationId xmlns:a16="http://schemas.microsoft.com/office/drawing/2014/main" id="{1185B659-D744-4388-BAE3-B680E0F01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026"/>
          <a:stretch>
            <a:fillRect/>
          </a:stretch>
        </p:blipFill>
        <p:spPr bwMode="auto">
          <a:xfrm>
            <a:off x="7720013" y="1889125"/>
            <a:ext cx="41989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C32C3D93-BD98-4C3E-83EC-BA125ECA14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CAAAA-1DAB-4779-A8F8-3B8B853C067E}"/>
              </a:ext>
            </a:extLst>
          </p:cNvPr>
          <p:cNvSpPr>
            <a:spLocks noGrp="1"/>
          </p:cNvSpPr>
          <p:nvPr>
            <p:ph type="title"/>
          </p:nvPr>
        </p:nvSpPr>
        <p:spPr>
          <a:xfrm>
            <a:off x="1134649" y="595792"/>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a16="http://schemas.microsoft.com/office/drawing/2014/main"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a16="http://schemas.microsoft.com/office/drawing/2014/main" id="{133B9873-0D72-4F00-B232-68A50C2F664D}"/>
              </a:ext>
            </a:extLst>
          </p:cNvPr>
          <p:cNvGraphicFramePr>
            <a:graphicFrameLocks noGrp="1"/>
          </p:cNvGraphicFramePr>
          <p:nvPr/>
        </p:nvGraphicFramePr>
        <p:xfrm>
          <a:off x="901382" y="1706145"/>
          <a:ext cx="10485247" cy="4653498"/>
        </p:xfrm>
        <a:graphic>
          <a:graphicData uri="http://schemas.openxmlformats.org/drawingml/2006/table">
            <a:tbl>
              <a:tblPr/>
              <a:tblGrid>
                <a:gridCol w="2018630">
                  <a:extLst>
                    <a:ext uri="{9D8B030D-6E8A-4147-A177-3AD203B41FA5}">
                      <a16:colId xmlns:a16="http://schemas.microsoft.com/office/drawing/2014/main" val="20000"/>
                    </a:ext>
                  </a:extLst>
                </a:gridCol>
                <a:gridCol w="6128994">
                  <a:extLst>
                    <a:ext uri="{9D8B030D-6E8A-4147-A177-3AD203B41FA5}">
                      <a16:colId xmlns:a16="http://schemas.microsoft.com/office/drawing/2014/main" val="20001"/>
                    </a:ext>
                  </a:extLst>
                </a:gridCol>
                <a:gridCol w="2337623">
                  <a:extLst>
                    <a:ext uri="{9D8B030D-6E8A-4147-A177-3AD203B41FA5}">
                      <a16:colId xmlns:a16="http://schemas.microsoft.com/office/drawing/2014/main"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Unit-2</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a:ln>
                            <a:noFill/>
                          </a:ln>
                          <a:solidFill>
                            <a:srgbClr val="FFFFFF"/>
                          </a:solidFill>
                          <a:effectLst/>
                          <a:latin typeface="Arial" panose="020B0604020202020204" pitchFamily="34" charset="0"/>
                        </a:rPr>
                        <a:t>        Biosensors and measurement system</a:t>
                      </a:r>
                      <a:endParaRPr kumimoji="0" lang="en-IN" altLang="en-US" sz="1800" b="1" i="0" u="none" strike="noStrike" cap="none" normalizeH="0" baseline="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6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Medical Instrumentation</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Measurement System</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1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Biological Sensor</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Medical Instrumentation: </a:t>
                      </a:r>
                      <a:r>
                        <a:rPr kumimoji="0" lang="en-US" altLang="en-US" sz="1800" b="0" i="0" u="none" strike="noStrike" cap="none" normalizeH="0" baseline="0" dirty="0">
                          <a:ln>
                            <a:noFill/>
                          </a:ln>
                          <a:solidFill>
                            <a:srgbClr val="404040"/>
                          </a:solidFill>
                          <a:effectLst/>
                          <a:latin typeface="Arial" panose="020B0604020202020204" pitchFamily="34" charset="0"/>
                        </a:rPr>
                        <a:t>Sources of biomedical Signals, Basic medical Instrumentation system, Performance requirements of medical Instrumentation System, Microprocessors in Medical instruments, PC base medical Instruments, General constraints in the design of medical Instrumentation system, Regulation of Medical Devices.</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Measurement System: </a:t>
                      </a:r>
                      <a:r>
                        <a:rPr kumimoji="0" lang="en-US" altLang="en-US" sz="1800" b="0" i="0" u="none" strike="noStrike" cap="none" normalizeH="0" baseline="0" dirty="0">
                          <a:ln>
                            <a:noFill/>
                          </a:ln>
                          <a:solidFill>
                            <a:srgbClr val="404040"/>
                          </a:solidFill>
                          <a:effectLst/>
                          <a:latin typeface="Arial" panose="020B0604020202020204" pitchFamily="34" charset="0"/>
                        </a:rPr>
                        <a:t>Specification of instruments, Statics &amp; Dynamic characteristics of medical instruments, Classification of errors. Statistical analysis, Reliability, Accuracy, Fidelity, Speed of responses, Linearization of technique, and Data Acquisition System.</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Biological sensors: </a:t>
                      </a:r>
                      <a:r>
                        <a:rPr kumimoji="0" lang="en-US" altLang="en-US" sz="1800" b="0" i="0" u="none" strike="noStrike" cap="none" normalizeH="0" baseline="0" dirty="0">
                          <a:ln>
                            <a:noFill/>
                          </a:ln>
                          <a:solidFill>
                            <a:srgbClr val="404040"/>
                          </a:solidFill>
                          <a:effectLst/>
                          <a:latin typeface="Arial" panose="020B0604020202020204" pitchFamily="34" charset="0"/>
                        </a:rPr>
                        <a:t>Sensors/ receptors in the human body, basic organization of the nervous system- neural mechanism, Chemoreceptor: hot and cold receptors, sensors for smell, sound, vision, Ion exchange membrane electrodes, enzyme, glucose sensors, immunosensors, &amp; biosensors &amp; applications of biosensors.</a:t>
                      </a:r>
                      <a:endParaRPr kumimoji="0" lang="en-IN" altLang="en-US" sz="18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AB7B5A-E0FD-4209-90F8-FF2A0FE4EE57}"/>
              </a:ext>
            </a:extLst>
          </p:cNvPr>
          <p:cNvSpPr>
            <a:spLocks noGrp="1"/>
          </p:cNvSpPr>
          <p:nvPr>
            <p:ph type="sldNum" sz="quarter" idx="12"/>
          </p:nvPr>
        </p:nvSpPr>
        <p:spPr/>
        <p:txBody>
          <a:bodyPr/>
          <a:lstStyle/>
          <a:p>
            <a:fld id="{BDCDBBEF-AA6C-4BA6-85B2-A17D7F280E38}" type="slidenum">
              <a:rPr lang="en-US" smtClean="0"/>
              <a:pPr/>
              <a:t>4</a:t>
            </a:fld>
            <a:endParaRPr lang="en-US"/>
          </a:p>
        </p:txBody>
      </p:sp>
      <p:graphicFrame>
        <p:nvGraphicFramePr>
          <p:cNvPr id="3" name="Diagram 2">
            <a:extLst>
              <a:ext uri="{FF2B5EF4-FFF2-40B4-BE49-F238E27FC236}">
                <a16:creationId xmlns:a16="http://schemas.microsoft.com/office/drawing/2014/main" id="{4842C784-4747-4825-A2D8-C005B07DD612}"/>
              </a:ext>
            </a:extLst>
          </p:cNvPr>
          <p:cNvGraphicFramePr/>
          <p:nvPr>
            <p:extLst>
              <p:ext uri="{D42A27DB-BD31-4B8C-83A1-F6EECF244321}">
                <p14:modId xmlns:p14="http://schemas.microsoft.com/office/powerpoint/2010/main" val="610431283"/>
              </p:ext>
            </p:extLst>
          </p:nvPr>
        </p:nvGraphicFramePr>
        <p:xfrm>
          <a:off x="923290" y="297180"/>
          <a:ext cx="10609580" cy="6059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7696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2" name="TextBox 1">
            <a:extLst>
              <a:ext uri="{FF2B5EF4-FFF2-40B4-BE49-F238E27FC236}">
                <a16:creationId xmlns:a16="http://schemas.microsoft.com/office/drawing/2014/main" id="{2A36DC4D-18D8-CDA9-F7D0-7A9A511E469D}"/>
              </a:ext>
            </a:extLst>
          </p:cNvPr>
          <p:cNvSpPr txBox="1"/>
          <p:nvPr/>
        </p:nvSpPr>
        <p:spPr>
          <a:xfrm>
            <a:off x="3467470" y="136525"/>
            <a:ext cx="5257060" cy="461665"/>
          </a:xfrm>
          <a:prstGeom prst="rect">
            <a:avLst/>
          </a:prstGeom>
          <a:noFill/>
        </p:spPr>
        <p:txBody>
          <a:bodyPr wrap="square" rtlCol="0">
            <a:spAutoFit/>
          </a:bodyPr>
          <a:lstStyle/>
          <a:p>
            <a:r>
              <a:rPr lang="en-US" sz="2400" dirty="0">
                <a:highlight>
                  <a:srgbClr val="FFFF00"/>
                </a:highlight>
              </a:rPr>
              <a:t>CLASSIFICATION OF NERVOUS SYSTEM</a:t>
            </a:r>
            <a:endParaRPr lang="en-IN" sz="2400" dirty="0">
              <a:highlight>
                <a:srgbClr val="FFFF00"/>
              </a:highlight>
            </a:endParaRPr>
          </a:p>
        </p:txBody>
      </p:sp>
      <p:sp>
        <p:nvSpPr>
          <p:cNvPr id="6" name="Content Placeholder 5">
            <a:extLst>
              <a:ext uri="{FF2B5EF4-FFF2-40B4-BE49-F238E27FC236}">
                <a16:creationId xmlns:a16="http://schemas.microsoft.com/office/drawing/2014/main" id="{05004810-0208-A1BE-A772-0D9E804E6752}"/>
              </a:ext>
            </a:extLst>
          </p:cNvPr>
          <p:cNvSpPr>
            <a:spLocks noGrp="1"/>
          </p:cNvSpPr>
          <p:nvPr>
            <p:ph idx="1"/>
          </p:nvPr>
        </p:nvSpPr>
        <p:spPr/>
        <p:txBody>
          <a:bodyPr/>
          <a:lstStyle/>
          <a:p>
            <a:endParaRPr lang="en-IN"/>
          </a:p>
        </p:txBody>
      </p:sp>
      <p:grpSp>
        <p:nvGrpSpPr>
          <p:cNvPr id="8" name="Group 7">
            <a:extLst>
              <a:ext uri="{FF2B5EF4-FFF2-40B4-BE49-F238E27FC236}">
                <a16:creationId xmlns:a16="http://schemas.microsoft.com/office/drawing/2014/main" id="{2564E531-CF72-9B43-A824-5F1C87AF1704}"/>
              </a:ext>
            </a:extLst>
          </p:cNvPr>
          <p:cNvGrpSpPr/>
          <p:nvPr/>
        </p:nvGrpSpPr>
        <p:grpSpPr>
          <a:xfrm>
            <a:off x="0" y="1241179"/>
            <a:ext cx="12177204" cy="4566452"/>
            <a:chOff x="0" y="1266177"/>
            <a:chExt cx="12177204" cy="4566452"/>
          </a:xfrm>
        </p:grpSpPr>
        <p:pic>
          <p:nvPicPr>
            <p:cNvPr id="3074" name="Picture 2" descr="What is Human Nervous System? How does it work? - Class 10 Teachoo">
              <a:extLst>
                <a:ext uri="{FF2B5EF4-FFF2-40B4-BE49-F238E27FC236}">
                  <a16:creationId xmlns:a16="http://schemas.microsoft.com/office/drawing/2014/main" id="{600DEAFB-EDAC-0A90-57BC-C42F8CE56A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66177"/>
              <a:ext cx="12177204" cy="456645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A6426F43-5DF0-8D33-B668-8EA7FD35C5D0}"/>
                </a:ext>
              </a:extLst>
            </p:cNvPr>
            <p:cNvSpPr/>
            <p:nvPr/>
          </p:nvSpPr>
          <p:spPr>
            <a:xfrm>
              <a:off x="2689934" y="4660777"/>
              <a:ext cx="7989903" cy="101205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 name="TextBox 2">
            <a:extLst>
              <a:ext uri="{FF2B5EF4-FFF2-40B4-BE49-F238E27FC236}">
                <a16:creationId xmlns:a16="http://schemas.microsoft.com/office/drawing/2014/main" id="{7F0EAAE8-E82F-CD19-3BE2-768779254249}"/>
              </a:ext>
            </a:extLst>
          </p:cNvPr>
          <p:cNvSpPr txBox="1"/>
          <p:nvPr/>
        </p:nvSpPr>
        <p:spPr>
          <a:xfrm>
            <a:off x="3955002" y="6131284"/>
            <a:ext cx="5459766" cy="369332"/>
          </a:xfrm>
          <a:prstGeom prst="rect">
            <a:avLst/>
          </a:prstGeom>
          <a:noFill/>
        </p:spPr>
        <p:txBody>
          <a:bodyPr wrap="square" rtlCol="0">
            <a:spAutoFit/>
          </a:bodyPr>
          <a:lstStyle/>
          <a:p>
            <a:r>
              <a:rPr lang="en-US" dirty="0"/>
              <a:t>Voluntary muscles- action under control </a:t>
            </a:r>
            <a:endParaRPr lang="en-IN" dirty="0"/>
          </a:p>
        </p:txBody>
      </p:sp>
    </p:spTree>
    <p:extLst>
      <p:ext uri="{BB962C8B-B14F-4D97-AF65-F5344CB8AC3E}">
        <p14:creationId xmlns:p14="http://schemas.microsoft.com/office/powerpoint/2010/main" val="2972090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11370" y="1"/>
            <a:ext cx="5847007" cy="6356350"/>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pic>
        <p:nvPicPr>
          <p:cNvPr id="6" name="Picture 5">
            <a:extLst>
              <a:ext uri="{FF2B5EF4-FFF2-40B4-BE49-F238E27FC236}">
                <a16:creationId xmlns:a16="http://schemas.microsoft.com/office/drawing/2014/main" id="{24A7E23E-8317-42AD-A6BB-AED57B7BE10C}"/>
              </a:ext>
            </a:extLst>
          </p:cNvPr>
          <p:cNvPicPr>
            <a:picLocks noChangeAspect="1"/>
          </p:cNvPicPr>
          <p:nvPr/>
        </p:nvPicPr>
        <p:blipFill rotWithShape="1">
          <a:blip r:embed="rId3"/>
          <a:srcRect l="12667" r="12832"/>
          <a:stretch/>
        </p:blipFill>
        <p:spPr>
          <a:xfrm>
            <a:off x="6362162" y="-187537"/>
            <a:ext cx="5829837" cy="6731426"/>
          </a:xfrm>
          <a:prstGeom prst="rect">
            <a:avLst/>
          </a:prstGeom>
        </p:spPr>
      </p:pic>
    </p:spTree>
    <p:extLst>
      <p:ext uri="{BB962C8B-B14F-4D97-AF65-F5344CB8AC3E}">
        <p14:creationId xmlns:p14="http://schemas.microsoft.com/office/powerpoint/2010/main" val="2403143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C8349-DFF1-4564-AD52-4DC9B438A058}"/>
              </a:ext>
            </a:extLst>
          </p:cNvPr>
          <p:cNvSpPr>
            <a:spLocks noGrp="1"/>
          </p:cNvSpPr>
          <p:nvPr>
            <p:ph type="title"/>
          </p:nvPr>
        </p:nvSpPr>
        <p:spPr>
          <a:xfrm>
            <a:off x="838200" y="193675"/>
            <a:ext cx="10515600" cy="960755"/>
          </a:xfrm>
        </p:spPr>
        <p:txBody>
          <a:bodyPr>
            <a:normAutofit fontScale="90000"/>
          </a:bodyPr>
          <a:lstStyle/>
          <a:p>
            <a:pPr algn="ctr"/>
            <a:r>
              <a:rPr lang="en-IN" b="1" dirty="0">
                <a:ln w="12700">
                  <a:solidFill>
                    <a:schemeClr val="accent1"/>
                  </a:solidFill>
                  <a:prstDash val="solid"/>
                </a:ln>
                <a:effectLst>
                  <a:outerShdw dist="38100" dir="2640000" algn="bl" rotWithShape="0">
                    <a:schemeClr val="accent1"/>
                  </a:outerShdw>
                </a:effectLst>
              </a:rPr>
              <a:t>A. Central Nervous System:</a:t>
            </a:r>
            <a:br>
              <a:rPr lang="en-IN" b="1" dirty="0">
                <a:ln w="12700">
                  <a:solidFill>
                    <a:schemeClr val="accent1"/>
                  </a:solidFill>
                  <a:prstDash val="solid"/>
                </a:ln>
                <a:effectLst>
                  <a:outerShdw dist="38100" dir="2640000" algn="bl" rotWithShape="0">
                    <a:schemeClr val="accent1"/>
                  </a:outerShdw>
                </a:effectLst>
              </a:rPr>
            </a:br>
            <a:r>
              <a:rPr lang="en-IN" sz="3600" dirty="0">
                <a:ln w="0"/>
                <a:solidFill>
                  <a:srgbClr val="FF0000"/>
                </a:solidFill>
                <a:effectLst>
                  <a:outerShdw blurRad="38100" dist="25400" dir="5400000" algn="ctr" rotWithShape="0">
                    <a:srgbClr val="6E747A">
                      <a:alpha val="43000"/>
                    </a:srgbClr>
                  </a:outerShdw>
                </a:effectLst>
              </a:rPr>
              <a:t>Brain and Spinal Cord</a:t>
            </a:r>
            <a:endParaRPr lang="en-IN" dirty="0">
              <a:ln w="12700">
                <a:solidFill>
                  <a:schemeClr val="accent1"/>
                </a:solidFill>
                <a:prstDash val="solid"/>
              </a:ln>
              <a:solidFill>
                <a:srgbClr val="FF0000"/>
              </a:solidFill>
              <a:effectLst>
                <a:outerShdw dist="38100" dir="2640000" algn="bl" rotWithShape="0">
                  <a:schemeClr val="accent1"/>
                </a:outerShdw>
              </a:effectLst>
            </a:endParaRPr>
          </a:p>
        </p:txBody>
      </p:sp>
      <p:sp>
        <p:nvSpPr>
          <p:cNvPr id="3" name="Content Placeholder 2">
            <a:extLst>
              <a:ext uri="{FF2B5EF4-FFF2-40B4-BE49-F238E27FC236}">
                <a16:creationId xmlns:a16="http://schemas.microsoft.com/office/drawing/2014/main" id="{76D6AAF6-6B49-4190-BFC0-ECD8740A3972}"/>
              </a:ext>
            </a:extLst>
          </p:cNvPr>
          <p:cNvSpPr>
            <a:spLocks noGrp="1"/>
          </p:cNvSpPr>
          <p:nvPr>
            <p:ph idx="1"/>
          </p:nvPr>
        </p:nvSpPr>
        <p:spPr>
          <a:xfrm>
            <a:off x="1097280" y="1314450"/>
            <a:ext cx="10256520" cy="5041900"/>
          </a:xfrm>
        </p:spPr>
        <p:txBody>
          <a:bodyPr>
            <a:normAutofit/>
          </a:bodyPr>
          <a:lstStyle/>
          <a:p>
            <a:pPr algn="just"/>
            <a:r>
              <a:rPr lang="en-US" sz="3200" b="0" i="0" dirty="0">
                <a:effectLst/>
              </a:rPr>
              <a:t>The </a:t>
            </a:r>
            <a:r>
              <a:rPr lang="en-US" sz="3200" b="1" i="0" dirty="0">
                <a:effectLst/>
              </a:rPr>
              <a:t>central nervous system</a:t>
            </a:r>
            <a:r>
              <a:rPr lang="en-US" sz="3200" b="0" i="0" dirty="0">
                <a:effectLst/>
              </a:rPr>
              <a:t> (CNS) consists of the brain and spinal cord. </a:t>
            </a:r>
          </a:p>
          <a:p>
            <a:pPr algn="just"/>
            <a:r>
              <a:rPr lang="en-US" sz="3200" dirty="0"/>
              <a:t>Together these </a:t>
            </a:r>
            <a:r>
              <a:rPr lang="en-US" sz="3200" b="1" u="sng" dirty="0"/>
              <a:t>parts process the incoming information </a:t>
            </a:r>
            <a:r>
              <a:rPr lang="en-US" sz="3200" dirty="0"/>
              <a:t>from peripheral tissues and </a:t>
            </a:r>
            <a:r>
              <a:rPr lang="en-US" sz="3200" b="1" u="sng" dirty="0"/>
              <a:t>generate commands</a:t>
            </a:r>
            <a:r>
              <a:rPr lang="en-US" sz="3200" u="sng" dirty="0"/>
              <a:t>; </a:t>
            </a:r>
            <a:r>
              <a:rPr lang="en-US" sz="3200" b="1" u="sng" dirty="0"/>
              <a:t>telling the tissues how to respond and function. </a:t>
            </a:r>
          </a:p>
          <a:p>
            <a:pPr algn="just"/>
            <a:r>
              <a:rPr lang="en-US" sz="3200" dirty="0"/>
              <a:t>These commands </a:t>
            </a:r>
            <a:r>
              <a:rPr lang="en-US" sz="3200" b="1" dirty="0"/>
              <a:t>tackle the most complex human body functions, from breathing to thinking.</a:t>
            </a:r>
            <a:endParaRPr lang="en-IN" sz="3200" b="1" dirty="0"/>
          </a:p>
        </p:txBody>
      </p:sp>
      <p:sp>
        <p:nvSpPr>
          <p:cNvPr id="4" name="Slide Number Placeholder 3">
            <a:extLst>
              <a:ext uri="{FF2B5EF4-FFF2-40B4-BE49-F238E27FC236}">
                <a16:creationId xmlns:a16="http://schemas.microsoft.com/office/drawing/2014/main" id="{149FE1E9-FD58-461F-B290-48DAAD6450D7}"/>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6" name="TextBox 5">
            <a:extLst>
              <a:ext uri="{FF2B5EF4-FFF2-40B4-BE49-F238E27FC236}">
                <a16:creationId xmlns:a16="http://schemas.microsoft.com/office/drawing/2014/main" id="{2E5B23A3-DE65-E4D4-2FCC-806519C0EFD7}"/>
              </a:ext>
            </a:extLst>
          </p:cNvPr>
          <p:cNvSpPr txBox="1"/>
          <p:nvPr/>
        </p:nvSpPr>
        <p:spPr>
          <a:xfrm>
            <a:off x="1468514" y="5826998"/>
            <a:ext cx="10435553" cy="369332"/>
          </a:xfrm>
          <a:prstGeom prst="rect">
            <a:avLst/>
          </a:prstGeom>
          <a:noFill/>
        </p:spPr>
        <p:txBody>
          <a:bodyPr wrap="square">
            <a:spAutoFit/>
          </a:bodyPr>
          <a:lstStyle/>
          <a:p>
            <a:r>
              <a:rPr lang="en-US" b="1" u="sng" dirty="0"/>
              <a:t>I</a:t>
            </a:r>
            <a:r>
              <a:rPr lang="en-US" sz="1800" b="1" u="sng" dirty="0"/>
              <a:t>ncoming information </a:t>
            </a:r>
            <a:r>
              <a:rPr lang="en-US" sz="1800" dirty="0"/>
              <a:t>from </a:t>
            </a:r>
            <a:r>
              <a:rPr lang="en-US" sz="1800" b="1" dirty="0"/>
              <a:t>PNS</a:t>
            </a:r>
            <a:r>
              <a:rPr lang="en-US" sz="1800" dirty="0"/>
              <a:t>&gt;&gt;&gt;&gt;&gt;&gt;&gt;&gt;</a:t>
            </a:r>
            <a:r>
              <a:rPr lang="en-US" sz="1800" b="1" dirty="0"/>
              <a:t>CNS</a:t>
            </a:r>
            <a:r>
              <a:rPr lang="en-US" sz="1800" dirty="0"/>
              <a:t>&gt;&gt;&gt;&gt;&gt; </a:t>
            </a:r>
            <a:r>
              <a:rPr lang="en-US" sz="1800" b="1" u="sng" dirty="0"/>
              <a:t>telling the tissues how to respond and function</a:t>
            </a:r>
            <a:endParaRPr lang="en-IN" dirty="0"/>
          </a:p>
        </p:txBody>
      </p:sp>
    </p:spTree>
    <p:extLst>
      <p:ext uri="{BB962C8B-B14F-4D97-AF65-F5344CB8AC3E}">
        <p14:creationId xmlns:p14="http://schemas.microsoft.com/office/powerpoint/2010/main" val="3387217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t="-1000" r="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5409E-9A57-4C62-88C5-F3EDB39C4999}"/>
              </a:ext>
            </a:extLst>
          </p:cNvPr>
          <p:cNvSpPr>
            <a:spLocks noGrp="1"/>
          </p:cNvSpPr>
          <p:nvPr>
            <p:ph type="title"/>
          </p:nvPr>
        </p:nvSpPr>
        <p:spPr>
          <a:xfrm>
            <a:off x="838200" y="136525"/>
            <a:ext cx="6477000" cy="869315"/>
          </a:xfrm>
        </p:spPr>
        <p:txBody>
          <a:bodyPr/>
          <a:lstStyle/>
          <a:p>
            <a:pPr algn="ctr"/>
            <a:r>
              <a:rPr lang="en-IN" b="1" dirty="0">
                <a:ln w="0"/>
                <a:solidFill>
                  <a:schemeClr val="accent1"/>
                </a:solidFill>
                <a:effectLst>
                  <a:outerShdw blurRad="38100" dist="25400" dir="5400000" algn="ctr" rotWithShape="0">
                    <a:srgbClr val="6E747A">
                      <a:alpha val="43000"/>
                    </a:srgbClr>
                  </a:outerShdw>
                </a:effectLst>
              </a:rPr>
              <a:t>1. Brain</a:t>
            </a:r>
          </a:p>
        </p:txBody>
      </p:sp>
      <p:sp>
        <p:nvSpPr>
          <p:cNvPr id="3" name="Content Placeholder 2">
            <a:extLst>
              <a:ext uri="{FF2B5EF4-FFF2-40B4-BE49-F238E27FC236}">
                <a16:creationId xmlns:a16="http://schemas.microsoft.com/office/drawing/2014/main" id="{69F1E506-6BDA-4218-A683-F42C659F65B6}"/>
              </a:ext>
            </a:extLst>
          </p:cNvPr>
          <p:cNvSpPr>
            <a:spLocks noGrp="1"/>
          </p:cNvSpPr>
          <p:nvPr>
            <p:ph idx="1"/>
          </p:nvPr>
        </p:nvSpPr>
        <p:spPr>
          <a:xfrm>
            <a:off x="838200" y="1005840"/>
            <a:ext cx="6591300" cy="5715635"/>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b="1" dirty="0">
                <a:solidFill>
                  <a:srgbClr val="222222"/>
                </a:solidFill>
                <a:latin typeface="-apple-system"/>
              </a:rPr>
              <a:t>B</a:t>
            </a:r>
            <a:r>
              <a:rPr lang="en-US" b="1" i="0" dirty="0">
                <a:solidFill>
                  <a:srgbClr val="222222"/>
                </a:solidFill>
                <a:effectLst/>
                <a:latin typeface="-apple-system"/>
              </a:rPr>
              <a:t>rain</a:t>
            </a:r>
            <a:r>
              <a:rPr lang="en-US" b="0" i="0" dirty="0">
                <a:solidFill>
                  <a:srgbClr val="222222"/>
                </a:solidFill>
                <a:effectLst/>
                <a:latin typeface="-apple-system"/>
              </a:rPr>
              <a:t> is the </a:t>
            </a:r>
            <a:r>
              <a:rPr lang="en-US" b="1" i="0" dirty="0">
                <a:solidFill>
                  <a:srgbClr val="222222"/>
                </a:solidFill>
                <a:effectLst/>
                <a:latin typeface="-apple-system"/>
              </a:rPr>
              <a:t>largest</a:t>
            </a:r>
            <a:r>
              <a:rPr lang="en-US" b="0" i="0" dirty="0">
                <a:solidFill>
                  <a:srgbClr val="222222"/>
                </a:solidFill>
                <a:effectLst/>
                <a:latin typeface="-apple-system"/>
              </a:rPr>
              <a:t> and </a:t>
            </a:r>
            <a:r>
              <a:rPr lang="en-US" b="1" i="0" dirty="0">
                <a:solidFill>
                  <a:srgbClr val="222222"/>
                </a:solidFill>
                <a:effectLst/>
                <a:latin typeface="-apple-system"/>
              </a:rPr>
              <a:t>most complex mass of nervous tissue in the body.</a:t>
            </a:r>
          </a:p>
          <a:p>
            <a:pPr algn="just"/>
            <a:r>
              <a:rPr lang="en-US" dirty="0">
                <a:solidFill>
                  <a:srgbClr val="222222"/>
                </a:solidFill>
                <a:latin typeface="-apple-system"/>
              </a:rPr>
              <a:t>Weighs about </a:t>
            </a:r>
            <a:r>
              <a:rPr lang="en-US" b="1" dirty="0">
                <a:solidFill>
                  <a:srgbClr val="222222"/>
                </a:solidFill>
                <a:latin typeface="-apple-system"/>
              </a:rPr>
              <a:t>3 pounds </a:t>
            </a:r>
            <a:r>
              <a:rPr lang="en-US" dirty="0">
                <a:solidFill>
                  <a:srgbClr val="222222"/>
                </a:solidFill>
                <a:latin typeface="-apple-system"/>
              </a:rPr>
              <a:t>in adults (1.3 kg app.)</a:t>
            </a:r>
          </a:p>
          <a:p>
            <a:pPr algn="just"/>
            <a:r>
              <a:rPr lang="en-US" b="1" i="0" dirty="0">
                <a:solidFill>
                  <a:srgbClr val="222222"/>
                </a:solidFill>
                <a:effectLst/>
                <a:latin typeface="-apple-system"/>
              </a:rPr>
              <a:t>75% water</a:t>
            </a:r>
          </a:p>
          <a:p>
            <a:pPr algn="just"/>
            <a:r>
              <a:rPr lang="en-US" b="1" dirty="0">
                <a:solidFill>
                  <a:srgbClr val="222222"/>
                </a:solidFill>
                <a:latin typeface="-apple-system"/>
              </a:rPr>
              <a:t>20% of oxygen</a:t>
            </a:r>
          </a:p>
          <a:p>
            <a:pPr algn="just"/>
            <a:r>
              <a:rPr lang="en-US" b="1" i="0" dirty="0">
                <a:solidFill>
                  <a:srgbClr val="222222"/>
                </a:solidFill>
                <a:effectLst/>
                <a:latin typeface="-apple-system"/>
              </a:rPr>
              <a:t>100 billion neurons</a:t>
            </a:r>
          </a:p>
          <a:p>
            <a:pPr algn="just"/>
            <a:r>
              <a:rPr lang="en-US" b="1" i="0" dirty="0">
                <a:solidFill>
                  <a:srgbClr val="222222"/>
                </a:solidFill>
                <a:effectLst/>
                <a:latin typeface="-apple-system"/>
              </a:rPr>
              <a:t>Controls</a:t>
            </a:r>
            <a:r>
              <a:rPr lang="en-US" b="0" i="0" dirty="0">
                <a:solidFill>
                  <a:srgbClr val="222222"/>
                </a:solidFill>
                <a:effectLst/>
                <a:latin typeface="-apple-system"/>
              </a:rPr>
              <a:t> </a:t>
            </a:r>
            <a:r>
              <a:rPr lang="en-US" b="1" i="0" dirty="0">
                <a:solidFill>
                  <a:srgbClr val="222222"/>
                </a:solidFill>
                <a:effectLst/>
                <a:latin typeface="-apple-system"/>
              </a:rPr>
              <a:t>body functions </a:t>
            </a:r>
            <a:r>
              <a:rPr lang="en-US" b="0" i="0" dirty="0">
                <a:solidFill>
                  <a:srgbClr val="222222"/>
                </a:solidFill>
                <a:effectLst/>
                <a:latin typeface="-apple-system"/>
              </a:rPr>
              <a:t>and </a:t>
            </a:r>
            <a:r>
              <a:rPr lang="en-US" b="1" i="0" dirty="0">
                <a:solidFill>
                  <a:srgbClr val="222222"/>
                </a:solidFill>
                <a:effectLst/>
                <a:latin typeface="-apple-system"/>
              </a:rPr>
              <a:t>interactions with the outside world.</a:t>
            </a:r>
          </a:p>
          <a:p>
            <a:pPr marL="0" indent="0" algn="just">
              <a:buNone/>
            </a:pPr>
            <a:endParaRPr lang="en-US" b="0" i="0" dirty="0">
              <a:solidFill>
                <a:srgbClr val="222222"/>
              </a:solidFill>
              <a:effectLst/>
              <a:latin typeface="-apple-system"/>
            </a:endParaRPr>
          </a:p>
          <a:p>
            <a:pPr algn="just"/>
            <a:endParaRPr lang="en-IN" dirty="0"/>
          </a:p>
        </p:txBody>
      </p:sp>
      <p:sp>
        <p:nvSpPr>
          <p:cNvPr id="4" name="Slide Number Placeholder 3">
            <a:extLst>
              <a:ext uri="{FF2B5EF4-FFF2-40B4-BE49-F238E27FC236}">
                <a16:creationId xmlns:a16="http://schemas.microsoft.com/office/drawing/2014/main" id="{A54538DF-37F3-4AA5-B547-E46F02B51600}"/>
              </a:ext>
            </a:extLst>
          </p:cNvPr>
          <p:cNvSpPr>
            <a:spLocks noGrp="1"/>
          </p:cNvSpPr>
          <p:nvPr>
            <p:ph type="sldNum" sz="quarter" idx="12"/>
          </p:nvPr>
        </p:nvSpPr>
        <p:spPr/>
        <p:txBody>
          <a:bodyPr/>
          <a:lstStyle/>
          <a:p>
            <a:fld id="{BDCDBBEF-AA6C-4BA6-85B2-A17D7F280E38}" type="slidenum">
              <a:rPr lang="en-US" smtClean="0"/>
              <a:pPr/>
              <a:t>8</a:t>
            </a:fld>
            <a:endParaRPr lang="en-US"/>
          </a:p>
        </p:txBody>
      </p:sp>
      <p:pic>
        <p:nvPicPr>
          <p:cNvPr id="8" name="Picture 7"/>
          <p:cNvPicPr>
            <a:picLocks noChangeAspect="1"/>
          </p:cNvPicPr>
          <p:nvPr/>
        </p:nvPicPr>
        <p:blipFill rotWithShape="1">
          <a:blip r:embed="rId4"/>
          <a:srcRect b="7068"/>
          <a:stretch/>
        </p:blipFill>
        <p:spPr>
          <a:xfrm>
            <a:off x="7429500" y="951587"/>
            <a:ext cx="4762499" cy="3233959"/>
          </a:xfrm>
          <a:prstGeom prst="rect">
            <a:avLst/>
          </a:prstGeom>
        </p:spPr>
      </p:pic>
      <p:cxnSp>
        <p:nvCxnSpPr>
          <p:cNvPr id="7" name="Straight Arrow Connector 6">
            <a:extLst>
              <a:ext uri="{FF2B5EF4-FFF2-40B4-BE49-F238E27FC236}">
                <a16:creationId xmlns:a16="http://schemas.microsoft.com/office/drawing/2014/main" id="{1E062D20-D1D6-065C-1774-6E1BE6AB1704}"/>
              </a:ext>
            </a:extLst>
          </p:cNvPr>
          <p:cNvCxnSpPr>
            <a:cxnSpLocks/>
          </p:cNvCxnSpPr>
          <p:nvPr/>
        </p:nvCxnSpPr>
        <p:spPr>
          <a:xfrm flipV="1">
            <a:off x="9653060" y="4462203"/>
            <a:ext cx="0" cy="1376038"/>
          </a:xfrm>
          <a:prstGeom prst="straightConnector1">
            <a:avLst/>
          </a:prstGeom>
          <a:ln w="76200">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4244431833"/>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Parts of the human brain</a:t>
            </a:r>
            <a:br>
              <a:rPr lang="en-US" b="1" dirty="0"/>
            </a:br>
            <a:endParaRPr lang="en-IN" dirty="0"/>
          </a:p>
        </p:txBody>
      </p:sp>
      <p:sp>
        <p:nvSpPr>
          <p:cNvPr id="3" name="Content Placeholder 2"/>
          <p:cNvSpPr>
            <a:spLocks noGrp="1"/>
          </p:cNvSpPr>
          <p:nvPr>
            <p:ph idx="1"/>
          </p:nvPr>
        </p:nvSpPr>
        <p:spPr/>
        <p:txBody>
          <a:bodyPr/>
          <a:lstStyle/>
          <a:p>
            <a:pPr marL="0" indent="0">
              <a:buNone/>
            </a:pPr>
            <a:r>
              <a:rPr lang="en-US" dirty="0"/>
              <a:t>The human brain is made up </a:t>
            </a:r>
            <a:r>
              <a:rPr lang="en-US" b="1" dirty="0"/>
              <a:t>different compartments</a:t>
            </a:r>
            <a:r>
              <a:rPr lang="en-US" dirty="0"/>
              <a:t>, for each of the functions. Take a look at the different parts of the brain.</a:t>
            </a:r>
          </a:p>
          <a:p>
            <a:r>
              <a:rPr lang="en-US" dirty="0"/>
              <a:t>Forebrain</a:t>
            </a:r>
          </a:p>
          <a:p>
            <a:r>
              <a:rPr lang="en-US" dirty="0"/>
              <a:t>Midbrain</a:t>
            </a:r>
          </a:p>
          <a:p>
            <a:r>
              <a:rPr lang="en-US" dirty="0"/>
              <a:t>Hind Brain</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pic>
        <p:nvPicPr>
          <p:cNvPr id="5" name="Picture 4"/>
          <p:cNvPicPr>
            <a:picLocks noChangeAspect="1"/>
          </p:cNvPicPr>
          <p:nvPr/>
        </p:nvPicPr>
        <p:blipFill>
          <a:blip r:embed="rId2"/>
          <a:stretch>
            <a:fillRect/>
          </a:stretch>
        </p:blipFill>
        <p:spPr>
          <a:xfrm>
            <a:off x="6096000" y="2850374"/>
            <a:ext cx="4154653" cy="3019370"/>
          </a:xfrm>
          <a:prstGeom prst="rect">
            <a:avLst/>
          </a:prstGeom>
        </p:spPr>
      </p:pic>
      <p:cxnSp>
        <p:nvCxnSpPr>
          <p:cNvPr id="6" name="Straight Arrow Connector 5">
            <a:extLst>
              <a:ext uri="{FF2B5EF4-FFF2-40B4-BE49-F238E27FC236}">
                <a16:creationId xmlns:a16="http://schemas.microsoft.com/office/drawing/2014/main" id="{B4D830EF-C56B-61D3-7802-8ABBEED2FF16}"/>
              </a:ext>
            </a:extLst>
          </p:cNvPr>
          <p:cNvCxnSpPr>
            <a:cxnSpLocks/>
          </p:cNvCxnSpPr>
          <p:nvPr/>
        </p:nvCxnSpPr>
        <p:spPr>
          <a:xfrm flipV="1">
            <a:off x="4992853" y="5322595"/>
            <a:ext cx="1195453" cy="838217"/>
          </a:xfrm>
          <a:prstGeom prst="straightConnector1">
            <a:avLst/>
          </a:prstGeom>
          <a:ln w="76200">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165342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3192"/>
            <a:ext cx="10515600" cy="1325563"/>
          </a:xfrm>
        </p:spPr>
        <p:txBody>
          <a:bodyPr/>
          <a:lstStyle/>
          <a:p>
            <a:r>
              <a:rPr lang="en-US" dirty="0"/>
              <a:t>Forebrain</a:t>
            </a:r>
            <a:br>
              <a:rPr lang="en-US" dirty="0"/>
            </a:br>
            <a:endParaRPr lang="en-IN" dirty="0"/>
          </a:p>
        </p:txBody>
      </p:sp>
      <p:sp>
        <p:nvSpPr>
          <p:cNvPr id="3" name="Content Placeholder 2"/>
          <p:cNvSpPr>
            <a:spLocks noGrp="1"/>
          </p:cNvSpPr>
          <p:nvPr>
            <p:ph idx="1"/>
          </p:nvPr>
        </p:nvSpPr>
        <p:spPr>
          <a:xfrm>
            <a:off x="310166" y="1631947"/>
            <a:ext cx="9029143" cy="4351338"/>
          </a:xfrm>
        </p:spPr>
        <p:txBody>
          <a:bodyPr>
            <a:noAutofit/>
          </a:bodyPr>
          <a:lstStyle/>
          <a:p>
            <a:pPr marL="0" indent="0" algn="just">
              <a:buNone/>
            </a:pPr>
            <a:r>
              <a:rPr lang="en-US" sz="3200" dirty="0"/>
              <a:t>It is the </a:t>
            </a:r>
            <a:r>
              <a:rPr lang="en-US" sz="3200" b="1" u="sng" dirty="0">
                <a:highlight>
                  <a:srgbClr val="FFFF00"/>
                </a:highlight>
              </a:rPr>
              <a:t>main thinking part </a:t>
            </a:r>
            <a:r>
              <a:rPr lang="en-US" sz="3200" dirty="0"/>
              <a:t>of the brain and controls the voluntary actions (controlled by will). </a:t>
            </a:r>
          </a:p>
          <a:p>
            <a:pPr marL="0" indent="0" algn="just">
              <a:buNone/>
            </a:pPr>
            <a:r>
              <a:rPr lang="en-US" sz="3200" dirty="0"/>
              <a:t>The forebrain </a:t>
            </a:r>
            <a:r>
              <a:rPr lang="en-US" sz="3200" b="1" u="sng" dirty="0">
                <a:highlight>
                  <a:srgbClr val="FFFF00"/>
                </a:highlight>
              </a:rPr>
              <a:t>processes sensory information </a:t>
            </a:r>
            <a:r>
              <a:rPr lang="en-US" sz="3200" dirty="0"/>
              <a:t>that is </a:t>
            </a:r>
            <a:r>
              <a:rPr lang="en-US" sz="3200" b="1" u="sng" dirty="0">
                <a:highlight>
                  <a:srgbClr val="FFFF00"/>
                </a:highlight>
              </a:rPr>
              <a:t>collected from the various </a:t>
            </a:r>
            <a:r>
              <a:rPr lang="en-US" sz="3200" b="1" u="sng" dirty="0">
                <a:highlight>
                  <a:srgbClr val="FFFF00"/>
                </a:highlight>
                <a:hlinkClick r:id="rId2"/>
              </a:rPr>
              <a:t>sense organs</a:t>
            </a:r>
            <a:r>
              <a:rPr lang="en-US" sz="3200" b="1" u="sng" dirty="0">
                <a:highlight>
                  <a:srgbClr val="FFFF00"/>
                </a:highlight>
              </a:rPr>
              <a:t> such as ears, eyes, nose, tongue, skin.</a:t>
            </a:r>
          </a:p>
          <a:p>
            <a:pPr marL="0" indent="0" algn="just">
              <a:buNone/>
            </a:pPr>
            <a:r>
              <a:rPr lang="en-US" sz="3200" dirty="0"/>
              <a:t> It is because of the presence of forebrain, humans are placed at the highest level in the animal chain.</a:t>
            </a:r>
          </a:p>
          <a:p>
            <a:pPr marL="0" indent="0" algn="just">
              <a:buNone/>
            </a:pPr>
            <a:r>
              <a:rPr lang="en-US" sz="3200" b="1" u="sng" dirty="0"/>
              <a:t>The forebrain consists of the Cerebrum, Thalamus and Hypothalamus.</a:t>
            </a:r>
          </a:p>
          <a:p>
            <a:pPr marL="0" indent="0" algn="just">
              <a:buNone/>
            </a:pPr>
            <a:endParaRPr lang="en-IN" sz="3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pic>
        <p:nvPicPr>
          <p:cNvPr id="5" name="Picture 4"/>
          <p:cNvPicPr>
            <a:picLocks noChangeAspect="1"/>
          </p:cNvPicPr>
          <p:nvPr/>
        </p:nvPicPr>
        <p:blipFill>
          <a:blip r:embed="rId3"/>
          <a:stretch>
            <a:fillRect/>
          </a:stretch>
        </p:blipFill>
        <p:spPr>
          <a:xfrm>
            <a:off x="9339309" y="0"/>
            <a:ext cx="2852691" cy="2070502"/>
          </a:xfrm>
          <a:prstGeom prst="rect">
            <a:avLst/>
          </a:prstGeom>
        </p:spPr>
      </p:pic>
    </p:spTree>
    <p:extLst>
      <p:ext uri="{BB962C8B-B14F-4D97-AF65-F5344CB8AC3E}">
        <p14:creationId xmlns:p14="http://schemas.microsoft.com/office/powerpoint/2010/main" val="478875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Mid Brain</a:t>
            </a:r>
            <a:br>
              <a:rPr lang="en-US" b="1" dirty="0"/>
            </a:br>
            <a:endParaRPr lang="en-IN" b="1" dirty="0"/>
          </a:p>
        </p:txBody>
      </p:sp>
      <p:sp>
        <p:nvSpPr>
          <p:cNvPr id="3" name="Content Placeholder 2"/>
          <p:cNvSpPr>
            <a:spLocks noGrp="1"/>
          </p:cNvSpPr>
          <p:nvPr>
            <p:ph idx="1"/>
          </p:nvPr>
        </p:nvSpPr>
        <p:spPr>
          <a:xfrm>
            <a:off x="150921" y="1541540"/>
            <a:ext cx="6632620" cy="4351338"/>
          </a:xfrm>
        </p:spPr>
        <p:txBody>
          <a:bodyPr>
            <a:normAutofit/>
          </a:bodyPr>
          <a:lstStyle/>
          <a:p>
            <a:pPr algn="just"/>
            <a:r>
              <a:rPr lang="en-US" sz="3600" dirty="0"/>
              <a:t>The midbrain </a:t>
            </a:r>
            <a:r>
              <a:rPr lang="en-US" sz="3600" b="1" dirty="0">
                <a:highlight>
                  <a:srgbClr val="FFFF00"/>
                </a:highlight>
              </a:rPr>
              <a:t>connects the forebrain and the hindbrain</a:t>
            </a:r>
            <a:r>
              <a:rPr lang="en-US" sz="3600" dirty="0"/>
              <a:t>. </a:t>
            </a:r>
          </a:p>
          <a:p>
            <a:pPr algn="just"/>
            <a:r>
              <a:rPr lang="en-US" sz="3600" dirty="0"/>
              <a:t>It acts as a </a:t>
            </a:r>
            <a:r>
              <a:rPr lang="en-US" sz="3600" b="1" dirty="0">
                <a:highlight>
                  <a:srgbClr val="FFFF00"/>
                </a:highlight>
              </a:rPr>
              <a:t>bridge and transmits signals</a:t>
            </a:r>
            <a:r>
              <a:rPr lang="en-US" sz="3600" dirty="0"/>
              <a:t> from hindbrain and forebrain. </a:t>
            </a:r>
          </a:p>
          <a:p>
            <a:pPr algn="just"/>
            <a:r>
              <a:rPr lang="en-US" sz="3600" dirty="0"/>
              <a:t>It is </a:t>
            </a:r>
            <a:r>
              <a:rPr lang="en-US" sz="3600" b="1" dirty="0"/>
              <a:t>associated with control, vision, hearing, temperature regulation, alertness</a:t>
            </a:r>
            <a:r>
              <a:rPr lang="en-US" sz="3600" dirty="0"/>
              <a:t>.</a:t>
            </a:r>
          </a:p>
          <a:p>
            <a:pPr algn="just"/>
            <a:endParaRPr lang="en-IN" sz="3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pic>
        <p:nvPicPr>
          <p:cNvPr id="5" name="Picture 4"/>
          <p:cNvPicPr>
            <a:picLocks noChangeAspect="1"/>
          </p:cNvPicPr>
          <p:nvPr/>
        </p:nvPicPr>
        <p:blipFill>
          <a:blip r:embed="rId2"/>
          <a:stretch>
            <a:fillRect/>
          </a:stretch>
        </p:blipFill>
        <p:spPr>
          <a:xfrm>
            <a:off x="7195968" y="1920109"/>
            <a:ext cx="4157832" cy="3017782"/>
          </a:xfrm>
          <a:prstGeom prst="rect">
            <a:avLst/>
          </a:prstGeom>
        </p:spPr>
      </p:pic>
    </p:spTree>
    <p:extLst>
      <p:ext uri="{BB962C8B-B14F-4D97-AF65-F5344CB8AC3E}">
        <p14:creationId xmlns:p14="http://schemas.microsoft.com/office/powerpoint/2010/main" val="3561754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Hind Brain</a:t>
            </a:r>
            <a:br>
              <a:rPr lang="en-US" dirty="0"/>
            </a:br>
            <a:endParaRPr lang="en-IN" dirty="0"/>
          </a:p>
        </p:txBody>
      </p:sp>
      <p:sp>
        <p:nvSpPr>
          <p:cNvPr id="3" name="Content Placeholder 2"/>
          <p:cNvSpPr>
            <a:spLocks noGrp="1"/>
          </p:cNvSpPr>
          <p:nvPr>
            <p:ph idx="1"/>
          </p:nvPr>
        </p:nvSpPr>
        <p:spPr/>
        <p:txBody>
          <a:bodyPr>
            <a:normAutofit/>
          </a:bodyPr>
          <a:lstStyle/>
          <a:p>
            <a:r>
              <a:rPr lang="en-US" sz="3200" dirty="0"/>
              <a:t>It controls </a:t>
            </a:r>
            <a:r>
              <a:rPr lang="en-US" sz="3200" b="1" dirty="0"/>
              <a:t>heart rate, breathing, blood pressure, sleep and waking up functions etc</a:t>
            </a:r>
            <a:r>
              <a:rPr lang="en-US" sz="3200" dirty="0"/>
              <a:t>.  </a:t>
            </a:r>
          </a:p>
          <a:p>
            <a:pPr marL="0" indent="0">
              <a:buNone/>
            </a:pPr>
            <a:r>
              <a:rPr lang="en-US" sz="3200" dirty="0"/>
              <a:t>The hindbrain has three parts, namely – </a:t>
            </a:r>
          </a:p>
          <a:p>
            <a:r>
              <a:rPr lang="en-US" sz="3200" b="1" dirty="0"/>
              <a:t>cerebellum</a:t>
            </a:r>
          </a:p>
          <a:p>
            <a:r>
              <a:rPr lang="en-US" sz="3200" b="1" dirty="0"/>
              <a:t>medulla oblongata</a:t>
            </a:r>
          </a:p>
          <a:p>
            <a:r>
              <a:rPr lang="en-US" sz="3200" b="1" dirty="0"/>
              <a:t>pons </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extLst>
      <p:ext uri="{BB962C8B-B14F-4D97-AF65-F5344CB8AC3E}">
        <p14:creationId xmlns:p14="http://schemas.microsoft.com/office/powerpoint/2010/main" val="2992288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t="-1000" r="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rPr>
              <a:t>2. The spinal cord</a:t>
            </a:r>
            <a:endParaRPr lang="en-IN" b="1" dirty="0">
              <a:solidFill>
                <a:schemeClr val="accent1">
                  <a:lumMod val="75000"/>
                </a:schemeClr>
              </a:solidFill>
            </a:endParaRPr>
          </a:p>
        </p:txBody>
      </p:sp>
      <p:sp>
        <p:nvSpPr>
          <p:cNvPr id="3" name="Content Placeholder 2"/>
          <p:cNvSpPr>
            <a:spLocks noGrp="1"/>
          </p:cNvSpPr>
          <p:nvPr>
            <p:ph idx="1"/>
          </p:nvPr>
        </p:nvSpPr>
        <p:spPr>
          <a:xfrm>
            <a:off x="218942" y="1825625"/>
            <a:ext cx="7225048" cy="4678206"/>
          </a:xfrm>
        </p:spPr>
        <p:txBody>
          <a:bodyPr/>
          <a:lstStyle/>
          <a:p>
            <a:r>
              <a:rPr lang="en-US" dirty="0"/>
              <a:t>The spinal cord is part of the </a:t>
            </a:r>
            <a:r>
              <a:rPr lang="en-US" b="1" u="sng" dirty="0">
                <a:hlinkClick r:id="rId4"/>
              </a:rPr>
              <a:t>central nervous system (CNS)</a:t>
            </a:r>
            <a:r>
              <a:rPr lang="en-US" b="1" dirty="0"/>
              <a:t>. </a:t>
            </a:r>
            <a:r>
              <a:rPr lang="en-US" dirty="0"/>
              <a:t>It is situated inside the </a:t>
            </a:r>
            <a:r>
              <a:rPr lang="en-US" b="1" dirty="0"/>
              <a:t>vertebral canal (space or cavity).</a:t>
            </a:r>
          </a:p>
          <a:p>
            <a:r>
              <a:rPr lang="en-US" dirty="0"/>
              <a:t>Like the vertebral column, the spinal cord is divided into segments: </a:t>
            </a:r>
            <a:r>
              <a:rPr lang="en-US" b="1" dirty="0"/>
              <a:t>cervical, thoracic, lumbar, sacral, and coccygeal</a:t>
            </a:r>
            <a:r>
              <a:rPr lang="en-US" dirty="0"/>
              <a:t>. Each segment of the spinal cord provides several pairs of </a:t>
            </a:r>
            <a:r>
              <a:rPr lang="en-US" u="sng" dirty="0">
                <a:hlinkClick r:id="rId5"/>
              </a:rPr>
              <a:t>spinal nerves</a:t>
            </a:r>
            <a:r>
              <a:rPr lang="en-US" dirty="0"/>
              <a:t>, which exit from vertebral canal</a:t>
            </a:r>
          </a:p>
          <a:p>
            <a:r>
              <a:rPr lang="en-US" dirty="0"/>
              <a:t>(a total of 31 pairs).</a:t>
            </a:r>
          </a:p>
          <a:p>
            <a:pPr marL="0" indent="0">
              <a:buNone/>
            </a:pPr>
            <a:endParaRPr lang="en-US" dirty="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pic>
        <p:nvPicPr>
          <p:cNvPr id="5" name="Picture 4"/>
          <p:cNvPicPr>
            <a:picLocks noChangeAspect="1"/>
          </p:cNvPicPr>
          <p:nvPr/>
        </p:nvPicPr>
        <p:blipFill>
          <a:blip r:embed="rId6"/>
          <a:stretch>
            <a:fillRect/>
          </a:stretch>
        </p:blipFill>
        <p:spPr>
          <a:xfrm>
            <a:off x="7443989" y="1557374"/>
            <a:ext cx="4211391" cy="4798976"/>
          </a:xfrm>
          <a:prstGeom prst="rect">
            <a:avLst/>
          </a:prstGeom>
        </p:spPr>
      </p:pic>
    </p:spTree>
    <p:extLst>
      <p:ext uri="{BB962C8B-B14F-4D97-AF65-F5344CB8AC3E}">
        <p14:creationId xmlns:p14="http://schemas.microsoft.com/office/powerpoint/2010/main" val="843444098"/>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n w="12700">
                  <a:solidFill>
                    <a:schemeClr val="accent1"/>
                  </a:solidFill>
                  <a:prstDash val="solid"/>
                </a:ln>
                <a:effectLst>
                  <a:outerShdw dist="38100" dir="2640000" algn="bl" rotWithShape="0">
                    <a:schemeClr val="accent1"/>
                  </a:outerShdw>
                </a:effectLst>
              </a:rPr>
              <a:t>B. The peripheral nervous system</a:t>
            </a:r>
            <a:br>
              <a:rPr lang="en-IN" b="1" dirty="0"/>
            </a:br>
            <a:endParaRPr lang="en-IN" b="1" dirty="0"/>
          </a:p>
        </p:txBody>
      </p:sp>
      <p:sp>
        <p:nvSpPr>
          <p:cNvPr id="3" name="Content Placeholder 2"/>
          <p:cNvSpPr>
            <a:spLocks noGrp="1"/>
          </p:cNvSpPr>
          <p:nvPr>
            <p:ph idx="1"/>
          </p:nvPr>
        </p:nvSpPr>
        <p:spPr>
          <a:xfrm>
            <a:off x="510862" y="1313645"/>
            <a:ext cx="10842938" cy="5407830"/>
          </a:xfrm>
        </p:spPr>
        <p:txBody>
          <a:bodyPr>
            <a:normAutofit/>
          </a:bodyPr>
          <a:lstStyle/>
          <a:p>
            <a:pPr algn="just"/>
            <a:r>
              <a:rPr lang="en-US" dirty="0"/>
              <a:t>The peripheral nervous system (PNS) consists of </a:t>
            </a:r>
            <a:r>
              <a:rPr lang="en-US" b="1" dirty="0">
                <a:highlight>
                  <a:srgbClr val="FFFF00"/>
                </a:highlight>
              </a:rPr>
              <a:t>all the nerves branching out of the </a:t>
            </a:r>
            <a:r>
              <a:rPr lang="en-US" b="1" u="sng" dirty="0">
                <a:highlight>
                  <a:srgbClr val="FFFF00"/>
                </a:highlight>
              </a:rPr>
              <a:t>brain</a:t>
            </a:r>
            <a:r>
              <a:rPr lang="en-US" b="1" dirty="0">
                <a:highlight>
                  <a:srgbClr val="FFFF00"/>
                </a:highlight>
              </a:rPr>
              <a:t> and </a:t>
            </a:r>
            <a:r>
              <a:rPr lang="en-US" b="1" u="sng" dirty="0">
                <a:highlight>
                  <a:srgbClr val="FFFF00"/>
                </a:highlight>
              </a:rPr>
              <a:t>spinal cord</a:t>
            </a:r>
            <a:r>
              <a:rPr lang="en-US" b="1" dirty="0">
                <a:highlight>
                  <a:srgbClr val="FFFF00"/>
                </a:highlight>
              </a:rPr>
              <a:t> </a:t>
            </a:r>
            <a:r>
              <a:rPr lang="en-US" dirty="0"/>
              <a:t>(</a:t>
            </a:r>
            <a:r>
              <a:rPr lang="en-US" u="sng" dirty="0"/>
              <a:t>the central nervous system</a:t>
            </a:r>
            <a:r>
              <a:rPr lang="en-US" dirty="0"/>
              <a:t>, CNS).</a:t>
            </a:r>
          </a:p>
          <a:p>
            <a:pPr algn="just"/>
            <a:r>
              <a:rPr lang="en-US" dirty="0"/>
              <a:t> If you imagine the </a:t>
            </a:r>
            <a:r>
              <a:rPr lang="en-US" b="1" dirty="0"/>
              <a:t>CNS</a:t>
            </a:r>
            <a:r>
              <a:rPr lang="en-US" dirty="0"/>
              <a:t> as the </a:t>
            </a:r>
            <a:r>
              <a:rPr lang="en-US" b="1" dirty="0"/>
              <a:t>main highway</a:t>
            </a:r>
            <a:r>
              <a:rPr lang="en-US" dirty="0"/>
              <a:t>, then the </a:t>
            </a:r>
            <a:r>
              <a:rPr lang="en-US" b="1" dirty="0"/>
              <a:t>PNS</a:t>
            </a:r>
            <a:r>
              <a:rPr lang="en-US" dirty="0"/>
              <a:t> forms all the </a:t>
            </a:r>
            <a:r>
              <a:rPr lang="en-US" b="1" dirty="0"/>
              <a:t>connecting secondary roads</a:t>
            </a:r>
            <a:r>
              <a:rPr lang="en-US" dirty="0"/>
              <a:t>.</a:t>
            </a:r>
          </a:p>
          <a:p>
            <a:pPr algn="just"/>
            <a:r>
              <a:rPr lang="en-US" dirty="0"/>
              <a:t> These </a:t>
            </a:r>
            <a:r>
              <a:rPr lang="en-US" b="1" dirty="0">
                <a:highlight>
                  <a:srgbClr val="FFFF00"/>
                </a:highlight>
              </a:rPr>
              <a:t>allow electrical impulses to travel to and from the furthest regions</a:t>
            </a:r>
            <a:r>
              <a:rPr lang="en-US" b="1" dirty="0"/>
              <a:t>,</a:t>
            </a:r>
            <a:r>
              <a:rPr lang="en-US" dirty="0"/>
              <a:t> or periphery, of the human body.</a:t>
            </a:r>
          </a:p>
          <a:p>
            <a:pPr algn="just"/>
            <a:endParaRPr lang="en-US" dirty="0"/>
          </a:p>
          <a:p>
            <a:pPr algn="just"/>
            <a:endParaRPr lang="en-US" dirty="0"/>
          </a:p>
          <a:p>
            <a:pPr algn="just"/>
            <a:r>
              <a:rPr lang="en-US" sz="2800" dirty="0"/>
              <a:t>Functionally, the PNS can be divided into </a:t>
            </a:r>
            <a:r>
              <a:rPr lang="en-US" dirty="0"/>
              <a:t>: </a:t>
            </a:r>
            <a:r>
              <a:rPr lang="en-US" sz="2800" b="1" u="sng" dirty="0">
                <a:highlight>
                  <a:srgbClr val="FFFF00"/>
                </a:highlight>
              </a:rPr>
              <a:t>autonomic</a:t>
            </a:r>
            <a:r>
              <a:rPr lang="en-US" sz="2800" dirty="0"/>
              <a:t> and </a:t>
            </a:r>
            <a:r>
              <a:rPr lang="en-US" sz="2800" b="1" u="sng" dirty="0">
                <a:highlight>
                  <a:srgbClr val="FFFF00"/>
                </a:highlight>
              </a:rPr>
              <a:t>somatic nervous </a:t>
            </a:r>
            <a:r>
              <a:rPr lang="en-US" sz="2800" dirty="0"/>
              <a:t>systems. </a:t>
            </a:r>
            <a:endParaRPr lang="en-US" dirty="0"/>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2438045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AUTONOMIC NERVOUS SYSTEM</a:t>
            </a:r>
            <a:br>
              <a:rPr lang="en-IN" dirty="0"/>
            </a:br>
            <a:endParaRPr lang="en-IN" dirty="0"/>
          </a:p>
        </p:txBody>
      </p:sp>
      <p:sp>
        <p:nvSpPr>
          <p:cNvPr id="3" name="Content Placeholder 2"/>
          <p:cNvSpPr>
            <a:spLocks noGrp="1"/>
          </p:cNvSpPr>
          <p:nvPr>
            <p:ph idx="1"/>
          </p:nvPr>
        </p:nvSpPr>
        <p:spPr>
          <a:xfrm>
            <a:off x="838200" y="1175212"/>
            <a:ext cx="10515600" cy="5682788"/>
          </a:xfrm>
        </p:spPr>
        <p:txBody>
          <a:bodyPr>
            <a:normAutofit fontScale="92500" lnSpcReduction="10000"/>
          </a:bodyPr>
          <a:lstStyle/>
          <a:p>
            <a:pPr algn="just"/>
            <a:r>
              <a:rPr lang="en-US" dirty="0"/>
              <a:t>The </a:t>
            </a:r>
            <a:r>
              <a:rPr lang="en-US" u="sng" dirty="0">
                <a:hlinkClick r:id="rId2"/>
              </a:rPr>
              <a:t>autonomic nervous system</a:t>
            </a:r>
            <a:r>
              <a:rPr lang="en-US" dirty="0"/>
              <a:t> is the part of the </a:t>
            </a:r>
            <a:r>
              <a:rPr lang="en-US" b="1" dirty="0"/>
              <a:t>nervous system that supplies the internal organs, including the blood vessels, stomach, intestine, liver, kidneys, lungs, pupils, heart, and sweat, salivary, and digestive glands.</a:t>
            </a:r>
          </a:p>
          <a:p>
            <a:pPr algn="just"/>
            <a:endParaRPr lang="en-US" dirty="0"/>
          </a:p>
          <a:p>
            <a:r>
              <a:rPr lang="en-US" dirty="0"/>
              <a:t>Blood pressure</a:t>
            </a:r>
          </a:p>
          <a:p>
            <a:r>
              <a:rPr lang="en-US" dirty="0"/>
              <a:t>Heart and breathing rates</a:t>
            </a:r>
          </a:p>
          <a:p>
            <a:r>
              <a:rPr lang="en-US" dirty="0"/>
              <a:t>Body temperature</a:t>
            </a:r>
          </a:p>
          <a:p>
            <a:r>
              <a:rPr lang="en-US" dirty="0"/>
              <a:t>Digestion</a:t>
            </a:r>
          </a:p>
          <a:p>
            <a:r>
              <a:rPr lang="en-US" dirty="0"/>
              <a:t>Metabolism (thus affecting body weight)</a:t>
            </a:r>
          </a:p>
          <a:p>
            <a:r>
              <a:rPr lang="en-US" dirty="0"/>
              <a:t>The </a:t>
            </a:r>
            <a:r>
              <a:rPr lang="en-US" u="sng" dirty="0">
                <a:hlinkClick r:id="rId3"/>
              </a:rPr>
              <a:t>balance of water</a:t>
            </a:r>
            <a:r>
              <a:rPr lang="en-US" dirty="0"/>
              <a:t> and </a:t>
            </a:r>
            <a:r>
              <a:rPr lang="en-US" u="sng" dirty="0">
                <a:hlinkClick r:id="rId4"/>
              </a:rPr>
              <a:t>electrolytes</a:t>
            </a:r>
            <a:r>
              <a:rPr lang="en-US" dirty="0"/>
              <a:t> (such as sodium and calcium)</a:t>
            </a:r>
          </a:p>
          <a:p>
            <a:r>
              <a:rPr lang="en-US" dirty="0"/>
              <a:t>The production of body fluids (saliva, sweat, and tears)</a:t>
            </a:r>
          </a:p>
          <a:p>
            <a:r>
              <a:rPr lang="en-US" dirty="0"/>
              <a:t>Urination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TextBox 4">
            <a:extLst>
              <a:ext uri="{FF2B5EF4-FFF2-40B4-BE49-F238E27FC236}">
                <a16:creationId xmlns:a16="http://schemas.microsoft.com/office/drawing/2014/main" id="{2732430D-FF10-3491-ABF2-FF792BE0E62E}"/>
              </a:ext>
            </a:extLst>
          </p:cNvPr>
          <p:cNvSpPr txBox="1"/>
          <p:nvPr/>
        </p:nvSpPr>
        <p:spPr>
          <a:xfrm>
            <a:off x="8610600" y="2743303"/>
            <a:ext cx="2612106" cy="1200329"/>
          </a:xfrm>
          <a:prstGeom prst="rect">
            <a:avLst/>
          </a:prstGeom>
          <a:noFill/>
          <a:ln w="28575">
            <a:solidFill>
              <a:schemeClr val="tx1"/>
            </a:solidFill>
          </a:ln>
        </p:spPr>
        <p:txBody>
          <a:bodyPr wrap="square" rtlCol="0">
            <a:spAutoFit/>
          </a:bodyPr>
          <a:lstStyle/>
          <a:p>
            <a:pPr algn="ctr"/>
            <a:r>
              <a:rPr lang="en-US" sz="2400" b="1" dirty="0"/>
              <a:t>Interact with internal organ and glands</a:t>
            </a:r>
            <a:endParaRPr lang="en-IN" sz="2400" b="1" dirty="0"/>
          </a:p>
        </p:txBody>
      </p:sp>
    </p:spTree>
    <p:extLst>
      <p:ext uri="{BB962C8B-B14F-4D97-AF65-F5344CB8AC3E}">
        <p14:creationId xmlns:p14="http://schemas.microsoft.com/office/powerpoint/2010/main" val="4026773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Somatic nervous system</a:t>
            </a:r>
            <a:endParaRPr lang="en-IN" dirty="0"/>
          </a:p>
        </p:txBody>
      </p:sp>
      <p:sp>
        <p:nvSpPr>
          <p:cNvPr id="3" name="Content Placeholder 2"/>
          <p:cNvSpPr>
            <a:spLocks noGrp="1"/>
          </p:cNvSpPr>
          <p:nvPr>
            <p:ph idx="1"/>
          </p:nvPr>
        </p:nvSpPr>
        <p:spPr/>
        <p:txBody>
          <a:bodyPr/>
          <a:lstStyle/>
          <a:p>
            <a:pPr algn="just"/>
            <a:r>
              <a:rPr lang="en-US" dirty="0"/>
              <a:t>The </a:t>
            </a:r>
            <a:r>
              <a:rPr lang="en-US" b="1" dirty="0"/>
              <a:t>somatic nervous system</a:t>
            </a:r>
            <a:r>
              <a:rPr lang="en-US" dirty="0"/>
              <a:t> is a component of the peripheral </a:t>
            </a:r>
            <a:r>
              <a:rPr lang="en-US" b="1" dirty="0"/>
              <a:t>nervous system</a:t>
            </a:r>
            <a:r>
              <a:rPr lang="en-US" dirty="0"/>
              <a:t> associated with the voluntary control of the body movements.</a:t>
            </a:r>
          </a:p>
          <a:p>
            <a:pPr marL="0" indent="0" algn="just">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TextBox 4">
            <a:extLst>
              <a:ext uri="{FF2B5EF4-FFF2-40B4-BE49-F238E27FC236}">
                <a16:creationId xmlns:a16="http://schemas.microsoft.com/office/drawing/2014/main" id="{0690BEB8-A991-A34C-30A0-7392B5DDBE8F}"/>
              </a:ext>
            </a:extLst>
          </p:cNvPr>
          <p:cNvSpPr txBox="1"/>
          <p:nvPr/>
        </p:nvSpPr>
        <p:spPr>
          <a:xfrm>
            <a:off x="7770994" y="4001294"/>
            <a:ext cx="2566977" cy="1200329"/>
          </a:xfrm>
          <a:prstGeom prst="rect">
            <a:avLst/>
          </a:prstGeom>
          <a:noFill/>
          <a:ln w="38100">
            <a:solidFill>
              <a:schemeClr val="tx1"/>
            </a:solidFill>
          </a:ln>
        </p:spPr>
        <p:txBody>
          <a:bodyPr wrap="square" rtlCol="0">
            <a:spAutoFit/>
          </a:bodyPr>
          <a:lstStyle/>
          <a:p>
            <a:pPr algn="ctr"/>
            <a:r>
              <a:rPr lang="en-US" sz="2400" b="1" dirty="0"/>
              <a:t>Interact with Sense organs  and voluntary muscles</a:t>
            </a:r>
            <a:endParaRPr lang="en-IN" sz="2400" b="1" dirty="0"/>
          </a:p>
        </p:txBody>
      </p:sp>
    </p:spTree>
    <p:extLst>
      <p:ext uri="{BB962C8B-B14F-4D97-AF65-F5344CB8AC3E}">
        <p14:creationId xmlns:p14="http://schemas.microsoft.com/office/powerpoint/2010/main" val="1433700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4948"/>
            <a:ext cx="10515600" cy="1325563"/>
          </a:xfrm>
        </p:spPr>
        <p:txBody>
          <a:bodyPr/>
          <a:lstStyle/>
          <a:p>
            <a:pPr algn="ctr"/>
            <a:r>
              <a:rPr lang="en-US" dirty="0">
                <a:highlight>
                  <a:srgbClr val="FFFF00"/>
                </a:highlight>
              </a:rPr>
              <a:t>Neuron</a:t>
            </a:r>
            <a:endParaRPr lang="en-IN" dirty="0">
              <a:highlight>
                <a:srgbClr val="FFFF00"/>
              </a:highlight>
            </a:endParaRPr>
          </a:p>
        </p:txBody>
      </p:sp>
      <p:sp>
        <p:nvSpPr>
          <p:cNvPr id="3" name="Content Placeholder 2"/>
          <p:cNvSpPr>
            <a:spLocks noGrp="1"/>
          </p:cNvSpPr>
          <p:nvPr>
            <p:ph idx="1"/>
          </p:nvPr>
        </p:nvSpPr>
        <p:spPr>
          <a:xfrm>
            <a:off x="0" y="1243089"/>
            <a:ext cx="6676008" cy="5647385"/>
          </a:xfrm>
        </p:spPr>
        <p:txBody>
          <a:bodyPr>
            <a:normAutofit fontScale="85000" lnSpcReduction="20000"/>
          </a:bodyPr>
          <a:lstStyle/>
          <a:p>
            <a:r>
              <a:rPr lang="en-US" b="1" u="sng" dirty="0"/>
              <a:t>Structural and functional unit </a:t>
            </a:r>
            <a:r>
              <a:rPr lang="en-US" dirty="0"/>
              <a:t>of the neural tissue.</a:t>
            </a:r>
          </a:p>
          <a:p>
            <a:r>
              <a:rPr lang="en-US" dirty="0"/>
              <a:t>Human neural system has about </a:t>
            </a:r>
            <a:r>
              <a:rPr lang="en-US" b="1" u="sng" dirty="0"/>
              <a:t>100 billion neurons</a:t>
            </a:r>
            <a:r>
              <a:rPr lang="en-US" u="sng" dirty="0"/>
              <a:t>.</a:t>
            </a:r>
          </a:p>
          <a:p>
            <a:pPr algn="just"/>
            <a:r>
              <a:rPr lang="en-US" dirty="0"/>
              <a:t>Consists of a </a:t>
            </a:r>
            <a:r>
              <a:rPr lang="en-US" b="1" u="sng" dirty="0"/>
              <a:t>cell body</a:t>
            </a:r>
            <a:r>
              <a:rPr lang="en-US" u="sng" dirty="0"/>
              <a:t>, </a:t>
            </a:r>
            <a:r>
              <a:rPr lang="en-US" b="1" u="sng" dirty="0"/>
              <a:t>dendrites</a:t>
            </a:r>
            <a:r>
              <a:rPr lang="en-US" u="sng" dirty="0"/>
              <a:t>, </a:t>
            </a:r>
            <a:r>
              <a:rPr lang="en-US" b="1" u="sng" dirty="0"/>
              <a:t>an axon, an axon terminal</a:t>
            </a:r>
            <a:r>
              <a:rPr lang="en-US" u="sng" dirty="0"/>
              <a:t>.</a:t>
            </a:r>
          </a:p>
          <a:p>
            <a:pPr marL="0" indent="0" algn="just" fontAlgn="base">
              <a:buNone/>
            </a:pPr>
            <a:endParaRPr lang="en-US" b="1" dirty="0"/>
          </a:p>
          <a:p>
            <a:pPr marL="0" indent="0" algn="just" fontAlgn="base">
              <a:buNone/>
            </a:pPr>
            <a:r>
              <a:rPr lang="en-US" b="1" dirty="0"/>
              <a:t>a) Cell body: </a:t>
            </a:r>
          </a:p>
          <a:p>
            <a:pPr marL="514350" indent="-514350" algn="just" fontAlgn="base">
              <a:buFont typeface="+mj-lt"/>
              <a:buAutoNum type="arabicPeriod"/>
            </a:pPr>
            <a:r>
              <a:rPr lang="en-US" dirty="0"/>
              <a:t>It </a:t>
            </a:r>
            <a:r>
              <a:rPr lang="en-US" b="1" dirty="0"/>
              <a:t>varies</a:t>
            </a:r>
            <a:r>
              <a:rPr lang="en-US" dirty="0"/>
              <a:t> in size and </a:t>
            </a:r>
            <a:r>
              <a:rPr lang="en-US" b="1" dirty="0"/>
              <a:t>13.5 µm </a:t>
            </a:r>
            <a:r>
              <a:rPr lang="en-US" dirty="0"/>
              <a:t>in </a:t>
            </a:r>
            <a:r>
              <a:rPr lang="en-US" b="1" dirty="0"/>
              <a:t>diameter </a:t>
            </a:r>
            <a:r>
              <a:rPr lang="en-US" dirty="0"/>
              <a:t>and may be </a:t>
            </a:r>
            <a:r>
              <a:rPr lang="en-US" b="1" dirty="0"/>
              <a:t>irregular, spherical, oval, rounded, star-shaped or pyramidal.</a:t>
            </a:r>
            <a:r>
              <a:rPr lang="en-US" dirty="0"/>
              <a:t> </a:t>
            </a:r>
          </a:p>
          <a:p>
            <a:pPr marL="514350" indent="-514350" algn="just" fontAlgn="base">
              <a:buFont typeface="+mj-lt"/>
              <a:buAutoNum type="arabicPeriod"/>
            </a:pPr>
            <a:r>
              <a:rPr lang="en-US" dirty="0"/>
              <a:t>Consists of </a:t>
            </a:r>
            <a:r>
              <a:rPr lang="en-US" b="1" dirty="0"/>
              <a:t>cytoplasm, nucleus and cell membrane</a:t>
            </a:r>
            <a:r>
              <a:rPr lang="en-US" dirty="0"/>
              <a:t>.</a:t>
            </a:r>
          </a:p>
          <a:p>
            <a:pPr marL="514350" indent="-514350" algn="just" fontAlgn="base">
              <a:buFont typeface="+mj-lt"/>
              <a:buAutoNum type="arabicPeriod"/>
            </a:pPr>
            <a:r>
              <a:rPr lang="en-US" dirty="0"/>
              <a:t>Cytoplasm has mitochondria, Golgi apparatus, rough endoplasmic reticulum, ribosomes, lysosomes, fat globules, pigment granules, neurofibrils and Nissl’s granules.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pic>
        <p:nvPicPr>
          <p:cNvPr id="1026" name="Picture 2" descr="Label the parts of a neuron in the figure.">
            <a:extLst>
              <a:ext uri="{FF2B5EF4-FFF2-40B4-BE49-F238E27FC236}">
                <a16:creationId xmlns:a16="http://schemas.microsoft.com/office/drawing/2014/main" id="{ABF5359C-A97F-1C4A-C238-891E8DE625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6007" y="547832"/>
            <a:ext cx="5537301" cy="310088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068E681-EA34-D7EE-FBF4-7A6F5E4B1615}"/>
              </a:ext>
            </a:extLst>
          </p:cNvPr>
          <p:cNvSpPr txBox="1"/>
          <p:nvPr/>
        </p:nvSpPr>
        <p:spPr>
          <a:xfrm>
            <a:off x="9784672" y="4066782"/>
            <a:ext cx="2019669" cy="369332"/>
          </a:xfrm>
          <a:prstGeom prst="rect">
            <a:avLst/>
          </a:prstGeom>
          <a:noFill/>
        </p:spPr>
        <p:txBody>
          <a:bodyPr wrap="square">
            <a:spAutoFit/>
          </a:bodyPr>
          <a:lstStyle/>
          <a:p>
            <a:r>
              <a:rPr lang="en-US" b="1" dirty="0"/>
              <a:t>1 µm = 0.0001 cm</a:t>
            </a:r>
            <a:endParaRPr lang="en-IN" dirty="0"/>
          </a:p>
        </p:txBody>
      </p:sp>
    </p:spTree>
    <p:extLst>
      <p:ext uri="{BB962C8B-B14F-4D97-AF65-F5344CB8AC3E}">
        <p14:creationId xmlns:p14="http://schemas.microsoft.com/office/powerpoint/2010/main" val="444351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EC3EE-1BCD-0BDF-9798-CCC8A7B685EB}"/>
              </a:ext>
            </a:extLst>
          </p:cNvPr>
          <p:cNvSpPr>
            <a:spLocks noGrp="1"/>
          </p:cNvSpPr>
          <p:nvPr>
            <p:ph type="sldNum" sz="quarter" idx="12"/>
          </p:nvPr>
        </p:nvSpPr>
        <p:spPr/>
        <p:txBody>
          <a:bodyPr/>
          <a:lstStyle/>
          <a:p>
            <a:fld id="{BDCDBBEF-AA6C-4BA6-85B2-A17D7F280E38}" type="slidenum">
              <a:rPr lang="en-US" smtClean="0"/>
              <a:pPr/>
              <a:t>18</a:t>
            </a:fld>
            <a:endParaRPr lang="en-US"/>
          </a:p>
        </p:txBody>
      </p:sp>
      <p:pic>
        <p:nvPicPr>
          <p:cNvPr id="5" name="Picture 4">
            <a:extLst>
              <a:ext uri="{FF2B5EF4-FFF2-40B4-BE49-F238E27FC236}">
                <a16:creationId xmlns:a16="http://schemas.microsoft.com/office/drawing/2014/main" id="{CC78333E-B1BC-53E1-6EC3-06D0A3B45EAA}"/>
              </a:ext>
            </a:extLst>
          </p:cNvPr>
          <p:cNvPicPr>
            <a:picLocks noChangeAspect="1"/>
          </p:cNvPicPr>
          <p:nvPr/>
        </p:nvPicPr>
        <p:blipFill>
          <a:blip r:embed="rId2"/>
          <a:stretch>
            <a:fillRect/>
          </a:stretch>
        </p:blipFill>
        <p:spPr>
          <a:xfrm>
            <a:off x="2917252" y="8815"/>
            <a:ext cx="6013684" cy="6876241"/>
          </a:xfrm>
          <a:prstGeom prst="rect">
            <a:avLst/>
          </a:prstGeom>
        </p:spPr>
      </p:pic>
      <p:cxnSp>
        <p:nvCxnSpPr>
          <p:cNvPr id="6" name="Straight Arrow Connector 5">
            <a:extLst>
              <a:ext uri="{FF2B5EF4-FFF2-40B4-BE49-F238E27FC236}">
                <a16:creationId xmlns:a16="http://schemas.microsoft.com/office/drawing/2014/main" id="{9D07D283-87F3-DD44-9FFB-B6EC366E77A6}"/>
              </a:ext>
            </a:extLst>
          </p:cNvPr>
          <p:cNvCxnSpPr>
            <a:cxnSpLocks/>
          </p:cNvCxnSpPr>
          <p:nvPr/>
        </p:nvCxnSpPr>
        <p:spPr>
          <a:xfrm>
            <a:off x="873045" y="396230"/>
            <a:ext cx="2154241" cy="0"/>
          </a:xfrm>
          <a:prstGeom prst="straightConnector1">
            <a:avLst/>
          </a:prstGeom>
          <a:ln w="76200">
            <a:tailEnd type="triangle"/>
          </a:ln>
        </p:spPr>
        <p:style>
          <a:lnRef idx="3">
            <a:schemeClr val="accent4"/>
          </a:lnRef>
          <a:fillRef idx="0">
            <a:schemeClr val="accent4"/>
          </a:fillRef>
          <a:effectRef idx="2">
            <a:schemeClr val="accent4"/>
          </a:effectRef>
          <a:fontRef idx="minor">
            <a:schemeClr val="tx1"/>
          </a:fontRef>
        </p:style>
      </p:cxnSp>
      <p:sp>
        <p:nvSpPr>
          <p:cNvPr id="2" name="Left Brace 1">
            <a:extLst>
              <a:ext uri="{FF2B5EF4-FFF2-40B4-BE49-F238E27FC236}">
                <a16:creationId xmlns:a16="http://schemas.microsoft.com/office/drawing/2014/main" id="{65130FFD-0916-4B64-8C25-C512BAA367C1}"/>
              </a:ext>
            </a:extLst>
          </p:cNvPr>
          <p:cNvSpPr/>
          <p:nvPr/>
        </p:nvSpPr>
        <p:spPr>
          <a:xfrm rot="10800000">
            <a:off x="8836783" y="4875311"/>
            <a:ext cx="248574" cy="1214770"/>
          </a:xfrm>
          <a:prstGeom prst="leftBrace">
            <a:avLst/>
          </a:prstGeom>
          <a:ln w="57150"/>
        </p:spPr>
        <p:style>
          <a:lnRef idx="3">
            <a:schemeClr val="accent4"/>
          </a:lnRef>
          <a:fillRef idx="0">
            <a:schemeClr val="accent4"/>
          </a:fillRef>
          <a:effectRef idx="2">
            <a:schemeClr val="accent4"/>
          </a:effectRef>
          <a:fontRef idx="minor">
            <a:schemeClr val="tx1"/>
          </a:fontRef>
        </p:style>
        <p:txBody>
          <a:bodyPr rtlCol="0" anchor="ctr"/>
          <a:lstStyle/>
          <a:p>
            <a:pPr algn="ctr"/>
            <a:endParaRPr lang="en-IN"/>
          </a:p>
        </p:txBody>
      </p:sp>
      <p:sp>
        <p:nvSpPr>
          <p:cNvPr id="3" name="Left Brace 2">
            <a:extLst>
              <a:ext uri="{FF2B5EF4-FFF2-40B4-BE49-F238E27FC236}">
                <a16:creationId xmlns:a16="http://schemas.microsoft.com/office/drawing/2014/main" id="{E90E70FA-DE61-C126-D1B9-ADCBA14BFE1D}"/>
              </a:ext>
            </a:extLst>
          </p:cNvPr>
          <p:cNvSpPr/>
          <p:nvPr/>
        </p:nvSpPr>
        <p:spPr>
          <a:xfrm>
            <a:off x="2887118" y="924757"/>
            <a:ext cx="248575" cy="781231"/>
          </a:xfrm>
          <a:prstGeom prst="leftBrace">
            <a:avLst/>
          </a:prstGeom>
          <a:ln w="57150"/>
        </p:spPr>
        <p:style>
          <a:lnRef idx="3">
            <a:schemeClr val="accent4"/>
          </a:lnRef>
          <a:fillRef idx="0">
            <a:schemeClr val="accent4"/>
          </a:fillRef>
          <a:effectRef idx="2">
            <a:schemeClr val="accent4"/>
          </a:effectRef>
          <a:fontRef idx="minor">
            <a:schemeClr val="tx1"/>
          </a:fontRef>
        </p:style>
        <p:txBody>
          <a:bodyPr rtlCol="0" anchor="ctr"/>
          <a:lstStyle/>
          <a:p>
            <a:pPr algn="ctr"/>
            <a:endParaRPr lang="en-IN"/>
          </a:p>
        </p:txBody>
      </p:sp>
      <p:sp>
        <p:nvSpPr>
          <p:cNvPr id="7" name="Left Brace 6">
            <a:extLst>
              <a:ext uri="{FF2B5EF4-FFF2-40B4-BE49-F238E27FC236}">
                <a16:creationId xmlns:a16="http://schemas.microsoft.com/office/drawing/2014/main" id="{EC710973-5B0E-D2F2-0522-51A34315543F}"/>
              </a:ext>
            </a:extLst>
          </p:cNvPr>
          <p:cNvSpPr/>
          <p:nvPr/>
        </p:nvSpPr>
        <p:spPr>
          <a:xfrm rot="10800000">
            <a:off x="8610600" y="2531612"/>
            <a:ext cx="248573" cy="938810"/>
          </a:xfrm>
          <a:prstGeom prst="leftBrace">
            <a:avLst/>
          </a:prstGeom>
          <a:ln w="57150"/>
        </p:spPr>
        <p:style>
          <a:lnRef idx="3">
            <a:schemeClr val="accent4"/>
          </a:lnRef>
          <a:fillRef idx="0">
            <a:schemeClr val="accent4"/>
          </a:fillRef>
          <a:effectRef idx="2">
            <a:schemeClr val="accent4"/>
          </a:effectRef>
          <a:fontRef idx="minor">
            <a:schemeClr val="tx1"/>
          </a:fontRef>
        </p:style>
        <p:txBody>
          <a:bodyPr rtlCol="0" anchor="ctr"/>
          <a:lstStyle/>
          <a:p>
            <a:pPr algn="ctr"/>
            <a:endParaRPr lang="en-IN"/>
          </a:p>
        </p:txBody>
      </p:sp>
      <p:sp>
        <p:nvSpPr>
          <p:cNvPr id="8" name="Left Brace 7">
            <a:extLst>
              <a:ext uri="{FF2B5EF4-FFF2-40B4-BE49-F238E27FC236}">
                <a16:creationId xmlns:a16="http://schemas.microsoft.com/office/drawing/2014/main" id="{05234791-4255-FDF0-BDFB-B9531C1F9799}"/>
              </a:ext>
            </a:extLst>
          </p:cNvPr>
          <p:cNvSpPr/>
          <p:nvPr/>
        </p:nvSpPr>
        <p:spPr>
          <a:xfrm>
            <a:off x="2821077" y="1908698"/>
            <a:ext cx="248573" cy="1013529"/>
          </a:xfrm>
          <a:prstGeom prst="leftBrace">
            <a:avLst/>
          </a:prstGeom>
          <a:ln w="57150"/>
        </p:spPr>
        <p:style>
          <a:lnRef idx="3">
            <a:schemeClr val="accent4"/>
          </a:lnRef>
          <a:fillRef idx="0">
            <a:schemeClr val="accent4"/>
          </a:fillRef>
          <a:effectRef idx="2">
            <a:schemeClr val="accent4"/>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2394913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6525"/>
            <a:ext cx="10515600" cy="6584950"/>
          </a:xfrm>
        </p:spPr>
        <p:txBody>
          <a:bodyPr>
            <a:normAutofit fontScale="77500" lnSpcReduction="20000"/>
          </a:bodyPr>
          <a:lstStyle/>
          <a:p>
            <a:pPr marL="0" indent="0" algn="just" fontAlgn="base">
              <a:buNone/>
            </a:pPr>
            <a:r>
              <a:rPr lang="en-US" b="1" dirty="0"/>
              <a:t>b) Dendrites (Dendrons):</a:t>
            </a:r>
            <a:endParaRPr lang="en-US" dirty="0"/>
          </a:p>
          <a:p>
            <a:pPr marL="514350" indent="-514350" algn="just" fontAlgn="base">
              <a:buFont typeface="+mj-lt"/>
              <a:buAutoNum type="arabicPeriod"/>
            </a:pPr>
            <a:r>
              <a:rPr lang="en-US" dirty="0"/>
              <a:t>These are usually </a:t>
            </a:r>
            <a:r>
              <a:rPr lang="en-US" b="1" dirty="0"/>
              <a:t>shorter and much branched</a:t>
            </a:r>
            <a:r>
              <a:rPr lang="en-US" dirty="0"/>
              <a:t>. They may be </a:t>
            </a:r>
            <a:r>
              <a:rPr lang="en-US" b="1" dirty="0"/>
              <a:t>one to several</a:t>
            </a:r>
            <a:r>
              <a:rPr lang="en-US" dirty="0"/>
              <a:t>. The dendrites contain </a:t>
            </a:r>
            <a:r>
              <a:rPr lang="en-US" b="1" dirty="0"/>
              <a:t>neurofibrils, </a:t>
            </a:r>
            <a:r>
              <a:rPr lang="en-US" b="1" dirty="0" err="1"/>
              <a:t>neurotubules</a:t>
            </a:r>
            <a:r>
              <a:rPr lang="en-US" dirty="0"/>
              <a:t>. They conduct nerve impulse towards the cell body and are called afferent processes (= receiving processes).</a:t>
            </a:r>
          </a:p>
          <a:p>
            <a:pPr marL="0" indent="0" fontAlgn="base">
              <a:buNone/>
            </a:pPr>
            <a:endParaRPr lang="en-US" b="1" dirty="0"/>
          </a:p>
          <a:p>
            <a:pPr marL="0" indent="0" fontAlgn="base">
              <a:buNone/>
            </a:pPr>
            <a:r>
              <a:rPr lang="en-US" b="1" dirty="0"/>
              <a:t>c) Axon:</a:t>
            </a:r>
          </a:p>
          <a:p>
            <a:pPr marL="514350" indent="-514350" fontAlgn="base">
              <a:buAutoNum type="arabicPeriod"/>
            </a:pPr>
            <a:r>
              <a:rPr lang="en-US" dirty="0"/>
              <a:t>Long, slender projections</a:t>
            </a:r>
          </a:p>
          <a:p>
            <a:pPr marL="514350" indent="-514350" fontAlgn="base">
              <a:buAutoNum type="arabicPeriod"/>
            </a:pPr>
            <a:r>
              <a:rPr lang="en-US" dirty="0"/>
              <a:t>Conduct electrical impulses</a:t>
            </a:r>
          </a:p>
          <a:p>
            <a:pPr marL="514350" indent="-514350" fontAlgn="base">
              <a:buAutoNum type="arabicPeriod"/>
            </a:pPr>
            <a:r>
              <a:rPr lang="en-US" dirty="0"/>
              <a:t>Most sensitive part </a:t>
            </a:r>
          </a:p>
          <a:p>
            <a:pPr marL="514350" indent="-514350" fontAlgn="base">
              <a:buAutoNum type="arabicPeriod"/>
            </a:pPr>
            <a:r>
              <a:rPr lang="en-US" dirty="0"/>
              <a:t>Contain neurofibrils and </a:t>
            </a:r>
            <a:r>
              <a:rPr lang="en-US" dirty="0" err="1"/>
              <a:t>neurotubules</a:t>
            </a:r>
            <a:r>
              <a:rPr lang="en-US" dirty="0"/>
              <a:t> </a:t>
            </a:r>
          </a:p>
          <a:p>
            <a:pPr marL="0" indent="0" fontAlgn="base">
              <a:buNone/>
            </a:pPr>
            <a:endParaRPr lang="en-US" b="1" dirty="0"/>
          </a:p>
          <a:p>
            <a:pPr marL="0" indent="0" fontAlgn="base">
              <a:buNone/>
            </a:pPr>
            <a:endParaRPr lang="en-US" b="1" dirty="0"/>
          </a:p>
          <a:p>
            <a:pPr marL="0" indent="0" fontAlgn="base">
              <a:buNone/>
            </a:pPr>
            <a:endParaRPr lang="en-US" b="1" dirty="0"/>
          </a:p>
          <a:p>
            <a:pPr marL="0" indent="0" fontAlgn="base">
              <a:buNone/>
            </a:pPr>
            <a:endParaRPr lang="en-US" b="1" dirty="0"/>
          </a:p>
          <a:p>
            <a:pPr marL="0" indent="0" fontAlgn="base">
              <a:buNone/>
            </a:pPr>
            <a:endParaRPr lang="en-US" b="1" dirty="0"/>
          </a:p>
          <a:p>
            <a:pPr marL="0" indent="0" fontAlgn="base">
              <a:buNone/>
            </a:pPr>
            <a:r>
              <a:rPr lang="en-US" b="1" dirty="0"/>
              <a:t>d) Axon terminals:</a:t>
            </a:r>
          </a:p>
          <a:p>
            <a:pPr marL="514350" indent="-514350" fontAlgn="base">
              <a:buFont typeface="Arial" panose="020B0604020202020204" pitchFamily="34" charset="0"/>
              <a:buAutoNum type="arabicPeriod"/>
            </a:pPr>
            <a:r>
              <a:rPr lang="en-US" dirty="0"/>
              <a:t>The </a:t>
            </a:r>
            <a:r>
              <a:rPr lang="en-US" b="1" dirty="0"/>
              <a:t>axon ends in a group of branches</a:t>
            </a:r>
            <a:r>
              <a:rPr lang="en-US" dirty="0"/>
              <a:t>, the terminal arborizations (= axon terminals).</a:t>
            </a:r>
          </a:p>
          <a:p>
            <a:pPr marL="514350" indent="-514350" fontAlgn="base">
              <a:buFont typeface="Arial" panose="020B0604020202020204" pitchFamily="34" charset="0"/>
              <a:buAutoNum type="arabicPeriod"/>
            </a:pPr>
            <a:r>
              <a:rPr lang="en-US" dirty="0"/>
              <a:t>When </a:t>
            </a:r>
            <a:r>
              <a:rPr lang="en-US" b="1" dirty="0"/>
              <a:t>terminal arborizations </a:t>
            </a:r>
            <a:r>
              <a:rPr lang="en-US" dirty="0"/>
              <a:t>of the </a:t>
            </a:r>
            <a:r>
              <a:rPr lang="en-US" b="1" dirty="0"/>
              <a:t>axon meet the dendrites of another neuron to form a synapse they form synaptic knobs </a:t>
            </a:r>
            <a:r>
              <a:rPr lang="en-US" dirty="0"/>
              <a:t>(= end plates). </a:t>
            </a:r>
          </a:p>
          <a:p>
            <a:pPr fontAlgn="base"/>
            <a:endParaRPr lang="en-US" dirty="0"/>
          </a:p>
          <a:p>
            <a:pPr algn="just" fontAlgn="base"/>
            <a:endParaRPr lang="en-US" dirty="0"/>
          </a:p>
          <a:p>
            <a:pPr algn="just" fontAlgn="base"/>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pic>
        <p:nvPicPr>
          <p:cNvPr id="2050" name="Picture 2" descr="3: Representation of (a) human brain, (b) interconnection between the... |  Download Scientific Diagram">
            <a:extLst>
              <a:ext uri="{FF2B5EF4-FFF2-40B4-BE49-F238E27FC236}">
                <a16:creationId xmlns:a16="http://schemas.microsoft.com/office/drawing/2014/main" id="{89A1C26A-417E-DC64-8EC2-246005B932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59" t="3063" r="3978"/>
          <a:stretch/>
        </p:blipFill>
        <p:spPr bwMode="auto">
          <a:xfrm>
            <a:off x="6383046" y="1225268"/>
            <a:ext cx="5708340" cy="4463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8041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373A4-CFB2-44DB-9D40-666724829375}"/>
              </a:ext>
            </a:extLst>
          </p:cNvPr>
          <p:cNvSpPr>
            <a:spLocks noGrp="1"/>
          </p:cNvSpPr>
          <p:nvPr>
            <p:ph type="title"/>
          </p:nvPr>
        </p:nvSpPr>
        <p:spPr>
          <a:xfrm>
            <a:off x="931545" y="205741"/>
            <a:ext cx="4636770" cy="937259"/>
          </a:xfrm>
        </p:spPr>
        <p:txBody>
          <a:bodyPr/>
          <a:lstStyle/>
          <a:p>
            <a:pPr algn="ctr"/>
            <a:r>
              <a:rPr lang="en-US" b="1" dirty="0">
                <a:ln w="0"/>
                <a:solidFill>
                  <a:schemeClr val="accent1"/>
                </a:solidFill>
                <a:effectLst>
                  <a:outerShdw blurRad="38100" dist="25400" dir="5400000" algn="ctr" rotWithShape="0">
                    <a:srgbClr val="6E747A">
                      <a:alpha val="43000"/>
                    </a:srgbClr>
                  </a:outerShdw>
                </a:effectLst>
                <a:highlight>
                  <a:srgbClr val="FFFF00"/>
                </a:highlight>
              </a:rPr>
              <a:t>Types of Neurons</a:t>
            </a:r>
            <a:endParaRPr lang="en-IN" b="1" dirty="0">
              <a:ln w="0"/>
              <a:solidFill>
                <a:schemeClr val="accent1"/>
              </a:solidFill>
              <a:effectLst>
                <a:outerShdw blurRad="38100" dist="25400" dir="5400000" algn="ctr" rotWithShape="0">
                  <a:srgbClr val="6E747A">
                    <a:alpha val="43000"/>
                  </a:srgbClr>
                </a:outerShdw>
              </a:effectLst>
              <a:highlight>
                <a:srgbClr val="FFFF00"/>
              </a:highlight>
            </a:endParaRPr>
          </a:p>
        </p:txBody>
      </p:sp>
      <p:sp>
        <p:nvSpPr>
          <p:cNvPr id="3" name="Content Placeholder 2">
            <a:extLst>
              <a:ext uri="{FF2B5EF4-FFF2-40B4-BE49-F238E27FC236}">
                <a16:creationId xmlns:a16="http://schemas.microsoft.com/office/drawing/2014/main" id="{264B07A1-7D58-4EE7-B741-5842207072BA}"/>
              </a:ext>
            </a:extLst>
          </p:cNvPr>
          <p:cNvSpPr>
            <a:spLocks noGrp="1"/>
          </p:cNvSpPr>
          <p:nvPr>
            <p:ph idx="1"/>
          </p:nvPr>
        </p:nvSpPr>
        <p:spPr>
          <a:xfrm>
            <a:off x="647699" y="1405890"/>
            <a:ext cx="6111915" cy="5143500"/>
          </a:xfrm>
        </p:spPr>
        <p:txBody>
          <a:bodyPr>
            <a:normAutofit/>
          </a:bodyPr>
          <a:lstStyle/>
          <a:p>
            <a:pPr marL="514350" indent="-514350" algn="just">
              <a:buFont typeface="+mj-lt"/>
              <a:buAutoNum type="arabicPeriod"/>
            </a:pPr>
            <a:r>
              <a:rPr lang="en-US" sz="3200" b="1" u="sng" dirty="0"/>
              <a:t>Efferent</a:t>
            </a:r>
            <a:r>
              <a:rPr lang="en-US" sz="3200" u="sng" dirty="0"/>
              <a:t> (Motor neurons): </a:t>
            </a:r>
            <a:r>
              <a:rPr lang="en-US" sz="3200" b="1" dirty="0"/>
              <a:t>Transmit messages from the brain to muscles. </a:t>
            </a:r>
          </a:p>
          <a:p>
            <a:pPr marL="514350" indent="-514350" algn="just">
              <a:buFont typeface="+mj-lt"/>
              <a:buAutoNum type="arabicPeriod"/>
            </a:pPr>
            <a:r>
              <a:rPr lang="en-US" sz="3200" b="1" u="sng" dirty="0"/>
              <a:t>Afferent</a:t>
            </a:r>
            <a:r>
              <a:rPr lang="en-US" sz="3200" u="sng" dirty="0"/>
              <a:t> (Sensory neurons): </a:t>
            </a:r>
            <a:r>
              <a:rPr lang="en-US" sz="3200" b="1" dirty="0"/>
              <a:t>Carry messages from sensory receptors to brain.</a:t>
            </a:r>
          </a:p>
          <a:p>
            <a:pPr marL="514350" indent="-514350" algn="just">
              <a:buFont typeface="+mj-lt"/>
              <a:buAutoNum type="arabicPeriod"/>
            </a:pPr>
            <a:r>
              <a:rPr lang="en-US" sz="3200" b="1" u="sng" dirty="0"/>
              <a:t>Interneuron</a:t>
            </a:r>
            <a:r>
              <a:rPr lang="en-US" sz="3200" u="sng" dirty="0"/>
              <a:t>: </a:t>
            </a:r>
            <a:r>
              <a:rPr lang="en-US" sz="3200" b="1" dirty="0"/>
              <a:t>Carry messages between different neurons in body. </a:t>
            </a:r>
            <a:endParaRPr lang="en-IN" sz="3200" b="1" dirty="0"/>
          </a:p>
        </p:txBody>
      </p:sp>
      <p:sp>
        <p:nvSpPr>
          <p:cNvPr id="4" name="Slide Number Placeholder 3">
            <a:extLst>
              <a:ext uri="{FF2B5EF4-FFF2-40B4-BE49-F238E27FC236}">
                <a16:creationId xmlns:a16="http://schemas.microsoft.com/office/drawing/2014/main" id="{1FA00D3D-96FC-469C-8E4F-11B33BE7F5FA}"/>
              </a:ext>
            </a:extLst>
          </p:cNvPr>
          <p:cNvSpPr>
            <a:spLocks noGrp="1"/>
          </p:cNvSpPr>
          <p:nvPr>
            <p:ph type="sldNum" sz="quarter" idx="12"/>
          </p:nvPr>
        </p:nvSpPr>
        <p:spPr/>
        <p:txBody>
          <a:bodyPr/>
          <a:lstStyle/>
          <a:p>
            <a:fld id="{BDCDBBEF-AA6C-4BA6-85B2-A17D7F280E38}" type="slidenum">
              <a:rPr lang="en-US" smtClean="0"/>
              <a:pPr/>
              <a:t>20</a:t>
            </a:fld>
            <a:endParaRPr lang="en-US"/>
          </a:p>
        </p:txBody>
      </p:sp>
      <p:grpSp>
        <p:nvGrpSpPr>
          <p:cNvPr id="8" name="Group 7">
            <a:extLst>
              <a:ext uri="{FF2B5EF4-FFF2-40B4-BE49-F238E27FC236}">
                <a16:creationId xmlns:a16="http://schemas.microsoft.com/office/drawing/2014/main" id="{49BCA0AB-49A7-042C-8530-CF52A61779B6}"/>
              </a:ext>
            </a:extLst>
          </p:cNvPr>
          <p:cNvGrpSpPr/>
          <p:nvPr/>
        </p:nvGrpSpPr>
        <p:grpSpPr>
          <a:xfrm>
            <a:off x="7153691" y="674370"/>
            <a:ext cx="4106764" cy="5396514"/>
            <a:chOff x="6831121" y="674370"/>
            <a:chExt cx="4106764" cy="5396514"/>
          </a:xfrm>
        </p:grpSpPr>
        <p:pic>
          <p:nvPicPr>
            <p:cNvPr id="3074" name="Picture 2" descr="Neurons: Meaning, Types, Functions, Structure, Diagrams - Embibe">
              <a:extLst>
                <a:ext uri="{FF2B5EF4-FFF2-40B4-BE49-F238E27FC236}">
                  <a16:creationId xmlns:a16="http://schemas.microsoft.com/office/drawing/2014/main" id="{69116C1D-3A3D-7711-D8DE-09DA7F483F4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6235" r="58884"/>
            <a:stretch/>
          </p:blipFill>
          <p:spPr bwMode="auto">
            <a:xfrm>
              <a:off x="6831121" y="674370"/>
              <a:ext cx="1469516" cy="539651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Neurons: Meaning, Types, Functions, Structure, Diagrams - Embibe">
              <a:extLst>
                <a:ext uri="{FF2B5EF4-FFF2-40B4-BE49-F238E27FC236}">
                  <a16:creationId xmlns:a16="http://schemas.microsoft.com/office/drawing/2014/main" id="{7DF8BA77-0C36-E872-7CB6-D29988E998F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7503" r="15839"/>
            <a:stretch/>
          </p:blipFill>
          <p:spPr bwMode="auto">
            <a:xfrm>
              <a:off x="8255059" y="674370"/>
              <a:ext cx="983848" cy="53965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Neurons: Meaning, Types, Functions, Structure, Diagrams - Embibe">
              <a:extLst>
                <a:ext uri="{FF2B5EF4-FFF2-40B4-BE49-F238E27FC236}">
                  <a16:creationId xmlns:a16="http://schemas.microsoft.com/office/drawing/2014/main" id="{355BAE68-4CCE-CCF9-E008-E1E7E6AC8E4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9033" r="31252"/>
            <a:stretch/>
          </p:blipFill>
          <p:spPr bwMode="auto">
            <a:xfrm>
              <a:off x="9182874" y="674370"/>
              <a:ext cx="1755011" cy="539651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89778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132CF0-327E-B0E7-F04F-48156A0C27C8}"/>
              </a:ext>
            </a:extLst>
          </p:cNvPr>
          <p:cNvSpPr>
            <a:spLocks noGrp="1"/>
          </p:cNvSpPr>
          <p:nvPr>
            <p:ph type="sldNum" sz="quarter" idx="12"/>
          </p:nvPr>
        </p:nvSpPr>
        <p:spPr/>
        <p:txBody>
          <a:bodyPr/>
          <a:lstStyle/>
          <a:p>
            <a:fld id="{BDCDBBEF-AA6C-4BA6-85B2-A17D7F280E38}" type="slidenum">
              <a:rPr lang="en-US" smtClean="0"/>
              <a:pPr/>
              <a:t>21</a:t>
            </a:fld>
            <a:endParaRPr lang="en-US"/>
          </a:p>
        </p:txBody>
      </p:sp>
      <p:sp>
        <p:nvSpPr>
          <p:cNvPr id="9" name="TextBox 8">
            <a:extLst>
              <a:ext uri="{FF2B5EF4-FFF2-40B4-BE49-F238E27FC236}">
                <a16:creationId xmlns:a16="http://schemas.microsoft.com/office/drawing/2014/main" id="{DBFC702B-D882-6ED9-F249-BEBF1FA35AD5}"/>
              </a:ext>
            </a:extLst>
          </p:cNvPr>
          <p:cNvSpPr txBox="1"/>
          <p:nvPr/>
        </p:nvSpPr>
        <p:spPr>
          <a:xfrm>
            <a:off x="4398379" y="6169580"/>
            <a:ext cx="4780344" cy="369332"/>
          </a:xfrm>
          <a:prstGeom prst="rect">
            <a:avLst/>
          </a:prstGeom>
          <a:noFill/>
        </p:spPr>
        <p:txBody>
          <a:bodyPr wrap="square" rtlCol="0">
            <a:spAutoFit/>
          </a:bodyPr>
          <a:lstStyle/>
          <a:p>
            <a:r>
              <a:rPr lang="en-US" dirty="0"/>
              <a:t>CNS- Brain</a:t>
            </a:r>
            <a:endParaRPr lang="en-IN" dirty="0"/>
          </a:p>
        </p:txBody>
      </p:sp>
      <p:pic>
        <p:nvPicPr>
          <p:cNvPr id="2050" name="Picture 2" descr="Sensory – Motor Functions and Neurons – Earth's Lab">
            <a:extLst>
              <a:ext uri="{FF2B5EF4-FFF2-40B4-BE49-F238E27FC236}">
                <a16:creationId xmlns:a16="http://schemas.microsoft.com/office/drawing/2014/main" id="{8EEB5E71-0AFD-237F-9823-E3256B325C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2896" y="1605987"/>
            <a:ext cx="8836549" cy="3646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0673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63625"/>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r>
              <a:rPr lang="en-US" sz="3600" dirty="0">
                <a:latin typeface="Casper Bold"/>
              </a:rPr>
              <a:t> </a:t>
            </a:r>
          </a:p>
        </p:txBody>
      </p:sp>
      <p:sp>
        <p:nvSpPr>
          <p:cNvPr id="3" name="Content Placeholder 2"/>
          <p:cNvSpPr>
            <a:spLocks noGrp="1"/>
          </p:cNvSpPr>
          <p:nvPr>
            <p:ph idx="1"/>
          </p:nvPr>
        </p:nvSpPr>
        <p:spPr>
          <a:xfrm>
            <a:off x="685800" y="1291590"/>
            <a:ext cx="10847070" cy="5064760"/>
          </a:xfrm>
        </p:spPr>
        <p:txBody>
          <a:bodyPr>
            <a:normAutofit fontScale="92500" lnSpcReduction="20000"/>
          </a:bodyPr>
          <a:lstStyle/>
          <a:p>
            <a:pPr lvl="0" algn="just"/>
            <a:endParaRPr lang="en-IN" sz="1800" dirty="0">
              <a:cs typeface="Times New Roman" pitchFamily="18" charset="0"/>
            </a:endParaRPr>
          </a:p>
          <a:p>
            <a:pPr lvl="0" algn="just"/>
            <a:r>
              <a:rPr lang="en-US" sz="2000" dirty="0">
                <a:cs typeface="Times New Roman" pitchFamily="18" charset="0"/>
                <a:hlinkClick r:id="rId2">
                  <a:extLst>
                    <a:ext uri="{A12FA001-AC4F-418D-AE19-62706E023703}">
                      <ahyp:hlinkClr xmlns:ahyp="http://schemas.microsoft.com/office/drawing/2018/hyperlinkcolor" val="tx"/>
                    </a:ext>
                  </a:extLst>
                </a:hlinkClick>
              </a:rPr>
              <a:t>The Human Nervous System. by Juergen K. Mai (Editor), George </a:t>
            </a:r>
            <a:r>
              <a:rPr lang="en-US" sz="2000" dirty="0" err="1">
                <a:cs typeface="Times New Roman" pitchFamily="18" charset="0"/>
                <a:hlinkClick r:id="rId2">
                  <a:extLst>
                    <a:ext uri="{A12FA001-AC4F-418D-AE19-62706E023703}">
                      <ahyp:hlinkClr xmlns:ahyp="http://schemas.microsoft.com/office/drawing/2018/hyperlinkcolor" val="tx"/>
                    </a:ext>
                  </a:extLst>
                </a:hlinkClick>
              </a:rPr>
              <a:t>Paxinos</a:t>
            </a:r>
            <a:r>
              <a:rPr lang="en-US" sz="2000" dirty="0">
                <a:cs typeface="Times New Roman" pitchFamily="18" charset="0"/>
                <a:hlinkClick r:id="rId2">
                  <a:extLst>
                    <a:ext uri="{A12FA001-AC4F-418D-AE19-62706E023703}">
                      <ahyp:hlinkClr xmlns:ahyp="http://schemas.microsoft.com/office/drawing/2018/hyperlinkcolor" val="tx"/>
                    </a:ext>
                  </a:extLst>
                </a:hlinkClick>
              </a:rPr>
              <a:t> AO (BA MA PhD DSc) NHMRC Dr. (Editor)</a:t>
            </a:r>
          </a:p>
          <a:p>
            <a:pPr lvl="0" algn="just"/>
            <a:r>
              <a:rPr lang="en-US" sz="2000" dirty="0">
                <a:cs typeface="Times New Roman" pitchFamily="18" charset="0"/>
                <a:hlinkClick r:id="rId2">
                  <a:extLst>
                    <a:ext uri="{A12FA001-AC4F-418D-AE19-62706E023703}">
                      <ahyp:hlinkClr xmlns:ahyp="http://schemas.microsoft.com/office/drawing/2018/hyperlinkcolor" val="tx"/>
                    </a:ext>
                  </a:extLst>
                </a:hlinkClick>
              </a:rPr>
              <a:t>The Structure and Function of Nervous Tissue. Volume IV: Physiology and Biochemistry. Ed. GEOFFREY H. BOURNE (1972)</a:t>
            </a:r>
          </a:p>
          <a:p>
            <a:pPr lvl="0" algn="just"/>
            <a:r>
              <a:rPr lang="en-US" sz="2000" dirty="0" err="1">
                <a:cs typeface="Times New Roman" pitchFamily="18" charset="0"/>
                <a:hlinkClick r:id="rId2">
                  <a:extLst>
                    <a:ext uri="{A12FA001-AC4F-418D-AE19-62706E023703}">
                      <ahyp:hlinkClr xmlns:ahyp="http://schemas.microsoft.com/office/drawing/2018/hyperlinkcolor" val="tx"/>
                    </a:ext>
                  </a:extLst>
                </a:hlinkClick>
              </a:rPr>
              <a:t>Elaine.N</a:t>
            </a:r>
            <a:r>
              <a:rPr lang="en-US" sz="2000" dirty="0">
                <a:cs typeface="Times New Roman" pitchFamily="18" charset="0"/>
                <a:hlinkClick r:id="rId2">
                  <a:extLst>
                    <a:ext uri="{A12FA001-AC4F-418D-AE19-62706E023703}">
                      <ahyp:hlinkClr xmlns:ahyp="http://schemas.microsoft.com/office/drawing/2018/hyperlinkcolor" val="tx"/>
                    </a:ext>
                  </a:extLst>
                </a:hlinkClick>
              </a:rPr>
              <a:t>. </a:t>
            </a:r>
            <a:r>
              <a:rPr lang="en-US" sz="2000" dirty="0" err="1">
                <a:cs typeface="Times New Roman" pitchFamily="18" charset="0"/>
                <a:hlinkClick r:id="rId2">
                  <a:extLst>
                    <a:ext uri="{A12FA001-AC4F-418D-AE19-62706E023703}">
                      <ahyp:hlinkClr xmlns:ahyp="http://schemas.microsoft.com/office/drawing/2018/hyperlinkcolor" val="tx"/>
                    </a:ext>
                  </a:extLst>
                </a:hlinkClick>
              </a:rPr>
              <a:t>Marieb</a:t>
            </a:r>
            <a:r>
              <a:rPr lang="en-US" sz="2000" dirty="0">
                <a:cs typeface="Times New Roman" pitchFamily="18" charset="0"/>
                <a:hlinkClick r:id="rId2">
                  <a:extLst>
                    <a:ext uri="{A12FA001-AC4F-418D-AE19-62706E023703}">
                      <ahyp:hlinkClr xmlns:ahyp="http://schemas.microsoft.com/office/drawing/2018/hyperlinkcolor" val="tx"/>
                    </a:ext>
                  </a:extLst>
                </a:hlinkClick>
              </a:rPr>
              <a:t>,“Essential of Human Anatomy and Physiology”, Eight edition, Pearson Education </a:t>
            </a:r>
            <a:r>
              <a:rPr lang="en-US" sz="2000" dirty="0" err="1">
                <a:cs typeface="Times New Roman" pitchFamily="18" charset="0"/>
                <a:hlinkClick r:id="rId2">
                  <a:extLst>
                    <a:ext uri="{A12FA001-AC4F-418D-AE19-62706E023703}">
                      <ahyp:hlinkClr xmlns:ahyp="http://schemas.microsoft.com/office/drawing/2018/hyperlinkcolor" val="tx"/>
                    </a:ext>
                  </a:extLst>
                </a:hlinkClick>
              </a:rPr>
              <a:t>NewDelhi</a:t>
            </a:r>
            <a:r>
              <a:rPr lang="en-US" sz="2000" dirty="0">
                <a:cs typeface="Times New Roman" pitchFamily="18" charset="0"/>
                <a:hlinkClick r:id="rId2">
                  <a:extLst>
                    <a:ext uri="{A12FA001-AC4F-418D-AE19-62706E023703}">
                      <ahyp:hlinkClr xmlns:ahyp="http://schemas.microsoft.com/office/drawing/2018/hyperlinkcolor" val="tx"/>
                    </a:ext>
                  </a:extLst>
                </a:hlinkClick>
              </a:rPr>
              <a:t>, 2007.</a:t>
            </a:r>
          </a:p>
          <a:p>
            <a:pPr lvl="0" algn="just"/>
            <a:r>
              <a:rPr lang="en-US" sz="2000" dirty="0">
                <a:cs typeface="Times New Roman" pitchFamily="18" charset="0"/>
                <a:hlinkClick r:id="rId2">
                  <a:extLst>
                    <a:ext uri="{A12FA001-AC4F-418D-AE19-62706E023703}">
                      <ahyp:hlinkClr xmlns:ahyp="http://schemas.microsoft.com/office/drawing/2018/hyperlinkcolor" val="tx"/>
                    </a:ext>
                  </a:extLst>
                </a:hlinkClick>
              </a:rPr>
              <a:t>William F. </a:t>
            </a:r>
            <a:r>
              <a:rPr lang="en-US" sz="2000" dirty="0" err="1">
                <a:cs typeface="Times New Roman" pitchFamily="18" charset="0"/>
                <a:hlinkClick r:id="rId2">
                  <a:extLst>
                    <a:ext uri="{A12FA001-AC4F-418D-AE19-62706E023703}">
                      <ahyp:hlinkClr xmlns:ahyp="http://schemas.microsoft.com/office/drawing/2018/hyperlinkcolor" val="tx"/>
                    </a:ext>
                  </a:extLst>
                </a:hlinkClick>
              </a:rPr>
              <a:t>Ganong</a:t>
            </a:r>
            <a:r>
              <a:rPr lang="en-US" sz="2000" dirty="0">
                <a:cs typeface="Times New Roman" pitchFamily="18" charset="0"/>
                <a:hlinkClick r:id="rId2">
                  <a:extLst>
                    <a:ext uri="{A12FA001-AC4F-418D-AE19-62706E023703}">
                      <ahyp:hlinkClr xmlns:ahyp="http://schemas.microsoft.com/office/drawing/2018/hyperlinkcolor" val="tx"/>
                    </a:ext>
                  </a:extLst>
                </a:hlinkClick>
              </a:rPr>
              <a:t>,"Review of Medical Physiology, 22nd edition, McGraw Hill New Delhi,</a:t>
            </a:r>
          </a:p>
          <a:p>
            <a:pPr lvl="0" algn="just"/>
            <a:r>
              <a:rPr lang="en-US" sz="2000" dirty="0">
                <a:cs typeface="Times New Roman" pitchFamily="18" charset="0"/>
                <a:hlinkClick r:id="rId2">
                  <a:extLst>
                    <a:ext uri="{A12FA001-AC4F-418D-AE19-62706E023703}">
                      <ahyp:hlinkClr xmlns:ahyp="http://schemas.microsoft.com/office/drawing/2018/hyperlinkcolor" val="tx"/>
                    </a:ext>
                  </a:extLst>
                </a:hlinkClick>
              </a:rPr>
              <a:t>2005</a:t>
            </a:r>
          </a:p>
          <a:p>
            <a:pPr lvl="0" algn="just"/>
            <a:r>
              <a:rPr lang="en-US" sz="2000" dirty="0">
                <a:cs typeface="Times New Roman" pitchFamily="18" charset="0"/>
                <a:hlinkClick r:id="rId2">
                  <a:extLst>
                    <a:ext uri="{A12FA001-AC4F-418D-AE19-62706E023703}">
                      <ahyp:hlinkClr xmlns:ahyp="http://schemas.microsoft.com/office/drawing/2018/hyperlinkcolor" val="tx"/>
                    </a:ext>
                  </a:extLst>
                </a:hlinkClick>
              </a:rPr>
              <a:t>Eldra Pearl </a:t>
            </a:r>
            <a:r>
              <a:rPr lang="en-US" sz="2000" dirty="0" err="1">
                <a:cs typeface="Times New Roman" pitchFamily="18" charset="0"/>
                <a:hlinkClick r:id="rId2">
                  <a:extLst>
                    <a:ext uri="{A12FA001-AC4F-418D-AE19-62706E023703}">
                      <ahyp:hlinkClr xmlns:ahyp="http://schemas.microsoft.com/office/drawing/2018/hyperlinkcolor" val="tx"/>
                    </a:ext>
                  </a:extLst>
                </a:hlinkClick>
              </a:rPr>
              <a:t>Solomon."Introduction</a:t>
            </a:r>
            <a:r>
              <a:rPr lang="en-US" sz="2000" dirty="0">
                <a:cs typeface="Times New Roman" pitchFamily="18" charset="0"/>
                <a:hlinkClick r:id="rId2">
                  <a:extLst>
                    <a:ext uri="{A12FA001-AC4F-418D-AE19-62706E023703}">
                      <ahyp:hlinkClr xmlns:ahyp="http://schemas.microsoft.com/office/drawing/2018/hyperlinkcolor" val="tx"/>
                    </a:ext>
                  </a:extLst>
                </a:hlinkClick>
              </a:rPr>
              <a:t> to Human Anatomy and Physiology", </a:t>
            </a:r>
            <a:r>
              <a:rPr lang="en-US" sz="2000" dirty="0" err="1">
                <a:cs typeface="Times New Roman" pitchFamily="18" charset="0"/>
                <a:hlinkClick r:id="rId2">
                  <a:extLst>
                    <a:ext uri="{A12FA001-AC4F-418D-AE19-62706E023703}">
                      <ahyp:hlinkClr xmlns:ahyp="http://schemas.microsoft.com/office/drawing/2018/hyperlinkcolor" val="tx"/>
                    </a:ext>
                  </a:extLst>
                </a:hlinkClick>
              </a:rPr>
              <a:t>W.B.Saunders</a:t>
            </a:r>
            <a:r>
              <a:rPr lang="en-US" sz="2000" dirty="0">
                <a:cs typeface="Times New Roman" pitchFamily="18" charset="0"/>
                <a:hlinkClick r:id="rId2">
                  <a:extLst>
                    <a:ext uri="{A12FA001-AC4F-418D-AE19-62706E023703}">
                      <ahyp:hlinkClr xmlns:ahyp="http://schemas.microsoft.com/office/drawing/2018/hyperlinkcolor" val="tx"/>
                    </a:ext>
                  </a:extLst>
                </a:hlinkClick>
              </a:rPr>
              <a:t> Company, 2003.</a:t>
            </a:r>
          </a:p>
          <a:p>
            <a:pPr lvl="0" algn="just"/>
            <a:r>
              <a:rPr lang="en-US" sz="2000" dirty="0">
                <a:cs typeface="Times New Roman" pitchFamily="18" charset="0"/>
                <a:hlinkClick r:id="rId2">
                  <a:extLst>
                    <a:ext uri="{A12FA001-AC4F-418D-AE19-62706E023703}">
                      <ahyp:hlinkClr xmlns:ahyp="http://schemas.microsoft.com/office/drawing/2018/hyperlinkcolor" val="tx"/>
                    </a:ext>
                  </a:extLst>
                </a:hlinkClick>
              </a:rPr>
              <a:t>Arthur C. Guyton, "Text book of Medical Physiology", 11 </a:t>
            </a:r>
            <a:r>
              <a:rPr lang="en-US" sz="2000" dirty="0" err="1">
                <a:cs typeface="Times New Roman" pitchFamily="18" charset="0"/>
                <a:hlinkClick r:id="rId2">
                  <a:extLst>
                    <a:ext uri="{A12FA001-AC4F-418D-AE19-62706E023703}">
                      <ahyp:hlinkClr xmlns:ahyp="http://schemas.microsoft.com/office/drawing/2018/hyperlinkcolor" val="tx"/>
                    </a:ext>
                  </a:extLst>
                </a:hlinkClick>
              </a:rPr>
              <a:t>th</a:t>
            </a:r>
            <a:r>
              <a:rPr lang="en-US" sz="2000" dirty="0">
                <a:cs typeface="Times New Roman" pitchFamily="18" charset="0"/>
                <a:hlinkClick r:id="rId2">
                  <a:extLst>
                    <a:ext uri="{A12FA001-AC4F-418D-AE19-62706E023703}">
                      <ahyp:hlinkClr xmlns:ahyp="http://schemas.microsoft.com/office/drawing/2018/hyperlinkcolor" val="tx"/>
                    </a:ext>
                  </a:extLst>
                </a:hlinkClick>
              </a:rPr>
              <a:t> Edition, Elsevier Saunders, 2006</a:t>
            </a:r>
          </a:p>
          <a:p>
            <a:pPr lvl="0" algn="just"/>
            <a:r>
              <a:rPr lang="en-US" sz="2000" dirty="0" err="1">
                <a:cs typeface="Times New Roman" pitchFamily="18" charset="0"/>
                <a:hlinkClick r:id="rId2">
                  <a:extLst>
                    <a:ext uri="{A12FA001-AC4F-418D-AE19-62706E023703}">
                      <ahyp:hlinkClr xmlns:ahyp="http://schemas.microsoft.com/office/drawing/2018/hyperlinkcolor" val="tx"/>
                    </a:ext>
                  </a:extLst>
                </a:hlinkClick>
              </a:rPr>
              <a:t>Khandpur</a:t>
            </a:r>
            <a:r>
              <a:rPr lang="en-US" sz="2000" dirty="0">
                <a:cs typeface="Times New Roman" pitchFamily="18" charset="0"/>
                <a:hlinkClick r:id="rId2">
                  <a:extLst>
                    <a:ext uri="{A12FA001-AC4F-418D-AE19-62706E023703}">
                      <ahyp:hlinkClr xmlns:ahyp="http://schemas.microsoft.com/office/drawing/2018/hyperlinkcolor" val="tx"/>
                    </a:ext>
                  </a:extLst>
                </a:hlinkClick>
              </a:rPr>
              <a:t>. R. S., “Handbook of Biomedical Instrumentation”, Prentice Hall of India, New Delhi, 2003.</a:t>
            </a:r>
          </a:p>
          <a:p>
            <a:pPr lvl="0" algn="just"/>
            <a:r>
              <a:rPr lang="en-US" sz="2000" dirty="0">
                <a:cs typeface="Times New Roman" pitchFamily="18" charset="0"/>
                <a:hlinkClick r:id="rId2">
                  <a:extLst>
                    <a:ext uri="{A12FA001-AC4F-418D-AE19-62706E023703}">
                      <ahyp:hlinkClr xmlns:ahyp="http://schemas.microsoft.com/office/drawing/2018/hyperlinkcolor" val="tx"/>
                    </a:ext>
                  </a:extLst>
                </a:hlinkClick>
              </a:rPr>
              <a:t>How does the nervous system work? 2009 Oct 28 [Updated 2016 Aug 19]. Available from: https://www.ncbi.nlm.nih.gov/books/NBK279390/ </a:t>
            </a:r>
            <a:endParaRPr lang="en-IN" sz="2000" dirty="0">
              <a:cs typeface="Times New Roman" pitchFamily="18" charset="0"/>
              <a:hlinkClick r:id="rId2">
                <a:extLst>
                  <a:ext uri="{A12FA001-AC4F-418D-AE19-62706E023703}">
                    <ahyp:hlinkClr xmlns:ahyp="http://schemas.microsoft.com/office/drawing/2018/hyperlinkcolor" val="tx"/>
                  </a:ext>
                </a:extLst>
              </a:hlinkClick>
            </a:endParaRPr>
          </a:p>
          <a:p>
            <a:pPr lvl="0" algn="just"/>
            <a:r>
              <a:rPr lang="en-IN" sz="1800" dirty="0">
                <a:cs typeface="Times New Roman" pitchFamily="18" charset="0"/>
                <a:hlinkClick r:id="rId2"/>
              </a:rPr>
              <a:t>https://www.kenhub.com/en/library/anatomy/the-nervous-system</a:t>
            </a:r>
            <a:endParaRPr lang="en-IN" sz="1800" dirty="0">
              <a:cs typeface="Times New Roman" pitchFamily="18" charset="0"/>
            </a:endParaRPr>
          </a:p>
          <a:p>
            <a:pPr lvl="0" algn="just"/>
            <a:r>
              <a:rPr lang="en-IN" sz="1800" dirty="0">
                <a:cs typeface="Times New Roman" pitchFamily="18" charset="0"/>
                <a:hlinkClick r:id="rId3"/>
              </a:rPr>
              <a:t>https://nurseslabs.com/nervous-system/</a:t>
            </a:r>
            <a:endParaRPr lang="en-IN" sz="1800" dirty="0">
              <a:cs typeface="Times New Roman" pitchFamily="18" charset="0"/>
            </a:endParaRPr>
          </a:p>
          <a:p>
            <a:pPr lvl="0" algn="just"/>
            <a:r>
              <a:rPr lang="en-IN" sz="1800" dirty="0">
                <a:cs typeface="Times New Roman" pitchFamily="18" charset="0"/>
                <a:hlinkClick r:id="rId4"/>
              </a:rPr>
              <a:t>https://courses.lumenlearning.com/boundless-ap/chapter/introduction-to-the-nervous-system/</a:t>
            </a:r>
            <a:endParaRPr lang="en-IN" sz="1800" dirty="0">
              <a:cs typeface="Times New Roman" pitchFamily="18" charset="0"/>
            </a:endParaRPr>
          </a:p>
          <a:p>
            <a:pPr lvl="0" algn="just"/>
            <a:endParaRPr lang="en-IN" sz="1800" dirty="0">
              <a:cs typeface="Times New Roman" pitchFamily="18" charset="0"/>
            </a:endParaRPr>
          </a:p>
          <a:p>
            <a:pPr marL="0" indent="0" algn="just">
              <a:buNone/>
            </a:pPr>
            <a:endParaRPr lang="en-IN" sz="1800" dirty="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solidFill>
                  <a:srgbClr val="FF0000"/>
                </a:solidFill>
              </a:rPr>
              <a:pPr/>
              <a:t>22</a:t>
            </a:fld>
            <a:r>
              <a:rPr lang="en-US" dirty="0">
                <a:solidFill>
                  <a:srgbClr val="FF0000"/>
                </a:solidFill>
              </a:rPr>
              <a:t>/10</a:t>
            </a:r>
          </a:p>
        </p:txBody>
      </p:sp>
    </p:spTree>
    <p:extLst>
      <p:ext uri="{BB962C8B-B14F-4D97-AF65-F5344CB8AC3E}">
        <p14:creationId xmlns:p14="http://schemas.microsoft.com/office/powerpoint/2010/main" val="3361918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105710189"/>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smaple</Template>
  <TotalTime>7072</TotalTime>
  <Words>1478</Words>
  <Application>Microsoft Office PowerPoint</Application>
  <PresentationFormat>Widescreen</PresentationFormat>
  <Paragraphs>178</Paragraphs>
  <Slides>23</Slides>
  <Notes>0</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34" baseType="lpstr">
      <vt:lpstr>-apple-system</vt:lpstr>
      <vt:lpstr>Arial</vt:lpstr>
      <vt:lpstr>Calibri</vt:lpstr>
      <vt:lpstr>Calibri Light</vt:lpstr>
      <vt:lpstr>Casper</vt:lpstr>
      <vt:lpstr>Casper Bold</vt:lpstr>
      <vt:lpstr>Raleway ExtraBold</vt:lpstr>
      <vt:lpstr>Times New Roman</vt:lpstr>
      <vt:lpstr>1_Office Theme</vt:lpstr>
      <vt:lpstr>Contents Slide Master</vt:lpstr>
      <vt:lpstr>CorelDRAW</vt:lpstr>
      <vt:lpstr>PowerPoint Presentation</vt:lpstr>
      <vt:lpstr>Course Outcome </vt:lpstr>
      <vt:lpstr>SYLLABUS</vt:lpstr>
      <vt:lpstr>PowerPoint Presentation</vt:lpstr>
      <vt:lpstr>PowerPoint Presentation</vt:lpstr>
      <vt:lpstr>PowerPoint Presentation</vt:lpstr>
      <vt:lpstr>A. Central Nervous System: Brain and Spinal Cord</vt:lpstr>
      <vt:lpstr>1. Brain</vt:lpstr>
      <vt:lpstr>Parts of the human brain </vt:lpstr>
      <vt:lpstr>Forebrain </vt:lpstr>
      <vt:lpstr>Mid Brain </vt:lpstr>
      <vt:lpstr>Hind Brain </vt:lpstr>
      <vt:lpstr>2. The spinal cord</vt:lpstr>
      <vt:lpstr>B. The peripheral nervous system </vt:lpstr>
      <vt:lpstr>AUTONOMIC NERVOUS SYSTEM </vt:lpstr>
      <vt:lpstr>Somatic nervous system</vt:lpstr>
      <vt:lpstr>Neuron</vt:lpstr>
      <vt:lpstr>PowerPoint Presentation</vt:lpstr>
      <vt:lpstr>PowerPoint Presentation</vt:lpstr>
      <vt:lpstr>Types of Neurons</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matharu8832@gmail.com</cp:lastModifiedBy>
  <cp:revision>419</cp:revision>
  <dcterms:created xsi:type="dcterms:W3CDTF">2019-01-09T10:33:58Z</dcterms:created>
  <dcterms:modified xsi:type="dcterms:W3CDTF">2023-10-06T06:32:28Z</dcterms:modified>
</cp:coreProperties>
</file>